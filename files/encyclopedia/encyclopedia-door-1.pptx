
<file path=[Content_Types].xml><?xml version="1.0" encoding="utf-8"?>
<Types xmlns="http://schemas.openxmlformats.org/package/2006/content-types">
  <Default Extension="xml" ContentType="application/xml"/>
  <Default Extension="jpeg" ContentType="image/jpeg"/>
  <Default Extension="jpg" ContentType="image/jpeg"/>
  <Default Extension="rels" ContentType="application/vnd.openxmlformats-package.relationships+xml"/>
  <Default Extension="xlsx" ContentType="application/vnd.openxmlformats-officedocument.spreadsheetml.sheet"/>
  <Default Extension="vml" ContentType="application/vnd.openxmlformats-officedocument.vmlDrawing"/>
  <Default Extension="xls" ContentType="application/vnd.ms-excel"/>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5.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6.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7.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8.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theme/theme9.xml" ContentType="application/vnd.openxmlformats-officedocument.theme+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10.xml" ContentType="application/vnd.openxmlformats-officedocument.theme+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11.xml" ContentType="application/vnd.openxmlformats-officedocument.theme+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theme/theme12.xml" ContentType="application/vnd.openxmlformats-officedocument.theme+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theme/theme13.xml" ContentType="application/vnd.openxmlformats-officedocument.theme+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theme/theme14.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theme/theme15.xml" ContentType="application/vnd.openxmlformats-officedocument.theme+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theme/theme16.xml" ContentType="application/vnd.openxmlformats-officedocument.theme+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theme/theme17.xml" ContentType="application/vnd.openxmlformats-officedocument.theme+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theme/theme18.xml" ContentType="application/vnd.openxmlformats-officedocument.theme+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theme/theme19.xml" ContentType="application/vnd.openxmlformats-officedocument.theme+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theme/theme20.xml" ContentType="application/vnd.openxmlformats-officedocument.theme+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21.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22.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23.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24.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25.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26.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27.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theme/theme28.xml" ContentType="application/vnd.openxmlformats-officedocument.theme+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theme/theme29.xml" ContentType="application/vnd.openxmlformats-officedocument.theme+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theme/theme30.xml" ContentType="application/vnd.openxmlformats-officedocument.theme+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theme/theme31.xml" ContentType="application/vnd.openxmlformats-officedocument.theme+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theme/theme32.xml" ContentType="application/vnd.openxmlformats-officedocument.theme+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theme/theme33.xml" ContentType="application/vnd.openxmlformats-officedocument.theme+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theme/theme34.xml" ContentType="application/vnd.openxmlformats-officedocument.theme+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theme/theme35.xml" ContentType="application/vnd.openxmlformats-officedocument.theme+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theme/theme36.xml" ContentType="application/vnd.openxmlformats-officedocument.theme+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theme/theme37.xml" ContentType="application/vnd.openxmlformats-officedocument.theme+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theme/theme38.xml" ContentType="application/vnd.openxmlformats-officedocument.theme+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theme/theme39.xml" ContentType="application/vnd.openxmlformats-officedocument.theme+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theme/theme40.xml" ContentType="application/vnd.openxmlformats-officedocument.theme+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41.xml" ContentType="application/vnd.openxmlformats-officedocument.theme+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theme/theme42.xml" ContentType="application/vnd.openxmlformats-officedocument.theme+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43.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44.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45.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46.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theme/theme47.xml" ContentType="application/vnd.openxmlformats-officedocument.theme+xml"/>
  <Override PartName="/ppt/slideLayouts/slideLayout869.xml" ContentType="application/vnd.openxmlformats-officedocument.presentationml.slideLayout+xml"/>
  <Override PartName="/ppt/theme/theme48.xml" ContentType="application/vnd.openxmlformats-officedocument.theme+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theme/theme49.xml" ContentType="application/vnd.openxmlformats-officedocument.theme+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50.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theme/theme51.xml" ContentType="application/vnd.openxmlformats-officedocument.theme+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theme/theme52.xml" ContentType="application/vnd.openxmlformats-officedocument.theme+xml"/>
  <Override PartName="/ppt/theme/theme53.xml" ContentType="application/vnd.openxmlformats-officedocument.theme+xml"/>
  <Override PartName="/ppt/theme/theme5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4.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5.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50.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51.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59.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60.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autoCompressPictures="0">
  <p:sldMasterIdLst>
    <p:sldMasterId id="2147483648" r:id="rId1"/>
    <p:sldMasterId id="2147483701" r:id="rId2"/>
    <p:sldMasterId id="2147483713" r:id="rId3"/>
    <p:sldMasterId id="2147483725" r:id="rId4"/>
    <p:sldMasterId id="2147483749" r:id="rId5"/>
    <p:sldMasterId id="2147483787" r:id="rId6"/>
    <p:sldMasterId id="2147483790" r:id="rId7"/>
    <p:sldMasterId id="2147483802" r:id="rId8"/>
    <p:sldMasterId id="2147483814" r:id="rId9"/>
    <p:sldMasterId id="2147483837" r:id="rId10"/>
    <p:sldMasterId id="2147483860" r:id="rId11"/>
    <p:sldMasterId id="2147483872" r:id="rId12"/>
    <p:sldMasterId id="2147483884" r:id="rId13"/>
    <p:sldMasterId id="2147483896" r:id="rId14"/>
    <p:sldMasterId id="2147483908" r:id="rId15"/>
    <p:sldMasterId id="2147483920" r:id="rId16"/>
    <p:sldMasterId id="2147483932" r:id="rId17"/>
    <p:sldMasterId id="2147483956" r:id="rId18"/>
    <p:sldMasterId id="2147483968" r:id="rId19"/>
    <p:sldMasterId id="2147483994" r:id="rId20"/>
    <p:sldMasterId id="2147484020" r:id="rId21"/>
    <p:sldMasterId id="2147484032" r:id="rId22"/>
    <p:sldMasterId id="2147484056" r:id="rId23"/>
    <p:sldMasterId id="2147484068" r:id="rId24"/>
    <p:sldMasterId id="2147484080" r:id="rId25"/>
    <p:sldMasterId id="2147484810" r:id="rId26"/>
    <p:sldMasterId id="2147484822" r:id="rId27"/>
    <p:sldMasterId id="2147484945" r:id="rId28"/>
    <p:sldMasterId id="2147484975" r:id="rId29"/>
    <p:sldMasterId id="2147485005" r:id="rId30"/>
    <p:sldMasterId id="2147485029" r:id="rId31"/>
    <p:sldMasterId id="2147485066" r:id="rId32"/>
    <p:sldMasterId id="2147485103" r:id="rId33"/>
    <p:sldMasterId id="2147485106" r:id="rId34"/>
    <p:sldMasterId id="2147485142" r:id="rId35"/>
    <p:sldMasterId id="2147485154" r:id="rId36"/>
    <p:sldMasterId id="2147485166" r:id="rId37"/>
    <p:sldMasterId id="2147485178" r:id="rId38"/>
    <p:sldMasterId id="2147485208" r:id="rId39"/>
    <p:sldMasterId id="2147485234" r:id="rId40"/>
    <p:sldMasterId id="2147485246" r:id="rId41"/>
    <p:sldMasterId id="2147485259" r:id="rId42"/>
    <p:sldMasterId id="2147485319" r:id="rId43"/>
    <p:sldMasterId id="2147485349" r:id="rId44"/>
    <p:sldMasterId id="2147485361" r:id="rId45"/>
    <p:sldMasterId id="2147485373" r:id="rId46"/>
    <p:sldMasterId id="2147485409" r:id="rId47"/>
    <p:sldMasterId id="2147485435" r:id="rId48"/>
    <p:sldMasterId id="2147485468" r:id="rId49"/>
    <p:sldMasterId id="2147485632" r:id="rId50"/>
    <p:sldMasterId id="2147485681" r:id="rId51"/>
    <p:sldMasterId id="2147485738" r:id="rId52"/>
  </p:sldMasterIdLst>
  <p:notesMasterIdLst>
    <p:notesMasterId r:id="rId256"/>
  </p:notesMasterIdLst>
  <p:handoutMasterIdLst>
    <p:handoutMasterId r:id="rId257"/>
  </p:handoutMasterIdLst>
  <p:sldIdLst>
    <p:sldId id="720" r:id="rId53"/>
    <p:sldId id="257" r:id="rId54"/>
    <p:sldId id="260" r:id="rId55"/>
    <p:sldId id="261" r:id="rId56"/>
    <p:sldId id="750" r:id="rId57"/>
    <p:sldId id="264" r:id="rId58"/>
    <p:sldId id="265" r:id="rId59"/>
    <p:sldId id="266" r:id="rId60"/>
    <p:sldId id="712" r:id="rId61"/>
    <p:sldId id="267" r:id="rId62"/>
    <p:sldId id="721" r:id="rId63"/>
    <p:sldId id="268" r:id="rId64"/>
    <p:sldId id="270" r:id="rId65"/>
    <p:sldId id="273" r:id="rId66"/>
    <p:sldId id="713" r:id="rId67"/>
    <p:sldId id="275" r:id="rId68"/>
    <p:sldId id="276" r:id="rId69"/>
    <p:sldId id="274" r:id="rId70"/>
    <p:sldId id="277" r:id="rId71"/>
    <p:sldId id="279" r:id="rId72"/>
    <p:sldId id="280" r:id="rId73"/>
    <p:sldId id="722" r:id="rId74"/>
    <p:sldId id="281" r:id="rId75"/>
    <p:sldId id="283" r:id="rId76"/>
    <p:sldId id="285" r:id="rId77"/>
    <p:sldId id="286" r:id="rId78"/>
    <p:sldId id="724" r:id="rId79"/>
    <p:sldId id="287" r:id="rId80"/>
    <p:sldId id="288" r:id="rId81"/>
    <p:sldId id="290" r:id="rId82"/>
    <p:sldId id="725" r:id="rId83"/>
    <p:sldId id="291" r:id="rId84"/>
    <p:sldId id="292" r:id="rId85"/>
    <p:sldId id="293" r:id="rId86"/>
    <p:sldId id="714" r:id="rId87"/>
    <p:sldId id="294" r:id="rId88"/>
    <p:sldId id="295" r:id="rId89"/>
    <p:sldId id="715" r:id="rId90"/>
    <p:sldId id="297" r:id="rId91"/>
    <p:sldId id="298" r:id="rId92"/>
    <p:sldId id="299" r:id="rId93"/>
    <p:sldId id="300" r:id="rId94"/>
    <p:sldId id="301" r:id="rId95"/>
    <p:sldId id="302" r:id="rId96"/>
    <p:sldId id="305" r:id="rId97"/>
    <p:sldId id="307" r:id="rId98"/>
    <p:sldId id="306" r:id="rId99"/>
    <p:sldId id="308" r:id="rId100"/>
    <p:sldId id="309" r:id="rId101"/>
    <p:sldId id="716" r:id="rId102"/>
    <p:sldId id="310" r:id="rId103"/>
    <p:sldId id="311" r:id="rId104"/>
    <p:sldId id="312" r:id="rId105"/>
    <p:sldId id="313" r:id="rId106"/>
    <p:sldId id="314" r:id="rId107"/>
    <p:sldId id="726" r:id="rId108"/>
    <p:sldId id="727" r:id="rId109"/>
    <p:sldId id="317" r:id="rId110"/>
    <p:sldId id="315" r:id="rId111"/>
    <p:sldId id="318" r:id="rId112"/>
    <p:sldId id="319" r:id="rId113"/>
    <p:sldId id="303" r:id="rId114"/>
    <p:sldId id="321" r:id="rId115"/>
    <p:sldId id="322" r:id="rId116"/>
    <p:sldId id="323" r:id="rId117"/>
    <p:sldId id="325" r:id="rId118"/>
    <p:sldId id="326" r:id="rId119"/>
    <p:sldId id="327" r:id="rId120"/>
    <p:sldId id="329" r:id="rId121"/>
    <p:sldId id="328" r:id="rId122"/>
    <p:sldId id="331" r:id="rId123"/>
    <p:sldId id="330" r:id="rId124"/>
    <p:sldId id="333" r:id="rId125"/>
    <p:sldId id="332" r:id="rId126"/>
    <p:sldId id="335" r:id="rId127"/>
    <p:sldId id="336" r:id="rId128"/>
    <p:sldId id="338" r:id="rId129"/>
    <p:sldId id="340" r:id="rId130"/>
    <p:sldId id="341" r:id="rId131"/>
    <p:sldId id="342" r:id="rId132"/>
    <p:sldId id="343" r:id="rId133"/>
    <p:sldId id="344" r:id="rId134"/>
    <p:sldId id="345" r:id="rId135"/>
    <p:sldId id="346" r:id="rId136"/>
    <p:sldId id="348" r:id="rId137"/>
    <p:sldId id="349" r:id="rId138"/>
    <p:sldId id="350" r:id="rId139"/>
    <p:sldId id="352" r:id="rId140"/>
    <p:sldId id="353" r:id="rId141"/>
    <p:sldId id="354" r:id="rId142"/>
    <p:sldId id="355" r:id="rId143"/>
    <p:sldId id="356" r:id="rId144"/>
    <p:sldId id="358" r:id="rId145"/>
    <p:sldId id="359" r:id="rId146"/>
    <p:sldId id="717" r:id="rId147"/>
    <p:sldId id="360" r:id="rId148"/>
    <p:sldId id="728" r:id="rId149"/>
    <p:sldId id="361" r:id="rId150"/>
    <p:sldId id="362" r:id="rId151"/>
    <p:sldId id="363" r:id="rId152"/>
    <p:sldId id="364" r:id="rId153"/>
    <p:sldId id="365" r:id="rId154"/>
    <p:sldId id="366" r:id="rId155"/>
    <p:sldId id="367" r:id="rId156"/>
    <p:sldId id="729" r:id="rId157"/>
    <p:sldId id="370" r:id="rId158"/>
    <p:sldId id="371" r:id="rId159"/>
    <p:sldId id="372" r:id="rId160"/>
    <p:sldId id="374" r:id="rId161"/>
    <p:sldId id="730" r:id="rId162"/>
    <p:sldId id="731" r:id="rId163"/>
    <p:sldId id="375" r:id="rId164"/>
    <p:sldId id="732" r:id="rId165"/>
    <p:sldId id="376" r:id="rId166"/>
    <p:sldId id="378" r:id="rId167"/>
    <p:sldId id="379" r:id="rId168"/>
    <p:sldId id="733" r:id="rId169"/>
    <p:sldId id="382" r:id="rId170"/>
    <p:sldId id="734" r:id="rId171"/>
    <p:sldId id="384" r:id="rId172"/>
    <p:sldId id="739" r:id="rId173"/>
    <p:sldId id="737" r:id="rId174"/>
    <p:sldId id="738" r:id="rId175"/>
    <p:sldId id="387" r:id="rId176"/>
    <p:sldId id="393" r:id="rId177"/>
    <p:sldId id="394" r:id="rId178"/>
    <p:sldId id="718" r:id="rId179"/>
    <p:sldId id="397" r:id="rId180"/>
    <p:sldId id="741" r:id="rId181"/>
    <p:sldId id="742" r:id="rId182"/>
    <p:sldId id="389" r:id="rId183"/>
    <p:sldId id="399" r:id="rId184"/>
    <p:sldId id="415" r:id="rId185"/>
    <p:sldId id="743" r:id="rId186"/>
    <p:sldId id="416" r:id="rId187"/>
    <p:sldId id="420" r:id="rId188"/>
    <p:sldId id="719" r:id="rId189"/>
    <p:sldId id="421" r:id="rId190"/>
    <p:sldId id="422" r:id="rId191"/>
    <p:sldId id="425" r:id="rId192"/>
    <p:sldId id="427" r:id="rId193"/>
    <p:sldId id="262" r:id="rId194"/>
    <p:sldId id="401" r:id="rId195"/>
    <p:sldId id="744" r:id="rId196"/>
    <p:sldId id="430" r:id="rId197"/>
    <p:sldId id="745" r:id="rId198"/>
    <p:sldId id="434" r:id="rId199"/>
    <p:sldId id="746" r:id="rId200"/>
    <p:sldId id="435" r:id="rId201"/>
    <p:sldId id="436" r:id="rId202"/>
    <p:sldId id="439" r:id="rId203"/>
    <p:sldId id="747" r:id="rId204"/>
    <p:sldId id="437" r:id="rId205"/>
    <p:sldId id="441" r:id="rId206"/>
    <p:sldId id="445" r:id="rId207"/>
    <p:sldId id="444" r:id="rId208"/>
    <p:sldId id="446" r:id="rId209"/>
    <p:sldId id="657" r:id="rId210"/>
    <p:sldId id="628" r:id="rId211"/>
    <p:sldId id="748" r:id="rId212"/>
    <p:sldId id="659" r:id="rId213"/>
    <p:sldId id="662" r:id="rId214"/>
    <p:sldId id="749" r:id="rId215"/>
    <p:sldId id="663" r:id="rId216"/>
    <p:sldId id="664" r:id="rId217"/>
    <p:sldId id="665" r:id="rId218"/>
    <p:sldId id="666" r:id="rId219"/>
    <p:sldId id="667" r:id="rId220"/>
    <p:sldId id="668" r:id="rId221"/>
    <p:sldId id="669" r:id="rId222"/>
    <p:sldId id="670" r:id="rId223"/>
    <p:sldId id="671" r:id="rId224"/>
    <p:sldId id="672" r:id="rId225"/>
    <p:sldId id="673" r:id="rId226"/>
    <p:sldId id="674" r:id="rId227"/>
    <p:sldId id="629" r:id="rId228"/>
    <p:sldId id="676" r:id="rId229"/>
    <p:sldId id="677" r:id="rId230"/>
    <p:sldId id="678" r:id="rId231"/>
    <p:sldId id="679" r:id="rId232"/>
    <p:sldId id="680" r:id="rId233"/>
    <p:sldId id="681" r:id="rId234"/>
    <p:sldId id="682" r:id="rId235"/>
    <p:sldId id="684" r:id="rId236"/>
    <p:sldId id="685" r:id="rId237"/>
    <p:sldId id="686" r:id="rId238"/>
    <p:sldId id="687" r:id="rId239"/>
    <p:sldId id="688" r:id="rId240"/>
    <p:sldId id="689" r:id="rId241"/>
    <p:sldId id="691" r:id="rId242"/>
    <p:sldId id="692" r:id="rId243"/>
    <p:sldId id="697" r:id="rId244"/>
    <p:sldId id="694" r:id="rId245"/>
    <p:sldId id="699" r:id="rId246"/>
    <p:sldId id="698" r:id="rId247"/>
    <p:sldId id="700" r:id="rId248"/>
    <p:sldId id="701" r:id="rId249"/>
    <p:sldId id="703" r:id="rId250"/>
    <p:sldId id="704" r:id="rId251"/>
    <p:sldId id="706" r:id="rId252"/>
    <p:sldId id="708" r:id="rId253"/>
    <p:sldId id="709" r:id="rId254"/>
    <p:sldId id="707" r:id="rId255"/>
  </p:sldIdLst>
  <p:sldSz cx="12192000" cy="6858000"/>
  <p:notesSz cx="6858000" cy="9144000"/>
  <p:defaultTextStyle>
    <a:defPPr>
      <a:defRPr lang="en-US"/>
    </a:defPPr>
    <a:lvl1pPr algn="l" rtl="0" fontAlgn="base">
      <a:spcBef>
        <a:spcPct val="0"/>
      </a:spcBef>
      <a:spcAft>
        <a:spcPct val="0"/>
      </a:spcAft>
      <a:defRPr kern="1200">
        <a:solidFill>
          <a:schemeClr val="tx1"/>
        </a:solidFill>
        <a:latin typeface="Calibri" pitchFamily="34" charset="0"/>
        <a:ea typeface="+mn-ea"/>
        <a:cs typeface="Arial" charset="0"/>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9233C"/>
    <a:srgbClr val="3392E2"/>
    <a:srgbClr val="3D618E"/>
    <a:srgbClr val="F4BD0C"/>
    <a:srgbClr val="36424E"/>
    <a:srgbClr val="4BB1A8"/>
    <a:srgbClr val="14507A"/>
    <a:srgbClr val="D8400A"/>
    <a:srgbClr val="A3BE24"/>
    <a:srgbClr val="FD860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82340" autoAdjust="0"/>
    <p:restoredTop sz="94648"/>
  </p:normalViewPr>
  <p:slideViewPr>
    <p:cSldViewPr snapToGrid="0" snapToObjects="1">
      <p:cViewPr>
        <p:scale>
          <a:sx n="100" d="100"/>
          <a:sy n="100" d="100"/>
        </p:scale>
        <p:origin x="688" y="344"/>
      </p:cViewPr>
      <p:guideLst>
        <p:guide orient="horz" pos="2160"/>
        <p:guide pos="3840"/>
      </p:guideLst>
    </p:cSldViewPr>
  </p:slideViewPr>
  <p:notesTextViewPr>
    <p:cViewPr>
      <p:scale>
        <a:sx n="1" d="1"/>
        <a:sy n="1" d="1"/>
      </p:scale>
      <p:origin x="0" y="0"/>
    </p:cViewPr>
  </p:notesTextViewPr>
  <p:notesViewPr>
    <p:cSldViewPr snapToGrid="0" snapToObjects="1">
      <p:cViewPr varScale="1">
        <p:scale>
          <a:sx n="85" d="100"/>
          <a:sy n="85" d="100"/>
        </p:scale>
        <p:origin x="2310" y="108"/>
      </p:cViewPr>
      <p:guideLst/>
    </p:cSldViewPr>
  </p:notesViewPr>
  <p:gridSpacing cx="72008" cy="72008"/>
</p:viewPr>
</file>

<file path=ppt/_rels/presentation.xml.rels><?xml version="1.0" encoding="UTF-8" standalone="yes"?>
<Relationships xmlns="http://schemas.openxmlformats.org/package/2006/relationships"><Relationship Id="rId106" Type="http://schemas.openxmlformats.org/officeDocument/2006/relationships/slide" Target="slides/slide54.xml"/><Relationship Id="rId107" Type="http://schemas.openxmlformats.org/officeDocument/2006/relationships/slide" Target="slides/slide55.xml"/><Relationship Id="rId108" Type="http://schemas.openxmlformats.org/officeDocument/2006/relationships/slide" Target="slides/slide56.xml"/><Relationship Id="rId109" Type="http://schemas.openxmlformats.org/officeDocument/2006/relationships/slide" Target="slides/slide57.xml"/><Relationship Id="rId70" Type="http://schemas.openxmlformats.org/officeDocument/2006/relationships/slide" Target="slides/slide18.xml"/><Relationship Id="rId71" Type="http://schemas.openxmlformats.org/officeDocument/2006/relationships/slide" Target="slides/slide19.xml"/><Relationship Id="rId72" Type="http://schemas.openxmlformats.org/officeDocument/2006/relationships/slide" Target="slides/slide20.xml"/><Relationship Id="rId73" Type="http://schemas.openxmlformats.org/officeDocument/2006/relationships/slide" Target="slides/slide21.xml"/><Relationship Id="rId74" Type="http://schemas.openxmlformats.org/officeDocument/2006/relationships/slide" Target="slides/slide22.xml"/><Relationship Id="rId75" Type="http://schemas.openxmlformats.org/officeDocument/2006/relationships/slide" Target="slides/slide23.xml"/><Relationship Id="rId76" Type="http://schemas.openxmlformats.org/officeDocument/2006/relationships/slide" Target="slides/slide24.xml"/><Relationship Id="rId77" Type="http://schemas.openxmlformats.org/officeDocument/2006/relationships/slide" Target="slides/slide25.xml"/><Relationship Id="rId78" Type="http://schemas.openxmlformats.org/officeDocument/2006/relationships/slide" Target="slides/slide26.xml"/><Relationship Id="rId79" Type="http://schemas.openxmlformats.org/officeDocument/2006/relationships/slide" Target="slides/slide27.xml"/><Relationship Id="rId170" Type="http://schemas.openxmlformats.org/officeDocument/2006/relationships/slide" Target="slides/slide118.xml"/><Relationship Id="rId171" Type="http://schemas.openxmlformats.org/officeDocument/2006/relationships/slide" Target="slides/slide119.xml"/><Relationship Id="rId172" Type="http://schemas.openxmlformats.org/officeDocument/2006/relationships/slide" Target="slides/slide120.xml"/><Relationship Id="rId173" Type="http://schemas.openxmlformats.org/officeDocument/2006/relationships/slide" Target="slides/slide121.xml"/><Relationship Id="rId174" Type="http://schemas.openxmlformats.org/officeDocument/2006/relationships/slide" Target="slides/slide122.xml"/><Relationship Id="rId175" Type="http://schemas.openxmlformats.org/officeDocument/2006/relationships/slide" Target="slides/slide123.xml"/><Relationship Id="rId176" Type="http://schemas.openxmlformats.org/officeDocument/2006/relationships/slide" Target="slides/slide124.xml"/><Relationship Id="rId177" Type="http://schemas.openxmlformats.org/officeDocument/2006/relationships/slide" Target="slides/slide125.xml"/><Relationship Id="rId178" Type="http://schemas.openxmlformats.org/officeDocument/2006/relationships/slide" Target="slides/slide126.xml"/><Relationship Id="rId179" Type="http://schemas.openxmlformats.org/officeDocument/2006/relationships/slide" Target="slides/slide127.xml"/><Relationship Id="rId260" Type="http://schemas.openxmlformats.org/officeDocument/2006/relationships/theme" Target="theme/theme1.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261" Type="http://schemas.openxmlformats.org/officeDocument/2006/relationships/tableStyles" Target="tableStyles.xml"/><Relationship Id="rId110" Type="http://schemas.openxmlformats.org/officeDocument/2006/relationships/slide" Target="slides/slide58.xml"/><Relationship Id="rId111" Type="http://schemas.openxmlformats.org/officeDocument/2006/relationships/slide" Target="slides/slide59.xml"/><Relationship Id="rId112" Type="http://schemas.openxmlformats.org/officeDocument/2006/relationships/slide" Target="slides/slide60.xml"/><Relationship Id="rId113" Type="http://schemas.openxmlformats.org/officeDocument/2006/relationships/slide" Target="slides/slide61.xml"/><Relationship Id="rId114" Type="http://schemas.openxmlformats.org/officeDocument/2006/relationships/slide" Target="slides/slide62.xml"/><Relationship Id="rId115" Type="http://schemas.openxmlformats.org/officeDocument/2006/relationships/slide" Target="slides/slide63.xml"/><Relationship Id="rId116" Type="http://schemas.openxmlformats.org/officeDocument/2006/relationships/slide" Target="slides/slide64.xml"/><Relationship Id="rId117" Type="http://schemas.openxmlformats.org/officeDocument/2006/relationships/slide" Target="slides/slide65.xml"/><Relationship Id="rId118" Type="http://schemas.openxmlformats.org/officeDocument/2006/relationships/slide" Target="slides/slide66.xml"/><Relationship Id="rId119" Type="http://schemas.openxmlformats.org/officeDocument/2006/relationships/slide" Target="slides/slide67.xml"/><Relationship Id="rId200" Type="http://schemas.openxmlformats.org/officeDocument/2006/relationships/slide" Target="slides/slide148.xml"/><Relationship Id="rId201" Type="http://schemas.openxmlformats.org/officeDocument/2006/relationships/slide" Target="slides/slide149.xml"/><Relationship Id="rId202" Type="http://schemas.openxmlformats.org/officeDocument/2006/relationships/slide" Target="slides/slide150.xml"/><Relationship Id="rId203" Type="http://schemas.openxmlformats.org/officeDocument/2006/relationships/slide" Target="slides/slide151.xml"/><Relationship Id="rId204" Type="http://schemas.openxmlformats.org/officeDocument/2006/relationships/slide" Target="slides/slide152.xml"/><Relationship Id="rId205" Type="http://schemas.openxmlformats.org/officeDocument/2006/relationships/slide" Target="slides/slide153.xml"/><Relationship Id="rId206" Type="http://schemas.openxmlformats.org/officeDocument/2006/relationships/slide" Target="slides/slide154.xml"/><Relationship Id="rId207" Type="http://schemas.openxmlformats.org/officeDocument/2006/relationships/slide" Target="slides/slide155.xml"/><Relationship Id="rId208" Type="http://schemas.openxmlformats.org/officeDocument/2006/relationships/slide" Target="slides/slide156.xml"/><Relationship Id="rId209" Type="http://schemas.openxmlformats.org/officeDocument/2006/relationships/slide" Target="slides/slide157.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80" Type="http://schemas.openxmlformats.org/officeDocument/2006/relationships/slide" Target="slides/slide28.xml"/><Relationship Id="rId81" Type="http://schemas.openxmlformats.org/officeDocument/2006/relationships/slide" Target="slides/slide29.xml"/><Relationship Id="rId82" Type="http://schemas.openxmlformats.org/officeDocument/2006/relationships/slide" Target="slides/slide30.xml"/><Relationship Id="rId83" Type="http://schemas.openxmlformats.org/officeDocument/2006/relationships/slide" Target="slides/slide31.xml"/><Relationship Id="rId84" Type="http://schemas.openxmlformats.org/officeDocument/2006/relationships/slide" Target="slides/slide32.xml"/><Relationship Id="rId85" Type="http://schemas.openxmlformats.org/officeDocument/2006/relationships/slide" Target="slides/slide33.xml"/><Relationship Id="rId86" Type="http://schemas.openxmlformats.org/officeDocument/2006/relationships/slide" Target="slides/slide34.xml"/><Relationship Id="rId87" Type="http://schemas.openxmlformats.org/officeDocument/2006/relationships/slide" Target="slides/slide35.xml"/><Relationship Id="rId88" Type="http://schemas.openxmlformats.org/officeDocument/2006/relationships/slide" Target="slides/slide36.xml"/><Relationship Id="rId89" Type="http://schemas.openxmlformats.org/officeDocument/2006/relationships/slide" Target="slides/slide37.xml"/><Relationship Id="rId180" Type="http://schemas.openxmlformats.org/officeDocument/2006/relationships/slide" Target="slides/slide128.xml"/><Relationship Id="rId181" Type="http://schemas.openxmlformats.org/officeDocument/2006/relationships/slide" Target="slides/slide129.xml"/><Relationship Id="rId182" Type="http://schemas.openxmlformats.org/officeDocument/2006/relationships/slide" Target="slides/slide130.xml"/><Relationship Id="rId183" Type="http://schemas.openxmlformats.org/officeDocument/2006/relationships/slide" Target="slides/slide131.xml"/><Relationship Id="rId184" Type="http://schemas.openxmlformats.org/officeDocument/2006/relationships/slide" Target="slides/slide132.xml"/><Relationship Id="rId185" Type="http://schemas.openxmlformats.org/officeDocument/2006/relationships/slide" Target="slides/slide133.xml"/><Relationship Id="rId186" Type="http://schemas.openxmlformats.org/officeDocument/2006/relationships/slide" Target="slides/slide134.xml"/><Relationship Id="rId187" Type="http://schemas.openxmlformats.org/officeDocument/2006/relationships/slide" Target="slides/slide135.xml"/><Relationship Id="rId188" Type="http://schemas.openxmlformats.org/officeDocument/2006/relationships/slide" Target="slides/slide136.xml"/><Relationship Id="rId189" Type="http://schemas.openxmlformats.org/officeDocument/2006/relationships/slide" Target="slides/slide137.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20" Type="http://schemas.openxmlformats.org/officeDocument/2006/relationships/slide" Target="slides/slide68.xml"/><Relationship Id="rId121" Type="http://schemas.openxmlformats.org/officeDocument/2006/relationships/slide" Target="slides/slide69.xml"/><Relationship Id="rId122" Type="http://schemas.openxmlformats.org/officeDocument/2006/relationships/slide" Target="slides/slide70.xml"/><Relationship Id="rId123" Type="http://schemas.openxmlformats.org/officeDocument/2006/relationships/slide" Target="slides/slide71.xml"/><Relationship Id="rId124" Type="http://schemas.openxmlformats.org/officeDocument/2006/relationships/slide" Target="slides/slide72.xml"/><Relationship Id="rId125" Type="http://schemas.openxmlformats.org/officeDocument/2006/relationships/slide" Target="slides/slide73.xml"/><Relationship Id="rId126" Type="http://schemas.openxmlformats.org/officeDocument/2006/relationships/slide" Target="slides/slide74.xml"/><Relationship Id="rId127" Type="http://schemas.openxmlformats.org/officeDocument/2006/relationships/slide" Target="slides/slide75.xml"/><Relationship Id="rId128" Type="http://schemas.openxmlformats.org/officeDocument/2006/relationships/slide" Target="slides/slide76.xml"/><Relationship Id="rId129" Type="http://schemas.openxmlformats.org/officeDocument/2006/relationships/slide" Target="slides/slide77.xml"/><Relationship Id="rId210" Type="http://schemas.openxmlformats.org/officeDocument/2006/relationships/slide" Target="slides/slide158.xml"/><Relationship Id="rId211" Type="http://schemas.openxmlformats.org/officeDocument/2006/relationships/slide" Target="slides/slide159.xml"/><Relationship Id="rId212" Type="http://schemas.openxmlformats.org/officeDocument/2006/relationships/slide" Target="slides/slide160.xml"/><Relationship Id="rId213" Type="http://schemas.openxmlformats.org/officeDocument/2006/relationships/slide" Target="slides/slide161.xml"/><Relationship Id="rId214" Type="http://schemas.openxmlformats.org/officeDocument/2006/relationships/slide" Target="slides/slide162.xml"/><Relationship Id="rId215" Type="http://schemas.openxmlformats.org/officeDocument/2006/relationships/slide" Target="slides/slide163.xml"/><Relationship Id="rId216" Type="http://schemas.openxmlformats.org/officeDocument/2006/relationships/slide" Target="slides/slide164.xml"/><Relationship Id="rId217" Type="http://schemas.openxmlformats.org/officeDocument/2006/relationships/slide" Target="slides/slide165.xml"/><Relationship Id="rId218" Type="http://schemas.openxmlformats.org/officeDocument/2006/relationships/slide" Target="slides/slide166.xml"/><Relationship Id="rId219" Type="http://schemas.openxmlformats.org/officeDocument/2006/relationships/slide" Target="slides/slide167.xml"/><Relationship Id="rId90" Type="http://schemas.openxmlformats.org/officeDocument/2006/relationships/slide" Target="slides/slide38.xml"/><Relationship Id="rId91" Type="http://schemas.openxmlformats.org/officeDocument/2006/relationships/slide" Target="slides/slide39.xml"/><Relationship Id="rId92" Type="http://schemas.openxmlformats.org/officeDocument/2006/relationships/slide" Target="slides/slide40.xml"/><Relationship Id="rId93" Type="http://schemas.openxmlformats.org/officeDocument/2006/relationships/slide" Target="slides/slide41.xml"/><Relationship Id="rId94" Type="http://schemas.openxmlformats.org/officeDocument/2006/relationships/slide" Target="slides/slide42.xml"/><Relationship Id="rId95" Type="http://schemas.openxmlformats.org/officeDocument/2006/relationships/slide" Target="slides/slide43.xml"/><Relationship Id="rId96" Type="http://schemas.openxmlformats.org/officeDocument/2006/relationships/slide" Target="slides/slide44.xml"/><Relationship Id="rId97" Type="http://schemas.openxmlformats.org/officeDocument/2006/relationships/slide" Target="slides/slide45.xml"/><Relationship Id="rId98" Type="http://schemas.openxmlformats.org/officeDocument/2006/relationships/slide" Target="slides/slide46.xml"/><Relationship Id="rId99" Type="http://schemas.openxmlformats.org/officeDocument/2006/relationships/slide" Target="slides/slide47.xml"/><Relationship Id="rId190" Type="http://schemas.openxmlformats.org/officeDocument/2006/relationships/slide" Target="slides/slide138.xml"/><Relationship Id="rId191" Type="http://schemas.openxmlformats.org/officeDocument/2006/relationships/slide" Target="slides/slide139.xml"/><Relationship Id="rId192" Type="http://schemas.openxmlformats.org/officeDocument/2006/relationships/slide" Target="slides/slide140.xml"/><Relationship Id="rId193" Type="http://schemas.openxmlformats.org/officeDocument/2006/relationships/slide" Target="slides/slide141.xml"/><Relationship Id="rId194" Type="http://schemas.openxmlformats.org/officeDocument/2006/relationships/slide" Target="slides/slide142.xml"/><Relationship Id="rId195" Type="http://schemas.openxmlformats.org/officeDocument/2006/relationships/slide" Target="slides/slide143.xml"/><Relationship Id="rId196" Type="http://schemas.openxmlformats.org/officeDocument/2006/relationships/slide" Target="slides/slide144.xml"/><Relationship Id="rId197" Type="http://schemas.openxmlformats.org/officeDocument/2006/relationships/slide" Target="slides/slide145.xml"/><Relationship Id="rId198" Type="http://schemas.openxmlformats.org/officeDocument/2006/relationships/slide" Target="slides/slide146.xml"/><Relationship Id="rId199" Type="http://schemas.openxmlformats.org/officeDocument/2006/relationships/slide" Target="slides/slide147.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130" Type="http://schemas.openxmlformats.org/officeDocument/2006/relationships/slide" Target="slides/slide78.xml"/><Relationship Id="rId131" Type="http://schemas.openxmlformats.org/officeDocument/2006/relationships/slide" Target="slides/slide79.xml"/><Relationship Id="rId132" Type="http://schemas.openxmlformats.org/officeDocument/2006/relationships/slide" Target="slides/slide80.xml"/><Relationship Id="rId133" Type="http://schemas.openxmlformats.org/officeDocument/2006/relationships/slide" Target="slides/slide81.xml"/><Relationship Id="rId220" Type="http://schemas.openxmlformats.org/officeDocument/2006/relationships/slide" Target="slides/slide168.xml"/><Relationship Id="rId221" Type="http://schemas.openxmlformats.org/officeDocument/2006/relationships/slide" Target="slides/slide169.xml"/><Relationship Id="rId222" Type="http://schemas.openxmlformats.org/officeDocument/2006/relationships/slide" Target="slides/slide170.xml"/><Relationship Id="rId223" Type="http://schemas.openxmlformats.org/officeDocument/2006/relationships/slide" Target="slides/slide171.xml"/><Relationship Id="rId224" Type="http://schemas.openxmlformats.org/officeDocument/2006/relationships/slide" Target="slides/slide172.xml"/><Relationship Id="rId225" Type="http://schemas.openxmlformats.org/officeDocument/2006/relationships/slide" Target="slides/slide173.xml"/><Relationship Id="rId226" Type="http://schemas.openxmlformats.org/officeDocument/2006/relationships/slide" Target="slides/slide174.xml"/><Relationship Id="rId227" Type="http://schemas.openxmlformats.org/officeDocument/2006/relationships/slide" Target="slides/slide175.xml"/><Relationship Id="rId228" Type="http://schemas.openxmlformats.org/officeDocument/2006/relationships/slide" Target="slides/slide176.xml"/><Relationship Id="rId229" Type="http://schemas.openxmlformats.org/officeDocument/2006/relationships/slide" Target="slides/slide177.xml"/><Relationship Id="rId134" Type="http://schemas.openxmlformats.org/officeDocument/2006/relationships/slide" Target="slides/slide82.xml"/><Relationship Id="rId135" Type="http://schemas.openxmlformats.org/officeDocument/2006/relationships/slide" Target="slides/slide83.xml"/><Relationship Id="rId136" Type="http://schemas.openxmlformats.org/officeDocument/2006/relationships/slide" Target="slides/slide84.xml"/><Relationship Id="rId137" Type="http://schemas.openxmlformats.org/officeDocument/2006/relationships/slide" Target="slides/slide85.xml"/><Relationship Id="rId138" Type="http://schemas.openxmlformats.org/officeDocument/2006/relationships/slide" Target="slides/slide86.xml"/><Relationship Id="rId139" Type="http://schemas.openxmlformats.org/officeDocument/2006/relationships/slide" Target="slides/slide87.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140" Type="http://schemas.openxmlformats.org/officeDocument/2006/relationships/slide" Target="slides/slide88.xml"/><Relationship Id="rId141" Type="http://schemas.openxmlformats.org/officeDocument/2006/relationships/slide" Target="slides/slide89.xml"/><Relationship Id="rId142" Type="http://schemas.openxmlformats.org/officeDocument/2006/relationships/slide" Target="slides/slide90.xml"/><Relationship Id="rId143" Type="http://schemas.openxmlformats.org/officeDocument/2006/relationships/slide" Target="slides/slide91.xml"/><Relationship Id="rId144" Type="http://schemas.openxmlformats.org/officeDocument/2006/relationships/slide" Target="slides/slide92.xml"/><Relationship Id="rId145" Type="http://schemas.openxmlformats.org/officeDocument/2006/relationships/slide" Target="slides/slide93.xml"/><Relationship Id="rId146" Type="http://schemas.openxmlformats.org/officeDocument/2006/relationships/slide" Target="slides/slide94.xml"/><Relationship Id="rId147" Type="http://schemas.openxmlformats.org/officeDocument/2006/relationships/slide" Target="slides/slide95.xml"/><Relationship Id="rId148" Type="http://schemas.openxmlformats.org/officeDocument/2006/relationships/slide" Target="slides/slide96.xml"/><Relationship Id="rId149" Type="http://schemas.openxmlformats.org/officeDocument/2006/relationships/slide" Target="slides/slide97.xml"/><Relationship Id="rId230" Type="http://schemas.openxmlformats.org/officeDocument/2006/relationships/slide" Target="slides/slide178.xml"/><Relationship Id="rId231" Type="http://schemas.openxmlformats.org/officeDocument/2006/relationships/slide" Target="slides/slide179.xml"/><Relationship Id="rId232" Type="http://schemas.openxmlformats.org/officeDocument/2006/relationships/slide" Target="slides/slide180.xml"/><Relationship Id="rId233" Type="http://schemas.openxmlformats.org/officeDocument/2006/relationships/slide" Target="slides/slide181.xml"/><Relationship Id="rId234" Type="http://schemas.openxmlformats.org/officeDocument/2006/relationships/slide" Target="slides/slide182.xml"/><Relationship Id="rId235" Type="http://schemas.openxmlformats.org/officeDocument/2006/relationships/slide" Target="slides/slide183.xml"/><Relationship Id="rId236" Type="http://schemas.openxmlformats.org/officeDocument/2006/relationships/slide" Target="slides/slide184.xml"/><Relationship Id="rId237" Type="http://schemas.openxmlformats.org/officeDocument/2006/relationships/slide" Target="slides/slide185.xml"/><Relationship Id="rId238" Type="http://schemas.openxmlformats.org/officeDocument/2006/relationships/slide" Target="slides/slide186.xml"/><Relationship Id="rId239" Type="http://schemas.openxmlformats.org/officeDocument/2006/relationships/slide" Target="slides/slide187.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 Target="slides/slide1.xml"/><Relationship Id="rId54" Type="http://schemas.openxmlformats.org/officeDocument/2006/relationships/slide" Target="slides/slide2.xml"/><Relationship Id="rId55" Type="http://schemas.openxmlformats.org/officeDocument/2006/relationships/slide" Target="slides/slide3.xml"/><Relationship Id="rId56" Type="http://schemas.openxmlformats.org/officeDocument/2006/relationships/slide" Target="slides/slide4.xml"/><Relationship Id="rId57" Type="http://schemas.openxmlformats.org/officeDocument/2006/relationships/slide" Target="slides/slide5.xml"/><Relationship Id="rId58" Type="http://schemas.openxmlformats.org/officeDocument/2006/relationships/slide" Target="slides/slide6.xml"/><Relationship Id="rId59" Type="http://schemas.openxmlformats.org/officeDocument/2006/relationships/slide" Target="slides/slide7.xml"/><Relationship Id="rId150" Type="http://schemas.openxmlformats.org/officeDocument/2006/relationships/slide" Target="slides/slide98.xml"/><Relationship Id="rId151" Type="http://schemas.openxmlformats.org/officeDocument/2006/relationships/slide" Target="slides/slide99.xml"/><Relationship Id="rId152" Type="http://schemas.openxmlformats.org/officeDocument/2006/relationships/slide" Target="slides/slide100.xml"/><Relationship Id="rId153" Type="http://schemas.openxmlformats.org/officeDocument/2006/relationships/slide" Target="slides/slide101.xml"/><Relationship Id="rId154" Type="http://schemas.openxmlformats.org/officeDocument/2006/relationships/slide" Target="slides/slide102.xml"/><Relationship Id="rId155" Type="http://schemas.openxmlformats.org/officeDocument/2006/relationships/slide" Target="slides/slide103.xml"/><Relationship Id="rId156" Type="http://schemas.openxmlformats.org/officeDocument/2006/relationships/slide" Target="slides/slide104.xml"/><Relationship Id="rId157" Type="http://schemas.openxmlformats.org/officeDocument/2006/relationships/slide" Target="slides/slide105.xml"/><Relationship Id="rId158" Type="http://schemas.openxmlformats.org/officeDocument/2006/relationships/slide" Target="slides/slide106.xml"/><Relationship Id="rId159" Type="http://schemas.openxmlformats.org/officeDocument/2006/relationships/slide" Target="slides/slide107.xml"/><Relationship Id="rId240" Type="http://schemas.openxmlformats.org/officeDocument/2006/relationships/slide" Target="slides/slide188.xml"/><Relationship Id="rId241" Type="http://schemas.openxmlformats.org/officeDocument/2006/relationships/slide" Target="slides/slide189.xml"/><Relationship Id="rId242" Type="http://schemas.openxmlformats.org/officeDocument/2006/relationships/slide" Target="slides/slide190.xml"/><Relationship Id="rId243" Type="http://schemas.openxmlformats.org/officeDocument/2006/relationships/slide" Target="slides/slide191.xml"/><Relationship Id="rId244" Type="http://schemas.openxmlformats.org/officeDocument/2006/relationships/slide" Target="slides/slide192.xml"/><Relationship Id="rId245" Type="http://schemas.openxmlformats.org/officeDocument/2006/relationships/slide" Target="slides/slide193.xml"/><Relationship Id="rId246" Type="http://schemas.openxmlformats.org/officeDocument/2006/relationships/slide" Target="slides/slide194.xml"/><Relationship Id="rId247" Type="http://schemas.openxmlformats.org/officeDocument/2006/relationships/slide" Target="slides/slide195.xml"/><Relationship Id="rId248" Type="http://schemas.openxmlformats.org/officeDocument/2006/relationships/slide" Target="slides/slide196.xml"/><Relationship Id="rId249" Type="http://schemas.openxmlformats.org/officeDocument/2006/relationships/slide" Target="slides/slide197.xml"/><Relationship Id="rId60" Type="http://schemas.openxmlformats.org/officeDocument/2006/relationships/slide" Target="slides/slide8.xml"/><Relationship Id="rId61" Type="http://schemas.openxmlformats.org/officeDocument/2006/relationships/slide" Target="slides/slide9.xml"/><Relationship Id="rId62" Type="http://schemas.openxmlformats.org/officeDocument/2006/relationships/slide" Target="slides/slide10.xml"/><Relationship Id="rId63" Type="http://schemas.openxmlformats.org/officeDocument/2006/relationships/slide" Target="slides/slide11.xml"/><Relationship Id="rId64" Type="http://schemas.openxmlformats.org/officeDocument/2006/relationships/slide" Target="slides/slide12.xml"/><Relationship Id="rId65" Type="http://schemas.openxmlformats.org/officeDocument/2006/relationships/slide" Target="slides/slide13.xml"/><Relationship Id="rId66" Type="http://schemas.openxmlformats.org/officeDocument/2006/relationships/slide" Target="slides/slide14.xml"/><Relationship Id="rId67" Type="http://schemas.openxmlformats.org/officeDocument/2006/relationships/slide" Target="slides/slide15.xml"/><Relationship Id="rId68" Type="http://schemas.openxmlformats.org/officeDocument/2006/relationships/slide" Target="slides/slide16.xml"/><Relationship Id="rId69" Type="http://schemas.openxmlformats.org/officeDocument/2006/relationships/slide" Target="slides/slide17.xml"/><Relationship Id="rId160" Type="http://schemas.openxmlformats.org/officeDocument/2006/relationships/slide" Target="slides/slide108.xml"/><Relationship Id="rId161" Type="http://schemas.openxmlformats.org/officeDocument/2006/relationships/slide" Target="slides/slide109.xml"/><Relationship Id="rId162" Type="http://schemas.openxmlformats.org/officeDocument/2006/relationships/slide" Target="slides/slide110.xml"/><Relationship Id="rId163" Type="http://schemas.openxmlformats.org/officeDocument/2006/relationships/slide" Target="slides/slide111.xml"/><Relationship Id="rId164" Type="http://schemas.openxmlformats.org/officeDocument/2006/relationships/slide" Target="slides/slide112.xml"/><Relationship Id="rId165" Type="http://schemas.openxmlformats.org/officeDocument/2006/relationships/slide" Target="slides/slide113.xml"/><Relationship Id="rId166" Type="http://schemas.openxmlformats.org/officeDocument/2006/relationships/slide" Target="slides/slide114.xml"/><Relationship Id="rId167" Type="http://schemas.openxmlformats.org/officeDocument/2006/relationships/slide" Target="slides/slide115.xml"/><Relationship Id="rId168" Type="http://schemas.openxmlformats.org/officeDocument/2006/relationships/slide" Target="slides/slide116.xml"/><Relationship Id="rId169" Type="http://schemas.openxmlformats.org/officeDocument/2006/relationships/slide" Target="slides/slide117.xml"/><Relationship Id="rId250" Type="http://schemas.openxmlformats.org/officeDocument/2006/relationships/slide" Target="slides/slide198.xml"/><Relationship Id="rId251" Type="http://schemas.openxmlformats.org/officeDocument/2006/relationships/slide" Target="slides/slide199.xml"/><Relationship Id="rId252" Type="http://schemas.openxmlformats.org/officeDocument/2006/relationships/slide" Target="slides/slide200.xml"/><Relationship Id="rId253" Type="http://schemas.openxmlformats.org/officeDocument/2006/relationships/slide" Target="slides/slide201.xml"/><Relationship Id="rId254" Type="http://schemas.openxmlformats.org/officeDocument/2006/relationships/slide" Target="slides/slide202.xml"/><Relationship Id="rId255" Type="http://schemas.openxmlformats.org/officeDocument/2006/relationships/slide" Target="slides/slide203.xml"/><Relationship Id="rId256" Type="http://schemas.openxmlformats.org/officeDocument/2006/relationships/notesMaster" Target="notesMasters/notesMaster1.xml"/><Relationship Id="rId257" Type="http://schemas.openxmlformats.org/officeDocument/2006/relationships/handoutMaster" Target="handoutMasters/handoutMaster1.xml"/><Relationship Id="rId258" Type="http://schemas.openxmlformats.org/officeDocument/2006/relationships/presProps" Target="presProps.xml"/><Relationship Id="rId259" Type="http://schemas.openxmlformats.org/officeDocument/2006/relationships/viewProps" Target="viewProps.xml"/><Relationship Id="rId100" Type="http://schemas.openxmlformats.org/officeDocument/2006/relationships/slide" Target="slides/slide48.xml"/><Relationship Id="rId101" Type="http://schemas.openxmlformats.org/officeDocument/2006/relationships/slide" Target="slides/slide49.xml"/><Relationship Id="rId102" Type="http://schemas.openxmlformats.org/officeDocument/2006/relationships/slide" Target="slides/slide50.xml"/><Relationship Id="rId103" Type="http://schemas.openxmlformats.org/officeDocument/2006/relationships/slide" Target="slides/slide51.xml"/><Relationship Id="rId104" Type="http://schemas.openxmlformats.org/officeDocument/2006/relationships/slide" Target="slides/slide52.xml"/><Relationship Id="rId105" Type="http://schemas.openxmlformats.org/officeDocument/2006/relationships/slide" Target="slides/slide53.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Worksheet4.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2"/>
          <c:dPt>
            <c:idx val="0"/>
            <c:bubble3D val="0"/>
            <c:spPr>
              <a:solidFill>
                <a:srgbClr val="70AD47"/>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55.0</c:v>
                </c:pt>
                <c:pt idx="1">
                  <c:v>45.0</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7030A0"/>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45.0</c:v>
                </c:pt>
                <c:pt idx="1">
                  <c:v>55.0</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0000"/>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75.0</c:v>
                </c:pt>
                <c:pt idx="1">
                  <c:v>25.0</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60.0</c:v>
                </c:pt>
                <c:pt idx="1">
                  <c:v>40.0</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en-US"/>
    </a:p>
  </c:txPr>
  <c:externalData r:id="rId2">
    <c:autoUpdate val="0"/>
  </c:externalData>
</c:chartSpace>
</file>

<file path=ppt/diagrams/colors1.xml><?xml version="1.0" encoding="utf-8"?>
<dgm:colorsDef xmlns:dgm="http://schemas.openxmlformats.org/drawingml/2006/diagram" xmlns:a="http://schemas.openxmlformats.org/drawingml/2006/main" uniqueId="urn:microsoft.com/office/officeart/2005/8/colors/colorful1#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BB6AAD5-BB22-443A-B98E-11707CBE16C9}" type="doc">
      <dgm:prSet loTypeId="urn:microsoft.com/office/officeart/2009/3/layout/RandomtoResultProcess" loCatId="process" qsTypeId="urn:microsoft.com/office/officeart/2005/8/quickstyle/simple1#1" qsCatId="simple" csTypeId="urn:microsoft.com/office/officeart/2005/8/colors/colorful1#12" csCatId="colorful" phldr="1"/>
      <dgm:spPr/>
      <dgm:t>
        <a:bodyPr/>
        <a:lstStyle/>
        <a:p>
          <a:endParaRPr lang="en-US"/>
        </a:p>
      </dgm:t>
    </dgm:pt>
    <dgm:pt modelId="{62F3A35F-EA2B-462C-89DA-224952DBD84B}">
      <dgm:prSet phldrT="[Text]" custT="1"/>
      <dgm:spPr>
        <a:ln>
          <a:noFill/>
        </a:ln>
      </dgm:spPr>
      <dgm:t>
        <a:bodyPr/>
        <a:lstStyle/>
        <a:p>
          <a:r>
            <a:rPr lang="ar-SA" sz="3200" b="1" dirty="0" smtClean="0"/>
            <a:t>الجانب النظري </a:t>
          </a:r>
          <a:endParaRPr lang="en-US" sz="3200" b="1" dirty="0">
            <a:solidFill>
              <a:schemeClr val="tx1"/>
            </a:solidFill>
          </a:endParaRPr>
        </a:p>
      </dgm:t>
    </dgm:pt>
    <dgm:pt modelId="{68C8E73F-A05A-4DC8-914A-C484D8568F55}" type="parTrans" cxnId="{78D5CF50-3633-4A11-9FE0-D306D94A091D}">
      <dgm:prSet/>
      <dgm:spPr/>
      <dgm:t>
        <a:bodyPr/>
        <a:lstStyle/>
        <a:p>
          <a:endParaRPr lang="en-US"/>
        </a:p>
      </dgm:t>
    </dgm:pt>
    <dgm:pt modelId="{12A631F8-73E8-4437-A632-1DA4C96C2081}" type="sibTrans" cxnId="{78D5CF50-3633-4A11-9FE0-D306D94A091D}">
      <dgm:prSet/>
      <dgm:spPr>
        <a:ln>
          <a:noFill/>
        </a:ln>
      </dgm:spPr>
      <dgm:t>
        <a:bodyPr/>
        <a:lstStyle/>
        <a:p>
          <a:endParaRPr lang="en-US"/>
        </a:p>
      </dgm:t>
    </dgm:pt>
    <dgm:pt modelId="{37FDA6AE-027B-4120-90CE-09301A415796}">
      <dgm:prSet phldrT="[Text]" custT="1"/>
      <dgm:spPr>
        <a:ln>
          <a:noFill/>
        </a:ln>
      </dgm:spPr>
      <dgm:t>
        <a:bodyPr/>
        <a:lstStyle/>
        <a:p>
          <a:r>
            <a:rPr lang="ar-SA" sz="3200" b="1" dirty="0" smtClean="0"/>
            <a:t>الجانب العملي</a:t>
          </a:r>
          <a:endParaRPr lang="en-US" sz="3200" b="1" dirty="0">
            <a:solidFill>
              <a:schemeClr val="tx1"/>
            </a:solidFill>
          </a:endParaRPr>
        </a:p>
      </dgm:t>
    </dgm:pt>
    <dgm:pt modelId="{F547554B-51EF-4D52-BD83-B530786A53F6}" type="parTrans" cxnId="{97371629-EAFB-49C5-8D4C-1C2CC8EF98DA}">
      <dgm:prSet/>
      <dgm:spPr/>
      <dgm:t>
        <a:bodyPr/>
        <a:lstStyle/>
        <a:p>
          <a:endParaRPr lang="en-US"/>
        </a:p>
      </dgm:t>
    </dgm:pt>
    <dgm:pt modelId="{AACFA7FC-124D-47F0-AAB7-D837F03A13D6}" type="sibTrans" cxnId="{97371629-EAFB-49C5-8D4C-1C2CC8EF98DA}">
      <dgm:prSet/>
      <dgm:spPr>
        <a:ln>
          <a:noFill/>
        </a:ln>
      </dgm:spPr>
      <dgm:t>
        <a:bodyPr/>
        <a:lstStyle/>
        <a:p>
          <a:endParaRPr lang="en-US"/>
        </a:p>
      </dgm:t>
    </dgm:pt>
    <dgm:pt modelId="{8C92A023-B595-4B7E-9FD1-86305B47363F}">
      <dgm:prSet phldrT="[Text]" custT="1"/>
      <dgm:spPr>
        <a:solidFill>
          <a:srgbClr val="FF0000"/>
        </a:solidFill>
        <a:ln>
          <a:noFill/>
        </a:ln>
      </dgm:spPr>
      <dgm:t>
        <a:bodyPr/>
        <a:lstStyle/>
        <a:p>
          <a:r>
            <a:rPr lang="ar-SA" sz="3600" b="1" u="sng" dirty="0" smtClean="0"/>
            <a:t>التعلم</a:t>
          </a:r>
          <a:endParaRPr lang="en-US" sz="3600" b="1" u="sng" dirty="0"/>
        </a:p>
      </dgm:t>
    </dgm:pt>
    <dgm:pt modelId="{126030B6-AD92-4139-8AC7-ED96A61FFA13}" type="parTrans" cxnId="{6393EA77-6C35-4795-B9F8-BC384CEB01BB}">
      <dgm:prSet/>
      <dgm:spPr/>
      <dgm:t>
        <a:bodyPr/>
        <a:lstStyle/>
        <a:p>
          <a:endParaRPr lang="en-US"/>
        </a:p>
      </dgm:t>
    </dgm:pt>
    <dgm:pt modelId="{45610BF7-B096-4636-A867-71803911F6BC}" type="sibTrans" cxnId="{6393EA77-6C35-4795-B9F8-BC384CEB01BB}">
      <dgm:prSet/>
      <dgm:spPr>
        <a:ln>
          <a:noFill/>
        </a:ln>
      </dgm:spPr>
      <dgm:t>
        <a:bodyPr/>
        <a:lstStyle/>
        <a:p>
          <a:endParaRPr lang="en-US"/>
        </a:p>
      </dgm:t>
    </dgm:pt>
    <dgm:pt modelId="{49417DCD-9717-4962-8221-45CEFE5E3B38}" type="pres">
      <dgm:prSet presAssocID="{ABB6AAD5-BB22-443A-B98E-11707CBE16C9}" presName="Name0" presStyleCnt="0">
        <dgm:presLayoutVars>
          <dgm:dir/>
          <dgm:animOne val="branch"/>
          <dgm:animLvl val="lvl"/>
        </dgm:presLayoutVars>
      </dgm:prSet>
      <dgm:spPr/>
      <dgm:t>
        <a:bodyPr/>
        <a:lstStyle/>
        <a:p>
          <a:endParaRPr lang="en-US"/>
        </a:p>
      </dgm:t>
    </dgm:pt>
    <dgm:pt modelId="{E3264D2C-01CD-46FE-9390-E04B78C088AF}" type="pres">
      <dgm:prSet presAssocID="{62F3A35F-EA2B-462C-89DA-224952DBD84B}" presName="chaos" presStyleCnt="0"/>
      <dgm:spPr/>
    </dgm:pt>
    <dgm:pt modelId="{A90A0BFC-07A7-4DDD-8427-0CA01EE69FD7}" type="pres">
      <dgm:prSet presAssocID="{62F3A35F-EA2B-462C-89DA-224952DBD84B}" presName="parTx1" presStyleLbl="revTx" presStyleIdx="0" presStyleCnt="2"/>
      <dgm:spPr/>
      <dgm:t>
        <a:bodyPr/>
        <a:lstStyle/>
        <a:p>
          <a:endParaRPr lang="en-US"/>
        </a:p>
      </dgm:t>
    </dgm:pt>
    <dgm:pt modelId="{7425EFB1-85FD-43BD-9E0C-5EB503D12F2B}" type="pres">
      <dgm:prSet presAssocID="{62F3A35F-EA2B-462C-89DA-224952DBD84B}" presName="c1" presStyleLbl="node1" presStyleIdx="0" presStyleCnt="19"/>
      <dgm:spPr>
        <a:solidFill>
          <a:schemeClr val="accent4"/>
        </a:solidFill>
        <a:ln>
          <a:noFill/>
        </a:ln>
      </dgm:spPr>
      <dgm:t>
        <a:bodyPr/>
        <a:lstStyle/>
        <a:p>
          <a:endParaRPr lang="id-ID"/>
        </a:p>
      </dgm:t>
    </dgm:pt>
    <dgm:pt modelId="{73069CC5-AC2A-4E40-80C3-B6257E28E1D3}" type="pres">
      <dgm:prSet presAssocID="{62F3A35F-EA2B-462C-89DA-224952DBD84B}" presName="c2" presStyleLbl="node1" presStyleIdx="1" presStyleCnt="19"/>
      <dgm:spPr>
        <a:ln>
          <a:noFill/>
        </a:ln>
      </dgm:spPr>
    </dgm:pt>
    <dgm:pt modelId="{6545506E-F82F-40D0-B269-A33A56AD6FAD}" type="pres">
      <dgm:prSet presAssocID="{62F3A35F-EA2B-462C-89DA-224952DBD84B}" presName="c3" presStyleLbl="node1" presStyleIdx="2" presStyleCnt="19"/>
      <dgm:spPr>
        <a:solidFill>
          <a:schemeClr val="accent2">
            <a:lumMod val="60000"/>
            <a:lumOff val="40000"/>
          </a:schemeClr>
        </a:solidFill>
        <a:ln>
          <a:noFill/>
        </a:ln>
      </dgm:spPr>
      <dgm:t>
        <a:bodyPr/>
        <a:lstStyle/>
        <a:p>
          <a:endParaRPr lang="id-ID"/>
        </a:p>
      </dgm:t>
    </dgm:pt>
    <dgm:pt modelId="{977EB5CB-7F94-462A-B74B-D681CCDAFE96}" type="pres">
      <dgm:prSet presAssocID="{62F3A35F-EA2B-462C-89DA-224952DBD84B}" presName="c4" presStyleLbl="node1" presStyleIdx="3" presStyleCnt="19"/>
      <dgm:spPr>
        <a:solidFill>
          <a:srgbClr val="7030A0"/>
        </a:solidFill>
        <a:ln>
          <a:noFill/>
        </a:ln>
      </dgm:spPr>
      <dgm:t>
        <a:bodyPr/>
        <a:lstStyle/>
        <a:p>
          <a:endParaRPr lang="id-ID"/>
        </a:p>
      </dgm:t>
    </dgm:pt>
    <dgm:pt modelId="{94D41D45-881E-45E0-815F-B3D1F42ABA6A}" type="pres">
      <dgm:prSet presAssocID="{62F3A35F-EA2B-462C-89DA-224952DBD84B}" presName="c5" presStyleLbl="node1" presStyleIdx="4" presStyleCnt="19"/>
      <dgm:spPr>
        <a:solidFill>
          <a:schemeClr val="accent1"/>
        </a:solidFill>
        <a:ln>
          <a:noFill/>
        </a:ln>
      </dgm:spPr>
      <dgm:t>
        <a:bodyPr/>
        <a:lstStyle/>
        <a:p>
          <a:endParaRPr lang="id-ID"/>
        </a:p>
      </dgm:t>
    </dgm:pt>
    <dgm:pt modelId="{3BAFF7A7-30C4-4792-80F0-F4ED56695A86}" type="pres">
      <dgm:prSet presAssocID="{62F3A35F-EA2B-462C-89DA-224952DBD84B}" presName="c6" presStyleLbl="node1" presStyleIdx="5" presStyleCnt="19"/>
      <dgm:spPr>
        <a:solidFill>
          <a:schemeClr val="accent4"/>
        </a:solidFill>
        <a:ln>
          <a:noFill/>
        </a:ln>
      </dgm:spPr>
      <dgm:t>
        <a:bodyPr/>
        <a:lstStyle/>
        <a:p>
          <a:endParaRPr lang="id-ID"/>
        </a:p>
      </dgm:t>
    </dgm:pt>
    <dgm:pt modelId="{902BDD82-6500-4745-ABB1-8AB85030FF96}" type="pres">
      <dgm:prSet presAssocID="{62F3A35F-EA2B-462C-89DA-224952DBD84B}" presName="c7" presStyleLbl="node1" presStyleIdx="6" presStyleCnt="19"/>
      <dgm:spPr>
        <a:ln>
          <a:noFill/>
        </a:ln>
      </dgm:spPr>
    </dgm:pt>
    <dgm:pt modelId="{9BCC20C0-4B3E-4A32-8289-0C043EE14E08}" type="pres">
      <dgm:prSet presAssocID="{62F3A35F-EA2B-462C-89DA-224952DBD84B}" presName="c8" presStyleLbl="node1" presStyleIdx="7" presStyleCnt="19"/>
      <dgm:spPr>
        <a:solidFill>
          <a:schemeClr val="accent4"/>
        </a:solidFill>
        <a:ln>
          <a:noFill/>
        </a:ln>
      </dgm:spPr>
      <dgm:t>
        <a:bodyPr/>
        <a:lstStyle/>
        <a:p>
          <a:endParaRPr lang="id-ID"/>
        </a:p>
      </dgm:t>
    </dgm:pt>
    <dgm:pt modelId="{1395F43B-46B6-48BD-BE0D-466AE12A59E4}" type="pres">
      <dgm:prSet presAssocID="{62F3A35F-EA2B-462C-89DA-224952DBD84B}" presName="c9" presStyleLbl="node1" presStyleIdx="8" presStyleCnt="19"/>
      <dgm:spPr>
        <a:solidFill>
          <a:srgbClr val="7030A0"/>
        </a:solidFill>
        <a:ln>
          <a:noFill/>
        </a:ln>
      </dgm:spPr>
      <dgm:t>
        <a:bodyPr/>
        <a:lstStyle/>
        <a:p>
          <a:endParaRPr lang="id-ID"/>
        </a:p>
      </dgm:t>
    </dgm:pt>
    <dgm:pt modelId="{3361D2E2-6923-453F-81C0-77902D700F8C}" type="pres">
      <dgm:prSet presAssocID="{62F3A35F-EA2B-462C-89DA-224952DBD84B}" presName="c10" presStyleLbl="node1" presStyleIdx="9" presStyleCnt="19"/>
      <dgm:spPr>
        <a:solidFill>
          <a:schemeClr val="accent1"/>
        </a:solidFill>
        <a:ln>
          <a:noFill/>
        </a:ln>
      </dgm:spPr>
      <dgm:t>
        <a:bodyPr/>
        <a:lstStyle/>
        <a:p>
          <a:endParaRPr lang="id-ID"/>
        </a:p>
      </dgm:t>
    </dgm:pt>
    <dgm:pt modelId="{B5D258C8-C381-4DFA-9DF0-F1337D842739}" type="pres">
      <dgm:prSet presAssocID="{62F3A35F-EA2B-462C-89DA-224952DBD84B}" presName="c11" presStyleLbl="node1" presStyleIdx="10" presStyleCnt="19"/>
      <dgm:spPr>
        <a:solidFill>
          <a:schemeClr val="accent4"/>
        </a:solidFill>
        <a:ln>
          <a:noFill/>
        </a:ln>
      </dgm:spPr>
      <dgm:t>
        <a:bodyPr/>
        <a:lstStyle/>
        <a:p>
          <a:endParaRPr lang="id-ID"/>
        </a:p>
      </dgm:t>
    </dgm:pt>
    <dgm:pt modelId="{483701E9-331F-4DBD-88D4-C515F77B849D}" type="pres">
      <dgm:prSet presAssocID="{62F3A35F-EA2B-462C-89DA-224952DBD84B}" presName="c12" presStyleLbl="node1" presStyleIdx="11" presStyleCnt="19"/>
      <dgm:spPr>
        <a:ln>
          <a:noFill/>
        </a:ln>
      </dgm:spPr>
    </dgm:pt>
    <dgm:pt modelId="{4320B6E2-693F-4792-89C6-95944ABED13F}" type="pres">
      <dgm:prSet presAssocID="{62F3A35F-EA2B-462C-89DA-224952DBD84B}" presName="c13" presStyleLbl="node1" presStyleIdx="12" presStyleCnt="19"/>
      <dgm:spPr>
        <a:solidFill>
          <a:schemeClr val="accent2">
            <a:lumMod val="60000"/>
            <a:lumOff val="40000"/>
          </a:schemeClr>
        </a:solidFill>
        <a:ln>
          <a:noFill/>
        </a:ln>
      </dgm:spPr>
      <dgm:t>
        <a:bodyPr/>
        <a:lstStyle/>
        <a:p>
          <a:endParaRPr lang="id-ID"/>
        </a:p>
      </dgm:t>
    </dgm:pt>
    <dgm:pt modelId="{37D79030-070E-406E-AD08-42C45219AC7F}" type="pres">
      <dgm:prSet presAssocID="{62F3A35F-EA2B-462C-89DA-224952DBD84B}" presName="c14" presStyleLbl="node1" presStyleIdx="13" presStyleCnt="19"/>
      <dgm:spPr>
        <a:solidFill>
          <a:srgbClr val="7030A0"/>
        </a:solidFill>
        <a:ln>
          <a:noFill/>
        </a:ln>
      </dgm:spPr>
      <dgm:t>
        <a:bodyPr/>
        <a:lstStyle/>
        <a:p>
          <a:endParaRPr lang="id-ID"/>
        </a:p>
      </dgm:t>
    </dgm:pt>
    <dgm:pt modelId="{98D3AB0A-B676-4AFF-8575-8BA9B28186E3}" type="pres">
      <dgm:prSet presAssocID="{62F3A35F-EA2B-462C-89DA-224952DBD84B}" presName="c15" presStyleLbl="node1" presStyleIdx="14" presStyleCnt="19"/>
      <dgm:spPr>
        <a:solidFill>
          <a:schemeClr val="accent1"/>
        </a:solidFill>
        <a:ln>
          <a:noFill/>
        </a:ln>
      </dgm:spPr>
      <dgm:t>
        <a:bodyPr/>
        <a:lstStyle/>
        <a:p>
          <a:endParaRPr lang="id-ID"/>
        </a:p>
      </dgm:t>
    </dgm:pt>
    <dgm:pt modelId="{005F7ED7-2138-429B-B8E8-40FB2DAF0412}" type="pres">
      <dgm:prSet presAssocID="{62F3A35F-EA2B-462C-89DA-224952DBD84B}" presName="c16" presStyleLbl="node1" presStyleIdx="15" presStyleCnt="19"/>
      <dgm:spPr>
        <a:solidFill>
          <a:schemeClr val="accent4"/>
        </a:solidFill>
        <a:ln>
          <a:noFill/>
        </a:ln>
      </dgm:spPr>
      <dgm:t>
        <a:bodyPr/>
        <a:lstStyle/>
        <a:p>
          <a:endParaRPr lang="id-ID"/>
        </a:p>
      </dgm:t>
    </dgm:pt>
    <dgm:pt modelId="{45319392-E8FF-4496-B113-53B39E20FF13}" type="pres">
      <dgm:prSet presAssocID="{62F3A35F-EA2B-462C-89DA-224952DBD84B}" presName="c17" presStyleLbl="node1" presStyleIdx="16" presStyleCnt="19"/>
      <dgm:spPr>
        <a:ln>
          <a:noFill/>
        </a:ln>
      </dgm:spPr>
    </dgm:pt>
    <dgm:pt modelId="{AAC1A9B1-BA60-4D17-BB1E-F0F02B4A3B2B}" type="pres">
      <dgm:prSet presAssocID="{62F3A35F-EA2B-462C-89DA-224952DBD84B}" presName="c18" presStyleLbl="node1" presStyleIdx="17" presStyleCnt="19"/>
      <dgm:spPr>
        <a:solidFill>
          <a:schemeClr val="accent2">
            <a:lumMod val="60000"/>
            <a:lumOff val="40000"/>
          </a:schemeClr>
        </a:solidFill>
        <a:ln>
          <a:noFill/>
        </a:ln>
      </dgm:spPr>
      <dgm:t>
        <a:bodyPr/>
        <a:lstStyle/>
        <a:p>
          <a:endParaRPr lang="id-ID"/>
        </a:p>
      </dgm:t>
    </dgm:pt>
    <dgm:pt modelId="{82AD7A0A-5AB4-479D-8368-D9F5B1295A52}" type="pres">
      <dgm:prSet presAssocID="{12A631F8-73E8-4437-A632-1DA4C96C2081}" presName="chevronComposite1" presStyleCnt="0"/>
      <dgm:spPr/>
    </dgm:pt>
    <dgm:pt modelId="{DDED6EF4-A0CC-49CB-9AE7-43B444C48543}" type="pres">
      <dgm:prSet presAssocID="{12A631F8-73E8-4437-A632-1DA4C96C2081}" presName="chevron1" presStyleLbl="sibTrans2D1" presStyleIdx="0" presStyleCnt="2" custScaleY="110632"/>
      <dgm:spPr>
        <a:solidFill>
          <a:schemeClr val="accent4">
            <a:lumMod val="40000"/>
            <a:lumOff val="60000"/>
          </a:schemeClr>
        </a:solidFill>
        <a:ln>
          <a:noFill/>
        </a:ln>
      </dgm:spPr>
      <dgm:t>
        <a:bodyPr/>
        <a:lstStyle/>
        <a:p>
          <a:endParaRPr lang="id-ID"/>
        </a:p>
      </dgm:t>
    </dgm:pt>
    <dgm:pt modelId="{7DBDECA1-EFB3-441D-B55B-B2EDF3E67A5C}" type="pres">
      <dgm:prSet presAssocID="{12A631F8-73E8-4437-A632-1DA4C96C2081}" presName="spChevron1" presStyleCnt="0"/>
      <dgm:spPr/>
    </dgm:pt>
    <dgm:pt modelId="{4A249969-3882-4C5E-83DE-4EAFA9E51242}" type="pres">
      <dgm:prSet presAssocID="{37FDA6AE-027B-4120-90CE-09301A415796}" presName="middle" presStyleCnt="0"/>
      <dgm:spPr/>
    </dgm:pt>
    <dgm:pt modelId="{84DDEA6A-77C7-4BDC-8B22-AD74F2C7D212}" type="pres">
      <dgm:prSet presAssocID="{37FDA6AE-027B-4120-90CE-09301A415796}" presName="parTxMid" presStyleLbl="revTx" presStyleIdx="1" presStyleCnt="2"/>
      <dgm:spPr/>
      <dgm:t>
        <a:bodyPr/>
        <a:lstStyle/>
        <a:p>
          <a:endParaRPr lang="en-US"/>
        </a:p>
      </dgm:t>
    </dgm:pt>
    <dgm:pt modelId="{E4B536CE-980D-41E5-8069-8FF3B8BBD1D5}" type="pres">
      <dgm:prSet presAssocID="{37FDA6AE-027B-4120-90CE-09301A415796}" presName="spMid" presStyleCnt="0"/>
      <dgm:spPr/>
    </dgm:pt>
    <dgm:pt modelId="{B0AEC9A7-8FDF-4A59-A69A-84615429EC7E}" type="pres">
      <dgm:prSet presAssocID="{AACFA7FC-124D-47F0-AAB7-D837F03A13D6}" presName="chevronComposite1" presStyleCnt="0"/>
      <dgm:spPr/>
    </dgm:pt>
    <dgm:pt modelId="{21E83F37-BEFF-4B60-BB9A-345F36FD8FDB}" type="pres">
      <dgm:prSet presAssocID="{AACFA7FC-124D-47F0-AAB7-D837F03A13D6}" presName="chevron1" presStyleLbl="sibTrans2D1" presStyleIdx="1" presStyleCnt="2" custScaleY="110632"/>
      <dgm:spPr>
        <a:solidFill>
          <a:schemeClr val="accent4">
            <a:lumMod val="60000"/>
            <a:lumOff val="40000"/>
          </a:schemeClr>
        </a:solidFill>
        <a:ln>
          <a:noFill/>
        </a:ln>
      </dgm:spPr>
      <dgm:t>
        <a:bodyPr/>
        <a:lstStyle/>
        <a:p>
          <a:endParaRPr lang="id-ID"/>
        </a:p>
      </dgm:t>
    </dgm:pt>
    <dgm:pt modelId="{0D23C859-4AC6-4798-9EAF-9002A78D7A30}" type="pres">
      <dgm:prSet presAssocID="{AACFA7FC-124D-47F0-AAB7-D837F03A13D6}" presName="spChevron1" presStyleCnt="0"/>
      <dgm:spPr/>
    </dgm:pt>
    <dgm:pt modelId="{08367D8A-B881-4E55-8500-66CAD438B3A1}" type="pres">
      <dgm:prSet presAssocID="{8C92A023-B595-4B7E-9FD1-86305B47363F}" presName="last" presStyleCnt="0"/>
      <dgm:spPr/>
    </dgm:pt>
    <dgm:pt modelId="{7B1BE0AD-50A5-48F7-B598-DEB590DCA7A9}" type="pres">
      <dgm:prSet presAssocID="{8C92A023-B595-4B7E-9FD1-86305B47363F}" presName="circleTx" presStyleLbl="node1" presStyleIdx="18" presStyleCnt="19"/>
      <dgm:spPr/>
      <dgm:t>
        <a:bodyPr/>
        <a:lstStyle/>
        <a:p>
          <a:endParaRPr lang="en-US"/>
        </a:p>
      </dgm:t>
    </dgm:pt>
    <dgm:pt modelId="{53BB76F8-11EC-45E6-BA8B-345C7EB06E51}" type="pres">
      <dgm:prSet presAssocID="{8C92A023-B595-4B7E-9FD1-86305B47363F}" presName="spN" presStyleCnt="0"/>
      <dgm:spPr/>
    </dgm:pt>
  </dgm:ptLst>
  <dgm:cxnLst>
    <dgm:cxn modelId="{AAAC3806-C4B8-42DB-9DE5-26B07A000F90}" type="presOf" srcId="{ABB6AAD5-BB22-443A-B98E-11707CBE16C9}" destId="{49417DCD-9717-4962-8221-45CEFE5E3B38}" srcOrd="0" destOrd="0" presId="urn:microsoft.com/office/officeart/2009/3/layout/RandomtoResultProcess"/>
    <dgm:cxn modelId="{6393EA77-6C35-4795-B9F8-BC384CEB01BB}" srcId="{ABB6AAD5-BB22-443A-B98E-11707CBE16C9}" destId="{8C92A023-B595-4B7E-9FD1-86305B47363F}" srcOrd="2" destOrd="0" parTransId="{126030B6-AD92-4139-8AC7-ED96A61FFA13}" sibTransId="{45610BF7-B096-4636-A867-71803911F6BC}"/>
    <dgm:cxn modelId="{78D5CF50-3633-4A11-9FE0-D306D94A091D}" srcId="{ABB6AAD5-BB22-443A-B98E-11707CBE16C9}" destId="{62F3A35F-EA2B-462C-89DA-224952DBD84B}" srcOrd="0" destOrd="0" parTransId="{68C8E73F-A05A-4DC8-914A-C484D8568F55}" sibTransId="{12A631F8-73E8-4437-A632-1DA4C96C2081}"/>
    <dgm:cxn modelId="{97371629-EAFB-49C5-8D4C-1C2CC8EF98DA}" srcId="{ABB6AAD5-BB22-443A-B98E-11707CBE16C9}" destId="{37FDA6AE-027B-4120-90CE-09301A415796}" srcOrd="1" destOrd="0" parTransId="{F547554B-51EF-4D52-BD83-B530786A53F6}" sibTransId="{AACFA7FC-124D-47F0-AAB7-D837F03A13D6}"/>
    <dgm:cxn modelId="{165F566F-379B-4125-AEE1-415E16E44D0E}" type="presOf" srcId="{37FDA6AE-027B-4120-90CE-09301A415796}" destId="{84DDEA6A-77C7-4BDC-8B22-AD74F2C7D212}" srcOrd="0" destOrd="0" presId="urn:microsoft.com/office/officeart/2009/3/layout/RandomtoResultProcess"/>
    <dgm:cxn modelId="{604D1DFD-3280-4B84-9EF9-0387216397BE}" type="presOf" srcId="{62F3A35F-EA2B-462C-89DA-224952DBD84B}" destId="{A90A0BFC-07A7-4DDD-8427-0CA01EE69FD7}" srcOrd="0" destOrd="0" presId="urn:microsoft.com/office/officeart/2009/3/layout/RandomtoResultProcess"/>
    <dgm:cxn modelId="{D0A4E4D1-D751-49E5-A995-F05555943814}" type="presOf" srcId="{8C92A023-B595-4B7E-9FD1-86305B47363F}" destId="{7B1BE0AD-50A5-48F7-B598-DEB590DCA7A9}" srcOrd="0" destOrd="0" presId="urn:microsoft.com/office/officeart/2009/3/layout/RandomtoResultProcess"/>
    <dgm:cxn modelId="{20FFF421-B13E-48EE-A8C8-78CAE4E292C5}" type="presParOf" srcId="{49417DCD-9717-4962-8221-45CEFE5E3B38}" destId="{E3264D2C-01CD-46FE-9390-E04B78C088AF}" srcOrd="0" destOrd="0" presId="urn:microsoft.com/office/officeart/2009/3/layout/RandomtoResultProcess"/>
    <dgm:cxn modelId="{AD8BCCB5-D9D7-4494-B36E-0CAD4E0B9BD1}" type="presParOf" srcId="{E3264D2C-01CD-46FE-9390-E04B78C088AF}" destId="{A90A0BFC-07A7-4DDD-8427-0CA01EE69FD7}" srcOrd="0" destOrd="0" presId="urn:microsoft.com/office/officeart/2009/3/layout/RandomtoResultProcess"/>
    <dgm:cxn modelId="{14A0DCC9-B754-4CEE-B479-35BEBE69869A}" type="presParOf" srcId="{E3264D2C-01CD-46FE-9390-E04B78C088AF}" destId="{7425EFB1-85FD-43BD-9E0C-5EB503D12F2B}" srcOrd="1" destOrd="0" presId="urn:microsoft.com/office/officeart/2009/3/layout/RandomtoResultProcess"/>
    <dgm:cxn modelId="{5AC74C93-5E81-4107-AEDF-768DFF75D70E}" type="presParOf" srcId="{E3264D2C-01CD-46FE-9390-E04B78C088AF}" destId="{73069CC5-AC2A-4E40-80C3-B6257E28E1D3}" srcOrd="2" destOrd="0" presId="urn:microsoft.com/office/officeart/2009/3/layout/RandomtoResultProcess"/>
    <dgm:cxn modelId="{7C9E0096-335B-44E4-B0C1-2FA4A182C98A}" type="presParOf" srcId="{E3264D2C-01CD-46FE-9390-E04B78C088AF}" destId="{6545506E-F82F-40D0-B269-A33A56AD6FAD}" srcOrd="3" destOrd="0" presId="urn:microsoft.com/office/officeart/2009/3/layout/RandomtoResultProcess"/>
    <dgm:cxn modelId="{D10CC4A7-F2FD-4A0C-903A-6AF3402BFC89}" type="presParOf" srcId="{E3264D2C-01CD-46FE-9390-E04B78C088AF}" destId="{977EB5CB-7F94-462A-B74B-D681CCDAFE96}" srcOrd="4" destOrd="0" presId="urn:microsoft.com/office/officeart/2009/3/layout/RandomtoResultProcess"/>
    <dgm:cxn modelId="{5E534A82-1AF0-4FB0-B41B-06764B198416}" type="presParOf" srcId="{E3264D2C-01CD-46FE-9390-E04B78C088AF}" destId="{94D41D45-881E-45E0-815F-B3D1F42ABA6A}" srcOrd="5" destOrd="0" presId="urn:microsoft.com/office/officeart/2009/3/layout/RandomtoResultProcess"/>
    <dgm:cxn modelId="{64220E59-1C97-4D0B-B6D1-62CB08D51065}" type="presParOf" srcId="{E3264D2C-01CD-46FE-9390-E04B78C088AF}" destId="{3BAFF7A7-30C4-4792-80F0-F4ED56695A86}" srcOrd="6" destOrd="0" presId="urn:microsoft.com/office/officeart/2009/3/layout/RandomtoResultProcess"/>
    <dgm:cxn modelId="{A7F7DEC5-6F39-4F42-BBEA-9FB75F2972CE}" type="presParOf" srcId="{E3264D2C-01CD-46FE-9390-E04B78C088AF}" destId="{902BDD82-6500-4745-ABB1-8AB85030FF96}" srcOrd="7" destOrd="0" presId="urn:microsoft.com/office/officeart/2009/3/layout/RandomtoResultProcess"/>
    <dgm:cxn modelId="{65EB7916-DEAA-44B4-B4A8-EB0F48DB1685}" type="presParOf" srcId="{E3264D2C-01CD-46FE-9390-E04B78C088AF}" destId="{9BCC20C0-4B3E-4A32-8289-0C043EE14E08}" srcOrd="8" destOrd="0" presId="urn:microsoft.com/office/officeart/2009/3/layout/RandomtoResultProcess"/>
    <dgm:cxn modelId="{D009A8DC-4D1D-483F-86CF-31CE425C0F66}" type="presParOf" srcId="{E3264D2C-01CD-46FE-9390-E04B78C088AF}" destId="{1395F43B-46B6-48BD-BE0D-466AE12A59E4}" srcOrd="9" destOrd="0" presId="urn:microsoft.com/office/officeart/2009/3/layout/RandomtoResultProcess"/>
    <dgm:cxn modelId="{3D0407DF-9292-4CDB-8D3A-3DFFB00C3744}" type="presParOf" srcId="{E3264D2C-01CD-46FE-9390-E04B78C088AF}" destId="{3361D2E2-6923-453F-81C0-77902D700F8C}" srcOrd="10" destOrd="0" presId="urn:microsoft.com/office/officeart/2009/3/layout/RandomtoResultProcess"/>
    <dgm:cxn modelId="{E2AF99DF-A937-423E-A355-DA451F6BE8F9}" type="presParOf" srcId="{E3264D2C-01CD-46FE-9390-E04B78C088AF}" destId="{B5D258C8-C381-4DFA-9DF0-F1337D842739}" srcOrd="11" destOrd="0" presId="urn:microsoft.com/office/officeart/2009/3/layout/RandomtoResultProcess"/>
    <dgm:cxn modelId="{4E66DE08-FAA4-46FA-8C6B-51550B3E60C6}" type="presParOf" srcId="{E3264D2C-01CD-46FE-9390-E04B78C088AF}" destId="{483701E9-331F-4DBD-88D4-C515F77B849D}" srcOrd="12" destOrd="0" presId="urn:microsoft.com/office/officeart/2009/3/layout/RandomtoResultProcess"/>
    <dgm:cxn modelId="{495D3F89-04B2-45D6-8120-A84053C1DBED}" type="presParOf" srcId="{E3264D2C-01CD-46FE-9390-E04B78C088AF}" destId="{4320B6E2-693F-4792-89C6-95944ABED13F}" srcOrd="13" destOrd="0" presId="urn:microsoft.com/office/officeart/2009/3/layout/RandomtoResultProcess"/>
    <dgm:cxn modelId="{58AA896C-4595-443A-BB6B-042754C2E636}" type="presParOf" srcId="{E3264D2C-01CD-46FE-9390-E04B78C088AF}" destId="{37D79030-070E-406E-AD08-42C45219AC7F}" srcOrd="14" destOrd="0" presId="urn:microsoft.com/office/officeart/2009/3/layout/RandomtoResultProcess"/>
    <dgm:cxn modelId="{F5D60F3B-1489-43B3-9D32-2B5065297A0D}" type="presParOf" srcId="{E3264D2C-01CD-46FE-9390-E04B78C088AF}" destId="{98D3AB0A-B676-4AFF-8575-8BA9B28186E3}" srcOrd="15" destOrd="0" presId="urn:microsoft.com/office/officeart/2009/3/layout/RandomtoResultProcess"/>
    <dgm:cxn modelId="{BDEA5B28-3538-485F-8D26-8E92E73B12F8}" type="presParOf" srcId="{E3264D2C-01CD-46FE-9390-E04B78C088AF}" destId="{005F7ED7-2138-429B-B8E8-40FB2DAF0412}" srcOrd="16" destOrd="0" presId="urn:microsoft.com/office/officeart/2009/3/layout/RandomtoResultProcess"/>
    <dgm:cxn modelId="{986E99A4-3738-4141-ACFA-46CA9549E47F}" type="presParOf" srcId="{E3264D2C-01CD-46FE-9390-E04B78C088AF}" destId="{45319392-E8FF-4496-B113-53B39E20FF13}" srcOrd="17" destOrd="0" presId="urn:microsoft.com/office/officeart/2009/3/layout/RandomtoResultProcess"/>
    <dgm:cxn modelId="{004720AC-C066-4A75-89B1-790F16D8729B}" type="presParOf" srcId="{E3264D2C-01CD-46FE-9390-E04B78C088AF}" destId="{AAC1A9B1-BA60-4D17-BB1E-F0F02B4A3B2B}" srcOrd="18" destOrd="0" presId="urn:microsoft.com/office/officeart/2009/3/layout/RandomtoResultProcess"/>
    <dgm:cxn modelId="{CE6E9A1E-19E2-4B76-BA98-5B1DE3F976D3}" type="presParOf" srcId="{49417DCD-9717-4962-8221-45CEFE5E3B38}" destId="{82AD7A0A-5AB4-479D-8368-D9F5B1295A52}" srcOrd="1" destOrd="0" presId="urn:microsoft.com/office/officeart/2009/3/layout/RandomtoResultProcess"/>
    <dgm:cxn modelId="{2641A18C-FAE3-40D2-851D-E9B5B9F2CC0C}" type="presParOf" srcId="{82AD7A0A-5AB4-479D-8368-D9F5B1295A52}" destId="{DDED6EF4-A0CC-49CB-9AE7-43B444C48543}" srcOrd="0" destOrd="0" presId="urn:microsoft.com/office/officeart/2009/3/layout/RandomtoResultProcess"/>
    <dgm:cxn modelId="{747A3BEB-2811-4551-B62C-9252127F303C}" type="presParOf" srcId="{82AD7A0A-5AB4-479D-8368-D9F5B1295A52}" destId="{7DBDECA1-EFB3-441D-B55B-B2EDF3E67A5C}" srcOrd="1" destOrd="0" presId="urn:microsoft.com/office/officeart/2009/3/layout/RandomtoResultProcess"/>
    <dgm:cxn modelId="{9D1012BC-B780-423E-8147-6EEF74D61B4B}" type="presParOf" srcId="{49417DCD-9717-4962-8221-45CEFE5E3B38}" destId="{4A249969-3882-4C5E-83DE-4EAFA9E51242}" srcOrd="2" destOrd="0" presId="urn:microsoft.com/office/officeart/2009/3/layout/RandomtoResultProcess"/>
    <dgm:cxn modelId="{462E0822-38CF-417A-BFA2-EB5282BEED03}" type="presParOf" srcId="{4A249969-3882-4C5E-83DE-4EAFA9E51242}" destId="{84DDEA6A-77C7-4BDC-8B22-AD74F2C7D212}" srcOrd="0" destOrd="0" presId="urn:microsoft.com/office/officeart/2009/3/layout/RandomtoResultProcess"/>
    <dgm:cxn modelId="{43722D59-A570-48A1-82D6-196B6B7635AF}" type="presParOf" srcId="{4A249969-3882-4C5E-83DE-4EAFA9E51242}" destId="{E4B536CE-980D-41E5-8069-8FF3B8BBD1D5}" srcOrd="1" destOrd="0" presId="urn:microsoft.com/office/officeart/2009/3/layout/RandomtoResultProcess"/>
    <dgm:cxn modelId="{BB4A5FD4-6377-4977-992C-A5C7A423A5E6}" type="presParOf" srcId="{49417DCD-9717-4962-8221-45CEFE5E3B38}" destId="{B0AEC9A7-8FDF-4A59-A69A-84615429EC7E}" srcOrd="3" destOrd="0" presId="urn:microsoft.com/office/officeart/2009/3/layout/RandomtoResultProcess"/>
    <dgm:cxn modelId="{BE8BED4B-D438-4DB9-ADCE-BB584FE63469}" type="presParOf" srcId="{B0AEC9A7-8FDF-4A59-A69A-84615429EC7E}" destId="{21E83F37-BEFF-4B60-BB9A-345F36FD8FDB}" srcOrd="0" destOrd="0" presId="urn:microsoft.com/office/officeart/2009/3/layout/RandomtoResultProcess"/>
    <dgm:cxn modelId="{1B4A0C3E-BFD8-4226-AB70-7D616F047E2C}" type="presParOf" srcId="{B0AEC9A7-8FDF-4A59-A69A-84615429EC7E}" destId="{0D23C859-4AC6-4798-9EAF-9002A78D7A30}" srcOrd="1" destOrd="0" presId="urn:microsoft.com/office/officeart/2009/3/layout/RandomtoResultProcess"/>
    <dgm:cxn modelId="{F90E1508-FE88-4529-9B63-6CE760E66DEE}" type="presParOf" srcId="{49417DCD-9717-4962-8221-45CEFE5E3B38}" destId="{08367D8A-B881-4E55-8500-66CAD438B3A1}" srcOrd="4" destOrd="0" presId="urn:microsoft.com/office/officeart/2009/3/layout/RandomtoResultProcess"/>
    <dgm:cxn modelId="{776A2312-8928-4FBA-9FD0-B0065FF0E854}" type="presParOf" srcId="{08367D8A-B881-4E55-8500-66CAD438B3A1}" destId="{7B1BE0AD-50A5-48F7-B598-DEB590DCA7A9}" srcOrd="0" destOrd="0" presId="urn:microsoft.com/office/officeart/2009/3/layout/RandomtoResultProcess"/>
    <dgm:cxn modelId="{0C9E9E4A-DF1C-4BC3-AF09-D6322B7DF457}" type="presParOf" srcId="{08367D8A-B881-4E55-8500-66CAD438B3A1}" destId="{53BB76F8-11EC-45E6-BA8B-345C7EB06E51}" srcOrd="1" destOrd="0" presId="urn:microsoft.com/office/officeart/2009/3/layout/RandomtoResult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BB6AAD5-BB22-443A-B98E-11707CBE16C9}" type="doc">
      <dgm:prSet loTypeId="urn:microsoft.com/office/officeart/2005/8/layout/lProcess3" loCatId="process" qsTypeId="urn:microsoft.com/office/officeart/2005/8/quickstyle/simple1#2" qsCatId="simple" csTypeId="urn:microsoft.com/office/officeart/2005/8/colors/colorful1#6" csCatId="colorful" phldr="1"/>
      <dgm:spPr/>
      <dgm:t>
        <a:bodyPr/>
        <a:lstStyle/>
        <a:p>
          <a:endParaRPr lang="en-US"/>
        </a:p>
      </dgm:t>
    </dgm:pt>
    <dgm:pt modelId="{62F3A35F-EA2B-462C-89DA-224952DBD84B}">
      <dgm:prSet phldrT="[Text]" custT="1"/>
      <dgm:spPr>
        <a:solidFill>
          <a:schemeClr val="accent6"/>
        </a:solidFill>
        <a:ln>
          <a:noFill/>
        </a:ln>
      </dgm:spPr>
      <dgm:t>
        <a:bodyPr/>
        <a:lstStyle/>
        <a:p>
          <a:endParaRPr lang="en-US" sz="900" b="1" dirty="0" smtClean="0">
            <a:solidFill>
              <a:schemeClr val="bg1"/>
            </a:solidFill>
          </a:endParaRPr>
        </a:p>
      </dgm:t>
    </dgm:pt>
    <dgm:pt modelId="{68C8E73F-A05A-4DC8-914A-C484D8568F55}" type="parTrans" cxnId="{78D5CF50-3633-4A11-9FE0-D306D94A091D}">
      <dgm:prSet/>
      <dgm:spPr/>
      <dgm:t>
        <a:bodyPr/>
        <a:lstStyle/>
        <a:p>
          <a:endParaRPr lang="en-US" sz="1050">
            <a:solidFill>
              <a:schemeClr val="bg1"/>
            </a:solidFill>
          </a:endParaRPr>
        </a:p>
      </dgm:t>
    </dgm:pt>
    <dgm:pt modelId="{12A631F8-73E8-4437-A632-1DA4C96C2081}" type="sibTrans" cxnId="{78D5CF50-3633-4A11-9FE0-D306D94A091D}">
      <dgm:prSet/>
      <dgm:spPr>
        <a:ln>
          <a:noFill/>
        </a:ln>
      </dgm:spPr>
      <dgm:t>
        <a:bodyPr/>
        <a:lstStyle/>
        <a:p>
          <a:endParaRPr lang="en-US" sz="1050">
            <a:solidFill>
              <a:schemeClr val="bg1"/>
            </a:solidFill>
          </a:endParaRPr>
        </a:p>
      </dgm:t>
    </dgm:pt>
    <dgm:pt modelId="{37FDA6AE-027B-4120-90CE-09301A415796}">
      <dgm:prSet phldrT="[Text]" custT="1"/>
      <dgm:spPr>
        <a:solidFill>
          <a:srgbClr val="FF0000"/>
        </a:solidFill>
        <a:ln>
          <a:noFill/>
        </a:ln>
      </dgm:spPr>
      <dgm:t>
        <a:bodyPr/>
        <a:lstStyle/>
        <a:p>
          <a:endParaRPr lang="en-US" sz="900" b="1" dirty="0">
            <a:solidFill>
              <a:schemeClr val="bg1"/>
            </a:solidFill>
          </a:endParaRPr>
        </a:p>
      </dgm:t>
    </dgm:pt>
    <dgm:pt modelId="{F547554B-51EF-4D52-BD83-B530786A53F6}" type="parTrans" cxnId="{97371629-EAFB-49C5-8D4C-1C2CC8EF98DA}">
      <dgm:prSet/>
      <dgm:spPr/>
      <dgm:t>
        <a:bodyPr/>
        <a:lstStyle/>
        <a:p>
          <a:endParaRPr lang="en-US" sz="1050">
            <a:solidFill>
              <a:schemeClr val="bg1"/>
            </a:solidFill>
          </a:endParaRPr>
        </a:p>
      </dgm:t>
    </dgm:pt>
    <dgm:pt modelId="{AACFA7FC-124D-47F0-AAB7-D837F03A13D6}" type="sibTrans" cxnId="{97371629-EAFB-49C5-8D4C-1C2CC8EF98DA}">
      <dgm:prSet/>
      <dgm:spPr>
        <a:ln>
          <a:noFill/>
        </a:ln>
      </dgm:spPr>
      <dgm:t>
        <a:bodyPr/>
        <a:lstStyle/>
        <a:p>
          <a:endParaRPr lang="en-US" sz="1050">
            <a:solidFill>
              <a:schemeClr val="bg1"/>
            </a:solidFill>
          </a:endParaRPr>
        </a:p>
      </dgm:t>
    </dgm:pt>
    <dgm:pt modelId="{8C92A023-B595-4B7E-9FD1-86305B47363F}">
      <dgm:prSet phldrT="[Text]" custT="1"/>
      <dgm:spPr>
        <a:ln>
          <a:noFill/>
        </a:ln>
      </dgm:spPr>
      <dgm:t>
        <a:bodyPr/>
        <a:lstStyle/>
        <a:p>
          <a:endParaRPr lang="en-US" sz="900" b="1" dirty="0">
            <a:solidFill>
              <a:schemeClr val="bg1"/>
            </a:solidFill>
          </a:endParaRPr>
        </a:p>
      </dgm:t>
    </dgm:pt>
    <dgm:pt modelId="{126030B6-AD92-4139-8AC7-ED96A61FFA13}" type="parTrans" cxnId="{6393EA77-6C35-4795-B9F8-BC384CEB01BB}">
      <dgm:prSet/>
      <dgm:spPr/>
      <dgm:t>
        <a:bodyPr/>
        <a:lstStyle/>
        <a:p>
          <a:endParaRPr lang="en-US" sz="1050">
            <a:solidFill>
              <a:schemeClr val="bg1"/>
            </a:solidFill>
          </a:endParaRPr>
        </a:p>
      </dgm:t>
    </dgm:pt>
    <dgm:pt modelId="{45610BF7-B096-4636-A867-71803911F6BC}" type="sibTrans" cxnId="{6393EA77-6C35-4795-B9F8-BC384CEB01BB}">
      <dgm:prSet/>
      <dgm:spPr>
        <a:ln>
          <a:noFill/>
        </a:ln>
      </dgm:spPr>
      <dgm:t>
        <a:bodyPr/>
        <a:lstStyle/>
        <a:p>
          <a:endParaRPr lang="en-US" sz="1050">
            <a:solidFill>
              <a:schemeClr val="bg1"/>
            </a:solidFill>
          </a:endParaRPr>
        </a:p>
      </dgm:t>
    </dgm:pt>
    <dgm:pt modelId="{8CF3E522-5D57-4AC6-A114-9011ECADB126}" type="pres">
      <dgm:prSet presAssocID="{ABB6AAD5-BB22-443A-B98E-11707CBE16C9}" presName="Name0" presStyleCnt="0">
        <dgm:presLayoutVars>
          <dgm:chPref val="3"/>
          <dgm:dir/>
          <dgm:animLvl val="lvl"/>
          <dgm:resizeHandles/>
        </dgm:presLayoutVars>
      </dgm:prSet>
      <dgm:spPr/>
      <dgm:t>
        <a:bodyPr/>
        <a:lstStyle/>
        <a:p>
          <a:endParaRPr lang="en-US"/>
        </a:p>
      </dgm:t>
    </dgm:pt>
    <dgm:pt modelId="{D6096381-8E40-4A96-8F38-09C01A4CFDEC}" type="pres">
      <dgm:prSet presAssocID="{62F3A35F-EA2B-462C-89DA-224952DBD84B}" presName="horFlow" presStyleCnt="0"/>
      <dgm:spPr/>
    </dgm:pt>
    <dgm:pt modelId="{C3C5C488-2D82-48FA-94E1-E6ED648AE07E}" type="pres">
      <dgm:prSet presAssocID="{62F3A35F-EA2B-462C-89DA-224952DBD84B}" presName="bigChev" presStyleLbl="node1" presStyleIdx="0" presStyleCnt="3"/>
      <dgm:spPr/>
      <dgm:t>
        <a:bodyPr/>
        <a:lstStyle/>
        <a:p>
          <a:endParaRPr lang="en-US"/>
        </a:p>
      </dgm:t>
    </dgm:pt>
    <dgm:pt modelId="{373A085F-9DBE-46BF-A47E-0C735CD1391E}" type="pres">
      <dgm:prSet presAssocID="{62F3A35F-EA2B-462C-89DA-224952DBD84B}" presName="vSp" presStyleCnt="0"/>
      <dgm:spPr/>
    </dgm:pt>
    <dgm:pt modelId="{9268F6D1-F112-4A65-8301-E74A81AB70DA}" type="pres">
      <dgm:prSet presAssocID="{37FDA6AE-027B-4120-90CE-09301A415796}" presName="horFlow" presStyleCnt="0"/>
      <dgm:spPr/>
    </dgm:pt>
    <dgm:pt modelId="{5F7C99BF-9C18-4701-B642-69C8B195B816}" type="pres">
      <dgm:prSet presAssocID="{37FDA6AE-027B-4120-90CE-09301A415796}" presName="bigChev" presStyleLbl="node1" presStyleIdx="1" presStyleCnt="3"/>
      <dgm:spPr/>
      <dgm:t>
        <a:bodyPr/>
        <a:lstStyle/>
        <a:p>
          <a:endParaRPr lang="en-US"/>
        </a:p>
      </dgm:t>
    </dgm:pt>
    <dgm:pt modelId="{6489C701-29A2-43EE-B483-7F35B23E0462}" type="pres">
      <dgm:prSet presAssocID="{37FDA6AE-027B-4120-90CE-09301A415796}" presName="vSp" presStyleCnt="0"/>
      <dgm:spPr/>
    </dgm:pt>
    <dgm:pt modelId="{34BC7A11-46D6-4CD3-A2C1-3FD5B3D3F123}" type="pres">
      <dgm:prSet presAssocID="{8C92A023-B595-4B7E-9FD1-86305B47363F}" presName="horFlow" presStyleCnt="0"/>
      <dgm:spPr/>
    </dgm:pt>
    <dgm:pt modelId="{803580E4-39B5-44E5-A355-43EEFE242A45}" type="pres">
      <dgm:prSet presAssocID="{8C92A023-B595-4B7E-9FD1-86305B47363F}" presName="bigChev" presStyleLbl="node1" presStyleIdx="2" presStyleCnt="3"/>
      <dgm:spPr/>
      <dgm:t>
        <a:bodyPr/>
        <a:lstStyle/>
        <a:p>
          <a:endParaRPr lang="en-US"/>
        </a:p>
      </dgm:t>
    </dgm:pt>
  </dgm:ptLst>
  <dgm:cxnLst>
    <dgm:cxn modelId="{6393EA77-6C35-4795-B9F8-BC384CEB01BB}" srcId="{ABB6AAD5-BB22-443A-B98E-11707CBE16C9}" destId="{8C92A023-B595-4B7E-9FD1-86305B47363F}" srcOrd="2" destOrd="0" parTransId="{126030B6-AD92-4139-8AC7-ED96A61FFA13}" sibTransId="{45610BF7-B096-4636-A867-71803911F6BC}"/>
    <dgm:cxn modelId="{56E6DB12-AC7C-4E13-8D7F-A663D497A0D8}" type="presOf" srcId="{37FDA6AE-027B-4120-90CE-09301A415796}" destId="{5F7C99BF-9C18-4701-B642-69C8B195B816}" srcOrd="0" destOrd="0" presId="urn:microsoft.com/office/officeart/2005/8/layout/lProcess3"/>
    <dgm:cxn modelId="{55D43BED-9BCE-4D1A-A416-28A7D8723E36}" type="presOf" srcId="{62F3A35F-EA2B-462C-89DA-224952DBD84B}" destId="{C3C5C488-2D82-48FA-94E1-E6ED648AE07E}" srcOrd="0" destOrd="0" presId="urn:microsoft.com/office/officeart/2005/8/layout/lProcess3"/>
    <dgm:cxn modelId="{78D5CF50-3633-4A11-9FE0-D306D94A091D}" srcId="{ABB6AAD5-BB22-443A-B98E-11707CBE16C9}" destId="{62F3A35F-EA2B-462C-89DA-224952DBD84B}" srcOrd="0" destOrd="0" parTransId="{68C8E73F-A05A-4DC8-914A-C484D8568F55}" sibTransId="{12A631F8-73E8-4437-A632-1DA4C96C2081}"/>
    <dgm:cxn modelId="{4F65DF6A-5DDD-47B7-A6D7-A9E3F0EEC651}" type="presOf" srcId="{ABB6AAD5-BB22-443A-B98E-11707CBE16C9}" destId="{8CF3E522-5D57-4AC6-A114-9011ECADB126}" srcOrd="0" destOrd="0" presId="urn:microsoft.com/office/officeart/2005/8/layout/lProcess3"/>
    <dgm:cxn modelId="{86EB5D60-ED64-40E0-AF84-C3C56C6F79F0}" type="presOf" srcId="{8C92A023-B595-4B7E-9FD1-86305B47363F}" destId="{803580E4-39B5-44E5-A355-43EEFE242A45}" srcOrd="0" destOrd="0" presId="urn:microsoft.com/office/officeart/2005/8/layout/lProcess3"/>
    <dgm:cxn modelId="{97371629-EAFB-49C5-8D4C-1C2CC8EF98DA}" srcId="{ABB6AAD5-BB22-443A-B98E-11707CBE16C9}" destId="{37FDA6AE-027B-4120-90CE-09301A415796}" srcOrd="1" destOrd="0" parTransId="{F547554B-51EF-4D52-BD83-B530786A53F6}" sibTransId="{AACFA7FC-124D-47F0-AAB7-D837F03A13D6}"/>
    <dgm:cxn modelId="{08FDB0EF-BE2B-498C-9879-EC95D07321AB}" type="presParOf" srcId="{8CF3E522-5D57-4AC6-A114-9011ECADB126}" destId="{D6096381-8E40-4A96-8F38-09C01A4CFDEC}" srcOrd="0" destOrd="0" presId="urn:microsoft.com/office/officeart/2005/8/layout/lProcess3"/>
    <dgm:cxn modelId="{9602BEAB-C6D2-40EE-BDD2-81ABBA771A3C}" type="presParOf" srcId="{D6096381-8E40-4A96-8F38-09C01A4CFDEC}" destId="{C3C5C488-2D82-48FA-94E1-E6ED648AE07E}" srcOrd="0" destOrd="0" presId="urn:microsoft.com/office/officeart/2005/8/layout/lProcess3"/>
    <dgm:cxn modelId="{C279421D-1F5B-4709-81FC-C06F3D4B814A}" type="presParOf" srcId="{8CF3E522-5D57-4AC6-A114-9011ECADB126}" destId="{373A085F-9DBE-46BF-A47E-0C735CD1391E}" srcOrd="1" destOrd="0" presId="urn:microsoft.com/office/officeart/2005/8/layout/lProcess3"/>
    <dgm:cxn modelId="{FF7F3759-C7A0-4D70-80A6-103E7E69E6C7}" type="presParOf" srcId="{8CF3E522-5D57-4AC6-A114-9011ECADB126}" destId="{9268F6D1-F112-4A65-8301-E74A81AB70DA}" srcOrd="2" destOrd="0" presId="urn:microsoft.com/office/officeart/2005/8/layout/lProcess3"/>
    <dgm:cxn modelId="{4F938680-D11C-469D-8501-3DFE3610BCB0}" type="presParOf" srcId="{9268F6D1-F112-4A65-8301-E74A81AB70DA}" destId="{5F7C99BF-9C18-4701-B642-69C8B195B816}" srcOrd="0" destOrd="0" presId="urn:microsoft.com/office/officeart/2005/8/layout/lProcess3"/>
    <dgm:cxn modelId="{A5C47528-1378-400D-A20F-E3A91AD8BB9A}" type="presParOf" srcId="{8CF3E522-5D57-4AC6-A114-9011ECADB126}" destId="{6489C701-29A2-43EE-B483-7F35B23E0462}" srcOrd="3" destOrd="0" presId="urn:microsoft.com/office/officeart/2005/8/layout/lProcess3"/>
    <dgm:cxn modelId="{D8D078C5-6F34-4ACF-B6C1-5D8C1B2F4470}" type="presParOf" srcId="{8CF3E522-5D57-4AC6-A114-9011ECADB126}" destId="{34BC7A11-46D6-4CD3-A2C1-3FD5B3D3F123}" srcOrd="4" destOrd="0" presId="urn:microsoft.com/office/officeart/2005/8/layout/lProcess3"/>
    <dgm:cxn modelId="{E07D4E5D-F386-43FF-9019-4E17C99D0A8A}" type="presParOf" srcId="{34BC7A11-46D6-4CD3-A2C1-3FD5B3D3F123}" destId="{803580E4-39B5-44E5-A355-43EEFE242A45}" srcOrd="0"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ABB6AAD5-BB22-443A-B98E-11707CBE16C9}" type="doc">
      <dgm:prSet loTypeId="urn:microsoft.com/office/officeart/2005/8/layout/lProcess3" loCatId="process" qsTypeId="urn:microsoft.com/office/officeart/2005/8/quickstyle/simple1#3" qsCatId="simple" csTypeId="urn:microsoft.com/office/officeart/2005/8/colors/colorful1#6" csCatId="colorful" phldr="1"/>
      <dgm:spPr/>
      <dgm:t>
        <a:bodyPr/>
        <a:lstStyle/>
        <a:p>
          <a:endParaRPr lang="en-US"/>
        </a:p>
      </dgm:t>
    </dgm:pt>
    <dgm:pt modelId="{62F3A35F-EA2B-462C-89DA-224952DBD84B}">
      <dgm:prSet phldrT="[Text]" custT="1"/>
      <dgm:spPr>
        <a:solidFill>
          <a:schemeClr val="accent6"/>
        </a:solidFill>
        <a:ln>
          <a:noFill/>
        </a:ln>
      </dgm:spPr>
      <dgm:t>
        <a:bodyPr/>
        <a:lstStyle/>
        <a:p>
          <a:endParaRPr lang="en-US" sz="900" b="1" dirty="0" smtClean="0">
            <a:solidFill>
              <a:schemeClr val="bg1"/>
            </a:solidFill>
          </a:endParaRPr>
        </a:p>
        <a:p>
          <a:endParaRPr lang="en-US" sz="900" b="1" dirty="0" smtClean="0">
            <a:solidFill>
              <a:schemeClr val="bg1"/>
            </a:solidFill>
          </a:endParaRPr>
        </a:p>
        <a:p>
          <a:endParaRPr lang="en-US" sz="900" b="1" dirty="0">
            <a:solidFill>
              <a:schemeClr val="bg1"/>
            </a:solidFill>
          </a:endParaRPr>
        </a:p>
      </dgm:t>
    </dgm:pt>
    <dgm:pt modelId="{68C8E73F-A05A-4DC8-914A-C484D8568F55}" type="parTrans" cxnId="{78D5CF50-3633-4A11-9FE0-D306D94A091D}">
      <dgm:prSet/>
      <dgm:spPr/>
      <dgm:t>
        <a:bodyPr/>
        <a:lstStyle/>
        <a:p>
          <a:endParaRPr lang="en-US" sz="1050">
            <a:solidFill>
              <a:schemeClr val="bg1"/>
            </a:solidFill>
          </a:endParaRPr>
        </a:p>
      </dgm:t>
    </dgm:pt>
    <dgm:pt modelId="{12A631F8-73E8-4437-A632-1DA4C96C2081}" type="sibTrans" cxnId="{78D5CF50-3633-4A11-9FE0-D306D94A091D}">
      <dgm:prSet/>
      <dgm:spPr>
        <a:ln>
          <a:noFill/>
        </a:ln>
      </dgm:spPr>
      <dgm:t>
        <a:bodyPr/>
        <a:lstStyle/>
        <a:p>
          <a:endParaRPr lang="en-US" sz="1050">
            <a:solidFill>
              <a:schemeClr val="bg1"/>
            </a:solidFill>
          </a:endParaRPr>
        </a:p>
      </dgm:t>
    </dgm:pt>
    <dgm:pt modelId="{37FDA6AE-027B-4120-90CE-09301A415796}">
      <dgm:prSet phldrT="[Text]" custT="1"/>
      <dgm:spPr>
        <a:solidFill>
          <a:srgbClr val="FF0000"/>
        </a:solidFill>
        <a:ln>
          <a:noFill/>
        </a:ln>
      </dgm:spPr>
      <dgm:t>
        <a:bodyPr/>
        <a:lstStyle/>
        <a:p>
          <a:endParaRPr lang="en-US" sz="900" b="1" dirty="0" smtClean="0">
            <a:solidFill>
              <a:schemeClr val="bg1"/>
            </a:solidFill>
          </a:endParaRPr>
        </a:p>
        <a:p>
          <a:endParaRPr lang="en-US" sz="900" b="1" dirty="0" smtClean="0">
            <a:solidFill>
              <a:schemeClr val="bg1"/>
            </a:solidFill>
          </a:endParaRPr>
        </a:p>
        <a:p>
          <a:endParaRPr lang="en-US" sz="900" b="1" dirty="0">
            <a:solidFill>
              <a:schemeClr val="bg1"/>
            </a:solidFill>
          </a:endParaRPr>
        </a:p>
      </dgm:t>
    </dgm:pt>
    <dgm:pt modelId="{F547554B-51EF-4D52-BD83-B530786A53F6}" type="parTrans" cxnId="{97371629-EAFB-49C5-8D4C-1C2CC8EF98DA}">
      <dgm:prSet/>
      <dgm:spPr/>
      <dgm:t>
        <a:bodyPr/>
        <a:lstStyle/>
        <a:p>
          <a:endParaRPr lang="en-US" sz="1050">
            <a:solidFill>
              <a:schemeClr val="bg1"/>
            </a:solidFill>
          </a:endParaRPr>
        </a:p>
      </dgm:t>
    </dgm:pt>
    <dgm:pt modelId="{AACFA7FC-124D-47F0-AAB7-D837F03A13D6}" type="sibTrans" cxnId="{97371629-EAFB-49C5-8D4C-1C2CC8EF98DA}">
      <dgm:prSet/>
      <dgm:spPr>
        <a:ln>
          <a:noFill/>
        </a:ln>
      </dgm:spPr>
      <dgm:t>
        <a:bodyPr/>
        <a:lstStyle/>
        <a:p>
          <a:endParaRPr lang="en-US" sz="1050">
            <a:solidFill>
              <a:schemeClr val="bg1"/>
            </a:solidFill>
          </a:endParaRPr>
        </a:p>
      </dgm:t>
    </dgm:pt>
    <dgm:pt modelId="{8CF3E522-5D57-4AC6-A114-9011ECADB126}" type="pres">
      <dgm:prSet presAssocID="{ABB6AAD5-BB22-443A-B98E-11707CBE16C9}" presName="Name0" presStyleCnt="0">
        <dgm:presLayoutVars>
          <dgm:chPref val="3"/>
          <dgm:dir/>
          <dgm:animLvl val="lvl"/>
          <dgm:resizeHandles/>
        </dgm:presLayoutVars>
      </dgm:prSet>
      <dgm:spPr/>
      <dgm:t>
        <a:bodyPr/>
        <a:lstStyle/>
        <a:p>
          <a:endParaRPr lang="en-US"/>
        </a:p>
      </dgm:t>
    </dgm:pt>
    <dgm:pt modelId="{D6096381-8E40-4A96-8F38-09C01A4CFDEC}" type="pres">
      <dgm:prSet presAssocID="{62F3A35F-EA2B-462C-89DA-224952DBD84B}" presName="horFlow" presStyleCnt="0"/>
      <dgm:spPr/>
    </dgm:pt>
    <dgm:pt modelId="{C3C5C488-2D82-48FA-94E1-E6ED648AE07E}" type="pres">
      <dgm:prSet presAssocID="{62F3A35F-EA2B-462C-89DA-224952DBD84B}" presName="bigChev" presStyleLbl="node1" presStyleIdx="0" presStyleCnt="2"/>
      <dgm:spPr/>
      <dgm:t>
        <a:bodyPr/>
        <a:lstStyle/>
        <a:p>
          <a:endParaRPr lang="en-US"/>
        </a:p>
      </dgm:t>
    </dgm:pt>
    <dgm:pt modelId="{373A085F-9DBE-46BF-A47E-0C735CD1391E}" type="pres">
      <dgm:prSet presAssocID="{62F3A35F-EA2B-462C-89DA-224952DBD84B}" presName="vSp" presStyleCnt="0"/>
      <dgm:spPr/>
    </dgm:pt>
    <dgm:pt modelId="{9268F6D1-F112-4A65-8301-E74A81AB70DA}" type="pres">
      <dgm:prSet presAssocID="{37FDA6AE-027B-4120-90CE-09301A415796}" presName="horFlow" presStyleCnt="0"/>
      <dgm:spPr/>
    </dgm:pt>
    <dgm:pt modelId="{5F7C99BF-9C18-4701-B642-69C8B195B816}" type="pres">
      <dgm:prSet presAssocID="{37FDA6AE-027B-4120-90CE-09301A415796}" presName="bigChev" presStyleLbl="node1" presStyleIdx="1" presStyleCnt="2" custLinFactNeighborY="2143"/>
      <dgm:spPr/>
      <dgm:t>
        <a:bodyPr/>
        <a:lstStyle/>
        <a:p>
          <a:endParaRPr lang="en-US"/>
        </a:p>
      </dgm:t>
    </dgm:pt>
  </dgm:ptLst>
  <dgm:cxnLst>
    <dgm:cxn modelId="{30810FE7-5CD1-4F29-BB0E-B1875154A9EF}" type="presOf" srcId="{ABB6AAD5-BB22-443A-B98E-11707CBE16C9}" destId="{8CF3E522-5D57-4AC6-A114-9011ECADB126}" srcOrd="0" destOrd="0" presId="urn:microsoft.com/office/officeart/2005/8/layout/lProcess3"/>
    <dgm:cxn modelId="{795C9671-6939-4556-B22E-A11557D88830}" type="presOf" srcId="{62F3A35F-EA2B-462C-89DA-224952DBD84B}" destId="{C3C5C488-2D82-48FA-94E1-E6ED648AE07E}" srcOrd="0" destOrd="0" presId="urn:microsoft.com/office/officeart/2005/8/layout/lProcess3"/>
    <dgm:cxn modelId="{2344A1E1-FCD6-4790-BAF2-35B6B79CC671}" type="presOf" srcId="{37FDA6AE-027B-4120-90CE-09301A415796}" destId="{5F7C99BF-9C18-4701-B642-69C8B195B816}" srcOrd="0" destOrd="0" presId="urn:microsoft.com/office/officeart/2005/8/layout/lProcess3"/>
    <dgm:cxn modelId="{97371629-EAFB-49C5-8D4C-1C2CC8EF98DA}" srcId="{ABB6AAD5-BB22-443A-B98E-11707CBE16C9}" destId="{37FDA6AE-027B-4120-90CE-09301A415796}" srcOrd="1" destOrd="0" parTransId="{F547554B-51EF-4D52-BD83-B530786A53F6}" sibTransId="{AACFA7FC-124D-47F0-AAB7-D837F03A13D6}"/>
    <dgm:cxn modelId="{78D5CF50-3633-4A11-9FE0-D306D94A091D}" srcId="{ABB6AAD5-BB22-443A-B98E-11707CBE16C9}" destId="{62F3A35F-EA2B-462C-89DA-224952DBD84B}" srcOrd="0" destOrd="0" parTransId="{68C8E73F-A05A-4DC8-914A-C484D8568F55}" sibTransId="{12A631F8-73E8-4437-A632-1DA4C96C2081}"/>
    <dgm:cxn modelId="{2009DF40-D3E3-4FBA-AD01-98C62362DCF8}" type="presParOf" srcId="{8CF3E522-5D57-4AC6-A114-9011ECADB126}" destId="{D6096381-8E40-4A96-8F38-09C01A4CFDEC}" srcOrd="0" destOrd="0" presId="urn:microsoft.com/office/officeart/2005/8/layout/lProcess3"/>
    <dgm:cxn modelId="{0397AE5D-F7F5-4685-96D3-B7ECC4B7AC1D}" type="presParOf" srcId="{D6096381-8E40-4A96-8F38-09C01A4CFDEC}" destId="{C3C5C488-2D82-48FA-94E1-E6ED648AE07E}" srcOrd="0" destOrd="0" presId="urn:microsoft.com/office/officeart/2005/8/layout/lProcess3"/>
    <dgm:cxn modelId="{89FD91A5-C074-433B-861D-BD19B3EDAD9B}" type="presParOf" srcId="{8CF3E522-5D57-4AC6-A114-9011ECADB126}" destId="{373A085F-9DBE-46BF-A47E-0C735CD1391E}" srcOrd="1" destOrd="0" presId="urn:microsoft.com/office/officeart/2005/8/layout/lProcess3"/>
    <dgm:cxn modelId="{75316250-E7A5-4512-B3A4-F256D3DCE480}" type="presParOf" srcId="{8CF3E522-5D57-4AC6-A114-9011ECADB126}" destId="{9268F6D1-F112-4A65-8301-E74A81AB70DA}" srcOrd="2" destOrd="0" presId="urn:microsoft.com/office/officeart/2005/8/layout/lProcess3"/>
    <dgm:cxn modelId="{F0D90706-E6EB-4365-9B2F-08108FBE5582}" type="presParOf" srcId="{9268F6D1-F112-4A65-8301-E74A81AB70DA}" destId="{5F7C99BF-9C18-4701-B642-69C8B195B816}" srcOrd="0"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BB6AAD5-BB22-443A-B98E-11707CBE16C9}" type="doc">
      <dgm:prSet loTypeId="urn:microsoft.com/office/officeart/2005/8/layout/lProcess3" loCatId="process" qsTypeId="urn:microsoft.com/office/officeart/2005/8/quickstyle/simple1#3" qsCatId="simple" csTypeId="urn:microsoft.com/office/officeart/2005/8/colors/colorful1#6" csCatId="colorful" phldr="1"/>
      <dgm:spPr/>
      <dgm:t>
        <a:bodyPr/>
        <a:lstStyle/>
        <a:p>
          <a:endParaRPr lang="en-US"/>
        </a:p>
      </dgm:t>
    </dgm:pt>
    <dgm:pt modelId="{8C92A023-B595-4B7E-9FD1-86305B47363F}">
      <dgm:prSet phldrT="[Text]" custT="1"/>
      <dgm:spPr>
        <a:ln>
          <a:noFill/>
        </a:ln>
      </dgm:spPr>
      <dgm:t>
        <a:bodyPr/>
        <a:lstStyle/>
        <a:p>
          <a:endParaRPr lang="en-US" sz="900" b="1" dirty="0" smtClean="0">
            <a:solidFill>
              <a:schemeClr val="bg1"/>
            </a:solidFill>
          </a:endParaRPr>
        </a:p>
        <a:p>
          <a:endParaRPr lang="en-US" sz="900" b="1" dirty="0" smtClean="0">
            <a:solidFill>
              <a:schemeClr val="bg1"/>
            </a:solidFill>
          </a:endParaRPr>
        </a:p>
        <a:p>
          <a:endParaRPr lang="en-US" sz="900" b="1" dirty="0">
            <a:solidFill>
              <a:schemeClr val="bg1"/>
            </a:solidFill>
          </a:endParaRPr>
        </a:p>
      </dgm:t>
    </dgm:pt>
    <dgm:pt modelId="{126030B6-AD92-4139-8AC7-ED96A61FFA13}" type="parTrans" cxnId="{6393EA77-6C35-4795-B9F8-BC384CEB01BB}">
      <dgm:prSet/>
      <dgm:spPr/>
      <dgm:t>
        <a:bodyPr/>
        <a:lstStyle/>
        <a:p>
          <a:endParaRPr lang="en-US" sz="1050">
            <a:solidFill>
              <a:schemeClr val="bg1"/>
            </a:solidFill>
          </a:endParaRPr>
        </a:p>
      </dgm:t>
    </dgm:pt>
    <dgm:pt modelId="{45610BF7-B096-4636-A867-71803911F6BC}" type="sibTrans" cxnId="{6393EA77-6C35-4795-B9F8-BC384CEB01BB}">
      <dgm:prSet/>
      <dgm:spPr>
        <a:ln>
          <a:noFill/>
        </a:ln>
      </dgm:spPr>
      <dgm:t>
        <a:bodyPr/>
        <a:lstStyle/>
        <a:p>
          <a:endParaRPr lang="en-US" sz="1050">
            <a:solidFill>
              <a:schemeClr val="bg1"/>
            </a:solidFill>
          </a:endParaRPr>
        </a:p>
      </dgm:t>
    </dgm:pt>
    <dgm:pt modelId="{839B389E-0F3A-4E44-B6E2-13F1399C142F}">
      <dgm:prSet phldrT="[Text]" custT="1"/>
      <dgm:spPr>
        <a:ln>
          <a:noFill/>
        </a:ln>
      </dgm:spPr>
      <dgm:t>
        <a:bodyPr/>
        <a:lstStyle/>
        <a:p>
          <a:endParaRPr lang="en-US" sz="900" b="1" dirty="0" smtClean="0">
            <a:solidFill>
              <a:schemeClr val="bg1"/>
            </a:solidFill>
          </a:endParaRPr>
        </a:p>
        <a:p>
          <a:endParaRPr lang="en-US" sz="900" b="1" dirty="0" smtClean="0">
            <a:solidFill>
              <a:schemeClr val="bg1"/>
            </a:solidFill>
          </a:endParaRPr>
        </a:p>
        <a:p>
          <a:endParaRPr lang="en-US" sz="900" b="1" dirty="0">
            <a:solidFill>
              <a:schemeClr val="bg1"/>
            </a:solidFill>
          </a:endParaRPr>
        </a:p>
      </dgm:t>
    </dgm:pt>
    <dgm:pt modelId="{9C2D419A-4208-435A-8DFE-59E57C79B927}" type="parTrans" cxnId="{E9F581C8-1891-4557-8FD4-140226A54CF9}">
      <dgm:prSet/>
      <dgm:spPr/>
      <dgm:t>
        <a:bodyPr/>
        <a:lstStyle/>
        <a:p>
          <a:endParaRPr lang="en-US" sz="1050"/>
        </a:p>
      </dgm:t>
    </dgm:pt>
    <dgm:pt modelId="{8F45AFFE-9FF4-4A34-B11A-ED475E2D4999}" type="sibTrans" cxnId="{E9F581C8-1891-4557-8FD4-140226A54CF9}">
      <dgm:prSet/>
      <dgm:spPr/>
      <dgm:t>
        <a:bodyPr/>
        <a:lstStyle/>
        <a:p>
          <a:endParaRPr lang="en-US" sz="1050"/>
        </a:p>
      </dgm:t>
    </dgm:pt>
    <dgm:pt modelId="{8CF3E522-5D57-4AC6-A114-9011ECADB126}" type="pres">
      <dgm:prSet presAssocID="{ABB6AAD5-BB22-443A-B98E-11707CBE16C9}" presName="Name0" presStyleCnt="0">
        <dgm:presLayoutVars>
          <dgm:chPref val="3"/>
          <dgm:dir/>
          <dgm:animLvl val="lvl"/>
          <dgm:resizeHandles/>
        </dgm:presLayoutVars>
      </dgm:prSet>
      <dgm:spPr/>
      <dgm:t>
        <a:bodyPr/>
        <a:lstStyle/>
        <a:p>
          <a:endParaRPr lang="en-US"/>
        </a:p>
      </dgm:t>
    </dgm:pt>
    <dgm:pt modelId="{34BC7A11-46D6-4CD3-A2C1-3FD5B3D3F123}" type="pres">
      <dgm:prSet presAssocID="{8C92A023-B595-4B7E-9FD1-86305B47363F}" presName="horFlow" presStyleCnt="0"/>
      <dgm:spPr/>
    </dgm:pt>
    <dgm:pt modelId="{803580E4-39B5-44E5-A355-43EEFE242A45}" type="pres">
      <dgm:prSet presAssocID="{8C92A023-B595-4B7E-9FD1-86305B47363F}" presName="bigChev" presStyleLbl="node1" presStyleIdx="0" presStyleCnt="2" custLinFactNeighborX="-1268" custLinFactNeighborY="8364"/>
      <dgm:spPr/>
      <dgm:t>
        <a:bodyPr/>
        <a:lstStyle/>
        <a:p>
          <a:endParaRPr lang="en-US"/>
        </a:p>
      </dgm:t>
    </dgm:pt>
    <dgm:pt modelId="{48968FDD-2CAD-44D2-ABC1-A074F5AEE7EE}" type="pres">
      <dgm:prSet presAssocID="{8C92A023-B595-4B7E-9FD1-86305B47363F}" presName="vSp" presStyleCnt="0"/>
      <dgm:spPr/>
    </dgm:pt>
    <dgm:pt modelId="{E5CACCF2-1E9C-4594-B0E5-63D54C4C3B51}" type="pres">
      <dgm:prSet presAssocID="{839B389E-0F3A-4E44-B6E2-13F1399C142F}" presName="horFlow" presStyleCnt="0"/>
      <dgm:spPr/>
    </dgm:pt>
    <dgm:pt modelId="{38B3533C-0604-42C2-B6E4-34D51AE7EEAA}" type="pres">
      <dgm:prSet presAssocID="{839B389E-0F3A-4E44-B6E2-13F1399C142F}" presName="bigChev" presStyleLbl="node1" presStyleIdx="1" presStyleCnt="2" custLinFactNeighborY="44341"/>
      <dgm:spPr/>
      <dgm:t>
        <a:bodyPr/>
        <a:lstStyle/>
        <a:p>
          <a:endParaRPr lang="en-US"/>
        </a:p>
      </dgm:t>
    </dgm:pt>
  </dgm:ptLst>
  <dgm:cxnLst>
    <dgm:cxn modelId="{A20CB42A-4CAD-4843-BE1A-D1ACF5FF5F61}" type="presOf" srcId="{ABB6AAD5-BB22-443A-B98E-11707CBE16C9}" destId="{8CF3E522-5D57-4AC6-A114-9011ECADB126}" srcOrd="0" destOrd="0" presId="urn:microsoft.com/office/officeart/2005/8/layout/lProcess3"/>
    <dgm:cxn modelId="{15A1F2B8-7D91-4F19-BAA0-F276D9E2B72E}" type="presOf" srcId="{839B389E-0F3A-4E44-B6E2-13F1399C142F}" destId="{38B3533C-0604-42C2-B6E4-34D51AE7EEAA}" srcOrd="0" destOrd="0" presId="urn:microsoft.com/office/officeart/2005/8/layout/lProcess3"/>
    <dgm:cxn modelId="{E9F581C8-1891-4557-8FD4-140226A54CF9}" srcId="{ABB6AAD5-BB22-443A-B98E-11707CBE16C9}" destId="{839B389E-0F3A-4E44-B6E2-13F1399C142F}" srcOrd="1" destOrd="0" parTransId="{9C2D419A-4208-435A-8DFE-59E57C79B927}" sibTransId="{8F45AFFE-9FF4-4A34-B11A-ED475E2D4999}"/>
    <dgm:cxn modelId="{6393EA77-6C35-4795-B9F8-BC384CEB01BB}" srcId="{ABB6AAD5-BB22-443A-B98E-11707CBE16C9}" destId="{8C92A023-B595-4B7E-9FD1-86305B47363F}" srcOrd="0" destOrd="0" parTransId="{126030B6-AD92-4139-8AC7-ED96A61FFA13}" sibTransId="{45610BF7-B096-4636-A867-71803911F6BC}"/>
    <dgm:cxn modelId="{1F204990-23FB-438F-9EE5-8D49C31830B5}" type="presOf" srcId="{8C92A023-B595-4B7E-9FD1-86305B47363F}" destId="{803580E4-39B5-44E5-A355-43EEFE242A45}" srcOrd="0" destOrd="0" presId="urn:microsoft.com/office/officeart/2005/8/layout/lProcess3"/>
    <dgm:cxn modelId="{43247A0E-D409-4F54-8A1F-C8998112C5D2}" type="presParOf" srcId="{8CF3E522-5D57-4AC6-A114-9011ECADB126}" destId="{34BC7A11-46D6-4CD3-A2C1-3FD5B3D3F123}" srcOrd="0" destOrd="0" presId="urn:microsoft.com/office/officeart/2005/8/layout/lProcess3"/>
    <dgm:cxn modelId="{FC07963F-DAAC-467E-9510-80CCB24858D5}" type="presParOf" srcId="{34BC7A11-46D6-4CD3-A2C1-3FD5B3D3F123}" destId="{803580E4-39B5-44E5-A355-43EEFE242A45}" srcOrd="0" destOrd="0" presId="urn:microsoft.com/office/officeart/2005/8/layout/lProcess3"/>
    <dgm:cxn modelId="{34C2852F-2510-4010-BA1E-71AD5C6536F4}" type="presParOf" srcId="{8CF3E522-5D57-4AC6-A114-9011ECADB126}" destId="{48968FDD-2CAD-44D2-ABC1-A074F5AEE7EE}" srcOrd="1" destOrd="0" presId="urn:microsoft.com/office/officeart/2005/8/layout/lProcess3"/>
    <dgm:cxn modelId="{C43E0330-486E-42ED-AD1C-3E69E483DB6E}" type="presParOf" srcId="{8CF3E522-5D57-4AC6-A114-9011ECADB126}" destId="{E5CACCF2-1E9C-4594-B0E5-63D54C4C3B51}" srcOrd="2" destOrd="0" presId="urn:microsoft.com/office/officeart/2005/8/layout/lProcess3"/>
    <dgm:cxn modelId="{76E92119-B003-4FEB-9117-9ADA0D66D489}" type="presParOf" srcId="{E5CACCF2-1E9C-4594-B0E5-63D54C4C3B51}" destId="{38B3533C-0604-42C2-B6E4-34D51AE7EEAA}" srcOrd="0"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4" qsCatId="simple" csTypeId="urn:microsoft.com/office/officeart/2005/8/colors/accent1_2#1"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F7D16271-F2B4-4BC6-91DF-56B5CDD536C8}" type="presOf" srcId="{70B4E3E7-92BD-4BA3-8C93-826D98F65609}" destId="{402BF6D5-BC22-4BEB-9027-2D822CD0A19A}" srcOrd="0" destOrd="0" presId="urn:microsoft.com/office/officeart/2011/layout/ThemePictureAlternatingAccent"/>
    <dgm:cxn modelId="{9C25DD35-6BE8-4B93-93BB-2FA9643CB5A4}"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E9E7A111-8F2F-4385-B6F9-65DCB7A97E21}" type="presParOf" srcId="{402BF6D5-BC22-4BEB-9027-2D822CD0A19A}" destId="{7F383395-A406-466B-9E8C-672150081A67}" srcOrd="0" destOrd="0" presId="urn:microsoft.com/office/officeart/2011/layout/ThemePictureAlternatingAccent"/>
    <dgm:cxn modelId="{E19CAC74-A22F-441C-B9DC-B43D4CC6B7D5}" type="presParOf" srcId="{7F383395-A406-466B-9E8C-672150081A67}" destId="{63E8F094-BB29-4F1C-8DE8-869308440306}" srcOrd="0" destOrd="0" presId="urn:microsoft.com/office/officeart/2011/layout/ThemePictureAlternatingAccent"/>
    <dgm:cxn modelId="{9D835377-D6FD-418B-963F-7919C7F7FE5E}"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F7019ADC-D057-4724-A691-469408C95E78}"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89D3B4CC-2B51-4655-9ECC-A703968AA95C}" type="presOf" srcId="{EF85E227-2C46-46B0-8C25-15ED58A3377E}" destId="{BF7C867C-0ECC-4DC7-8F13-5617889C754B}" srcOrd="0" destOrd="0" presId="urn:microsoft.com/office/officeart/2011/layout/ThemePictureAlternatingAccent"/>
    <dgm:cxn modelId="{B3F81447-A51C-49C9-BD2E-0CEF9E6D4F8B}" type="presParOf" srcId="{402BF6D5-BC22-4BEB-9027-2D822CD0A19A}" destId="{7F383395-A406-466B-9E8C-672150081A67}" srcOrd="0" destOrd="0" presId="urn:microsoft.com/office/officeart/2011/layout/ThemePictureAlternatingAccent"/>
    <dgm:cxn modelId="{3E7DD3E8-21CE-4A33-AC30-79469C5B5791}" type="presParOf" srcId="{7F383395-A406-466B-9E8C-672150081A67}" destId="{63E8F094-BB29-4F1C-8DE8-869308440306}" srcOrd="0" destOrd="0" presId="urn:microsoft.com/office/officeart/2011/layout/ThemePictureAlternatingAccent"/>
    <dgm:cxn modelId="{EC2694AD-0315-4EDB-88F9-B384BA650838}"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93FFA29E-2723-4E62-9E6F-7E53A6982EBB}" type="presOf" srcId="{70B4E3E7-92BD-4BA3-8C93-826D98F65609}" destId="{402BF6D5-BC22-4BEB-9027-2D822CD0A19A}" srcOrd="0" destOrd="0" presId="urn:microsoft.com/office/officeart/2011/layout/ThemePictureAlternatingAccent"/>
    <dgm:cxn modelId="{60DF6B3D-5DFA-4163-8BC1-F415E188612C}"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CDCBC65E-73FA-4807-A5B8-35CAA9D66BA6}" type="presParOf" srcId="{402BF6D5-BC22-4BEB-9027-2D822CD0A19A}" destId="{7F383395-A406-466B-9E8C-672150081A67}" srcOrd="0" destOrd="0" presId="urn:microsoft.com/office/officeart/2011/layout/ThemePictureAlternatingAccent"/>
    <dgm:cxn modelId="{3B81D98F-46D9-457F-B81F-06728BA4295C}" type="presParOf" srcId="{7F383395-A406-466B-9E8C-672150081A67}" destId="{63E8F094-BB29-4F1C-8DE8-869308440306}" srcOrd="0" destOrd="0" presId="urn:microsoft.com/office/officeart/2011/layout/ThemePictureAlternatingAccent"/>
    <dgm:cxn modelId="{AADE4B9D-A4DA-44FD-A983-54B2071BF318}"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1C61BE44-4E07-47B7-84F4-1424CD155B19}" type="presOf" srcId="{70B4E3E7-92BD-4BA3-8C93-826D98F65609}" destId="{402BF6D5-BC22-4BEB-9027-2D822CD0A19A}" srcOrd="0" destOrd="0" presId="urn:microsoft.com/office/officeart/2011/layout/ThemePictureAlternatingAccent"/>
    <dgm:cxn modelId="{1559A55A-F676-46F5-8E3C-B0A1BBE1DFC4}"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8B564DA2-D16C-43BA-82D3-CAD076B23224}" type="presParOf" srcId="{402BF6D5-BC22-4BEB-9027-2D822CD0A19A}" destId="{7F383395-A406-466B-9E8C-672150081A67}" srcOrd="0" destOrd="0" presId="urn:microsoft.com/office/officeart/2011/layout/ThemePictureAlternatingAccent"/>
    <dgm:cxn modelId="{E57E8F3F-DCBC-443E-9995-9DBC38E826E1}" type="presParOf" srcId="{7F383395-A406-466B-9E8C-672150081A67}" destId="{63E8F094-BB29-4F1C-8DE8-869308440306}" srcOrd="0" destOrd="0" presId="urn:microsoft.com/office/officeart/2011/layout/ThemePictureAlternatingAccent"/>
    <dgm:cxn modelId="{37EC88A9-B245-4202-A6D2-D3754E543833}"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105C5C5C-870E-4FF4-B359-BF1A17628843}" type="presOf" srcId="{EF85E227-2C46-46B0-8C25-15ED58A3377E}" destId="{BF7C867C-0ECC-4DC7-8F13-5617889C754B}" srcOrd="0" destOrd="0" presId="urn:microsoft.com/office/officeart/2011/layout/ThemePictureAlternatingAccent"/>
    <dgm:cxn modelId="{3D3D8B8C-B285-426B-97AE-EC458EE05E30}"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EE28848A-058A-4844-BDF8-58A1DEF3DD71}" type="presParOf" srcId="{402BF6D5-BC22-4BEB-9027-2D822CD0A19A}" destId="{7F383395-A406-466B-9E8C-672150081A67}" srcOrd="0" destOrd="0" presId="urn:microsoft.com/office/officeart/2011/layout/ThemePictureAlternatingAccent"/>
    <dgm:cxn modelId="{7827EC61-B598-4603-AD2A-F3B9BD5A4496}" type="presParOf" srcId="{7F383395-A406-466B-9E8C-672150081A67}" destId="{63E8F094-BB29-4F1C-8DE8-869308440306}" srcOrd="0" destOrd="0" presId="urn:microsoft.com/office/officeart/2011/layout/ThemePictureAlternatingAccent"/>
    <dgm:cxn modelId="{2596036F-A865-4642-8867-749B6BFB454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B26D2C9E-BA5C-4E1D-ADFA-941093D17D78}" type="presOf" srcId="{EF85E227-2C46-46B0-8C25-15ED58A3377E}" destId="{BF7C867C-0ECC-4DC7-8F13-5617889C754B}" srcOrd="0" destOrd="0" presId="urn:microsoft.com/office/officeart/2011/layout/ThemePictureAlternatingAccent"/>
    <dgm:cxn modelId="{7DDEB434-F404-492E-8121-DFF195973A49}"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8BAAF485-FFD3-41D6-BF92-A45FC2BA5AFE}" type="presParOf" srcId="{402BF6D5-BC22-4BEB-9027-2D822CD0A19A}" destId="{7F383395-A406-466B-9E8C-672150081A67}" srcOrd="0" destOrd="0" presId="urn:microsoft.com/office/officeart/2011/layout/ThemePictureAlternatingAccent"/>
    <dgm:cxn modelId="{0E05F543-AEFD-42EE-AF69-668C0FC3082A}" type="presParOf" srcId="{7F383395-A406-466B-9E8C-672150081A67}" destId="{63E8F094-BB29-4F1C-8DE8-869308440306}" srcOrd="0" destOrd="0" presId="urn:microsoft.com/office/officeart/2011/layout/ThemePictureAlternatingAccent"/>
    <dgm:cxn modelId="{E44024F5-BF6A-4EE4-8C29-C47CF2E305DB}"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6D769044-2475-4C82-B12E-542CC51FCE93}" type="doc">
      <dgm:prSet loTypeId="urn:microsoft.com/office/officeart/2011/layout/CircleProcess#1" loCatId="process" qsTypeId="urn:microsoft.com/office/officeart/2005/8/quickstyle/3d9" qsCatId="3D" csTypeId="urn:microsoft.com/office/officeart/2005/8/colors/accent1_2" csCatId="accent1" phldr="1"/>
      <dgm:spPr/>
      <dgm:t>
        <a:bodyPr/>
        <a:lstStyle/>
        <a:p>
          <a:endParaRPr lang="en-US"/>
        </a:p>
      </dgm:t>
    </dgm:pt>
    <dgm:pt modelId="{3A3798DD-3E73-4A88-B866-401AC44EA08F}">
      <dgm:prSet phldrT="[Text]"/>
      <dgm:spPr/>
      <dgm:t>
        <a:bodyPr/>
        <a:lstStyle/>
        <a:p>
          <a:r>
            <a:rPr lang="ar-SA" dirty="0" smtClean="0"/>
            <a:t>مرسل</a:t>
          </a:r>
          <a:r>
            <a:rPr lang="id-ID" dirty="0" smtClean="0"/>
            <a:t>   </a:t>
          </a:r>
          <a:endParaRPr lang="en-US" dirty="0"/>
        </a:p>
      </dgm:t>
    </dgm:pt>
    <dgm:pt modelId="{348AA6C5-AFB2-43AB-9841-AC6A04BA903A}" type="parTrans" cxnId="{16EDBAA6-6BB5-4BDE-942A-60854C0193E3}">
      <dgm:prSet/>
      <dgm:spPr/>
      <dgm:t>
        <a:bodyPr/>
        <a:lstStyle/>
        <a:p>
          <a:endParaRPr lang="en-US"/>
        </a:p>
      </dgm:t>
    </dgm:pt>
    <dgm:pt modelId="{2250D593-F18E-4627-9895-CCA52DCEF8AA}" type="sibTrans" cxnId="{16EDBAA6-6BB5-4BDE-942A-60854C0193E3}">
      <dgm:prSet/>
      <dgm:spPr/>
      <dgm:t>
        <a:bodyPr/>
        <a:lstStyle/>
        <a:p>
          <a:endParaRPr lang="en-US"/>
        </a:p>
      </dgm:t>
    </dgm:pt>
    <dgm:pt modelId="{8F56EA2B-C767-4E5D-8624-65D2A781DE21}">
      <dgm:prSet/>
      <dgm:spPr/>
      <dgm:t>
        <a:bodyPr/>
        <a:lstStyle/>
        <a:p>
          <a:r>
            <a:rPr lang="ar-SA" dirty="0" smtClean="0"/>
            <a:t>مصدر</a:t>
          </a:r>
          <a:endParaRPr lang="en-US" dirty="0"/>
        </a:p>
      </dgm:t>
    </dgm:pt>
    <dgm:pt modelId="{6D4D4B24-4B8C-4B10-AB19-56D1D0D88C85}" type="parTrans" cxnId="{39D86176-BE55-4C1F-B24F-AF5CE91CAA38}">
      <dgm:prSet/>
      <dgm:spPr/>
      <dgm:t>
        <a:bodyPr/>
        <a:lstStyle/>
        <a:p>
          <a:endParaRPr lang="en-US"/>
        </a:p>
      </dgm:t>
    </dgm:pt>
    <dgm:pt modelId="{9A434630-B7E8-446F-A31B-CC05FCC4BFF5}" type="sibTrans" cxnId="{39D86176-BE55-4C1F-B24F-AF5CE91CAA38}">
      <dgm:prSet/>
      <dgm:spPr/>
      <dgm:t>
        <a:bodyPr/>
        <a:lstStyle/>
        <a:p>
          <a:endParaRPr lang="en-US"/>
        </a:p>
      </dgm:t>
    </dgm:pt>
    <dgm:pt modelId="{FE876057-A381-4D3B-84C3-4B44F53576DA}">
      <dgm:prSet/>
      <dgm:spPr/>
      <dgm:t>
        <a:bodyPr/>
        <a:lstStyle/>
        <a:p>
          <a:r>
            <a:rPr lang="ar-SA" dirty="0" smtClean="0"/>
            <a:t>اشارة</a:t>
          </a:r>
          <a:endParaRPr lang="en-US" dirty="0"/>
        </a:p>
      </dgm:t>
    </dgm:pt>
    <dgm:pt modelId="{FB879B6E-5E7E-4E69-BE4D-245325264561}" type="parTrans" cxnId="{D98B1B53-6DCB-4BF2-8DCF-02A1BD7D4ADC}">
      <dgm:prSet/>
      <dgm:spPr/>
      <dgm:t>
        <a:bodyPr/>
        <a:lstStyle/>
        <a:p>
          <a:endParaRPr lang="en-US"/>
        </a:p>
      </dgm:t>
    </dgm:pt>
    <dgm:pt modelId="{5B329D7E-56FB-44F4-B229-8E4ED39B8DD5}" type="sibTrans" cxnId="{D98B1B53-6DCB-4BF2-8DCF-02A1BD7D4ADC}">
      <dgm:prSet/>
      <dgm:spPr/>
      <dgm:t>
        <a:bodyPr/>
        <a:lstStyle/>
        <a:p>
          <a:endParaRPr lang="en-US"/>
        </a:p>
      </dgm:t>
    </dgm:pt>
    <dgm:pt modelId="{BA5FBD5F-C1D7-46FA-970E-9523878A3509}">
      <dgm:prSet phldrT="[Text]"/>
      <dgm:spPr/>
      <dgm:t>
        <a:bodyPr/>
        <a:lstStyle/>
        <a:p>
          <a:r>
            <a:rPr lang="ar-SA" dirty="0" smtClean="0"/>
            <a:t>مستقبل</a:t>
          </a:r>
          <a:endParaRPr lang="en-US" dirty="0"/>
        </a:p>
      </dgm:t>
    </dgm:pt>
    <dgm:pt modelId="{8EB2BC07-1AEF-4CA3-AB28-B8FFAC8DEAEA}" type="sibTrans" cxnId="{22CB04AA-02F6-46BB-8FCC-BB102C095EAA}">
      <dgm:prSet/>
      <dgm:spPr/>
      <dgm:t>
        <a:bodyPr/>
        <a:lstStyle/>
        <a:p>
          <a:endParaRPr lang="en-US"/>
        </a:p>
      </dgm:t>
    </dgm:pt>
    <dgm:pt modelId="{6773C1A1-D914-4ADB-906C-4B013E9E7FA8}" type="parTrans" cxnId="{22CB04AA-02F6-46BB-8FCC-BB102C095EAA}">
      <dgm:prSet/>
      <dgm:spPr/>
      <dgm:t>
        <a:bodyPr/>
        <a:lstStyle/>
        <a:p>
          <a:endParaRPr lang="en-US"/>
        </a:p>
      </dgm:t>
    </dgm:pt>
    <dgm:pt modelId="{4D235602-585F-4385-9BFB-3D703E465BFF}">
      <dgm:prSet phldrT="[Text]"/>
      <dgm:spPr/>
      <dgm:t>
        <a:bodyPr/>
        <a:lstStyle/>
        <a:p>
          <a:r>
            <a:rPr lang="id-ID" dirty="0" smtClean="0"/>
            <a:t>  </a:t>
          </a:r>
          <a:r>
            <a:rPr lang="ar-SA" dirty="0" smtClean="0"/>
            <a:t>هدف</a:t>
          </a:r>
          <a:endParaRPr lang="en-US" dirty="0"/>
        </a:p>
      </dgm:t>
    </dgm:pt>
    <dgm:pt modelId="{E30F3891-90A2-40BC-9112-CCFE4D08DAA2}" type="sibTrans" cxnId="{0DE0459A-9FCD-43A9-9303-3F6736B586C4}">
      <dgm:prSet/>
      <dgm:spPr/>
      <dgm:t>
        <a:bodyPr/>
        <a:lstStyle/>
        <a:p>
          <a:endParaRPr lang="en-US"/>
        </a:p>
      </dgm:t>
    </dgm:pt>
    <dgm:pt modelId="{9D711FAC-1EF9-414B-8259-085772562F89}" type="parTrans" cxnId="{0DE0459A-9FCD-43A9-9303-3F6736B586C4}">
      <dgm:prSet/>
      <dgm:spPr/>
      <dgm:t>
        <a:bodyPr/>
        <a:lstStyle/>
        <a:p>
          <a:endParaRPr lang="en-US"/>
        </a:p>
      </dgm:t>
    </dgm:pt>
    <dgm:pt modelId="{96B34D68-AFEB-4A4C-8DD8-5E4AB1271033}" type="pres">
      <dgm:prSet presAssocID="{6D769044-2475-4C82-B12E-542CC51FCE93}" presName="Name0" presStyleCnt="0">
        <dgm:presLayoutVars>
          <dgm:chMax val="11"/>
          <dgm:chPref val="11"/>
          <dgm:dir/>
          <dgm:resizeHandles/>
        </dgm:presLayoutVars>
      </dgm:prSet>
      <dgm:spPr/>
      <dgm:t>
        <a:bodyPr/>
        <a:lstStyle/>
        <a:p>
          <a:endParaRPr lang="en-US"/>
        </a:p>
      </dgm:t>
    </dgm:pt>
    <dgm:pt modelId="{8C5EA8B9-61F6-4D08-9549-70AA29ED968A}" type="pres">
      <dgm:prSet presAssocID="{4D235602-585F-4385-9BFB-3D703E465BFF}" presName="Accent5" presStyleCnt="0"/>
      <dgm:spPr/>
      <dgm:t>
        <a:bodyPr/>
        <a:lstStyle/>
        <a:p>
          <a:endParaRPr lang="en-US"/>
        </a:p>
      </dgm:t>
    </dgm:pt>
    <dgm:pt modelId="{2D5054CA-668D-4BC9-B92D-8459053C3B56}" type="pres">
      <dgm:prSet presAssocID="{4D235602-585F-4385-9BFB-3D703E465BFF}" presName="Accent" presStyleLbl="node1" presStyleIdx="0" presStyleCnt="5"/>
      <dgm:spPr/>
      <dgm:t>
        <a:bodyPr/>
        <a:lstStyle/>
        <a:p>
          <a:endParaRPr lang="en-US"/>
        </a:p>
      </dgm:t>
    </dgm:pt>
    <dgm:pt modelId="{E29D5B67-169C-4EA5-9DEB-23A14AAEF230}" type="pres">
      <dgm:prSet presAssocID="{4D235602-585F-4385-9BFB-3D703E465BFF}" presName="ParentBackground5" presStyleCnt="0"/>
      <dgm:spPr/>
      <dgm:t>
        <a:bodyPr/>
        <a:lstStyle/>
        <a:p>
          <a:endParaRPr lang="en-US"/>
        </a:p>
      </dgm:t>
    </dgm:pt>
    <dgm:pt modelId="{4A3EAF7E-043A-4CA9-85EC-2556BFE5863D}" type="pres">
      <dgm:prSet presAssocID="{4D235602-585F-4385-9BFB-3D703E465BFF}" presName="ParentBackground" presStyleLbl="fgAcc1" presStyleIdx="0" presStyleCnt="5"/>
      <dgm:spPr/>
      <dgm:t>
        <a:bodyPr/>
        <a:lstStyle/>
        <a:p>
          <a:endParaRPr lang="en-US"/>
        </a:p>
      </dgm:t>
    </dgm:pt>
    <dgm:pt modelId="{F888B0E9-D4E0-4ECE-B775-63DE98D34A57}" type="pres">
      <dgm:prSet presAssocID="{4D235602-585F-4385-9BFB-3D703E465BFF}" presName="Parent5" presStyleLbl="revTx" presStyleIdx="0" presStyleCnt="0">
        <dgm:presLayoutVars>
          <dgm:chMax val="1"/>
          <dgm:chPref val="1"/>
          <dgm:bulletEnabled val="1"/>
        </dgm:presLayoutVars>
      </dgm:prSet>
      <dgm:spPr/>
      <dgm:t>
        <a:bodyPr/>
        <a:lstStyle/>
        <a:p>
          <a:endParaRPr lang="en-US"/>
        </a:p>
      </dgm:t>
    </dgm:pt>
    <dgm:pt modelId="{83B75759-ECD3-4E63-BDDD-47D51708B4DB}" type="pres">
      <dgm:prSet presAssocID="{BA5FBD5F-C1D7-46FA-970E-9523878A3509}" presName="Accent4" presStyleCnt="0"/>
      <dgm:spPr/>
      <dgm:t>
        <a:bodyPr/>
        <a:lstStyle/>
        <a:p>
          <a:endParaRPr lang="en-US"/>
        </a:p>
      </dgm:t>
    </dgm:pt>
    <dgm:pt modelId="{5FB96F7B-66C8-41EC-B47B-DBD7D3A7EE61}" type="pres">
      <dgm:prSet presAssocID="{BA5FBD5F-C1D7-46FA-970E-9523878A3509}" presName="Accent" presStyleLbl="node1" presStyleIdx="1" presStyleCnt="5"/>
      <dgm:spPr/>
      <dgm:t>
        <a:bodyPr/>
        <a:lstStyle/>
        <a:p>
          <a:endParaRPr lang="en-US"/>
        </a:p>
      </dgm:t>
    </dgm:pt>
    <dgm:pt modelId="{B3E21C54-70D2-4BDA-A92E-B22876AE86DA}" type="pres">
      <dgm:prSet presAssocID="{BA5FBD5F-C1D7-46FA-970E-9523878A3509}" presName="ParentBackground4" presStyleCnt="0"/>
      <dgm:spPr/>
      <dgm:t>
        <a:bodyPr/>
        <a:lstStyle/>
        <a:p>
          <a:endParaRPr lang="en-US"/>
        </a:p>
      </dgm:t>
    </dgm:pt>
    <dgm:pt modelId="{3F7353E9-CE8F-4B64-A910-3BFCC6F644AD}" type="pres">
      <dgm:prSet presAssocID="{BA5FBD5F-C1D7-46FA-970E-9523878A3509}" presName="ParentBackground" presStyleLbl="fgAcc1" presStyleIdx="1" presStyleCnt="5"/>
      <dgm:spPr/>
      <dgm:t>
        <a:bodyPr/>
        <a:lstStyle/>
        <a:p>
          <a:endParaRPr lang="en-US"/>
        </a:p>
      </dgm:t>
    </dgm:pt>
    <dgm:pt modelId="{55751D07-4C0D-41E3-8660-9AEE21AC458F}" type="pres">
      <dgm:prSet presAssocID="{BA5FBD5F-C1D7-46FA-970E-9523878A3509}" presName="Parent4" presStyleLbl="revTx" presStyleIdx="0" presStyleCnt="0">
        <dgm:presLayoutVars>
          <dgm:chMax val="1"/>
          <dgm:chPref val="1"/>
          <dgm:bulletEnabled val="1"/>
        </dgm:presLayoutVars>
      </dgm:prSet>
      <dgm:spPr/>
      <dgm:t>
        <a:bodyPr/>
        <a:lstStyle/>
        <a:p>
          <a:endParaRPr lang="en-US"/>
        </a:p>
      </dgm:t>
    </dgm:pt>
    <dgm:pt modelId="{19251C0A-3AF3-4C8B-997F-BE91FE9E27E1}" type="pres">
      <dgm:prSet presAssocID="{FE876057-A381-4D3B-84C3-4B44F53576DA}" presName="Accent3" presStyleCnt="0"/>
      <dgm:spPr/>
      <dgm:t>
        <a:bodyPr/>
        <a:lstStyle/>
        <a:p>
          <a:endParaRPr lang="en-US"/>
        </a:p>
      </dgm:t>
    </dgm:pt>
    <dgm:pt modelId="{08413EDA-FCBC-4DBA-854D-D77A17660A47}" type="pres">
      <dgm:prSet presAssocID="{FE876057-A381-4D3B-84C3-4B44F53576DA}" presName="Accent" presStyleLbl="node1" presStyleIdx="2" presStyleCnt="5"/>
      <dgm:spPr/>
      <dgm:t>
        <a:bodyPr/>
        <a:lstStyle/>
        <a:p>
          <a:endParaRPr lang="en-US"/>
        </a:p>
      </dgm:t>
    </dgm:pt>
    <dgm:pt modelId="{6A2429C5-1F6C-4A5E-ABAB-5488CA634589}" type="pres">
      <dgm:prSet presAssocID="{FE876057-A381-4D3B-84C3-4B44F53576DA}" presName="ParentBackground3" presStyleCnt="0"/>
      <dgm:spPr/>
      <dgm:t>
        <a:bodyPr/>
        <a:lstStyle/>
        <a:p>
          <a:endParaRPr lang="en-US"/>
        </a:p>
      </dgm:t>
    </dgm:pt>
    <dgm:pt modelId="{6628AD33-5379-4D64-B4C7-379891670F3F}" type="pres">
      <dgm:prSet presAssocID="{FE876057-A381-4D3B-84C3-4B44F53576DA}" presName="ParentBackground" presStyleLbl="fgAcc1" presStyleIdx="2" presStyleCnt="5"/>
      <dgm:spPr/>
      <dgm:t>
        <a:bodyPr/>
        <a:lstStyle/>
        <a:p>
          <a:endParaRPr lang="en-US"/>
        </a:p>
      </dgm:t>
    </dgm:pt>
    <dgm:pt modelId="{D0D4F519-94FF-4929-8160-46B9898BB251}" type="pres">
      <dgm:prSet presAssocID="{FE876057-A381-4D3B-84C3-4B44F53576DA}" presName="Parent3" presStyleLbl="revTx" presStyleIdx="0" presStyleCnt="0">
        <dgm:presLayoutVars>
          <dgm:chMax val="1"/>
          <dgm:chPref val="1"/>
          <dgm:bulletEnabled val="1"/>
        </dgm:presLayoutVars>
      </dgm:prSet>
      <dgm:spPr/>
      <dgm:t>
        <a:bodyPr/>
        <a:lstStyle/>
        <a:p>
          <a:endParaRPr lang="en-US"/>
        </a:p>
      </dgm:t>
    </dgm:pt>
    <dgm:pt modelId="{0A6BC0BE-A86E-4EA0-BC65-987AA2DCC523}" type="pres">
      <dgm:prSet presAssocID="{3A3798DD-3E73-4A88-B866-401AC44EA08F}" presName="Accent2" presStyleCnt="0"/>
      <dgm:spPr/>
      <dgm:t>
        <a:bodyPr/>
        <a:lstStyle/>
        <a:p>
          <a:endParaRPr lang="en-US"/>
        </a:p>
      </dgm:t>
    </dgm:pt>
    <dgm:pt modelId="{8C86263B-C019-480C-BC23-B44E6C79BB19}" type="pres">
      <dgm:prSet presAssocID="{3A3798DD-3E73-4A88-B866-401AC44EA08F}" presName="Accent" presStyleLbl="node1" presStyleIdx="3" presStyleCnt="5"/>
      <dgm:spPr/>
      <dgm:t>
        <a:bodyPr/>
        <a:lstStyle/>
        <a:p>
          <a:endParaRPr lang="en-US"/>
        </a:p>
      </dgm:t>
    </dgm:pt>
    <dgm:pt modelId="{DAF7079E-B5B4-49C5-9B13-6B780C9CA56A}" type="pres">
      <dgm:prSet presAssocID="{3A3798DD-3E73-4A88-B866-401AC44EA08F}" presName="ParentBackground2" presStyleCnt="0"/>
      <dgm:spPr/>
      <dgm:t>
        <a:bodyPr/>
        <a:lstStyle/>
        <a:p>
          <a:endParaRPr lang="en-US"/>
        </a:p>
      </dgm:t>
    </dgm:pt>
    <dgm:pt modelId="{6F229E29-E5DE-4EA1-8D37-2FC63776C3E5}" type="pres">
      <dgm:prSet presAssocID="{3A3798DD-3E73-4A88-B866-401AC44EA08F}" presName="ParentBackground" presStyleLbl="fgAcc1" presStyleIdx="3" presStyleCnt="5"/>
      <dgm:spPr/>
      <dgm:t>
        <a:bodyPr/>
        <a:lstStyle/>
        <a:p>
          <a:endParaRPr lang="en-US"/>
        </a:p>
      </dgm:t>
    </dgm:pt>
    <dgm:pt modelId="{3BDD7724-23A5-4265-987A-A139CD87B03C}" type="pres">
      <dgm:prSet presAssocID="{3A3798DD-3E73-4A88-B866-401AC44EA08F}" presName="Parent2" presStyleLbl="revTx" presStyleIdx="0" presStyleCnt="0">
        <dgm:presLayoutVars>
          <dgm:chMax val="1"/>
          <dgm:chPref val="1"/>
          <dgm:bulletEnabled val="1"/>
        </dgm:presLayoutVars>
      </dgm:prSet>
      <dgm:spPr/>
      <dgm:t>
        <a:bodyPr/>
        <a:lstStyle/>
        <a:p>
          <a:endParaRPr lang="en-US"/>
        </a:p>
      </dgm:t>
    </dgm:pt>
    <dgm:pt modelId="{EF449D70-BBF4-4BC7-B37D-60725DF8884E}" type="pres">
      <dgm:prSet presAssocID="{8F56EA2B-C767-4E5D-8624-65D2A781DE21}" presName="Accent1" presStyleCnt="0"/>
      <dgm:spPr/>
      <dgm:t>
        <a:bodyPr/>
        <a:lstStyle/>
        <a:p>
          <a:endParaRPr lang="en-US"/>
        </a:p>
      </dgm:t>
    </dgm:pt>
    <dgm:pt modelId="{BAB75D22-ABC8-4839-8C66-663E19A3CFEF}" type="pres">
      <dgm:prSet presAssocID="{8F56EA2B-C767-4E5D-8624-65D2A781DE21}" presName="Accent" presStyleLbl="node1" presStyleIdx="4" presStyleCnt="5"/>
      <dgm:spPr/>
      <dgm:t>
        <a:bodyPr/>
        <a:lstStyle/>
        <a:p>
          <a:endParaRPr lang="en-US"/>
        </a:p>
      </dgm:t>
    </dgm:pt>
    <dgm:pt modelId="{B027D7A9-E63F-4144-925A-F72E24EAECEF}" type="pres">
      <dgm:prSet presAssocID="{8F56EA2B-C767-4E5D-8624-65D2A781DE21}" presName="ParentBackground1" presStyleCnt="0"/>
      <dgm:spPr/>
      <dgm:t>
        <a:bodyPr/>
        <a:lstStyle/>
        <a:p>
          <a:endParaRPr lang="en-US"/>
        </a:p>
      </dgm:t>
    </dgm:pt>
    <dgm:pt modelId="{CEC9AE6E-9754-43FC-B2BE-A25F09D29F41}" type="pres">
      <dgm:prSet presAssocID="{8F56EA2B-C767-4E5D-8624-65D2A781DE21}" presName="ParentBackground" presStyleLbl="fgAcc1" presStyleIdx="4" presStyleCnt="5"/>
      <dgm:spPr/>
      <dgm:t>
        <a:bodyPr/>
        <a:lstStyle/>
        <a:p>
          <a:endParaRPr lang="en-US"/>
        </a:p>
      </dgm:t>
    </dgm:pt>
    <dgm:pt modelId="{4EC73E6A-A0EF-4583-A352-978BBF81D5D1}" type="pres">
      <dgm:prSet presAssocID="{8F56EA2B-C767-4E5D-8624-65D2A781DE21}" presName="Parent1" presStyleLbl="revTx" presStyleIdx="0" presStyleCnt="0">
        <dgm:presLayoutVars>
          <dgm:chMax val="1"/>
          <dgm:chPref val="1"/>
          <dgm:bulletEnabled val="1"/>
        </dgm:presLayoutVars>
      </dgm:prSet>
      <dgm:spPr/>
      <dgm:t>
        <a:bodyPr/>
        <a:lstStyle/>
        <a:p>
          <a:endParaRPr lang="en-US"/>
        </a:p>
      </dgm:t>
    </dgm:pt>
  </dgm:ptLst>
  <dgm:cxnLst>
    <dgm:cxn modelId="{99CFB9FF-1F0A-4740-A3CF-6FDA03A9B9C6}" type="presOf" srcId="{8F56EA2B-C767-4E5D-8624-65D2A781DE21}" destId="{CEC9AE6E-9754-43FC-B2BE-A25F09D29F41}" srcOrd="0" destOrd="0" presId="urn:microsoft.com/office/officeart/2011/layout/CircleProcess#1"/>
    <dgm:cxn modelId="{27FB20ED-AC39-41DA-9A7F-32E6818FF0B9}" type="presOf" srcId="{BA5FBD5F-C1D7-46FA-970E-9523878A3509}" destId="{55751D07-4C0D-41E3-8660-9AEE21AC458F}" srcOrd="1" destOrd="0" presId="urn:microsoft.com/office/officeart/2011/layout/CircleProcess#1"/>
    <dgm:cxn modelId="{FE77FCAE-509B-44B2-B749-8FD43F28E5F9}" type="presOf" srcId="{FE876057-A381-4D3B-84C3-4B44F53576DA}" destId="{6628AD33-5379-4D64-B4C7-379891670F3F}" srcOrd="0" destOrd="0" presId="urn:microsoft.com/office/officeart/2011/layout/CircleProcess#1"/>
    <dgm:cxn modelId="{16EDBAA6-6BB5-4BDE-942A-60854C0193E3}" srcId="{6D769044-2475-4C82-B12E-542CC51FCE93}" destId="{3A3798DD-3E73-4A88-B866-401AC44EA08F}" srcOrd="1" destOrd="0" parTransId="{348AA6C5-AFB2-43AB-9841-AC6A04BA903A}" sibTransId="{2250D593-F18E-4627-9895-CCA52DCEF8AA}"/>
    <dgm:cxn modelId="{D98B1B53-6DCB-4BF2-8DCF-02A1BD7D4ADC}" srcId="{6D769044-2475-4C82-B12E-542CC51FCE93}" destId="{FE876057-A381-4D3B-84C3-4B44F53576DA}" srcOrd="2" destOrd="0" parTransId="{FB879B6E-5E7E-4E69-BE4D-245325264561}" sibTransId="{5B329D7E-56FB-44F4-B229-8E4ED39B8DD5}"/>
    <dgm:cxn modelId="{CE90DDBF-23B4-461C-9842-DE92CA56DDD5}" type="presOf" srcId="{6D769044-2475-4C82-B12E-542CC51FCE93}" destId="{96B34D68-AFEB-4A4C-8DD8-5E4AB1271033}" srcOrd="0" destOrd="0" presId="urn:microsoft.com/office/officeart/2011/layout/CircleProcess#1"/>
    <dgm:cxn modelId="{A410135F-5D94-4270-9FC4-50D32CB6694E}" type="presOf" srcId="{BA5FBD5F-C1D7-46FA-970E-9523878A3509}" destId="{3F7353E9-CE8F-4B64-A910-3BFCC6F644AD}" srcOrd="0" destOrd="0" presId="urn:microsoft.com/office/officeart/2011/layout/CircleProcess#1"/>
    <dgm:cxn modelId="{22CB04AA-02F6-46BB-8FCC-BB102C095EAA}" srcId="{6D769044-2475-4C82-B12E-542CC51FCE93}" destId="{BA5FBD5F-C1D7-46FA-970E-9523878A3509}" srcOrd="3" destOrd="0" parTransId="{6773C1A1-D914-4ADB-906C-4B013E9E7FA8}" sibTransId="{8EB2BC07-1AEF-4CA3-AB28-B8FFAC8DEAEA}"/>
    <dgm:cxn modelId="{ABCE36C5-D20D-4C7A-A035-DEF26566B91B}" type="presOf" srcId="{3A3798DD-3E73-4A88-B866-401AC44EA08F}" destId="{6F229E29-E5DE-4EA1-8D37-2FC63776C3E5}" srcOrd="0" destOrd="0" presId="urn:microsoft.com/office/officeart/2011/layout/CircleProcess#1"/>
    <dgm:cxn modelId="{D38E1647-3198-476E-9A00-FAB376676972}" type="presOf" srcId="{FE876057-A381-4D3B-84C3-4B44F53576DA}" destId="{D0D4F519-94FF-4929-8160-46B9898BB251}" srcOrd="1" destOrd="0" presId="urn:microsoft.com/office/officeart/2011/layout/CircleProcess#1"/>
    <dgm:cxn modelId="{3A45DBB8-5CA4-486F-9ABC-7F25DA77EEE0}" type="presOf" srcId="{3A3798DD-3E73-4A88-B866-401AC44EA08F}" destId="{3BDD7724-23A5-4265-987A-A139CD87B03C}" srcOrd="1" destOrd="0" presId="urn:microsoft.com/office/officeart/2011/layout/CircleProcess#1"/>
    <dgm:cxn modelId="{39D86176-BE55-4C1F-B24F-AF5CE91CAA38}" srcId="{6D769044-2475-4C82-B12E-542CC51FCE93}" destId="{8F56EA2B-C767-4E5D-8624-65D2A781DE21}" srcOrd="0" destOrd="0" parTransId="{6D4D4B24-4B8C-4B10-AB19-56D1D0D88C85}" sibTransId="{9A434630-B7E8-446F-A31B-CC05FCC4BFF5}"/>
    <dgm:cxn modelId="{8DA90B23-160B-4DEE-BB29-F495A09B4A73}" type="presOf" srcId="{8F56EA2B-C767-4E5D-8624-65D2A781DE21}" destId="{4EC73E6A-A0EF-4583-A352-978BBF81D5D1}" srcOrd="1" destOrd="0" presId="urn:microsoft.com/office/officeart/2011/layout/CircleProcess#1"/>
    <dgm:cxn modelId="{F654F4DB-AF1E-4AFD-901A-1C642124D7ED}" type="presOf" srcId="{4D235602-585F-4385-9BFB-3D703E465BFF}" destId="{F888B0E9-D4E0-4ECE-B775-63DE98D34A57}" srcOrd="1" destOrd="0" presId="urn:microsoft.com/office/officeart/2011/layout/CircleProcess#1"/>
    <dgm:cxn modelId="{0DE0459A-9FCD-43A9-9303-3F6736B586C4}" srcId="{6D769044-2475-4C82-B12E-542CC51FCE93}" destId="{4D235602-585F-4385-9BFB-3D703E465BFF}" srcOrd="4" destOrd="0" parTransId="{9D711FAC-1EF9-414B-8259-085772562F89}" sibTransId="{E30F3891-90A2-40BC-9112-CCFE4D08DAA2}"/>
    <dgm:cxn modelId="{F385CB35-633C-4253-B906-4EEBD0ABA8F9}" type="presOf" srcId="{4D235602-585F-4385-9BFB-3D703E465BFF}" destId="{4A3EAF7E-043A-4CA9-85EC-2556BFE5863D}" srcOrd="0" destOrd="0" presId="urn:microsoft.com/office/officeart/2011/layout/CircleProcess#1"/>
    <dgm:cxn modelId="{103D1BC3-BB6E-4013-9131-8EF17B2DDA45}" type="presParOf" srcId="{96B34D68-AFEB-4A4C-8DD8-5E4AB1271033}" destId="{8C5EA8B9-61F6-4D08-9549-70AA29ED968A}" srcOrd="0" destOrd="0" presId="urn:microsoft.com/office/officeart/2011/layout/CircleProcess#1"/>
    <dgm:cxn modelId="{F40C3210-B648-4E16-9B73-776D3B478BF5}" type="presParOf" srcId="{8C5EA8B9-61F6-4D08-9549-70AA29ED968A}" destId="{2D5054CA-668D-4BC9-B92D-8459053C3B56}" srcOrd="0" destOrd="0" presId="urn:microsoft.com/office/officeart/2011/layout/CircleProcess#1"/>
    <dgm:cxn modelId="{13A439CD-25CD-4D48-A173-E1671ACCE6B6}" type="presParOf" srcId="{96B34D68-AFEB-4A4C-8DD8-5E4AB1271033}" destId="{E29D5B67-169C-4EA5-9DEB-23A14AAEF230}" srcOrd="1" destOrd="0" presId="urn:microsoft.com/office/officeart/2011/layout/CircleProcess#1"/>
    <dgm:cxn modelId="{E9DC2C3A-C5CB-41BD-9039-3EE1D3C5528E}" type="presParOf" srcId="{E29D5B67-169C-4EA5-9DEB-23A14AAEF230}" destId="{4A3EAF7E-043A-4CA9-85EC-2556BFE5863D}" srcOrd="0" destOrd="0" presId="urn:microsoft.com/office/officeart/2011/layout/CircleProcess#1"/>
    <dgm:cxn modelId="{C04C95B6-033A-4041-8EF9-90867BF457DF}" type="presParOf" srcId="{96B34D68-AFEB-4A4C-8DD8-5E4AB1271033}" destId="{F888B0E9-D4E0-4ECE-B775-63DE98D34A57}" srcOrd="2" destOrd="0" presId="urn:microsoft.com/office/officeart/2011/layout/CircleProcess#1"/>
    <dgm:cxn modelId="{83633E2E-CCF2-419E-92FF-6B3E0521C1E8}" type="presParOf" srcId="{96B34D68-AFEB-4A4C-8DD8-5E4AB1271033}" destId="{83B75759-ECD3-4E63-BDDD-47D51708B4DB}" srcOrd="3" destOrd="0" presId="urn:microsoft.com/office/officeart/2011/layout/CircleProcess#1"/>
    <dgm:cxn modelId="{D6D5D7FA-35B9-473F-9301-FAE91022E453}" type="presParOf" srcId="{83B75759-ECD3-4E63-BDDD-47D51708B4DB}" destId="{5FB96F7B-66C8-41EC-B47B-DBD7D3A7EE61}" srcOrd="0" destOrd="0" presId="urn:microsoft.com/office/officeart/2011/layout/CircleProcess#1"/>
    <dgm:cxn modelId="{23A2D2CC-5208-4538-BF6E-E81431135368}" type="presParOf" srcId="{96B34D68-AFEB-4A4C-8DD8-5E4AB1271033}" destId="{B3E21C54-70D2-4BDA-A92E-B22876AE86DA}" srcOrd="4" destOrd="0" presId="urn:microsoft.com/office/officeart/2011/layout/CircleProcess#1"/>
    <dgm:cxn modelId="{5B7E16C5-CDE6-48AD-9E16-CA3078582678}" type="presParOf" srcId="{B3E21C54-70D2-4BDA-A92E-B22876AE86DA}" destId="{3F7353E9-CE8F-4B64-A910-3BFCC6F644AD}" srcOrd="0" destOrd="0" presId="urn:microsoft.com/office/officeart/2011/layout/CircleProcess#1"/>
    <dgm:cxn modelId="{E1F92354-D001-4C89-8F0E-AD7ACB5D9C4F}" type="presParOf" srcId="{96B34D68-AFEB-4A4C-8DD8-5E4AB1271033}" destId="{55751D07-4C0D-41E3-8660-9AEE21AC458F}" srcOrd="5" destOrd="0" presId="urn:microsoft.com/office/officeart/2011/layout/CircleProcess#1"/>
    <dgm:cxn modelId="{244F24AD-BAF8-4E93-844E-2D99780EB3C2}" type="presParOf" srcId="{96B34D68-AFEB-4A4C-8DD8-5E4AB1271033}" destId="{19251C0A-3AF3-4C8B-997F-BE91FE9E27E1}" srcOrd="6" destOrd="0" presId="urn:microsoft.com/office/officeart/2011/layout/CircleProcess#1"/>
    <dgm:cxn modelId="{3822170B-19B3-4FFA-BFDD-513BAD4E4BE6}" type="presParOf" srcId="{19251C0A-3AF3-4C8B-997F-BE91FE9E27E1}" destId="{08413EDA-FCBC-4DBA-854D-D77A17660A47}" srcOrd="0" destOrd="0" presId="urn:microsoft.com/office/officeart/2011/layout/CircleProcess#1"/>
    <dgm:cxn modelId="{85A62A39-1EE7-42AA-9BC1-859DBC9E12EF}" type="presParOf" srcId="{96B34D68-AFEB-4A4C-8DD8-5E4AB1271033}" destId="{6A2429C5-1F6C-4A5E-ABAB-5488CA634589}" srcOrd="7" destOrd="0" presId="urn:microsoft.com/office/officeart/2011/layout/CircleProcess#1"/>
    <dgm:cxn modelId="{9A44060B-A42E-4FBF-818C-4BED34BDFD15}" type="presParOf" srcId="{6A2429C5-1F6C-4A5E-ABAB-5488CA634589}" destId="{6628AD33-5379-4D64-B4C7-379891670F3F}" srcOrd="0" destOrd="0" presId="urn:microsoft.com/office/officeart/2011/layout/CircleProcess#1"/>
    <dgm:cxn modelId="{C415F01D-1460-4CE8-9CEA-59BC09AC1AF6}" type="presParOf" srcId="{96B34D68-AFEB-4A4C-8DD8-5E4AB1271033}" destId="{D0D4F519-94FF-4929-8160-46B9898BB251}" srcOrd="8" destOrd="0" presId="urn:microsoft.com/office/officeart/2011/layout/CircleProcess#1"/>
    <dgm:cxn modelId="{A19DCA4D-D033-4F1F-8AE0-F72563B6BA34}" type="presParOf" srcId="{96B34D68-AFEB-4A4C-8DD8-5E4AB1271033}" destId="{0A6BC0BE-A86E-4EA0-BC65-987AA2DCC523}" srcOrd="9" destOrd="0" presId="urn:microsoft.com/office/officeart/2011/layout/CircleProcess#1"/>
    <dgm:cxn modelId="{611FD5CA-38BE-44CF-BF72-A0252CF52E67}" type="presParOf" srcId="{0A6BC0BE-A86E-4EA0-BC65-987AA2DCC523}" destId="{8C86263B-C019-480C-BC23-B44E6C79BB19}" srcOrd="0" destOrd="0" presId="urn:microsoft.com/office/officeart/2011/layout/CircleProcess#1"/>
    <dgm:cxn modelId="{3E3BDB22-9707-4420-A72A-5408570E2626}" type="presParOf" srcId="{96B34D68-AFEB-4A4C-8DD8-5E4AB1271033}" destId="{DAF7079E-B5B4-49C5-9B13-6B780C9CA56A}" srcOrd="10" destOrd="0" presId="urn:microsoft.com/office/officeart/2011/layout/CircleProcess#1"/>
    <dgm:cxn modelId="{306AE510-1DF2-4B64-B5C1-88D8BD9D2FFE}" type="presParOf" srcId="{DAF7079E-B5B4-49C5-9B13-6B780C9CA56A}" destId="{6F229E29-E5DE-4EA1-8D37-2FC63776C3E5}" srcOrd="0" destOrd="0" presId="urn:microsoft.com/office/officeart/2011/layout/CircleProcess#1"/>
    <dgm:cxn modelId="{464272E0-6252-42F8-A4CB-7F1D0FDACFDA}" type="presParOf" srcId="{96B34D68-AFEB-4A4C-8DD8-5E4AB1271033}" destId="{3BDD7724-23A5-4265-987A-A139CD87B03C}" srcOrd="11" destOrd="0" presId="urn:microsoft.com/office/officeart/2011/layout/CircleProcess#1"/>
    <dgm:cxn modelId="{41F89CA7-BD5A-4F5F-92A5-E07D22FB888D}" type="presParOf" srcId="{96B34D68-AFEB-4A4C-8DD8-5E4AB1271033}" destId="{EF449D70-BBF4-4BC7-B37D-60725DF8884E}" srcOrd="12" destOrd="0" presId="urn:microsoft.com/office/officeart/2011/layout/CircleProcess#1"/>
    <dgm:cxn modelId="{E0BCFF6C-27CD-4A6D-A674-76D474639BE3}" type="presParOf" srcId="{EF449D70-BBF4-4BC7-B37D-60725DF8884E}" destId="{BAB75D22-ABC8-4839-8C66-663E19A3CFEF}" srcOrd="0" destOrd="0" presId="urn:microsoft.com/office/officeart/2011/layout/CircleProcess#1"/>
    <dgm:cxn modelId="{4F44080F-1EBE-43BD-967B-07E00F82D226}" type="presParOf" srcId="{96B34D68-AFEB-4A4C-8DD8-5E4AB1271033}" destId="{B027D7A9-E63F-4144-925A-F72E24EAECEF}" srcOrd="13" destOrd="0" presId="urn:microsoft.com/office/officeart/2011/layout/CircleProcess#1"/>
    <dgm:cxn modelId="{A5AB7C6E-F005-4A84-8F8A-29F393EAAF17}" type="presParOf" srcId="{B027D7A9-E63F-4144-925A-F72E24EAECEF}" destId="{CEC9AE6E-9754-43FC-B2BE-A25F09D29F41}" srcOrd="0" destOrd="0" presId="urn:microsoft.com/office/officeart/2011/layout/CircleProcess#1"/>
    <dgm:cxn modelId="{D1B7C986-4C0C-4698-8E92-9DF3FC7140D8}" type="presParOf" srcId="{96B34D68-AFEB-4A4C-8DD8-5E4AB1271033}" destId="{4EC73E6A-A0EF-4583-A352-978BBF81D5D1}" srcOrd="14" destOrd="0" presId="urn:microsoft.com/office/officeart/2011/layout/Circle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B9E861EE-7FC5-410E-B92F-361646DC5631}" type="doc">
      <dgm:prSet loTypeId="urn:microsoft.com/office/officeart/2008/layout/AscendingPictureAccentProcess" loCatId="process" qsTypeId="urn:microsoft.com/office/officeart/2005/8/quickstyle/simple1" qsCatId="simple" csTypeId="urn:microsoft.com/office/officeart/2005/8/colors/accent1_2" csCatId="accent1" phldr="1"/>
      <dgm:spPr/>
      <dgm:t>
        <a:bodyPr/>
        <a:lstStyle/>
        <a:p>
          <a:endParaRPr lang="en-US"/>
        </a:p>
      </dgm:t>
    </dgm:pt>
    <dgm:pt modelId="{74FC37F1-D4D5-4E25-BD34-87F0F13A8D22}">
      <dgm:prSet phldrT="[Text]" custT="1"/>
      <dgm:spPr/>
      <dgm:t>
        <a:bodyPr/>
        <a:lstStyle/>
        <a:p>
          <a:r>
            <a:rPr lang="ar-SA" sz="2800" b="1" dirty="0" smtClean="0"/>
            <a:t>تداخل أو تشويش</a:t>
          </a:r>
          <a:endParaRPr lang="en-US" sz="2800" b="1" dirty="0"/>
        </a:p>
      </dgm:t>
    </dgm:pt>
    <dgm:pt modelId="{0D045D81-66C8-45A7-81FB-FBF2CC55B5D5}" type="parTrans" cxnId="{FF725F11-6A4E-4021-BBD3-18321076B164}">
      <dgm:prSet/>
      <dgm:spPr/>
      <dgm:t>
        <a:bodyPr/>
        <a:lstStyle/>
        <a:p>
          <a:endParaRPr lang="en-US"/>
        </a:p>
      </dgm:t>
    </dgm:pt>
    <dgm:pt modelId="{61F91043-68B8-4CD3-8C53-AC40820ADDE6}" type="sibTrans" cxnId="{FF725F11-6A4E-4021-BBD3-18321076B164}">
      <dgm:prSet/>
      <dgm:spPr/>
      <dgm:t>
        <a:bodyPr/>
        <a:lstStyle/>
        <a:p>
          <a:endParaRPr lang="en-US"/>
        </a:p>
      </dgm:t>
    </dgm:pt>
    <dgm:pt modelId="{D577DC95-FBCD-4A40-AD87-74D99692C656}">
      <dgm:prSet phldrT="[Text]" custT="1"/>
      <dgm:spPr/>
      <dgm:t>
        <a:bodyPr/>
        <a:lstStyle/>
        <a:p>
          <a:r>
            <a:rPr lang="ar-SA" sz="2800" b="1" dirty="0" smtClean="0"/>
            <a:t>وسيلة اتصال</a:t>
          </a:r>
          <a:endParaRPr lang="en-US" sz="2800" b="1" dirty="0"/>
        </a:p>
      </dgm:t>
    </dgm:pt>
    <dgm:pt modelId="{DE9B5CEF-BF9B-465A-BCD5-611C3C7A6F9F}" type="parTrans" cxnId="{A3C22300-D80E-460C-AEF6-DC903E99D410}">
      <dgm:prSet/>
      <dgm:spPr/>
      <dgm:t>
        <a:bodyPr/>
        <a:lstStyle/>
        <a:p>
          <a:endParaRPr lang="en-US"/>
        </a:p>
      </dgm:t>
    </dgm:pt>
    <dgm:pt modelId="{044EF871-915E-4BCE-BBDE-A604E2CF07DD}" type="sibTrans" cxnId="{A3C22300-D80E-460C-AEF6-DC903E99D410}">
      <dgm:prSet/>
      <dgm:spPr/>
      <dgm:t>
        <a:bodyPr/>
        <a:lstStyle/>
        <a:p>
          <a:endParaRPr lang="en-US"/>
        </a:p>
      </dgm:t>
    </dgm:pt>
    <dgm:pt modelId="{92200BDB-A0D4-4115-BF13-15614C535DA8}" type="pres">
      <dgm:prSet presAssocID="{B9E861EE-7FC5-410E-B92F-361646DC5631}" presName="Name0" presStyleCnt="0">
        <dgm:presLayoutVars>
          <dgm:chMax val="7"/>
          <dgm:chPref val="7"/>
          <dgm:dir/>
        </dgm:presLayoutVars>
      </dgm:prSet>
      <dgm:spPr/>
      <dgm:t>
        <a:bodyPr/>
        <a:lstStyle/>
        <a:p>
          <a:endParaRPr lang="en-US"/>
        </a:p>
      </dgm:t>
    </dgm:pt>
    <dgm:pt modelId="{180152A9-CF61-41F3-BA7D-F3D548FD4F5D}" type="pres">
      <dgm:prSet presAssocID="{B9E861EE-7FC5-410E-B92F-361646DC5631}" presName="dot1" presStyleLbl="alignNode1" presStyleIdx="0" presStyleCnt="10"/>
      <dgm:spPr/>
    </dgm:pt>
    <dgm:pt modelId="{90E34953-9A52-4C4F-9321-12F34E2FFFB8}" type="pres">
      <dgm:prSet presAssocID="{B9E861EE-7FC5-410E-B92F-361646DC5631}" presName="dot2" presStyleLbl="alignNode1" presStyleIdx="1" presStyleCnt="10"/>
      <dgm:spPr/>
    </dgm:pt>
    <dgm:pt modelId="{92A8B47D-A343-4E91-867D-8FFC96EBCEEA}" type="pres">
      <dgm:prSet presAssocID="{B9E861EE-7FC5-410E-B92F-361646DC5631}" presName="dot3" presStyleLbl="alignNode1" presStyleIdx="2" presStyleCnt="10"/>
      <dgm:spPr/>
    </dgm:pt>
    <dgm:pt modelId="{6A6175CF-D3F5-4C48-8A99-0725A253DD7C}" type="pres">
      <dgm:prSet presAssocID="{B9E861EE-7FC5-410E-B92F-361646DC5631}" presName="dotArrow1" presStyleLbl="alignNode1" presStyleIdx="3" presStyleCnt="10"/>
      <dgm:spPr/>
    </dgm:pt>
    <dgm:pt modelId="{A6B22D8A-EF55-4086-8E4D-E4ECB37B6D14}" type="pres">
      <dgm:prSet presAssocID="{B9E861EE-7FC5-410E-B92F-361646DC5631}" presName="dotArrow2" presStyleLbl="alignNode1" presStyleIdx="4" presStyleCnt="10"/>
      <dgm:spPr/>
    </dgm:pt>
    <dgm:pt modelId="{E68DAC14-C610-4B5A-817E-D8043CDDC949}" type="pres">
      <dgm:prSet presAssocID="{B9E861EE-7FC5-410E-B92F-361646DC5631}" presName="dotArrow3" presStyleLbl="alignNode1" presStyleIdx="5" presStyleCnt="10"/>
      <dgm:spPr/>
    </dgm:pt>
    <dgm:pt modelId="{72F462A1-1831-4814-B0F2-D9879BF58A2A}" type="pres">
      <dgm:prSet presAssocID="{B9E861EE-7FC5-410E-B92F-361646DC5631}" presName="dotArrow4" presStyleLbl="alignNode1" presStyleIdx="6" presStyleCnt="10"/>
      <dgm:spPr/>
    </dgm:pt>
    <dgm:pt modelId="{28941493-4943-459E-B532-9A19BA72FEFF}" type="pres">
      <dgm:prSet presAssocID="{B9E861EE-7FC5-410E-B92F-361646DC5631}" presName="dotArrow5" presStyleLbl="alignNode1" presStyleIdx="7" presStyleCnt="10"/>
      <dgm:spPr/>
    </dgm:pt>
    <dgm:pt modelId="{846B0A39-DAD3-4D48-958F-F542147E296D}" type="pres">
      <dgm:prSet presAssocID="{B9E861EE-7FC5-410E-B92F-361646DC5631}" presName="dotArrow6" presStyleLbl="alignNode1" presStyleIdx="8" presStyleCnt="10"/>
      <dgm:spPr/>
    </dgm:pt>
    <dgm:pt modelId="{A7462A24-0DC5-41B4-AF96-58FE466FFAEA}" type="pres">
      <dgm:prSet presAssocID="{B9E861EE-7FC5-410E-B92F-361646DC5631}" presName="dotArrow7" presStyleLbl="alignNode1" presStyleIdx="9" presStyleCnt="10"/>
      <dgm:spPr/>
    </dgm:pt>
    <dgm:pt modelId="{259DF9AD-4E7A-4F43-A672-16409A0C920F}" type="pres">
      <dgm:prSet presAssocID="{74FC37F1-D4D5-4E25-BD34-87F0F13A8D22}" presName="parTx1" presStyleLbl="node1" presStyleIdx="0" presStyleCnt="2" custScaleX="215519" custScaleY="163217" custLinFactNeighborX="44197" custLinFactNeighborY="72942"/>
      <dgm:spPr/>
      <dgm:t>
        <a:bodyPr/>
        <a:lstStyle/>
        <a:p>
          <a:endParaRPr lang="en-US"/>
        </a:p>
      </dgm:t>
    </dgm:pt>
    <dgm:pt modelId="{D58ADCD3-6991-4472-A1F8-33254B2BCBC0}" type="pres">
      <dgm:prSet presAssocID="{61F91043-68B8-4CD3-8C53-AC40820ADDE6}" presName="picture1" presStyleCnt="0"/>
      <dgm:spPr/>
    </dgm:pt>
    <dgm:pt modelId="{58C138C5-F301-47D8-A35C-E6F43B9534AC}" type="pres">
      <dgm:prSet presAssocID="{61F91043-68B8-4CD3-8C53-AC40820ADDE6}" presName="imageRepeatNode" presStyleLbl="fgImgPlace1" presStyleIdx="0" presStyleCnt="2"/>
      <dgm:spPr/>
      <dgm:t>
        <a:bodyPr/>
        <a:lstStyle/>
        <a:p>
          <a:endParaRPr lang="en-US"/>
        </a:p>
      </dgm:t>
    </dgm:pt>
    <dgm:pt modelId="{1E96277D-F074-4555-B746-8E59BC39D4B7}" type="pres">
      <dgm:prSet presAssocID="{D577DC95-FBCD-4A40-AD87-74D99692C656}" presName="parTx2" presStyleLbl="node1" presStyleIdx="1" presStyleCnt="2" custScaleX="155041" custScaleY="180788" custLinFactNeighborX="34462" custLinFactNeighborY="5518"/>
      <dgm:spPr/>
      <dgm:t>
        <a:bodyPr/>
        <a:lstStyle/>
        <a:p>
          <a:endParaRPr lang="en-US"/>
        </a:p>
      </dgm:t>
    </dgm:pt>
    <dgm:pt modelId="{378BD650-0751-44E8-8D3E-6BB7C4EE8499}" type="pres">
      <dgm:prSet presAssocID="{044EF871-915E-4BCE-BBDE-A604E2CF07DD}" presName="picture2" presStyleCnt="0"/>
      <dgm:spPr/>
    </dgm:pt>
    <dgm:pt modelId="{2DB31EC3-D7FE-4CE7-9127-E1CCAA5F7B0F}" type="pres">
      <dgm:prSet presAssocID="{044EF871-915E-4BCE-BBDE-A604E2CF07DD}" presName="imageRepeatNode" presStyleLbl="fgImgPlace1" presStyleIdx="1" presStyleCnt="2"/>
      <dgm:spPr/>
      <dgm:t>
        <a:bodyPr/>
        <a:lstStyle/>
        <a:p>
          <a:endParaRPr lang="en-US"/>
        </a:p>
      </dgm:t>
    </dgm:pt>
  </dgm:ptLst>
  <dgm:cxnLst>
    <dgm:cxn modelId="{A3C22300-D80E-460C-AEF6-DC903E99D410}" srcId="{B9E861EE-7FC5-410E-B92F-361646DC5631}" destId="{D577DC95-FBCD-4A40-AD87-74D99692C656}" srcOrd="1" destOrd="0" parTransId="{DE9B5CEF-BF9B-465A-BCD5-611C3C7A6F9F}" sibTransId="{044EF871-915E-4BCE-BBDE-A604E2CF07DD}"/>
    <dgm:cxn modelId="{FF725F11-6A4E-4021-BBD3-18321076B164}" srcId="{B9E861EE-7FC5-410E-B92F-361646DC5631}" destId="{74FC37F1-D4D5-4E25-BD34-87F0F13A8D22}" srcOrd="0" destOrd="0" parTransId="{0D045D81-66C8-45A7-81FB-FBF2CC55B5D5}" sibTransId="{61F91043-68B8-4CD3-8C53-AC40820ADDE6}"/>
    <dgm:cxn modelId="{29CD9378-944F-4EC1-A154-C05EBC3E1FBD}" type="presOf" srcId="{B9E861EE-7FC5-410E-B92F-361646DC5631}" destId="{92200BDB-A0D4-4115-BF13-15614C535DA8}" srcOrd="0" destOrd="0" presId="urn:microsoft.com/office/officeart/2008/layout/AscendingPictureAccentProcess"/>
    <dgm:cxn modelId="{A1E94E39-BBB1-458F-9946-EC08EC6C8A87}" type="presOf" srcId="{044EF871-915E-4BCE-BBDE-A604E2CF07DD}" destId="{2DB31EC3-D7FE-4CE7-9127-E1CCAA5F7B0F}" srcOrd="0" destOrd="0" presId="urn:microsoft.com/office/officeart/2008/layout/AscendingPictureAccentProcess"/>
    <dgm:cxn modelId="{39CBEBDE-C632-4A54-B201-FF4B9B50BD23}" type="presOf" srcId="{74FC37F1-D4D5-4E25-BD34-87F0F13A8D22}" destId="{259DF9AD-4E7A-4F43-A672-16409A0C920F}" srcOrd="0" destOrd="0" presId="urn:microsoft.com/office/officeart/2008/layout/AscendingPictureAccentProcess"/>
    <dgm:cxn modelId="{8A390180-75B5-43C1-8DB0-13316FD5D437}" type="presOf" srcId="{61F91043-68B8-4CD3-8C53-AC40820ADDE6}" destId="{58C138C5-F301-47D8-A35C-E6F43B9534AC}" srcOrd="0" destOrd="0" presId="urn:microsoft.com/office/officeart/2008/layout/AscendingPictureAccentProcess"/>
    <dgm:cxn modelId="{69414DAA-F7BC-4336-BCF7-FD5091560E5C}" type="presOf" srcId="{D577DC95-FBCD-4A40-AD87-74D99692C656}" destId="{1E96277D-F074-4555-B746-8E59BC39D4B7}" srcOrd="0" destOrd="0" presId="urn:microsoft.com/office/officeart/2008/layout/AscendingPictureAccentProcess"/>
    <dgm:cxn modelId="{73A91829-4107-47DA-AD6E-E8DB2F4A2E77}" type="presParOf" srcId="{92200BDB-A0D4-4115-BF13-15614C535DA8}" destId="{180152A9-CF61-41F3-BA7D-F3D548FD4F5D}" srcOrd="0" destOrd="0" presId="urn:microsoft.com/office/officeart/2008/layout/AscendingPictureAccentProcess"/>
    <dgm:cxn modelId="{985BFF2C-7132-4E89-A288-315C418201FD}" type="presParOf" srcId="{92200BDB-A0D4-4115-BF13-15614C535DA8}" destId="{90E34953-9A52-4C4F-9321-12F34E2FFFB8}" srcOrd="1" destOrd="0" presId="urn:microsoft.com/office/officeart/2008/layout/AscendingPictureAccentProcess"/>
    <dgm:cxn modelId="{44F29BA8-DE21-41AD-895D-EA02362E47B8}" type="presParOf" srcId="{92200BDB-A0D4-4115-BF13-15614C535DA8}" destId="{92A8B47D-A343-4E91-867D-8FFC96EBCEEA}" srcOrd="2" destOrd="0" presId="urn:microsoft.com/office/officeart/2008/layout/AscendingPictureAccentProcess"/>
    <dgm:cxn modelId="{9F0D1B73-5D0E-4C6A-8011-DF245E1D27D0}" type="presParOf" srcId="{92200BDB-A0D4-4115-BF13-15614C535DA8}" destId="{6A6175CF-D3F5-4C48-8A99-0725A253DD7C}" srcOrd="3" destOrd="0" presId="urn:microsoft.com/office/officeart/2008/layout/AscendingPictureAccentProcess"/>
    <dgm:cxn modelId="{08E7630F-1C37-4D11-B829-78654CB0418B}" type="presParOf" srcId="{92200BDB-A0D4-4115-BF13-15614C535DA8}" destId="{A6B22D8A-EF55-4086-8E4D-E4ECB37B6D14}" srcOrd="4" destOrd="0" presId="urn:microsoft.com/office/officeart/2008/layout/AscendingPictureAccentProcess"/>
    <dgm:cxn modelId="{250AE11C-32F9-49A1-9296-F397742169B3}" type="presParOf" srcId="{92200BDB-A0D4-4115-BF13-15614C535DA8}" destId="{E68DAC14-C610-4B5A-817E-D8043CDDC949}" srcOrd="5" destOrd="0" presId="urn:microsoft.com/office/officeart/2008/layout/AscendingPictureAccentProcess"/>
    <dgm:cxn modelId="{BA6CE113-B06A-4656-BF5A-E85F0C0E11A5}" type="presParOf" srcId="{92200BDB-A0D4-4115-BF13-15614C535DA8}" destId="{72F462A1-1831-4814-B0F2-D9879BF58A2A}" srcOrd="6" destOrd="0" presId="urn:microsoft.com/office/officeart/2008/layout/AscendingPictureAccentProcess"/>
    <dgm:cxn modelId="{1F2C23CC-5FFE-480E-AE6D-E66DF9BDF1E2}" type="presParOf" srcId="{92200BDB-A0D4-4115-BF13-15614C535DA8}" destId="{28941493-4943-459E-B532-9A19BA72FEFF}" srcOrd="7" destOrd="0" presId="urn:microsoft.com/office/officeart/2008/layout/AscendingPictureAccentProcess"/>
    <dgm:cxn modelId="{159B9D82-90C4-40EF-AB98-9BF1E049BD37}" type="presParOf" srcId="{92200BDB-A0D4-4115-BF13-15614C535DA8}" destId="{846B0A39-DAD3-4D48-958F-F542147E296D}" srcOrd="8" destOrd="0" presId="urn:microsoft.com/office/officeart/2008/layout/AscendingPictureAccentProcess"/>
    <dgm:cxn modelId="{43BED793-3F23-450A-8CDB-077D55E2A96C}" type="presParOf" srcId="{92200BDB-A0D4-4115-BF13-15614C535DA8}" destId="{A7462A24-0DC5-41B4-AF96-58FE466FFAEA}" srcOrd="9" destOrd="0" presId="urn:microsoft.com/office/officeart/2008/layout/AscendingPictureAccentProcess"/>
    <dgm:cxn modelId="{1E48F177-10EA-467A-AD5A-CEC3CCBE2D1D}" type="presParOf" srcId="{92200BDB-A0D4-4115-BF13-15614C535DA8}" destId="{259DF9AD-4E7A-4F43-A672-16409A0C920F}" srcOrd="10" destOrd="0" presId="urn:microsoft.com/office/officeart/2008/layout/AscendingPictureAccentProcess"/>
    <dgm:cxn modelId="{5E2AB0D9-F0AF-4691-A6A2-3F03A15CD26A}" type="presParOf" srcId="{92200BDB-A0D4-4115-BF13-15614C535DA8}" destId="{D58ADCD3-6991-4472-A1F8-33254B2BCBC0}" srcOrd="11" destOrd="0" presId="urn:microsoft.com/office/officeart/2008/layout/AscendingPictureAccentProcess"/>
    <dgm:cxn modelId="{9C93A782-2F7C-4583-8DF6-AD76B4220FB6}" type="presParOf" srcId="{D58ADCD3-6991-4472-A1F8-33254B2BCBC0}" destId="{58C138C5-F301-47D8-A35C-E6F43B9534AC}" srcOrd="0" destOrd="0" presId="urn:microsoft.com/office/officeart/2008/layout/AscendingPictureAccentProcess"/>
    <dgm:cxn modelId="{02E9D51F-785E-4532-B20A-B6E6EEBA3531}" type="presParOf" srcId="{92200BDB-A0D4-4115-BF13-15614C535DA8}" destId="{1E96277D-F074-4555-B746-8E59BC39D4B7}" srcOrd="12" destOrd="0" presId="urn:microsoft.com/office/officeart/2008/layout/AscendingPictureAccentProcess"/>
    <dgm:cxn modelId="{76AE49E4-DE7D-4B97-BEA5-4CCB87B5CEB3}" type="presParOf" srcId="{92200BDB-A0D4-4115-BF13-15614C535DA8}" destId="{378BD650-0751-44E8-8D3E-6BB7C4EE8499}" srcOrd="13" destOrd="0" presId="urn:microsoft.com/office/officeart/2008/layout/AscendingPictureAccentProcess"/>
    <dgm:cxn modelId="{7CEA3D3D-C16A-48D1-ADC7-110798FB1F3D}" type="presParOf" srcId="{378BD650-0751-44E8-8D3E-6BB7C4EE8499}" destId="{2DB31EC3-D7FE-4CE7-9127-E1CCAA5F7B0F}" srcOrd="0" destOrd="0" presId="urn:microsoft.com/office/officeart/2008/layout/AscendingPictureAccentProcess"/>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01C385B1-C004-4577-8F14-CDD94825B097}"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B7D89A5B-663D-483A-9E0A-6E0B6C551E36}" type="presOf" srcId="{70B4E3E7-92BD-4BA3-8C93-826D98F65609}" destId="{402BF6D5-BC22-4BEB-9027-2D822CD0A19A}" srcOrd="0" destOrd="0" presId="urn:microsoft.com/office/officeart/2011/layout/ThemePictureAlternatingAccent"/>
    <dgm:cxn modelId="{E02F3AA8-26E9-43A5-B0CE-6CF48E4D08FE}" type="presParOf" srcId="{402BF6D5-BC22-4BEB-9027-2D822CD0A19A}" destId="{7F383395-A406-466B-9E8C-672150081A67}" srcOrd="0" destOrd="0" presId="urn:microsoft.com/office/officeart/2011/layout/ThemePictureAlternatingAccent"/>
    <dgm:cxn modelId="{551A5335-BB3E-4BF4-A3F8-F6E7485A814A}" type="presParOf" srcId="{7F383395-A406-466B-9E8C-672150081A67}" destId="{63E8F094-BB29-4F1C-8DE8-869308440306}" srcOrd="0" destOrd="0" presId="urn:microsoft.com/office/officeart/2011/layout/ThemePictureAlternatingAccent"/>
    <dgm:cxn modelId="{7EBA818B-4446-47DC-85F4-40A269C930CC}"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F3013ABE-2AB2-41BA-864E-322D00CAEE9B}" type="presOf" srcId="{70B4E3E7-92BD-4BA3-8C93-826D98F65609}" destId="{402BF6D5-BC22-4BEB-9027-2D822CD0A19A}" srcOrd="0" destOrd="0" presId="urn:microsoft.com/office/officeart/2011/layout/ThemePictureAlternatingAccent"/>
    <dgm:cxn modelId="{7638B7EE-0909-424D-AF54-056B1CAFC709}"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45EAF7FF-ECA5-479C-9E07-20AC96A906A8}" type="presParOf" srcId="{402BF6D5-BC22-4BEB-9027-2D822CD0A19A}" destId="{7F383395-A406-466B-9E8C-672150081A67}" srcOrd="0" destOrd="0" presId="urn:microsoft.com/office/officeart/2011/layout/ThemePictureAlternatingAccent"/>
    <dgm:cxn modelId="{E6745860-4E98-44C3-9161-1909F97C158B}" type="presParOf" srcId="{7F383395-A406-466B-9E8C-672150081A67}" destId="{63E8F094-BB29-4F1C-8DE8-869308440306}" srcOrd="0" destOrd="0" presId="urn:microsoft.com/office/officeart/2011/layout/ThemePictureAlternatingAccent"/>
    <dgm:cxn modelId="{61250DDC-8E80-4CA5-99A7-CB748AA9BB5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200076E1-516B-434F-92A5-2F15CE0D6ACC}" type="presOf" srcId="{70B4E3E7-92BD-4BA3-8C93-826D98F65609}" destId="{402BF6D5-BC22-4BEB-9027-2D822CD0A19A}" srcOrd="0" destOrd="0" presId="urn:microsoft.com/office/officeart/2011/layout/ThemePictureAlternatingAccent"/>
    <dgm:cxn modelId="{499023F5-1327-4AC7-993A-FB3ADF9A91C6}"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009205A5-4FC9-422D-9965-5ABFAC067D07}" type="presParOf" srcId="{402BF6D5-BC22-4BEB-9027-2D822CD0A19A}" destId="{7F383395-A406-466B-9E8C-672150081A67}" srcOrd="0" destOrd="0" presId="urn:microsoft.com/office/officeart/2011/layout/ThemePictureAlternatingAccent"/>
    <dgm:cxn modelId="{A8E23142-C70A-490E-971C-7FF54EF49A68}" type="presParOf" srcId="{7F383395-A406-466B-9E8C-672150081A67}" destId="{63E8F094-BB29-4F1C-8DE8-869308440306}" srcOrd="0" destOrd="0" presId="urn:microsoft.com/office/officeart/2011/layout/ThemePictureAlternatingAccent"/>
    <dgm:cxn modelId="{2F2477F3-C8D4-416F-A998-512FF9E0DF17}"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2736D127-0739-4E50-AFD9-9A2F629C17AF}" type="presOf" srcId="{70B4E3E7-92BD-4BA3-8C93-826D98F65609}" destId="{402BF6D5-BC22-4BEB-9027-2D822CD0A19A}" srcOrd="0" destOrd="0" presId="urn:microsoft.com/office/officeart/2011/layout/ThemePictureAlternatingAccent"/>
    <dgm:cxn modelId="{6A9012EA-C380-4E56-BA97-5F591BAA074C}" type="presOf" srcId="{EF85E227-2C46-46B0-8C25-15ED58A3377E}" destId="{BF7C867C-0ECC-4DC7-8F13-5617889C754B}"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D94370E8-5081-40F3-9058-2FC39340F5F9}" type="presParOf" srcId="{402BF6D5-BC22-4BEB-9027-2D822CD0A19A}" destId="{7F383395-A406-466B-9E8C-672150081A67}" srcOrd="0" destOrd="0" presId="urn:microsoft.com/office/officeart/2011/layout/ThemePictureAlternatingAccent"/>
    <dgm:cxn modelId="{8A7CCBFB-80DE-40B5-89D9-F309645D0588}" type="presParOf" srcId="{7F383395-A406-466B-9E8C-672150081A67}" destId="{63E8F094-BB29-4F1C-8DE8-869308440306}" srcOrd="0" destOrd="0" presId="urn:microsoft.com/office/officeart/2011/layout/ThemePictureAlternatingAccent"/>
    <dgm:cxn modelId="{9DE446A7-9022-421E-9B3D-454A023570E0}"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DA8FEFF3-D48C-408F-8A51-32EC12652B67}" type="presOf" srcId="{EF85E227-2C46-46B0-8C25-15ED58A3377E}" destId="{BF7C867C-0ECC-4DC7-8F13-5617889C754B}" srcOrd="0" destOrd="0" presId="urn:microsoft.com/office/officeart/2011/layout/ThemePictureAlternatingAccent"/>
    <dgm:cxn modelId="{76726C3C-3D31-4ECD-B70A-F941E32A7938}"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8F87D0BA-C76F-4E08-BA4E-7C49497AE04E}" type="presParOf" srcId="{402BF6D5-BC22-4BEB-9027-2D822CD0A19A}" destId="{7F383395-A406-466B-9E8C-672150081A67}" srcOrd="0" destOrd="0" presId="urn:microsoft.com/office/officeart/2011/layout/ThemePictureAlternatingAccent"/>
    <dgm:cxn modelId="{3B981DD1-AA80-4E6B-B159-3D44F03E41B6}" type="presParOf" srcId="{7F383395-A406-466B-9E8C-672150081A67}" destId="{63E8F094-BB29-4F1C-8DE8-869308440306}" srcOrd="0" destOrd="0" presId="urn:microsoft.com/office/officeart/2011/layout/ThemePictureAlternatingAccent"/>
    <dgm:cxn modelId="{6E2827B7-A876-4FEB-840D-ED8FB3951604}"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70B4E3E7-92BD-4BA3-8C93-826D98F65609}" type="doc">
      <dgm:prSet loTypeId="urn:microsoft.com/office/officeart/2011/layout/ThemePictureAlternatingAccent" loCatId="picture" qsTypeId="urn:microsoft.com/office/officeart/2005/8/quickstyle/simple1" qsCatId="simple" csTypeId="urn:microsoft.com/office/officeart/2005/8/colors/accent1_2" csCatId="accent1" phldr="1"/>
      <dgm:spPr/>
      <dgm:t>
        <a:bodyPr/>
        <a:lstStyle/>
        <a:p>
          <a:endParaRPr lang="en-US"/>
        </a:p>
      </dgm:t>
    </dgm:pt>
    <dgm:pt modelId="{EF85E227-2C46-46B0-8C25-15ED58A3377E}">
      <dgm:prSet phldrT="[Text]"/>
      <dgm:spPr/>
      <dgm:t>
        <a:bodyPr/>
        <a:lstStyle/>
        <a:p>
          <a:endParaRPr lang="en-US" dirty="0"/>
        </a:p>
      </dgm:t>
    </dgm:pt>
    <dgm:pt modelId="{7F9D886D-9CFA-4563-A162-D72A4054237D}" type="parTrans" cxnId="{A19CA0E6-55BD-4F0C-8CDC-0110F4AD5309}">
      <dgm:prSet/>
      <dgm:spPr/>
      <dgm:t>
        <a:bodyPr/>
        <a:lstStyle/>
        <a:p>
          <a:endParaRPr lang="en-US"/>
        </a:p>
      </dgm:t>
    </dgm:pt>
    <dgm:pt modelId="{1136A496-F399-4DBF-9A3B-5C59A41A4C20}" type="sibTrans" cxnId="{A19CA0E6-55BD-4F0C-8CDC-0110F4AD5309}">
      <dgm:prSet/>
      <dgm:spPr/>
      <dgm:t>
        <a:bodyPr/>
        <a:lstStyle/>
        <a:p>
          <a:endParaRPr lang="en-US"/>
        </a:p>
      </dgm:t>
    </dgm:pt>
    <dgm:pt modelId="{402BF6D5-BC22-4BEB-9027-2D822CD0A19A}" type="pres">
      <dgm:prSet presAssocID="{70B4E3E7-92BD-4BA3-8C93-826D98F65609}" presName="Name0" presStyleCnt="0">
        <dgm:presLayoutVars>
          <dgm:chMax val="9"/>
          <dgm:chPref val="9"/>
        </dgm:presLayoutVars>
      </dgm:prSet>
      <dgm:spPr/>
      <dgm:t>
        <a:bodyPr/>
        <a:lstStyle/>
        <a:p>
          <a:endParaRPr lang="en-US"/>
        </a:p>
      </dgm:t>
    </dgm:pt>
    <dgm:pt modelId="{7F383395-A406-466B-9E8C-672150081A67}" type="pres">
      <dgm:prSet presAssocID="{EF85E227-2C46-46B0-8C25-15ED58A3377E}" presName="picture1" presStyleCnt="0"/>
      <dgm:spPr/>
    </dgm:pt>
    <dgm:pt modelId="{63E8F094-BB29-4F1C-8DE8-869308440306}" type="pres">
      <dgm:prSet presAssocID="{EF85E227-2C46-46B0-8C25-15ED58A3377E}" presName="picture" presStyleLbl="alignImgPlace1" presStyleIdx="0" presStyleCnt="1" custScaleX="283809" custScaleY="100000" custLinFactNeighborX="0" custLinFactNeighborY="10776"/>
      <dgm:spPr>
        <a:ln>
          <a:noFill/>
        </a:ln>
      </dgm:spPr>
      <dgm:t>
        <a:bodyPr/>
        <a:lstStyle/>
        <a:p>
          <a:endParaRPr lang="en-US"/>
        </a:p>
      </dgm:t>
    </dgm:pt>
    <dgm:pt modelId="{BF7C867C-0ECC-4DC7-8F13-5617889C754B}" type="pres">
      <dgm:prSet presAssocID="{EF85E227-2C46-46B0-8C25-15ED58A3377E}" presName="parent1" presStyleLbl="node1" presStyleIdx="0" presStyleCnt="0">
        <dgm:presLayoutVars>
          <dgm:chMax val="0"/>
          <dgm:chPref val="0"/>
          <dgm:bulletEnabled val="1"/>
        </dgm:presLayoutVars>
      </dgm:prSet>
      <dgm:spPr/>
      <dgm:t>
        <a:bodyPr/>
        <a:lstStyle/>
        <a:p>
          <a:endParaRPr lang="en-US"/>
        </a:p>
      </dgm:t>
    </dgm:pt>
  </dgm:ptLst>
  <dgm:cxnLst>
    <dgm:cxn modelId="{3CDD9EFC-326E-4CB1-8B7F-E4CA5521648F}" type="presOf" srcId="{EF85E227-2C46-46B0-8C25-15ED58A3377E}" destId="{BF7C867C-0ECC-4DC7-8F13-5617889C754B}" srcOrd="0" destOrd="0" presId="urn:microsoft.com/office/officeart/2011/layout/ThemePictureAlternatingAccent"/>
    <dgm:cxn modelId="{442B700A-513C-42C2-AA43-B49A5F290B6D}" type="presOf" srcId="{70B4E3E7-92BD-4BA3-8C93-826D98F65609}" destId="{402BF6D5-BC22-4BEB-9027-2D822CD0A19A}" srcOrd="0" destOrd="0" presId="urn:microsoft.com/office/officeart/2011/layout/ThemePictureAlternatingAccent"/>
    <dgm:cxn modelId="{A19CA0E6-55BD-4F0C-8CDC-0110F4AD5309}" srcId="{70B4E3E7-92BD-4BA3-8C93-826D98F65609}" destId="{EF85E227-2C46-46B0-8C25-15ED58A3377E}" srcOrd="0" destOrd="0" parTransId="{7F9D886D-9CFA-4563-A162-D72A4054237D}" sibTransId="{1136A496-F399-4DBF-9A3B-5C59A41A4C20}"/>
    <dgm:cxn modelId="{7147A9E2-F140-4971-88E4-EF16D44A0662}" type="presParOf" srcId="{402BF6D5-BC22-4BEB-9027-2D822CD0A19A}" destId="{7F383395-A406-466B-9E8C-672150081A67}" srcOrd="0" destOrd="0" presId="urn:microsoft.com/office/officeart/2011/layout/ThemePictureAlternatingAccent"/>
    <dgm:cxn modelId="{27B2F38E-AC64-4FC4-8F30-F683153A7208}" type="presParOf" srcId="{7F383395-A406-466B-9E8C-672150081A67}" destId="{63E8F094-BB29-4F1C-8DE8-869308440306}" srcOrd="0" destOrd="0" presId="urn:microsoft.com/office/officeart/2011/layout/ThemePictureAlternatingAccent"/>
    <dgm:cxn modelId="{5075C2F6-7981-4FF5-BF10-5AECCB09653F}" type="presParOf" srcId="{402BF6D5-BC22-4BEB-9027-2D822CD0A19A}" destId="{BF7C867C-0ECC-4DC7-8F13-5617889C754B}" srcOrd="1" destOrd="0" presId="urn:microsoft.com/office/officeart/2011/layout/ThemePictureAlternatingAccent"/>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90A0BFC-07A7-4DDD-8427-0CA01EE69FD7}">
      <dsp:nvSpPr>
        <dsp:cNvPr id="0" name=""/>
        <dsp:cNvSpPr/>
      </dsp:nvSpPr>
      <dsp:spPr>
        <a:xfrm>
          <a:off x="172315" y="1067878"/>
          <a:ext cx="2490306" cy="82066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ar-SA" sz="3200" b="1" kern="1200" dirty="0" smtClean="0"/>
            <a:t>الجانب النظري </a:t>
          </a:r>
          <a:endParaRPr lang="en-US" sz="3200" b="1" kern="1200" dirty="0">
            <a:solidFill>
              <a:schemeClr val="tx1"/>
            </a:solidFill>
          </a:endParaRPr>
        </a:p>
      </dsp:txBody>
      <dsp:txXfrm>
        <a:off x="172315" y="1067878"/>
        <a:ext cx="2490306" cy="820669"/>
      </dsp:txXfrm>
    </dsp:sp>
    <dsp:sp modelId="{7425EFB1-85FD-43BD-9E0C-5EB503D12F2B}">
      <dsp:nvSpPr>
        <dsp:cNvPr id="0" name=""/>
        <dsp:cNvSpPr/>
      </dsp:nvSpPr>
      <dsp:spPr>
        <a:xfrm>
          <a:off x="169485" y="818281"/>
          <a:ext cx="198092" cy="198092"/>
        </a:xfrm>
        <a:prstGeom prst="ellipse">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73069CC5-AC2A-4E40-80C3-B6257E28E1D3}">
      <dsp:nvSpPr>
        <dsp:cNvPr id="0" name=""/>
        <dsp:cNvSpPr/>
      </dsp:nvSpPr>
      <dsp:spPr>
        <a:xfrm>
          <a:off x="308150" y="540951"/>
          <a:ext cx="198092" cy="198092"/>
        </a:xfrm>
        <a:prstGeom prst="ellipse">
          <a:avLst/>
        </a:prstGeom>
        <a:solidFill>
          <a:schemeClr val="accent3">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6545506E-F82F-40D0-B269-A33A56AD6FAD}">
      <dsp:nvSpPr>
        <dsp:cNvPr id="0" name=""/>
        <dsp:cNvSpPr/>
      </dsp:nvSpPr>
      <dsp:spPr>
        <a:xfrm>
          <a:off x="640945" y="596417"/>
          <a:ext cx="311288" cy="311288"/>
        </a:xfrm>
        <a:prstGeom prst="ellipse">
          <a:avLst/>
        </a:prstGeom>
        <a:solidFill>
          <a:schemeClr val="accent2">
            <a:lumMod val="60000"/>
            <a:lumOff val="4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77EB5CB-7F94-462A-B74B-D681CCDAFE96}">
      <dsp:nvSpPr>
        <dsp:cNvPr id="0" name=""/>
        <dsp:cNvSpPr/>
      </dsp:nvSpPr>
      <dsp:spPr>
        <a:xfrm>
          <a:off x="918275" y="291355"/>
          <a:ext cx="198092" cy="198092"/>
        </a:xfrm>
        <a:prstGeom prst="ellipse">
          <a:avLst/>
        </a:prstGeom>
        <a:solidFill>
          <a:srgbClr val="7030A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4D41D45-881E-45E0-815F-B3D1F42ABA6A}">
      <dsp:nvSpPr>
        <dsp:cNvPr id="0" name=""/>
        <dsp:cNvSpPr/>
      </dsp:nvSpPr>
      <dsp:spPr>
        <a:xfrm>
          <a:off x="1278803" y="180423"/>
          <a:ext cx="198092" cy="198092"/>
        </a:xfrm>
        <a:prstGeom prst="ellipse">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BAFF7A7-30C4-4792-80F0-F4ED56695A86}">
      <dsp:nvSpPr>
        <dsp:cNvPr id="0" name=""/>
        <dsp:cNvSpPr/>
      </dsp:nvSpPr>
      <dsp:spPr>
        <a:xfrm>
          <a:off x="1722530" y="374554"/>
          <a:ext cx="198092" cy="198092"/>
        </a:xfrm>
        <a:prstGeom prst="ellipse">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02BDD82-6500-4745-ABB1-8AB85030FF96}">
      <dsp:nvSpPr>
        <dsp:cNvPr id="0" name=""/>
        <dsp:cNvSpPr/>
      </dsp:nvSpPr>
      <dsp:spPr>
        <a:xfrm>
          <a:off x="1999860" y="513218"/>
          <a:ext cx="311288" cy="311288"/>
        </a:xfrm>
        <a:prstGeom prst="ellipse">
          <a:avLst/>
        </a:prstGeom>
        <a:solidFill>
          <a:schemeClr val="accent3">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BCC20C0-4B3E-4A32-8289-0C043EE14E08}">
      <dsp:nvSpPr>
        <dsp:cNvPr id="0" name=""/>
        <dsp:cNvSpPr/>
      </dsp:nvSpPr>
      <dsp:spPr>
        <a:xfrm>
          <a:off x="2388121" y="818281"/>
          <a:ext cx="198092" cy="198092"/>
        </a:xfrm>
        <a:prstGeom prst="ellipse">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1395F43B-46B6-48BD-BE0D-466AE12A59E4}">
      <dsp:nvSpPr>
        <dsp:cNvPr id="0" name=""/>
        <dsp:cNvSpPr/>
      </dsp:nvSpPr>
      <dsp:spPr>
        <a:xfrm>
          <a:off x="2554519" y="1123344"/>
          <a:ext cx="198092" cy="198092"/>
        </a:xfrm>
        <a:prstGeom prst="ellipse">
          <a:avLst/>
        </a:prstGeom>
        <a:solidFill>
          <a:srgbClr val="7030A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361D2E2-6923-453F-81C0-77902D700F8C}">
      <dsp:nvSpPr>
        <dsp:cNvPr id="0" name=""/>
        <dsp:cNvSpPr/>
      </dsp:nvSpPr>
      <dsp:spPr>
        <a:xfrm>
          <a:off x="1112405" y="540951"/>
          <a:ext cx="509380" cy="509380"/>
        </a:xfrm>
        <a:prstGeom prst="ellipse">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B5D258C8-C381-4DFA-9DF0-F1337D842739}">
      <dsp:nvSpPr>
        <dsp:cNvPr id="0" name=""/>
        <dsp:cNvSpPr/>
      </dsp:nvSpPr>
      <dsp:spPr>
        <a:xfrm>
          <a:off x="30820" y="1594804"/>
          <a:ext cx="198092" cy="198092"/>
        </a:xfrm>
        <a:prstGeom prst="ellipse">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83701E9-331F-4DBD-88D4-C515F77B849D}">
      <dsp:nvSpPr>
        <dsp:cNvPr id="0" name=""/>
        <dsp:cNvSpPr/>
      </dsp:nvSpPr>
      <dsp:spPr>
        <a:xfrm>
          <a:off x="197218" y="1844400"/>
          <a:ext cx="311288" cy="311288"/>
        </a:xfrm>
        <a:prstGeom prst="ellipse">
          <a:avLst/>
        </a:prstGeom>
        <a:solidFill>
          <a:schemeClr val="accent3">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320B6E2-693F-4792-89C6-95944ABED13F}">
      <dsp:nvSpPr>
        <dsp:cNvPr id="0" name=""/>
        <dsp:cNvSpPr/>
      </dsp:nvSpPr>
      <dsp:spPr>
        <a:xfrm>
          <a:off x="613212" y="2066264"/>
          <a:ext cx="452782" cy="452782"/>
        </a:xfrm>
        <a:prstGeom prst="ellipse">
          <a:avLst/>
        </a:prstGeom>
        <a:solidFill>
          <a:schemeClr val="accent2">
            <a:lumMod val="60000"/>
            <a:lumOff val="4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7D79030-070E-406E-AD08-42C45219AC7F}">
      <dsp:nvSpPr>
        <dsp:cNvPr id="0" name=""/>
        <dsp:cNvSpPr/>
      </dsp:nvSpPr>
      <dsp:spPr>
        <a:xfrm>
          <a:off x="1195604" y="2426793"/>
          <a:ext cx="198092" cy="198092"/>
        </a:xfrm>
        <a:prstGeom prst="ellipse">
          <a:avLst/>
        </a:prstGeom>
        <a:solidFill>
          <a:srgbClr val="7030A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8D3AB0A-B676-4AFF-8575-8BA9B28186E3}">
      <dsp:nvSpPr>
        <dsp:cNvPr id="0" name=""/>
        <dsp:cNvSpPr/>
      </dsp:nvSpPr>
      <dsp:spPr>
        <a:xfrm>
          <a:off x="1306536" y="2066264"/>
          <a:ext cx="311288" cy="311288"/>
        </a:xfrm>
        <a:prstGeom prst="ellipse">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05F7ED7-2138-429B-B8E8-40FB2DAF0412}">
      <dsp:nvSpPr>
        <dsp:cNvPr id="0" name=""/>
        <dsp:cNvSpPr/>
      </dsp:nvSpPr>
      <dsp:spPr>
        <a:xfrm>
          <a:off x="1583866" y="2454525"/>
          <a:ext cx="198092" cy="198092"/>
        </a:xfrm>
        <a:prstGeom prst="ellipse">
          <a:avLst/>
        </a:prstGeom>
        <a:solidFill>
          <a:schemeClr val="accent4"/>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5319392-E8FF-4496-B113-53B39E20FF13}">
      <dsp:nvSpPr>
        <dsp:cNvPr id="0" name=""/>
        <dsp:cNvSpPr/>
      </dsp:nvSpPr>
      <dsp:spPr>
        <a:xfrm>
          <a:off x="1833462" y="2010798"/>
          <a:ext cx="452782" cy="452782"/>
        </a:xfrm>
        <a:prstGeom prst="ellipse">
          <a:avLst/>
        </a:prstGeom>
        <a:solidFill>
          <a:schemeClr val="accent3">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AAC1A9B1-BA60-4D17-BB1E-F0F02B4A3B2B}">
      <dsp:nvSpPr>
        <dsp:cNvPr id="0" name=""/>
        <dsp:cNvSpPr/>
      </dsp:nvSpPr>
      <dsp:spPr>
        <a:xfrm>
          <a:off x="2443587" y="1899866"/>
          <a:ext cx="311288" cy="311288"/>
        </a:xfrm>
        <a:prstGeom prst="ellipse">
          <a:avLst/>
        </a:prstGeom>
        <a:solidFill>
          <a:schemeClr val="accent2">
            <a:lumMod val="60000"/>
            <a:lumOff val="4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DED6EF4-A0CC-49CB-9AE7-43B444C48543}">
      <dsp:nvSpPr>
        <dsp:cNvPr id="0" name=""/>
        <dsp:cNvSpPr/>
      </dsp:nvSpPr>
      <dsp:spPr>
        <a:xfrm>
          <a:off x="2754876" y="503175"/>
          <a:ext cx="914209" cy="1930888"/>
        </a:xfrm>
        <a:prstGeom prst="chevron">
          <a:avLst>
            <a:gd name="adj" fmla="val 62310"/>
          </a:avLst>
        </a:prstGeom>
        <a:solidFill>
          <a:schemeClr val="accent4">
            <a:lumMod val="40000"/>
            <a:lumOff val="60000"/>
          </a:schemeClr>
        </a:solidFill>
        <a:ln>
          <a:noFill/>
        </a:ln>
        <a:effectLst/>
      </dsp:spPr>
      <dsp:style>
        <a:lnRef idx="0">
          <a:scrgbClr r="0" g="0" b="0"/>
        </a:lnRef>
        <a:fillRef idx="1">
          <a:scrgbClr r="0" g="0" b="0"/>
        </a:fillRef>
        <a:effectRef idx="0">
          <a:scrgbClr r="0" g="0" b="0"/>
        </a:effectRef>
        <a:fontRef idx="minor">
          <a:schemeClr val="lt1"/>
        </a:fontRef>
      </dsp:style>
    </dsp:sp>
    <dsp:sp modelId="{84DDEA6A-77C7-4BDC-8B22-AD74F2C7D212}">
      <dsp:nvSpPr>
        <dsp:cNvPr id="0" name=""/>
        <dsp:cNvSpPr/>
      </dsp:nvSpPr>
      <dsp:spPr>
        <a:xfrm>
          <a:off x="3669085" y="596804"/>
          <a:ext cx="2493298" cy="17453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ar-SA" sz="3200" b="1" kern="1200" dirty="0" smtClean="0"/>
            <a:t>الجانب العملي</a:t>
          </a:r>
          <a:endParaRPr lang="en-US" sz="3200" b="1" kern="1200" dirty="0">
            <a:solidFill>
              <a:schemeClr val="tx1"/>
            </a:solidFill>
          </a:endParaRPr>
        </a:p>
      </dsp:txBody>
      <dsp:txXfrm>
        <a:off x="3669085" y="596804"/>
        <a:ext cx="2493298" cy="1745308"/>
      </dsp:txXfrm>
    </dsp:sp>
    <dsp:sp modelId="{21E83F37-BEFF-4B60-BB9A-345F36FD8FDB}">
      <dsp:nvSpPr>
        <dsp:cNvPr id="0" name=""/>
        <dsp:cNvSpPr/>
      </dsp:nvSpPr>
      <dsp:spPr>
        <a:xfrm>
          <a:off x="6162383" y="503175"/>
          <a:ext cx="914209" cy="1930888"/>
        </a:xfrm>
        <a:prstGeom prst="chevron">
          <a:avLst>
            <a:gd name="adj" fmla="val 62310"/>
          </a:avLst>
        </a:prstGeom>
        <a:solidFill>
          <a:schemeClr val="accent4">
            <a:lumMod val="60000"/>
            <a:lumOff val="40000"/>
          </a:schemeClr>
        </a:solidFill>
        <a:ln>
          <a:noFill/>
        </a:ln>
        <a:effectLst/>
      </dsp:spPr>
      <dsp:style>
        <a:lnRef idx="0">
          <a:scrgbClr r="0" g="0" b="0"/>
        </a:lnRef>
        <a:fillRef idx="1">
          <a:scrgbClr r="0" g="0" b="0"/>
        </a:fillRef>
        <a:effectRef idx="0">
          <a:scrgbClr r="0" g="0" b="0"/>
        </a:effectRef>
        <a:fontRef idx="minor">
          <a:schemeClr val="lt1"/>
        </a:fontRef>
      </dsp:style>
    </dsp:sp>
    <dsp:sp modelId="{7B1BE0AD-50A5-48F7-B598-DEB590DCA7A9}">
      <dsp:nvSpPr>
        <dsp:cNvPr id="0" name=""/>
        <dsp:cNvSpPr/>
      </dsp:nvSpPr>
      <dsp:spPr>
        <a:xfrm>
          <a:off x="7176325" y="451719"/>
          <a:ext cx="2119303" cy="2119303"/>
        </a:xfrm>
        <a:prstGeom prst="ellipse">
          <a:avLst/>
        </a:prstGeom>
        <a:solidFill>
          <a:srgbClr val="FF0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600200">
            <a:lnSpc>
              <a:spcPct val="90000"/>
            </a:lnSpc>
            <a:spcBef>
              <a:spcPct val="0"/>
            </a:spcBef>
            <a:spcAft>
              <a:spcPct val="35000"/>
            </a:spcAft>
          </a:pPr>
          <a:r>
            <a:rPr lang="ar-SA" sz="3600" b="1" u="sng" kern="1200" dirty="0" smtClean="0"/>
            <a:t>التعلم</a:t>
          </a:r>
          <a:endParaRPr lang="en-US" sz="3600" b="1" u="sng" kern="1200" dirty="0"/>
        </a:p>
      </dsp:txBody>
      <dsp:txXfrm>
        <a:off x="7486690" y="762084"/>
        <a:ext cx="1498573" cy="149857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C5C488-2D82-48FA-94E1-E6ED648AE07E}">
      <dsp:nvSpPr>
        <dsp:cNvPr id="0" name=""/>
        <dsp:cNvSpPr/>
      </dsp:nvSpPr>
      <dsp:spPr>
        <a:xfrm>
          <a:off x="0" y="321598"/>
          <a:ext cx="2304256" cy="921702"/>
        </a:xfrm>
        <a:prstGeom prst="chevron">
          <a:avLst/>
        </a:prstGeom>
        <a:solidFill>
          <a:schemeClr val="accent6"/>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smtClean="0">
            <a:solidFill>
              <a:schemeClr val="bg1"/>
            </a:solidFill>
          </a:endParaRPr>
        </a:p>
      </dsp:txBody>
      <dsp:txXfrm>
        <a:off x="460851" y="321598"/>
        <a:ext cx="1382554" cy="921702"/>
      </dsp:txXfrm>
    </dsp:sp>
    <dsp:sp modelId="{5F7C99BF-9C18-4701-B642-69C8B195B816}">
      <dsp:nvSpPr>
        <dsp:cNvPr id="0" name=""/>
        <dsp:cNvSpPr/>
      </dsp:nvSpPr>
      <dsp:spPr>
        <a:xfrm>
          <a:off x="0" y="1372338"/>
          <a:ext cx="2304256" cy="921702"/>
        </a:xfrm>
        <a:prstGeom prst="chevron">
          <a:avLst/>
        </a:prstGeom>
        <a:solidFill>
          <a:srgbClr val="FF0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a:solidFill>
              <a:schemeClr val="bg1"/>
            </a:solidFill>
          </a:endParaRPr>
        </a:p>
      </dsp:txBody>
      <dsp:txXfrm>
        <a:off x="460851" y="1372338"/>
        <a:ext cx="1382554" cy="921702"/>
      </dsp:txXfrm>
    </dsp:sp>
    <dsp:sp modelId="{803580E4-39B5-44E5-A355-43EEFE242A45}">
      <dsp:nvSpPr>
        <dsp:cNvPr id="0" name=""/>
        <dsp:cNvSpPr/>
      </dsp:nvSpPr>
      <dsp:spPr>
        <a:xfrm>
          <a:off x="0" y="2423079"/>
          <a:ext cx="2304256" cy="921702"/>
        </a:xfrm>
        <a:prstGeom prst="chevron">
          <a:avLst/>
        </a:prstGeom>
        <a:solidFill>
          <a:schemeClr val="accent4">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a:solidFill>
              <a:schemeClr val="bg1"/>
            </a:solidFill>
          </a:endParaRPr>
        </a:p>
      </dsp:txBody>
      <dsp:txXfrm>
        <a:off x="460851" y="2423079"/>
        <a:ext cx="1382554" cy="92170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C5C488-2D82-48FA-94E1-E6ED648AE07E}">
      <dsp:nvSpPr>
        <dsp:cNvPr id="0" name=""/>
        <dsp:cNvSpPr/>
      </dsp:nvSpPr>
      <dsp:spPr>
        <a:xfrm>
          <a:off x="0" y="1348419"/>
          <a:ext cx="2304256" cy="921702"/>
        </a:xfrm>
        <a:prstGeom prst="chevron">
          <a:avLst/>
        </a:prstGeom>
        <a:solidFill>
          <a:schemeClr val="accent6"/>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a:solidFill>
              <a:schemeClr val="bg1"/>
            </a:solidFill>
          </a:endParaRPr>
        </a:p>
      </dsp:txBody>
      <dsp:txXfrm>
        <a:off x="460851" y="1348419"/>
        <a:ext cx="1382554" cy="921702"/>
      </dsp:txXfrm>
    </dsp:sp>
    <dsp:sp modelId="{5F7C99BF-9C18-4701-B642-69C8B195B816}">
      <dsp:nvSpPr>
        <dsp:cNvPr id="0" name=""/>
        <dsp:cNvSpPr/>
      </dsp:nvSpPr>
      <dsp:spPr>
        <a:xfrm>
          <a:off x="0" y="2418912"/>
          <a:ext cx="2304256" cy="921702"/>
        </a:xfrm>
        <a:prstGeom prst="chevron">
          <a:avLst/>
        </a:prstGeom>
        <a:solidFill>
          <a:srgbClr val="FF0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a:solidFill>
              <a:schemeClr val="bg1"/>
            </a:solidFill>
          </a:endParaRPr>
        </a:p>
      </dsp:txBody>
      <dsp:txXfrm>
        <a:off x="460851" y="2418912"/>
        <a:ext cx="1382554" cy="92170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3580E4-39B5-44E5-A355-43EEFE242A45}">
      <dsp:nvSpPr>
        <dsp:cNvPr id="0" name=""/>
        <dsp:cNvSpPr/>
      </dsp:nvSpPr>
      <dsp:spPr>
        <a:xfrm>
          <a:off x="0" y="1271960"/>
          <a:ext cx="2304256" cy="921702"/>
        </a:xfrm>
        <a:prstGeom prst="chevron">
          <a:avLst/>
        </a:prstGeom>
        <a:solidFill>
          <a:schemeClr val="accent2">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a:solidFill>
              <a:schemeClr val="bg1"/>
            </a:solidFill>
          </a:endParaRPr>
        </a:p>
      </dsp:txBody>
      <dsp:txXfrm>
        <a:off x="460851" y="1271960"/>
        <a:ext cx="1382554" cy="921702"/>
      </dsp:txXfrm>
    </dsp:sp>
    <dsp:sp modelId="{38B3533C-0604-42C2-B6E4-34D51AE7EEAA}">
      <dsp:nvSpPr>
        <dsp:cNvPr id="0" name=""/>
        <dsp:cNvSpPr/>
      </dsp:nvSpPr>
      <dsp:spPr>
        <a:xfrm>
          <a:off x="0" y="2654302"/>
          <a:ext cx="2304256" cy="921702"/>
        </a:xfrm>
        <a:prstGeom prst="chevron">
          <a:avLst/>
        </a:prstGeom>
        <a:solidFill>
          <a:schemeClr val="accent3">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5715" rIns="0" bIns="5715" numCol="1" spcCol="1270" anchor="ctr" anchorCtr="0">
          <a:noAutofit/>
        </a:bodyPr>
        <a:lstStyle/>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smtClean="0">
            <a:solidFill>
              <a:schemeClr val="bg1"/>
            </a:solidFill>
          </a:endParaRPr>
        </a:p>
        <a:p>
          <a:pPr lvl="0" algn="ctr" defTabSz="400050">
            <a:lnSpc>
              <a:spcPct val="90000"/>
            </a:lnSpc>
            <a:spcBef>
              <a:spcPct val="0"/>
            </a:spcBef>
            <a:spcAft>
              <a:spcPct val="35000"/>
            </a:spcAft>
          </a:pPr>
          <a:endParaRPr lang="en-US" sz="900" b="1" kern="1200" dirty="0">
            <a:solidFill>
              <a:schemeClr val="bg1"/>
            </a:solidFill>
          </a:endParaRPr>
        </a:p>
      </dsp:txBody>
      <dsp:txXfrm>
        <a:off x="460851" y="2654302"/>
        <a:ext cx="1382554" cy="92170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D5054CA-668D-4BC9-B92D-8459053C3B56}">
      <dsp:nvSpPr>
        <dsp:cNvPr id="0" name=""/>
        <dsp:cNvSpPr/>
      </dsp:nvSpPr>
      <dsp:spPr>
        <a:xfrm>
          <a:off x="7221002" y="1581166"/>
          <a:ext cx="1646505" cy="1646775"/>
        </a:xfrm>
        <a:prstGeom prst="ellipse">
          <a:avLst/>
        </a:prstGeom>
        <a:solidFill>
          <a:schemeClr val="accent1">
            <a:hueOff val="0"/>
            <a:satOff val="0"/>
            <a:lumOff val="0"/>
            <a:alphaOff val="0"/>
          </a:schemeClr>
        </a:solidFill>
        <a:ln>
          <a:noFill/>
        </a:ln>
        <a:effectLst/>
        <a:sp3d extrusionH="152250" prstMaterial="matte">
          <a:bevelT w="165100" prst="coolSlant"/>
        </a:sp3d>
      </dsp:spPr>
      <dsp:style>
        <a:lnRef idx="0">
          <a:scrgbClr r="0" g="0" b="0"/>
        </a:lnRef>
        <a:fillRef idx="1">
          <a:scrgbClr r="0" g="0" b="0"/>
        </a:fillRef>
        <a:effectRef idx="2">
          <a:scrgbClr r="0" g="0" b="0"/>
        </a:effectRef>
        <a:fontRef idx="minor">
          <a:schemeClr val="lt1"/>
        </a:fontRef>
      </dsp:style>
    </dsp:sp>
    <dsp:sp modelId="{4A3EAF7E-043A-4CA9-85EC-2556BFE5863D}">
      <dsp:nvSpPr>
        <dsp:cNvPr id="0" name=""/>
        <dsp:cNvSpPr/>
      </dsp:nvSpPr>
      <dsp:spPr>
        <a:xfrm>
          <a:off x="7275330" y="1636068"/>
          <a:ext cx="1536972" cy="1536970"/>
        </a:xfrm>
        <a:prstGeom prst="ellipse">
          <a:avLst/>
        </a:prstGeom>
        <a:solidFill>
          <a:schemeClr val="lt1">
            <a:alpha val="90000"/>
            <a:hueOff val="0"/>
            <a:satOff val="0"/>
            <a:lumOff val="0"/>
            <a:alphaOff val="0"/>
          </a:schemeClr>
        </a:solidFill>
        <a:ln w="6350" cap="flat" cmpd="sng" algn="ctr">
          <a:solidFill>
            <a:schemeClr val="accent1">
              <a:hueOff val="0"/>
              <a:satOff val="0"/>
              <a:lumOff val="0"/>
              <a:alphaOff val="0"/>
            </a:schemeClr>
          </a:solidFill>
          <a:prstDash val="solid"/>
          <a:miter lim="800000"/>
        </a:ln>
        <a:effectLst/>
        <a:sp3d prstMaterial="matte"/>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sp3d extrusionH="28000" prstMaterial="matte"/>
        </a:bodyPr>
        <a:lstStyle/>
        <a:p>
          <a:pPr lvl="0" algn="ctr" defTabSz="1600200">
            <a:lnSpc>
              <a:spcPct val="90000"/>
            </a:lnSpc>
            <a:spcBef>
              <a:spcPct val="0"/>
            </a:spcBef>
            <a:spcAft>
              <a:spcPct val="35000"/>
            </a:spcAft>
          </a:pPr>
          <a:r>
            <a:rPr lang="id-ID" sz="3600" kern="1200" dirty="0" smtClean="0"/>
            <a:t>  </a:t>
          </a:r>
          <a:r>
            <a:rPr lang="ar-SA" sz="3600" kern="1200" dirty="0" smtClean="0"/>
            <a:t>هدف</a:t>
          </a:r>
          <a:endParaRPr lang="en-US" sz="3600" kern="1200" dirty="0"/>
        </a:p>
      </dsp:txBody>
      <dsp:txXfrm>
        <a:off x="7495273" y="1855677"/>
        <a:ext cx="1097962" cy="1097753"/>
      </dsp:txXfrm>
    </dsp:sp>
    <dsp:sp modelId="{5FB96F7B-66C8-41EC-B47B-DBD7D3A7EE61}">
      <dsp:nvSpPr>
        <dsp:cNvPr id="0" name=""/>
        <dsp:cNvSpPr/>
      </dsp:nvSpPr>
      <dsp:spPr>
        <a:xfrm rot="2700000">
          <a:off x="5518510" y="1581251"/>
          <a:ext cx="1646315" cy="1646315"/>
        </a:xfrm>
        <a:prstGeom prst="teardrop">
          <a:avLst>
            <a:gd name="adj" fmla="val 100000"/>
          </a:avLst>
        </a:prstGeom>
        <a:solidFill>
          <a:schemeClr val="accent1">
            <a:hueOff val="0"/>
            <a:satOff val="0"/>
            <a:lumOff val="0"/>
            <a:alphaOff val="0"/>
          </a:schemeClr>
        </a:solidFill>
        <a:ln>
          <a:noFill/>
        </a:ln>
        <a:effectLst/>
        <a:sp3d extrusionH="152250" prstMaterial="matte">
          <a:bevelT w="165100" prst="coolSlant"/>
        </a:sp3d>
      </dsp:spPr>
      <dsp:style>
        <a:lnRef idx="0">
          <a:scrgbClr r="0" g="0" b="0"/>
        </a:lnRef>
        <a:fillRef idx="1">
          <a:scrgbClr r="0" g="0" b="0"/>
        </a:fillRef>
        <a:effectRef idx="2">
          <a:scrgbClr r="0" g="0" b="0"/>
        </a:effectRef>
        <a:fontRef idx="minor">
          <a:schemeClr val="lt1"/>
        </a:fontRef>
      </dsp:style>
    </dsp:sp>
    <dsp:sp modelId="{3F7353E9-CE8F-4B64-A910-3BFCC6F644AD}">
      <dsp:nvSpPr>
        <dsp:cNvPr id="0" name=""/>
        <dsp:cNvSpPr/>
      </dsp:nvSpPr>
      <dsp:spPr>
        <a:xfrm>
          <a:off x="5574496" y="1636068"/>
          <a:ext cx="1536972" cy="1536970"/>
        </a:xfrm>
        <a:prstGeom prst="ellipse">
          <a:avLst/>
        </a:prstGeom>
        <a:solidFill>
          <a:schemeClr val="lt1">
            <a:alpha val="90000"/>
            <a:hueOff val="0"/>
            <a:satOff val="0"/>
            <a:lumOff val="0"/>
            <a:alphaOff val="0"/>
          </a:schemeClr>
        </a:solidFill>
        <a:ln w="6350" cap="flat" cmpd="sng" algn="ctr">
          <a:solidFill>
            <a:schemeClr val="accent1">
              <a:hueOff val="0"/>
              <a:satOff val="0"/>
              <a:lumOff val="0"/>
              <a:alphaOff val="0"/>
            </a:schemeClr>
          </a:solidFill>
          <a:prstDash val="solid"/>
          <a:miter lim="800000"/>
        </a:ln>
        <a:effectLst/>
        <a:sp3d prstMaterial="matte"/>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sp3d extrusionH="28000" prstMaterial="matte"/>
        </a:bodyPr>
        <a:lstStyle/>
        <a:p>
          <a:pPr lvl="0" algn="ctr" defTabSz="1600200">
            <a:lnSpc>
              <a:spcPct val="90000"/>
            </a:lnSpc>
            <a:spcBef>
              <a:spcPct val="0"/>
            </a:spcBef>
            <a:spcAft>
              <a:spcPct val="35000"/>
            </a:spcAft>
          </a:pPr>
          <a:r>
            <a:rPr lang="ar-SA" sz="3600" kern="1200" dirty="0" smtClean="0"/>
            <a:t>مستقبل</a:t>
          </a:r>
          <a:endParaRPr lang="en-US" sz="3600" kern="1200" dirty="0"/>
        </a:p>
      </dsp:txBody>
      <dsp:txXfrm>
        <a:off x="5793563" y="1855677"/>
        <a:ext cx="1097962" cy="1097753"/>
      </dsp:txXfrm>
    </dsp:sp>
    <dsp:sp modelId="{08413EDA-FCBC-4DBA-854D-D77A17660A47}">
      <dsp:nvSpPr>
        <dsp:cNvPr id="0" name=""/>
        <dsp:cNvSpPr/>
      </dsp:nvSpPr>
      <dsp:spPr>
        <a:xfrm rot="2700000">
          <a:off x="3817676" y="1581251"/>
          <a:ext cx="1646315" cy="1646315"/>
        </a:xfrm>
        <a:prstGeom prst="teardrop">
          <a:avLst>
            <a:gd name="adj" fmla="val 100000"/>
          </a:avLst>
        </a:prstGeom>
        <a:solidFill>
          <a:schemeClr val="accent1">
            <a:hueOff val="0"/>
            <a:satOff val="0"/>
            <a:lumOff val="0"/>
            <a:alphaOff val="0"/>
          </a:schemeClr>
        </a:solidFill>
        <a:ln>
          <a:noFill/>
        </a:ln>
        <a:effectLst/>
        <a:sp3d extrusionH="152250" prstMaterial="matte">
          <a:bevelT w="165100" prst="coolSlant"/>
        </a:sp3d>
      </dsp:spPr>
      <dsp:style>
        <a:lnRef idx="0">
          <a:scrgbClr r="0" g="0" b="0"/>
        </a:lnRef>
        <a:fillRef idx="1">
          <a:scrgbClr r="0" g="0" b="0"/>
        </a:fillRef>
        <a:effectRef idx="2">
          <a:scrgbClr r="0" g="0" b="0"/>
        </a:effectRef>
        <a:fontRef idx="minor">
          <a:schemeClr val="lt1"/>
        </a:fontRef>
      </dsp:style>
    </dsp:sp>
    <dsp:sp modelId="{6628AD33-5379-4D64-B4C7-379891670F3F}">
      <dsp:nvSpPr>
        <dsp:cNvPr id="0" name=""/>
        <dsp:cNvSpPr/>
      </dsp:nvSpPr>
      <dsp:spPr>
        <a:xfrm>
          <a:off x="3872785" y="1636068"/>
          <a:ext cx="1536972" cy="1536970"/>
        </a:xfrm>
        <a:prstGeom prst="ellipse">
          <a:avLst/>
        </a:prstGeom>
        <a:solidFill>
          <a:schemeClr val="lt1">
            <a:alpha val="90000"/>
            <a:hueOff val="0"/>
            <a:satOff val="0"/>
            <a:lumOff val="0"/>
            <a:alphaOff val="0"/>
          </a:schemeClr>
        </a:solidFill>
        <a:ln w="6350" cap="flat" cmpd="sng" algn="ctr">
          <a:solidFill>
            <a:schemeClr val="accent1">
              <a:hueOff val="0"/>
              <a:satOff val="0"/>
              <a:lumOff val="0"/>
              <a:alphaOff val="0"/>
            </a:schemeClr>
          </a:solidFill>
          <a:prstDash val="solid"/>
          <a:miter lim="800000"/>
        </a:ln>
        <a:effectLst/>
        <a:sp3d prstMaterial="matte"/>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sp3d extrusionH="28000" prstMaterial="matte"/>
        </a:bodyPr>
        <a:lstStyle/>
        <a:p>
          <a:pPr lvl="0" algn="ctr" defTabSz="1600200">
            <a:lnSpc>
              <a:spcPct val="90000"/>
            </a:lnSpc>
            <a:spcBef>
              <a:spcPct val="0"/>
            </a:spcBef>
            <a:spcAft>
              <a:spcPct val="35000"/>
            </a:spcAft>
          </a:pPr>
          <a:r>
            <a:rPr lang="ar-SA" sz="3600" kern="1200" dirty="0" smtClean="0"/>
            <a:t>اشارة</a:t>
          </a:r>
          <a:endParaRPr lang="en-US" sz="3600" kern="1200" dirty="0"/>
        </a:p>
      </dsp:txBody>
      <dsp:txXfrm>
        <a:off x="4091852" y="1855677"/>
        <a:ext cx="1097962" cy="1097753"/>
      </dsp:txXfrm>
    </dsp:sp>
    <dsp:sp modelId="{8C86263B-C019-480C-BC23-B44E6C79BB19}">
      <dsp:nvSpPr>
        <dsp:cNvPr id="0" name=""/>
        <dsp:cNvSpPr/>
      </dsp:nvSpPr>
      <dsp:spPr>
        <a:xfrm rot="2700000">
          <a:off x="2115965" y="1581251"/>
          <a:ext cx="1646315" cy="1646315"/>
        </a:xfrm>
        <a:prstGeom prst="teardrop">
          <a:avLst>
            <a:gd name="adj" fmla="val 100000"/>
          </a:avLst>
        </a:prstGeom>
        <a:solidFill>
          <a:schemeClr val="accent1">
            <a:hueOff val="0"/>
            <a:satOff val="0"/>
            <a:lumOff val="0"/>
            <a:alphaOff val="0"/>
          </a:schemeClr>
        </a:solidFill>
        <a:ln>
          <a:noFill/>
        </a:ln>
        <a:effectLst/>
        <a:sp3d extrusionH="152250" prstMaterial="matte">
          <a:bevelT w="165100" prst="coolSlant"/>
        </a:sp3d>
      </dsp:spPr>
      <dsp:style>
        <a:lnRef idx="0">
          <a:scrgbClr r="0" g="0" b="0"/>
        </a:lnRef>
        <a:fillRef idx="1">
          <a:scrgbClr r="0" g="0" b="0"/>
        </a:fillRef>
        <a:effectRef idx="2">
          <a:scrgbClr r="0" g="0" b="0"/>
        </a:effectRef>
        <a:fontRef idx="minor">
          <a:schemeClr val="lt1"/>
        </a:fontRef>
      </dsp:style>
    </dsp:sp>
    <dsp:sp modelId="{6F229E29-E5DE-4EA1-8D37-2FC63776C3E5}">
      <dsp:nvSpPr>
        <dsp:cNvPr id="0" name=""/>
        <dsp:cNvSpPr/>
      </dsp:nvSpPr>
      <dsp:spPr>
        <a:xfrm>
          <a:off x="2171075" y="1636068"/>
          <a:ext cx="1536972" cy="1536970"/>
        </a:xfrm>
        <a:prstGeom prst="ellipse">
          <a:avLst/>
        </a:prstGeom>
        <a:solidFill>
          <a:schemeClr val="lt1">
            <a:alpha val="90000"/>
            <a:hueOff val="0"/>
            <a:satOff val="0"/>
            <a:lumOff val="0"/>
            <a:alphaOff val="0"/>
          </a:schemeClr>
        </a:solidFill>
        <a:ln w="6350" cap="flat" cmpd="sng" algn="ctr">
          <a:solidFill>
            <a:schemeClr val="accent1">
              <a:hueOff val="0"/>
              <a:satOff val="0"/>
              <a:lumOff val="0"/>
              <a:alphaOff val="0"/>
            </a:schemeClr>
          </a:solidFill>
          <a:prstDash val="solid"/>
          <a:miter lim="800000"/>
        </a:ln>
        <a:effectLst/>
        <a:sp3d prstMaterial="matte"/>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sp3d extrusionH="28000" prstMaterial="matte"/>
        </a:bodyPr>
        <a:lstStyle/>
        <a:p>
          <a:pPr lvl="0" algn="ctr" defTabSz="1600200">
            <a:lnSpc>
              <a:spcPct val="90000"/>
            </a:lnSpc>
            <a:spcBef>
              <a:spcPct val="0"/>
            </a:spcBef>
            <a:spcAft>
              <a:spcPct val="35000"/>
            </a:spcAft>
          </a:pPr>
          <a:r>
            <a:rPr lang="ar-SA" sz="3600" kern="1200" dirty="0" smtClean="0"/>
            <a:t>مرسل</a:t>
          </a:r>
          <a:r>
            <a:rPr lang="id-ID" sz="3600" kern="1200" dirty="0" smtClean="0"/>
            <a:t>   </a:t>
          </a:r>
          <a:endParaRPr lang="en-US" sz="3600" kern="1200" dirty="0"/>
        </a:p>
      </dsp:txBody>
      <dsp:txXfrm>
        <a:off x="2391018" y="1855677"/>
        <a:ext cx="1097962" cy="1097753"/>
      </dsp:txXfrm>
    </dsp:sp>
    <dsp:sp modelId="{BAB75D22-ABC8-4839-8C66-663E19A3CFEF}">
      <dsp:nvSpPr>
        <dsp:cNvPr id="0" name=""/>
        <dsp:cNvSpPr/>
      </dsp:nvSpPr>
      <dsp:spPr>
        <a:xfrm rot="2700000">
          <a:off x="414255" y="1581251"/>
          <a:ext cx="1646315" cy="1646315"/>
        </a:xfrm>
        <a:prstGeom prst="teardrop">
          <a:avLst>
            <a:gd name="adj" fmla="val 100000"/>
          </a:avLst>
        </a:prstGeom>
        <a:solidFill>
          <a:schemeClr val="accent1">
            <a:hueOff val="0"/>
            <a:satOff val="0"/>
            <a:lumOff val="0"/>
            <a:alphaOff val="0"/>
          </a:schemeClr>
        </a:solidFill>
        <a:ln>
          <a:noFill/>
        </a:ln>
        <a:effectLst/>
        <a:sp3d extrusionH="152250" prstMaterial="matte">
          <a:bevelT w="165100" prst="coolSlant"/>
        </a:sp3d>
      </dsp:spPr>
      <dsp:style>
        <a:lnRef idx="0">
          <a:scrgbClr r="0" g="0" b="0"/>
        </a:lnRef>
        <a:fillRef idx="1">
          <a:scrgbClr r="0" g="0" b="0"/>
        </a:fillRef>
        <a:effectRef idx="2">
          <a:scrgbClr r="0" g="0" b="0"/>
        </a:effectRef>
        <a:fontRef idx="minor">
          <a:schemeClr val="lt1"/>
        </a:fontRef>
      </dsp:style>
    </dsp:sp>
    <dsp:sp modelId="{CEC9AE6E-9754-43FC-B2BE-A25F09D29F41}">
      <dsp:nvSpPr>
        <dsp:cNvPr id="0" name=""/>
        <dsp:cNvSpPr/>
      </dsp:nvSpPr>
      <dsp:spPr>
        <a:xfrm>
          <a:off x="469364" y="1636068"/>
          <a:ext cx="1536972" cy="1536970"/>
        </a:xfrm>
        <a:prstGeom prst="ellipse">
          <a:avLst/>
        </a:prstGeom>
        <a:solidFill>
          <a:schemeClr val="lt1">
            <a:alpha val="90000"/>
            <a:hueOff val="0"/>
            <a:satOff val="0"/>
            <a:lumOff val="0"/>
            <a:alphaOff val="0"/>
          </a:schemeClr>
        </a:solidFill>
        <a:ln w="6350" cap="flat" cmpd="sng" algn="ctr">
          <a:solidFill>
            <a:schemeClr val="accent1">
              <a:hueOff val="0"/>
              <a:satOff val="0"/>
              <a:lumOff val="0"/>
              <a:alphaOff val="0"/>
            </a:schemeClr>
          </a:solidFill>
          <a:prstDash val="solid"/>
          <a:miter lim="800000"/>
        </a:ln>
        <a:effectLst/>
        <a:sp3d prstMaterial="matte"/>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sp3d extrusionH="28000" prstMaterial="matte"/>
        </a:bodyPr>
        <a:lstStyle/>
        <a:p>
          <a:pPr lvl="0" algn="ctr" defTabSz="1600200">
            <a:lnSpc>
              <a:spcPct val="90000"/>
            </a:lnSpc>
            <a:spcBef>
              <a:spcPct val="0"/>
            </a:spcBef>
            <a:spcAft>
              <a:spcPct val="35000"/>
            </a:spcAft>
          </a:pPr>
          <a:r>
            <a:rPr lang="ar-SA" sz="3600" kern="1200" dirty="0" smtClean="0"/>
            <a:t>مصدر</a:t>
          </a:r>
          <a:endParaRPr lang="en-US" sz="3600" kern="1200" dirty="0"/>
        </a:p>
      </dsp:txBody>
      <dsp:txXfrm>
        <a:off x="689307" y="1855677"/>
        <a:ext cx="1097962" cy="1097753"/>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80152A9-CF61-41F3-BA7D-F3D548FD4F5D}">
      <dsp:nvSpPr>
        <dsp:cNvPr id="0" name=""/>
        <dsp:cNvSpPr/>
      </dsp:nvSpPr>
      <dsp:spPr>
        <a:xfrm>
          <a:off x="2590153" y="1468205"/>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0E34953-9A52-4C4F-9321-12F34E2FFFB8}">
      <dsp:nvSpPr>
        <dsp:cNvPr id="0" name=""/>
        <dsp:cNvSpPr/>
      </dsp:nvSpPr>
      <dsp:spPr>
        <a:xfrm>
          <a:off x="2532327" y="1560874"/>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2A8B47D-A343-4E91-867D-8FFC96EBCEEA}">
      <dsp:nvSpPr>
        <dsp:cNvPr id="0" name=""/>
        <dsp:cNvSpPr/>
      </dsp:nvSpPr>
      <dsp:spPr>
        <a:xfrm>
          <a:off x="2463410" y="1641106"/>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A6175CF-D3F5-4C48-8A99-0725A253DD7C}">
      <dsp:nvSpPr>
        <dsp:cNvPr id="0" name=""/>
        <dsp:cNvSpPr/>
      </dsp:nvSpPr>
      <dsp:spPr>
        <a:xfrm>
          <a:off x="2545793" y="535552"/>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6B22D8A-EF55-4086-8E4D-E4ECB37B6D14}">
      <dsp:nvSpPr>
        <dsp:cNvPr id="0" name=""/>
        <dsp:cNvSpPr/>
      </dsp:nvSpPr>
      <dsp:spPr>
        <a:xfrm>
          <a:off x="2633985" y="482998"/>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68DAC14-C610-4B5A-817E-D8043CDDC949}">
      <dsp:nvSpPr>
        <dsp:cNvPr id="0" name=""/>
        <dsp:cNvSpPr/>
      </dsp:nvSpPr>
      <dsp:spPr>
        <a:xfrm>
          <a:off x="2721913" y="430445"/>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2F462A1-1831-4814-B0F2-D9879BF58A2A}">
      <dsp:nvSpPr>
        <dsp:cNvPr id="0" name=""/>
        <dsp:cNvSpPr/>
      </dsp:nvSpPr>
      <dsp:spPr>
        <a:xfrm>
          <a:off x="2809840" y="482998"/>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8941493-4943-459E-B532-9A19BA72FEFF}">
      <dsp:nvSpPr>
        <dsp:cNvPr id="0" name=""/>
        <dsp:cNvSpPr/>
      </dsp:nvSpPr>
      <dsp:spPr>
        <a:xfrm>
          <a:off x="2898032" y="535552"/>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46B0A39-DAD3-4D48-958F-F542147E296D}">
      <dsp:nvSpPr>
        <dsp:cNvPr id="0" name=""/>
        <dsp:cNvSpPr/>
      </dsp:nvSpPr>
      <dsp:spPr>
        <a:xfrm>
          <a:off x="2721913" y="541333"/>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7462A24-0DC5-41B4-AF96-58FE466FFAEA}">
      <dsp:nvSpPr>
        <dsp:cNvPr id="0" name=""/>
        <dsp:cNvSpPr/>
      </dsp:nvSpPr>
      <dsp:spPr>
        <a:xfrm>
          <a:off x="2721913" y="652221"/>
          <a:ext cx="66011" cy="66011"/>
        </a:xfrm>
        <a:prstGeom prst="ellips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59DF9AD-4E7A-4F43-A672-16409A0C920F}">
      <dsp:nvSpPr>
        <dsp:cNvPr id="0" name=""/>
        <dsp:cNvSpPr/>
      </dsp:nvSpPr>
      <dsp:spPr>
        <a:xfrm>
          <a:off x="1991746" y="2040073"/>
          <a:ext cx="3068435" cy="623309"/>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1359" tIns="106680" rIns="106680" bIns="106680" numCol="1" spcCol="1270" anchor="ctr" anchorCtr="0">
          <a:noAutofit/>
        </a:bodyPr>
        <a:lstStyle/>
        <a:p>
          <a:pPr lvl="0" algn="l" defTabSz="1244600">
            <a:lnSpc>
              <a:spcPct val="90000"/>
            </a:lnSpc>
            <a:spcBef>
              <a:spcPct val="0"/>
            </a:spcBef>
            <a:spcAft>
              <a:spcPct val="35000"/>
            </a:spcAft>
          </a:pPr>
          <a:r>
            <a:rPr lang="ar-SA" sz="2800" b="1" kern="1200" dirty="0" smtClean="0"/>
            <a:t>تداخل أو تشويش</a:t>
          </a:r>
          <a:endParaRPr lang="en-US" sz="2800" b="1" kern="1200" dirty="0"/>
        </a:p>
      </dsp:txBody>
      <dsp:txXfrm>
        <a:off x="2022173" y="2070500"/>
        <a:ext cx="3007581" cy="562455"/>
      </dsp:txXfrm>
    </dsp:sp>
    <dsp:sp modelId="{58C138C5-F301-47D8-A35C-E6F43B9534AC}">
      <dsp:nvSpPr>
        <dsp:cNvPr id="0" name=""/>
        <dsp:cNvSpPr/>
      </dsp:nvSpPr>
      <dsp:spPr>
        <a:xfrm>
          <a:off x="1790090" y="1508042"/>
          <a:ext cx="660118" cy="660074"/>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E96277D-F074-4555-B746-8E59BC39D4B7}">
      <dsp:nvSpPr>
        <dsp:cNvPr id="0" name=""/>
        <dsp:cNvSpPr/>
      </dsp:nvSpPr>
      <dsp:spPr>
        <a:xfrm>
          <a:off x="2885433" y="1002074"/>
          <a:ext cx="2207384" cy="690411"/>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1359" tIns="106680" rIns="106680" bIns="106680" numCol="1" spcCol="1270" anchor="ctr" anchorCtr="0">
          <a:noAutofit/>
        </a:bodyPr>
        <a:lstStyle/>
        <a:p>
          <a:pPr lvl="0" algn="l" defTabSz="1244600">
            <a:lnSpc>
              <a:spcPct val="90000"/>
            </a:lnSpc>
            <a:spcBef>
              <a:spcPct val="0"/>
            </a:spcBef>
            <a:spcAft>
              <a:spcPct val="35000"/>
            </a:spcAft>
          </a:pPr>
          <a:r>
            <a:rPr lang="ar-SA" sz="2800" b="1" kern="1200" dirty="0" smtClean="0"/>
            <a:t>وسيلة اتصال</a:t>
          </a:r>
          <a:endParaRPr lang="en-US" sz="2800" b="1" kern="1200" dirty="0"/>
        </a:p>
      </dsp:txBody>
      <dsp:txXfrm>
        <a:off x="2919136" y="1035777"/>
        <a:ext cx="2139978" cy="623005"/>
      </dsp:txXfrm>
    </dsp:sp>
    <dsp:sp modelId="{2DB31EC3-D7FE-4CE7-9127-E1CCAA5F7B0F}">
      <dsp:nvSpPr>
        <dsp:cNvPr id="0" name=""/>
        <dsp:cNvSpPr/>
      </dsp:nvSpPr>
      <dsp:spPr>
        <a:xfrm>
          <a:off x="2391854" y="761079"/>
          <a:ext cx="660118" cy="660074"/>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68580" tIns="22860" rIns="68580" bIns="22860" numCol="1" spcCol="1270" anchor="b" anchorCtr="0">
          <a:noAutofit/>
        </a:bodyPr>
        <a:lstStyle/>
        <a:p>
          <a:pPr lvl="0" algn="l" defTabSz="800100">
            <a:lnSpc>
              <a:spcPct val="90000"/>
            </a:lnSpc>
            <a:spcBef>
              <a:spcPct val="0"/>
            </a:spcBef>
            <a:spcAft>
              <a:spcPct val="35000"/>
            </a:spcAft>
          </a:pPr>
          <a:endParaRPr lang="en-US" sz="1800" kern="1200" dirty="0"/>
        </a:p>
      </dsp:txBody>
      <dsp:txXfrm>
        <a:off x="3948074" y="2327184"/>
        <a:ext cx="4295851" cy="309195"/>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E8F094-BB29-4F1C-8DE8-869308440306}">
      <dsp:nvSpPr>
        <dsp:cNvPr id="0" name=""/>
        <dsp:cNvSpPr/>
      </dsp:nvSpPr>
      <dsp:spPr>
        <a:xfrm>
          <a:off x="-6" y="0"/>
          <a:ext cx="12192012" cy="2651760"/>
        </a:xfrm>
        <a:prstGeom prst="rect">
          <a:avLst/>
        </a:prstGeom>
        <a:solidFill>
          <a:schemeClr val="accent1">
            <a:tint val="5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F7C867C-0ECC-4DC7-8F13-5617889C754B}">
      <dsp:nvSpPr>
        <dsp:cNvPr id="0" name=""/>
        <dsp:cNvSpPr/>
      </dsp:nvSpPr>
      <dsp:spPr>
        <a:xfrm>
          <a:off x="3948074" y="2327184"/>
          <a:ext cx="4295851" cy="309195"/>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72390" tIns="24130" rIns="72390" bIns="24130" numCol="1" spcCol="1270" anchor="b" anchorCtr="0">
          <a:noAutofit/>
        </a:bodyPr>
        <a:lstStyle/>
        <a:p>
          <a:pPr lvl="0" algn="l" defTabSz="844550">
            <a:lnSpc>
              <a:spcPct val="90000"/>
            </a:lnSpc>
            <a:spcBef>
              <a:spcPct val="0"/>
            </a:spcBef>
            <a:spcAft>
              <a:spcPct val="35000"/>
            </a:spcAft>
          </a:pPr>
          <a:endParaRPr lang="en-US" sz="1900" kern="1200" dirty="0"/>
        </a:p>
      </dsp:txBody>
      <dsp:txXfrm>
        <a:off x="3948074" y="2327184"/>
        <a:ext cx="4295851" cy="309195"/>
      </dsp:txXfrm>
    </dsp:sp>
  </dsp:spTree>
</dsp:drawing>
</file>

<file path=ppt/diagrams/layout1.xml><?xml version="1.0" encoding="utf-8"?>
<dgm:layoutDef xmlns:dgm="http://schemas.openxmlformats.org/drawingml/2006/diagram" xmlns:a="http://schemas.openxmlformats.org/drawingml/2006/main" uniqueId="urn:microsoft.com/office/officeart/2009/3/layout/RandomtoResultProcess">
  <dgm:title val=""/>
  <dgm:desc val=""/>
  <dgm:catLst>
    <dgm:cat type="process" pri="1275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41" srcId="1" destId="11" srcOrd="0" destOrd="0"/>
        <dgm:cxn modelId="5" srcId="0" destId="2" srcOrd="0" destOrd="0"/>
        <dgm:cxn modelId="51" srcId="2" destId="21" srcOrd="0"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clrData>
  <dgm:layoutNode name="Name0">
    <dgm:varLst>
      <dgm:dir/>
      <dgm:animOne val="branch"/>
      <dgm:animLvl val="lvl"/>
    </dgm:varLst>
    <dgm:choose name="Name1">
      <dgm:if name="Name2" func="var" arg="dir" op="equ" val="norm">
        <dgm:alg type="lin">
          <dgm:param type="fallback" val="2D"/>
          <dgm:param type="nodeVertAlign" val="t"/>
        </dgm:alg>
      </dgm:if>
      <dgm:else name="Name3">
        <dgm:alg type="lin">
          <dgm:param type="fallback" val="2D"/>
          <dgm:param type="nodeVertAlign" val="t"/>
          <dgm:param type="linDir" val="fromR"/>
        </dgm:alg>
      </dgm:else>
    </dgm:choose>
    <dgm:shape xmlns:r="http://schemas.openxmlformats.org/officeDocument/2006/relationships" r:blip="">
      <dgm:adjLst/>
    </dgm:shape>
    <dgm:constrLst>
      <dgm:constr type="userH" refType="h" fact="2"/>
      <dgm:constr type="w" for="ch" forName="chaos" refType="userH" fact="0.681"/>
      <dgm:constr type="h" for="ch" forName="chaos" refType="userH"/>
      <dgm:constr type="w" for="ch" forName="middle" refType="userH" fact="0.6"/>
      <dgm:constr type="h" for="ch" forName="middle" refType="userH"/>
      <dgm:constr type="w" for="ch" forName="last" refType="userH" fact="0.6"/>
      <dgm:constr type="h" for="ch" forName="last" refType="userH"/>
      <dgm:constr type="w" for="ch" forName="chevronComposite1" refType="userH" fact="0.22"/>
      <dgm:constr type="h" for="ch" forName="chevronComposite1" refType="userH" fact="0.52"/>
      <dgm:constr type="w" for="ch" forName="chevronComposite2" refType="userH" fact="0.22"/>
      <dgm:constr type="h" for="ch" forName="chevronComposite2" refType="userH" fact="0.52"/>
      <dgm:constr type="w" for="ch" forName="overlap" refType="userH" fact="-0.04"/>
      <dgm:constr type="h" for="ch" forName="overlap" refType="userH" fact="0.06"/>
      <dgm:constr type="primFontSz" for="des" forName="parTx1" op="equ" val="65"/>
      <dgm:constr type="primFontSz" for="des" forName="parTxMid" refType="primFontSz" refFor="des" refForName="parTx1" op="equ"/>
      <dgm:constr type="primFontSz" for="des" forName="circleTx" refType="primFontSz" refFor="des" refForName="parTx1" op="equ"/>
      <dgm:constr type="primFontSz" for="des" forName="desTx1" op="equ" val="65"/>
      <dgm:constr type="primFontSz" for="des" forName="desTxMid" refType="primFontSz" refFor="des" refForName="desTx1" op="equ"/>
      <dgm:constr type="primFontSz" for="des" forName="desTxN" refType="primFontSz" refFor="des" refForName="desTx1" op="equ"/>
    </dgm:constrLst>
    <dgm:forEach name="Name4" axis="ch" ptType="node">
      <dgm:choose name="Name5">
        <dgm:if name="Name6" axis="self" ptType="node" func="pos" op="equ" val="1">
          <dgm:layoutNode name="chaos">
            <dgm:alg type="composite"/>
            <dgm:shape xmlns:r="http://schemas.openxmlformats.org/officeDocument/2006/relationships" r:blip="">
              <dgm:adjLst/>
            </dgm:shape>
            <dgm:presOf/>
            <dgm:constrLst>
              <dgm:constr type="ctrX" for="ch" forName="parTx1" refType="w" fact="0.5"/>
              <dgm:constr type="t" for="ch" forName="parTx1" refType="w" fact="0.32"/>
              <dgm:constr type="w" for="ch" forName="parTx1" refType="w" fact="0.88"/>
              <dgm:constr type="h" for="ch" forName="parTx1" refType="w" fact="0.29"/>
              <dgm:constr type="ctrX" for="ch" forName="desTx1" refType="w" fact="0.5"/>
              <dgm:constr type="b" for="ch" forName="desTx1" refType="h"/>
              <dgm:constr type="w" for="ch" forName="desTx1" refType="w" fact="0.88"/>
              <dgm:constr type="h" for="ch" forName="desTx1" refType="h" fact="0.37"/>
              <dgm:constr type="l" for="ch" forName="c1" refType="w" fact="0.05"/>
              <dgm:constr type="t" for="ch" forName="c1" refType="w" fact="0.23"/>
              <dgm:constr type="w" for="ch" forName="c1" refType="w" fact="0.07"/>
              <dgm:constr type="h" for="ch" forName="c1" refType="w" refFor="ch" refForName="c1"/>
              <dgm:constr type="l" for="ch" forName="c2" refType="w" fact="0.1"/>
              <dgm:constr type="t" for="ch" forName="c2" refType="w" fact="0.13"/>
              <dgm:constr type="w" for="ch" forName="c2" refType="w" fact="0.07"/>
              <dgm:constr type="h" for="ch" forName="c2" refType="w" refFor="ch" refForName="c2"/>
              <dgm:constr type="l" for="ch" forName="c3" refType="w" fact="0.22"/>
              <dgm:constr type="t" for="ch" forName="c3" refType="w" fact="0.15"/>
              <dgm:constr type="w" for="ch" forName="c3" refType="w" fact="0.11"/>
              <dgm:constr type="h" for="ch" forName="c3" refType="w" refFor="ch" refForName="c3"/>
              <dgm:constr type="l" for="ch" forName="c4" refType="w" fact="0.32"/>
              <dgm:constr type="t" for="ch" forName="c4" refType="w" fact="0.04"/>
              <dgm:constr type="w" for="ch" forName="c4" refType="w" fact="0.07"/>
              <dgm:constr type="h" for="ch" forName="c4" refType="w" refFor="ch" refForName="c4"/>
              <dgm:constr type="l" for="ch" forName="c5" refType="w" fact="0.45"/>
              <dgm:constr type="t" for="ch" forName="c5" refType="w" fact="0"/>
              <dgm:constr type="w" for="ch" forName="c5" refType="w" fact="0.07"/>
              <dgm:constr type="h" for="ch" forName="c5" refType="w" refFor="ch" refForName="c5"/>
              <dgm:constr type="l" for="ch" forName="c6" refType="w" fact="0.61"/>
              <dgm:constr type="t" for="ch" forName="c6" refType="w" fact="0.07"/>
              <dgm:constr type="w" for="ch" forName="c6" refType="w" fact="0.07"/>
              <dgm:constr type="h" for="ch" forName="c6" refType="w" refFor="ch" refForName="c6"/>
              <dgm:constr type="l" for="ch" forName="c7" refType="w" fact="0.71"/>
              <dgm:constr type="t" for="ch" forName="c7" refType="w" fact="0.12"/>
              <dgm:constr type="w" for="ch" forName="c7" refType="w" fact="0.11"/>
              <dgm:constr type="h" for="ch" forName="c7" refType="w" refFor="ch" refForName="c7"/>
              <dgm:constr type="l" for="ch" forName="c8" refType="w" fact="0.85"/>
              <dgm:constr type="t" for="ch" forName="c8" refType="w" fact="0.23"/>
              <dgm:constr type="w" for="ch" forName="c8" refType="w" fact="0.07"/>
              <dgm:constr type="h" for="ch" forName="c8" refType="w" refFor="ch" refForName="c8"/>
              <dgm:constr type="l" for="ch" forName="c9" refType="w" fact="0.91"/>
              <dgm:constr type="t" for="ch" forName="c9" refType="w" fact="0.34"/>
              <dgm:constr type="w" for="ch" forName="c9" refType="w" fact="0.07"/>
              <dgm:constr type="h" for="ch" forName="c9" refType="w" refFor="ch" refForName="c9"/>
              <dgm:constr type="l" for="ch" forName="c10" refType="w" fact="0.39"/>
              <dgm:constr type="t" for="ch" forName="c10" refType="w" fact="0.13"/>
              <dgm:constr type="w" for="ch" forName="c10" refType="w" fact="0.18"/>
              <dgm:constr type="h" for="ch" forName="c10" refType="w" refFor="ch" refForName="c10"/>
              <dgm:constr type="l" for="ch" forName="c11" refType="w" fact="0"/>
              <dgm:constr type="t" for="ch" forName="c11" refType="w" fact="0.51"/>
              <dgm:constr type="w" for="ch" forName="c11" refType="w" fact="0.07"/>
              <dgm:constr type="h" for="ch" forName="c11" refType="w" refFor="ch" refForName="c11"/>
              <dgm:constr type="l" for="ch" forName="c12" refType="w" fact="0.06"/>
              <dgm:constr type="t" for="ch" forName="c12" refType="w" fact="0.6"/>
              <dgm:constr type="w" for="ch" forName="c12" refType="w" fact="0.11"/>
              <dgm:constr type="h" for="ch" forName="c12" refType="w" refFor="ch" refForName="c12"/>
              <dgm:constr type="l" for="ch" forName="c13" refType="w" fact="0.21"/>
              <dgm:constr type="t" for="ch" forName="c13" refType="w" fact="0.68"/>
              <dgm:constr type="w" for="ch" forName="c13" refType="w" fact="0.16"/>
              <dgm:constr type="h" for="ch" forName="c13" refType="w" refFor="ch" refForName="c13"/>
              <dgm:constr type="l" for="ch" forName="c14" refType="w" fact="0.42"/>
              <dgm:constr type="t" for="ch" forName="c14" refType="w" fact="0.81"/>
              <dgm:constr type="w" for="ch" forName="c14" refType="w" fact="0.07"/>
              <dgm:constr type="h" for="ch" forName="c14" refType="w" refFor="ch" refForName="c14"/>
              <dgm:constr type="l" for="ch" forName="c15" refType="w" fact="0.46"/>
              <dgm:constr type="t" for="ch" forName="c15" refType="w" fact="0.68"/>
              <dgm:constr type="w" for="ch" forName="c15" refType="w" fact="0.11"/>
              <dgm:constr type="h" for="ch" forName="c15" refType="w" refFor="ch" refForName="c15"/>
              <dgm:constr type="l" for="ch" forName="c16" refType="w" fact="0.56"/>
              <dgm:constr type="t" for="ch" forName="c16" refType="w" fact="0.82"/>
              <dgm:constr type="w" for="ch" forName="c16" refType="w" fact="0.07"/>
              <dgm:constr type="h" for="ch" forName="c16" refType="w" refFor="ch" refForName="c16"/>
              <dgm:constr type="l" for="ch" forName="c17" refType="w" fact="0.65"/>
              <dgm:constr type="t" for="ch" forName="c17" refType="w" fact="0.66"/>
              <dgm:constr type="w" for="ch" forName="c17" refType="w" fact="0.16"/>
              <dgm:constr type="h" for="ch" forName="c17" refType="w" refFor="ch" refForName="c17"/>
              <dgm:constr type="l" for="ch" forName="c18" refType="w" fact="0.87"/>
              <dgm:constr type="t" for="ch" forName="c18" refType="w" fact="0.62"/>
              <dgm:constr type="w" for="ch" forName="c18" refType="w" fact="0.11"/>
              <dgm:constr type="h" for="ch" forName="c18" refType="w" refFor="ch" refForName="c18"/>
            </dgm:constrLst>
            <dgm:layoutNode name="parTx1" styleLbl="revTx">
              <dgm:alg type="tx"/>
              <dgm:shape xmlns:r="http://schemas.openxmlformats.org/officeDocument/2006/relationships" type="rect"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7">
              <dgm:if name="Name8" axis="ch" ptType="node" func="cnt" op="gte" val="1">
                <dgm:layoutNode name="desTx1" styleLbl="revTx">
                  <dgm:varLst>
                    <dgm:bulletEnabled val="1"/>
                  </dgm:varLst>
                  <dgm:choose name="Name9">
                    <dgm:if name="Name10" axis="ch" ptType="node" func="cnt" op="equ" val="1">
                      <dgm:alg type="tx">
                        <dgm:param type="shpTxLTRAlignCh" val="l"/>
                      </dgm:alg>
                    </dgm:if>
                    <dgm:else name="Name11">
                      <dgm:alg type="tx">
                        <dgm:param type="shpTxLTRAlignCh" val="l"/>
                        <dgm:param type="stBulletLvl" val="1"/>
                      </dgm:alg>
                    </dgm:else>
                  </dgm:choose>
                  <dgm:shape xmlns:r="http://schemas.openxmlformats.org/officeDocument/2006/relationships" type="rect" r:blip="">
                    <dgm:adjLst/>
                  </dgm:shape>
                  <dgm:presOf axis="des"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if>
              <dgm:else name="Name12"/>
            </dgm:choose>
            <dgm:layoutNode name="c1" styleLbl="node1">
              <dgm:alg type="sp"/>
              <dgm:shape xmlns:r="http://schemas.openxmlformats.org/officeDocument/2006/relationships" type="ellipse" r:blip="">
                <dgm:adjLst/>
              </dgm:shape>
              <dgm:presOf/>
            </dgm:layoutNode>
            <dgm:layoutNode name="c2" styleLbl="node1">
              <dgm:alg type="sp"/>
              <dgm:shape xmlns:r="http://schemas.openxmlformats.org/officeDocument/2006/relationships" type="ellipse" r:blip="">
                <dgm:adjLst/>
              </dgm:shape>
              <dgm:presOf/>
            </dgm:layoutNode>
            <dgm:layoutNode name="c3" styleLbl="node1">
              <dgm:alg type="sp"/>
              <dgm:shape xmlns:r="http://schemas.openxmlformats.org/officeDocument/2006/relationships" type="ellipse" r:blip="">
                <dgm:adjLst/>
              </dgm:shape>
              <dgm:presOf/>
            </dgm:layoutNode>
            <dgm:layoutNode name="c4" styleLbl="node1">
              <dgm:alg type="sp"/>
              <dgm:shape xmlns:r="http://schemas.openxmlformats.org/officeDocument/2006/relationships" type="ellipse" r:blip="">
                <dgm:adjLst/>
              </dgm:shape>
              <dgm:presOf/>
            </dgm:layoutNode>
            <dgm:layoutNode name="c5" styleLbl="node1">
              <dgm:alg type="sp"/>
              <dgm:shape xmlns:r="http://schemas.openxmlformats.org/officeDocument/2006/relationships" type="ellipse" r:blip="">
                <dgm:adjLst/>
              </dgm:shape>
              <dgm:presOf/>
            </dgm:layoutNode>
            <dgm:layoutNode name="c6" styleLbl="node1">
              <dgm:alg type="sp"/>
              <dgm:shape xmlns:r="http://schemas.openxmlformats.org/officeDocument/2006/relationships" type="ellipse" r:blip="">
                <dgm:adjLst/>
              </dgm:shape>
              <dgm:presOf/>
            </dgm:layoutNode>
            <dgm:layoutNode name="c7" styleLbl="node1">
              <dgm:alg type="sp"/>
              <dgm:shape xmlns:r="http://schemas.openxmlformats.org/officeDocument/2006/relationships" type="ellipse" r:blip="">
                <dgm:adjLst/>
              </dgm:shape>
              <dgm:presOf/>
            </dgm:layoutNode>
            <dgm:layoutNode name="c8" styleLbl="node1">
              <dgm:alg type="sp"/>
              <dgm:shape xmlns:r="http://schemas.openxmlformats.org/officeDocument/2006/relationships" type="ellipse" r:blip="">
                <dgm:adjLst/>
              </dgm:shape>
              <dgm:presOf/>
            </dgm:layoutNode>
            <dgm:layoutNode name="c9" styleLbl="node1">
              <dgm:alg type="sp"/>
              <dgm:shape xmlns:r="http://schemas.openxmlformats.org/officeDocument/2006/relationships" type="ellipse" r:blip="">
                <dgm:adjLst/>
              </dgm:shape>
              <dgm:presOf/>
            </dgm:layoutNode>
            <dgm:layoutNode name="c10" styleLbl="node1">
              <dgm:alg type="sp"/>
              <dgm:shape xmlns:r="http://schemas.openxmlformats.org/officeDocument/2006/relationships" type="ellipse" r:blip="">
                <dgm:adjLst/>
              </dgm:shape>
              <dgm:presOf/>
            </dgm:layoutNode>
            <dgm:layoutNode name="c11" styleLbl="node1">
              <dgm:alg type="sp"/>
              <dgm:shape xmlns:r="http://schemas.openxmlformats.org/officeDocument/2006/relationships" type="ellipse" r:blip="">
                <dgm:adjLst/>
              </dgm:shape>
              <dgm:presOf/>
            </dgm:layoutNode>
            <dgm:layoutNode name="c12" styleLbl="node1">
              <dgm:alg type="sp"/>
              <dgm:shape xmlns:r="http://schemas.openxmlformats.org/officeDocument/2006/relationships" type="ellipse" r:blip="">
                <dgm:adjLst/>
              </dgm:shape>
              <dgm:presOf/>
            </dgm:layoutNode>
            <dgm:layoutNode name="c13" styleLbl="node1">
              <dgm:alg type="sp"/>
              <dgm:shape xmlns:r="http://schemas.openxmlformats.org/officeDocument/2006/relationships" type="ellipse" r:blip="">
                <dgm:adjLst/>
              </dgm:shape>
              <dgm:presOf/>
            </dgm:layoutNode>
            <dgm:layoutNode name="c14" styleLbl="node1">
              <dgm:alg type="sp"/>
              <dgm:shape xmlns:r="http://schemas.openxmlformats.org/officeDocument/2006/relationships" type="ellipse" r:blip="">
                <dgm:adjLst/>
              </dgm:shape>
              <dgm:presOf/>
            </dgm:layoutNode>
            <dgm:layoutNode name="c15" styleLbl="node1">
              <dgm:alg type="sp"/>
              <dgm:shape xmlns:r="http://schemas.openxmlformats.org/officeDocument/2006/relationships" type="ellipse" r:blip="">
                <dgm:adjLst/>
              </dgm:shape>
              <dgm:presOf/>
            </dgm:layoutNode>
            <dgm:layoutNode name="c16" styleLbl="node1">
              <dgm:alg type="sp"/>
              <dgm:shape xmlns:r="http://schemas.openxmlformats.org/officeDocument/2006/relationships" type="ellipse" r:blip="">
                <dgm:adjLst/>
              </dgm:shape>
              <dgm:presOf/>
            </dgm:layoutNode>
            <dgm:layoutNode name="c17" styleLbl="node1">
              <dgm:alg type="sp"/>
              <dgm:shape xmlns:r="http://schemas.openxmlformats.org/officeDocument/2006/relationships" type="ellipse" r:blip="">
                <dgm:adjLst/>
              </dgm:shape>
              <dgm:presOf/>
            </dgm:layoutNode>
            <dgm:layoutNode name="c18" styleLbl="node1">
              <dgm:alg type="sp"/>
              <dgm:shape xmlns:r="http://schemas.openxmlformats.org/officeDocument/2006/relationships" type="ellipse" r:blip="">
                <dgm:adjLst/>
              </dgm:shape>
              <dgm:presOf/>
            </dgm:layoutNode>
          </dgm:layoutNode>
        </dgm:if>
        <dgm:if name="Name13" axis="self" ptType="node" func="revPos" op="equ" val="1">
          <dgm:layoutNode name="last">
            <dgm:alg type="composite"/>
            <dgm:shape xmlns:r="http://schemas.openxmlformats.org/officeDocument/2006/relationships" r:blip="">
              <dgm:adjLst/>
            </dgm:shape>
            <dgm:presOf/>
            <dgm:constrLst>
              <dgm:constr type="ctrX" for="ch" forName="circleTx" refType="w" fact="0.5"/>
              <dgm:constr type="t" for="ch" forName="circleTx" refType="w" fact="0.117"/>
              <dgm:constr type="w" for="ch" forName="circleTx" refType="h" refFor="ch" refForName="circleTx"/>
              <dgm:constr type="h" for="ch" forName="circleTx" refType="w" fact="0.85"/>
              <dgm:constr type="l" for="ch" forName="desTxN"/>
              <dgm:constr type="b" for="ch" forName="desTxN" refType="h"/>
              <dgm:constr type="w" for="ch" forName="desTxN" refType="w"/>
              <dgm:constr type="h" for="ch" forName="desTxN" refType="h" fact="0.37"/>
              <dgm:constr type="ctrX" for="ch" forName="spN" refType="w" fact="0.5"/>
              <dgm:constr type="t" for="ch" forName="spN"/>
              <dgm:constr type="w" for="ch" forName="spN" refType="w" fact="0.93"/>
              <dgm:constr type="h" for="ch" forName="spN" refType="h" fact="0.01"/>
            </dgm:constrLst>
            <dgm:layoutNode name="circleTx" styleLbl="node1">
              <dgm:alg type="tx"/>
              <dgm:shape xmlns:r="http://schemas.openxmlformats.org/officeDocument/2006/relationships" type="ellipse" r:blip="">
                <dgm:adjLst/>
              </dgm:shape>
              <dgm:presOf axis="self" ptType="node"/>
              <dgm:constrLst>
                <dgm:constr type="lMarg"/>
                <dgm:constr type="rMarg"/>
                <dgm:constr type="tMarg"/>
                <dgm:constr type="bMarg"/>
              </dgm:constrLst>
              <dgm:ruleLst>
                <dgm:rule type="primFontSz" val="5" fact="NaN" max="NaN"/>
              </dgm:ruleLst>
            </dgm:layoutNode>
            <dgm:choose name="Name14">
              <dgm:if name="Name15" axis="ch" ptType="node" func="cnt" op="gte" val="1">
                <dgm:layoutNode name="desTxN" styleLbl="revTx">
                  <dgm:varLst>
                    <dgm:bulletEnabled val="1"/>
                  </dgm:varLst>
                  <dgm:choose name="Name16">
                    <dgm:if name="Name17" axis="ch" ptType="node" func="cnt" op="equ" val="1">
                      <dgm:alg type="tx">
                        <dgm:param type="shpTxLTRAlignCh" val="l"/>
                      </dgm:alg>
                    </dgm:if>
                    <dgm:else name="Name18">
                      <dgm:alg type="tx">
                        <dgm:param type="shpTxLTRAlignCh" val="l"/>
                        <dgm:param type="stBulletLvl" val="1"/>
                      </dgm:alg>
                    </dgm:else>
                  </dgm:choose>
                  <dgm:shape xmlns:r="http://schemas.openxmlformats.org/officeDocument/2006/relationships" type="rect" r:blip="">
                    <dgm:adjLst/>
                  </dgm:shape>
                  <dgm:presOf axis="des"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if>
              <dgm:else name="Name19"/>
            </dgm:choose>
            <dgm:layoutNode name="spN">
              <dgm:alg type="sp"/>
              <dgm:shape xmlns:r="http://schemas.openxmlformats.org/officeDocument/2006/relationships" r:blip="">
                <dgm:adjLst/>
              </dgm:shape>
              <dgm:presOf/>
            </dgm:layoutNode>
          </dgm:layoutNode>
        </dgm:if>
        <dgm:else name="Name20">
          <dgm:layoutNode name="middle">
            <dgm:alg type="composite"/>
            <dgm:shape xmlns:r="http://schemas.openxmlformats.org/officeDocument/2006/relationships" r:blip="">
              <dgm:adjLst/>
            </dgm:shape>
            <dgm:presOf/>
            <dgm:constrLst>
              <dgm:constr type="l" for="ch" forName="parTxMid"/>
              <dgm:constr type="t" for="ch" forName="parTxMid" refType="w" fact="0.167"/>
              <dgm:constr type="w" for="ch" forName="parTxMid" refType="w"/>
              <dgm:constr type="h" for="ch" forName="parTxMid" refType="w" fact="0.7"/>
              <dgm:constr type="l" for="ch" forName="desTxMid"/>
              <dgm:constr type="b" for="ch" forName="desTxMid" refType="h"/>
              <dgm:constr type="w" for="ch" forName="desTxMid" refType="w"/>
              <dgm:constr type="h" for="ch" forName="desTxMid" refType="h" fact="0.37"/>
              <dgm:constr type="ctrX" for="ch" forName="spMid" refType="w" fact="0.5"/>
              <dgm:constr type="t" for="ch" forName="spMid"/>
              <dgm:constr type="w" for="ch" forName="spMid" refType="w" fact="0.01"/>
              <dgm:constr type="h" for="ch" forName="spMid" refType="h" fact="0.01"/>
            </dgm:constrLst>
            <dgm:layoutNode name="parTxMid" styleLbl="revTx">
              <dgm:alg type="tx"/>
              <dgm:shape xmlns:r="http://schemas.openxmlformats.org/officeDocument/2006/relationships" type="rect"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21">
              <dgm:if name="Name22" axis="ch" ptType="node" func="cnt" op="gte" val="1">
                <dgm:layoutNode name="desTxMid" styleLbl="revTx">
                  <dgm:varLst>
                    <dgm:bulletEnabled val="1"/>
                  </dgm:varLst>
                  <dgm:choose name="Name23">
                    <dgm:if name="Name24" axis="ch" ptType="node" func="cnt" op="equ" val="1">
                      <dgm:alg type="tx">
                        <dgm:param type="shpTxLTRAlignCh" val="l"/>
                      </dgm:alg>
                    </dgm:if>
                    <dgm:else name="Name25">
                      <dgm:alg type="tx">
                        <dgm:param type="shpTxLTRAlignCh" val="l"/>
                        <dgm:param type="stBulletLvl" val="1"/>
                      </dgm:alg>
                    </dgm:else>
                  </dgm:choose>
                  <dgm:shape xmlns:r="http://schemas.openxmlformats.org/officeDocument/2006/relationships" type="rect" r:blip="">
                    <dgm:adjLst/>
                  </dgm:shape>
                  <dgm:presOf axis="des"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if>
              <dgm:else name="Name26"/>
            </dgm:choose>
            <dgm:layoutNode name="spMid">
              <dgm:alg type="sp"/>
              <dgm:shape xmlns:r="http://schemas.openxmlformats.org/officeDocument/2006/relationships" r:blip="">
                <dgm:adjLst/>
              </dgm:shape>
              <dgm:presOf/>
            </dgm:layoutNode>
          </dgm:layoutNode>
        </dgm:else>
      </dgm:choose>
      <dgm:forEach name="Name27" axis="followSib" ptType="sibTrans" cnt="1">
        <dgm:layoutNode name="chevronComposite1" styleLbl="alignImgPlace1">
          <dgm:alg type="composite"/>
          <dgm:shape xmlns:r="http://schemas.openxmlformats.org/officeDocument/2006/relationships" r:blip="">
            <dgm:adjLst/>
          </dgm:shape>
          <dgm:presOf/>
          <dgm:constrLst>
            <dgm:constr type="l" for="ch" forName="chevron1"/>
            <dgm:constr type="t" for="ch" forName="chevron1" refType="h" fact="0.1923"/>
            <dgm:constr type="w" for="ch" forName="chevron1" refType="w"/>
            <dgm:constr type="b" for="ch" forName="chevron1" refType="h"/>
            <dgm:constr type="l" for="ch" forName="spChevron1"/>
            <dgm:constr type="t" for="ch" forName="spChevron1"/>
            <dgm:constr type="w" for="ch" forName="spChevron1" refType="w" fact="0.01"/>
            <dgm:constr type="h" for="ch" forName="spChevron1" refType="h" fact="0.01"/>
          </dgm:constrLst>
          <dgm:layoutNode name="chevron1">
            <dgm:alg type="sp"/>
            <dgm:choose name="Name28">
              <dgm:if name="Name29" func="var" arg="dir" op="equ" val="norm">
                <dgm:shape xmlns:r="http://schemas.openxmlformats.org/officeDocument/2006/relationships" type="chevron" r:blip="">
                  <dgm:adjLst>
                    <dgm:adj idx="1" val="0.6231"/>
                  </dgm:adjLst>
                </dgm:shape>
              </dgm:if>
              <dgm:else name="Name30">
                <dgm:shape xmlns:r="http://schemas.openxmlformats.org/officeDocument/2006/relationships" rot="180" type="chevron" r:blip="">
                  <dgm:adjLst>
                    <dgm:adj idx="1" val="0.6231"/>
                  </dgm:adjLst>
                </dgm:shape>
              </dgm:else>
            </dgm:choose>
            <dgm:presOf/>
          </dgm:layoutNode>
          <dgm:layoutNode name="spChevron1">
            <dgm:alg type="sp"/>
            <dgm:shape xmlns:r="http://schemas.openxmlformats.org/officeDocument/2006/relationships" r:blip="">
              <dgm:adjLst/>
            </dgm:shape>
            <dgm:presOf/>
          </dgm:layoutNode>
        </dgm:layoutNode>
        <dgm:choose name="Name31">
          <dgm:if name="Name32" axis="root ch" ptType="all node" func="cnt" op="equ" val="2">
            <dgm:layoutNode name="overlap">
              <dgm:alg type="sp"/>
              <dgm:shape xmlns:r="http://schemas.openxmlformats.org/officeDocument/2006/relationships" r:blip="">
                <dgm:adjLst/>
              </dgm:shape>
              <dgm:presOf/>
            </dgm:layoutNode>
            <dgm:layoutNode name="chevronComposite2" styleLbl="alignImgPlace1">
              <dgm:alg type="composite"/>
              <dgm:shape xmlns:r="http://schemas.openxmlformats.org/officeDocument/2006/relationships" r:blip="">
                <dgm:adjLst/>
              </dgm:shape>
              <dgm:presOf/>
              <dgm:constrLst>
                <dgm:constr type="l" for="ch" forName="chevron2"/>
                <dgm:constr type="t" for="ch" forName="chevron2" refType="h" fact="0.1923"/>
                <dgm:constr type="w" for="ch" forName="chevron2" refType="w"/>
                <dgm:constr type="b" for="ch" forName="chevron2" refType="h"/>
                <dgm:constr type="l" for="ch" forName="spChevron2"/>
                <dgm:constr type="t" for="ch" forName="spChevron2"/>
                <dgm:constr type="w" for="ch" forName="spChevron2" refType="w" fact="0.01"/>
                <dgm:constr type="h" for="ch" forName="spChevron2" refType="h" fact="0.01"/>
              </dgm:constrLst>
              <dgm:layoutNode name="chevron2">
                <dgm:alg type="sp"/>
                <dgm:choose name="Name33">
                  <dgm:if name="Name34" func="var" arg="dir" op="equ" val="norm">
                    <dgm:shape xmlns:r="http://schemas.openxmlformats.org/officeDocument/2006/relationships" type="chevron" r:blip="">
                      <dgm:adjLst>
                        <dgm:adj idx="1" val="0.6231"/>
                      </dgm:adjLst>
                    </dgm:shape>
                  </dgm:if>
                  <dgm:else name="Name35">
                    <dgm:shape xmlns:r="http://schemas.openxmlformats.org/officeDocument/2006/relationships" rot="180" type="chevron" r:blip="">
                      <dgm:adjLst>
                        <dgm:adj idx="1" val="0.6231"/>
                      </dgm:adjLst>
                    </dgm:shape>
                  </dgm:else>
                </dgm:choose>
                <dgm:presOf/>
              </dgm:layoutNode>
              <dgm:layoutNode name="spChevron2">
                <dgm:alg type="sp"/>
                <dgm:shape xmlns:r="http://schemas.openxmlformats.org/officeDocument/2006/relationships" r:blip="">
                  <dgm:adjLst/>
                </dgm:shape>
                <dgm:presOf/>
              </dgm:layoutNode>
            </dgm:layoutNode>
          </dgm:if>
          <dgm:else name="Name36"/>
        </dgm:choos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11/layout/CircleProcess#1">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fgAcc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2.xml><?xml version="1.0" encoding="utf-8"?>
<dgm:layoutDef xmlns:dgm="http://schemas.openxmlformats.org/drawingml/2006/diagram" xmlns:a="http://schemas.openxmlformats.org/drawingml/2006/main" uniqueId="urn:microsoft.com/office/officeart/2008/layout/AscendingPictureAccentProcess">
  <dgm:title val=""/>
  <dgm:desc val=""/>
  <dgm:catLst>
    <dgm:cat type="process" pri="22500"/>
    <dgm:cat type="picture" pri="16000"/>
    <dgm:cat type="pictureconvert" pri="16000"/>
  </dgm:catLst>
  <dgm:samp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shape xmlns:r="http://schemas.openxmlformats.org/officeDocument/2006/relationships" r:blip="">
      <dgm:adjLst/>
    </dgm:shape>
    <dgm:choose name="Name1">
      <dgm:if name="Name2" axis="ch" ptType="node" func="cnt" op="equ" val="1">
        <dgm:choose name="Name3">
          <dgm:if name="Name4" func="var" arg="dir" op="equ" val="norm">
            <dgm:choose name="Name5">
              <dgm:if name="Name6" axis="des" func="maxDepth" op="gt" val="1">
                <dgm:alg type="composite">
                  <dgm:param type="ar" val="2.7"/>
                </dgm:alg>
                <dgm:constrLst>
                  <dgm:constr type="primFontSz" for="ch" forName="parTx1" op="equ" val="65"/>
                  <dgm:constr type="primFontSz" for="ch" forName="desTx1" op="equ" val="65"/>
                  <dgm:constr type="userD" refType="w" fact="0.0247"/>
                  <dgm:constr type="l" for="ch" forName="parTx1" refType="w" fact="0.2711"/>
                  <dgm:constr type="t" for="ch" forName="parTx1" refType="h" fact="0.9603"/>
                  <dgm:constr type="w" for="ch" forName="parTx1" refType="w" fact="0.5325"/>
                  <dgm:constr type="h" for="ch" forName="parTx1" refType="h" fact="0.3856"/>
                  <dgm:constr type="ctrX" for="ch" forName="picture1" refType="w" fact="0.2469"/>
                  <dgm:constr type="ctrY" for="ch" forName="picture1" refType="h" fact="0.9"/>
                  <dgm:constr type="w" for="ch" forName="picture1" refType="w" fact="0.2469"/>
                  <dgm:constr type="h" for="ch" forName="picture1" refType="h" fact="0.6667"/>
                  <dgm:constr type="l" for="ch" forName="desTx1" refType="r" refFor="ch" refForName="parTx1"/>
                  <dgm:constr type="r" for="ch" forName="desTx1" refType="w"/>
                  <dgm:constr type="t" for="ch" forName="desTx1" refType="t" refFor="ch" refForName="parTx1"/>
                  <dgm:constr type="h" for="ch" forName="desTx1" refType="h" refFor="ch" refForName="parTx1"/>
                </dgm:constrLst>
              </dgm:if>
              <dgm:else name="Name7">
                <dgm:alg type="composite">
                  <dgm:param type="ar" val="2"/>
                </dgm:alg>
                <dgm:constrLst>
                  <dgm:constr type="primFontSz" for="ch" forName="parTx1" op="equ" val="65"/>
                  <dgm:constr type="userD" refType="w" fact="0.0333"/>
                  <dgm:constr type="l" for="ch" forName="parTx1" refType="w" fact="0.366"/>
                  <dgm:constr type="t" for="ch" forName="parTx1" refType="h" fact="0.7113"/>
                  <dgm:constr type="w" for="ch" forName="parTx1" refType="w" fact="0.7189"/>
                  <dgm:constr type="h" for="ch" forName="parTx1" refType="h" fact="0.3856"/>
                  <dgm:constr type="ctrX" for="ch" forName="picture1" refType="w" fact="0.3333"/>
                  <dgm:constr type="ctrY" for="ch" forName="picture1" refType="h" fact="0.6667"/>
                  <dgm:constr type="w" for="ch" forName="picture1" refType="w" fact="0.3333"/>
                  <dgm:constr type="h" for="ch" forName="picture1" refType="h" fact="0.6667"/>
                </dgm:constrLst>
              </dgm:else>
            </dgm:choose>
          </dgm:if>
          <dgm:else name="Name8">
            <dgm:choose name="Name9">
              <dgm:if name="Name10" axis="des" func="maxDepth" op="gt" val="1">
                <dgm:alg type="composite">
                  <dgm:param type="ar" val="2.7"/>
                </dgm:alg>
                <dgm:constrLst>
                  <dgm:constr type="primFontSz" for="ch" forName="parTx1" op="equ" val="65"/>
                  <dgm:constr type="primFontSz" for="ch" forName="desTx1" op="equ" val="65"/>
                  <dgm:constr type="userD" refType="w" fact="0.0247"/>
                  <dgm:constr type="r" for="ch" forName="parTx1" refType="w" fact="0.7289"/>
                  <dgm:constr type="t" for="ch" forName="parTx1" refType="h" fact="0.9603"/>
                  <dgm:constr type="w" for="ch" forName="parTx1" refType="w" fact="0.5325"/>
                  <dgm:constr type="h" for="ch" forName="parTx1" refType="h" fact="0.3856"/>
                  <dgm:constr type="ctrX" for="ch" forName="picture1" refType="w" fact="0.7531"/>
                  <dgm:constr type="ctrY" for="ch" forName="picture1" refType="h" fact="0.9"/>
                  <dgm:constr type="w" for="ch" forName="picture1" refType="w" fact="0.2469"/>
                  <dgm:constr type="h" for="ch" forName="picture1" refType="h" fact="0.6667"/>
                  <dgm:constr type="r" for="ch" forName="desTx1" refType="l" refFor="ch" refForName="parTx1"/>
                  <dgm:constr type="l" for="ch" forName="desTx1"/>
                  <dgm:constr type="t" for="ch" forName="desTx1" refType="t" refFor="ch" refForName="parTx1"/>
                  <dgm:constr type="h" for="ch" forName="desTx1" refType="h" refFor="ch" refForName="parTx1"/>
                </dgm:constrLst>
              </dgm:if>
              <dgm:else name="Name11">
                <dgm:alg type="composite">
                  <dgm:param type="ar" val="2"/>
                </dgm:alg>
                <dgm:constrLst>
                  <dgm:constr type="primFontSz" for="ch" forName="parTx1" op="equ" val="65"/>
                  <dgm:constr type="userD" refType="w" fact="0.0333"/>
                  <dgm:constr type="r" for="ch" forName="parTx1" refType="w" fact="0.634"/>
                  <dgm:constr type="t" for="ch" forName="parTx1" refType="h" fact="0.7113"/>
                  <dgm:constr type="w" for="ch" forName="parTx1" refType="w" fact="0.7189"/>
                  <dgm:constr type="h" for="ch" forName="parTx1" refType="h" fact="0.3856"/>
                  <dgm:constr type="ctrX" for="ch" forName="picture1" refType="w" fact="0.6667"/>
                  <dgm:constr type="ctrY" for="ch" forName="picture1" refType="h" fact="0.6667"/>
                  <dgm:constr type="w" for="ch" forName="picture1" refType="w" fact="0.3333"/>
                  <dgm:constr type="h" for="ch" forName="picture1" refType="h" fact="0.6667"/>
                </dgm:constrLst>
              </dgm:else>
            </dgm:choose>
          </dgm:else>
        </dgm:choose>
      </dgm:if>
      <dgm:if name="Name12" axis="ch" ptType="node" func="cnt" op="equ" val="2">
        <dgm:choose name="Name13">
          <dgm:if name="Name14" func="var" arg="dir" op="equ" val="norm">
            <dgm:choose name="Name15">
              <dgm:if name="Name16" axis="des" func="maxDepth" op="gt" val="1">
                <dgm:alg type="composite">
                  <dgm:param type="ar" val="2"/>
                </dgm:alg>
                <dgm:constrLst>
                  <dgm:constr type="primFontSz" for="ch" forName="parTx1" op="equ" val="65"/>
                  <dgm:constr type="primFontSz" for="ch" forName="parTx2" refType="primFontSz" refFor="ch" refForName="parTx1" op="equ"/>
                  <dgm:constr type="primFontSz" for="ch" forName="desTx1" op="equ" val="65"/>
                  <dgm:constr type="primFontSz" for="ch" forName="desTx2" refType="primFontSz" refFor="ch" refForName="desTx1" op="equ"/>
                  <dgm:constr type="userD" refType="w" fact="0.0188"/>
                  <dgm:constr type="ctrX" for="ch" forName="dot1" refType="w" fact="0.3221"/>
                  <dgm:constr type="ctrY" for="ch" forName="dot1" refType="h" fact="0.5911"/>
                  <dgm:constr type="w" for="ch" forName="dot1" refType="userD"/>
                  <dgm:constr type="h" for="ch" forName="dot1" refType="userD"/>
                  <dgm:constr type="ctrX" for="ch" forName="dot2" refType="w" fact="0.3056"/>
                  <dgm:constr type="ctrY" for="ch" forName="dot2" refType="h" fact="0.644"/>
                  <dgm:constr type="w" for="ch" forName="dot2" refType="userD"/>
                  <dgm:constr type="h" for="ch" forName="dot2" refType="userD"/>
                  <dgm:constr type="ctrX" for="ch" forName="dot3" refType="w" fact="0.2859"/>
                  <dgm:constr type="ctrY" for="ch" forName="dot3" refType="h" fact="0.6898"/>
                  <dgm:constr type="w" for="ch" forName="dot3" refType="userD"/>
                  <dgm:constr type="h" for="ch" forName="dot3" refType="userD"/>
                  <dgm:constr type="ctrX" for="ch" forName="dotArrow1" refType="w" fact="0.3095"/>
                  <dgm:constr type="ctrY" for="ch" forName="dotArrow1" refType="h" fact="0.0587"/>
                  <dgm:constr type="w" for="ch" forName="dotArrow1" refType="userD"/>
                  <dgm:constr type="h" for="ch" forName="dotArrow1" refType="userD"/>
                  <dgm:constr type="ctrX" for="ch" forName="dotArrow2" refType="w" fact="0.3346"/>
                  <dgm:constr type="ctrY" for="ch" forName="dotArrow2" refType="h" fact="0.0287"/>
                  <dgm:constr type="w" for="ch" forName="dotArrow2" refType="userD"/>
                  <dgm:constr type="h" for="ch" forName="dotArrow2" refType="userD"/>
                  <dgm:constr type="ctrX" for="ch" forName="dotArrow3" refType="w" fact="0.3597"/>
                  <dgm:constr type="ctrY" for="ch" forName="dotArrow3" refType="h" fact="-0.0013"/>
                  <dgm:constr type="w" for="ch" forName="dotArrow3" refType="userD"/>
                  <dgm:constr type="h" for="ch" forName="dotArrow3" refType="userD"/>
                  <dgm:constr type="ctrX" for="ch" forName="dotArrow4" refType="w" fact="0.3848"/>
                  <dgm:constr type="ctrY" for="ch" forName="dotArrow4" refType="h" fact="0.0287"/>
                  <dgm:constr type="w" for="ch" forName="dotArrow4" refType="userD"/>
                  <dgm:constr type="h" for="ch" forName="dotArrow4" refType="userD"/>
                  <dgm:constr type="ctrX" for="ch" forName="dotArrow5" refType="w" fact="0.41"/>
                  <dgm:constr type="ctrY" for="ch" forName="dotArrow5" refType="h" fact="0.0587"/>
                  <dgm:constr type="w" for="ch" forName="dotArrow5" refType="userD"/>
                  <dgm:constr type="h" for="ch" forName="dotArrow5" refType="userD"/>
                  <dgm:constr type="ctrX" for="ch" forName="dotArrow6" refType="w" fact="0.3597"/>
                  <dgm:constr type="ctrY" for="ch" forName="dotArrow6" refType="h" fact="0.062"/>
                  <dgm:constr type="w" for="ch" forName="dotArrow6" refType="userD"/>
                  <dgm:constr type="h" for="ch" forName="dotArrow6" refType="userD"/>
                  <dgm:constr type="ctrX" for="ch" forName="dotArrow7" refType="w" fact="0.3597"/>
                  <dgm:constr type="ctrY" for="ch" forName="dotArrow7" refType="h" fact="0.1253"/>
                  <dgm:constr type="w" for="ch" forName="dotArrow7" refType="userD"/>
                  <dgm:constr type="h" for="ch" forName="dotArrow7" refType="userD"/>
                  <dgm:constr type="l" for="ch" forName="parTx1" refType="w" fact="0.197"/>
                  <dgm:constr type="t" for="ch" forName="parTx1" refType="h" fact="0.8169"/>
                  <dgm:constr type="w" for="ch" forName="parTx1" refType="w" fact="0.4064"/>
                  <dgm:constr type="h" for="ch" forName="parTx1" refType="h" fact="0.218"/>
                  <dgm:constr type="ctrX" for="ch" forName="picture1" refType="w" fact="0.1785"/>
                  <dgm:constr type="ctrY" for="ch" forName="picture1" refType="h" fact="0.7834"/>
                  <dgm:constr type="w" for="ch" forName="picture1" refType="w" fact="0.1884"/>
                  <dgm:constr type="h" for="ch" forName="picture1" refType="h" fact="0.3768"/>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3688"/>
                  <dgm:constr type="t" for="ch" forName="parTx2" refType="h" fact="0.3905"/>
                  <dgm:constr type="w" for="ch" forName="parTx2" refType="w" fact="0.4064"/>
                  <dgm:constr type="h" for="ch" forName="parTx2" refType="h" fact="0.218"/>
                  <dgm:constr type="ctrX" for="ch" forName="picture2" refType="w" fact="0.3503"/>
                  <dgm:constr type="ctrY" for="ch" forName="picture2" refType="h" fact="0.357"/>
                  <dgm:constr type="w" for="ch" forName="picture2" refType="w" fact="0.1884"/>
                  <dgm:constr type="h" for="ch" forName="picture2" refType="h" fact="0.3768"/>
                  <dgm:constr type="l" for="ch" forName="desTx2" refType="r" refFor="ch" refForName="parTx2"/>
                  <dgm:constr type="r" for="ch" forName="desTx2" refType="w"/>
                  <dgm:constr type="t" for="ch" forName="desTx2" refType="t" refFor="ch" refForName="parTx2"/>
                  <dgm:constr type="h" for="ch" forName="desTx2" refType="h" refFor="ch" refForName="parTx2"/>
                </dgm:constrLst>
              </dgm:if>
              <dgm:else name="Name17">
                <dgm:alg type="composite">
                  <dgm:param type="ar" val="1.5073"/>
                </dgm:alg>
                <dgm:constrLst>
                  <dgm:constr type="primFontSz" for="ch" forName="parTx1" op="equ" val="65"/>
                  <dgm:constr type="primFontSz" for="ch" forName="parTx2" refType="primFontSz" refFor="ch" refForName="parTx1" op="equ"/>
                  <dgm:constr type="userD" refType="w" fact="0.025"/>
                  <dgm:constr type="ctrX" for="ch" forName="dot1" refType="w" fact="0.4274"/>
                  <dgm:constr type="ctrY" for="ch" forName="dot1" refType="h" fact="0.5911"/>
                  <dgm:constr type="w" for="ch" forName="dot1" refType="userD"/>
                  <dgm:constr type="h" for="ch" forName="dot1" refType="userD"/>
                  <dgm:constr type="ctrX" for="ch" forName="dot2" refType="w" fact="0.4055"/>
                  <dgm:constr type="ctrY" for="ch" forName="dot2" refType="h" fact="0.644"/>
                  <dgm:constr type="w" for="ch" forName="dot2" refType="userD"/>
                  <dgm:constr type="h" for="ch" forName="dot2" refType="userD"/>
                  <dgm:constr type="ctrX" for="ch" forName="dot3" refType="w" fact="0.3794"/>
                  <dgm:constr type="ctrY" for="ch" forName="dot3" refType="h" fact="0.6898"/>
                  <dgm:constr type="w" for="ch" forName="dot3" refType="userD"/>
                  <dgm:constr type="h" for="ch" forName="dot3" refType="userD"/>
                  <dgm:constr type="ctrX" for="ch" forName="dotArrow1" refType="w" fact="0.4106"/>
                  <dgm:constr type="ctrY" for="ch" forName="dotArrow1" refType="h" fact="0.0587"/>
                  <dgm:constr type="w" for="ch" forName="dotArrow1" refType="userD"/>
                  <dgm:constr type="h" for="ch" forName="dotArrow1" refType="userD"/>
                  <dgm:constr type="ctrX" for="ch" forName="dotArrow2" refType="w" fact="0.444"/>
                  <dgm:constr type="ctrY" for="ch" forName="dotArrow2" refType="h" fact="0.0287"/>
                  <dgm:constr type="w" for="ch" forName="dotArrow2" refType="userD"/>
                  <dgm:constr type="h" for="ch" forName="dotArrow2" refType="userD"/>
                  <dgm:constr type="ctrX" for="ch" forName="dotArrow3" refType="w" fact="0.4773"/>
                  <dgm:constr type="ctrY" for="ch" forName="dotArrow3" refType="h" fact="-0.0013"/>
                  <dgm:constr type="w" for="ch" forName="dotArrow3" refType="userD"/>
                  <dgm:constr type="h" for="ch" forName="dotArrow3" refType="userD"/>
                  <dgm:constr type="ctrX" for="ch" forName="dotArrow4" refType="w" fact="0.5106"/>
                  <dgm:constr type="ctrY" for="ch" forName="dotArrow4" refType="h" fact="0.0287"/>
                  <dgm:constr type="w" for="ch" forName="dotArrow4" refType="userD"/>
                  <dgm:constr type="h" for="ch" forName="dotArrow4" refType="userD"/>
                  <dgm:constr type="ctrX" for="ch" forName="dotArrow5" refType="w" fact="0.544"/>
                  <dgm:constr type="ctrY" for="ch" forName="dotArrow5" refType="h" fact="0.0587"/>
                  <dgm:constr type="w" for="ch" forName="dotArrow5" refType="userD"/>
                  <dgm:constr type="h" for="ch" forName="dotArrow5" refType="userD"/>
                  <dgm:constr type="ctrX" for="ch" forName="dotArrow6" refType="w" fact="0.4773"/>
                  <dgm:constr type="ctrY" for="ch" forName="dotArrow6" refType="h" fact="0.062"/>
                  <dgm:constr type="w" for="ch" forName="dotArrow6" refType="userD"/>
                  <dgm:constr type="h" for="ch" forName="dotArrow6" refType="userD"/>
                  <dgm:constr type="ctrX" for="ch" forName="dotArrow7" refType="w" fact="0.4773"/>
                  <dgm:constr type="ctrY" for="ch" forName="dotArrow7" refType="h" fact="0.1253"/>
                  <dgm:constr type="w" for="ch" forName="dotArrow7" refType="userD"/>
                  <dgm:constr type="h" for="ch" forName="dotArrow7" refType="userD"/>
                  <dgm:constr type="l" for="ch" forName="parTx1" refType="w" fact="0.2614"/>
                  <dgm:constr type="t" for="ch" forName="parTx1" refType="h" fact="0.8086"/>
                  <dgm:constr type="w" for="ch" forName="parTx1" refType="w" fact="0.5392"/>
                  <dgm:constr type="h" for="ch" forName="parTx1" refType="h" fact="0.218"/>
                  <dgm:constr type="ctrX" for="ch" forName="picture1" refType="w" fact="0.2369"/>
                  <dgm:constr type="ctrY" for="ch" forName="picture1" refType="h" fact="0.7834"/>
                  <dgm:constr type="w" for="ch" forName="picture1" refType="w" fact="0.25"/>
                  <dgm:constr type="h" for="ch" forName="picture1" refType="h" fact="0.3768"/>
                  <dgm:constr type="l" for="ch" forName="parTx2" refType="w" fact="0.4893"/>
                  <dgm:constr type="t" for="ch" forName="parTx2" refType="h" fact="0.3822"/>
                  <dgm:constr type="w" for="ch" forName="parTx2" refType="w" fact="0.5392"/>
                  <dgm:constr type="h" for="ch" forName="parTx2" refType="h" fact="0.218"/>
                  <dgm:constr type="ctrX" for="ch" forName="picture2" refType="w" fact="0.4648"/>
                  <dgm:constr type="ctrY" for="ch" forName="picture2" refType="h" fact="0.357"/>
                  <dgm:constr type="w" for="ch" forName="picture2" refType="w" fact="0.25"/>
                  <dgm:constr type="h" for="ch" forName="picture2" refType="h" fact="0.3768"/>
                </dgm:constrLst>
              </dgm:else>
            </dgm:choose>
          </dgm:if>
          <dgm:else name="Name18">
            <dgm:choose name="Name19">
              <dgm:if name="Name20" axis="des" func="maxDepth" op="gt" val="1">
                <dgm:alg type="composite">
                  <dgm:param type="ar" val="2"/>
                </dgm:alg>
                <dgm:constrLst>
                  <dgm:constr type="primFontSz" for="ch" forName="parTx1" op="equ" val="65"/>
                  <dgm:constr type="primFontSz" for="ch" forName="parTx2" refType="primFontSz" refFor="ch" refForName="parTx1" op="equ"/>
                  <dgm:constr type="primFontSz" for="ch" forName="desTx1" op="equ" val="65"/>
                  <dgm:constr type="primFontSz" for="ch" forName="desTx2" refType="primFontSz" refFor="ch" refForName="desTx1" op="equ"/>
                  <dgm:constr type="userD" refType="w" fact="0.0188"/>
                  <dgm:constr type="ctrX" for="ch" forName="dot1" refType="w" fact="0.6779"/>
                  <dgm:constr type="ctrY" for="ch" forName="dot1" refType="h" fact="0.5911"/>
                  <dgm:constr type="w" for="ch" forName="dot1" refType="userD"/>
                  <dgm:constr type="h" for="ch" forName="dot1" refType="userD"/>
                  <dgm:constr type="ctrX" for="ch" forName="dot2" refType="w" fact="0.6944"/>
                  <dgm:constr type="ctrY" for="ch" forName="dot2" refType="h" fact="0.644"/>
                  <dgm:constr type="w" for="ch" forName="dot2" refType="userD"/>
                  <dgm:constr type="h" for="ch" forName="dot2" refType="userD"/>
                  <dgm:constr type="ctrX" for="ch" forName="dot3" refType="w" fact="0.7141"/>
                  <dgm:constr type="ctrY" for="ch" forName="dot3" refType="h" fact="0.6898"/>
                  <dgm:constr type="w" for="ch" forName="dot3" refType="userD"/>
                  <dgm:constr type="h" for="ch" forName="dot3" refType="userD"/>
                  <dgm:constr type="ctrX" for="ch" forName="dotArrow1" refType="w" fact="0.6905"/>
                  <dgm:constr type="ctrY" for="ch" forName="dotArrow1" refType="h" fact="0.0587"/>
                  <dgm:constr type="w" for="ch" forName="dotArrow1" refType="userD"/>
                  <dgm:constr type="h" for="ch" forName="dotArrow1" refType="userD"/>
                  <dgm:constr type="ctrX" for="ch" forName="dotArrow2" refType="w" fact="0.6654"/>
                  <dgm:constr type="ctrY" for="ch" forName="dotArrow2" refType="h" fact="0.0287"/>
                  <dgm:constr type="w" for="ch" forName="dotArrow2" refType="userD"/>
                  <dgm:constr type="h" for="ch" forName="dotArrow2" refType="userD"/>
                  <dgm:constr type="ctrX" for="ch" forName="dotArrow3" refType="w" fact="0.6403"/>
                  <dgm:constr type="ctrY" for="ch" forName="dotArrow3" refType="h" fact="-0.0013"/>
                  <dgm:constr type="w" for="ch" forName="dotArrow3" refType="userD"/>
                  <dgm:constr type="h" for="ch" forName="dotArrow3" refType="userD"/>
                  <dgm:constr type="ctrX" for="ch" forName="dotArrow4" refType="w" fact="0.6152"/>
                  <dgm:constr type="ctrY" for="ch" forName="dotArrow4" refType="h" fact="0.0287"/>
                  <dgm:constr type="w" for="ch" forName="dotArrow4" refType="userD"/>
                  <dgm:constr type="h" for="ch" forName="dotArrow4" refType="userD"/>
                  <dgm:constr type="ctrX" for="ch" forName="dotArrow5" refType="w" fact="0.59"/>
                  <dgm:constr type="ctrY" for="ch" forName="dotArrow5" refType="h" fact="0.0587"/>
                  <dgm:constr type="w" for="ch" forName="dotArrow5" refType="userD"/>
                  <dgm:constr type="h" for="ch" forName="dotArrow5" refType="userD"/>
                  <dgm:constr type="ctrX" for="ch" forName="dotArrow6" refType="w" fact="0.6403"/>
                  <dgm:constr type="ctrY" for="ch" forName="dotArrow6" refType="h" fact="0.062"/>
                  <dgm:constr type="w" for="ch" forName="dotArrow6" refType="userD"/>
                  <dgm:constr type="h" for="ch" forName="dotArrow6" refType="userD"/>
                  <dgm:constr type="ctrX" for="ch" forName="dotArrow7" refType="w" fact="0.6403"/>
                  <dgm:constr type="ctrY" for="ch" forName="dotArrow7" refType="h" fact="0.1253"/>
                  <dgm:constr type="w" for="ch" forName="dotArrow7" refType="userD"/>
                  <dgm:constr type="h" for="ch" forName="dotArrow7" refType="userD"/>
                  <dgm:constr type="r" for="ch" forName="parTx1" refType="w" fact="0.803"/>
                  <dgm:constr type="t" for="ch" forName="parTx1" refType="h" fact="0.8169"/>
                  <dgm:constr type="w" for="ch" forName="parTx1" refType="w" fact="0.4064"/>
                  <dgm:constr type="h" for="ch" forName="parTx1" refType="h" fact="0.218"/>
                  <dgm:constr type="ctrX" for="ch" forName="picture1" refType="w" fact="0.8215"/>
                  <dgm:constr type="ctrY" for="ch" forName="picture1" refType="h" fact="0.7834"/>
                  <dgm:constr type="w" for="ch" forName="picture1" refType="w" fact="0.1884"/>
                  <dgm:constr type="h" for="ch" forName="picture1" refType="h" fact="0.3768"/>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6312"/>
                  <dgm:constr type="t" for="ch" forName="parTx2" refType="h" fact="0.3905"/>
                  <dgm:constr type="w" for="ch" forName="parTx2" refType="w" fact="0.4064"/>
                  <dgm:constr type="h" for="ch" forName="parTx2" refType="h" fact="0.218"/>
                  <dgm:constr type="ctrX" for="ch" forName="picture2" refType="w" fact="0.6497"/>
                  <dgm:constr type="ctrY" for="ch" forName="picture2" refType="h" fact="0.357"/>
                  <dgm:constr type="w" for="ch" forName="picture2" refType="w" fact="0.1884"/>
                  <dgm:constr type="h" for="ch" forName="picture2" refType="h" fact="0.3768"/>
                  <dgm:constr type="r" for="ch" forName="desTx2" refType="l" refFor="ch" refForName="parTx2"/>
                  <dgm:constr type="l" for="ch" forName="desTx2"/>
                  <dgm:constr type="t" for="ch" forName="desTx2" refType="t" refFor="ch" refForName="parTx2"/>
                  <dgm:constr type="h" for="ch" forName="desTx2" refType="h" refFor="ch" refForName="parTx2"/>
                </dgm:constrLst>
              </dgm:if>
              <dgm:else name="Name21">
                <dgm:alg type="composite">
                  <dgm:param type="ar" val="1.5073"/>
                </dgm:alg>
                <dgm:constrLst>
                  <dgm:constr type="primFontSz" for="ch" forName="parTx1" op="equ" val="65"/>
                  <dgm:constr type="primFontSz" for="ch" forName="parTx2" refType="primFontSz" refFor="ch" refForName="parTx1" op="equ"/>
                  <dgm:constr type="userD" refType="w" fact="0.025"/>
                  <dgm:constr type="ctrX" for="ch" forName="dot1" refType="w" fact="0.5726"/>
                  <dgm:constr type="ctrY" for="ch" forName="dot1" refType="h" fact="0.5911"/>
                  <dgm:constr type="w" for="ch" forName="dot1" refType="userD"/>
                  <dgm:constr type="h" for="ch" forName="dot1" refType="userD"/>
                  <dgm:constr type="ctrX" for="ch" forName="dot2" refType="w" fact="0.5945"/>
                  <dgm:constr type="ctrY" for="ch" forName="dot2" refType="h" fact="0.644"/>
                  <dgm:constr type="w" for="ch" forName="dot2" refType="userD"/>
                  <dgm:constr type="h" for="ch" forName="dot2" refType="userD"/>
                  <dgm:constr type="ctrX" for="ch" forName="dot3" refType="w" fact="0.6206"/>
                  <dgm:constr type="ctrY" for="ch" forName="dot3" refType="h" fact="0.6898"/>
                  <dgm:constr type="w" for="ch" forName="dot3" refType="userD"/>
                  <dgm:constr type="h" for="ch" forName="dot3" refType="userD"/>
                  <dgm:constr type="ctrX" for="ch" forName="dotArrow1" refType="w" fact="0.5894"/>
                  <dgm:constr type="ctrY" for="ch" forName="dotArrow1" refType="h" fact="0.0587"/>
                  <dgm:constr type="w" for="ch" forName="dotArrow1" refType="userD"/>
                  <dgm:constr type="h" for="ch" forName="dotArrow1" refType="userD"/>
                  <dgm:constr type="ctrX" for="ch" forName="dotArrow2" refType="w" fact="0.556"/>
                  <dgm:constr type="ctrY" for="ch" forName="dotArrow2" refType="h" fact="0.0287"/>
                  <dgm:constr type="w" for="ch" forName="dotArrow2" refType="userD"/>
                  <dgm:constr type="h" for="ch" forName="dotArrow2" refType="userD"/>
                  <dgm:constr type="ctrX" for="ch" forName="dotArrow3" refType="w" fact="0.5227"/>
                  <dgm:constr type="ctrY" for="ch" forName="dotArrow3" refType="h" fact="-0.0013"/>
                  <dgm:constr type="w" for="ch" forName="dotArrow3" refType="userD"/>
                  <dgm:constr type="h" for="ch" forName="dotArrow3" refType="userD"/>
                  <dgm:constr type="ctrX" for="ch" forName="dotArrow4" refType="w" fact="0.4894"/>
                  <dgm:constr type="ctrY" for="ch" forName="dotArrow4" refType="h" fact="0.0287"/>
                  <dgm:constr type="w" for="ch" forName="dotArrow4" refType="userD"/>
                  <dgm:constr type="h" for="ch" forName="dotArrow4" refType="userD"/>
                  <dgm:constr type="ctrX" for="ch" forName="dotArrow5" refType="w" fact="0.456"/>
                  <dgm:constr type="ctrY" for="ch" forName="dotArrow5" refType="h" fact="0.0587"/>
                  <dgm:constr type="w" for="ch" forName="dotArrow5" refType="userD"/>
                  <dgm:constr type="h" for="ch" forName="dotArrow5" refType="userD"/>
                  <dgm:constr type="ctrX" for="ch" forName="dotArrow6" refType="w" fact="0.5227"/>
                  <dgm:constr type="ctrY" for="ch" forName="dotArrow6" refType="h" fact="0.062"/>
                  <dgm:constr type="w" for="ch" forName="dotArrow6" refType="userD"/>
                  <dgm:constr type="h" for="ch" forName="dotArrow6" refType="userD"/>
                  <dgm:constr type="ctrX" for="ch" forName="dotArrow7" refType="w" fact="0.5227"/>
                  <dgm:constr type="ctrY" for="ch" forName="dotArrow7" refType="h" fact="0.1253"/>
                  <dgm:constr type="w" for="ch" forName="dotArrow7" refType="userD"/>
                  <dgm:constr type="h" for="ch" forName="dotArrow7" refType="userD"/>
                  <dgm:constr type="r" for="ch" forName="parTx1" refType="w" fact="0.7386"/>
                  <dgm:constr type="t" for="ch" forName="parTx1" refType="h" fact="0.8086"/>
                  <dgm:constr type="w" for="ch" forName="parTx1" refType="w" fact="0.5392"/>
                  <dgm:constr type="h" for="ch" forName="parTx1" refType="h" fact="0.218"/>
                  <dgm:constr type="ctrX" for="ch" forName="picture1" refType="w" fact="0.7631"/>
                  <dgm:constr type="ctrY" for="ch" forName="picture1" refType="h" fact="0.7834"/>
                  <dgm:constr type="w" for="ch" forName="picture1" refType="w" fact="0.25"/>
                  <dgm:constr type="h" for="ch" forName="picture1" refType="h" fact="0.3768"/>
                  <dgm:constr type="r" for="ch" forName="parTx2" refType="w" fact="0.5107"/>
                  <dgm:constr type="t" for="ch" forName="parTx2" refType="h" fact="0.3822"/>
                  <dgm:constr type="w" for="ch" forName="parTx2" refType="w" fact="0.5392"/>
                  <dgm:constr type="h" for="ch" forName="parTx2" refType="h" fact="0.218"/>
                  <dgm:constr type="ctrX" for="ch" forName="picture2" refType="w" fact="0.5352"/>
                  <dgm:constr type="ctrY" for="ch" forName="picture2" refType="h" fact="0.357"/>
                  <dgm:constr type="w" for="ch" forName="picture2" refType="w" fact="0.25"/>
                  <dgm:constr type="h" for="ch" forName="picture2" refType="h" fact="0.3768"/>
                </dgm:constrLst>
              </dgm:else>
            </dgm:choose>
          </dgm:else>
        </dgm:choose>
      </dgm:if>
      <dgm:if name="Name22" axis="ch" ptType="node" func="cnt" op="equ" val="3">
        <dgm:choose name="Name23">
          <dgm:if name="Name24" func="var" arg="dir" op="equ" val="norm">
            <dgm:choose name="Name25">
              <dgm:if name="Name26" axis="des" func="maxDepth" op="gt" val="1">
                <dgm:alg type="composite">
                  <dgm:param type="ar" val="1.7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userD" refType="w" fact="0.0162"/>
                  <dgm:constr type="ctrX" for="ch" forName="dot1" refType="w" fact="0.2981"/>
                  <dgm:constr type="ctrY" for="ch" forName="dot1" refType="h" fact="0.763"/>
                  <dgm:constr type="w" for="ch" forName="dot1" refType="userD"/>
                  <dgm:constr type="h" for="ch" forName="dot1" refType="userD"/>
                  <dgm:constr type="ctrX" for="ch" forName="dot2" refType="w" fact="0.2676"/>
                  <dgm:constr type="ctrY" for="ch" forName="dot2" refType="h" fact="0.7887"/>
                  <dgm:constr type="w" for="ch" forName="dot2" refType="userD"/>
                  <dgm:constr type="h" for="ch" forName="dot2" refType="userD"/>
                  <dgm:constr type="ctrX" for="ch" forName="dot3" refType="w" fact="0.2357"/>
                  <dgm:constr type="ctrY" for="ch" forName="dot3" refType="h" fact="0.809"/>
                  <dgm:constr type="w" for="ch" forName="dot3" refType="userD"/>
                  <dgm:constr type="h" for="ch" forName="dot3" refType="userD"/>
                  <dgm:constr type="ctrX" for="ch" forName="dot4" refType="w" fact="0.4445"/>
                  <dgm:constr type="ctrY" for="ch" forName="dot4" refType="h" fact="0.4655"/>
                  <dgm:constr type="w" for="ch" forName="dot4" refType="userD"/>
                  <dgm:constr type="h" for="ch" forName="dot4" refType="userD"/>
                  <dgm:constr type="ctrX" for="ch" forName="dot5" refType="w" fact="0.4323"/>
                  <dgm:constr type="ctrY" for="ch" forName="dot5" refType="h" fact="0.5178"/>
                  <dgm:constr type="w" for="ch" forName="dot5" refType="userD"/>
                  <dgm:constr type="h" for="ch" forName="dot5" refType="userD"/>
                  <dgm:constr type="ctrX" for="ch" forName="dotArrow1" refType="w" fact="0.4236"/>
                  <dgm:constr type="ctrY" for="ch" forName="dotArrow1" refType="h" fact="0.0718"/>
                  <dgm:constr type="w" for="ch" forName="dotArrow1" refType="userD"/>
                  <dgm:constr type="h" for="ch" forName="dotArrow1" refType="userD"/>
                  <dgm:constr type="ctrX" for="ch" forName="dotArrow2" refType="w" fact="0.446"/>
                  <dgm:constr type="ctrY" for="ch" forName="dotArrow2" refType="h" fact="0.0468"/>
                  <dgm:constr type="w" for="ch" forName="dotArrow2" refType="userD"/>
                  <dgm:constr type="h" for="ch" forName="dotArrow2" refType="userD"/>
                  <dgm:constr type="ctrX" for="ch" forName="dotArrow3" refType="w" fact="0.4685"/>
                  <dgm:constr type="ctrY" for="ch" forName="dotArrow3" refType="h" fact="0.0218"/>
                  <dgm:constr type="w" for="ch" forName="dotArrow3" refType="userD"/>
                  <dgm:constr type="h" for="ch" forName="dotArrow3" refType="userD"/>
                  <dgm:constr type="ctrX" for="ch" forName="dotArrow4" refType="w" fact="0.491"/>
                  <dgm:constr type="ctrY" for="ch" forName="dotArrow4" refType="h" fact="0.0468"/>
                  <dgm:constr type="w" for="ch" forName="dotArrow4" refType="userD"/>
                  <dgm:constr type="h" for="ch" forName="dotArrow4" refType="userD"/>
                  <dgm:constr type="ctrX" for="ch" forName="dotArrow5" refType="w" fact="0.5135"/>
                  <dgm:constr type="ctrY" for="ch" forName="dotArrow5" refType="h" fact="0.0718"/>
                  <dgm:constr type="w" for="ch" forName="dotArrow5" refType="userD"/>
                  <dgm:constr type="h" for="ch" forName="dotArrow5" refType="userD"/>
                  <dgm:constr type="ctrX" for="ch" forName="dotArrow6" refType="w" fact="0.4685"/>
                  <dgm:constr type="ctrY" for="ch" forName="dotArrow6" refType="h" fact="0.0745"/>
                  <dgm:constr type="w" for="ch" forName="dotArrow6" refType="userD"/>
                  <dgm:constr type="h" for="ch" forName="dotArrow6" refType="userD"/>
                  <dgm:constr type="ctrX" for="ch" forName="dotArrow7" refType="w" fact="0.4685"/>
                  <dgm:constr type="ctrY" for="ch" forName="dotArrow7" refType="h" fact="0.1273"/>
                  <dgm:constr type="w" for="ch" forName="dotArrow7" refType="userD"/>
                  <dgm:constr type="h" for="ch" forName="dotArrow7" refType="userD"/>
                  <dgm:constr type="l" for="ch" forName="parTx1" refType="w" fact="0.1487"/>
                  <dgm:constr type="t" for="ch" forName="parTx1" refType="h" fact="0.8596"/>
                  <dgm:constr type="w" for="ch" forName="parTx1" refType="w" fact="0.3491"/>
                  <dgm:constr type="h" for="ch" forName="parTx1" refType="h" fact="0.1638"/>
                  <dgm:constr type="ctrX" for="ch" forName="picture1" refType="w" fact="0.1328"/>
                  <dgm:constr type="ctrY" for="ch" forName="picture1" refType="h" fact="0.8361"/>
                  <dgm:constr type="w" for="ch" forName="picture1" refType="w" fact="0.1618"/>
                  <dgm:constr type="h" for="ch" forName="picture1" refType="h" fact="0.2832"/>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3732"/>
                  <dgm:constr type="t" for="ch" forName="parTx2" refType="h" fact="0.6469"/>
                  <dgm:constr type="w" for="ch" forName="parTx2" refType="w" fact="0.3491"/>
                  <dgm:constr type="h" for="ch" forName="parTx2" refType="h" fact="0.1638"/>
                  <dgm:constr type="ctrX" for="ch" forName="picture2" refType="w" fact="0.3573"/>
                  <dgm:constr type="ctrY" for="ch" forName="picture2" refType="h" fact="0.6234"/>
                  <dgm:constr type="w" for="ch" forName="picture2" refType="w" fact="0.1618"/>
                  <dgm:constr type="h" for="ch" forName="picture2" refType="h" fact="0.2832"/>
                  <dgm:constr type="l" for="ch" forName="desTx2" refType="r" refFor="ch" refForName="parTx2"/>
                  <dgm:constr type="r" for="ch" forName="desTx2" refType="w"/>
                  <dgm:constr type="t" for="ch" forName="desTx2" refType="t" refFor="ch" refForName="parTx2"/>
                  <dgm:constr type="h" for="ch" forName="desTx2" refType="h" refFor="ch" refForName="parTx2"/>
                  <dgm:constr type="l" for="ch" forName="parTx3" refType="w" fact="0.4763"/>
                  <dgm:constr type="t" for="ch" forName="parTx3" refType="h" fact="0.3243"/>
                  <dgm:constr type="w" for="ch" forName="parTx3" refType="w" fact="0.3491"/>
                  <dgm:constr type="h" for="ch" forName="parTx3" refType="h" fact="0.1638"/>
                  <dgm:constr type="ctrX" for="ch" forName="picture3" refType="w" fact="0.4604"/>
                  <dgm:constr type="ctrY" for="ch" forName="picture3" refType="h" fact="0.3008"/>
                  <dgm:constr type="w" for="ch" forName="picture3" refType="w" fact="0.1618"/>
                  <dgm:constr type="h" for="ch" forName="picture3" refType="h" fact="0.2832"/>
                  <dgm:constr type="l" for="ch" forName="desTx3" refType="r" refFor="ch" refForName="parTx3"/>
                  <dgm:constr type="r" for="ch" forName="desTx3" refType="w"/>
                  <dgm:constr type="t" for="ch" forName="desTx3" refType="t" refFor="ch" refForName="parTx3"/>
                  <dgm:constr type="h" for="ch" forName="desTx3" refType="h" refFor="ch" refForName="parTx3"/>
                </dgm:constrLst>
              </dgm:if>
              <dgm:else name="Name27">
                <dgm:alg type="composite">
                  <dgm:param type="ar" val="1.4161"/>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userD" refType="w" fact="0.02"/>
                  <dgm:constr type="ctrX" for="ch" forName="dot1" refType="w" fact="0.3684"/>
                  <dgm:constr type="ctrY" for="ch" forName="dot1" refType="h" fact="0.763"/>
                  <dgm:constr type="w" for="ch" forName="dot1" refType="userD"/>
                  <dgm:constr type="h" for="ch" forName="dot1" refType="userD"/>
                  <dgm:constr type="ctrX" for="ch" forName="dot2" refType="w" fact="0.3307"/>
                  <dgm:constr type="ctrY" for="ch" forName="dot2" refType="h" fact="0.7887"/>
                  <dgm:constr type="w" for="ch" forName="dot2" refType="userD"/>
                  <dgm:constr type="h" for="ch" forName="dot2" refType="userD"/>
                  <dgm:constr type="ctrX" for="ch" forName="dot3" refType="w" fact="0.2912"/>
                  <dgm:constr type="ctrY" for="ch" forName="dot3" refType="h" fact="0.809"/>
                  <dgm:constr type="w" for="ch" forName="dot3" refType="userD"/>
                  <dgm:constr type="h" for="ch" forName="dot3" refType="userD"/>
                  <dgm:constr type="ctrX" for="ch" forName="dot4" refType="w" fact="0.5494"/>
                  <dgm:constr type="ctrY" for="ch" forName="dot4" refType="h" fact="0.4655"/>
                  <dgm:constr type="w" for="ch" forName="dot4" refType="userD"/>
                  <dgm:constr type="h" for="ch" forName="dot4" refType="userD"/>
                  <dgm:constr type="ctrX" for="ch" forName="dot5" refType="w" fact="0.5342"/>
                  <dgm:constr type="ctrY" for="ch" forName="dot5" refType="h" fact="0.5178"/>
                  <dgm:constr type="w" for="ch" forName="dot5" refType="userD"/>
                  <dgm:constr type="h" for="ch" forName="dot5" refType="userD"/>
                  <dgm:constr type="ctrX" for="ch" forName="dotArrow1" refType="w" fact="0.5234"/>
                  <dgm:constr type="ctrY" for="ch" forName="dotArrow1" refType="h" fact="0.0718"/>
                  <dgm:constr type="w" for="ch" forName="dotArrow1" refType="userD"/>
                  <dgm:constr type="h" for="ch" forName="dotArrow1" refType="userD"/>
                  <dgm:constr type="ctrX" for="ch" forName="dotArrow2" refType="w" fact="0.5512"/>
                  <dgm:constr type="ctrY" for="ch" forName="dotArrow2" refType="h" fact="0.0468"/>
                  <dgm:constr type="w" for="ch" forName="dotArrow2" refType="userD"/>
                  <dgm:constr type="h" for="ch" forName="dotArrow2" refType="userD"/>
                  <dgm:constr type="ctrX" for="ch" forName="dotArrow3" refType="w" fact="0.579"/>
                  <dgm:constr type="ctrY" for="ch" forName="dotArrow3" refType="h" fact="0.0218"/>
                  <dgm:constr type="w" for="ch" forName="dotArrow3" refType="userD"/>
                  <dgm:constr type="h" for="ch" forName="dotArrow3" refType="userD"/>
                  <dgm:constr type="ctrX" for="ch" forName="dotArrow4" refType="w" fact="0.6068"/>
                  <dgm:constr type="ctrY" for="ch" forName="dotArrow4" refType="h" fact="0.0468"/>
                  <dgm:constr type="w" for="ch" forName="dotArrow4" refType="userD"/>
                  <dgm:constr type="h" for="ch" forName="dotArrow4" refType="userD"/>
                  <dgm:constr type="ctrX" for="ch" forName="dotArrow5" refType="w" fact="0.6346"/>
                  <dgm:constr type="ctrY" for="ch" forName="dotArrow5" refType="h" fact="0.0718"/>
                  <dgm:constr type="w" for="ch" forName="dotArrow5" refType="userD"/>
                  <dgm:constr type="h" for="ch" forName="dotArrow5" refType="userD"/>
                  <dgm:constr type="ctrX" for="ch" forName="dotArrow6" refType="w" fact="0.579"/>
                  <dgm:constr type="ctrY" for="ch" forName="dotArrow6" refType="h" fact="0.0745"/>
                  <dgm:constr type="w" for="ch" forName="dotArrow6" refType="userD"/>
                  <dgm:constr type="h" for="ch" forName="dotArrow6" refType="userD"/>
                  <dgm:constr type="ctrX" for="ch" forName="dotArrow7" refType="w" fact="0.579"/>
                  <dgm:constr type="ctrY" for="ch" forName="dotArrow7" refType="h" fact="0.1273"/>
                  <dgm:constr type="w" for="ch" forName="dotArrow7" refType="userD"/>
                  <dgm:constr type="h" for="ch" forName="dotArrow7" refType="userD"/>
                  <dgm:constr type="l" for="ch" forName="parTx1" refType="w" fact="0.1837"/>
                  <dgm:constr type="t" for="ch" forName="parTx1" refType="h" fact="0.8551"/>
                  <dgm:constr type="w" for="ch" forName="parTx1" refType="w" fact="0.4314"/>
                  <dgm:constr type="h" for="ch" forName="parTx1" refType="h" fact="0.1638"/>
                  <dgm:constr type="ctrX" for="ch" forName="picture1" refType="w" fact="0.1641"/>
                  <dgm:constr type="ctrY" for="ch" forName="picture1" refType="h" fact="0.8361"/>
                  <dgm:constr type="w" for="ch" forName="picture1" refType="w" fact="0.2"/>
                  <dgm:constr type="h" for="ch" forName="picture1" refType="h" fact="0.2832"/>
                  <dgm:constr type="l" for="ch" forName="parTx2" refType="w" fact="0.4612"/>
                  <dgm:constr type="t" for="ch" forName="parTx2" refType="h" fact="0.6424"/>
                  <dgm:constr type="w" for="ch" forName="parTx2" refType="w" fact="0.4314"/>
                  <dgm:constr type="h" for="ch" forName="parTx2" refType="h" fact="0.1638"/>
                  <dgm:constr type="ctrX" for="ch" forName="picture2" refType="w" fact="0.4416"/>
                  <dgm:constr type="ctrY" for="ch" forName="picture2" refType="h" fact="0.6234"/>
                  <dgm:constr type="w" for="ch" forName="picture2" refType="w" fact="0.2"/>
                  <dgm:constr type="h" for="ch" forName="picture2" refType="h" fact="0.2832"/>
                  <dgm:constr type="l" for="ch" forName="parTx3" refType="w" fact="0.5886"/>
                  <dgm:constr type="t" for="ch" forName="parTx3" refType="h" fact="0.3198"/>
                  <dgm:constr type="w" for="ch" forName="parTx3" refType="w" fact="0.4314"/>
                  <dgm:constr type="h" for="ch" forName="parTx3" refType="h" fact="0.1638"/>
                  <dgm:constr type="ctrX" for="ch" forName="picture3" refType="w" fact="0.569"/>
                  <dgm:constr type="ctrY" for="ch" forName="picture3" refType="h" fact="0.3008"/>
                  <dgm:constr type="w" for="ch" forName="picture3" refType="w" fact="0.2"/>
                  <dgm:constr type="h" for="ch" forName="picture3" refType="h" fact="0.2832"/>
                </dgm:constrLst>
              </dgm:else>
            </dgm:choose>
          </dgm:if>
          <dgm:else name="Name28">
            <dgm:choose name="Name29">
              <dgm:if name="Name30" axis="des" func="maxDepth" op="gt" val="1">
                <dgm:alg type="composite">
                  <dgm:param type="ar" val="1.7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userD" refType="w" fact="0.0162"/>
                  <dgm:constr type="ctrX" for="ch" forName="dot1" refType="w" fact="0.7019"/>
                  <dgm:constr type="ctrY" for="ch" forName="dot1" refType="h" fact="0.763"/>
                  <dgm:constr type="w" for="ch" forName="dot1" refType="userD"/>
                  <dgm:constr type="h" for="ch" forName="dot1" refType="userD"/>
                  <dgm:constr type="ctrX" for="ch" forName="dot2" refType="w" fact="0.7324"/>
                  <dgm:constr type="ctrY" for="ch" forName="dot2" refType="h" fact="0.7887"/>
                  <dgm:constr type="w" for="ch" forName="dot2" refType="userD"/>
                  <dgm:constr type="h" for="ch" forName="dot2" refType="userD"/>
                  <dgm:constr type="ctrX" for="ch" forName="dot3" refType="w" fact="0.7643"/>
                  <dgm:constr type="ctrY" for="ch" forName="dot3" refType="h" fact="0.809"/>
                  <dgm:constr type="w" for="ch" forName="dot3" refType="userD"/>
                  <dgm:constr type="h" for="ch" forName="dot3" refType="userD"/>
                  <dgm:constr type="ctrX" for="ch" forName="dot4" refType="w" fact="0.5555"/>
                  <dgm:constr type="ctrY" for="ch" forName="dot4" refType="h" fact="0.4655"/>
                  <dgm:constr type="w" for="ch" forName="dot4" refType="userD"/>
                  <dgm:constr type="h" for="ch" forName="dot4" refType="userD"/>
                  <dgm:constr type="ctrX" for="ch" forName="dot5" refType="w" fact="0.5677"/>
                  <dgm:constr type="ctrY" for="ch" forName="dot5" refType="h" fact="0.5178"/>
                  <dgm:constr type="w" for="ch" forName="dot5" refType="userD"/>
                  <dgm:constr type="h" for="ch" forName="dot5" refType="userD"/>
                  <dgm:constr type="ctrX" for="ch" forName="dotArrow1" refType="w" fact="0.5764"/>
                  <dgm:constr type="ctrY" for="ch" forName="dotArrow1" refType="h" fact="0.0718"/>
                  <dgm:constr type="w" for="ch" forName="dotArrow1" refType="userD"/>
                  <dgm:constr type="h" for="ch" forName="dotArrow1" refType="userD"/>
                  <dgm:constr type="ctrX" for="ch" forName="dotArrow2" refType="w" fact="0.554"/>
                  <dgm:constr type="ctrY" for="ch" forName="dotArrow2" refType="h" fact="0.0468"/>
                  <dgm:constr type="w" for="ch" forName="dotArrow2" refType="userD"/>
                  <dgm:constr type="h" for="ch" forName="dotArrow2" refType="userD"/>
                  <dgm:constr type="ctrX" for="ch" forName="dotArrow3" refType="w" fact="0.5315"/>
                  <dgm:constr type="ctrY" for="ch" forName="dotArrow3" refType="h" fact="0.0218"/>
                  <dgm:constr type="w" for="ch" forName="dotArrow3" refType="userD"/>
                  <dgm:constr type="h" for="ch" forName="dotArrow3" refType="userD"/>
                  <dgm:constr type="ctrX" for="ch" forName="dotArrow4" refType="w" fact="0.509"/>
                  <dgm:constr type="ctrY" for="ch" forName="dotArrow4" refType="h" fact="0.0468"/>
                  <dgm:constr type="w" for="ch" forName="dotArrow4" refType="userD"/>
                  <dgm:constr type="h" for="ch" forName="dotArrow4" refType="userD"/>
                  <dgm:constr type="ctrX" for="ch" forName="dotArrow5" refType="w" fact="0.4865"/>
                  <dgm:constr type="ctrY" for="ch" forName="dotArrow5" refType="h" fact="0.0718"/>
                  <dgm:constr type="w" for="ch" forName="dotArrow5" refType="userD"/>
                  <dgm:constr type="h" for="ch" forName="dotArrow5" refType="userD"/>
                  <dgm:constr type="ctrX" for="ch" forName="dotArrow6" refType="w" fact="0.5315"/>
                  <dgm:constr type="ctrY" for="ch" forName="dotArrow6" refType="h" fact="0.0745"/>
                  <dgm:constr type="w" for="ch" forName="dotArrow6" refType="userD"/>
                  <dgm:constr type="h" for="ch" forName="dotArrow6" refType="userD"/>
                  <dgm:constr type="ctrX" for="ch" forName="dotArrow7" refType="w" fact="0.5315"/>
                  <dgm:constr type="ctrY" for="ch" forName="dotArrow7" refType="h" fact="0.1273"/>
                  <dgm:constr type="w" for="ch" forName="dotArrow7" refType="userD"/>
                  <dgm:constr type="h" for="ch" forName="dotArrow7" refType="userD"/>
                  <dgm:constr type="r" for="ch" forName="parTx1" refType="w" fact="0.8513"/>
                  <dgm:constr type="t" for="ch" forName="parTx1" refType="h" fact="0.8596"/>
                  <dgm:constr type="w" for="ch" forName="parTx1" refType="w" fact="0.3491"/>
                  <dgm:constr type="h" for="ch" forName="parTx1" refType="h" fact="0.1638"/>
                  <dgm:constr type="ctrX" for="ch" forName="picture1" refType="w" fact="0.8672"/>
                  <dgm:constr type="ctrY" for="ch" forName="picture1" refType="h" fact="0.8361"/>
                  <dgm:constr type="w" for="ch" forName="picture1" refType="w" fact="0.1618"/>
                  <dgm:constr type="h" for="ch" forName="picture1" refType="h" fact="0.2832"/>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6268"/>
                  <dgm:constr type="t" for="ch" forName="parTx2" refType="h" fact="0.6469"/>
                  <dgm:constr type="w" for="ch" forName="parTx2" refType="w" fact="0.3491"/>
                  <dgm:constr type="h" for="ch" forName="parTx2" refType="h" fact="0.1638"/>
                  <dgm:constr type="ctrX" for="ch" forName="picture2" refType="w" fact="0.6427"/>
                  <dgm:constr type="ctrY" for="ch" forName="picture2" refType="h" fact="0.6234"/>
                  <dgm:constr type="w" for="ch" forName="picture2" refType="w" fact="0.1618"/>
                  <dgm:constr type="h" for="ch" forName="picture2" refType="h" fact="0.2832"/>
                  <dgm:constr type="r" for="ch" forName="desTx2" refType="l" refFor="ch" refForName="parTx2"/>
                  <dgm:constr type="l" for="ch" forName="desTx2"/>
                  <dgm:constr type="t" for="ch" forName="desTx2" refType="t" refFor="ch" refForName="parTx2"/>
                  <dgm:constr type="h" for="ch" forName="desTx2" refType="h" refFor="ch" refForName="parTx2"/>
                  <dgm:constr type="r" for="ch" forName="parTx3" refType="w" fact="0.5237"/>
                  <dgm:constr type="t" for="ch" forName="parTx3" refType="h" fact="0.3243"/>
                  <dgm:constr type="w" for="ch" forName="parTx3" refType="w" fact="0.3491"/>
                  <dgm:constr type="h" for="ch" forName="parTx3" refType="h" fact="0.1638"/>
                  <dgm:constr type="ctrX" for="ch" forName="picture3" refType="w" fact="0.5396"/>
                  <dgm:constr type="ctrY" for="ch" forName="picture3" refType="h" fact="0.3008"/>
                  <dgm:constr type="w" for="ch" forName="picture3" refType="w" fact="0.1618"/>
                  <dgm:constr type="h" for="ch" forName="picture3" refType="h" fact="0.2832"/>
                  <dgm:constr type="r" for="ch" forName="desTx3" refType="l" refFor="ch" refForName="parTx3"/>
                  <dgm:constr type="l" for="ch" forName="desTx3"/>
                  <dgm:constr type="t" for="ch" forName="desTx3" refType="t" refFor="ch" refForName="parTx3"/>
                  <dgm:constr type="h" for="ch" forName="desTx3" refType="h" refFor="ch" refForName="parTx3"/>
                </dgm:constrLst>
              </dgm:if>
              <dgm:else name="Name31">
                <dgm:alg type="composite">
                  <dgm:param type="ar" val="1.4161"/>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userD" refType="w" fact="0.02"/>
                  <dgm:constr type="ctrX" for="ch" forName="dot1" refType="w" fact="0.6316"/>
                  <dgm:constr type="ctrY" for="ch" forName="dot1" refType="h" fact="0.763"/>
                  <dgm:constr type="w" for="ch" forName="dot1" refType="userD"/>
                  <dgm:constr type="h" for="ch" forName="dot1" refType="userD"/>
                  <dgm:constr type="ctrX" for="ch" forName="dot2" refType="w" fact="0.6693"/>
                  <dgm:constr type="ctrY" for="ch" forName="dot2" refType="h" fact="0.7887"/>
                  <dgm:constr type="w" for="ch" forName="dot2" refType="userD"/>
                  <dgm:constr type="h" for="ch" forName="dot2" refType="userD"/>
                  <dgm:constr type="ctrX" for="ch" forName="dot3" refType="w" fact="0.7088"/>
                  <dgm:constr type="ctrY" for="ch" forName="dot3" refType="h" fact="0.809"/>
                  <dgm:constr type="w" for="ch" forName="dot3" refType="userD"/>
                  <dgm:constr type="h" for="ch" forName="dot3" refType="userD"/>
                  <dgm:constr type="ctrX" for="ch" forName="dot4" refType="w" fact="0.4506"/>
                  <dgm:constr type="ctrY" for="ch" forName="dot4" refType="h" fact="0.4655"/>
                  <dgm:constr type="w" for="ch" forName="dot4" refType="userD"/>
                  <dgm:constr type="h" for="ch" forName="dot4" refType="userD"/>
                  <dgm:constr type="ctrX" for="ch" forName="dot5" refType="w" fact="0.4658"/>
                  <dgm:constr type="ctrY" for="ch" forName="dot5" refType="h" fact="0.5178"/>
                  <dgm:constr type="w" for="ch" forName="dot5" refType="userD"/>
                  <dgm:constr type="h" for="ch" forName="dot5" refType="userD"/>
                  <dgm:constr type="ctrX" for="ch" forName="dotArrow1" refType="w" fact="0.4766"/>
                  <dgm:constr type="ctrY" for="ch" forName="dotArrow1" refType="h" fact="0.0718"/>
                  <dgm:constr type="w" for="ch" forName="dotArrow1" refType="userD"/>
                  <dgm:constr type="h" for="ch" forName="dotArrow1" refType="userD"/>
                  <dgm:constr type="ctrX" for="ch" forName="dotArrow2" refType="w" fact="0.4488"/>
                  <dgm:constr type="ctrY" for="ch" forName="dotArrow2" refType="h" fact="0.0468"/>
                  <dgm:constr type="w" for="ch" forName="dotArrow2" refType="userD"/>
                  <dgm:constr type="h" for="ch" forName="dotArrow2" refType="userD"/>
                  <dgm:constr type="ctrX" for="ch" forName="dotArrow3" refType="w" fact="0.421"/>
                  <dgm:constr type="ctrY" for="ch" forName="dotArrow3" refType="h" fact="0.0218"/>
                  <dgm:constr type="w" for="ch" forName="dotArrow3" refType="userD"/>
                  <dgm:constr type="h" for="ch" forName="dotArrow3" refType="userD"/>
                  <dgm:constr type="ctrX" for="ch" forName="dotArrow4" refType="w" fact="0.3932"/>
                  <dgm:constr type="ctrY" for="ch" forName="dotArrow4" refType="h" fact="0.0468"/>
                  <dgm:constr type="w" for="ch" forName="dotArrow4" refType="userD"/>
                  <dgm:constr type="h" for="ch" forName="dotArrow4" refType="userD"/>
                  <dgm:constr type="ctrX" for="ch" forName="dotArrow5" refType="w" fact="0.3654"/>
                  <dgm:constr type="ctrY" for="ch" forName="dotArrow5" refType="h" fact="0.0718"/>
                  <dgm:constr type="w" for="ch" forName="dotArrow5" refType="userD"/>
                  <dgm:constr type="h" for="ch" forName="dotArrow5" refType="userD"/>
                  <dgm:constr type="ctrX" for="ch" forName="dotArrow6" refType="w" fact="0.421"/>
                  <dgm:constr type="ctrY" for="ch" forName="dotArrow6" refType="h" fact="0.0745"/>
                  <dgm:constr type="w" for="ch" forName="dotArrow6" refType="userD"/>
                  <dgm:constr type="h" for="ch" forName="dotArrow6" refType="userD"/>
                  <dgm:constr type="ctrX" for="ch" forName="dotArrow7" refType="w" fact="0.421"/>
                  <dgm:constr type="ctrY" for="ch" forName="dotArrow7" refType="h" fact="0.1273"/>
                  <dgm:constr type="w" for="ch" forName="dotArrow7" refType="userD"/>
                  <dgm:constr type="h" for="ch" forName="dotArrow7" refType="userD"/>
                  <dgm:constr type="r" for="ch" forName="parTx1" refType="w" fact="0.8163"/>
                  <dgm:constr type="t" for="ch" forName="parTx1" refType="h" fact="0.8551"/>
                  <dgm:constr type="w" for="ch" forName="parTx1" refType="w" fact="0.4314"/>
                  <dgm:constr type="h" for="ch" forName="parTx1" refType="h" fact="0.1638"/>
                  <dgm:constr type="ctrX" for="ch" forName="picture1" refType="w" fact="0.8359"/>
                  <dgm:constr type="ctrY" for="ch" forName="picture1" refType="h" fact="0.8361"/>
                  <dgm:constr type="w" for="ch" forName="picture1" refType="w" fact="0.2"/>
                  <dgm:constr type="h" for="ch" forName="picture1" refType="h" fact="0.2832"/>
                  <dgm:constr type="r" for="ch" forName="parTx2" refType="w" fact="0.5388"/>
                  <dgm:constr type="t" for="ch" forName="parTx2" refType="h" fact="0.6424"/>
                  <dgm:constr type="w" for="ch" forName="parTx2" refType="w" fact="0.4314"/>
                  <dgm:constr type="h" for="ch" forName="parTx2" refType="h" fact="0.1638"/>
                  <dgm:constr type="ctrX" for="ch" forName="picture2" refType="w" fact="0.5584"/>
                  <dgm:constr type="ctrY" for="ch" forName="picture2" refType="h" fact="0.6234"/>
                  <dgm:constr type="w" for="ch" forName="picture2" refType="w" fact="0.2"/>
                  <dgm:constr type="h" for="ch" forName="picture2" refType="h" fact="0.2832"/>
                  <dgm:constr type="r" for="ch" forName="parTx3" refType="w" fact="0.4114"/>
                  <dgm:constr type="t" for="ch" forName="parTx3" refType="h" fact="0.3198"/>
                  <dgm:constr type="w" for="ch" forName="parTx3" refType="w" fact="0.4314"/>
                  <dgm:constr type="h" for="ch" forName="parTx3" refType="h" fact="0.1638"/>
                  <dgm:constr type="ctrX" for="ch" forName="picture3" refType="w" fact="0.431"/>
                  <dgm:constr type="ctrY" for="ch" forName="picture3" refType="h" fact="0.3008"/>
                  <dgm:constr type="w" for="ch" forName="picture3" refType="w" fact="0.2"/>
                  <dgm:constr type="h" for="ch" forName="picture3" refType="h" fact="0.2832"/>
                </dgm:constrLst>
              </dgm:else>
            </dgm:choose>
          </dgm:else>
        </dgm:choose>
      </dgm:if>
      <dgm:if name="Name32" axis="ch" ptType="node" func="cnt" op="equ" val="4">
        <dgm:choose name="Name33">
          <dgm:if name="Name34" func="var" arg="dir" op="equ" val="norm">
            <dgm:choose name="Name35">
              <dgm:if name="Name36" axis="des" func="maxDepth" op="gt" val="1">
                <dgm:alg type="composite">
                  <dgm:param type="ar" val="1.5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userD" refType="w" fact="0.0136"/>
                  <dgm:constr type="ctrX" for="ch" forName="dot1" refType="w" fact="0.3253"/>
                  <dgm:constr type="ctrY" for="ch" forName="dot1" refType="h" fact="0.8215"/>
                  <dgm:constr type="w" for="ch" forName="dot1" refType="userD"/>
                  <dgm:constr type="h" for="ch" forName="dot1" refType="userD"/>
                  <dgm:constr type="ctrX" for="ch" forName="dot2" refType="w" fact="0.2949"/>
                  <dgm:constr type="ctrY" for="ch" forName="dot2" refType="h" fact="0.843"/>
                  <dgm:constr type="w" for="ch" forName="dot2" refType="userD"/>
                  <dgm:constr type="h" for="ch" forName="dot2" refType="userD"/>
                  <dgm:constr type="ctrX" for="ch" forName="dot3" refType="w" fact="0.2635"/>
                  <dgm:constr type="ctrY" for="ch" forName="dot3" refType="h" fact="0.8607"/>
                  <dgm:constr type="w" for="ch" forName="dot3" refType="userD"/>
                  <dgm:constr type="h" for="ch" forName="dot3" refType="userD"/>
                  <dgm:constr type="ctrX" for="ch" forName="dot4" refType="w" fact="0.2313"/>
                  <dgm:constr type="ctrY" for="ch" forName="dot4" refType="h" fact="0.8745"/>
                  <dgm:constr type="w" for="ch" forName="dot4" refType="userD"/>
                  <dgm:constr type="h" for="ch" forName="dot4" refType="userD"/>
                  <dgm:constr type="ctrX" for="ch" forName="dot5" refType="w" fact="0.4675"/>
                  <dgm:constr type="ctrY" for="ch" forName="dot5" refType="h" fact="0.6419"/>
                  <dgm:constr type="w" for="ch" forName="dot5" refType="userD"/>
                  <dgm:constr type="h" for="ch" forName="dot5" refType="userD"/>
                  <dgm:constr type="ctrX" for="ch" forName="dot6" refType="w" fact="0.5486"/>
                  <dgm:constr type="ctrY" for="ch" forName="dot6" refType="h" fact="0.3784"/>
                  <dgm:constr type="w" for="ch" forName="dot6" refType="userD"/>
                  <dgm:constr type="h" for="ch" forName="dot6" refType="userD"/>
                  <dgm:constr type="ctrX" for="ch" forName="dotArrow1" refType="w" fact="0.5267"/>
                  <dgm:constr type="ctrY" for="ch" forName="dotArrow1" refType="h" fact="0.0496"/>
                  <dgm:constr type="w" for="ch" forName="dotArrow1" refType="userD"/>
                  <dgm:constr type="h" for="ch" forName="dotArrow1" refType="userD"/>
                  <dgm:constr type="ctrX" for="ch" forName="dotArrow2" refType="w" fact="0.5462"/>
                  <dgm:constr type="ctrY" for="ch" forName="dotArrow2" refType="h" fact="0.0282"/>
                  <dgm:constr type="w" for="ch" forName="dotArrow2" refType="userD"/>
                  <dgm:constr type="h" for="ch" forName="dotArrow2" refType="userD"/>
                  <dgm:constr type="ctrX" for="ch" forName="dotArrow3" refType="w" fact="0.5657"/>
                  <dgm:constr type="ctrY" for="ch" forName="dotArrow3" refType="h" fact="0.0068"/>
                  <dgm:constr type="w" for="ch" forName="dotArrow3" refType="userD"/>
                  <dgm:constr type="h" for="ch" forName="dotArrow3" refType="userD"/>
                  <dgm:constr type="ctrX" for="ch" forName="dotArrow4" refType="w" fact="0.5851"/>
                  <dgm:constr type="ctrY" for="ch" forName="dotArrow4" refType="h" fact="0.0282"/>
                  <dgm:constr type="w" for="ch" forName="dotArrow4" refType="userD"/>
                  <dgm:constr type="h" for="ch" forName="dotArrow4" refType="userD"/>
                  <dgm:constr type="ctrX" for="ch" forName="dotArrow5" refType="w" fact="0.6046"/>
                  <dgm:constr type="ctrY" for="ch" forName="dotArrow5" refType="h" fact="0.0496"/>
                  <dgm:constr type="w" for="ch" forName="dotArrow5" refType="userD"/>
                  <dgm:constr type="h" for="ch" forName="dotArrow5" refType="userD"/>
                  <dgm:constr type="ctrX" for="ch" forName="dotArrow6" refType="w" fact="0.5657"/>
                  <dgm:constr type="ctrY" for="ch" forName="dotArrow6" refType="h" fact="0.052"/>
                  <dgm:constr type="w" for="ch" forName="dotArrow6" refType="userD"/>
                  <dgm:constr type="h" for="ch" forName="dotArrow6" refType="userD"/>
                  <dgm:constr type="ctrX" for="ch" forName="dotArrow7" refType="w" fact="0.5657"/>
                  <dgm:constr type="ctrY" for="ch" forName="dotArrow7" refType="h" fact="0.0972"/>
                  <dgm:constr type="w" for="ch" forName="dotArrow7" refType="userD"/>
                  <dgm:constr type="h" for="ch" forName="dotArrow7" refType="userD"/>
                  <dgm:constr type="l" for="ch" forName="parTx1" refType="w" fact="0.1466"/>
                  <dgm:constr type="t" for="ch" forName="parTx1" refType="h" fact="0.9095"/>
                  <dgm:constr type="w" for="ch" forName="parTx1" refType="w" fact="0.294"/>
                  <dgm:constr type="h" for="ch" forName="parTx1" refType="h" fact="0.1222"/>
                  <dgm:constr type="ctrX" for="ch" forName="picture1" refType="w" fact="0.1333"/>
                  <dgm:constr type="ctrY" for="ch" forName="picture1" refType="h" fact="0.8922"/>
                  <dgm:constr type="w" for="ch" forName="picture1" refType="w" fact="0.1363"/>
                  <dgm:constr type="h" for="ch" forName="picture1" refType="h" fact="0.2113"/>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4105"/>
                  <dgm:constr type="t" for="ch" forName="parTx2" refType="h" fact="0.762"/>
                  <dgm:constr type="w" for="ch" forName="parTx2" refType="w" fact="0.294"/>
                  <dgm:constr type="h" for="ch" forName="parTx2" refType="h" fact="0.1222"/>
                  <dgm:constr type="ctrX" for="ch" forName="picture2" refType="w" fact="0.3972"/>
                  <dgm:constr type="ctrY" for="ch" forName="picture2" refType="h" fact="0.7447"/>
                  <dgm:constr type="w" for="ch" forName="picture2" refType="w" fact="0.1363"/>
                  <dgm:constr type="h" for="ch" forName="picture2" refType="h" fact="0.2113"/>
                  <dgm:constr type="l" for="ch" forName="desTx2" refType="r" refFor="ch" refForName="parTx2"/>
                  <dgm:constr type="r" for="ch" forName="desTx2" refType="w"/>
                  <dgm:constr type="t" for="ch" forName="desTx2" refType="t" refFor="ch" refForName="parTx2"/>
                  <dgm:constr type="h" for="ch" forName="desTx2" refType="h" refFor="ch" refForName="parTx2"/>
                  <dgm:constr type="l" for="ch" forName="parTx3" refType="w" fact="0.5229"/>
                  <dgm:constr type="t" for="ch" forName="parTx3" refType="h" fact="0.5294"/>
                  <dgm:constr type="w" for="ch" forName="parTx3" refType="w" fact="0.294"/>
                  <dgm:constr type="h" for="ch" forName="parTx3" refType="h" fact="0.1222"/>
                  <dgm:constr type="ctrX" for="ch" forName="picture3" refType="w" fact="0.5095"/>
                  <dgm:constr type="ctrY" for="ch" forName="picture3" refType="h" fact="0.5121"/>
                  <dgm:constr type="w" for="ch" forName="picture3" refType="w" fact="0.1363"/>
                  <dgm:constr type="h" for="ch" forName="picture3" refType="h" fact="0.2113"/>
                  <dgm:constr type="l" for="ch" forName="desTx3" refType="r" refFor="ch" refForName="parTx3"/>
                  <dgm:constr type="r" for="ch" forName="desTx3" refType="w"/>
                  <dgm:constr type="t" for="ch" forName="desTx3" refType="t" refFor="ch" refForName="parTx3"/>
                  <dgm:constr type="h" for="ch" forName="desTx3" refType="h" refFor="ch" refForName="parTx3"/>
                  <dgm:constr type="l" for="ch" forName="parTx4" refType="w" fact="0.5722"/>
                  <dgm:constr type="t" for="ch" forName="parTx4" refType="h" fact="0.2523"/>
                  <dgm:constr type="w" for="ch" forName="parTx4" refType="w" fact="0.294"/>
                  <dgm:constr type="h" for="ch" forName="parTx4" refType="h" fact="0.1222"/>
                  <dgm:constr type="ctrX" for="ch" forName="picture4" refType="w" fact="0.5588"/>
                  <dgm:constr type="ctrY" for="ch" forName="picture4" refType="h" fact="0.235"/>
                  <dgm:constr type="w" for="ch" forName="picture4" refType="w" fact="0.1363"/>
                  <dgm:constr type="h" for="ch" forName="picture4" refType="h" fact="0.2113"/>
                  <dgm:constr type="l" for="ch" forName="desTx4" refType="r" refFor="ch" refForName="parTx4"/>
                  <dgm:constr type="r" for="ch" forName="desTx4" refType="w"/>
                  <dgm:constr type="t" for="ch" forName="desTx4" refType="t" refFor="ch" refForName="parTx4"/>
                  <dgm:constr type="h" for="ch" forName="desTx4" refType="h" refFor="ch" refForName="parTx4"/>
                </dgm:constrLst>
              </dgm:if>
              <dgm:else name="Name37">
                <dgm:alg type="composite">
                  <dgm:param type="ar" val="1.267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userD" refType="w" fact="0.0167"/>
                  <dgm:constr type="ctrX" for="ch" forName="dot1" refType="w" fact="0.3978"/>
                  <dgm:constr type="ctrY" for="ch" forName="dot1" refType="h" fact="0.8215"/>
                  <dgm:constr type="w" for="ch" forName="dot1" refType="userD"/>
                  <dgm:constr type="h" for="ch" forName="dot1" refType="userD"/>
                  <dgm:constr type="ctrX" for="ch" forName="dot2" refType="w" fact="0.3606"/>
                  <dgm:constr type="ctrY" for="ch" forName="dot2" refType="h" fact="0.843"/>
                  <dgm:constr type="w" for="ch" forName="dot2" refType="userD"/>
                  <dgm:constr type="h" for="ch" forName="dot2" refType="userD"/>
                  <dgm:constr type="ctrX" for="ch" forName="dot3" refType="w" fact="0.3223"/>
                  <dgm:constr type="ctrY" for="ch" forName="dot3" refType="h" fact="0.8607"/>
                  <dgm:constr type="w" for="ch" forName="dot3" refType="userD"/>
                  <dgm:constr type="h" for="ch" forName="dot3" refType="userD"/>
                  <dgm:constr type="ctrX" for="ch" forName="dot4" refType="w" fact="0.2829"/>
                  <dgm:constr type="ctrY" for="ch" forName="dot4" refType="h" fact="0.8745"/>
                  <dgm:constr type="w" for="ch" forName="dot4" refType="userD"/>
                  <dgm:constr type="h" for="ch" forName="dot4" refType="userD"/>
                  <dgm:constr type="ctrX" for="ch" forName="dot5" refType="w" fact="0.5717"/>
                  <dgm:constr type="ctrY" for="ch" forName="dot5" refType="h" fact="0.6419"/>
                  <dgm:constr type="w" for="ch" forName="dot5" refType="userD"/>
                  <dgm:constr type="h" for="ch" forName="dot5" refType="userD"/>
                  <dgm:constr type="ctrX" for="ch" forName="dot6" refType="w" fact="0.6709"/>
                  <dgm:constr type="ctrY" for="ch" forName="dot6" refType="h" fact="0.3784"/>
                  <dgm:constr type="w" for="ch" forName="dot6" refType="userD"/>
                  <dgm:constr type="h" for="ch" forName="dot6" refType="userD"/>
                  <dgm:constr type="ctrX" for="ch" forName="dotArrow1" refType="w" fact="0.6441"/>
                  <dgm:constr type="ctrY" for="ch" forName="dotArrow1" refType="h" fact="0.0496"/>
                  <dgm:constr type="w" for="ch" forName="dotArrow1" refType="userD"/>
                  <dgm:constr type="h" for="ch" forName="dotArrow1" refType="userD"/>
                  <dgm:constr type="ctrX" for="ch" forName="dotArrow2" refType="w" fact="0.6679"/>
                  <dgm:constr type="ctrY" for="ch" forName="dotArrow2" refType="h" fact="0.0282"/>
                  <dgm:constr type="w" for="ch" forName="dotArrow2" refType="userD"/>
                  <dgm:constr type="h" for="ch" forName="dotArrow2" refType="userD"/>
                  <dgm:constr type="ctrX" for="ch" forName="dotArrow3" refType="w" fact="0.6917"/>
                  <dgm:constr type="ctrY" for="ch" forName="dotArrow3" refType="h" fact="0.0068"/>
                  <dgm:constr type="w" for="ch" forName="dotArrow3" refType="userD"/>
                  <dgm:constr type="h" for="ch" forName="dotArrow3" refType="userD"/>
                  <dgm:constr type="ctrX" for="ch" forName="dotArrow4" refType="w" fact="0.7155"/>
                  <dgm:constr type="ctrY" for="ch" forName="dotArrow4" refType="h" fact="0.0282"/>
                  <dgm:constr type="w" for="ch" forName="dotArrow4" refType="userD"/>
                  <dgm:constr type="h" for="ch" forName="dotArrow4" refType="userD"/>
                  <dgm:constr type="ctrX" for="ch" forName="dotArrow5" refType="w" fact="0.7394"/>
                  <dgm:constr type="ctrY" for="ch" forName="dotArrow5" refType="h" fact="0.0496"/>
                  <dgm:constr type="w" for="ch" forName="dotArrow5" refType="userD"/>
                  <dgm:constr type="h" for="ch" forName="dotArrow5" refType="userD"/>
                  <dgm:constr type="ctrX" for="ch" forName="dotArrow6" refType="w" fact="0.6917"/>
                  <dgm:constr type="ctrY" for="ch" forName="dotArrow6" refType="h" fact="0.052"/>
                  <dgm:constr type="w" for="ch" forName="dotArrow6" refType="userD"/>
                  <dgm:constr type="h" for="ch" forName="dotArrow6" refType="userD"/>
                  <dgm:constr type="ctrX" for="ch" forName="dotArrow7" refType="w" fact="0.6917"/>
                  <dgm:constr type="ctrY" for="ch" forName="dotArrow7" refType="h" fact="0.0972"/>
                  <dgm:constr type="w" for="ch" forName="dotArrow7" refType="userD"/>
                  <dgm:constr type="h" for="ch" forName="dotArrow7" refType="userD"/>
                  <dgm:constr type="l" for="ch" forName="parTx1" refType="w" fact="0.1793"/>
                  <dgm:constr type="t" for="ch" forName="parTx1" refType="h" fact="0.9064"/>
                  <dgm:constr type="w" for="ch" forName="parTx1" refType="w" fact="0.3595"/>
                  <dgm:constr type="h" for="ch" forName="parTx1" refType="h" fact="0.1222"/>
                  <dgm:constr type="ctrX" for="ch" forName="picture1" refType="w" fact="0.163"/>
                  <dgm:constr type="ctrY" for="ch" forName="picture1" refType="h" fact="0.8922"/>
                  <dgm:constr type="w" for="ch" forName="picture1" refType="w" fact="0.1667"/>
                  <dgm:constr type="h" for="ch" forName="picture1" refType="h" fact="0.2113"/>
                  <dgm:constr type="l" for="ch" forName="parTx2" refType="w" fact="0.502"/>
                  <dgm:constr type="t" for="ch" forName="parTx2" refType="h" fact="0.7589"/>
                  <dgm:constr type="w" for="ch" forName="parTx2" refType="w" fact="0.3595"/>
                  <dgm:constr type="h" for="ch" forName="parTx2" refType="h" fact="0.1222"/>
                  <dgm:constr type="ctrX" for="ch" forName="picture2" refType="w" fact="0.4857"/>
                  <dgm:constr type="ctrY" for="ch" forName="picture2" refType="h" fact="0.7447"/>
                  <dgm:constr type="w" for="ch" forName="picture2" refType="w" fact="0.1667"/>
                  <dgm:constr type="h" for="ch" forName="picture2" refType="h" fact="0.2113"/>
                  <dgm:constr type="l" for="ch" forName="parTx3" refType="w" fact="0.6394"/>
                  <dgm:constr type="t" for="ch" forName="parTx3" refType="h" fact="0.5263"/>
                  <dgm:constr type="w" for="ch" forName="parTx3" refType="w" fact="0.3595"/>
                  <dgm:constr type="h" for="ch" forName="parTx3" refType="h" fact="0.1222"/>
                  <dgm:constr type="ctrX" for="ch" forName="picture3" refType="w" fact="0.6231"/>
                  <dgm:constr type="ctrY" for="ch" forName="picture3" refType="h" fact="0.5121"/>
                  <dgm:constr type="w" for="ch" forName="picture3" refType="w" fact="0.1667"/>
                  <dgm:constr type="h" for="ch" forName="picture3" refType="h" fact="0.2113"/>
                  <dgm:constr type="l" for="ch" forName="parTx4" refType="w" fact="0.6997"/>
                  <dgm:constr type="t" for="ch" forName="parTx4" refType="h" fact="0.2492"/>
                  <dgm:constr type="w" for="ch" forName="parTx4" refType="w" fact="0.3595"/>
                  <dgm:constr type="h" for="ch" forName="parTx4" refType="h" fact="0.1222"/>
                  <dgm:constr type="ctrX" for="ch" forName="picture4" refType="w" fact="0.6834"/>
                  <dgm:constr type="ctrY" for="ch" forName="picture4" refType="h" fact="0.235"/>
                  <dgm:constr type="w" for="ch" forName="picture4" refType="w" fact="0.1667"/>
                  <dgm:constr type="h" for="ch" forName="picture4" refType="h" fact="0.2113"/>
                </dgm:constrLst>
              </dgm:else>
            </dgm:choose>
          </dgm:if>
          <dgm:else name="Name38">
            <dgm:choose name="Name39">
              <dgm:if name="Name40" axis="des" func="maxDepth" op="gt" val="1">
                <dgm:alg type="composite">
                  <dgm:param type="ar" val="1.5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userD" refType="w" fact="0.0136"/>
                  <dgm:constr type="ctrX" for="ch" forName="dot1" refType="w" fact="0.6747"/>
                  <dgm:constr type="ctrY" for="ch" forName="dot1" refType="h" fact="0.8215"/>
                  <dgm:constr type="w" for="ch" forName="dot1" refType="userD"/>
                  <dgm:constr type="h" for="ch" forName="dot1" refType="userD"/>
                  <dgm:constr type="ctrX" for="ch" forName="dot2" refType="w" fact="0.7051"/>
                  <dgm:constr type="ctrY" for="ch" forName="dot2" refType="h" fact="0.843"/>
                  <dgm:constr type="w" for="ch" forName="dot2" refType="userD"/>
                  <dgm:constr type="h" for="ch" forName="dot2" refType="userD"/>
                  <dgm:constr type="ctrX" for="ch" forName="dot3" refType="w" fact="0.7365"/>
                  <dgm:constr type="ctrY" for="ch" forName="dot3" refType="h" fact="0.8607"/>
                  <dgm:constr type="w" for="ch" forName="dot3" refType="userD"/>
                  <dgm:constr type="h" for="ch" forName="dot3" refType="userD"/>
                  <dgm:constr type="ctrX" for="ch" forName="dot4" refType="w" fact="0.7687"/>
                  <dgm:constr type="ctrY" for="ch" forName="dot4" refType="h" fact="0.8745"/>
                  <dgm:constr type="w" for="ch" forName="dot4" refType="userD"/>
                  <dgm:constr type="h" for="ch" forName="dot4" refType="userD"/>
                  <dgm:constr type="ctrX" for="ch" forName="dot5" refType="w" fact="0.5325"/>
                  <dgm:constr type="ctrY" for="ch" forName="dot5" refType="h" fact="0.6419"/>
                  <dgm:constr type="w" for="ch" forName="dot5" refType="userD"/>
                  <dgm:constr type="h" for="ch" forName="dot5" refType="userD"/>
                  <dgm:constr type="ctrX" for="ch" forName="dot6" refType="w" fact="0.4514"/>
                  <dgm:constr type="ctrY" for="ch" forName="dot6" refType="h" fact="0.3784"/>
                  <dgm:constr type="w" for="ch" forName="dot6" refType="userD"/>
                  <dgm:constr type="h" for="ch" forName="dot6" refType="userD"/>
                  <dgm:constr type="ctrX" for="ch" forName="dotArrow1" refType="w" fact="0.4733"/>
                  <dgm:constr type="ctrY" for="ch" forName="dotArrow1" refType="h" fact="0.0496"/>
                  <dgm:constr type="w" for="ch" forName="dotArrow1" refType="userD"/>
                  <dgm:constr type="h" for="ch" forName="dotArrow1" refType="userD"/>
                  <dgm:constr type="ctrX" for="ch" forName="dotArrow2" refType="w" fact="0.4538"/>
                  <dgm:constr type="ctrY" for="ch" forName="dotArrow2" refType="h" fact="0.0282"/>
                  <dgm:constr type="w" for="ch" forName="dotArrow2" refType="userD"/>
                  <dgm:constr type="h" for="ch" forName="dotArrow2" refType="userD"/>
                  <dgm:constr type="ctrX" for="ch" forName="dotArrow3" refType="w" fact="0.4343"/>
                  <dgm:constr type="ctrY" for="ch" forName="dotArrow3" refType="h" fact="0.0068"/>
                  <dgm:constr type="w" for="ch" forName="dotArrow3" refType="userD"/>
                  <dgm:constr type="h" for="ch" forName="dotArrow3" refType="userD"/>
                  <dgm:constr type="ctrX" for="ch" forName="dotArrow4" refType="w" fact="0.4149"/>
                  <dgm:constr type="ctrY" for="ch" forName="dotArrow4" refType="h" fact="0.0282"/>
                  <dgm:constr type="w" for="ch" forName="dotArrow4" refType="userD"/>
                  <dgm:constr type="h" for="ch" forName="dotArrow4" refType="userD"/>
                  <dgm:constr type="ctrX" for="ch" forName="dotArrow5" refType="w" fact="0.3954"/>
                  <dgm:constr type="ctrY" for="ch" forName="dotArrow5" refType="h" fact="0.0496"/>
                  <dgm:constr type="w" for="ch" forName="dotArrow5" refType="userD"/>
                  <dgm:constr type="h" for="ch" forName="dotArrow5" refType="userD"/>
                  <dgm:constr type="ctrX" for="ch" forName="dotArrow6" refType="w" fact="0.4343"/>
                  <dgm:constr type="ctrY" for="ch" forName="dotArrow6" refType="h" fact="0.052"/>
                  <dgm:constr type="w" for="ch" forName="dotArrow6" refType="userD"/>
                  <dgm:constr type="h" for="ch" forName="dotArrow6" refType="userD"/>
                  <dgm:constr type="ctrX" for="ch" forName="dotArrow7" refType="w" fact="0.4343"/>
                  <dgm:constr type="ctrY" for="ch" forName="dotArrow7" refType="h" fact="0.0972"/>
                  <dgm:constr type="w" for="ch" forName="dotArrow7" refType="userD"/>
                  <dgm:constr type="h" for="ch" forName="dotArrow7" refType="userD"/>
                  <dgm:constr type="r" for="ch" forName="parTx1" refType="w" fact="0.8534"/>
                  <dgm:constr type="t" for="ch" forName="parTx1" refType="h" fact="0.9095"/>
                  <dgm:constr type="w" for="ch" forName="parTx1" refType="w" fact="0.294"/>
                  <dgm:constr type="h" for="ch" forName="parTx1" refType="h" fact="0.1222"/>
                  <dgm:constr type="ctrX" for="ch" forName="picture1" refType="w" fact="0.8667"/>
                  <dgm:constr type="ctrY" for="ch" forName="picture1" refType="h" fact="0.8922"/>
                  <dgm:constr type="w" for="ch" forName="picture1" refType="w" fact="0.1363"/>
                  <dgm:constr type="h" for="ch" forName="picture1" refType="h" fact="0.2113"/>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5895"/>
                  <dgm:constr type="t" for="ch" forName="parTx2" refType="h" fact="0.762"/>
                  <dgm:constr type="w" for="ch" forName="parTx2" refType="w" fact="0.294"/>
                  <dgm:constr type="h" for="ch" forName="parTx2" refType="h" fact="0.1222"/>
                  <dgm:constr type="ctrX" for="ch" forName="picture2" refType="w" fact="0.6028"/>
                  <dgm:constr type="ctrY" for="ch" forName="picture2" refType="h" fact="0.7447"/>
                  <dgm:constr type="w" for="ch" forName="picture2" refType="w" fact="0.1363"/>
                  <dgm:constr type="h" for="ch" forName="picture2" refType="h" fact="0.2113"/>
                  <dgm:constr type="r" for="ch" forName="desTx2" refType="l" refFor="ch" refForName="parTx2"/>
                  <dgm:constr type="l" for="ch" forName="desTx2"/>
                  <dgm:constr type="t" for="ch" forName="desTx2" refType="t" refFor="ch" refForName="parTx2"/>
                  <dgm:constr type="h" for="ch" forName="desTx2" refType="h" refFor="ch" refForName="parTx2"/>
                  <dgm:constr type="r" for="ch" forName="parTx3" refType="w" fact="0.4771"/>
                  <dgm:constr type="t" for="ch" forName="parTx3" refType="h" fact="0.5294"/>
                  <dgm:constr type="w" for="ch" forName="parTx3" refType="w" fact="0.294"/>
                  <dgm:constr type="h" for="ch" forName="parTx3" refType="h" fact="0.1222"/>
                  <dgm:constr type="ctrX" for="ch" forName="picture3" refType="w" fact="0.4905"/>
                  <dgm:constr type="ctrY" for="ch" forName="picture3" refType="h" fact="0.5121"/>
                  <dgm:constr type="w" for="ch" forName="picture3" refType="w" fact="0.1363"/>
                  <dgm:constr type="h" for="ch" forName="picture3" refType="h" fact="0.2113"/>
                  <dgm:constr type="r" for="ch" forName="desTx3" refType="l" refFor="ch" refForName="parTx3"/>
                  <dgm:constr type="l" for="ch" forName="desTx3"/>
                  <dgm:constr type="t" for="ch" forName="desTx3" refType="t" refFor="ch" refForName="parTx3"/>
                  <dgm:constr type="h" for="ch" forName="desTx3" refType="h" refFor="ch" refForName="parTx3"/>
                  <dgm:constr type="r" for="ch" forName="parTx4" refType="w" fact="0.4278"/>
                  <dgm:constr type="t" for="ch" forName="parTx4" refType="h" fact="0.2523"/>
                  <dgm:constr type="w" for="ch" forName="parTx4" refType="w" fact="0.294"/>
                  <dgm:constr type="h" for="ch" forName="parTx4" refType="h" fact="0.1222"/>
                  <dgm:constr type="ctrX" for="ch" forName="picture4" refType="w" fact="0.4412"/>
                  <dgm:constr type="ctrY" for="ch" forName="picture4" refType="h" fact="0.235"/>
                  <dgm:constr type="w" for="ch" forName="picture4" refType="w" fact="0.1363"/>
                  <dgm:constr type="h" for="ch" forName="picture4" refType="h" fact="0.2113"/>
                  <dgm:constr type="r" for="ch" forName="desTx4" refType="l" refFor="ch" refForName="parTx4"/>
                  <dgm:constr type="l" for="ch" forName="desTx4"/>
                  <dgm:constr type="t" for="ch" forName="desTx4" refType="t" refFor="ch" refForName="parTx4"/>
                  <dgm:constr type="h" for="ch" forName="desTx4" refType="h" refFor="ch" refForName="parTx4"/>
                </dgm:constrLst>
              </dgm:if>
              <dgm:else name="Name41">
                <dgm:alg type="composite">
                  <dgm:param type="ar" val="1.267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userD" refType="w" fact="0.0167"/>
                  <dgm:constr type="ctrX" for="ch" forName="dot1" refType="w" fact="0.6022"/>
                  <dgm:constr type="ctrY" for="ch" forName="dot1" refType="h" fact="0.8215"/>
                  <dgm:constr type="w" for="ch" forName="dot1" refType="userD"/>
                  <dgm:constr type="h" for="ch" forName="dot1" refType="userD"/>
                  <dgm:constr type="ctrX" for="ch" forName="dot2" refType="w" fact="0.6394"/>
                  <dgm:constr type="ctrY" for="ch" forName="dot2" refType="h" fact="0.843"/>
                  <dgm:constr type="w" for="ch" forName="dot2" refType="userD"/>
                  <dgm:constr type="h" for="ch" forName="dot2" refType="userD"/>
                  <dgm:constr type="ctrX" for="ch" forName="dot3" refType="w" fact="0.6777"/>
                  <dgm:constr type="ctrY" for="ch" forName="dot3" refType="h" fact="0.8607"/>
                  <dgm:constr type="w" for="ch" forName="dot3" refType="userD"/>
                  <dgm:constr type="h" for="ch" forName="dot3" refType="userD"/>
                  <dgm:constr type="ctrX" for="ch" forName="dot4" refType="w" fact="0.7171"/>
                  <dgm:constr type="ctrY" for="ch" forName="dot4" refType="h" fact="0.8745"/>
                  <dgm:constr type="w" for="ch" forName="dot4" refType="userD"/>
                  <dgm:constr type="h" for="ch" forName="dot4" refType="userD"/>
                  <dgm:constr type="ctrX" for="ch" forName="dot5" refType="w" fact="0.4283"/>
                  <dgm:constr type="ctrY" for="ch" forName="dot5" refType="h" fact="0.6419"/>
                  <dgm:constr type="w" for="ch" forName="dot5" refType="userD"/>
                  <dgm:constr type="h" for="ch" forName="dot5" refType="userD"/>
                  <dgm:constr type="ctrX" for="ch" forName="dot6" refType="w" fact="0.3291"/>
                  <dgm:constr type="ctrY" for="ch" forName="dot6" refType="h" fact="0.3784"/>
                  <dgm:constr type="w" for="ch" forName="dot6" refType="userD"/>
                  <dgm:constr type="h" for="ch" forName="dot6" refType="userD"/>
                  <dgm:constr type="ctrX" for="ch" forName="dotArrow1" refType="w" fact="0.3559"/>
                  <dgm:constr type="ctrY" for="ch" forName="dotArrow1" refType="h" fact="0.0496"/>
                  <dgm:constr type="w" for="ch" forName="dotArrow1" refType="userD"/>
                  <dgm:constr type="h" for="ch" forName="dotArrow1" refType="userD"/>
                  <dgm:constr type="ctrX" for="ch" forName="dotArrow2" refType="w" fact="0.3321"/>
                  <dgm:constr type="ctrY" for="ch" forName="dotArrow2" refType="h" fact="0.0282"/>
                  <dgm:constr type="w" for="ch" forName="dotArrow2" refType="userD"/>
                  <dgm:constr type="h" for="ch" forName="dotArrow2" refType="userD"/>
                  <dgm:constr type="ctrX" for="ch" forName="dotArrow3" refType="w" fact="0.3083"/>
                  <dgm:constr type="ctrY" for="ch" forName="dotArrow3" refType="h" fact="0.0068"/>
                  <dgm:constr type="w" for="ch" forName="dotArrow3" refType="userD"/>
                  <dgm:constr type="h" for="ch" forName="dotArrow3" refType="userD"/>
                  <dgm:constr type="ctrX" for="ch" forName="dotArrow4" refType="w" fact="0.2845"/>
                  <dgm:constr type="ctrY" for="ch" forName="dotArrow4" refType="h" fact="0.0282"/>
                  <dgm:constr type="w" for="ch" forName="dotArrow4" refType="userD"/>
                  <dgm:constr type="h" for="ch" forName="dotArrow4" refType="userD"/>
                  <dgm:constr type="ctrX" for="ch" forName="dotArrow5" refType="w" fact="0.2606"/>
                  <dgm:constr type="ctrY" for="ch" forName="dotArrow5" refType="h" fact="0.0496"/>
                  <dgm:constr type="w" for="ch" forName="dotArrow5" refType="userD"/>
                  <dgm:constr type="h" for="ch" forName="dotArrow5" refType="userD"/>
                  <dgm:constr type="ctrX" for="ch" forName="dotArrow6" refType="w" fact="0.3083"/>
                  <dgm:constr type="ctrY" for="ch" forName="dotArrow6" refType="h" fact="0.052"/>
                  <dgm:constr type="w" for="ch" forName="dotArrow6" refType="userD"/>
                  <dgm:constr type="h" for="ch" forName="dotArrow6" refType="userD"/>
                  <dgm:constr type="ctrX" for="ch" forName="dotArrow7" refType="w" fact="0.3083"/>
                  <dgm:constr type="ctrY" for="ch" forName="dotArrow7" refType="h" fact="0.0972"/>
                  <dgm:constr type="w" for="ch" forName="dotArrow7" refType="userD"/>
                  <dgm:constr type="h" for="ch" forName="dotArrow7" refType="userD"/>
                  <dgm:constr type="r" for="ch" forName="parTx1" refType="w" fact="0.8207"/>
                  <dgm:constr type="t" for="ch" forName="parTx1" refType="h" fact="0.9064"/>
                  <dgm:constr type="w" for="ch" forName="parTx1" refType="w" fact="0.3595"/>
                  <dgm:constr type="h" for="ch" forName="parTx1" refType="h" fact="0.1222"/>
                  <dgm:constr type="ctrX" for="ch" forName="picture1" refType="w" fact="0.837"/>
                  <dgm:constr type="ctrY" for="ch" forName="picture1" refType="h" fact="0.8922"/>
                  <dgm:constr type="w" for="ch" forName="picture1" refType="w" fact="0.1667"/>
                  <dgm:constr type="h" for="ch" forName="picture1" refType="h" fact="0.2113"/>
                  <dgm:constr type="r" for="ch" forName="parTx2" refType="w" fact="0.498"/>
                  <dgm:constr type="t" for="ch" forName="parTx2" refType="h" fact="0.7589"/>
                  <dgm:constr type="w" for="ch" forName="parTx2" refType="w" fact="0.3595"/>
                  <dgm:constr type="h" for="ch" forName="parTx2" refType="h" fact="0.1222"/>
                  <dgm:constr type="ctrX" for="ch" forName="picture2" refType="w" fact="0.5143"/>
                  <dgm:constr type="ctrY" for="ch" forName="picture2" refType="h" fact="0.7447"/>
                  <dgm:constr type="w" for="ch" forName="picture2" refType="w" fact="0.1667"/>
                  <dgm:constr type="h" for="ch" forName="picture2" refType="h" fact="0.2113"/>
                  <dgm:constr type="r" for="ch" forName="parTx3" refType="w" fact="0.3606"/>
                  <dgm:constr type="t" for="ch" forName="parTx3" refType="h" fact="0.5263"/>
                  <dgm:constr type="w" for="ch" forName="parTx3" refType="w" fact="0.3595"/>
                  <dgm:constr type="h" for="ch" forName="parTx3" refType="h" fact="0.1222"/>
                  <dgm:constr type="ctrX" for="ch" forName="picture3" refType="w" fact="0.3769"/>
                  <dgm:constr type="ctrY" for="ch" forName="picture3" refType="h" fact="0.5121"/>
                  <dgm:constr type="w" for="ch" forName="picture3" refType="w" fact="0.1667"/>
                  <dgm:constr type="h" for="ch" forName="picture3" refType="h" fact="0.2113"/>
                  <dgm:constr type="r" for="ch" forName="parTx4" refType="w" fact="0.3003"/>
                  <dgm:constr type="t" for="ch" forName="parTx4" refType="h" fact="0.2492"/>
                  <dgm:constr type="w" for="ch" forName="parTx4" refType="w" fact="0.3595"/>
                  <dgm:constr type="h" for="ch" forName="parTx4" refType="h" fact="0.1222"/>
                  <dgm:constr type="ctrX" for="ch" forName="picture4" refType="w" fact="0.3166"/>
                  <dgm:constr type="ctrY" for="ch" forName="picture4" refType="h" fact="0.235"/>
                  <dgm:constr type="w" for="ch" forName="picture4" refType="w" fact="0.1667"/>
                  <dgm:constr type="h" for="ch" forName="picture4" refType="h" fact="0.2113"/>
                </dgm:constrLst>
              </dgm:else>
            </dgm:choose>
          </dgm:else>
        </dgm:choose>
      </dgm:if>
      <dgm:if name="Name42" axis="ch" ptType="node" func="cnt" op="equ" val="5">
        <dgm:choose name="Name43">
          <dgm:if name="Name44" func="var" arg="dir" op="equ" val="norm">
            <dgm:choose name="Name45">
              <dgm:if name="Name46" axis="des" func="maxDepth" op="gt" val="1">
                <dgm:alg type="composite">
                  <dgm:param type="ar" val="1.41"/>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userD" refType="w" fact="0.0118"/>
                  <dgm:constr type="ctrX" for="ch" forName="dot1" refType="w" fact="0.3263"/>
                  <dgm:constr type="ctrY" for="ch" forName="dot1" refType="h" fact="0.8674"/>
                  <dgm:constr type="w" for="ch" forName="dot1" refType="userD"/>
                  <dgm:constr type="h" for="ch" forName="dot1" refType="userD"/>
                  <dgm:constr type="ctrX" for="ch" forName="dot2" refType="w" fact="0.3001"/>
                  <dgm:constr type="ctrY" for="ch" forName="dot2" refType="h" fact="0.8824"/>
                  <dgm:constr type="w" for="ch" forName="dot2" refType="userD"/>
                  <dgm:constr type="h" for="ch" forName="dot2" refType="userD"/>
                  <dgm:constr type="ctrX" for="ch" forName="dot3" refType="w" fact="0.2733"/>
                  <dgm:constr type="ctrY" for="ch" forName="dot3" refType="h" fact="0.8948"/>
                  <dgm:constr type="w" for="ch" forName="dot3" refType="userD"/>
                  <dgm:constr type="h" for="ch" forName="dot3" refType="userD"/>
                  <dgm:constr type="ctrX" for="ch" forName="dot4" refType="w" fact="0.2462"/>
                  <dgm:constr type="ctrY" for="ch" forName="dot4" refType="h" fact="0.9044"/>
                  <dgm:constr type="w" for="ch" forName="dot4" refType="userD"/>
                  <dgm:constr type="h" for="ch" forName="dot4" refType="userD"/>
                  <dgm:constr type="ctrX" for="ch" forName="dot5" refType="w" fact="0.4691"/>
                  <dgm:constr type="ctrY" for="ch" forName="dot5" refType="h" fact="0.7222"/>
                  <dgm:constr type="w" for="ch" forName="dot5" refType="userD"/>
                  <dgm:constr type="h" for="ch" forName="dot5" refType="userD"/>
                  <dgm:constr type="ctrX" for="ch" forName="dot6" refType="w" fact="0.4484"/>
                  <dgm:constr type="ctrY" for="ch" forName="dot6" refType="h" fact="0.7518"/>
                  <dgm:constr type="w" for="ch" forName="dot6" refType="userD"/>
                  <dgm:constr type="h" for="ch" forName="dot6" refType="userD"/>
                  <dgm:constr type="ctrX" for="ch" forName="dot7" refType="w" fact="0.5549"/>
                  <dgm:constr type="ctrY" for="ch" forName="dot7" refType="h" fact="0.5422"/>
                  <dgm:constr type="w" for="ch" forName="dot7" refType="userD"/>
                  <dgm:constr type="h" for="ch" forName="dot7" refType="userD"/>
                  <dgm:constr type="ctrX" for="ch" forName="dot8" refType="w" fact="0.601"/>
                  <dgm:constr type="ctrY" for="ch" forName="dot8" refType="h" fact="0.3229"/>
                  <dgm:constr type="w" for="ch" forName="dot8" refType="userD"/>
                  <dgm:constr type="h" for="ch" forName="dot8" refType="userD"/>
                  <dgm:constr type="ctrX" for="ch" forName="dotArrow1" refType="w" fact="0.5779"/>
                  <dgm:constr type="ctrY" for="ch" forName="dotArrow1" refType="h" fact="0.0635"/>
                  <dgm:constr type="w" for="ch" forName="dotArrow1" refType="userD"/>
                  <dgm:constr type="h" for="ch" forName="dotArrow1" refType="userD"/>
                  <dgm:constr type="ctrX" for="ch" forName="dotArrow2" refType="w" fact="0.5951"/>
                  <dgm:constr type="ctrY" for="ch" forName="dotArrow2" refType="h" fact="0.0448"/>
                  <dgm:constr type="w" for="ch" forName="dotArrow2" refType="userD"/>
                  <dgm:constr type="h" for="ch" forName="dotArrow2" refType="userD"/>
                  <dgm:constr type="ctrX" for="ch" forName="dotArrow3" refType="w" fact="0.6123"/>
                  <dgm:constr type="ctrY" for="ch" forName="dotArrow3" refType="h" fact="0.026"/>
                  <dgm:constr type="w" for="ch" forName="dotArrow3" refType="userD"/>
                  <dgm:constr type="h" for="ch" forName="dotArrow3" refType="userD"/>
                  <dgm:constr type="ctrX" for="ch" forName="dotArrow4" refType="w" fact="0.6295"/>
                  <dgm:constr type="ctrY" for="ch" forName="dotArrow4" refType="h" fact="0.0448"/>
                  <dgm:constr type="w" for="ch" forName="dotArrow4" refType="userD"/>
                  <dgm:constr type="h" for="ch" forName="dotArrow4" refType="userD"/>
                  <dgm:constr type="ctrX" for="ch" forName="dotArrow5" refType="w" fact="0.6467"/>
                  <dgm:constr type="ctrY" for="ch" forName="dotArrow5" refType="h" fact="0.0635"/>
                  <dgm:constr type="w" for="ch" forName="dotArrow5" refType="userD"/>
                  <dgm:constr type="h" for="ch" forName="dotArrow5" refType="userD"/>
                  <dgm:constr type="ctrX" for="ch" forName="dotArrow6" refType="w" fact="0.6123"/>
                  <dgm:constr type="ctrY" for="ch" forName="dotArrow6" refType="h" fact="0.0656"/>
                  <dgm:constr type="w" for="ch" forName="dotArrow6" refType="userD"/>
                  <dgm:constr type="h" for="ch" forName="dotArrow6" refType="userD"/>
                  <dgm:constr type="ctrX" for="ch" forName="dotArrow7" refType="w" fact="0.6123"/>
                  <dgm:constr type="ctrY" for="ch" forName="dotArrow7" refType="h" fact="0.1052"/>
                  <dgm:constr type="w" for="ch" forName="dotArrow7" refType="userD"/>
                  <dgm:constr type="h" for="ch" forName="dotArrow7" refType="userD"/>
                  <dgm:constr type="l" for="ch" forName="parTx1" refType="w" fact="0.1746"/>
                  <dgm:constr type="t" for="ch" forName="parTx1" refType="h" fact="0.9304"/>
                  <dgm:constr type="w" for="ch" forName="parTx1" refType="w" fact="0.2544"/>
                  <dgm:constr type="h" for="ch" forName="parTx1" refType="h" fact="0.0962"/>
                  <dgm:constr type="ctrX" for="ch" forName="picture1" refType="w" fact="0.1631"/>
                  <dgm:constr type="ctrY" for="ch" forName="picture1" refType="h" fact="0.9169"/>
                  <dgm:constr type="w" for="ch" forName="picture1" refType="w" fact="0.118"/>
                  <dgm:constr type="h" for="ch" forName="picture1" refType="h" fact="0.1663"/>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3982"/>
                  <dgm:constr type="t" for="ch" forName="parTx2" refType="h" fact="0.8167"/>
                  <dgm:constr type="w" for="ch" forName="parTx2" refType="w" fact="0.2544"/>
                  <dgm:constr type="h" for="ch" forName="parTx2" refType="h" fact="0.0962"/>
                  <dgm:constr type="ctrX" for="ch" forName="picture2" refType="w" fact="0.3866"/>
                  <dgm:constr type="ctrY" for="ch" forName="picture2" refType="h" fact="0.8032"/>
                  <dgm:constr type="w" for="ch" forName="picture2" refType="w" fact="0.118"/>
                  <dgm:constr type="h" for="ch" forName="picture2" refType="h" fact="0.1663"/>
                  <dgm:constr type="l" for="ch" forName="desTx2" refType="r" refFor="ch" refForName="parTx2"/>
                  <dgm:constr type="r" for="ch" forName="desTx2" refType="w"/>
                  <dgm:constr type="t" for="ch" forName="desTx2" refType="t" refFor="ch" refForName="parTx2"/>
                  <dgm:constr type="h" for="ch" forName="desTx2" refType="h" refFor="ch" refForName="parTx2"/>
                  <dgm:constr type="l" for="ch" forName="parTx3" refType="w" fact="0.5194"/>
                  <dgm:constr type="t" for="ch" forName="parTx3" refType="h" fact="0.6524"/>
                  <dgm:constr type="w" for="ch" forName="parTx3" refType="w" fact="0.2544"/>
                  <dgm:constr type="h" for="ch" forName="parTx3" refType="h" fact="0.0962"/>
                  <dgm:constr type="ctrX" for="ch" forName="picture3" refType="w" fact="0.5078"/>
                  <dgm:constr type="ctrY" for="ch" forName="picture3" refType="h" fact="0.6389"/>
                  <dgm:constr type="w" for="ch" forName="picture3" refType="w" fact="0.118"/>
                  <dgm:constr type="h" for="ch" forName="picture3" refType="h" fact="0.1663"/>
                  <dgm:constr type="l" for="ch" forName="desTx3" refType="r" refFor="ch" refForName="parTx3"/>
                  <dgm:constr type="r" for="ch" forName="desTx3" refType="w"/>
                  <dgm:constr type="t" for="ch" forName="desTx3" refType="t" refFor="ch" refForName="parTx3"/>
                  <dgm:constr type="h" for="ch" forName="desTx3" refType="h" refFor="ch" refForName="parTx3"/>
                  <dgm:constr type="l" for="ch" forName="parTx4" refType="w" fact="0.5827"/>
                  <dgm:constr type="t" for="ch" forName="parTx4" refType="h" fact="0.4412"/>
                  <dgm:constr type="w" for="ch" forName="parTx4" refType="w" fact="0.2544"/>
                  <dgm:constr type="h" for="ch" forName="parTx4" refType="h" fact="0.0962"/>
                  <dgm:constr type="ctrX" for="ch" forName="picture4" refType="w" fact="0.5712"/>
                  <dgm:constr type="ctrY" for="ch" forName="picture4" refType="h" fact="0.4277"/>
                  <dgm:constr type="w" for="ch" forName="picture4" refType="w" fact="0.118"/>
                  <dgm:constr type="h" for="ch" forName="picture4" refType="h" fact="0.1663"/>
                  <dgm:constr type="l" for="ch" forName="desTx4" refType="r" refFor="ch" refForName="parTx4"/>
                  <dgm:constr type="r" for="ch" forName="desTx4" refType="w"/>
                  <dgm:constr type="t" for="ch" forName="desTx4" refType="t" refFor="ch" refForName="parTx4"/>
                  <dgm:constr type="h" for="ch" forName="desTx4" refType="h" refFor="ch" refForName="parTx4"/>
                  <dgm:constr type="l" for="ch" forName="parTx5" refType="w" fact="0.618"/>
                  <dgm:constr type="t" for="ch" forName="parTx5" refType="h" fact="0.2262"/>
                  <dgm:constr type="w" for="ch" forName="parTx5" refType="w" fact="0.2544"/>
                  <dgm:constr type="h" for="ch" forName="parTx5" refType="h" fact="0.0962"/>
                  <dgm:constr type="ctrX" for="ch" forName="picture5" refType="w" fact="0.6064"/>
                  <dgm:constr type="ctrY" for="ch" forName="picture5" refType="h" fact="0.2127"/>
                  <dgm:constr type="w" for="ch" forName="picture5" refType="w" fact="0.118"/>
                  <dgm:constr type="h" for="ch" forName="picture5" refType="h" fact="0.1663"/>
                  <dgm:constr type="l" for="ch" forName="desTx5" refType="r" refFor="ch" refForName="parTx5"/>
                  <dgm:constr type="r" for="ch" forName="desTx5" refType="w"/>
                  <dgm:constr type="t" for="ch" forName="desTx5" refType="t" refFor="ch" refForName="parTx5"/>
                  <dgm:constr type="h" for="ch" forName="desTx5" refType="h" refFor="ch" refForName="parTx5"/>
                </dgm:constrLst>
              </dgm:if>
              <dgm:else name="Name47">
                <dgm:alg type="composite">
                  <dgm:param type="ar" val="1.164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userD" refType="w" fact="0.0143"/>
                  <dgm:constr type="ctrX" for="ch" forName="dot1" refType="w" fact="0.3951"/>
                  <dgm:constr type="ctrY" for="ch" forName="dot1" refType="h" fact="0.8674"/>
                  <dgm:constr type="w" for="ch" forName="dot1" refType="userD"/>
                  <dgm:constr type="h" for="ch" forName="dot1" refType="userD"/>
                  <dgm:constr type="ctrX" for="ch" forName="dot2" refType="w" fact="0.3634"/>
                  <dgm:constr type="ctrY" for="ch" forName="dot2" refType="h" fact="0.8824"/>
                  <dgm:constr type="w" for="ch" forName="dot2" refType="userD"/>
                  <dgm:constr type="h" for="ch" forName="dot2" refType="userD"/>
                  <dgm:constr type="ctrX" for="ch" forName="dot3" refType="w" fact="0.331"/>
                  <dgm:constr type="ctrY" for="ch" forName="dot3" refType="h" fact="0.8948"/>
                  <dgm:constr type="w" for="ch" forName="dot3" refType="userD"/>
                  <dgm:constr type="h" for="ch" forName="dot3" refType="userD"/>
                  <dgm:constr type="ctrX" for="ch" forName="dot4" refType="w" fact="0.2981"/>
                  <dgm:constr type="ctrY" for="ch" forName="dot4" refType="h" fact="0.9044"/>
                  <dgm:constr type="w" for="ch" forName="dot4" refType="userD"/>
                  <dgm:constr type="h" for="ch" forName="dot4" refType="userD"/>
                  <dgm:constr type="ctrX" for="ch" forName="dot5" refType="w" fact="0.5681"/>
                  <dgm:constr type="ctrY" for="ch" forName="dot5" refType="h" fact="0.7222"/>
                  <dgm:constr type="w" for="ch" forName="dot5" refType="userD"/>
                  <dgm:constr type="h" for="ch" forName="dot5" refType="userD"/>
                  <dgm:constr type="ctrX" for="ch" forName="dot6" refType="w" fact="0.543"/>
                  <dgm:constr type="ctrY" for="ch" forName="dot6" refType="h" fact="0.7518"/>
                  <dgm:constr type="w" for="ch" forName="dot6" refType="userD"/>
                  <dgm:constr type="h" for="ch" forName="dot6" refType="userD"/>
                  <dgm:constr type="ctrX" for="ch" forName="dot7" refType="w" fact="0.672"/>
                  <dgm:constr type="ctrY" for="ch" forName="dot7" refType="h" fact="0.5422"/>
                  <dgm:constr type="w" for="ch" forName="dot7" refType="userD"/>
                  <dgm:constr type="h" for="ch" forName="dot7" refType="userD"/>
                  <dgm:constr type="ctrX" for="ch" forName="dot8" refType="w" fact="0.7278"/>
                  <dgm:constr type="ctrY" for="ch" forName="dot8" refType="h" fact="0.3229"/>
                  <dgm:constr type="w" for="ch" forName="dot8" refType="userD"/>
                  <dgm:constr type="h" for="ch" forName="dot8" refType="userD"/>
                  <dgm:constr type="ctrX" for="ch" forName="dotArrow1" refType="w" fact="0.6999"/>
                  <dgm:constr type="ctrY" for="ch" forName="dotArrow1" refType="h" fact="0.0635"/>
                  <dgm:constr type="w" for="ch" forName="dotArrow1" refType="userD"/>
                  <dgm:constr type="h" for="ch" forName="dotArrow1" refType="userD"/>
                  <dgm:constr type="ctrX" for="ch" forName="dotArrow2" refType="w" fact="0.7207"/>
                  <dgm:constr type="ctrY" for="ch" forName="dotArrow2" refType="h" fact="0.0448"/>
                  <dgm:constr type="w" for="ch" forName="dotArrow2" refType="userD"/>
                  <dgm:constr type="h" for="ch" forName="dotArrow2" refType="userD"/>
                  <dgm:constr type="ctrX" for="ch" forName="dotArrow3" refType="w" fact="0.7415"/>
                  <dgm:constr type="ctrY" for="ch" forName="dotArrow3" refType="h" fact="0.026"/>
                  <dgm:constr type="w" for="ch" forName="dotArrow3" refType="userD"/>
                  <dgm:constr type="h" for="ch" forName="dotArrow3" refType="userD"/>
                  <dgm:constr type="ctrX" for="ch" forName="dotArrow4" refType="w" fact="0.7624"/>
                  <dgm:constr type="ctrY" for="ch" forName="dotArrow4" refType="h" fact="0.0448"/>
                  <dgm:constr type="w" for="ch" forName="dotArrow4" refType="userD"/>
                  <dgm:constr type="h" for="ch" forName="dotArrow4" refType="userD"/>
                  <dgm:constr type="ctrX" for="ch" forName="dotArrow5" refType="w" fact="0.7832"/>
                  <dgm:constr type="ctrY" for="ch" forName="dotArrow5" refType="h" fact="0.0635"/>
                  <dgm:constr type="w" for="ch" forName="dotArrow5" refType="userD"/>
                  <dgm:constr type="h" for="ch" forName="dotArrow5" refType="userD"/>
                  <dgm:constr type="ctrX" for="ch" forName="dotArrow6" refType="w" fact="0.7415"/>
                  <dgm:constr type="ctrY" for="ch" forName="dotArrow6" refType="h" fact="0.0656"/>
                  <dgm:constr type="w" for="ch" forName="dotArrow6" refType="userD"/>
                  <dgm:constr type="h" for="ch" forName="dotArrow6" refType="userD"/>
                  <dgm:constr type="ctrX" for="ch" forName="dotArrow7" refType="w" fact="0.7415"/>
                  <dgm:constr type="ctrY" for="ch" forName="dotArrow7" refType="h" fact="0.1052"/>
                  <dgm:constr type="w" for="ch" forName="dotArrow7" refType="userD"/>
                  <dgm:constr type="h" for="ch" forName="dotArrow7" refType="userD"/>
                  <dgm:constr type="l" for="ch" forName="parTx1" refType="w" fact="0.2115"/>
                  <dgm:constr type="t" for="ch" forName="parTx1" refType="h" fact="0.928"/>
                  <dgm:constr type="w" for="ch" forName="parTx1" refType="w" fact="0.3081"/>
                  <dgm:constr type="h" for="ch" forName="parTx1" refType="h" fact="0.0962"/>
                  <dgm:constr type="ctrX" for="ch" forName="picture1" refType="w" fact="0.1975"/>
                  <dgm:constr type="ctrY" for="ch" forName="picture1" refType="h" fact="0.9169"/>
                  <dgm:constr type="w" for="ch" forName="picture1" refType="w" fact="0.1429"/>
                  <dgm:constr type="h" for="ch" forName="picture1" refType="h" fact="0.1663"/>
                  <dgm:constr type="l" for="ch" forName="parTx2" refType="w" fact="0.4822"/>
                  <dgm:constr type="t" for="ch" forName="parTx2" refType="h" fact="0.8143"/>
                  <dgm:constr type="w" for="ch" forName="parTx2" refType="w" fact="0.3081"/>
                  <dgm:constr type="h" for="ch" forName="parTx2" refType="h" fact="0.0962"/>
                  <dgm:constr type="ctrX" for="ch" forName="picture2" refType="w" fact="0.4682"/>
                  <dgm:constr type="ctrY" for="ch" forName="picture2" refType="h" fact="0.8032"/>
                  <dgm:constr type="w" for="ch" forName="picture2" refType="w" fact="0.1429"/>
                  <dgm:constr type="h" for="ch" forName="picture2" refType="h" fact="0.1663"/>
                  <dgm:constr type="l" for="ch" forName="parTx3" refType="w" fact="0.629"/>
                  <dgm:constr type="t" for="ch" forName="parTx3" refType="h" fact="0.65"/>
                  <dgm:constr type="w" for="ch" forName="parTx3" refType="w" fact="0.3081"/>
                  <dgm:constr type="h" for="ch" forName="parTx3" refType="h" fact="0.0962"/>
                  <dgm:constr type="ctrX" for="ch" forName="picture3" refType="w" fact="0.615"/>
                  <dgm:constr type="ctrY" for="ch" forName="picture3" refType="h" fact="0.6389"/>
                  <dgm:constr type="w" for="ch" forName="picture3" refType="w" fact="0.1429"/>
                  <dgm:constr type="h" for="ch" forName="picture3" refType="h" fact="0.1663"/>
                  <dgm:constr type="l" for="ch" forName="parTx4" refType="w" fact="0.7057"/>
                  <dgm:constr type="t" for="ch" forName="parTx4" refType="h" fact="0.4388"/>
                  <dgm:constr type="w" for="ch" forName="parTx4" refType="w" fact="0.3081"/>
                  <dgm:constr type="h" for="ch" forName="parTx4" refType="h" fact="0.0962"/>
                  <dgm:constr type="ctrX" for="ch" forName="picture4" refType="w" fact="0.6917"/>
                  <dgm:constr type="ctrY" for="ch" forName="picture4" refType="h" fact="0.4277"/>
                  <dgm:constr type="w" for="ch" forName="picture4" refType="w" fact="0.1429"/>
                  <dgm:constr type="h" for="ch" forName="picture4" refType="h" fact="0.1663"/>
                  <dgm:constr type="l" for="ch" forName="parTx5" refType="w" fact="0.7484"/>
                  <dgm:constr type="t" for="ch" forName="parTx5" refType="h" fact="0.2238"/>
                  <dgm:constr type="w" for="ch" forName="parTx5" refType="w" fact="0.3081"/>
                  <dgm:constr type="h" for="ch" forName="parTx5" refType="h" fact="0.0962"/>
                  <dgm:constr type="ctrX" for="ch" forName="picture5" refType="w" fact="0.7344"/>
                  <dgm:constr type="ctrY" for="ch" forName="picture5" refType="h" fact="0.2127"/>
                  <dgm:constr type="w" for="ch" forName="picture5" refType="w" fact="0.1429"/>
                  <dgm:constr type="h" for="ch" forName="picture5" refType="h" fact="0.1663"/>
                </dgm:constrLst>
              </dgm:else>
            </dgm:choose>
          </dgm:if>
          <dgm:else name="Name48">
            <dgm:choose name="Name49">
              <dgm:if name="Name50" axis="des" func="maxDepth" op="gt" val="1">
                <dgm:alg type="composite">
                  <dgm:param type="ar" val="1.41"/>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userD" refType="w" fact="0.0118"/>
                  <dgm:constr type="ctrX" for="ch" forName="dot1" refType="w" fact="0.6737"/>
                  <dgm:constr type="ctrY" for="ch" forName="dot1" refType="h" fact="0.8674"/>
                  <dgm:constr type="w" for="ch" forName="dot1" refType="userD"/>
                  <dgm:constr type="h" for="ch" forName="dot1" refType="userD"/>
                  <dgm:constr type="ctrX" for="ch" forName="dot2" refType="w" fact="0.6999"/>
                  <dgm:constr type="ctrY" for="ch" forName="dot2" refType="h" fact="0.8824"/>
                  <dgm:constr type="w" for="ch" forName="dot2" refType="userD"/>
                  <dgm:constr type="h" for="ch" forName="dot2" refType="userD"/>
                  <dgm:constr type="ctrX" for="ch" forName="dot3" refType="w" fact="0.7267"/>
                  <dgm:constr type="ctrY" for="ch" forName="dot3" refType="h" fact="0.8948"/>
                  <dgm:constr type="w" for="ch" forName="dot3" refType="userD"/>
                  <dgm:constr type="h" for="ch" forName="dot3" refType="userD"/>
                  <dgm:constr type="ctrX" for="ch" forName="dot4" refType="w" fact="0.7538"/>
                  <dgm:constr type="ctrY" for="ch" forName="dot4" refType="h" fact="0.9044"/>
                  <dgm:constr type="w" for="ch" forName="dot4" refType="userD"/>
                  <dgm:constr type="h" for="ch" forName="dot4" refType="userD"/>
                  <dgm:constr type="ctrX" for="ch" forName="dot5" refType="w" fact="0.5309"/>
                  <dgm:constr type="ctrY" for="ch" forName="dot5" refType="h" fact="0.7222"/>
                  <dgm:constr type="w" for="ch" forName="dot5" refType="userD"/>
                  <dgm:constr type="h" for="ch" forName="dot5" refType="userD"/>
                  <dgm:constr type="ctrX" for="ch" forName="dot6" refType="w" fact="0.5516"/>
                  <dgm:constr type="ctrY" for="ch" forName="dot6" refType="h" fact="0.7518"/>
                  <dgm:constr type="w" for="ch" forName="dot6" refType="userD"/>
                  <dgm:constr type="h" for="ch" forName="dot6" refType="userD"/>
                  <dgm:constr type="ctrX" for="ch" forName="dot7" refType="w" fact="0.4451"/>
                  <dgm:constr type="ctrY" for="ch" forName="dot7" refType="h" fact="0.5422"/>
                  <dgm:constr type="w" for="ch" forName="dot7" refType="userD"/>
                  <dgm:constr type="h" for="ch" forName="dot7" refType="userD"/>
                  <dgm:constr type="ctrX" for="ch" forName="dot8" refType="w" fact="0.399"/>
                  <dgm:constr type="ctrY" for="ch" forName="dot8" refType="h" fact="0.3229"/>
                  <dgm:constr type="w" for="ch" forName="dot8" refType="userD"/>
                  <dgm:constr type="h" for="ch" forName="dot8" refType="userD"/>
                  <dgm:constr type="ctrX" for="ch" forName="dotArrow1" refType="w" fact="0.4221"/>
                  <dgm:constr type="ctrY" for="ch" forName="dotArrow1" refType="h" fact="0.0635"/>
                  <dgm:constr type="w" for="ch" forName="dotArrow1" refType="userD"/>
                  <dgm:constr type="h" for="ch" forName="dotArrow1" refType="userD"/>
                  <dgm:constr type="ctrX" for="ch" forName="dotArrow2" refType="w" fact="0.4049"/>
                  <dgm:constr type="ctrY" for="ch" forName="dotArrow2" refType="h" fact="0.0448"/>
                  <dgm:constr type="w" for="ch" forName="dotArrow2" refType="userD"/>
                  <dgm:constr type="h" for="ch" forName="dotArrow2" refType="userD"/>
                  <dgm:constr type="ctrX" for="ch" forName="dotArrow3" refType="w" fact="0.3877"/>
                  <dgm:constr type="ctrY" for="ch" forName="dotArrow3" refType="h" fact="0.026"/>
                  <dgm:constr type="w" for="ch" forName="dotArrow3" refType="userD"/>
                  <dgm:constr type="h" for="ch" forName="dotArrow3" refType="userD"/>
                  <dgm:constr type="ctrX" for="ch" forName="dotArrow4" refType="w" fact="0.3705"/>
                  <dgm:constr type="ctrY" for="ch" forName="dotArrow4" refType="h" fact="0.0448"/>
                  <dgm:constr type="w" for="ch" forName="dotArrow4" refType="userD"/>
                  <dgm:constr type="h" for="ch" forName="dotArrow4" refType="userD"/>
                  <dgm:constr type="ctrX" for="ch" forName="dotArrow5" refType="w" fact="0.3533"/>
                  <dgm:constr type="ctrY" for="ch" forName="dotArrow5" refType="h" fact="0.0635"/>
                  <dgm:constr type="w" for="ch" forName="dotArrow5" refType="userD"/>
                  <dgm:constr type="h" for="ch" forName="dotArrow5" refType="userD"/>
                  <dgm:constr type="ctrX" for="ch" forName="dotArrow6" refType="w" fact="0.3877"/>
                  <dgm:constr type="ctrY" for="ch" forName="dotArrow6" refType="h" fact="0.0656"/>
                  <dgm:constr type="w" for="ch" forName="dotArrow6" refType="userD"/>
                  <dgm:constr type="h" for="ch" forName="dotArrow6" refType="userD"/>
                  <dgm:constr type="ctrX" for="ch" forName="dotArrow7" refType="w" fact="0.3877"/>
                  <dgm:constr type="ctrY" for="ch" forName="dotArrow7" refType="h" fact="0.1052"/>
                  <dgm:constr type="w" for="ch" forName="dotArrow7" refType="userD"/>
                  <dgm:constr type="h" for="ch" forName="dotArrow7" refType="userD"/>
                  <dgm:constr type="r" for="ch" forName="parTx1" refType="w" fact="0.8254"/>
                  <dgm:constr type="t" for="ch" forName="parTx1" refType="h" fact="0.9304"/>
                  <dgm:constr type="w" for="ch" forName="parTx1" refType="w" fact="0.2544"/>
                  <dgm:constr type="h" for="ch" forName="parTx1" refType="h" fact="0.0962"/>
                  <dgm:constr type="ctrX" for="ch" forName="picture1" refType="w" fact="0.8369"/>
                  <dgm:constr type="ctrY" for="ch" forName="picture1" refType="h" fact="0.9169"/>
                  <dgm:constr type="w" for="ch" forName="picture1" refType="w" fact="0.118"/>
                  <dgm:constr type="h" for="ch" forName="picture1" refType="h" fact="0.1663"/>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6018"/>
                  <dgm:constr type="t" for="ch" forName="parTx2" refType="h" fact="0.8167"/>
                  <dgm:constr type="w" for="ch" forName="parTx2" refType="w" fact="0.2544"/>
                  <dgm:constr type="h" for="ch" forName="parTx2" refType="h" fact="0.0962"/>
                  <dgm:constr type="ctrX" for="ch" forName="picture2" refType="w" fact="0.6134"/>
                  <dgm:constr type="ctrY" for="ch" forName="picture2" refType="h" fact="0.8032"/>
                  <dgm:constr type="w" for="ch" forName="picture2" refType="w" fact="0.118"/>
                  <dgm:constr type="h" for="ch" forName="picture2" refType="h" fact="0.1663"/>
                  <dgm:constr type="r" for="ch" forName="desTx2" refType="l" refFor="ch" refForName="parTx2"/>
                  <dgm:constr type="l" for="ch" forName="desTx2"/>
                  <dgm:constr type="t" for="ch" forName="desTx2" refType="t" refFor="ch" refForName="parTx2"/>
                  <dgm:constr type="h" for="ch" forName="desTx2" refType="h" refFor="ch" refForName="parTx2"/>
                  <dgm:constr type="r" for="ch" forName="parTx3" refType="w" fact="0.4806"/>
                  <dgm:constr type="t" for="ch" forName="parTx3" refType="h" fact="0.6524"/>
                  <dgm:constr type="w" for="ch" forName="parTx3" refType="w" fact="0.2544"/>
                  <dgm:constr type="h" for="ch" forName="parTx3" refType="h" fact="0.0962"/>
                  <dgm:constr type="ctrX" for="ch" forName="picture3" refType="w" fact="0.4922"/>
                  <dgm:constr type="ctrY" for="ch" forName="picture3" refType="h" fact="0.6389"/>
                  <dgm:constr type="w" for="ch" forName="picture3" refType="w" fact="0.118"/>
                  <dgm:constr type="h" for="ch" forName="picture3" refType="h" fact="0.1663"/>
                  <dgm:constr type="r" for="ch" forName="desTx3" refType="l" refFor="ch" refForName="parTx3"/>
                  <dgm:constr type="l" for="ch" forName="desTx3"/>
                  <dgm:constr type="t" for="ch" forName="desTx3" refType="t" refFor="ch" refForName="parTx3"/>
                  <dgm:constr type="h" for="ch" forName="desTx3" refType="h" refFor="ch" refForName="parTx3"/>
                  <dgm:constr type="r" for="ch" forName="parTx4" refType="w" fact="0.4173"/>
                  <dgm:constr type="t" for="ch" forName="parTx4" refType="h" fact="0.4412"/>
                  <dgm:constr type="w" for="ch" forName="parTx4" refType="w" fact="0.2544"/>
                  <dgm:constr type="h" for="ch" forName="parTx4" refType="h" fact="0.0962"/>
                  <dgm:constr type="ctrX" for="ch" forName="picture4" refType="w" fact="0.4288"/>
                  <dgm:constr type="ctrY" for="ch" forName="picture4" refType="h" fact="0.4277"/>
                  <dgm:constr type="w" for="ch" forName="picture4" refType="w" fact="0.118"/>
                  <dgm:constr type="h" for="ch" forName="picture4" refType="h" fact="0.1663"/>
                  <dgm:constr type="r" for="ch" forName="desTx4" refType="l" refFor="ch" refForName="parTx4"/>
                  <dgm:constr type="l" for="ch" forName="desTx4"/>
                  <dgm:constr type="t" for="ch" forName="desTx4" refType="t" refFor="ch" refForName="parTx4"/>
                  <dgm:constr type="h" for="ch" forName="desTx4" refType="h" refFor="ch" refForName="parTx4"/>
                  <dgm:constr type="r" for="ch" forName="parTx5" refType="w" fact="0.382"/>
                  <dgm:constr type="t" for="ch" forName="parTx5" refType="h" fact="0.2262"/>
                  <dgm:constr type="w" for="ch" forName="parTx5" refType="w" fact="0.2544"/>
                  <dgm:constr type="h" for="ch" forName="parTx5" refType="h" fact="0.0962"/>
                  <dgm:constr type="ctrX" for="ch" forName="picture5" refType="w" fact="0.3936"/>
                  <dgm:constr type="ctrY" for="ch" forName="picture5" refType="h" fact="0.2127"/>
                  <dgm:constr type="w" for="ch" forName="picture5" refType="w" fact="0.118"/>
                  <dgm:constr type="h" for="ch" forName="picture5" refType="h" fact="0.1663"/>
                  <dgm:constr type="r" for="ch" forName="desTx5" refType="l" refFor="ch" refForName="parTx5"/>
                  <dgm:constr type="l" for="ch" forName="desTx5"/>
                  <dgm:constr type="t" for="ch" forName="desTx5" refType="t" refFor="ch" refForName="parTx5"/>
                  <dgm:constr type="h" for="ch" forName="desTx5" refType="h" refFor="ch" refForName="parTx5"/>
                </dgm:constrLst>
              </dgm:if>
              <dgm:else name="Name51">
                <dgm:alg type="composite">
                  <dgm:param type="ar" val="1.164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userD" refType="w" fact="0.0143"/>
                  <dgm:constr type="ctrX" for="ch" forName="dot1" refType="w" fact="0.6049"/>
                  <dgm:constr type="ctrY" for="ch" forName="dot1" refType="h" fact="0.8674"/>
                  <dgm:constr type="w" for="ch" forName="dot1" refType="userD"/>
                  <dgm:constr type="h" for="ch" forName="dot1" refType="userD"/>
                  <dgm:constr type="ctrX" for="ch" forName="dot2" refType="w" fact="0.6366"/>
                  <dgm:constr type="ctrY" for="ch" forName="dot2" refType="h" fact="0.8824"/>
                  <dgm:constr type="w" for="ch" forName="dot2" refType="userD"/>
                  <dgm:constr type="h" for="ch" forName="dot2" refType="userD"/>
                  <dgm:constr type="ctrX" for="ch" forName="dot3" refType="w" fact="0.669"/>
                  <dgm:constr type="ctrY" for="ch" forName="dot3" refType="h" fact="0.8948"/>
                  <dgm:constr type="w" for="ch" forName="dot3" refType="userD"/>
                  <dgm:constr type="h" for="ch" forName="dot3" refType="userD"/>
                  <dgm:constr type="ctrX" for="ch" forName="dot4" refType="w" fact="0.7019"/>
                  <dgm:constr type="ctrY" for="ch" forName="dot4" refType="h" fact="0.9044"/>
                  <dgm:constr type="w" for="ch" forName="dot4" refType="userD"/>
                  <dgm:constr type="h" for="ch" forName="dot4" refType="userD"/>
                  <dgm:constr type="ctrX" for="ch" forName="dot5" refType="w" fact="0.4319"/>
                  <dgm:constr type="ctrY" for="ch" forName="dot5" refType="h" fact="0.7222"/>
                  <dgm:constr type="w" for="ch" forName="dot5" refType="userD"/>
                  <dgm:constr type="h" for="ch" forName="dot5" refType="userD"/>
                  <dgm:constr type="ctrX" for="ch" forName="dot6" refType="w" fact="0.457"/>
                  <dgm:constr type="ctrY" for="ch" forName="dot6" refType="h" fact="0.7518"/>
                  <dgm:constr type="w" for="ch" forName="dot6" refType="userD"/>
                  <dgm:constr type="h" for="ch" forName="dot6" refType="userD"/>
                  <dgm:constr type="ctrX" for="ch" forName="dot7" refType="w" fact="0.328"/>
                  <dgm:constr type="ctrY" for="ch" forName="dot7" refType="h" fact="0.5422"/>
                  <dgm:constr type="w" for="ch" forName="dot7" refType="userD"/>
                  <dgm:constr type="h" for="ch" forName="dot7" refType="userD"/>
                  <dgm:constr type="ctrX" for="ch" forName="dot8" refType="w" fact="0.2722"/>
                  <dgm:constr type="ctrY" for="ch" forName="dot8" refType="h" fact="0.3229"/>
                  <dgm:constr type="w" for="ch" forName="dot8" refType="userD"/>
                  <dgm:constr type="h" for="ch" forName="dot8" refType="userD"/>
                  <dgm:constr type="ctrX" for="ch" forName="dotArrow1" refType="w" fact="0.3001"/>
                  <dgm:constr type="ctrY" for="ch" forName="dotArrow1" refType="h" fact="0.0635"/>
                  <dgm:constr type="w" for="ch" forName="dotArrow1" refType="userD"/>
                  <dgm:constr type="h" for="ch" forName="dotArrow1" refType="userD"/>
                  <dgm:constr type="ctrX" for="ch" forName="dotArrow2" refType="w" fact="0.2793"/>
                  <dgm:constr type="ctrY" for="ch" forName="dotArrow2" refType="h" fact="0.0448"/>
                  <dgm:constr type="w" for="ch" forName="dotArrow2" refType="userD"/>
                  <dgm:constr type="h" for="ch" forName="dotArrow2" refType="userD"/>
                  <dgm:constr type="ctrX" for="ch" forName="dotArrow3" refType="w" fact="0.2585"/>
                  <dgm:constr type="ctrY" for="ch" forName="dotArrow3" refType="h" fact="0.026"/>
                  <dgm:constr type="w" for="ch" forName="dotArrow3" refType="userD"/>
                  <dgm:constr type="h" for="ch" forName="dotArrow3" refType="userD"/>
                  <dgm:constr type="ctrX" for="ch" forName="dotArrow4" refType="w" fact="0.2376"/>
                  <dgm:constr type="ctrY" for="ch" forName="dotArrow4" refType="h" fact="0.0448"/>
                  <dgm:constr type="w" for="ch" forName="dotArrow4" refType="userD"/>
                  <dgm:constr type="h" for="ch" forName="dotArrow4" refType="userD"/>
                  <dgm:constr type="ctrX" for="ch" forName="dotArrow5" refType="w" fact="0.2168"/>
                  <dgm:constr type="ctrY" for="ch" forName="dotArrow5" refType="h" fact="0.0635"/>
                  <dgm:constr type="w" for="ch" forName="dotArrow5" refType="userD"/>
                  <dgm:constr type="h" for="ch" forName="dotArrow5" refType="userD"/>
                  <dgm:constr type="ctrX" for="ch" forName="dotArrow6" refType="w" fact="0.2585"/>
                  <dgm:constr type="ctrY" for="ch" forName="dotArrow6" refType="h" fact="0.0656"/>
                  <dgm:constr type="w" for="ch" forName="dotArrow6" refType="userD"/>
                  <dgm:constr type="h" for="ch" forName="dotArrow6" refType="userD"/>
                  <dgm:constr type="ctrX" for="ch" forName="dotArrow7" refType="w" fact="0.2585"/>
                  <dgm:constr type="ctrY" for="ch" forName="dotArrow7" refType="h" fact="0.1052"/>
                  <dgm:constr type="w" for="ch" forName="dotArrow7" refType="userD"/>
                  <dgm:constr type="h" for="ch" forName="dotArrow7" refType="userD"/>
                  <dgm:constr type="r" for="ch" forName="parTx1" refType="w" fact="0.7885"/>
                  <dgm:constr type="t" for="ch" forName="parTx1" refType="h" fact="0.928"/>
                  <dgm:constr type="w" for="ch" forName="parTx1" refType="w" fact="0.3081"/>
                  <dgm:constr type="h" for="ch" forName="parTx1" refType="h" fact="0.0962"/>
                  <dgm:constr type="ctrX" for="ch" forName="picture1" refType="w" fact="0.8025"/>
                  <dgm:constr type="ctrY" for="ch" forName="picture1" refType="h" fact="0.9169"/>
                  <dgm:constr type="w" for="ch" forName="picture1" refType="w" fact="0.1429"/>
                  <dgm:constr type="h" for="ch" forName="picture1" refType="h" fact="0.1663"/>
                  <dgm:constr type="r" for="ch" forName="parTx2" refType="w" fact="0.5178"/>
                  <dgm:constr type="t" for="ch" forName="parTx2" refType="h" fact="0.8143"/>
                  <dgm:constr type="w" for="ch" forName="parTx2" refType="w" fact="0.3081"/>
                  <dgm:constr type="h" for="ch" forName="parTx2" refType="h" fact="0.0962"/>
                  <dgm:constr type="ctrX" for="ch" forName="picture2" refType="w" fact="0.5318"/>
                  <dgm:constr type="ctrY" for="ch" forName="picture2" refType="h" fact="0.8032"/>
                  <dgm:constr type="w" for="ch" forName="picture2" refType="w" fact="0.1429"/>
                  <dgm:constr type="h" for="ch" forName="picture2" refType="h" fact="0.1663"/>
                  <dgm:constr type="r" for="ch" forName="parTx3" refType="w" fact="0.371"/>
                  <dgm:constr type="t" for="ch" forName="parTx3" refType="h" fact="0.65"/>
                  <dgm:constr type="w" for="ch" forName="parTx3" refType="w" fact="0.3081"/>
                  <dgm:constr type="h" for="ch" forName="parTx3" refType="h" fact="0.0962"/>
                  <dgm:constr type="ctrX" for="ch" forName="picture3" refType="w" fact="0.385"/>
                  <dgm:constr type="ctrY" for="ch" forName="picture3" refType="h" fact="0.6389"/>
                  <dgm:constr type="w" for="ch" forName="picture3" refType="w" fact="0.1429"/>
                  <dgm:constr type="h" for="ch" forName="picture3" refType="h" fact="0.1663"/>
                  <dgm:constr type="r" for="ch" forName="parTx4" refType="w" fact="0.2943"/>
                  <dgm:constr type="t" for="ch" forName="parTx4" refType="h" fact="0.4388"/>
                  <dgm:constr type="w" for="ch" forName="parTx4" refType="w" fact="0.3081"/>
                  <dgm:constr type="h" for="ch" forName="parTx4" refType="h" fact="0.0962"/>
                  <dgm:constr type="ctrX" for="ch" forName="picture4" refType="w" fact="0.3083"/>
                  <dgm:constr type="ctrY" for="ch" forName="picture4" refType="h" fact="0.4277"/>
                  <dgm:constr type="w" for="ch" forName="picture4" refType="w" fact="0.1429"/>
                  <dgm:constr type="h" for="ch" forName="picture4" refType="h" fact="0.1663"/>
                  <dgm:constr type="r" for="ch" forName="parTx5" refType="w" fact="0.2516"/>
                  <dgm:constr type="t" for="ch" forName="parTx5" refType="h" fact="0.2238"/>
                  <dgm:constr type="w" for="ch" forName="parTx5" refType="w" fact="0.3081"/>
                  <dgm:constr type="h" for="ch" forName="parTx5" refType="h" fact="0.0962"/>
                  <dgm:constr type="ctrX" for="ch" forName="picture5" refType="w" fact="0.2656"/>
                  <dgm:constr type="ctrY" for="ch" forName="picture5" refType="h" fact="0.2127"/>
                  <dgm:constr type="w" for="ch" forName="picture5" refType="w" fact="0.1429"/>
                  <dgm:constr type="h" for="ch" forName="picture5" refType="h" fact="0.1663"/>
                </dgm:constrLst>
              </dgm:else>
            </dgm:choose>
          </dgm:else>
        </dgm:choose>
      </dgm:if>
      <dgm:if name="Name52" axis="ch" ptType="node" func="cnt" op="equ" val="6">
        <dgm:choose name="Name53">
          <dgm:if name="Name54" func="var" arg="dir" op="equ" val="norm">
            <dgm:choose name="Name55">
              <dgm:if name="Name56" axis="des" func="maxDepth" op="gt" val="1">
                <dgm:alg type="composite">
                  <dgm:param type="ar" val="1.3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primFontSz" for="ch" forName="desTx6" refType="primFontSz" refFor="ch" refForName="desTx1" op="equ"/>
                  <dgm:constr type="userD" refType="w" fact="0.0105"/>
                  <dgm:constr type="ctrX" for="ch" forName="dot1" refType="w" fact="0.3608"/>
                  <dgm:constr type="ctrY" for="ch" forName="dot1" refType="h" fact="0.8839"/>
                  <dgm:constr type="w" for="ch" forName="dot1" refType="userD"/>
                  <dgm:constr type="h" for="ch" forName="dot1" refType="userD"/>
                  <dgm:constr type="ctrX" for="ch" forName="dot2" refType="w" fact="0.3384"/>
                  <dgm:constr type="ctrY" for="ch" forName="dot2" refType="h" fact="0.8967"/>
                  <dgm:constr type="w" for="ch" forName="dot2" refType="userD"/>
                  <dgm:constr type="h" for="ch" forName="dot2" refType="userD"/>
                  <dgm:constr type="ctrX" for="ch" forName="dot3" refType="w" fact="0.3155"/>
                  <dgm:constr type="ctrY" for="ch" forName="dot3" refType="h" fact="0.9076"/>
                  <dgm:constr type="w" for="ch" forName="dot3" refType="userD"/>
                  <dgm:constr type="h" for="ch" forName="dot3" refType="userD"/>
                  <dgm:constr type="ctrX" for="ch" forName="dot4" refType="w" fact="0.2923"/>
                  <dgm:constr type="ctrY" for="ch" forName="dot4" refType="h" fact="0.9165"/>
                  <dgm:constr type="w" for="ch" forName="dot4" refType="userD"/>
                  <dgm:constr type="h" for="ch" forName="dot4" refType="userD"/>
                  <dgm:constr type="ctrX" for="ch" forName="dot5" refType="w" fact="0.2688"/>
                  <dgm:constr type="ctrY" for="ch" forName="dot5" refType="h" fact="0.9234"/>
                  <dgm:constr type="w" for="ch" forName="dot5" refType="userD"/>
                  <dgm:constr type="h" for="ch" forName="dot5" refType="userD"/>
                  <dgm:constr type="ctrX" for="ch" forName="dot6" refType="w" fact="0.4883"/>
                  <dgm:constr type="ctrY" for="ch" forName="dot6" refType="h" fact="0.764"/>
                  <dgm:constr type="w" for="ch" forName="dot6" refType="userD"/>
                  <dgm:constr type="h" for="ch" forName="dot6" refType="userD"/>
                  <dgm:constr type="ctrX" for="ch" forName="dot7" refType="w" fact="0.4695"/>
                  <dgm:constr type="ctrY" for="ch" forName="dot7" refType="h" fact="0.7878"/>
                  <dgm:constr type="w" for="ch" forName="dot7" refType="userD"/>
                  <dgm:constr type="h" for="ch" forName="dot7" refType="userD"/>
                  <dgm:constr type="ctrX" for="ch" forName="dot8" refType="w" fact="0.5696"/>
                  <dgm:constr type="ctrY" for="ch" forName="dot8" refType="h" fact="0.6227"/>
                  <dgm:constr type="w" for="ch" forName="dot8" refType="userD"/>
                  <dgm:constr type="h" for="ch" forName="dot8" refType="userD"/>
                  <dgm:constr type="ctrX" for="ch" forName="dot9" refType="w" fact="0.6247"/>
                  <dgm:constr type="ctrY" for="ch" forName="dot9" refType="h" fact="0.4556"/>
                  <dgm:constr type="w" for="ch" forName="dot9" refType="userD"/>
                  <dgm:constr type="h" for="ch" forName="dot9" refType="userD"/>
                  <dgm:constr type="ctrX" for="ch" forName="dot10" refType="w" fact="0.6509"/>
                  <dgm:constr type="ctrY" for="ch" forName="dot10" refType="h" fact="0.2816"/>
                  <dgm:constr type="w" for="ch" forName="dot10" refType="userD"/>
                  <dgm:constr type="h" for="ch" forName="dot10" refType="userD"/>
                  <dgm:constr type="ctrX" for="ch" forName="dotArrow1" refType="w" fact="0.6281"/>
                  <dgm:constr type="ctrY" for="ch" forName="dotArrow1" refType="h" fact="0.0748"/>
                  <dgm:constr type="w" for="ch" forName="dotArrow1" refType="userD"/>
                  <dgm:constr type="h" for="ch" forName="dotArrow1" refType="userD"/>
                  <dgm:constr type="ctrX" for="ch" forName="dotArrow2" refType="w" fact="0.6437"/>
                  <dgm:constr type="ctrY" for="ch" forName="dotArrow2" refType="h" fact="0.0581"/>
                  <dgm:constr type="w" for="ch" forName="dotArrow2" refType="userD"/>
                  <dgm:constr type="h" for="ch" forName="dotArrow2" refType="userD"/>
                  <dgm:constr type="ctrX" for="ch" forName="dotArrow3" refType="w" fact="0.6593"/>
                  <dgm:constr type="ctrY" for="ch" forName="dotArrow3" refType="h" fact="0.0414"/>
                  <dgm:constr type="w" for="ch" forName="dotArrow3" refType="userD"/>
                  <dgm:constr type="h" for="ch" forName="dotArrow3" refType="userD"/>
                  <dgm:constr type="ctrX" for="ch" forName="dotArrow4" refType="w" fact="0.675"/>
                  <dgm:constr type="ctrY" for="ch" forName="dotArrow4" refType="h" fact="0.0581"/>
                  <dgm:constr type="w" for="ch" forName="dotArrow4" refType="userD"/>
                  <dgm:constr type="h" for="ch" forName="dotArrow4" refType="userD"/>
                  <dgm:constr type="ctrX" for="ch" forName="dotArrow5" refType="w" fact="0.6906"/>
                  <dgm:constr type="ctrY" for="ch" forName="dotArrow5" refType="h" fact="0.0748"/>
                  <dgm:constr type="w" for="ch" forName="dotArrow5" refType="userD"/>
                  <dgm:constr type="h" for="ch" forName="dotArrow5" refType="userD"/>
                  <dgm:constr type="ctrX" for="ch" forName="dotArrow6" refType="w" fact="0.6593"/>
                  <dgm:constr type="ctrY" for="ch" forName="dotArrow6" refType="h" fact="0.0766"/>
                  <dgm:constr type="w" for="ch" forName="dotArrow6" refType="userD"/>
                  <dgm:constr type="h" for="ch" forName="dotArrow6" refType="userD"/>
                  <dgm:constr type="ctrX" for="ch" forName="dotArrow7" refType="w" fact="0.6593"/>
                  <dgm:constr type="ctrY" for="ch" forName="dotArrow7" refType="h" fact="0.1118"/>
                  <dgm:constr type="w" for="ch" forName="dotArrow7" refType="userD"/>
                  <dgm:constr type="h" for="ch" forName="dotArrow7" refType="userD"/>
                  <dgm:constr type="l" for="ch" forName="parTx1" refType="w" fact="0.2091"/>
                  <dgm:constr type="t" for="ch" forName="parTx1" refType="h" fact="0.9433"/>
                  <dgm:constr type="w" for="ch" forName="parTx1" refType="w" fact="0.2275"/>
                  <dgm:constr type="h" for="ch" forName="parTx1" refType="h" fact="0.0811"/>
                  <dgm:constr type="ctrX" for="ch" forName="picture1" refType="w" fact="0.1988"/>
                  <dgm:constr type="ctrY" for="ch" forName="picture1" refType="h" fact="0.9322"/>
                  <dgm:constr type="w" for="ch" forName="picture1" refType="w" fact="0.1055"/>
                  <dgm:constr type="h" for="ch" forName="picture1" refType="h" fact="0.1403"/>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4273"/>
                  <dgm:constr type="t" for="ch" forName="parTx2" refType="h" fact="0.8468"/>
                  <dgm:constr type="w" for="ch" forName="parTx2" refType="w" fact="0.2275"/>
                  <dgm:constr type="h" for="ch" forName="parTx2" refType="h" fact="0.0811"/>
                  <dgm:constr type="ctrX" for="ch" forName="picture2" refType="w" fact="0.4169"/>
                  <dgm:constr type="ctrY" for="ch" forName="picture2" refType="h" fact="0.8357"/>
                  <dgm:constr type="w" for="ch" forName="picture2" refType="w" fact="0.1055"/>
                  <dgm:constr type="h" for="ch" forName="picture2" refType="h" fact="0.1403"/>
                  <dgm:constr type="l" for="ch" forName="desTx2" refType="r" refFor="ch" refForName="parTx2"/>
                  <dgm:constr type="r" for="ch" forName="desTx2" refType="w"/>
                  <dgm:constr type="t" for="ch" forName="desTx2" refType="t" refFor="ch" refForName="parTx2"/>
                  <dgm:constr type="h" for="ch" forName="desTx2" refType="h" refFor="ch" refForName="parTx2"/>
                  <dgm:constr type="l" for="ch" forName="parTx3" refType="w" fact="0.5349"/>
                  <dgm:constr type="t" for="ch" forName="parTx3" refType="h" fact="0.7023"/>
                  <dgm:constr type="w" for="ch" forName="parTx3" refType="w" fact="0.2275"/>
                  <dgm:constr type="h" for="ch" forName="parTx3" refType="h" fact="0.0811"/>
                  <dgm:constr type="ctrX" for="ch" forName="picture3" refType="w" fact="0.5245"/>
                  <dgm:constr type="ctrY" for="ch" forName="picture3" refType="h" fact="0.6912"/>
                  <dgm:constr type="w" for="ch" forName="picture3" refType="w" fact="0.1055"/>
                  <dgm:constr type="h" for="ch" forName="picture3" refType="h" fact="0.1403"/>
                  <dgm:constr type="l" for="ch" forName="desTx3" refType="r" refFor="ch" refForName="parTx3"/>
                  <dgm:constr type="r" for="ch" forName="desTx3" refType="w"/>
                  <dgm:constr type="t" for="ch" forName="desTx3" refType="t" refFor="ch" refForName="parTx3"/>
                  <dgm:constr type="h" for="ch" forName="desTx3" refType="h" refFor="ch" refForName="parTx3"/>
                  <dgm:constr type="l" for="ch" forName="parTx4" refType="w" fact="0.5998"/>
                  <dgm:constr type="t" for="ch" forName="parTx4" refType="h" fact="0.5441"/>
                  <dgm:constr type="w" for="ch" forName="parTx4" refType="w" fact="0.2275"/>
                  <dgm:constr type="h" for="ch" forName="parTx4" refType="h" fact="0.0811"/>
                  <dgm:constr type="ctrX" for="ch" forName="picture4" refType="w" fact="0.5894"/>
                  <dgm:constr type="ctrY" for="ch" forName="picture4" refType="h" fact="0.533"/>
                  <dgm:constr type="w" for="ch" forName="picture4" refType="w" fact="0.1055"/>
                  <dgm:constr type="h" for="ch" forName="picture4" refType="h" fact="0.1403"/>
                  <dgm:constr type="l" for="ch" forName="desTx4" refType="r" refFor="ch" refForName="parTx4"/>
                  <dgm:constr type="r" for="ch" forName="desTx4" refType="w"/>
                  <dgm:constr type="t" for="ch" forName="desTx4" refType="t" refFor="ch" refForName="parTx4"/>
                  <dgm:constr type="h" for="ch" forName="desTx4" refType="h" refFor="ch" refForName="parTx4"/>
                  <dgm:constr type="l" for="ch" forName="parTx5" refType="w" fact="0.6416"/>
                  <dgm:constr type="t" for="ch" forName="parTx5" refType="h" fact="0.3737"/>
                  <dgm:constr type="w" for="ch" forName="parTx5" refType="w" fact="0.2275"/>
                  <dgm:constr type="h" for="ch" forName="parTx5" refType="h" fact="0.0811"/>
                  <dgm:constr type="ctrX" for="ch" forName="picture5" refType="w" fact="0.6313"/>
                  <dgm:constr type="ctrY" for="ch" forName="picture5" refType="h" fact="0.3626"/>
                  <dgm:constr type="w" for="ch" forName="picture5" refType="w" fact="0.1055"/>
                  <dgm:constr type="h" for="ch" forName="picture5" refType="h" fact="0.1403"/>
                  <dgm:constr type="l" for="ch" forName="desTx5" refType="r" refFor="ch" refForName="parTx5"/>
                  <dgm:constr type="r" for="ch" forName="desTx5" refType="w"/>
                  <dgm:constr type="t" for="ch" forName="desTx5" refType="t" refFor="ch" refForName="parTx5"/>
                  <dgm:constr type="h" for="ch" forName="desTx5" refType="h" refFor="ch" refForName="parTx5"/>
                  <dgm:constr type="l" for="ch" forName="parTx6" refType="w" fact="0.6644"/>
                  <dgm:constr type="t" for="ch" forName="parTx6" refType="h" fact="0.2061"/>
                  <dgm:constr type="w" for="ch" forName="parTx6" refType="w" fact="0.2275"/>
                  <dgm:constr type="h" for="ch" forName="parTx6" refType="h" fact="0.0811"/>
                  <dgm:constr type="ctrX" for="ch" forName="picture6" refType="w" fact="0.6541"/>
                  <dgm:constr type="ctrY" for="ch" forName="picture6" refType="h" fact="0.195"/>
                  <dgm:constr type="w" for="ch" forName="picture6" refType="w" fact="0.1055"/>
                  <dgm:constr type="h" for="ch" forName="picture6" refType="h" fact="0.1403"/>
                  <dgm:constr type="l" for="ch" forName="desTx6" refType="r" refFor="ch" refForName="parTx6"/>
                  <dgm:constr type="r" for="ch" forName="desTx6" refType="w"/>
                  <dgm:constr type="t" for="ch" forName="desTx6" refType="t" refFor="ch" refForName="parTx6"/>
                  <dgm:constr type="h" for="ch" forName="desTx6" refType="h" refFor="ch" refForName="parTx6"/>
                </dgm:constrLst>
              </dgm:if>
              <dgm:else name="Name57">
                <dgm:alg type="composite">
                  <dgm:param type="ar" val="1.122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userD" refType="w" fact="0.0125"/>
                  <dgm:constr type="ctrX" for="ch" forName="dot1" refType="w" fact="0.4276"/>
                  <dgm:constr type="ctrY" for="ch" forName="dot1" refType="h" fact="0.8839"/>
                  <dgm:constr type="w" for="ch" forName="dot1" refType="userD"/>
                  <dgm:constr type="h" for="ch" forName="dot1" refType="userD"/>
                  <dgm:constr type="ctrX" for="ch" forName="dot2" refType="w" fact="0.401"/>
                  <dgm:constr type="ctrY" for="ch" forName="dot2" refType="h" fact="0.8967"/>
                  <dgm:constr type="w" for="ch" forName="dot2" refType="userD"/>
                  <dgm:constr type="h" for="ch" forName="dot2" refType="userD"/>
                  <dgm:constr type="ctrX" for="ch" forName="dot3" refType="w" fact="0.3739"/>
                  <dgm:constr type="ctrY" for="ch" forName="dot3" refType="h" fact="0.9076"/>
                  <dgm:constr type="w" for="ch" forName="dot3" refType="userD"/>
                  <dgm:constr type="h" for="ch" forName="dot3" refType="userD"/>
                  <dgm:constr type="ctrX" for="ch" forName="dot4" refType="w" fact="0.3464"/>
                  <dgm:constr type="ctrY" for="ch" forName="dot4" refType="h" fact="0.9165"/>
                  <dgm:constr type="w" for="ch" forName="dot4" refType="userD"/>
                  <dgm:constr type="h" for="ch" forName="dot4" refType="userD"/>
                  <dgm:constr type="ctrX" for="ch" forName="dot5" refType="w" fact="0.3186"/>
                  <dgm:constr type="ctrY" for="ch" forName="dot5" refType="h" fact="0.9234"/>
                  <dgm:constr type="w" for="ch" forName="dot5" refType="userD"/>
                  <dgm:constr type="h" for="ch" forName="dot5" refType="userD"/>
                  <dgm:constr type="ctrX" for="ch" forName="dot6" refType="w" fact="0.5786"/>
                  <dgm:constr type="ctrY" for="ch" forName="dot6" refType="h" fact="0.764"/>
                  <dgm:constr type="w" for="ch" forName="dot6" refType="userD"/>
                  <dgm:constr type="h" for="ch" forName="dot6" refType="userD"/>
                  <dgm:constr type="ctrX" for="ch" forName="dot7" refType="w" fact="0.5564"/>
                  <dgm:constr type="ctrY" for="ch" forName="dot7" refType="h" fact="0.7878"/>
                  <dgm:constr type="w" for="ch" forName="dot7" refType="userD"/>
                  <dgm:constr type="h" for="ch" forName="dot7" refType="userD"/>
                  <dgm:constr type="ctrX" for="ch" forName="dot8" refType="w" fact="0.675"/>
                  <dgm:constr type="ctrY" for="ch" forName="dot8" refType="h" fact="0.6227"/>
                  <dgm:constr type="w" for="ch" forName="dot8" refType="userD"/>
                  <dgm:constr type="h" for="ch" forName="dot8" refType="userD"/>
                  <dgm:constr type="ctrX" for="ch" forName="dot9" refType="w" fact="0.7403"/>
                  <dgm:constr type="ctrY" for="ch" forName="dot9" refType="h" fact="0.4556"/>
                  <dgm:constr type="w" for="ch" forName="dot9" refType="userD"/>
                  <dgm:constr type="h" for="ch" forName="dot9" refType="userD"/>
                  <dgm:constr type="ctrX" for="ch" forName="dot10" refType="w" fact="0.7714"/>
                  <dgm:constr type="ctrY" for="ch" forName="dot10" refType="h" fact="0.2816"/>
                  <dgm:constr type="w" for="ch" forName="dot10" refType="userD"/>
                  <dgm:constr type="h" for="ch" forName="dot10" refType="userD"/>
                  <dgm:constr type="ctrX" for="ch" forName="dotArrow1" refType="w" fact="0.7443"/>
                  <dgm:constr type="ctrY" for="ch" forName="dotArrow1" refType="h" fact="0.0748"/>
                  <dgm:constr type="w" for="ch" forName="dotArrow1" refType="userD"/>
                  <dgm:constr type="h" for="ch" forName="dotArrow1" refType="userD"/>
                  <dgm:constr type="ctrX" for="ch" forName="dotArrow2" refType="w" fact="0.7628"/>
                  <dgm:constr type="ctrY" for="ch" forName="dotArrow2" refType="h" fact="0.0581"/>
                  <dgm:constr type="w" for="ch" forName="dotArrow2" refType="userD"/>
                  <dgm:constr type="h" for="ch" forName="dotArrow2" refType="userD"/>
                  <dgm:constr type="ctrX" for="ch" forName="dotArrow3" refType="w" fact="0.7814"/>
                  <dgm:constr type="ctrY" for="ch" forName="dotArrow3" refType="h" fact="0.0414"/>
                  <dgm:constr type="w" for="ch" forName="dotArrow3" refType="userD"/>
                  <dgm:constr type="h" for="ch" forName="dotArrow3" refType="userD"/>
                  <dgm:constr type="ctrX" for="ch" forName="dotArrow4" refType="w" fact="0.7999"/>
                  <dgm:constr type="ctrY" for="ch" forName="dotArrow4" refType="h" fact="0.0581"/>
                  <dgm:constr type="w" for="ch" forName="dotArrow4" refType="userD"/>
                  <dgm:constr type="h" for="ch" forName="dotArrow4" refType="userD"/>
                  <dgm:constr type="ctrX" for="ch" forName="dotArrow5" refType="w" fact="0.8184"/>
                  <dgm:constr type="ctrY" for="ch" forName="dotArrow5" refType="h" fact="0.0748"/>
                  <dgm:constr type="w" for="ch" forName="dotArrow5" refType="userD"/>
                  <dgm:constr type="h" for="ch" forName="dotArrow5" refType="userD"/>
                  <dgm:constr type="ctrX" for="ch" forName="dotArrow6" refType="w" fact="0.7814"/>
                  <dgm:constr type="ctrY" for="ch" forName="dotArrow6" refType="h" fact="0.0766"/>
                  <dgm:constr type="w" for="ch" forName="dotArrow6" refType="userD"/>
                  <dgm:constr type="h" for="ch" forName="dotArrow6" refType="userD"/>
                  <dgm:constr type="ctrX" for="ch" forName="dotArrow7" refType="w" fact="0.7814"/>
                  <dgm:constr type="ctrY" for="ch" forName="dotArrow7" refType="h" fact="0.1118"/>
                  <dgm:constr type="w" for="ch" forName="dotArrow7" refType="userD"/>
                  <dgm:constr type="h" for="ch" forName="dotArrow7" refType="userD"/>
                  <dgm:constr type="l" for="ch" forName="parTx1" refType="w" fact="0.2479"/>
                  <dgm:constr type="t" for="ch" forName="parTx1" refType="h" fact="0.9416"/>
                  <dgm:constr type="w" for="ch" forName="parTx1" refType="w" fact="0.2696"/>
                  <dgm:constr type="h" for="ch" forName="parTx1" refType="h" fact="0.0811"/>
                  <dgm:constr type="ctrX" for="ch" forName="picture1" refType="w" fact="0.2356"/>
                  <dgm:constr type="ctrY" for="ch" forName="picture1" refType="h" fact="0.9322"/>
                  <dgm:constr type="w" for="ch" forName="picture1" refType="w" fact="0.125"/>
                  <dgm:constr type="h" for="ch" forName="picture1" refType="h" fact="0.1403"/>
                  <dgm:constr type="l" for="ch" forName="parTx2" refType="w" fact="0.5064"/>
                  <dgm:constr type="t" for="ch" forName="parTx2" refType="h" fact="0.8451"/>
                  <dgm:constr type="w" for="ch" forName="parTx2" refType="w" fact="0.2696"/>
                  <dgm:constr type="h" for="ch" forName="parTx2" refType="h" fact="0.0811"/>
                  <dgm:constr type="ctrX" for="ch" forName="picture2" refType="w" fact="0.4941"/>
                  <dgm:constr type="ctrY" for="ch" forName="picture2" refType="h" fact="0.8357"/>
                  <dgm:constr type="w" for="ch" forName="picture2" refType="w" fact="0.125"/>
                  <dgm:constr type="h" for="ch" forName="picture2" refType="h" fact="0.1403"/>
                  <dgm:constr type="l" for="ch" forName="parTx3" refType="w" fact="0.6339"/>
                  <dgm:constr type="t" for="ch" forName="parTx3" refType="h" fact="0.7006"/>
                  <dgm:constr type="w" for="ch" forName="parTx3" refType="w" fact="0.2696"/>
                  <dgm:constr type="h" for="ch" forName="parTx3" refType="h" fact="0.0811"/>
                  <dgm:constr type="ctrX" for="ch" forName="picture3" refType="w" fact="0.6216"/>
                  <dgm:constr type="ctrY" for="ch" forName="picture3" refType="h" fact="0.6912"/>
                  <dgm:constr type="w" for="ch" forName="picture3" refType="w" fact="0.125"/>
                  <dgm:constr type="h" for="ch" forName="picture3" refType="h" fact="0.1403"/>
                  <dgm:constr type="l" for="ch" forName="parTx4" refType="w" fact="0.7108"/>
                  <dgm:constr type="t" for="ch" forName="parTx4" refType="h" fact="0.5424"/>
                  <dgm:constr type="w" for="ch" forName="parTx4" refType="w" fact="0.2696"/>
                  <dgm:constr type="h" for="ch" forName="parTx4" refType="h" fact="0.0811"/>
                  <dgm:constr type="ctrX" for="ch" forName="picture4" refType="w" fact="0.6985"/>
                  <dgm:constr type="ctrY" for="ch" forName="picture4" refType="h" fact="0.533"/>
                  <dgm:constr type="w" for="ch" forName="picture4" refType="w" fact="0.125"/>
                  <dgm:constr type="h" for="ch" forName="picture4" refType="h" fact="0.1403"/>
                  <dgm:constr type="l" for="ch" forName="parTx5" refType="w" fact="0.7604"/>
                  <dgm:constr type="t" for="ch" forName="parTx5" refType="h" fact="0.372"/>
                  <dgm:constr type="w" for="ch" forName="parTx5" refType="w" fact="0.2696"/>
                  <dgm:constr type="h" for="ch" forName="parTx5" refType="h" fact="0.0811"/>
                  <dgm:constr type="ctrX" for="ch" forName="picture5" refType="w" fact="0.7481"/>
                  <dgm:constr type="ctrY" for="ch" forName="picture5" refType="h" fact="0.3626"/>
                  <dgm:constr type="w" for="ch" forName="picture5" refType="w" fact="0.125"/>
                  <dgm:constr type="h" for="ch" forName="picture5" refType="h" fact="0.1403"/>
                  <dgm:constr type="l" for="ch" forName="parTx6" refType="w" fact="0.7874"/>
                  <dgm:constr type="t" for="ch" forName="parTx6" refType="h" fact="0.2044"/>
                  <dgm:constr type="w" for="ch" forName="parTx6" refType="w" fact="0.2696"/>
                  <dgm:constr type="h" for="ch" forName="parTx6" refType="h" fact="0.0811"/>
                  <dgm:constr type="ctrX" for="ch" forName="picture6" refType="w" fact="0.7751"/>
                  <dgm:constr type="ctrY" for="ch" forName="picture6" refType="h" fact="0.195"/>
                  <dgm:constr type="w" for="ch" forName="picture6" refType="w" fact="0.125"/>
                  <dgm:constr type="h" for="ch" forName="picture6" refType="h" fact="0.1403"/>
                </dgm:constrLst>
              </dgm:else>
            </dgm:choose>
          </dgm:if>
          <dgm:else name="Name58">
            <dgm:choose name="Name59">
              <dgm:if name="Name60" axis="des" func="maxDepth" op="gt" val="1">
                <dgm:alg type="composite">
                  <dgm:param type="ar" val="1.3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primFontSz" for="ch" forName="desTx6" refType="primFontSz" refFor="ch" refForName="desTx1" op="equ"/>
                  <dgm:constr type="userD" refType="w" fact="0.0105"/>
                  <dgm:constr type="ctrX" for="ch" forName="dot1" refType="w" fact="0.6392"/>
                  <dgm:constr type="ctrY" for="ch" forName="dot1" refType="h" fact="0.8839"/>
                  <dgm:constr type="w" for="ch" forName="dot1" refType="userD"/>
                  <dgm:constr type="h" for="ch" forName="dot1" refType="userD"/>
                  <dgm:constr type="ctrX" for="ch" forName="dot2" refType="w" fact="0.6616"/>
                  <dgm:constr type="ctrY" for="ch" forName="dot2" refType="h" fact="0.8967"/>
                  <dgm:constr type="w" for="ch" forName="dot2" refType="userD"/>
                  <dgm:constr type="h" for="ch" forName="dot2" refType="userD"/>
                  <dgm:constr type="ctrX" for="ch" forName="dot3" refType="w" fact="0.6845"/>
                  <dgm:constr type="ctrY" for="ch" forName="dot3" refType="h" fact="0.9076"/>
                  <dgm:constr type="w" for="ch" forName="dot3" refType="userD"/>
                  <dgm:constr type="h" for="ch" forName="dot3" refType="userD"/>
                  <dgm:constr type="ctrX" for="ch" forName="dot4" refType="w" fact="0.7077"/>
                  <dgm:constr type="ctrY" for="ch" forName="dot4" refType="h" fact="0.9165"/>
                  <dgm:constr type="w" for="ch" forName="dot4" refType="userD"/>
                  <dgm:constr type="h" for="ch" forName="dot4" refType="userD"/>
                  <dgm:constr type="ctrX" for="ch" forName="dot5" refType="w" fact="0.7312"/>
                  <dgm:constr type="ctrY" for="ch" forName="dot5" refType="h" fact="0.9234"/>
                  <dgm:constr type="w" for="ch" forName="dot5" refType="userD"/>
                  <dgm:constr type="h" for="ch" forName="dot5" refType="userD"/>
                  <dgm:constr type="ctrX" for="ch" forName="dot6" refType="w" fact="0.5117"/>
                  <dgm:constr type="ctrY" for="ch" forName="dot6" refType="h" fact="0.764"/>
                  <dgm:constr type="w" for="ch" forName="dot6" refType="userD"/>
                  <dgm:constr type="h" for="ch" forName="dot6" refType="userD"/>
                  <dgm:constr type="ctrX" for="ch" forName="dot7" refType="w" fact="0.5305"/>
                  <dgm:constr type="ctrY" for="ch" forName="dot7" refType="h" fact="0.7878"/>
                  <dgm:constr type="w" for="ch" forName="dot7" refType="userD"/>
                  <dgm:constr type="h" for="ch" forName="dot7" refType="userD"/>
                  <dgm:constr type="ctrX" for="ch" forName="dot8" refType="w" fact="0.4304"/>
                  <dgm:constr type="ctrY" for="ch" forName="dot8" refType="h" fact="0.6227"/>
                  <dgm:constr type="w" for="ch" forName="dot8" refType="userD"/>
                  <dgm:constr type="h" for="ch" forName="dot8" refType="userD"/>
                  <dgm:constr type="ctrX" for="ch" forName="dot9" refType="w" fact="0.3753"/>
                  <dgm:constr type="ctrY" for="ch" forName="dot9" refType="h" fact="0.4556"/>
                  <dgm:constr type="w" for="ch" forName="dot9" refType="userD"/>
                  <dgm:constr type="h" for="ch" forName="dot9" refType="userD"/>
                  <dgm:constr type="ctrX" for="ch" forName="dot10" refType="w" fact="0.3491"/>
                  <dgm:constr type="ctrY" for="ch" forName="dot10" refType="h" fact="0.2816"/>
                  <dgm:constr type="w" for="ch" forName="dot10" refType="userD"/>
                  <dgm:constr type="h" for="ch" forName="dot10" refType="userD"/>
                  <dgm:constr type="ctrX" for="ch" forName="dotArrow1" refType="w" fact="0.3719"/>
                  <dgm:constr type="ctrY" for="ch" forName="dotArrow1" refType="h" fact="0.0748"/>
                  <dgm:constr type="w" for="ch" forName="dotArrow1" refType="userD"/>
                  <dgm:constr type="h" for="ch" forName="dotArrow1" refType="userD"/>
                  <dgm:constr type="ctrX" for="ch" forName="dotArrow2" refType="w" fact="0.3563"/>
                  <dgm:constr type="ctrY" for="ch" forName="dotArrow2" refType="h" fact="0.0581"/>
                  <dgm:constr type="w" for="ch" forName="dotArrow2" refType="userD"/>
                  <dgm:constr type="h" for="ch" forName="dotArrow2" refType="userD"/>
                  <dgm:constr type="ctrX" for="ch" forName="dotArrow3" refType="w" fact="0.3407"/>
                  <dgm:constr type="ctrY" for="ch" forName="dotArrow3" refType="h" fact="0.0414"/>
                  <dgm:constr type="w" for="ch" forName="dotArrow3" refType="userD"/>
                  <dgm:constr type="h" for="ch" forName="dotArrow3" refType="userD"/>
                  <dgm:constr type="ctrX" for="ch" forName="dotArrow4" refType="w" fact="0.325"/>
                  <dgm:constr type="ctrY" for="ch" forName="dotArrow4" refType="h" fact="0.0581"/>
                  <dgm:constr type="w" for="ch" forName="dotArrow4" refType="userD"/>
                  <dgm:constr type="h" for="ch" forName="dotArrow4" refType="userD"/>
                  <dgm:constr type="ctrX" for="ch" forName="dotArrow5" refType="w" fact="0.3094"/>
                  <dgm:constr type="ctrY" for="ch" forName="dotArrow5" refType="h" fact="0.0748"/>
                  <dgm:constr type="w" for="ch" forName="dotArrow5" refType="userD"/>
                  <dgm:constr type="h" for="ch" forName="dotArrow5" refType="userD"/>
                  <dgm:constr type="ctrX" for="ch" forName="dotArrow6" refType="w" fact="0.3407"/>
                  <dgm:constr type="ctrY" for="ch" forName="dotArrow6" refType="h" fact="0.0766"/>
                  <dgm:constr type="w" for="ch" forName="dotArrow6" refType="userD"/>
                  <dgm:constr type="h" for="ch" forName="dotArrow6" refType="userD"/>
                  <dgm:constr type="ctrX" for="ch" forName="dotArrow7" refType="w" fact="0.3407"/>
                  <dgm:constr type="ctrY" for="ch" forName="dotArrow7" refType="h" fact="0.1118"/>
                  <dgm:constr type="w" for="ch" forName="dotArrow7" refType="userD"/>
                  <dgm:constr type="h" for="ch" forName="dotArrow7" refType="userD"/>
                  <dgm:constr type="r" for="ch" forName="parTx1" refType="w" fact="0.7909"/>
                  <dgm:constr type="t" for="ch" forName="parTx1" refType="h" fact="0.9433"/>
                  <dgm:constr type="w" for="ch" forName="parTx1" refType="w" fact="0.2275"/>
                  <dgm:constr type="h" for="ch" forName="parTx1" refType="h" fact="0.0811"/>
                  <dgm:constr type="ctrX" for="ch" forName="picture1" refType="w" fact="0.8012"/>
                  <dgm:constr type="ctrY" for="ch" forName="picture1" refType="h" fact="0.9322"/>
                  <dgm:constr type="w" for="ch" forName="picture1" refType="w" fact="0.1055"/>
                  <dgm:constr type="h" for="ch" forName="picture1" refType="h" fact="0.1403"/>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5727"/>
                  <dgm:constr type="t" for="ch" forName="parTx2" refType="h" fact="0.8468"/>
                  <dgm:constr type="w" for="ch" forName="parTx2" refType="w" fact="0.2275"/>
                  <dgm:constr type="h" for="ch" forName="parTx2" refType="h" fact="0.0811"/>
                  <dgm:constr type="ctrX" for="ch" forName="picture2" refType="w" fact="0.5831"/>
                  <dgm:constr type="ctrY" for="ch" forName="picture2" refType="h" fact="0.8357"/>
                  <dgm:constr type="w" for="ch" forName="picture2" refType="w" fact="0.1055"/>
                  <dgm:constr type="h" for="ch" forName="picture2" refType="h" fact="0.1403"/>
                  <dgm:constr type="r" for="ch" forName="desTx2" refType="l" refFor="ch" refForName="parTx2"/>
                  <dgm:constr type="l" for="ch" forName="desTx2"/>
                  <dgm:constr type="t" for="ch" forName="desTx2" refType="t" refFor="ch" refForName="parTx2"/>
                  <dgm:constr type="h" for="ch" forName="desTx2" refType="h" refFor="ch" refForName="parTx2"/>
                  <dgm:constr type="r" for="ch" forName="parTx3" refType="w" fact="0.4651"/>
                  <dgm:constr type="t" for="ch" forName="parTx3" refType="h" fact="0.7023"/>
                  <dgm:constr type="w" for="ch" forName="parTx3" refType="w" fact="0.2275"/>
                  <dgm:constr type="h" for="ch" forName="parTx3" refType="h" fact="0.0811"/>
                  <dgm:constr type="ctrX" for="ch" forName="picture3" refType="w" fact="0.4755"/>
                  <dgm:constr type="ctrY" for="ch" forName="picture3" refType="h" fact="0.6912"/>
                  <dgm:constr type="w" for="ch" forName="picture3" refType="w" fact="0.1055"/>
                  <dgm:constr type="h" for="ch" forName="picture3" refType="h" fact="0.1403"/>
                  <dgm:constr type="r" for="ch" forName="desTx3" refType="l" refFor="ch" refForName="parTx3"/>
                  <dgm:constr type="l" for="ch" forName="desTx3"/>
                  <dgm:constr type="t" for="ch" forName="desTx3" refType="t" refFor="ch" refForName="parTx3"/>
                  <dgm:constr type="h" for="ch" forName="desTx3" refType="h" refFor="ch" refForName="parTx3"/>
                  <dgm:constr type="r" for="ch" forName="parTx4" refType="w" fact="0.4002"/>
                  <dgm:constr type="t" for="ch" forName="parTx4" refType="h" fact="0.5441"/>
                  <dgm:constr type="w" for="ch" forName="parTx4" refType="w" fact="0.2275"/>
                  <dgm:constr type="h" for="ch" forName="parTx4" refType="h" fact="0.0811"/>
                  <dgm:constr type="ctrX" for="ch" forName="picture4" refType="w" fact="0.4106"/>
                  <dgm:constr type="ctrY" for="ch" forName="picture4" refType="h" fact="0.533"/>
                  <dgm:constr type="w" for="ch" forName="picture4" refType="w" fact="0.1055"/>
                  <dgm:constr type="h" for="ch" forName="picture4" refType="h" fact="0.1403"/>
                  <dgm:constr type="r" for="ch" forName="desTx4" refType="l" refFor="ch" refForName="parTx4"/>
                  <dgm:constr type="l" for="ch" forName="desTx4"/>
                  <dgm:constr type="t" for="ch" forName="desTx4" refType="t" refFor="ch" refForName="parTx4"/>
                  <dgm:constr type="h" for="ch" forName="desTx4" refType="h" refFor="ch" refForName="parTx4"/>
                  <dgm:constr type="r" for="ch" forName="parTx5" refType="w" fact="0.3584"/>
                  <dgm:constr type="t" for="ch" forName="parTx5" refType="h" fact="0.3737"/>
                  <dgm:constr type="w" for="ch" forName="parTx5" refType="w" fact="0.2275"/>
                  <dgm:constr type="h" for="ch" forName="parTx5" refType="h" fact="0.0811"/>
                  <dgm:constr type="ctrX" for="ch" forName="picture5" refType="w" fact="0.3687"/>
                  <dgm:constr type="ctrY" for="ch" forName="picture5" refType="h" fact="0.3626"/>
                  <dgm:constr type="w" for="ch" forName="picture5" refType="w" fact="0.1055"/>
                  <dgm:constr type="h" for="ch" forName="picture5" refType="h" fact="0.1403"/>
                  <dgm:constr type="r" for="ch" forName="desTx5" refType="l" refFor="ch" refForName="parTx5"/>
                  <dgm:constr type="l" for="ch" forName="desTx5"/>
                  <dgm:constr type="t" for="ch" forName="desTx5" refType="t" refFor="ch" refForName="parTx5"/>
                  <dgm:constr type="h" for="ch" forName="desTx5" refType="h" refFor="ch" refForName="parTx5"/>
                  <dgm:constr type="r" for="ch" forName="parTx6" refType="w" fact="0.3356"/>
                  <dgm:constr type="t" for="ch" forName="parTx6" refType="h" fact="0.2061"/>
                  <dgm:constr type="w" for="ch" forName="parTx6" refType="w" fact="0.2275"/>
                  <dgm:constr type="h" for="ch" forName="parTx6" refType="h" fact="0.0811"/>
                  <dgm:constr type="ctrX" for="ch" forName="picture6" refType="w" fact="0.3459"/>
                  <dgm:constr type="ctrY" for="ch" forName="picture6" refType="h" fact="0.195"/>
                  <dgm:constr type="w" for="ch" forName="picture6" refType="w" fact="0.1055"/>
                  <dgm:constr type="h" for="ch" forName="picture6" refType="h" fact="0.1403"/>
                  <dgm:constr type="r" for="ch" forName="desTx6" refType="l" refFor="ch" refForName="parTx6"/>
                  <dgm:constr type="l" for="ch" forName="desTx6"/>
                  <dgm:constr type="t" for="ch" forName="desTx6" refType="t" refFor="ch" refForName="parTx6"/>
                  <dgm:constr type="h" for="ch" forName="desTx6" refType="h" refFor="ch" refForName="parTx6"/>
                </dgm:constrLst>
              </dgm:if>
              <dgm:else name="Name61">
                <dgm:alg type="composite">
                  <dgm:param type="ar" val="1.1223"/>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userD" refType="w" fact="0.0125"/>
                  <dgm:constr type="ctrX" for="ch" forName="dot1" refType="w" fact="0.5724"/>
                  <dgm:constr type="ctrY" for="ch" forName="dot1" refType="h" fact="0.8839"/>
                  <dgm:constr type="w" for="ch" forName="dot1" refType="userD"/>
                  <dgm:constr type="h" for="ch" forName="dot1" refType="userD"/>
                  <dgm:constr type="ctrX" for="ch" forName="dot2" refType="w" fact="0.599"/>
                  <dgm:constr type="ctrY" for="ch" forName="dot2" refType="h" fact="0.8967"/>
                  <dgm:constr type="w" for="ch" forName="dot2" refType="userD"/>
                  <dgm:constr type="h" for="ch" forName="dot2" refType="userD"/>
                  <dgm:constr type="ctrX" for="ch" forName="dot3" refType="w" fact="0.6261"/>
                  <dgm:constr type="ctrY" for="ch" forName="dot3" refType="h" fact="0.9076"/>
                  <dgm:constr type="w" for="ch" forName="dot3" refType="userD"/>
                  <dgm:constr type="h" for="ch" forName="dot3" refType="userD"/>
                  <dgm:constr type="ctrX" for="ch" forName="dot4" refType="w" fact="0.6536"/>
                  <dgm:constr type="ctrY" for="ch" forName="dot4" refType="h" fact="0.9165"/>
                  <dgm:constr type="w" for="ch" forName="dot4" refType="userD"/>
                  <dgm:constr type="h" for="ch" forName="dot4" refType="userD"/>
                  <dgm:constr type="ctrX" for="ch" forName="dot5" refType="w" fact="0.6814"/>
                  <dgm:constr type="ctrY" for="ch" forName="dot5" refType="h" fact="0.9234"/>
                  <dgm:constr type="w" for="ch" forName="dot5" refType="userD"/>
                  <dgm:constr type="h" for="ch" forName="dot5" refType="userD"/>
                  <dgm:constr type="ctrX" for="ch" forName="dot6" refType="w" fact="0.4214"/>
                  <dgm:constr type="ctrY" for="ch" forName="dot6" refType="h" fact="0.764"/>
                  <dgm:constr type="w" for="ch" forName="dot6" refType="userD"/>
                  <dgm:constr type="h" for="ch" forName="dot6" refType="userD"/>
                  <dgm:constr type="ctrX" for="ch" forName="dot7" refType="w" fact="0.4436"/>
                  <dgm:constr type="ctrY" for="ch" forName="dot7" refType="h" fact="0.7878"/>
                  <dgm:constr type="w" for="ch" forName="dot7" refType="userD"/>
                  <dgm:constr type="h" for="ch" forName="dot7" refType="userD"/>
                  <dgm:constr type="ctrX" for="ch" forName="dot8" refType="w" fact="0.325"/>
                  <dgm:constr type="ctrY" for="ch" forName="dot8" refType="h" fact="0.6227"/>
                  <dgm:constr type="w" for="ch" forName="dot8" refType="userD"/>
                  <dgm:constr type="h" for="ch" forName="dot8" refType="userD"/>
                  <dgm:constr type="ctrX" for="ch" forName="dot9" refType="w" fact="0.2597"/>
                  <dgm:constr type="ctrY" for="ch" forName="dot9" refType="h" fact="0.4556"/>
                  <dgm:constr type="w" for="ch" forName="dot9" refType="userD"/>
                  <dgm:constr type="h" for="ch" forName="dot9" refType="userD"/>
                  <dgm:constr type="ctrX" for="ch" forName="dot10" refType="w" fact="0.2286"/>
                  <dgm:constr type="ctrY" for="ch" forName="dot10" refType="h" fact="0.2816"/>
                  <dgm:constr type="w" for="ch" forName="dot10" refType="userD"/>
                  <dgm:constr type="h" for="ch" forName="dot10" refType="userD"/>
                  <dgm:constr type="ctrX" for="ch" forName="dotArrow1" refType="w" fact="0.2557"/>
                  <dgm:constr type="ctrY" for="ch" forName="dotArrow1" refType="h" fact="0.0748"/>
                  <dgm:constr type="w" for="ch" forName="dotArrow1" refType="userD"/>
                  <dgm:constr type="h" for="ch" forName="dotArrow1" refType="userD"/>
                  <dgm:constr type="ctrX" for="ch" forName="dotArrow2" refType="w" fact="0.2372"/>
                  <dgm:constr type="ctrY" for="ch" forName="dotArrow2" refType="h" fact="0.0581"/>
                  <dgm:constr type="w" for="ch" forName="dotArrow2" refType="userD"/>
                  <dgm:constr type="h" for="ch" forName="dotArrow2" refType="userD"/>
                  <dgm:constr type="ctrX" for="ch" forName="dotArrow3" refType="w" fact="0.2187"/>
                  <dgm:constr type="ctrY" for="ch" forName="dotArrow3" refType="h" fact="0.0414"/>
                  <dgm:constr type="w" for="ch" forName="dotArrow3" refType="userD"/>
                  <dgm:constr type="h" for="ch" forName="dotArrow3" refType="userD"/>
                  <dgm:constr type="ctrX" for="ch" forName="dotArrow4" refType="w" fact="0.2001"/>
                  <dgm:constr type="ctrY" for="ch" forName="dotArrow4" refType="h" fact="0.0581"/>
                  <dgm:constr type="w" for="ch" forName="dotArrow4" refType="userD"/>
                  <dgm:constr type="h" for="ch" forName="dotArrow4" refType="userD"/>
                  <dgm:constr type="ctrX" for="ch" forName="dotArrow5" refType="w" fact="0.1816"/>
                  <dgm:constr type="ctrY" for="ch" forName="dotArrow5" refType="h" fact="0.0748"/>
                  <dgm:constr type="w" for="ch" forName="dotArrow5" refType="userD"/>
                  <dgm:constr type="h" for="ch" forName="dotArrow5" refType="userD"/>
                  <dgm:constr type="ctrX" for="ch" forName="dotArrow6" refType="w" fact="0.2187"/>
                  <dgm:constr type="ctrY" for="ch" forName="dotArrow6" refType="h" fact="0.0766"/>
                  <dgm:constr type="w" for="ch" forName="dotArrow6" refType="userD"/>
                  <dgm:constr type="h" for="ch" forName="dotArrow6" refType="userD"/>
                  <dgm:constr type="ctrX" for="ch" forName="dotArrow7" refType="w" fact="0.2187"/>
                  <dgm:constr type="ctrY" for="ch" forName="dotArrow7" refType="h" fact="0.1118"/>
                  <dgm:constr type="w" for="ch" forName="dotArrow7" refType="userD"/>
                  <dgm:constr type="h" for="ch" forName="dotArrow7" refType="userD"/>
                  <dgm:constr type="r" for="ch" forName="parTx1" refType="w" fact="0.7522"/>
                  <dgm:constr type="t" for="ch" forName="parTx1" refType="h" fact="0.9416"/>
                  <dgm:constr type="w" for="ch" forName="parTx1" refType="w" fact="0.2696"/>
                  <dgm:constr type="h" for="ch" forName="parTx1" refType="h" fact="0.0811"/>
                  <dgm:constr type="ctrX" for="ch" forName="picture1" refType="w" fact="0.7644"/>
                  <dgm:constr type="ctrY" for="ch" forName="picture1" refType="h" fact="0.9322"/>
                  <dgm:constr type="w" for="ch" forName="picture1" refType="w" fact="0.125"/>
                  <dgm:constr type="h" for="ch" forName="picture1" refType="h" fact="0.1403"/>
                  <dgm:constr type="r" for="ch" forName="parTx2" refType="w" fact="0.4937"/>
                  <dgm:constr type="t" for="ch" forName="parTx2" refType="h" fact="0.8451"/>
                  <dgm:constr type="w" for="ch" forName="parTx2" refType="w" fact="0.2696"/>
                  <dgm:constr type="h" for="ch" forName="parTx2" refType="h" fact="0.0811"/>
                  <dgm:constr type="ctrX" for="ch" forName="picture2" refType="w" fact="0.5059"/>
                  <dgm:constr type="ctrY" for="ch" forName="picture2" refType="h" fact="0.8357"/>
                  <dgm:constr type="w" for="ch" forName="picture2" refType="w" fact="0.125"/>
                  <dgm:constr type="h" for="ch" forName="picture2" refType="h" fact="0.1403"/>
                  <dgm:constr type="r" for="ch" forName="parTx3" refType="w" fact="0.3662"/>
                  <dgm:constr type="t" for="ch" forName="parTx3" refType="h" fact="0.7006"/>
                  <dgm:constr type="w" for="ch" forName="parTx3" refType="w" fact="0.2696"/>
                  <dgm:constr type="h" for="ch" forName="parTx3" refType="h" fact="0.0811"/>
                  <dgm:constr type="ctrX" for="ch" forName="picture3" refType="w" fact="0.3784"/>
                  <dgm:constr type="ctrY" for="ch" forName="picture3" refType="h" fact="0.6912"/>
                  <dgm:constr type="w" for="ch" forName="picture3" refType="w" fact="0.125"/>
                  <dgm:constr type="h" for="ch" forName="picture3" refType="h" fact="0.1403"/>
                  <dgm:constr type="r" for="ch" forName="parTx4" refType="w" fact="0.2893"/>
                  <dgm:constr type="t" for="ch" forName="parTx4" refType="h" fact="0.5424"/>
                  <dgm:constr type="w" for="ch" forName="parTx4" refType="w" fact="0.2696"/>
                  <dgm:constr type="h" for="ch" forName="parTx4" refType="h" fact="0.0811"/>
                  <dgm:constr type="ctrX" for="ch" forName="picture4" refType="w" fact="0.3015"/>
                  <dgm:constr type="ctrY" for="ch" forName="picture4" refType="h" fact="0.533"/>
                  <dgm:constr type="w" for="ch" forName="picture4" refType="w" fact="0.125"/>
                  <dgm:constr type="h" for="ch" forName="picture4" refType="h" fact="0.1403"/>
                  <dgm:constr type="r" for="ch" forName="parTx5" refType="w" fact="0.2397"/>
                  <dgm:constr type="t" for="ch" forName="parTx5" refType="h" fact="0.372"/>
                  <dgm:constr type="w" for="ch" forName="parTx5" refType="w" fact="0.2696"/>
                  <dgm:constr type="h" for="ch" forName="parTx5" refType="h" fact="0.0811"/>
                  <dgm:constr type="ctrX" for="ch" forName="picture5" refType="w" fact="0.2519"/>
                  <dgm:constr type="ctrY" for="ch" forName="picture5" refType="h" fact="0.3626"/>
                  <dgm:constr type="w" for="ch" forName="picture5" refType="w" fact="0.125"/>
                  <dgm:constr type="h" for="ch" forName="picture5" refType="h" fact="0.1403"/>
                  <dgm:constr type="r" for="ch" forName="parTx6" refType="w" fact="0.2127"/>
                  <dgm:constr type="t" for="ch" forName="parTx6" refType="h" fact="0.2044"/>
                  <dgm:constr type="w" for="ch" forName="parTx6" refType="w" fact="0.2696"/>
                  <dgm:constr type="h" for="ch" forName="parTx6" refType="h" fact="0.0811"/>
                  <dgm:constr type="ctrX" for="ch" forName="picture6" refType="w" fact="0.2249"/>
                  <dgm:constr type="ctrY" for="ch" forName="picture6" refType="h" fact="0.195"/>
                  <dgm:constr type="w" for="ch" forName="picture6" refType="w" fact="0.125"/>
                  <dgm:constr type="h" for="ch" forName="picture6" refType="h" fact="0.1403"/>
                </dgm:constrLst>
              </dgm:else>
            </dgm:choose>
          </dgm:else>
        </dgm:choose>
      </dgm:if>
      <dgm:else name="Name62">
        <dgm:choose name="Name63">
          <dgm:if name="Name64" func="var" arg="dir" op="equ" val="norm">
            <dgm:choose name="Name65">
              <dgm:if name="Name66" axis="des" func="maxDepth" op="gt" val="1">
                <dgm:alg type="composite">
                  <dgm:param type="ar" val="1.2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parTx7"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primFontSz" for="ch" forName="desTx6" refType="primFontSz" refFor="ch" refForName="desTx1" op="equ"/>
                  <dgm:constr type="primFontSz" for="ch" forName="desTx7" refType="primFontSz" refFor="ch" refForName="desTx1" op="equ"/>
                  <dgm:constr type="userD" refType="w" fact="0.0097"/>
                  <dgm:constr type="ctrX" for="ch" forName="dot1" refType="w" fact="0.3909"/>
                  <dgm:constr type="ctrY" for="ch" forName="dot1" refType="h" fact="0.8342"/>
                  <dgm:constr type="w" for="ch" forName="dot1" refType="userD"/>
                  <dgm:constr type="h" for="ch" forName="dot1" refType="userD"/>
                  <dgm:constr type="ctrX" for="ch" forName="dot2" refType="w" fact="0.3721"/>
                  <dgm:constr type="ctrY" for="ch" forName="dot2" refType="h" fact="0.8448"/>
                  <dgm:constr type="w" for="ch" forName="dot2" refType="userD"/>
                  <dgm:constr type="h" for="ch" forName="dot2" refType="userD"/>
                  <dgm:constr type="ctrX" for="ch" forName="dot3" refType="w" fact="0.353"/>
                  <dgm:constr type="ctrY" for="ch" forName="dot3" refType="h" fact="0.8539"/>
                  <dgm:constr type="w" for="ch" forName="dot3" refType="userD"/>
                  <dgm:constr type="h" for="ch" forName="dot3" refType="userD"/>
                  <dgm:constr type="ctrX" for="ch" forName="dot4" refType="w" fact="0.3337"/>
                  <dgm:constr type="ctrY" for="ch" forName="dot4" refType="h" fact="0.8615"/>
                  <dgm:constr type="w" for="ch" forName="dot4" refType="userD"/>
                  <dgm:constr type="h" for="ch" forName="dot4" refType="userD"/>
                  <dgm:constr type="ctrX" for="ch" forName="dot5" refType="w" fact="0.3142"/>
                  <dgm:constr type="ctrY" for="ch" forName="dot5" refType="h" fact="0.8676"/>
                  <dgm:constr type="w" for="ch" forName="dot5" refType="userD"/>
                  <dgm:constr type="h" for="ch" forName="dot5" refType="userD"/>
                  <dgm:constr type="ctrX" for="ch" forName="dot6" refType="w" fact="0.5088"/>
                  <dgm:constr type="ctrY" for="ch" forName="dot6" refType="h" fact="0.7255"/>
                  <dgm:constr type="w" for="ch" forName="dot6" refType="userD"/>
                  <dgm:constr type="h" for="ch" forName="dot6" refType="userD"/>
                  <dgm:constr type="ctrX" for="ch" forName="dot7" refType="w" fact="0.4926"/>
                  <dgm:constr type="ctrY" for="ch" forName="dot7" refType="h" fact="0.7454"/>
                  <dgm:constr type="w" for="ch" forName="dot7" refType="userD"/>
                  <dgm:constr type="h" for="ch" forName="dot7" refType="userD"/>
                  <dgm:constr type="ctrX" for="ch" forName="dot8" refType="w" fact="0.5836"/>
                  <dgm:constr type="ctrY" for="ch" forName="dot8" refType="h" fact="0.6026"/>
                  <dgm:constr type="w" for="ch" forName="dot8" refType="userD"/>
                  <dgm:constr type="h" for="ch" forName="dot8" refType="userD"/>
                  <dgm:constr type="ctrX" for="ch" forName="dot9" refType="w" fact="0.6371"/>
                  <dgm:constr type="ctrY" for="ch" forName="dot9" refType="h" fact="0.4632"/>
                  <dgm:constr type="w" for="ch" forName="dot9" refType="userD"/>
                  <dgm:constr type="h" for="ch" forName="dot9" refType="userD"/>
                  <dgm:constr type="ctrX" for="ch" forName="dot10" refType="w" fact="0.6701"/>
                  <dgm:constr type="ctrY" for="ch" forName="dot10" refType="h" fact="0.3187"/>
                  <dgm:constr type="w" for="ch" forName="dot10" refType="userD"/>
                  <dgm:constr type="h" for="ch" forName="dot10" refType="userD"/>
                  <dgm:constr type="ctrX" for="ch" forName="dot11" refType="w" fact="0.6853"/>
                  <dgm:constr type="ctrY" for="ch" forName="dot11" refType="h" fact="0.1763"/>
                  <dgm:constr type="w" for="ch" forName="dot11" refType="userD"/>
                  <dgm:constr type="h" for="ch" forName="dot11" refType="userD"/>
                  <dgm:constr type="ctrX" for="ch" forName="dotArrow1" refType="w" fact="0.6627"/>
                  <dgm:constr type="ctrY" for="ch" forName="dotArrow1" refType="h" fact="-0.0099"/>
                  <dgm:constr type="w" for="ch" forName="dotArrow1" refType="userD"/>
                  <dgm:constr type="h" for="ch" forName="dotArrow1" refType="userD"/>
                  <dgm:constr type="ctrX" for="ch" forName="dotArrow2" refType="w" fact="0.6773"/>
                  <dgm:constr type="ctrY" for="ch" forName="dotArrow2" refType="h" fact="-0.0239"/>
                  <dgm:constr type="w" for="ch" forName="dotArrow2" refType="userD"/>
                  <dgm:constr type="h" for="ch" forName="dotArrow2" refType="userD"/>
                  <dgm:constr type="ctrX" for="ch" forName="dotArrow3" refType="w" fact="0.6919"/>
                  <dgm:constr type="ctrY" for="ch" forName="dotArrow3" refType="h" fact="-0.0378"/>
                  <dgm:constr type="w" for="ch" forName="dotArrow3" refType="userD"/>
                  <dgm:constr type="h" for="ch" forName="dotArrow3" refType="userD"/>
                  <dgm:constr type="ctrX" for="ch" forName="dotArrow4" refType="w" fact="0.7065"/>
                  <dgm:constr type="ctrY" for="ch" forName="dotArrow4" refType="h" fact="-0.0239"/>
                  <dgm:constr type="w" for="ch" forName="dotArrow4" refType="userD"/>
                  <dgm:constr type="h" for="ch" forName="dotArrow4" refType="userD"/>
                  <dgm:constr type="ctrX" for="ch" forName="dotArrow5" refType="w" fact="0.7212"/>
                  <dgm:constr type="ctrY" for="ch" forName="dotArrow5" refType="h" fact="-0.0099"/>
                  <dgm:constr type="w" for="ch" forName="dotArrow5" refType="userD"/>
                  <dgm:constr type="h" for="ch" forName="dotArrow5" refType="userD"/>
                  <dgm:constr type="ctrX" for="ch" forName="dotArrow6" refType="w" fact="0.6919"/>
                  <dgm:constr type="ctrY" for="ch" forName="dotArrow6" refType="h" fact="-0.0084"/>
                  <dgm:constr type="w" for="ch" forName="dotArrow6" refType="userD"/>
                  <dgm:constr type="h" for="ch" forName="dotArrow6" refType="userD"/>
                  <dgm:constr type="ctrX" for="ch" forName="dotArrow7" refType="w" fact="0.6919"/>
                  <dgm:constr type="ctrY" for="ch" forName="dotArrow7" refType="h" fact="0.0211"/>
                  <dgm:constr type="w" for="ch" forName="dotArrow7" refType="userD"/>
                  <dgm:constr type="h" for="ch" forName="dotArrow7" refType="userD"/>
                  <dgm:constr type="l" for="ch" forName="parTx1" refType="w" fact="0.2556"/>
                  <dgm:constr type="t" for="ch" forName="parTx1" refType="h" fact="0.8856"/>
                  <dgm:constr type="w" for="ch" forName="parTx1" refType="w" fact="0.2101"/>
                  <dgm:constr type="h" for="ch" forName="parTx1" refType="h" fact="0.0704"/>
                  <dgm:constr type="ctrX" for="ch" forName="picture1" refType="w" fact="0.246"/>
                  <dgm:constr type="ctrY" for="ch" forName="picture1" refType="h" fact="0.8769"/>
                  <dgm:constr type="w" for="ch" forName="picture1" refType="w" fact="0.0974"/>
                  <dgm:constr type="h" for="ch" forName="picture1" refType="h" fact="0.1218"/>
                  <dgm:constr type="l" for="ch" forName="desTx1" refType="r" refFor="ch" refForName="parTx1"/>
                  <dgm:constr type="r" for="ch" forName="desTx1" refType="w"/>
                  <dgm:constr type="t" for="ch" forName="desTx1" refType="t" refFor="ch" refForName="parTx1"/>
                  <dgm:constr type="h" for="ch" forName="desTx1" refType="h" refFor="ch" refForName="parTx1"/>
                  <dgm:constr type="l" for="ch" forName="parTx2" refType="w" fact="0.4535"/>
                  <dgm:constr type="t" for="ch" forName="parTx2" refType="h" fact="0.7956"/>
                  <dgm:constr type="w" for="ch" forName="parTx2" refType="w" fact="0.2101"/>
                  <dgm:constr type="h" for="ch" forName="parTx2" refType="h" fact="0.0704"/>
                  <dgm:constr type="ctrX" for="ch" forName="picture2" refType="w" fact="0.4439"/>
                  <dgm:constr type="ctrY" for="ch" forName="picture2" refType="h" fact="0.787"/>
                  <dgm:constr type="w" for="ch" forName="picture2" refType="w" fact="0.0974"/>
                  <dgm:constr type="h" for="ch" forName="picture2" refType="h" fact="0.1218"/>
                  <dgm:constr type="l" for="ch" forName="desTx2" refType="r" refFor="ch" refForName="parTx2"/>
                  <dgm:constr type="r" for="ch" forName="desTx2" refType="w"/>
                  <dgm:constr type="t" for="ch" forName="desTx2" refType="t" refFor="ch" refForName="parTx2"/>
                  <dgm:constr type="h" for="ch" forName="desTx2" refType="h" refFor="ch" refForName="parTx2"/>
                  <dgm:constr type="l" for="ch" forName="parTx3" refType="w" fact="0.5511"/>
                  <dgm:constr type="t" for="ch" forName="parTx3" refType="h" fact="0.673"/>
                  <dgm:constr type="w" for="ch" forName="parTx3" refType="w" fact="0.2101"/>
                  <dgm:constr type="h" for="ch" forName="parTx3" refType="h" fact="0.0704"/>
                  <dgm:constr type="ctrX" for="ch" forName="picture3" refType="w" fact="0.5415"/>
                  <dgm:constr type="ctrY" for="ch" forName="picture3" refType="h" fact="0.6644"/>
                  <dgm:constr type="w" for="ch" forName="picture3" refType="w" fact="0.0974"/>
                  <dgm:constr type="h" for="ch" forName="picture3" refType="h" fact="0.1218"/>
                  <dgm:constr type="l" for="ch" forName="desTx3" refType="r" refFor="ch" refForName="parTx3"/>
                  <dgm:constr type="r" for="ch" forName="desTx3" refType="w"/>
                  <dgm:constr type="t" for="ch" forName="desTx3" refType="t" refFor="ch" refForName="parTx3"/>
                  <dgm:constr type="h" for="ch" forName="desTx3" refType="h" refFor="ch" refForName="parTx3"/>
                  <dgm:constr type="l" for="ch" forName="parTx4" refType="w" fact="0.6132"/>
                  <dgm:constr type="t" for="ch" forName="parTx4" refType="h" fact="0.538"/>
                  <dgm:constr type="w" for="ch" forName="parTx4" refType="w" fact="0.2101"/>
                  <dgm:constr type="h" for="ch" forName="parTx4" refType="h" fact="0.0704"/>
                  <dgm:constr type="ctrX" for="ch" forName="picture4" refType="w" fact="0.6037"/>
                  <dgm:constr type="ctrY" for="ch" forName="picture4" refType="h" fact="0.5294"/>
                  <dgm:constr type="w" for="ch" forName="picture4" refType="w" fact="0.0974"/>
                  <dgm:constr type="h" for="ch" forName="picture4" refType="h" fact="0.1218"/>
                  <dgm:constr type="l" for="ch" forName="desTx4" refType="r" refFor="ch" refForName="parTx4"/>
                  <dgm:constr type="r" for="ch" forName="desTx4" refType="w"/>
                  <dgm:constr type="t" for="ch" forName="desTx4" refType="t" refFor="ch" refForName="parTx4"/>
                  <dgm:constr type="h" for="ch" forName="desTx4" refType="h" refFor="ch" refForName="parTx4"/>
                  <dgm:constr type="l" for="ch" forName="parTx5" refType="w" fact="0.6576"/>
                  <dgm:constr type="t" for="ch" forName="parTx5" refType="h" fact="0.3951"/>
                  <dgm:constr type="w" for="ch" forName="parTx5" refType="w" fact="0.2101"/>
                  <dgm:constr type="h" for="ch" forName="parTx5" refType="h" fact="0.0704"/>
                  <dgm:constr type="ctrX" for="ch" forName="picture5" refType="w" fact="0.648"/>
                  <dgm:constr type="ctrY" for="ch" forName="picture5" refType="h" fact="0.3864"/>
                  <dgm:constr type="w" for="ch" forName="picture5" refType="w" fact="0.0974"/>
                  <dgm:constr type="h" for="ch" forName="picture5" refType="h" fact="0.1218"/>
                  <dgm:constr type="l" for="ch" forName="desTx5" refType="r" refFor="ch" refForName="parTx5"/>
                  <dgm:constr type="r" for="ch" forName="desTx5" refType="w"/>
                  <dgm:constr type="t" for="ch" forName="desTx5" refType="t" refFor="ch" refForName="parTx5"/>
                  <dgm:constr type="h" for="ch" forName="desTx5" refType="h" refFor="ch" refForName="parTx5"/>
                  <dgm:constr type="l" for="ch" forName="parTx6" refType="w" fact="0.6828"/>
                  <dgm:constr type="t" for="ch" forName="parTx6" refType="h" fact="0.2531"/>
                  <dgm:constr type="w" for="ch" forName="parTx6" refType="w" fact="0.2101"/>
                  <dgm:constr type="h" for="ch" forName="parTx6" refType="h" fact="0.0704"/>
                  <dgm:constr type="ctrX" for="ch" forName="picture6" refType="w" fact="0.6733"/>
                  <dgm:constr type="ctrY" for="ch" forName="picture6" refType="h" fact="0.2444"/>
                  <dgm:constr type="w" for="ch" forName="picture6" refType="w" fact="0.0974"/>
                  <dgm:constr type="h" for="ch" forName="picture6" refType="h" fact="0.1218"/>
                  <dgm:constr type="l" for="ch" forName="desTx6" refType="r" refFor="ch" refForName="parTx6"/>
                  <dgm:constr type="r" for="ch" forName="desTx6" refType="w"/>
                  <dgm:constr type="t" for="ch" forName="desTx6" refType="t" refFor="ch" refForName="parTx6"/>
                  <dgm:constr type="h" for="ch" forName="desTx6" refType="h" refFor="ch" refForName="parTx6"/>
                  <dgm:constr type="l" for="ch" forName="parTx7" refType="w" fact="0.6966"/>
                  <dgm:constr type="t" for="ch" forName="parTx7" refType="h" fact="0.1162"/>
                  <dgm:constr type="w" for="ch" forName="parTx7" refType="w" fact="0.2101"/>
                  <dgm:constr type="h" for="ch" forName="parTx7" refType="h" fact="0.0704"/>
                  <dgm:constr type="ctrX" for="ch" forName="picture7" refType="w" fact="0.6871"/>
                  <dgm:constr type="ctrY" for="ch" forName="picture7" refType="h" fact="0.1075"/>
                  <dgm:constr type="w" for="ch" forName="picture7" refType="w" fact="0.0974"/>
                  <dgm:constr type="h" for="ch" forName="picture7" refType="h" fact="0.1218"/>
                  <dgm:constr type="l" for="ch" forName="desTx7" refType="r" refFor="ch" refForName="parTx7"/>
                  <dgm:constr type="r" for="ch" forName="desTx7" refType="w"/>
                  <dgm:constr type="t" for="ch" forName="desTx7" refType="t" refFor="ch" refForName="parTx7"/>
                  <dgm:constr type="h" for="ch" forName="desTx7" refType="h" refFor="ch" refForName="parTx7"/>
                </dgm:constrLst>
              </dgm:if>
              <dgm:else name="Name67">
                <dgm:alg type="composite">
                  <dgm:param type="ar" val="1.096"/>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parTx7" refType="primFontSz" refFor="ch" refForName="parTx1" op="equ"/>
                  <dgm:constr type="userD" refType="w" fact="0.0111"/>
                  <dgm:constr type="ctrX" for="ch" forName="dot1" refType="w" fact="0.4459"/>
                  <dgm:constr type="ctrY" for="ch" forName="dot1" refType="h" fact="0.8342"/>
                  <dgm:constr type="w" for="ch" forName="dot1" refType="userD"/>
                  <dgm:constr type="h" for="ch" forName="dot1" refType="userD"/>
                  <dgm:constr type="ctrX" for="ch" forName="dot2" refType="w" fact="0.4244"/>
                  <dgm:constr type="ctrY" for="ch" forName="dot2" refType="h" fact="0.8448"/>
                  <dgm:constr type="w" for="ch" forName="dot2" refType="userD"/>
                  <dgm:constr type="h" for="ch" forName="dot2" refType="userD"/>
                  <dgm:constr type="ctrX" for="ch" forName="dot3" refType="w" fact="0.4026"/>
                  <dgm:constr type="ctrY" for="ch" forName="dot3" refType="h" fact="0.8539"/>
                  <dgm:constr type="w" for="ch" forName="dot3" refType="userD"/>
                  <dgm:constr type="h" for="ch" forName="dot3" refType="userD"/>
                  <dgm:constr type="ctrX" for="ch" forName="dot4" refType="w" fact="0.3806"/>
                  <dgm:constr type="ctrY" for="ch" forName="dot4" refType="h" fact="0.8615"/>
                  <dgm:constr type="w" for="ch" forName="dot4" refType="userD"/>
                  <dgm:constr type="h" for="ch" forName="dot4" refType="userD"/>
                  <dgm:constr type="ctrX" for="ch" forName="dot5" refType="w" fact="0.3584"/>
                  <dgm:constr type="ctrY" for="ch" forName="dot5" refType="h" fact="0.8676"/>
                  <dgm:constr type="w" for="ch" forName="dot5" refType="userD"/>
                  <dgm:constr type="h" for="ch" forName="dot5" refType="userD"/>
                  <dgm:constr type="ctrX" for="ch" forName="dot6" refType="w" fact="0.5803"/>
                  <dgm:constr type="ctrY" for="ch" forName="dot6" refType="h" fact="0.7255"/>
                  <dgm:constr type="w" for="ch" forName="dot6" refType="userD"/>
                  <dgm:constr type="h" for="ch" forName="dot6" refType="userD"/>
                  <dgm:constr type="ctrX" for="ch" forName="dot7" refType="w" fact="0.5618"/>
                  <dgm:constr type="ctrY" for="ch" forName="dot7" refType="h" fact="0.7454"/>
                  <dgm:constr type="w" for="ch" forName="dot7" refType="userD"/>
                  <dgm:constr type="h" for="ch" forName="dot7" refType="userD"/>
                  <dgm:constr type="ctrX" for="ch" forName="dot8" refType="w" fact="0.6656"/>
                  <dgm:constr type="ctrY" for="ch" forName="dot8" refType="h" fact="0.6026"/>
                  <dgm:constr type="w" for="ch" forName="dot8" refType="userD"/>
                  <dgm:constr type="h" for="ch" forName="dot8" refType="userD"/>
                  <dgm:constr type="ctrX" for="ch" forName="dot9" refType="w" fact="0.7266"/>
                  <dgm:constr type="ctrY" for="ch" forName="dot9" refType="h" fact="0.4632"/>
                  <dgm:constr type="w" for="ch" forName="dot9" refType="userD"/>
                  <dgm:constr type="h" for="ch" forName="dot9" refType="userD"/>
                  <dgm:constr type="ctrX" for="ch" forName="dot10" refType="w" fact="0.7643"/>
                  <dgm:constr type="ctrY" for="ch" forName="dot10" refType="h" fact="0.3187"/>
                  <dgm:constr type="w" for="ch" forName="dot10" refType="userD"/>
                  <dgm:constr type="h" for="ch" forName="dot10" refType="userD"/>
                  <dgm:constr type="ctrX" for="ch" forName="dot11" refType="w" fact="0.7816"/>
                  <dgm:constr type="ctrY" for="ch" forName="dot11" refType="h" fact="0.1763"/>
                  <dgm:constr type="w" for="ch" forName="dot11" refType="userD"/>
                  <dgm:constr type="h" for="ch" forName="dot11" refType="userD"/>
                  <dgm:constr type="ctrX" for="ch" forName="dotArrow1" refType="w" fact="0.7558"/>
                  <dgm:constr type="ctrY" for="ch" forName="dotArrow1" refType="h" fact="-0.0099"/>
                  <dgm:constr type="w" for="ch" forName="dotArrow1" refType="userD"/>
                  <dgm:constr type="h" for="ch" forName="dotArrow1" refType="userD"/>
                  <dgm:constr type="ctrX" for="ch" forName="dotArrow2" refType="w" fact="0.7725"/>
                  <dgm:constr type="ctrY" for="ch" forName="dotArrow2" refType="h" fact="-0.0239"/>
                  <dgm:constr type="w" for="ch" forName="dotArrow2" refType="userD"/>
                  <dgm:constr type="h" for="ch" forName="dotArrow2" refType="userD"/>
                  <dgm:constr type="ctrX" for="ch" forName="dotArrow3" refType="w" fact="0.7892"/>
                  <dgm:constr type="ctrY" for="ch" forName="dotArrow3" refType="h" fact="-0.0378"/>
                  <dgm:constr type="w" for="ch" forName="dotArrow3" refType="userD"/>
                  <dgm:constr type="h" for="ch" forName="dotArrow3" refType="userD"/>
                  <dgm:constr type="ctrX" for="ch" forName="dotArrow4" refType="w" fact="0.8058"/>
                  <dgm:constr type="ctrY" for="ch" forName="dotArrow4" refType="h" fact="-0.0239"/>
                  <dgm:constr type="w" for="ch" forName="dotArrow4" refType="userD"/>
                  <dgm:constr type="h" for="ch" forName="dotArrow4" refType="userD"/>
                  <dgm:constr type="ctrX" for="ch" forName="dotArrow5" refType="w" fact="0.8225"/>
                  <dgm:constr type="ctrY" for="ch" forName="dotArrow5" refType="h" fact="-0.0099"/>
                  <dgm:constr type="w" for="ch" forName="dotArrow5" refType="userD"/>
                  <dgm:constr type="h" for="ch" forName="dotArrow5" refType="userD"/>
                  <dgm:constr type="ctrX" for="ch" forName="dotArrow6" refType="w" fact="0.7892"/>
                  <dgm:constr type="ctrY" for="ch" forName="dotArrow6" refType="h" fact="-0.0084"/>
                  <dgm:constr type="w" for="ch" forName="dotArrow6" refType="userD"/>
                  <dgm:constr type="h" for="ch" forName="dotArrow6" refType="userD"/>
                  <dgm:constr type="ctrX" for="ch" forName="dotArrow7" refType="w" fact="0.7892"/>
                  <dgm:constr type="ctrY" for="ch" forName="dotArrow7" refType="h" fact="0.0211"/>
                  <dgm:constr type="w" for="ch" forName="dotArrow7" refType="userD"/>
                  <dgm:constr type="h" for="ch" forName="dotArrow7" refType="userD"/>
                  <dgm:constr type="l" for="ch" forName="parTx1" refType="w" fact="0.2915"/>
                  <dgm:constr type="t" for="ch" forName="parTx1" refType="h" fact="0.8845"/>
                  <dgm:constr type="w" for="ch" forName="parTx1" refType="w" fact="0.2396"/>
                  <dgm:constr type="h" for="ch" forName="parTx1" refType="h" fact="0.0704"/>
                  <dgm:constr type="ctrX" for="ch" forName="picture1" refType="w" fact="0.2806"/>
                  <dgm:constr type="ctrY" for="ch" forName="picture1" refType="h" fact="0.8769"/>
                  <dgm:constr type="w" for="ch" forName="picture1" refType="w" fact="0.1111"/>
                  <dgm:constr type="h" for="ch" forName="picture1" refType="h" fact="0.1218"/>
                  <dgm:constr type="l" for="ch" forName="parTx2" refType="w" fact="0.5172"/>
                  <dgm:constr type="t" for="ch" forName="parTx2" refType="h" fact="0.7946"/>
                  <dgm:constr type="w" for="ch" forName="parTx2" refType="w" fact="0.2396"/>
                  <dgm:constr type="h" for="ch" forName="parTx2" refType="h" fact="0.0704"/>
                  <dgm:constr type="ctrX" for="ch" forName="picture2" refType="w" fact="0.5063"/>
                  <dgm:constr type="ctrY" for="ch" forName="picture2" refType="h" fact="0.787"/>
                  <dgm:constr type="w" for="ch" forName="picture2" refType="w" fact="0.1111"/>
                  <dgm:constr type="h" for="ch" forName="picture2" refType="h" fact="0.1218"/>
                  <dgm:constr type="l" for="ch" forName="parTx3" refType="w" fact="0.6285"/>
                  <dgm:constr type="t" for="ch" forName="parTx3" refType="h" fact="0.672"/>
                  <dgm:constr type="w" for="ch" forName="parTx3" refType="w" fact="0.2396"/>
                  <dgm:constr type="h" for="ch" forName="parTx3" refType="h" fact="0.0704"/>
                  <dgm:constr type="ctrX" for="ch" forName="picture3" refType="w" fact="0.6176"/>
                  <dgm:constr type="ctrY" for="ch" forName="picture3" refType="h" fact="0.6644"/>
                  <dgm:constr type="w" for="ch" forName="picture3" refType="w" fact="0.1111"/>
                  <dgm:constr type="h" for="ch" forName="picture3" refType="h" fact="0.1218"/>
                  <dgm:constr type="l" for="ch" forName="parTx4" refType="w" fact="0.6994"/>
                  <dgm:constr type="t" for="ch" forName="parTx4" refType="h" fact="0.5369"/>
                  <dgm:constr type="w" for="ch" forName="parTx4" refType="w" fact="0.2396"/>
                  <dgm:constr type="h" for="ch" forName="parTx4" refType="h" fact="0.0704"/>
                  <dgm:constr type="ctrX" for="ch" forName="picture4" refType="w" fact="0.6885"/>
                  <dgm:constr type="ctrY" for="ch" forName="picture4" refType="h" fact="0.5294"/>
                  <dgm:constr type="w" for="ch" forName="picture4" refType="w" fact="0.1111"/>
                  <dgm:constr type="h" for="ch" forName="picture4" refType="h" fact="0.1218"/>
                  <dgm:constr type="l" for="ch" forName="parTx5" refType="w" fact="0.75"/>
                  <dgm:constr type="t" for="ch" forName="parTx5" refType="h" fact="0.394"/>
                  <dgm:constr type="w" for="ch" forName="parTx5" refType="w" fact="0.2396"/>
                  <dgm:constr type="h" for="ch" forName="parTx5" refType="h" fact="0.0704"/>
                  <dgm:constr type="ctrX" for="ch" forName="picture5" refType="w" fact="0.7391"/>
                  <dgm:constr type="ctrY" for="ch" forName="picture5" refType="h" fact="0.3864"/>
                  <dgm:constr type="w" for="ch" forName="picture5" refType="w" fact="0.1111"/>
                  <dgm:constr type="h" for="ch" forName="picture5" refType="h" fact="0.1218"/>
                  <dgm:constr type="l" for="ch" forName="parTx6" refType="w" fact="0.7788"/>
                  <dgm:constr type="t" for="ch" forName="parTx6" refType="h" fact="0.252"/>
                  <dgm:constr type="w" for="ch" forName="parTx6" refType="w" fact="0.2396"/>
                  <dgm:constr type="h" for="ch" forName="parTx6" refType="h" fact="0.0704"/>
                  <dgm:constr type="ctrX" for="ch" forName="picture6" refType="w" fact="0.7679"/>
                  <dgm:constr type="ctrY" for="ch" forName="picture6" refType="h" fact="0.2444"/>
                  <dgm:constr type="w" for="ch" forName="picture6" refType="w" fact="0.1111"/>
                  <dgm:constr type="h" for="ch" forName="picture6" refType="h" fact="0.1218"/>
                  <dgm:constr type="l" for="ch" forName="parTx7" refType="w" fact="0.7945"/>
                  <dgm:constr type="t" for="ch" forName="parTx7" refType="h" fact="0.1151"/>
                  <dgm:constr type="w" for="ch" forName="parTx7" refType="w" fact="0.2396"/>
                  <dgm:constr type="h" for="ch" forName="parTx7" refType="h" fact="0.0704"/>
                  <dgm:constr type="ctrX" for="ch" forName="picture7" refType="w" fact="0.7836"/>
                  <dgm:constr type="ctrY" for="ch" forName="picture7" refType="h" fact="0.1075"/>
                  <dgm:constr type="w" for="ch" forName="picture7" refType="w" fact="0.1111"/>
                  <dgm:constr type="h" for="ch" forName="picture7" refType="h" fact="0.1218"/>
                </dgm:constrLst>
              </dgm:else>
            </dgm:choose>
          </dgm:if>
          <dgm:else name="Name68">
            <dgm:choose name="Name69">
              <dgm:if name="Name70" axis="des" func="maxDepth" op="gt" val="1">
                <dgm:alg type="composite">
                  <dgm:param type="ar" val="1.25"/>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parTx7" refType="primFontSz" refFor="ch" refForName="parTx1" op="equ"/>
                  <dgm:constr type="primFontSz" for="ch" forName="desTx1" op="equ" val="65"/>
                  <dgm:constr type="primFontSz" for="ch" forName="desTx2" refType="primFontSz" refFor="ch" refForName="desTx1" op="equ"/>
                  <dgm:constr type="primFontSz" for="ch" forName="desTx3" refType="primFontSz" refFor="ch" refForName="desTx1" op="equ"/>
                  <dgm:constr type="primFontSz" for="ch" forName="desTx4" refType="primFontSz" refFor="ch" refForName="desTx1" op="equ"/>
                  <dgm:constr type="primFontSz" for="ch" forName="desTx5" refType="primFontSz" refFor="ch" refForName="desTx1" op="equ"/>
                  <dgm:constr type="primFontSz" for="ch" forName="desTx6" refType="primFontSz" refFor="ch" refForName="desTx1" op="equ"/>
                  <dgm:constr type="primFontSz" for="ch" forName="desTx7" refType="primFontSz" refFor="ch" refForName="desTx1" op="equ"/>
                  <dgm:constr type="userD" refType="w" fact="0.0097"/>
                  <dgm:constr type="ctrX" for="ch" forName="dot1" refType="w" fact="0.6091"/>
                  <dgm:constr type="ctrY" for="ch" forName="dot1" refType="h" fact="0.8342"/>
                  <dgm:constr type="w" for="ch" forName="dot1" refType="userD"/>
                  <dgm:constr type="h" for="ch" forName="dot1" refType="userD"/>
                  <dgm:constr type="ctrX" for="ch" forName="dot2" refType="w" fact="0.6279"/>
                  <dgm:constr type="ctrY" for="ch" forName="dot2" refType="h" fact="0.8448"/>
                  <dgm:constr type="w" for="ch" forName="dot2" refType="userD"/>
                  <dgm:constr type="h" for="ch" forName="dot2" refType="userD"/>
                  <dgm:constr type="ctrX" for="ch" forName="dot3" refType="w" fact="0.647"/>
                  <dgm:constr type="ctrY" for="ch" forName="dot3" refType="h" fact="0.8539"/>
                  <dgm:constr type="w" for="ch" forName="dot3" refType="userD"/>
                  <dgm:constr type="h" for="ch" forName="dot3" refType="userD"/>
                  <dgm:constr type="ctrX" for="ch" forName="dot4" refType="w" fact="0.6663"/>
                  <dgm:constr type="ctrY" for="ch" forName="dot4" refType="h" fact="0.8615"/>
                  <dgm:constr type="w" for="ch" forName="dot4" refType="userD"/>
                  <dgm:constr type="h" for="ch" forName="dot4" refType="userD"/>
                  <dgm:constr type="ctrX" for="ch" forName="dot5" refType="w" fact="0.6858"/>
                  <dgm:constr type="ctrY" for="ch" forName="dot5" refType="h" fact="0.8676"/>
                  <dgm:constr type="w" for="ch" forName="dot5" refType="userD"/>
                  <dgm:constr type="h" for="ch" forName="dot5" refType="userD"/>
                  <dgm:constr type="ctrX" for="ch" forName="dot6" refType="w" fact="0.4912"/>
                  <dgm:constr type="ctrY" for="ch" forName="dot6" refType="h" fact="0.7255"/>
                  <dgm:constr type="w" for="ch" forName="dot6" refType="userD"/>
                  <dgm:constr type="h" for="ch" forName="dot6" refType="userD"/>
                  <dgm:constr type="ctrX" for="ch" forName="dot7" refType="w" fact="0.5074"/>
                  <dgm:constr type="ctrY" for="ch" forName="dot7" refType="h" fact="0.7454"/>
                  <dgm:constr type="w" for="ch" forName="dot7" refType="userD"/>
                  <dgm:constr type="h" for="ch" forName="dot7" refType="userD"/>
                  <dgm:constr type="ctrX" for="ch" forName="dot8" refType="w" fact="0.4164"/>
                  <dgm:constr type="ctrY" for="ch" forName="dot8" refType="h" fact="0.6026"/>
                  <dgm:constr type="w" for="ch" forName="dot8" refType="userD"/>
                  <dgm:constr type="h" for="ch" forName="dot8" refType="userD"/>
                  <dgm:constr type="ctrX" for="ch" forName="dot9" refType="w" fact="0.3629"/>
                  <dgm:constr type="ctrY" for="ch" forName="dot9" refType="h" fact="0.4632"/>
                  <dgm:constr type="w" for="ch" forName="dot9" refType="userD"/>
                  <dgm:constr type="h" for="ch" forName="dot9" refType="userD"/>
                  <dgm:constr type="ctrX" for="ch" forName="dot10" refType="w" fact="0.3299"/>
                  <dgm:constr type="ctrY" for="ch" forName="dot10" refType="h" fact="0.3187"/>
                  <dgm:constr type="w" for="ch" forName="dot10" refType="userD"/>
                  <dgm:constr type="h" for="ch" forName="dot10" refType="userD"/>
                  <dgm:constr type="ctrX" for="ch" forName="dot11" refType="w" fact="0.3147"/>
                  <dgm:constr type="ctrY" for="ch" forName="dot11" refType="h" fact="0.1763"/>
                  <dgm:constr type="w" for="ch" forName="dot11" refType="userD"/>
                  <dgm:constr type="h" for="ch" forName="dot11" refType="userD"/>
                  <dgm:constr type="ctrX" for="ch" forName="dotArrow1" refType="w" fact="0.3373"/>
                  <dgm:constr type="ctrY" for="ch" forName="dotArrow1" refType="h" fact="-0.0099"/>
                  <dgm:constr type="w" for="ch" forName="dotArrow1" refType="userD"/>
                  <dgm:constr type="h" for="ch" forName="dotArrow1" refType="userD"/>
                  <dgm:constr type="ctrX" for="ch" forName="dotArrow2" refType="w" fact="0.3227"/>
                  <dgm:constr type="ctrY" for="ch" forName="dotArrow2" refType="h" fact="-0.0239"/>
                  <dgm:constr type="w" for="ch" forName="dotArrow2" refType="userD"/>
                  <dgm:constr type="h" for="ch" forName="dotArrow2" refType="userD"/>
                  <dgm:constr type="ctrX" for="ch" forName="dotArrow3" refType="w" fact="0.3081"/>
                  <dgm:constr type="ctrY" for="ch" forName="dotArrow3" refType="h" fact="-0.0378"/>
                  <dgm:constr type="w" for="ch" forName="dotArrow3" refType="userD"/>
                  <dgm:constr type="h" for="ch" forName="dotArrow3" refType="userD"/>
                  <dgm:constr type="ctrX" for="ch" forName="dotArrow4" refType="w" fact="0.2935"/>
                  <dgm:constr type="ctrY" for="ch" forName="dotArrow4" refType="h" fact="-0.0239"/>
                  <dgm:constr type="w" for="ch" forName="dotArrow4" refType="userD"/>
                  <dgm:constr type="h" for="ch" forName="dotArrow4" refType="userD"/>
                  <dgm:constr type="ctrX" for="ch" forName="dotArrow5" refType="w" fact="0.2788"/>
                  <dgm:constr type="ctrY" for="ch" forName="dotArrow5" refType="h" fact="-0.0099"/>
                  <dgm:constr type="w" for="ch" forName="dotArrow5" refType="userD"/>
                  <dgm:constr type="h" for="ch" forName="dotArrow5" refType="userD"/>
                  <dgm:constr type="ctrX" for="ch" forName="dotArrow6" refType="w" fact="0.3081"/>
                  <dgm:constr type="ctrY" for="ch" forName="dotArrow6" refType="h" fact="-0.0084"/>
                  <dgm:constr type="w" for="ch" forName="dotArrow6" refType="userD"/>
                  <dgm:constr type="h" for="ch" forName="dotArrow6" refType="userD"/>
                  <dgm:constr type="ctrX" for="ch" forName="dotArrow7" refType="w" fact="0.3081"/>
                  <dgm:constr type="ctrY" for="ch" forName="dotArrow7" refType="h" fact="0.0211"/>
                  <dgm:constr type="w" for="ch" forName="dotArrow7" refType="userD"/>
                  <dgm:constr type="h" for="ch" forName="dotArrow7" refType="userD"/>
                  <dgm:constr type="r" for="ch" forName="parTx1" refType="w" fact="0.7444"/>
                  <dgm:constr type="t" for="ch" forName="parTx1" refType="h" fact="0.8856"/>
                  <dgm:constr type="w" for="ch" forName="parTx1" refType="w" fact="0.2101"/>
                  <dgm:constr type="h" for="ch" forName="parTx1" refType="h" fact="0.0704"/>
                  <dgm:constr type="ctrX" for="ch" forName="picture1" refType="w" fact="0.754"/>
                  <dgm:constr type="ctrY" for="ch" forName="picture1" refType="h" fact="0.8769"/>
                  <dgm:constr type="w" for="ch" forName="picture1" refType="w" fact="0.0974"/>
                  <dgm:constr type="h" for="ch" forName="picture1" refType="h" fact="0.1218"/>
                  <dgm:constr type="r" for="ch" forName="desTx1" refType="l" refFor="ch" refForName="parTx1"/>
                  <dgm:constr type="l" for="ch" forName="desTx1"/>
                  <dgm:constr type="t" for="ch" forName="desTx1" refType="t" refFor="ch" refForName="parTx1"/>
                  <dgm:constr type="h" for="ch" forName="desTx1" refType="h" refFor="ch" refForName="parTx1"/>
                  <dgm:constr type="r" for="ch" forName="parTx2" refType="w" fact="0.5465"/>
                  <dgm:constr type="t" for="ch" forName="parTx2" refType="h" fact="0.7956"/>
                  <dgm:constr type="w" for="ch" forName="parTx2" refType="w" fact="0.2101"/>
                  <dgm:constr type="h" for="ch" forName="parTx2" refType="h" fact="0.0704"/>
                  <dgm:constr type="ctrX" for="ch" forName="picture2" refType="w" fact="0.5561"/>
                  <dgm:constr type="ctrY" for="ch" forName="picture2" refType="h" fact="0.787"/>
                  <dgm:constr type="w" for="ch" forName="picture2" refType="w" fact="0.0974"/>
                  <dgm:constr type="h" for="ch" forName="picture2" refType="h" fact="0.1218"/>
                  <dgm:constr type="r" for="ch" forName="desTx2" refType="l" refFor="ch" refForName="parTx2"/>
                  <dgm:constr type="l" for="ch" forName="desTx2"/>
                  <dgm:constr type="t" for="ch" forName="desTx2" refType="t" refFor="ch" refForName="parTx2"/>
                  <dgm:constr type="h" for="ch" forName="desTx2" refType="h" refFor="ch" refForName="parTx2"/>
                  <dgm:constr type="r" for="ch" forName="parTx3" refType="w" fact="0.4489"/>
                  <dgm:constr type="t" for="ch" forName="parTx3" refType="h" fact="0.673"/>
                  <dgm:constr type="w" for="ch" forName="parTx3" refType="w" fact="0.2101"/>
                  <dgm:constr type="h" for="ch" forName="parTx3" refType="h" fact="0.0704"/>
                  <dgm:constr type="ctrX" for="ch" forName="picture3" refType="w" fact="0.4585"/>
                  <dgm:constr type="ctrY" for="ch" forName="picture3" refType="h" fact="0.6644"/>
                  <dgm:constr type="w" for="ch" forName="picture3" refType="w" fact="0.0974"/>
                  <dgm:constr type="h" for="ch" forName="picture3" refType="h" fact="0.1218"/>
                  <dgm:constr type="r" for="ch" forName="desTx3" refType="l" refFor="ch" refForName="parTx3"/>
                  <dgm:constr type="l" for="ch" forName="desTx3"/>
                  <dgm:constr type="t" for="ch" forName="desTx3" refType="t" refFor="ch" refForName="parTx3"/>
                  <dgm:constr type="h" for="ch" forName="desTx3" refType="h" refFor="ch" refForName="parTx3"/>
                  <dgm:constr type="r" for="ch" forName="parTx4" refType="w" fact="0.3868"/>
                  <dgm:constr type="t" for="ch" forName="parTx4" refType="h" fact="0.538"/>
                  <dgm:constr type="w" for="ch" forName="parTx4" refType="w" fact="0.2101"/>
                  <dgm:constr type="h" for="ch" forName="parTx4" refType="h" fact="0.0704"/>
                  <dgm:constr type="ctrX" for="ch" forName="picture4" refType="w" fact="0.3963"/>
                  <dgm:constr type="ctrY" for="ch" forName="picture4" refType="h" fact="0.5294"/>
                  <dgm:constr type="w" for="ch" forName="picture4" refType="w" fact="0.0974"/>
                  <dgm:constr type="h" for="ch" forName="picture4" refType="h" fact="0.1218"/>
                  <dgm:constr type="r" for="ch" forName="desTx4" refType="l" refFor="ch" refForName="parTx4"/>
                  <dgm:constr type="l" for="ch" forName="desTx4"/>
                  <dgm:constr type="t" for="ch" forName="desTx4" refType="t" refFor="ch" refForName="parTx4"/>
                  <dgm:constr type="h" for="ch" forName="desTx4" refType="h" refFor="ch" refForName="parTx4"/>
                  <dgm:constr type="r" for="ch" forName="parTx5" refType="w" fact="0.3424"/>
                  <dgm:constr type="t" for="ch" forName="parTx5" refType="h" fact="0.3951"/>
                  <dgm:constr type="w" for="ch" forName="parTx5" refType="w" fact="0.2101"/>
                  <dgm:constr type="h" for="ch" forName="parTx5" refType="h" fact="0.0704"/>
                  <dgm:constr type="ctrX" for="ch" forName="picture5" refType="w" fact="0.352"/>
                  <dgm:constr type="ctrY" for="ch" forName="picture5" refType="h" fact="0.3864"/>
                  <dgm:constr type="w" for="ch" forName="picture5" refType="w" fact="0.0974"/>
                  <dgm:constr type="h" for="ch" forName="picture5" refType="h" fact="0.1218"/>
                  <dgm:constr type="r" for="ch" forName="desTx5" refType="l" refFor="ch" refForName="parTx5"/>
                  <dgm:constr type="l" for="ch" forName="desTx5"/>
                  <dgm:constr type="t" for="ch" forName="desTx5" refType="t" refFor="ch" refForName="parTx5"/>
                  <dgm:constr type="h" for="ch" forName="desTx5" refType="h" refFor="ch" refForName="parTx5"/>
                  <dgm:constr type="r" for="ch" forName="parTx6" refType="w" fact="0.3172"/>
                  <dgm:constr type="t" for="ch" forName="parTx6" refType="h" fact="0.2531"/>
                  <dgm:constr type="w" for="ch" forName="parTx6" refType="w" fact="0.2101"/>
                  <dgm:constr type="h" for="ch" forName="parTx6" refType="h" fact="0.0704"/>
                  <dgm:constr type="ctrX" for="ch" forName="picture6" refType="w" fact="0.3267"/>
                  <dgm:constr type="ctrY" for="ch" forName="picture6" refType="h" fact="0.2444"/>
                  <dgm:constr type="w" for="ch" forName="picture6" refType="w" fact="0.0974"/>
                  <dgm:constr type="h" for="ch" forName="picture6" refType="h" fact="0.1218"/>
                  <dgm:constr type="r" for="ch" forName="desTx6" refType="l" refFor="ch" refForName="parTx6"/>
                  <dgm:constr type="l" for="ch" forName="desTx6"/>
                  <dgm:constr type="t" for="ch" forName="desTx6" refType="t" refFor="ch" refForName="parTx6"/>
                  <dgm:constr type="h" for="ch" forName="desTx6" refType="h" refFor="ch" refForName="parTx6"/>
                  <dgm:constr type="r" for="ch" forName="parTx7" refType="w" fact="0.3034"/>
                  <dgm:constr type="t" for="ch" forName="parTx7" refType="h" fact="0.1162"/>
                  <dgm:constr type="w" for="ch" forName="parTx7" refType="w" fact="0.2101"/>
                  <dgm:constr type="h" for="ch" forName="parTx7" refType="h" fact="0.0704"/>
                  <dgm:constr type="ctrX" for="ch" forName="picture7" refType="w" fact="0.3129"/>
                  <dgm:constr type="ctrY" for="ch" forName="picture7" refType="h" fact="0.1075"/>
                  <dgm:constr type="w" for="ch" forName="picture7" refType="w" fact="0.0974"/>
                  <dgm:constr type="h" for="ch" forName="picture7" refType="h" fact="0.1218"/>
                  <dgm:constr type="r" for="ch" forName="desTx7" refType="l" refFor="ch" refForName="parTx7"/>
                  <dgm:constr type="l" for="ch" forName="desTx7"/>
                  <dgm:constr type="t" for="ch" forName="desTx7" refType="t" refFor="ch" refForName="parTx7"/>
                  <dgm:constr type="h" for="ch" forName="desTx7" refType="h" refFor="ch" refForName="parTx7"/>
                </dgm:constrLst>
              </dgm:if>
              <dgm:else name="Name71">
                <dgm:alg type="composite">
                  <dgm:param type="ar" val="1.096"/>
                </dgm:alg>
                <dgm:constrLst>
                  <dgm:constr type="primFontSz" for="ch" forName="parTx1" op="equ" val="65"/>
                  <dgm:constr type="primFontSz" for="ch" forName="parTx2" refType="primFontSz" refFor="ch" refForName="parTx1" op="equ"/>
                  <dgm:constr type="primFontSz" for="ch" forName="parTx3" refType="primFontSz" refFor="ch" refForName="parTx1" op="equ"/>
                  <dgm:constr type="primFontSz" for="ch" forName="parTx4" refType="primFontSz" refFor="ch" refForName="parTx1" op="equ"/>
                  <dgm:constr type="primFontSz" for="ch" forName="parTx5" refType="primFontSz" refFor="ch" refForName="parTx1" op="equ"/>
                  <dgm:constr type="primFontSz" for="ch" forName="parTx6" refType="primFontSz" refFor="ch" refForName="parTx1" op="equ"/>
                  <dgm:constr type="primFontSz" for="ch" forName="parTx7" refType="primFontSz" refFor="ch" refForName="parTx1" op="equ"/>
                  <dgm:constr type="userD" refType="w" fact="0.0111"/>
                  <dgm:constr type="ctrX" for="ch" forName="dot1" refType="w" fact="0.5541"/>
                  <dgm:constr type="ctrY" for="ch" forName="dot1" refType="h" fact="0.8342"/>
                  <dgm:constr type="w" for="ch" forName="dot1" refType="userD"/>
                  <dgm:constr type="h" for="ch" forName="dot1" refType="userD"/>
                  <dgm:constr type="ctrX" for="ch" forName="dot2" refType="w" fact="0.5756"/>
                  <dgm:constr type="ctrY" for="ch" forName="dot2" refType="h" fact="0.8448"/>
                  <dgm:constr type="w" for="ch" forName="dot2" refType="userD"/>
                  <dgm:constr type="h" for="ch" forName="dot2" refType="userD"/>
                  <dgm:constr type="ctrX" for="ch" forName="dot3" refType="w" fact="0.5974"/>
                  <dgm:constr type="ctrY" for="ch" forName="dot3" refType="h" fact="0.8539"/>
                  <dgm:constr type="w" for="ch" forName="dot3" refType="userD"/>
                  <dgm:constr type="h" for="ch" forName="dot3" refType="userD"/>
                  <dgm:constr type="ctrX" for="ch" forName="dot4" refType="w" fact="0.6194"/>
                  <dgm:constr type="ctrY" for="ch" forName="dot4" refType="h" fact="0.8615"/>
                  <dgm:constr type="w" for="ch" forName="dot4" refType="userD"/>
                  <dgm:constr type="h" for="ch" forName="dot4" refType="userD"/>
                  <dgm:constr type="ctrX" for="ch" forName="dot5" refType="w" fact="0.6416"/>
                  <dgm:constr type="ctrY" for="ch" forName="dot5" refType="h" fact="0.8676"/>
                  <dgm:constr type="w" for="ch" forName="dot5" refType="userD"/>
                  <dgm:constr type="h" for="ch" forName="dot5" refType="userD"/>
                  <dgm:constr type="ctrX" for="ch" forName="dot6" refType="w" fact="0.4197"/>
                  <dgm:constr type="ctrY" for="ch" forName="dot6" refType="h" fact="0.7255"/>
                  <dgm:constr type="w" for="ch" forName="dot6" refType="userD"/>
                  <dgm:constr type="h" for="ch" forName="dot6" refType="userD"/>
                  <dgm:constr type="ctrX" for="ch" forName="dot7" refType="w" fact="0.4382"/>
                  <dgm:constr type="ctrY" for="ch" forName="dot7" refType="h" fact="0.7454"/>
                  <dgm:constr type="w" for="ch" forName="dot7" refType="userD"/>
                  <dgm:constr type="h" for="ch" forName="dot7" refType="userD"/>
                  <dgm:constr type="ctrX" for="ch" forName="dot8" refType="w" fact="0.3344"/>
                  <dgm:constr type="ctrY" for="ch" forName="dot8" refType="h" fact="0.6026"/>
                  <dgm:constr type="w" for="ch" forName="dot8" refType="userD"/>
                  <dgm:constr type="h" for="ch" forName="dot8" refType="userD"/>
                  <dgm:constr type="ctrX" for="ch" forName="dot9" refType="w" fact="0.2734"/>
                  <dgm:constr type="ctrY" for="ch" forName="dot9" refType="h" fact="0.4632"/>
                  <dgm:constr type="w" for="ch" forName="dot9" refType="userD"/>
                  <dgm:constr type="h" for="ch" forName="dot9" refType="userD"/>
                  <dgm:constr type="ctrX" for="ch" forName="dot10" refType="w" fact="0.2357"/>
                  <dgm:constr type="ctrY" for="ch" forName="dot10" refType="h" fact="0.3187"/>
                  <dgm:constr type="w" for="ch" forName="dot10" refType="userD"/>
                  <dgm:constr type="h" for="ch" forName="dot10" refType="userD"/>
                  <dgm:constr type="ctrX" for="ch" forName="dot11" refType="w" fact="0.2184"/>
                  <dgm:constr type="ctrY" for="ch" forName="dot11" refType="h" fact="0.1763"/>
                  <dgm:constr type="w" for="ch" forName="dot11" refType="userD"/>
                  <dgm:constr type="h" for="ch" forName="dot11" refType="userD"/>
                  <dgm:constr type="ctrX" for="ch" forName="dotArrow1" refType="w" fact="0.2442"/>
                  <dgm:constr type="ctrY" for="ch" forName="dotArrow1" refType="h" fact="-0.0099"/>
                  <dgm:constr type="w" for="ch" forName="dotArrow1" refType="userD"/>
                  <dgm:constr type="h" for="ch" forName="dotArrow1" refType="userD"/>
                  <dgm:constr type="ctrX" for="ch" forName="dotArrow2" refType="w" fact="0.2275"/>
                  <dgm:constr type="ctrY" for="ch" forName="dotArrow2" refType="h" fact="-0.0239"/>
                  <dgm:constr type="w" for="ch" forName="dotArrow2" refType="userD"/>
                  <dgm:constr type="h" for="ch" forName="dotArrow2" refType="userD"/>
                  <dgm:constr type="ctrX" for="ch" forName="dotArrow3" refType="w" fact="0.2108"/>
                  <dgm:constr type="ctrY" for="ch" forName="dotArrow3" refType="h" fact="-0.0378"/>
                  <dgm:constr type="w" for="ch" forName="dotArrow3" refType="userD"/>
                  <dgm:constr type="h" for="ch" forName="dotArrow3" refType="userD"/>
                  <dgm:constr type="ctrX" for="ch" forName="dotArrow4" refType="w" fact="0.1942"/>
                  <dgm:constr type="ctrY" for="ch" forName="dotArrow4" refType="h" fact="-0.0239"/>
                  <dgm:constr type="w" for="ch" forName="dotArrow4" refType="userD"/>
                  <dgm:constr type="h" for="ch" forName="dotArrow4" refType="userD"/>
                  <dgm:constr type="ctrX" for="ch" forName="dotArrow5" refType="w" fact="0.1775"/>
                  <dgm:constr type="ctrY" for="ch" forName="dotArrow5" refType="h" fact="-0.0099"/>
                  <dgm:constr type="w" for="ch" forName="dotArrow5" refType="userD"/>
                  <dgm:constr type="h" for="ch" forName="dotArrow5" refType="userD"/>
                  <dgm:constr type="ctrX" for="ch" forName="dotArrow6" refType="w" fact="0.2108"/>
                  <dgm:constr type="ctrY" for="ch" forName="dotArrow6" refType="h" fact="-0.0084"/>
                  <dgm:constr type="w" for="ch" forName="dotArrow6" refType="userD"/>
                  <dgm:constr type="h" for="ch" forName="dotArrow6" refType="userD"/>
                  <dgm:constr type="ctrX" for="ch" forName="dotArrow7" refType="w" fact="0.2108"/>
                  <dgm:constr type="ctrY" for="ch" forName="dotArrow7" refType="h" fact="0.0211"/>
                  <dgm:constr type="w" for="ch" forName="dotArrow7" refType="userD"/>
                  <dgm:constr type="h" for="ch" forName="dotArrow7" refType="userD"/>
                  <dgm:constr type="r" for="ch" forName="parTx1" refType="w" fact="0.7085"/>
                  <dgm:constr type="t" for="ch" forName="parTx1" refType="h" fact="0.8845"/>
                  <dgm:constr type="w" for="ch" forName="parTx1" refType="w" fact="0.2396"/>
                  <dgm:constr type="h" for="ch" forName="parTx1" refType="h" fact="0.0704"/>
                  <dgm:constr type="ctrX" for="ch" forName="picture1" refType="w" fact="0.7194"/>
                  <dgm:constr type="ctrY" for="ch" forName="picture1" refType="h" fact="0.8769"/>
                  <dgm:constr type="w" for="ch" forName="picture1" refType="w" fact="0.1111"/>
                  <dgm:constr type="h" for="ch" forName="picture1" refType="h" fact="0.1218"/>
                  <dgm:constr type="r" for="ch" forName="parTx2" refType="w" fact="0.4828"/>
                  <dgm:constr type="t" for="ch" forName="parTx2" refType="h" fact="0.7946"/>
                  <dgm:constr type="w" for="ch" forName="parTx2" refType="w" fact="0.2396"/>
                  <dgm:constr type="h" for="ch" forName="parTx2" refType="h" fact="0.0704"/>
                  <dgm:constr type="ctrX" for="ch" forName="picture2" refType="w" fact="0.4937"/>
                  <dgm:constr type="ctrY" for="ch" forName="picture2" refType="h" fact="0.787"/>
                  <dgm:constr type="w" for="ch" forName="picture2" refType="w" fact="0.1111"/>
                  <dgm:constr type="h" for="ch" forName="picture2" refType="h" fact="0.1218"/>
                  <dgm:constr type="r" for="ch" forName="parTx3" refType="w" fact="0.3715"/>
                  <dgm:constr type="t" for="ch" forName="parTx3" refType="h" fact="0.672"/>
                  <dgm:constr type="w" for="ch" forName="parTx3" refType="w" fact="0.2396"/>
                  <dgm:constr type="h" for="ch" forName="parTx3" refType="h" fact="0.0704"/>
                  <dgm:constr type="ctrX" for="ch" forName="picture3" refType="w" fact="0.3824"/>
                  <dgm:constr type="ctrY" for="ch" forName="picture3" refType="h" fact="0.6644"/>
                  <dgm:constr type="w" for="ch" forName="picture3" refType="w" fact="0.1111"/>
                  <dgm:constr type="h" for="ch" forName="picture3" refType="h" fact="0.1218"/>
                  <dgm:constr type="r" for="ch" forName="parTx4" refType="w" fact="0.3006"/>
                  <dgm:constr type="t" for="ch" forName="parTx4" refType="h" fact="0.5369"/>
                  <dgm:constr type="w" for="ch" forName="parTx4" refType="w" fact="0.2396"/>
                  <dgm:constr type="h" for="ch" forName="parTx4" refType="h" fact="0.0704"/>
                  <dgm:constr type="ctrX" for="ch" forName="picture4" refType="w" fact="0.3115"/>
                  <dgm:constr type="ctrY" for="ch" forName="picture4" refType="h" fact="0.5294"/>
                  <dgm:constr type="w" for="ch" forName="picture4" refType="w" fact="0.1111"/>
                  <dgm:constr type="h" for="ch" forName="picture4" refType="h" fact="0.1218"/>
                  <dgm:constr type="r" for="ch" forName="parTx5" refType="w" fact="0.25"/>
                  <dgm:constr type="t" for="ch" forName="parTx5" refType="h" fact="0.394"/>
                  <dgm:constr type="w" for="ch" forName="parTx5" refType="w" fact="0.2396"/>
                  <dgm:constr type="h" for="ch" forName="parTx5" refType="h" fact="0.0704"/>
                  <dgm:constr type="ctrX" for="ch" forName="picture5" refType="w" fact="0.2609"/>
                  <dgm:constr type="ctrY" for="ch" forName="picture5" refType="h" fact="0.3864"/>
                  <dgm:constr type="w" for="ch" forName="picture5" refType="w" fact="0.1111"/>
                  <dgm:constr type="h" for="ch" forName="picture5" refType="h" fact="0.1218"/>
                  <dgm:constr type="r" for="ch" forName="parTx6" refType="w" fact="0.2212"/>
                  <dgm:constr type="t" for="ch" forName="parTx6" refType="h" fact="0.252"/>
                  <dgm:constr type="w" for="ch" forName="parTx6" refType="w" fact="0.2396"/>
                  <dgm:constr type="h" for="ch" forName="parTx6" refType="h" fact="0.0704"/>
                  <dgm:constr type="ctrX" for="ch" forName="picture6" refType="w" fact="0.2321"/>
                  <dgm:constr type="ctrY" for="ch" forName="picture6" refType="h" fact="0.2444"/>
                  <dgm:constr type="w" for="ch" forName="picture6" refType="w" fact="0.1111"/>
                  <dgm:constr type="h" for="ch" forName="picture6" refType="h" fact="0.1218"/>
                  <dgm:constr type="r" for="ch" forName="parTx7" refType="w" fact="0.2055"/>
                  <dgm:constr type="t" for="ch" forName="parTx7" refType="h" fact="0.1151"/>
                  <dgm:constr type="w" for="ch" forName="parTx7" refType="w" fact="0.2396"/>
                  <dgm:constr type="h" for="ch" forName="parTx7" refType="h" fact="0.0704"/>
                  <dgm:constr type="ctrX" for="ch" forName="picture7" refType="w" fact="0.2164"/>
                  <dgm:constr type="ctrY" for="ch" forName="picture7" refType="h" fact="0.1075"/>
                  <dgm:constr type="w" for="ch" forName="picture7" refType="w" fact="0.1111"/>
                  <dgm:constr type="h" for="ch" forName="picture7" refType="h" fact="0.1218"/>
                </dgm:constrLst>
              </dgm:else>
            </dgm:choose>
          </dgm:else>
        </dgm:choose>
      </dgm:else>
    </dgm:choose>
    <dgm:forEach name="wrapper" axis="self" ptType="parTrans">
      <dgm:forEach name="wrapper2" axis="self" ptType="sibTrans" st="2">
        <dgm:forEach name="imageRepeat" axis="self">
          <dgm:layoutNode name="imageRepeatNode" styleLbl="fgImgPlace1">
            <dgm:alg type="sp"/>
            <dgm:shape xmlns:r="http://schemas.openxmlformats.org/officeDocument/2006/relationships" type="ellipse" r:blip="" blipPhldr="1">
              <dgm:adjLst/>
            </dgm:shape>
            <dgm:presOf axis="self"/>
          </dgm:layoutNode>
        </dgm:forEach>
      </dgm:forEach>
    </dgm:forEach>
    <dgm:choose name="Name72">
      <dgm:if name="Name73" axis="ch" ptType="node" func="cnt" op="gte" val="2">
        <dgm:layoutNode name="dot1" styleLbl="alignNode1">
          <dgm:alg type="sp"/>
          <dgm:shape xmlns:r="http://schemas.openxmlformats.org/officeDocument/2006/relationships" type="ellipse" r:blip="">
            <dgm:adjLst/>
          </dgm:shape>
          <dgm:presOf/>
        </dgm:layoutNode>
        <dgm:layoutNode name="dot2" styleLbl="alignNode1">
          <dgm:alg type="sp"/>
          <dgm:shape xmlns:r="http://schemas.openxmlformats.org/officeDocument/2006/relationships" type="ellipse" r:blip="">
            <dgm:adjLst/>
          </dgm:shape>
          <dgm:presOf/>
        </dgm:layoutNode>
        <dgm:layoutNode name="dot3" styleLbl="alignNode1">
          <dgm:alg type="sp"/>
          <dgm:shape xmlns:r="http://schemas.openxmlformats.org/officeDocument/2006/relationships" type="ellipse" r:blip="">
            <dgm:adjLst/>
          </dgm:shape>
          <dgm:presOf/>
        </dgm:layoutNode>
      </dgm:if>
      <dgm:else name="Name74"/>
    </dgm:choose>
    <dgm:choose name="Name75">
      <dgm:if name="Name76" axis="ch" ptType="node" func="cnt" op="gte" val="3">
        <dgm:layoutNode name="dot4" styleLbl="alignNode1">
          <dgm:alg type="sp"/>
          <dgm:shape xmlns:r="http://schemas.openxmlformats.org/officeDocument/2006/relationships" type="ellipse" r:blip="">
            <dgm:adjLst/>
          </dgm:shape>
          <dgm:presOf/>
        </dgm:layoutNode>
        <dgm:layoutNode name="dot5" styleLbl="alignNode1">
          <dgm:alg type="sp"/>
          <dgm:shape xmlns:r="http://schemas.openxmlformats.org/officeDocument/2006/relationships" type="ellipse" r:blip="">
            <dgm:adjLst/>
          </dgm:shape>
          <dgm:presOf/>
        </dgm:layoutNode>
      </dgm:if>
      <dgm:else name="Name77"/>
    </dgm:choose>
    <dgm:choose name="Name78">
      <dgm:if name="Name79" axis="ch" ptType="node" func="cnt" op="gte" val="4">
        <dgm:layoutNode name="dot6" styleLbl="alignNode1">
          <dgm:alg type="sp"/>
          <dgm:shape xmlns:r="http://schemas.openxmlformats.org/officeDocument/2006/relationships" type="ellipse" r:blip="">
            <dgm:adjLst/>
          </dgm:shape>
          <dgm:presOf/>
        </dgm:layoutNode>
      </dgm:if>
      <dgm:else name="Name80"/>
    </dgm:choose>
    <dgm:choose name="Name81">
      <dgm:if name="Name82" axis="ch" ptType="node" func="cnt" op="gte" val="5">
        <dgm:layoutNode name="dot7" styleLbl="alignNode1">
          <dgm:alg type="sp"/>
          <dgm:shape xmlns:r="http://schemas.openxmlformats.org/officeDocument/2006/relationships" type="ellipse" r:blip="">
            <dgm:adjLst/>
          </dgm:shape>
          <dgm:presOf/>
        </dgm:layoutNode>
        <dgm:layoutNode name="dot8" styleLbl="alignNode1">
          <dgm:alg type="sp"/>
          <dgm:shape xmlns:r="http://schemas.openxmlformats.org/officeDocument/2006/relationships" type="ellipse" r:blip="">
            <dgm:adjLst/>
          </dgm:shape>
          <dgm:presOf/>
        </dgm:layoutNode>
      </dgm:if>
      <dgm:else name="Name83"/>
    </dgm:choose>
    <dgm:choose name="Name84">
      <dgm:if name="Name85" axis="ch" ptType="node" func="cnt" op="gte" val="6">
        <dgm:layoutNode name="dot9" styleLbl="alignNode1">
          <dgm:alg type="sp"/>
          <dgm:shape xmlns:r="http://schemas.openxmlformats.org/officeDocument/2006/relationships" type="ellipse" r:blip="">
            <dgm:adjLst/>
          </dgm:shape>
          <dgm:presOf/>
        </dgm:layoutNode>
        <dgm:layoutNode name="dot10" styleLbl="alignNode1">
          <dgm:alg type="sp"/>
          <dgm:shape xmlns:r="http://schemas.openxmlformats.org/officeDocument/2006/relationships" type="ellipse" r:blip="">
            <dgm:adjLst/>
          </dgm:shape>
          <dgm:presOf/>
        </dgm:layoutNode>
      </dgm:if>
      <dgm:else name="Name86"/>
    </dgm:choose>
    <dgm:choose name="Name87">
      <dgm:if name="Name88" axis="ch" ptType="node" func="cnt" op="gte" val="7">
        <dgm:layoutNode name="dot11" styleLbl="alignNode1">
          <dgm:alg type="sp"/>
          <dgm:shape xmlns:r="http://schemas.openxmlformats.org/officeDocument/2006/relationships" type="ellipse" r:blip="">
            <dgm:adjLst/>
          </dgm:shape>
          <dgm:presOf/>
        </dgm:layoutNode>
      </dgm:if>
      <dgm:else name="Name89"/>
    </dgm:choose>
    <dgm:choose name="Name90">
      <dgm:if name="Name91" axis="ch" ptType="node" func="cnt" op="gte" val="2">
        <dgm:layoutNode name="dotArrow1" styleLbl="alignNode1">
          <dgm:alg type="sp"/>
          <dgm:shape xmlns:r="http://schemas.openxmlformats.org/officeDocument/2006/relationships" type="ellipse" r:blip="">
            <dgm:adjLst/>
          </dgm:shape>
          <dgm:presOf/>
        </dgm:layoutNode>
        <dgm:layoutNode name="dotArrow2" styleLbl="alignNode1">
          <dgm:alg type="sp"/>
          <dgm:shape xmlns:r="http://schemas.openxmlformats.org/officeDocument/2006/relationships" type="ellipse" r:blip="">
            <dgm:adjLst/>
          </dgm:shape>
          <dgm:presOf/>
        </dgm:layoutNode>
        <dgm:layoutNode name="dotArrow3" styleLbl="alignNode1">
          <dgm:alg type="sp"/>
          <dgm:shape xmlns:r="http://schemas.openxmlformats.org/officeDocument/2006/relationships" type="ellipse" r:blip="">
            <dgm:adjLst/>
          </dgm:shape>
          <dgm:presOf/>
        </dgm:layoutNode>
        <dgm:layoutNode name="dotArrow4" styleLbl="alignNode1">
          <dgm:alg type="sp"/>
          <dgm:shape xmlns:r="http://schemas.openxmlformats.org/officeDocument/2006/relationships" type="ellipse" r:blip="">
            <dgm:adjLst/>
          </dgm:shape>
          <dgm:presOf/>
        </dgm:layoutNode>
        <dgm:layoutNode name="dotArrow5" styleLbl="alignNode1">
          <dgm:alg type="sp"/>
          <dgm:shape xmlns:r="http://schemas.openxmlformats.org/officeDocument/2006/relationships" type="ellipse" r:blip="">
            <dgm:adjLst/>
          </dgm:shape>
          <dgm:presOf/>
        </dgm:layoutNode>
        <dgm:layoutNode name="dotArrow6" styleLbl="alignNode1">
          <dgm:alg type="sp"/>
          <dgm:shape xmlns:r="http://schemas.openxmlformats.org/officeDocument/2006/relationships" type="ellipse" r:blip="">
            <dgm:adjLst/>
          </dgm:shape>
          <dgm:presOf/>
        </dgm:layoutNode>
        <dgm:layoutNode name="dotArrow7" styleLbl="alignNode1">
          <dgm:alg type="sp"/>
          <dgm:shape xmlns:r="http://schemas.openxmlformats.org/officeDocument/2006/relationships" type="ellipse" r:blip="">
            <dgm:adjLst/>
          </dgm:shape>
          <dgm:presOf/>
        </dgm:layoutNode>
      </dgm:if>
      <dgm:else name="Name92"/>
    </dgm:choose>
    <dgm:forEach name="Name93" axis="ch" ptType="node" cnt="1">
      <dgm:layoutNode name="parTx1">
        <dgm:choose name="Name94">
          <dgm:if name="Name95" func="var" arg="dir" op="equ" val="norm">
            <dgm:alg type="tx">
              <dgm:param type="parTxLTRAlign" val="l"/>
              <dgm:param type="parTxRTLAlign" val="r"/>
            </dgm:alg>
          </dgm:if>
          <dgm:else name="Name96">
            <dgm:alg type="tx">
              <dgm:param type="parTxLTRAlign" val="r"/>
              <dgm:param type="parTxRTLAlign" val="l"/>
            </dgm:alg>
          </dgm:else>
        </dgm:choose>
        <dgm:shape xmlns:r="http://schemas.openxmlformats.org/officeDocument/2006/relationships" type="roundRect" r:blip="">
          <dgm:adjLst/>
        </dgm:shape>
        <dgm:presOf axis="self" ptType="node"/>
        <dgm:choose name="Name97">
          <dgm:if name="Name98" func="var" arg="dir" op="equ" val="norm">
            <dgm:constrLst>
              <dgm:constr type="lMarg" refType="w" fact="0.6"/>
              <dgm:constr type="rMarg" refType="primFontSz" fact="0.3"/>
              <dgm:constr type="tMarg" refType="primFontSz" fact="0.3"/>
              <dgm:constr type="bMarg" refType="primFontSz" fact="0.3"/>
            </dgm:constrLst>
          </dgm:if>
          <dgm:else name="Name99">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100">
        <dgm:if name="Name101" axis="ch" ptType="node" func="cnt" op="gte" val="1">
          <dgm:layoutNode name="desTx1" styleLbl="revTx">
            <dgm:varLst>
              <dgm:bulletEnabled val="1"/>
            </dgm:varLst>
            <dgm:choose name="Name102">
              <dgm:if name="Name103" func="var" arg="dir" op="equ" val="norm">
                <dgm:choose name="Name104">
                  <dgm:if name="Name105" axis="ch" ptType="node" func="cnt" op="gte" val="2">
                    <dgm:alg type="tx">
                      <dgm:param type="parTxLTRAlign" val="l"/>
                      <dgm:param type="parTxRTLAlign" val="l"/>
                      <dgm:param type="stBulletLvl" val="1"/>
                    </dgm:alg>
                  </dgm:if>
                  <dgm:else name="Name106">
                    <dgm:alg type="tx">
                      <dgm:param type="parTxLTRAlign" val="l"/>
                      <dgm:param type="parTxRTLAlign" val="l"/>
                    </dgm:alg>
                  </dgm:else>
                </dgm:choose>
              </dgm:if>
              <dgm:else name="Name107">
                <dgm:choose name="Name108">
                  <dgm:if name="Name109" axis="ch" ptType="node" func="cnt" op="gte" val="2">
                    <dgm:alg type="tx">
                      <dgm:param type="parTxLTRAlign" val="r"/>
                      <dgm:param type="parTxRTLAlign" val="r"/>
                      <dgm:param type="shpTxLTRAlignCh" val="r"/>
                      <dgm:param type="shpTxRTLAlignCh" val="r"/>
                      <dgm:param type="stBulletLvl" val="1"/>
                    </dgm:alg>
                  </dgm:if>
                  <dgm:else name="Name110">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111"/>
      </dgm:choose>
    </dgm:forEach>
    <dgm:forEach name="Name112" axis="ch" ptType="sibTrans" hideLastTrans="0" cnt="1">
      <dgm:layoutNode name="picture1">
        <dgm:alg type="sp"/>
        <dgm:shape xmlns:r="http://schemas.openxmlformats.org/officeDocument/2006/relationships" r:blip="">
          <dgm:adjLst/>
        </dgm:shape>
        <dgm:presOf/>
        <dgm:constrLst/>
        <dgm:forEach name="Name113" ref="imageRepeat"/>
      </dgm:layoutNode>
    </dgm:forEach>
    <dgm:forEach name="Name114" axis="ch" ptType="node" st="2" cnt="1">
      <dgm:layoutNode name="parTx2">
        <dgm:choose name="Name115">
          <dgm:if name="Name116" func="var" arg="dir" op="equ" val="norm">
            <dgm:alg type="tx">
              <dgm:param type="parTxLTRAlign" val="l"/>
              <dgm:param type="parTxRTLAlign" val="r"/>
            </dgm:alg>
          </dgm:if>
          <dgm:else name="Name117">
            <dgm:alg type="tx">
              <dgm:param type="parTxLTRAlign" val="r"/>
              <dgm:param type="parTxRTLAlign" val="l"/>
            </dgm:alg>
          </dgm:else>
        </dgm:choose>
        <dgm:shape xmlns:r="http://schemas.openxmlformats.org/officeDocument/2006/relationships" type="roundRect" r:blip="">
          <dgm:adjLst/>
        </dgm:shape>
        <dgm:presOf axis="self" ptType="node"/>
        <dgm:choose name="Name118">
          <dgm:if name="Name119" func="var" arg="dir" op="equ" val="norm">
            <dgm:constrLst>
              <dgm:constr type="lMarg" refType="w" fact="0.6"/>
              <dgm:constr type="rMarg" refType="primFontSz" fact="0.3"/>
              <dgm:constr type="tMarg" refType="primFontSz" fact="0.3"/>
              <dgm:constr type="bMarg" refType="primFontSz" fact="0.3"/>
            </dgm:constrLst>
          </dgm:if>
          <dgm:else name="Name120">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121">
        <dgm:if name="Name122" axis="ch" ptType="node" func="cnt" op="gte" val="1">
          <dgm:layoutNode name="desTx2" styleLbl="revTx">
            <dgm:varLst>
              <dgm:bulletEnabled val="1"/>
            </dgm:varLst>
            <dgm:choose name="Name123">
              <dgm:if name="Name124" func="var" arg="dir" op="equ" val="norm">
                <dgm:choose name="Name125">
                  <dgm:if name="Name126" axis="ch" ptType="node" func="cnt" op="gte" val="2">
                    <dgm:alg type="tx">
                      <dgm:param type="parTxLTRAlign" val="l"/>
                      <dgm:param type="parTxRTLAlign" val="l"/>
                      <dgm:param type="stBulletLvl" val="1"/>
                    </dgm:alg>
                  </dgm:if>
                  <dgm:else name="Name127">
                    <dgm:alg type="tx">
                      <dgm:param type="parTxLTRAlign" val="l"/>
                      <dgm:param type="parTxRTLAlign" val="l"/>
                    </dgm:alg>
                  </dgm:else>
                </dgm:choose>
              </dgm:if>
              <dgm:else name="Name128">
                <dgm:choose name="Name129">
                  <dgm:if name="Name130" axis="ch" ptType="node" func="cnt" op="gte" val="2">
                    <dgm:alg type="tx">
                      <dgm:param type="parTxLTRAlign" val="r"/>
                      <dgm:param type="parTxRTLAlign" val="r"/>
                      <dgm:param type="shpTxLTRAlignCh" val="r"/>
                      <dgm:param type="shpTxRTLAlignCh" val="r"/>
                      <dgm:param type="stBulletLvl" val="1"/>
                    </dgm:alg>
                  </dgm:if>
                  <dgm:else name="Name131">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132"/>
      </dgm:choose>
    </dgm:forEach>
    <dgm:forEach name="Name133" axis="ch" ptType="sibTrans" hideLastTrans="0" st="2" cnt="1">
      <dgm:layoutNode name="picture2">
        <dgm:alg type="sp"/>
        <dgm:shape xmlns:r="http://schemas.openxmlformats.org/officeDocument/2006/relationships" r:blip="">
          <dgm:adjLst/>
        </dgm:shape>
        <dgm:presOf/>
        <dgm:constrLst/>
        <dgm:forEach name="Name134" ref="imageRepeat"/>
      </dgm:layoutNode>
    </dgm:forEach>
    <dgm:forEach name="Name135" axis="ch" ptType="node" st="3" cnt="1">
      <dgm:layoutNode name="parTx3">
        <dgm:choose name="Name136">
          <dgm:if name="Name137" func="var" arg="dir" op="equ" val="norm">
            <dgm:alg type="tx">
              <dgm:param type="parTxLTRAlign" val="l"/>
              <dgm:param type="parTxRTLAlign" val="r"/>
            </dgm:alg>
          </dgm:if>
          <dgm:else name="Name138">
            <dgm:alg type="tx">
              <dgm:param type="parTxLTRAlign" val="r"/>
              <dgm:param type="parTxRTLAlign" val="l"/>
            </dgm:alg>
          </dgm:else>
        </dgm:choose>
        <dgm:shape xmlns:r="http://schemas.openxmlformats.org/officeDocument/2006/relationships" type="roundRect" r:blip="">
          <dgm:adjLst/>
        </dgm:shape>
        <dgm:presOf axis="self" ptType="node"/>
        <dgm:choose name="Name139">
          <dgm:if name="Name140" func="var" arg="dir" op="equ" val="norm">
            <dgm:constrLst>
              <dgm:constr type="lMarg" refType="w" fact="0.6"/>
              <dgm:constr type="rMarg" refType="primFontSz" fact="0.3"/>
              <dgm:constr type="tMarg" refType="primFontSz" fact="0.3"/>
              <dgm:constr type="bMarg" refType="primFontSz" fact="0.3"/>
            </dgm:constrLst>
          </dgm:if>
          <dgm:else name="Name141">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142">
        <dgm:if name="Name143" axis="ch" ptType="node" func="cnt" op="gte" val="1">
          <dgm:layoutNode name="desTx3" styleLbl="revTx">
            <dgm:varLst>
              <dgm:bulletEnabled val="1"/>
            </dgm:varLst>
            <dgm:choose name="Name144">
              <dgm:if name="Name145" func="var" arg="dir" op="equ" val="norm">
                <dgm:choose name="Name146">
                  <dgm:if name="Name147" axis="ch" ptType="node" func="cnt" op="gte" val="2">
                    <dgm:alg type="tx">
                      <dgm:param type="parTxLTRAlign" val="l"/>
                      <dgm:param type="parTxRTLAlign" val="l"/>
                      <dgm:param type="stBulletLvl" val="1"/>
                    </dgm:alg>
                  </dgm:if>
                  <dgm:else name="Name148">
                    <dgm:alg type="tx">
                      <dgm:param type="parTxLTRAlign" val="l"/>
                      <dgm:param type="parTxRTLAlign" val="l"/>
                    </dgm:alg>
                  </dgm:else>
                </dgm:choose>
              </dgm:if>
              <dgm:else name="Name149">
                <dgm:choose name="Name150">
                  <dgm:if name="Name151" axis="ch" ptType="node" func="cnt" op="gte" val="2">
                    <dgm:alg type="tx">
                      <dgm:param type="parTxLTRAlign" val="r"/>
                      <dgm:param type="parTxRTLAlign" val="r"/>
                      <dgm:param type="shpTxLTRAlignCh" val="r"/>
                      <dgm:param type="shpTxRTLAlignCh" val="r"/>
                      <dgm:param type="stBulletLvl" val="1"/>
                    </dgm:alg>
                  </dgm:if>
                  <dgm:else name="Name152">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153"/>
      </dgm:choose>
    </dgm:forEach>
    <dgm:forEach name="Name154" axis="ch" ptType="sibTrans" hideLastTrans="0" st="3" cnt="1">
      <dgm:layoutNode name="picture3">
        <dgm:alg type="sp"/>
        <dgm:shape xmlns:r="http://schemas.openxmlformats.org/officeDocument/2006/relationships" r:blip="">
          <dgm:adjLst/>
        </dgm:shape>
        <dgm:presOf/>
        <dgm:constrLst/>
        <dgm:forEach name="Name155" ref="imageRepeat"/>
      </dgm:layoutNode>
    </dgm:forEach>
    <dgm:forEach name="Name156" axis="ch" ptType="node" st="4" cnt="1">
      <dgm:layoutNode name="parTx4">
        <dgm:choose name="Name157">
          <dgm:if name="Name158" func="var" arg="dir" op="equ" val="norm">
            <dgm:alg type="tx">
              <dgm:param type="parTxLTRAlign" val="l"/>
              <dgm:param type="parTxRTLAlign" val="r"/>
            </dgm:alg>
          </dgm:if>
          <dgm:else name="Name159">
            <dgm:alg type="tx">
              <dgm:param type="parTxLTRAlign" val="r"/>
              <dgm:param type="parTxRTLAlign" val="l"/>
            </dgm:alg>
          </dgm:else>
        </dgm:choose>
        <dgm:shape xmlns:r="http://schemas.openxmlformats.org/officeDocument/2006/relationships" type="roundRect" r:blip="">
          <dgm:adjLst/>
        </dgm:shape>
        <dgm:presOf axis="self" ptType="node"/>
        <dgm:choose name="Name160">
          <dgm:if name="Name161" func="var" arg="dir" op="equ" val="norm">
            <dgm:constrLst>
              <dgm:constr type="lMarg" refType="w" fact="0.6"/>
              <dgm:constr type="rMarg" refType="primFontSz" fact="0.3"/>
              <dgm:constr type="tMarg" refType="primFontSz" fact="0.3"/>
              <dgm:constr type="bMarg" refType="primFontSz" fact="0.3"/>
            </dgm:constrLst>
          </dgm:if>
          <dgm:else name="Name162">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163">
        <dgm:if name="Name164" axis="ch" ptType="node" func="cnt" op="gte" val="1">
          <dgm:layoutNode name="desTx4" styleLbl="revTx">
            <dgm:varLst>
              <dgm:bulletEnabled val="1"/>
            </dgm:varLst>
            <dgm:choose name="Name165">
              <dgm:if name="Name166" func="var" arg="dir" op="equ" val="norm">
                <dgm:choose name="Name167">
                  <dgm:if name="Name168" axis="ch" ptType="node" func="cnt" op="gte" val="2">
                    <dgm:alg type="tx">
                      <dgm:param type="parTxLTRAlign" val="l"/>
                      <dgm:param type="parTxRTLAlign" val="l"/>
                      <dgm:param type="stBulletLvl" val="1"/>
                    </dgm:alg>
                  </dgm:if>
                  <dgm:else name="Name169">
                    <dgm:alg type="tx">
                      <dgm:param type="parTxLTRAlign" val="l"/>
                      <dgm:param type="parTxRTLAlign" val="l"/>
                    </dgm:alg>
                  </dgm:else>
                </dgm:choose>
              </dgm:if>
              <dgm:else name="Name170">
                <dgm:choose name="Name171">
                  <dgm:if name="Name172" axis="ch" ptType="node" func="cnt" op="gte" val="2">
                    <dgm:alg type="tx">
                      <dgm:param type="parTxLTRAlign" val="r"/>
                      <dgm:param type="parTxRTLAlign" val="r"/>
                      <dgm:param type="shpTxLTRAlignCh" val="r"/>
                      <dgm:param type="shpTxRTLAlignCh" val="r"/>
                      <dgm:param type="stBulletLvl" val="1"/>
                    </dgm:alg>
                  </dgm:if>
                  <dgm:else name="Name173">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174"/>
      </dgm:choose>
    </dgm:forEach>
    <dgm:forEach name="Name175" axis="ch" ptType="sibTrans" hideLastTrans="0" st="4" cnt="1">
      <dgm:layoutNode name="picture4">
        <dgm:alg type="sp"/>
        <dgm:shape xmlns:r="http://schemas.openxmlformats.org/officeDocument/2006/relationships" r:blip="">
          <dgm:adjLst/>
        </dgm:shape>
        <dgm:presOf/>
        <dgm:constrLst/>
        <dgm:forEach name="Name176" ref="imageRepeat"/>
      </dgm:layoutNode>
    </dgm:forEach>
    <dgm:forEach name="Name177" axis="ch" ptType="node" st="5" cnt="1">
      <dgm:layoutNode name="parTx5">
        <dgm:choose name="Name178">
          <dgm:if name="Name179" func="var" arg="dir" op="equ" val="norm">
            <dgm:alg type="tx">
              <dgm:param type="parTxLTRAlign" val="l"/>
              <dgm:param type="parTxRTLAlign" val="r"/>
            </dgm:alg>
          </dgm:if>
          <dgm:else name="Name180">
            <dgm:alg type="tx">
              <dgm:param type="parTxLTRAlign" val="r"/>
              <dgm:param type="parTxRTLAlign" val="l"/>
            </dgm:alg>
          </dgm:else>
        </dgm:choose>
        <dgm:shape xmlns:r="http://schemas.openxmlformats.org/officeDocument/2006/relationships" type="roundRect" r:blip="">
          <dgm:adjLst/>
        </dgm:shape>
        <dgm:presOf axis="self" ptType="node"/>
        <dgm:choose name="Name181">
          <dgm:if name="Name182" func="var" arg="dir" op="equ" val="norm">
            <dgm:constrLst>
              <dgm:constr type="lMarg" refType="w" fact="0.6"/>
              <dgm:constr type="rMarg" refType="primFontSz" fact="0.3"/>
              <dgm:constr type="tMarg" refType="primFontSz" fact="0.3"/>
              <dgm:constr type="bMarg" refType="primFontSz" fact="0.3"/>
            </dgm:constrLst>
          </dgm:if>
          <dgm:else name="Name183">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184">
        <dgm:if name="Name185" axis="ch" ptType="node" func="cnt" op="gte" val="1">
          <dgm:layoutNode name="desTx5" styleLbl="revTx">
            <dgm:varLst>
              <dgm:bulletEnabled val="1"/>
            </dgm:varLst>
            <dgm:choose name="Name186">
              <dgm:if name="Name187" func="var" arg="dir" op="equ" val="norm">
                <dgm:choose name="Name188">
                  <dgm:if name="Name189" axis="ch" ptType="node" func="cnt" op="gte" val="2">
                    <dgm:alg type="tx">
                      <dgm:param type="parTxLTRAlign" val="l"/>
                      <dgm:param type="parTxRTLAlign" val="l"/>
                      <dgm:param type="stBulletLvl" val="1"/>
                    </dgm:alg>
                  </dgm:if>
                  <dgm:else name="Name190">
                    <dgm:alg type="tx">
                      <dgm:param type="parTxLTRAlign" val="l"/>
                      <dgm:param type="parTxRTLAlign" val="l"/>
                    </dgm:alg>
                  </dgm:else>
                </dgm:choose>
              </dgm:if>
              <dgm:else name="Name191">
                <dgm:choose name="Name192">
                  <dgm:if name="Name193" axis="ch" ptType="node" func="cnt" op="gte" val="2">
                    <dgm:alg type="tx">
                      <dgm:param type="parTxLTRAlign" val="r"/>
                      <dgm:param type="parTxRTLAlign" val="r"/>
                      <dgm:param type="shpTxLTRAlignCh" val="r"/>
                      <dgm:param type="shpTxRTLAlignCh" val="r"/>
                      <dgm:param type="stBulletLvl" val="1"/>
                    </dgm:alg>
                  </dgm:if>
                  <dgm:else name="Name194">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195"/>
      </dgm:choose>
    </dgm:forEach>
    <dgm:forEach name="Name196" axis="ch" ptType="sibTrans" hideLastTrans="0" st="5" cnt="1">
      <dgm:layoutNode name="picture5">
        <dgm:alg type="sp"/>
        <dgm:shape xmlns:r="http://schemas.openxmlformats.org/officeDocument/2006/relationships" r:blip="">
          <dgm:adjLst/>
        </dgm:shape>
        <dgm:presOf/>
        <dgm:constrLst/>
        <dgm:forEach name="Name197" ref="imageRepeat"/>
      </dgm:layoutNode>
    </dgm:forEach>
    <dgm:forEach name="Name198" axis="ch" ptType="node" st="6" cnt="1">
      <dgm:layoutNode name="parTx6">
        <dgm:choose name="Name199">
          <dgm:if name="Name200" func="var" arg="dir" op="equ" val="norm">
            <dgm:alg type="tx">
              <dgm:param type="parTxLTRAlign" val="l"/>
              <dgm:param type="parTxRTLAlign" val="r"/>
            </dgm:alg>
          </dgm:if>
          <dgm:else name="Name201">
            <dgm:alg type="tx">
              <dgm:param type="parTxLTRAlign" val="r"/>
              <dgm:param type="parTxRTLAlign" val="l"/>
            </dgm:alg>
          </dgm:else>
        </dgm:choose>
        <dgm:shape xmlns:r="http://schemas.openxmlformats.org/officeDocument/2006/relationships" type="roundRect" r:blip="">
          <dgm:adjLst/>
        </dgm:shape>
        <dgm:presOf axis="self" ptType="node"/>
        <dgm:choose name="Name202">
          <dgm:if name="Name203" func="var" arg="dir" op="equ" val="norm">
            <dgm:constrLst>
              <dgm:constr type="lMarg" refType="w" fact="0.6"/>
              <dgm:constr type="rMarg" refType="primFontSz" fact="0.3"/>
              <dgm:constr type="tMarg" refType="primFontSz" fact="0.3"/>
              <dgm:constr type="bMarg" refType="primFontSz" fact="0.3"/>
            </dgm:constrLst>
          </dgm:if>
          <dgm:else name="Name204">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205">
        <dgm:if name="Name206" axis="ch" ptType="node" func="cnt" op="gte" val="1">
          <dgm:layoutNode name="desTx6" styleLbl="revTx">
            <dgm:varLst>
              <dgm:bulletEnabled val="1"/>
            </dgm:varLst>
            <dgm:choose name="Name207">
              <dgm:if name="Name208" func="var" arg="dir" op="equ" val="norm">
                <dgm:choose name="Name209">
                  <dgm:if name="Name210" axis="ch" ptType="node" func="cnt" op="gte" val="2">
                    <dgm:alg type="tx">
                      <dgm:param type="parTxLTRAlign" val="l"/>
                      <dgm:param type="parTxRTLAlign" val="l"/>
                      <dgm:param type="stBulletLvl" val="1"/>
                    </dgm:alg>
                  </dgm:if>
                  <dgm:else name="Name211">
                    <dgm:alg type="tx">
                      <dgm:param type="parTxLTRAlign" val="l"/>
                      <dgm:param type="parTxRTLAlign" val="l"/>
                    </dgm:alg>
                  </dgm:else>
                </dgm:choose>
              </dgm:if>
              <dgm:else name="Name212">
                <dgm:choose name="Name213">
                  <dgm:if name="Name214" axis="ch" ptType="node" func="cnt" op="gte" val="2">
                    <dgm:alg type="tx">
                      <dgm:param type="parTxLTRAlign" val="r"/>
                      <dgm:param type="parTxRTLAlign" val="r"/>
                      <dgm:param type="shpTxLTRAlignCh" val="r"/>
                      <dgm:param type="shpTxRTLAlignCh" val="r"/>
                      <dgm:param type="stBulletLvl" val="1"/>
                    </dgm:alg>
                  </dgm:if>
                  <dgm:else name="Name215">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216"/>
      </dgm:choose>
    </dgm:forEach>
    <dgm:forEach name="Name217" axis="ch" ptType="sibTrans" hideLastTrans="0" st="6" cnt="1">
      <dgm:layoutNode name="picture6">
        <dgm:alg type="sp"/>
        <dgm:shape xmlns:r="http://schemas.openxmlformats.org/officeDocument/2006/relationships" r:blip="">
          <dgm:adjLst/>
        </dgm:shape>
        <dgm:presOf/>
        <dgm:constrLst/>
        <dgm:forEach name="Name218" ref="imageRepeat"/>
      </dgm:layoutNode>
    </dgm:forEach>
    <dgm:forEach name="Name219" axis="ch" ptType="node" st="7" cnt="1">
      <dgm:layoutNode name="parTx7">
        <dgm:choose name="Name220">
          <dgm:if name="Name221" func="var" arg="dir" op="equ" val="norm">
            <dgm:alg type="tx">
              <dgm:param type="parTxLTRAlign" val="l"/>
              <dgm:param type="parTxRTLAlign" val="r"/>
            </dgm:alg>
          </dgm:if>
          <dgm:else name="Name222">
            <dgm:alg type="tx">
              <dgm:param type="parTxLTRAlign" val="r"/>
              <dgm:param type="parTxRTLAlign" val="l"/>
            </dgm:alg>
          </dgm:else>
        </dgm:choose>
        <dgm:shape xmlns:r="http://schemas.openxmlformats.org/officeDocument/2006/relationships" type="roundRect" r:blip="">
          <dgm:adjLst/>
        </dgm:shape>
        <dgm:presOf axis="self" ptType="node"/>
        <dgm:choose name="Name223">
          <dgm:if name="Name224" func="var" arg="dir" op="equ" val="norm">
            <dgm:constrLst>
              <dgm:constr type="lMarg" refType="w" fact="0.6"/>
              <dgm:constr type="rMarg" refType="primFontSz" fact="0.3"/>
              <dgm:constr type="tMarg" refType="primFontSz" fact="0.3"/>
              <dgm:constr type="bMarg" refType="primFontSz" fact="0.3"/>
            </dgm:constrLst>
          </dgm:if>
          <dgm:else name="Name225">
            <dgm:constrLst>
              <dgm:constr type="rMarg" refType="w" fact="0.6"/>
              <dgm:constr type="lMarg" refType="primFontSz" fact="0.3"/>
              <dgm:constr type="tMarg" refType="primFontSz" fact="0.3"/>
              <dgm:constr type="bMarg" refType="primFontSz" fact="0.3"/>
            </dgm:constrLst>
          </dgm:else>
        </dgm:choose>
        <dgm:ruleLst>
          <dgm:rule type="primFontSz" val="5" fact="NaN" max="NaN"/>
        </dgm:ruleLst>
      </dgm:layoutNode>
      <dgm:choose name="Name226">
        <dgm:if name="Name227" axis="ch" ptType="node" func="cnt" op="gte" val="1">
          <dgm:layoutNode name="desTx7" styleLbl="revTx">
            <dgm:varLst>
              <dgm:bulletEnabled val="1"/>
            </dgm:varLst>
            <dgm:choose name="Name228">
              <dgm:if name="Name229" func="var" arg="dir" op="equ" val="norm">
                <dgm:choose name="Name230">
                  <dgm:if name="Name231" axis="ch" ptType="node" func="cnt" op="gte" val="2">
                    <dgm:alg type="tx">
                      <dgm:param type="parTxLTRAlign" val="l"/>
                      <dgm:param type="parTxRTLAlign" val="l"/>
                      <dgm:param type="stBulletLvl" val="1"/>
                    </dgm:alg>
                  </dgm:if>
                  <dgm:else name="Name232">
                    <dgm:alg type="tx">
                      <dgm:param type="parTxLTRAlign" val="l"/>
                      <dgm:param type="parTxRTLAlign" val="l"/>
                    </dgm:alg>
                  </dgm:else>
                </dgm:choose>
              </dgm:if>
              <dgm:else name="Name233">
                <dgm:choose name="Name234">
                  <dgm:if name="Name235" axis="ch" ptType="node" func="cnt" op="gte" val="2">
                    <dgm:alg type="tx">
                      <dgm:param type="parTxLTRAlign" val="r"/>
                      <dgm:param type="parTxRTLAlign" val="r"/>
                      <dgm:param type="shpTxLTRAlignCh" val="r"/>
                      <dgm:param type="shpTxRTLAlignCh" val="r"/>
                      <dgm:param type="stBulletLvl" val="1"/>
                    </dgm:alg>
                  </dgm:if>
                  <dgm:else name="Name236">
                    <dgm:alg type="tx">
                      <dgm:param type="parTxLTRAlign" val="r"/>
                      <dgm:param type="parTxRTLAlign" val="r"/>
                      <dgm:param type="shpTxLTRAlignCh" val="r"/>
                      <dgm:param type="shpTxRTLAlignCh" val="r"/>
                    </dgm:alg>
                  </dgm:else>
                </dgm:choose>
              </dgm:else>
            </dgm:choose>
            <dgm:shape xmlns:r="http://schemas.openxmlformats.org/officeDocument/2006/relationships" type="rect" r:blip="">
              <dgm:adjLst/>
            </dgm:shape>
            <dgm:presOf axis="des" ptType="node"/>
            <dgm:constrLst>
              <dgm:constr type="rMarg" refType="primFontSz" fact="0.2"/>
              <dgm:constr type="tMarg" refType="primFontSz" fact="0.2"/>
              <dgm:constr type="bMarg" refType="primFontSz" fact="0.2"/>
            </dgm:constrLst>
            <dgm:ruleLst>
              <dgm:rule type="primFontSz" val="5" fact="NaN" max="NaN"/>
            </dgm:ruleLst>
          </dgm:layoutNode>
        </dgm:if>
        <dgm:else name="Name237"/>
      </dgm:choose>
    </dgm:forEach>
    <dgm:forEach name="Name238" axis="ch" ptType="sibTrans" hideLastTrans="0" st="7" cnt="1">
      <dgm:layoutNode name="picture7">
        <dgm:alg type="sp"/>
        <dgm:shape xmlns:r="http://schemas.openxmlformats.org/officeDocument/2006/relationships" r:blip="">
          <dgm:adjLst/>
        </dgm:shape>
        <dgm:presOf/>
        <dgm:constrLst/>
        <dgm:forEach name="Name239" ref="imageRepeat"/>
      </dgm:layoutNode>
    </dgm:forEach>
  </dgm:layoutNode>
</dgm:layoutDef>
</file>

<file path=ppt/diagrams/layout13.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11/layout/ThemePictureAlternatingAccent">
  <dgm:title val="Theme Picture Alternating Accent"/>
  <dgm:desc val="Use to show a group of pictures with the first picture being the largest and on top. Additional Level 1 pictures alternate between squares and rectangles with a limit of nine Level 1 pictures. Works best with small amounts of text. Unused text does not appear, but remains available if you switch layouts."/>
  <dgm:catLst>
    <dgm:cat type="picture" pri="13750"/>
    <dgm:cat type="officeonline" pri="7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9"/>
      <dgm:chPref val="9"/>
    </dgm:varLst>
    <dgm:shape xmlns:r="http://schemas.openxmlformats.org/officeDocument/2006/relationships" r:blip="">
      <dgm:adjLst/>
    </dgm:shape>
    <dgm:choose name="Name1">
      <dgm:if name="Name2" axis="ch" ptType="node" func="cnt" op="equ" val="1">
        <dgm:alg type="composite">
          <dgm:param type="ar" val="1.62"/>
        </dgm:alg>
        <dgm:constrLst>
          <dgm:constr type="primFontSz" for="des" forName="parent1" val="65"/>
          <dgm:constr type="l" for="ch" forName="picture1" refType="w" fact="0"/>
          <dgm:constr type="t" for="ch" forName="picture1" refType="h" fact="0"/>
          <dgm:constr type="w" for="ch" forName="picture1" refType="w"/>
          <dgm:constr type="h" for="ch" forName="picture1" refType="h"/>
          <dgm:constr type="l" for="ch" forName="parent1" refType="w" fact="0"/>
          <dgm:constr type="t" for="ch" forName="parent1" refType="h" fact="0.8776"/>
          <dgm:constr type="w" for="ch" forName="parent1" refType="w"/>
          <dgm:constr type="h" for="ch" forName="parent1" refType="h" fact="0.1166"/>
        </dgm:constrLst>
      </dgm:if>
      <dgm:if name="Name3" axis="ch" ptType="node" func="cnt" op="equ" val="2">
        <dgm:alg type="composite">
          <dgm:param type="ar" val="1.0352"/>
        </dgm:alg>
        <dgm:constrLst>
          <dgm:constr type="primFontSz" for="des" forName="parent1" val="65"/>
          <dgm:constr type="primFontSz" for="des" forName="parent2" val="65"/>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Lst>
      </dgm:if>
      <dgm:if name="Name4" axis="ch" ptType="node" func="cnt" op="equ" val="3">
        <dgm:alg type="composite">
          <dgm:param type="ar" val="1.035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l" for="ch" forName="picture1" refType="w" fact="0"/>
          <dgm:constr type="t" for="ch" forName="picture1" refType="h" fact="0"/>
          <dgm:constr type="w" for="ch" forName="picture1" refType="w"/>
          <dgm:constr type="h" for="ch" forName="picture1" refType="h" fact="0.639"/>
          <dgm:constr type="l" for="ch" forName="parent1" refType="w" fact="0"/>
          <dgm:constr type="t" for="ch" forName="parent1" refType="h" fact="0.5608"/>
          <dgm:constr type="w" for="ch" forName="parent1" refType="w"/>
          <dgm:constr type="h" for="ch" forName="parent1" refType="h" fact="0.0745"/>
          <dgm:constr type="l" for="ch" forName="picture2" refType="w" fact="0"/>
          <dgm:constr type="t" for="ch" forName="picture2" refType="h" fact="0.6589"/>
          <dgm:constr type="w" for="ch" forName="picture2" refType="w" fact="0.6312"/>
          <dgm:constr type="h" for="ch" forName="picture2" refType="h" fact="0.3411"/>
          <dgm:constr type="l" for="ch" forName="parent2" refType="w" fact="0"/>
          <dgm:constr type="t" for="ch" forName="parent2" refType="h" fact="0.9532"/>
          <dgm:constr type="w" for="ch" forName="parent2" refType="w" fact="0.6312"/>
          <dgm:constr type="h" for="ch" forName="parent2" refType="h" fact="0.0426"/>
          <dgm:constr type="l" for="ch" forName="picture3" refType="w" fact="0.6501"/>
          <dgm:constr type="t" for="ch" forName="picture3" refType="h" fact="0.6589"/>
          <dgm:constr type="w" for="ch" forName="picture3" refType="w" fact="0.3499"/>
          <dgm:constr type="h" for="ch" forName="picture3" refType="h" fact="0.3411"/>
          <dgm:constr type="l" for="ch" forName="parent3" refType="w" fact="0.6501"/>
          <dgm:constr type="t" for="ch" forName="parent3" refType="h" fact="0.9525"/>
          <dgm:constr type="w" for="ch" forName="parent3" refType="w" fact="0.3499"/>
          <dgm:constr type="h" for="ch" forName="parent3" refType="h" fact="0.043"/>
        </dgm:constrLst>
      </dgm:if>
      <dgm:if name="Name5" axis="ch" ptType="node" func="cnt" op="equ" val="4">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Lst>
      </dgm:if>
      <dgm:if name="Name6" axis="ch" ptType="node" func="cnt" op="equ" val="5">
        <dgm:alg type="composite">
          <dgm:param type="ar" val="0.7603"/>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l" for="ch" forName="picture1" refType="w" fact="0"/>
          <dgm:constr type="t" for="ch" forName="picture1" refType="h" fact="0"/>
          <dgm:constr type="w" for="ch" forName="picture1" refType="w" fact="0.9998"/>
          <dgm:constr type="h" for="ch" forName="picture1" refType="h" fact="0.4692"/>
          <dgm:constr type="l" for="ch" forName="parent1" refType="w" fact="0"/>
          <dgm:constr type="t" for="ch" forName="parent1" refType="h" fact="0.4118"/>
          <dgm:constr type="w" for="ch" forName="parent1" refType="w" fact="0.9998"/>
          <dgm:constr type="h" for="ch" forName="parent1" refType="h" fact="0.0547"/>
          <dgm:constr type="l" for="ch" forName="picture2" refType="w" fact="0"/>
          <dgm:constr type="t" for="ch" forName="picture2" refType="h" fact="0.4839"/>
          <dgm:constr type="w" for="ch" forName="picture2" refType="w" fact="0.631"/>
          <dgm:constr type="h" for="ch" forName="picture2" refType="h" fact="0.2504"/>
          <dgm:constr type="l" for="ch" forName="parent2" refType="w" fact="0"/>
          <dgm:constr type="t" for="ch" forName="parent2" refType="h" fact="0.6999"/>
          <dgm:constr type="w" for="ch" forName="parent2" refType="w" fact="0.631"/>
          <dgm:constr type="h" for="ch" forName="parent2" refType="h" fact="0.0313"/>
          <dgm:constr type="l" for="ch" forName="picture3" refType="w" fact="0.65"/>
          <dgm:constr type="t" for="ch" forName="picture3" refType="h" fact="0.4839"/>
          <dgm:constr type="w" for="ch" forName="picture3" refType="w" fact="0.3498"/>
          <dgm:constr type="h" for="ch" forName="picture3" refType="h" fact="0.2504"/>
          <dgm:constr type="l" for="ch" forName="parent3" refType="w" fact="0.65"/>
          <dgm:constr type="t" for="ch" forName="parent3" refType="h" fact="0.6994"/>
          <dgm:constr type="w" for="ch" forName="parent3" refType="w" fact="0.3498"/>
          <dgm:constr type="h" for="ch" forName="parent3" refType="h" fact="0.0316"/>
          <dgm:constr type="l" for="ch" forName="picture4" refType="w" fact="0"/>
          <dgm:constr type="t" for="ch" forName="picture4" refType="h" fact="0.7496"/>
          <dgm:constr type="w" for="ch" forName="picture4" refType="w" fact="0.3498"/>
          <dgm:constr type="h" for="ch" forName="picture4" refType="h" fact="0.2504"/>
          <dgm:constr type="l" for="ch" forName="parent4" refType="w" fact="0"/>
          <dgm:constr type="t" for="ch" forName="parent4" refType="h" fact="0.9651"/>
          <dgm:constr type="w" for="ch" forName="parent4" refType="w" fact="0.3498"/>
          <dgm:constr type="h" for="ch" forName="parent4" refType="h" fact="0.0316"/>
          <dgm:constr type="l" for="ch" forName="picture5" refType="w" fact="0.369"/>
          <dgm:constr type="t" for="ch" forName="picture5" refType="h" fact="0.7496"/>
          <dgm:constr type="w" for="ch" forName="picture5" refType="w" fact="0.631"/>
          <dgm:constr type="h" for="ch" forName="picture5" refType="h" fact="0.2504"/>
          <dgm:constr type="l" for="ch" forName="parent5" refType="w" fact="0.369"/>
          <dgm:constr type="t" for="ch" forName="parent5" refType="h" fact="0.9656"/>
          <dgm:constr type="w" for="ch" forName="parent5" refType="w" fact="0.631"/>
          <dgm:constr type="h" for="ch" forName="parent5" refType="h" fact="0.0313"/>
        </dgm:constrLst>
      </dgm:if>
      <dgm:if name="Name7" axis="ch" ptType="node" func="cnt" op="equ" val="6">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Lst>
      </dgm:if>
      <dgm:if name="Name8" axis="ch" ptType="node" func="cnt" op="equ" val="7">
        <dgm:alg type="composite">
          <dgm:param type="ar" val="0.6012"/>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l" for="ch" forName="picture1" refType="w" fact="0"/>
          <dgm:constr type="t" for="ch" forName="picture1" refType="h" fact="0"/>
          <dgm:constr type="w" for="ch" forName="picture1" refType="w" fact="0.9992"/>
          <dgm:constr type="h" for="ch" forName="picture1" refType="h" fact="0.3708"/>
          <dgm:constr type="l" for="ch" forName="parent1" refType="w" fact="0"/>
          <dgm:constr type="t" for="ch" forName="parent1" refType="h" fact="0.3254"/>
          <dgm:constr type="w" for="ch" forName="parent1" refType="w" fact="0.9992"/>
          <dgm:constr type="h" for="ch" forName="parent1" refType="h" fact="0.0432"/>
          <dgm:constr type="l" for="ch" forName="picture2" refType="w" fact="0"/>
          <dgm:constr type="t" for="ch" forName="picture2" refType="h" fact="0.3824"/>
          <dgm:constr type="w" for="ch" forName="picture2" refType="w" fact="0.6307"/>
          <dgm:constr type="h" for="ch" forName="picture2" refType="h" fact="0.1979"/>
          <dgm:constr type="l" for="ch" forName="parent2" refType="w" fact="0"/>
          <dgm:constr type="t" for="ch" forName="parent2" refType="h" fact="0.5531"/>
          <dgm:constr type="w" for="ch" forName="parent2" refType="w" fact="0.6307"/>
          <dgm:constr type="h" for="ch" forName="parent2" refType="h" fact="0.0247"/>
          <dgm:constr type="l" for="ch" forName="picture3" refType="w" fact="0.6496"/>
          <dgm:constr type="t" for="ch" forName="picture3" refType="h" fact="0.3824"/>
          <dgm:constr type="w" for="ch" forName="picture3" refType="w" fact="0.3496"/>
          <dgm:constr type="h" for="ch" forName="picture3" refType="h" fact="0.1979"/>
          <dgm:constr type="l" for="ch" forName="parent3" refType="w" fact="0.6496"/>
          <dgm:constr type="t" for="ch" forName="parent3" refType="h" fact="0.5527"/>
          <dgm:constr type="w" for="ch" forName="parent3" refType="w" fact="0.3496"/>
          <dgm:constr type="h" for="ch" forName="parent3" refType="h" fact="0.025"/>
          <dgm:constr type="l" for="ch" forName="picture4" refType="w" fact="0"/>
          <dgm:constr type="t" for="ch" forName="picture4" refType="h" fact="0.5924"/>
          <dgm:constr type="w" for="ch" forName="picture4" refType="w" fact="0.3496"/>
          <dgm:constr type="h" for="ch" forName="picture4" refType="h" fact="0.1979"/>
          <dgm:constr type="l" for="ch" forName="parent4" refType="w" fact="0"/>
          <dgm:constr type="t" for="ch" forName="parent4" refType="h" fact="0.7627"/>
          <dgm:constr type="w" for="ch" forName="parent4" refType="w" fact="0.3496"/>
          <dgm:constr type="h" for="ch" forName="parent4" refType="h" fact="0.025"/>
          <dgm:constr type="l" for="ch" forName="picture5" refType="w" fact="0.3688"/>
          <dgm:constr type="t" for="ch" forName="picture5" refType="h" fact="0.5924"/>
          <dgm:constr type="w" for="ch" forName="picture5" refType="w" fact="0.6307"/>
          <dgm:constr type="h" for="ch" forName="picture5" refType="h" fact="0.1979"/>
          <dgm:constr type="l" for="ch" forName="parent5" refType="w" fact="0.3688"/>
          <dgm:constr type="t" for="ch" forName="parent5" refType="h" fact="0.7631"/>
          <dgm:constr type="w" for="ch" forName="parent5" refType="w" fact="0.6307"/>
          <dgm:constr type="h" for="ch" forName="parent5" refType="h" fact="0.0247"/>
          <dgm:constr type="l" for="ch" forName="picture6" refType="w" fact="0"/>
          <dgm:constr type="t" for="ch" forName="picture6" refType="h" fact="0.8021"/>
          <dgm:constr type="w" for="ch" forName="picture6" refType="w" fact="0.6307"/>
          <dgm:constr type="h" for="ch" forName="picture6" refType="h" fact="0.1979"/>
          <dgm:constr type="l" for="ch" forName="parent6" refType="w" fact="0"/>
          <dgm:constr type="t" for="ch" forName="parent6" refType="h" fact="0.9728"/>
          <dgm:constr type="w" for="ch" forName="parent6" refType="w" fact="0.6307"/>
          <dgm:constr type="h" for="ch" forName="parent6" refType="h" fact="0.0247"/>
          <dgm:constr type="l" for="ch" forName="picture7" refType="w" fact="0.6504"/>
          <dgm:constr type="t" for="ch" forName="picture7" refType="h" fact="0.8021"/>
          <dgm:constr type="w" for="ch" forName="picture7" refType="w" fact="0.3496"/>
          <dgm:constr type="h" for="ch" forName="picture7" refType="h" fact="0.1979"/>
          <dgm:constr type="l" for="ch" forName="parent7" refType="w" fact="0.6504"/>
          <dgm:constr type="t" for="ch" forName="parent7" refType="h" fact="0.9724"/>
          <dgm:constr type="w" for="ch" forName="parent7" refType="w" fact="0.3496"/>
          <dgm:constr type="h" for="ch" forName="parent7" refType="h" fact="0.025"/>
        </dgm:constrLst>
      </dgm:if>
      <dgm:if name="Name9" axis="ch" ptType="node" func="cnt" op="equ" val="8">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Lst>
      </dgm:if>
      <dgm:else name="Name10">
        <dgm:alg type="composite">
          <dgm:param type="ar" val="0.4976"/>
        </dgm:alg>
        <dgm:constrLst>
          <dgm:constr type="primFontSz" for="des" forName="parent1" val="65"/>
          <dgm:constr type="primFontSz" for="des" forName="parent2" val="65"/>
          <dgm:constr type="primFontSz" for="des" forName="parent2" refType="primFontSz" refFor="des" refForName="parent1" op="lte"/>
          <dgm:constr type="primFontSz" for="des" forName="parent3" refType="primFontSz" refFor="des" refForName="parent2" op="equ"/>
          <dgm:constr type="primFontSz" for="des" forName="parent4" refType="primFontSz" refFor="des" refForName="parent2" op="equ"/>
          <dgm:constr type="primFontSz" for="des" forName="parent5" refType="primFontSz" refFor="des" refForName="parent2" op="equ"/>
          <dgm:constr type="primFontSz" for="des" forName="parent6" refType="primFontSz" refFor="des" refForName="parent2" op="equ"/>
          <dgm:constr type="primFontSz" for="des" forName="parent7" refType="primFontSz" refFor="des" refForName="parent2" op="equ"/>
          <dgm:constr type="primFontSz" for="des" forName="parent8" refType="primFontSz" refFor="des" refForName="parent2" op="equ"/>
          <dgm:constr type="primFontSz" for="des" forName="parent9" refType="primFontSz" refFor="des" refForName="parent2" op="equ"/>
          <dgm:constr type="l" for="ch" forName="picture1" refType="w" fact="0"/>
          <dgm:constr type="t" for="ch" forName="picture1" refType="h" fact="0"/>
          <dgm:constr type="w" for="ch" forName="picture1" refType="w" fact="0.9992"/>
          <dgm:constr type="h" for="ch" forName="picture1" refType="h" fact="0.3069"/>
          <dgm:constr type="l" for="ch" forName="parent1" refType="w" fact="0"/>
          <dgm:constr type="t" for="ch" forName="parent1" refType="h" fact="0.2693"/>
          <dgm:constr type="w" for="ch" forName="parent1" refType="w" fact="0.9992"/>
          <dgm:constr type="h" for="ch" forName="parent1" refType="h" fact="0.0358"/>
          <dgm:constr type="l" for="ch" forName="picture2" refType="w" fact="0"/>
          <dgm:constr type="t" for="ch" forName="picture2" refType="h" fact="0.3165"/>
          <dgm:constr type="w" for="ch" forName="picture2" refType="w" fact="0.6307"/>
          <dgm:constr type="h" for="ch" forName="picture2" refType="h" fact="0.1638"/>
          <dgm:constr type="l" for="ch" forName="parent2" refType="w" fact="0"/>
          <dgm:constr type="t" for="ch" forName="parent2" refType="h" fact="0.4578"/>
          <dgm:constr type="w" for="ch" forName="parent2" refType="w" fact="0.6307"/>
          <dgm:constr type="h" for="ch" forName="parent2" refType="h" fact="0.0205"/>
          <dgm:constr type="l" for="ch" forName="picture3" refType="w" fact="0.6496"/>
          <dgm:constr type="t" for="ch" forName="picture3" refType="h" fact="0.3165"/>
          <dgm:constr type="w" for="ch" forName="picture3" refType="w" fact="0.3496"/>
          <dgm:constr type="h" for="ch" forName="picture3" refType="h" fact="0.1638"/>
          <dgm:constr type="l" for="ch" forName="parent3" refType="w" fact="0.6496"/>
          <dgm:constr type="t" for="ch" forName="parent3" refType="h" fact="0.4575"/>
          <dgm:constr type="w" for="ch" forName="parent3" refType="w" fact="0.3496"/>
          <dgm:constr type="h" for="ch" forName="parent3" refType="h" fact="0.0207"/>
          <dgm:constr type="l" for="ch" forName="picture5" refType="w" fact="0.3688"/>
          <dgm:constr type="t" for="ch" forName="picture5" refType="h" fact="0.4903"/>
          <dgm:constr type="w" for="ch" forName="picture5" refType="w" fact="0.6307"/>
          <dgm:constr type="h" for="ch" forName="picture5" refType="h" fact="0.1638"/>
          <dgm:constr type="l" for="ch" forName="parent5" refType="w" fact="0.3688"/>
          <dgm:constr type="t" for="ch" forName="parent5" refType="h" fact="0.6316"/>
          <dgm:constr type="w" for="ch" forName="parent5" refType="w" fact="0.6307"/>
          <dgm:constr type="h" for="ch" forName="parent5" refType="h" fact="0.0205"/>
          <dgm:constr type="l" for="ch" forName="picture4" refType="w" fact="0"/>
          <dgm:constr type="t" for="ch" forName="picture4" refType="h" fact="0.4903"/>
          <dgm:constr type="w" for="ch" forName="picture4" refType="w" fact="0.3496"/>
          <dgm:constr type="h" for="ch" forName="picture4" refType="h" fact="0.1638"/>
          <dgm:constr type="l" for="ch" forName="parent4" refType="w" fact="0"/>
          <dgm:constr type="t" for="ch" forName="parent4" refType="h" fact="0.6313"/>
          <dgm:constr type="w" for="ch" forName="parent4" refType="w" fact="0.3496"/>
          <dgm:constr type="h" for="ch" forName="parent4" refType="h" fact="0.0207"/>
          <dgm:constr type="l" for="ch" forName="picture6" refType="w" fact="0"/>
          <dgm:constr type="t" for="ch" forName="picture6" refType="h" fact="0.6638"/>
          <dgm:constr type="w" for="ch" forName="picture6" refType="w" fact="0.6307"/>
          <dgm:constr type="h" for="ch" forName="picture6" refType="h" fact="0.1638"/>
          <dgm:constr type="l" for="ch" forName="parent6" refType="w" fact="0"/>
          <dgm:constr type="t" for="ch" forName="parent6" refType="h" fact="0.8051"/>
          <dgm:constr type="w" for="ch" forName="parent6" refType="w" fact="0.6307"/>
          <dgm:constr type="h" for="ch" forName="parent6" refType="h" fact="0.0205"/>
          <dgm:constr type="l" for="ch" forName="picture7" refType="w" fact="0.6504"/>
          <dgm:constr type="t" for="ch" forName="picture7" refType="h" fact="0.6638"/>
          <dgm:constr type="w" for="ch" forName="picture7" refType="w" fact="0.3496"/>
          <dgm:constr type="h" for="ch" forName="picture7" refType="h" fact="0.1638"/>
          <dgm:constr type="l" for="ch" forName="parent7" refType="w" fact="0.6504"/>
          <dgm:constr type="t" for="ch" forName="parent7" refType="h" fact="0.8048"/>
          <dgm:constr type="w" for="ch" forName="parent7" refType="w" fact="0.3496"/>
          <dgm:constr type="h" for="ch" forName="parent7" refType="h" fact="0.0207"/>
          <dgm:constr type="l" for="ch" forName="picture8" refType="w" fact="0"/>
          <dgm:constr type="t" for="ch" forName="picture8" refType="h" fact="0.8362"/>
          <dgm:constr type="w" for="ch" forName="picture8" refType="w" fact="0.3496"/>
          <dgm:constr type="h" for="ch" forName="picture8" refType="h" fact="0.1638"/>
          <dgm:constr type="l" for="ch" forName="parent8" refType="w" fact="0"/>
          <dgm:constr type="t" for="ch" forName="parent8" refType="h" fact="0.9772"/>
          <dgm:constr type="w" for="ch" forName="parent8" refType="w" fact="0.3496"/>
          <dgm:constr type="h" for="ch" forName="parent8" refType="h" fact="0.0207"/>
          <dgm:constr type="l" for="ch" forName="picture9" refType="w" fact="0.3689"/>
          <dgm:constr type="t" for="ch" forName="picture9" refType="h" fact="0.8362"/>
          <dgm:constr type="w" for="ch" forName="picture9" refType="w" fact="0.6307"/>
          <dgm:constr type="h" for="ch" forName="picture9" refType="h" fact="0.1638"/>
          <dgm:constr type="l" for="ch" forName="parent9" refType="w" fact="0.3689"/>
          <dgm:constr type="t" for="ch" forName="parent9" refType="h" fact="0.9775"/>
          <dgm:constr type="w" for="ch" forName="parent9" refType="w" fact="0.6307"/>
          <dgm:constr type="h" for="ch" forName="parent9" refType="h" fact="0.0205"/>
        </dgm:constrLst>
      </dgm:else>
    </dgm:choose>
    <dgm:forEach name="Name11" axis="ch" ptType="node" cnt="1">
      <dgm:layoutNode name="picture1">
        <dgm:alg type="sp"/>
        <dgm:shape xmlns:r="http://schemas.openxmlformats.org/officeDocument/2006/relationships" r:blip="">
          <dgm:adjLst/>
        </dgm:shape>
        <dgm:presOf/>
        <dgm:forEach name="Name12" ref="pictureWrapper"/>
      </dgm:layoutNode>
      <dgm:layoutNode name="parent1">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3" axis="ch" ptType="node" st="2" cnt="1">
      <dgm:layoutNode name="picture2">
        <dgm:alg type="sp"/>
        <dgm:shape xmlns:r="http://schemas.openxmlformats.org/officeDocument/2006/relationships" r:blip="">
          <dgm:adjLst/>
        </dgm:shape>
        <dgm:presOf/>
        <dgm:forEach name="Name14" ref="pictureWrapper"/>
      </dgm:layoutNode>
      <dgm:layoutNode name="parent2">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5" axis="ch" ptType="node" st="3" cnt="1">
      <dgm:layoutNode name="picture3">
        <dgm:alg type="sp"/>
        <dgm:shape xmlns:r="http://schemas.openxmlformats.org/officeDocument/2006/relationships" r:blip="">
          <dgm:adjLst/>
        </dgm:shape>
        <dgm:presOf/>
        <dgm:forEach name="Name16" ref="pictureWrapper"/>
      </dgm:layoutNode>
      <dgm:layoutNode name="parent3">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7" axis="ch" ptType="node" st="4" cnt="1">
      <dgm:layoutNode name="picture4">
        <dgm:alg type="sp"/>
        <dgm:shape xmlns:r="http://schemas.openxmlformats.org/officeDocument/2006/relationships" r:blip="">
          <dgm:adjLst/>
        </dgm:shape>
        <dgm:presOf/>
        <dgm:forEach name="Name18" ref="pictureWrapper"/>
      </dgm:layoutNode>
      <dgm:layoutNode name="parent4">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19" axis="ch" ptType="node" st="5" cnt="1">
      <dgm:layoutNode name="picture5">
        <dgm:alg type="sp"/>
        <dgm:shape xmlns:r="http://schemas.openxmlformats.org/officeDocument/2006/relationships" r:blip="">
          <dgm:adjLst/>
        </dgm:shape>
        <dgm:presOf/>
        <dgm:forEach name="Name20" ref="pictureWrapper"/>
      </dgm:layoutNode>
      <dgm:layoutNode name="parent5">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1" axis="ch" ptType="node" st="6" cnt="1">
      <dgm:layoutNode name="picture6">
        <dgm:alg type="sp"/>
        <dgm:shape xmlns:r="http://schemas.openxmlformats.org/officeDocument/2006/relationships" r:blip="">
          <dgm:adjLst/>
        </dgm:shape>
        <dgm:presOf/>
        <dgm:forEach name="Name22" ref="pictureWrapper"/>
      </dgm:layoutNode>
      <dgm:layoutNode name="parent6">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3" axis="ch" ptType="node" st="7" cnt="1">
      <dgm:layoutNode name="picture7">
        <dgm:alg type="sp"/>
        <dgm:shape xmlns:r="http://schemas.openxmlformats.org/officeDocument/2006/relationships" r:blip="">
          <dgm:adjLst/>
        </dgm:shape>
        <dgm:presOf/>
        <dgm:forEach name="Name24" ref="pictureWrapper"/>
      </dgm:layoutNode>
      <dgm:layoutNode name="parent7">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5" axis="ch" ptType="node" st="8" cnt="1">
      <dgm:layoutNode name="picture8">
        <dgm:alg type="sp"/>
        <dgm:shape xmlns:r="http://schemas.openxmlformats.org/officeDocument/2006/relationships" r:blip="">
          <dgm:adjLst/>
        </dgm:shape>
        <dgm:presOf/>
        <dgm:forEach name="Name26" ref="pictureWrapper"/>
      </dgm:layoutNode>
      <dgm:layoutNode name="parent8">
        <dgm:varLst>
          <dgm:chMax val="0"/>
          <dgm:chPref val="0"/>
          <dgm:bulletEnabled val="1"/>
        </dgm:varLst>
        <dgm:alg type="tx">
          <dgm:param type="parTxLTRAlign" val="l"/>
          <dgm:param type="parTxRTLAlign" val="l"/>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Name27" axis="ch" ptType="node" st="9" cnt="1">
      <dgm:layoutNode name="picture9">
        <dgm:alg type="sp"/>
        <dgm:shape xmlns:r="http://schemas.openxmlformats.org/officeDocument/2006/relationships" r:blip="">
          <dgm:adjLst/>
        </dgm:shape>
        <dgm:presOf/>
        <dgm:forEach name="Name28" ref="pictureWrapper"/>
      </dgm:layoutNode>
      <dgm:layoutNode name="parent9">
        <dgm:varLst>
          <dgm:chMax val="0"/>
          <dgm:chPref val="0"/>
          <dgm:bulletEnabled val="1"/>
        </dgm:varLst>
        <dgm:alg type="tx">
          <dgm:param type="parTxLTRAlign" val="r"/>
          <dgm:param type="parTxRTLAlign" val="r"/>
          <dgm:param type="txAnchorVert" val="b"/>
          <dgm:param type="txAnchorVertCh" val="b"/>
        </dgm:alg>
        <dgm:shape xmlns:r="http://schemas.openxmlformats.org/officeDocument/2006/relationships" type="rect" r:blip="" hideGeom="1">
          <dgm:adjLst/>
        </dgm:shape>
        <dgm:presOf axis="desOrSelf" ptType="node"/>
        <dgm:constrLst>
          <dgm:constr type="lMarg" refType="primFontSz" fact="0.3"/>
          <dgm:constr type="rMarg" refType="primFontSz" fact="0.3"/>
          <dgm:constr type="tMarg" refType="primFontSz" fact="0.1"/>
          <dgm:constr type="bMarg" refType="primFontSz" fact="0.1"/>
        </dgm:constrLst>
        <dgm:ruleLst>
          <dgm:rule type="primFontSz" val="5" fact="NaN" max="NaN"/>
        </dgm:ruleLst>
      </dgm:layoutNode>
    </dgm:forEach>
    <dgm:forEach name="wrapper" axis="self" ptType="parTrans">
      <dgm:forEach name="pictureWrapper" axis="self">
        <dgm:layoutNode name="picture" styleLbl="alignImgPlace1">
          <dgm:alg type="sp"/>
          <dgm:shape xmlns:r="http://schemas.openxmlformats.org/officeDocument/2006/relationships" type="rect" r:blip="" blipPhldr="1">
            <dgm:adjLst/>
          </dgm:shape>
          <dgm:presOf/>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3">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3">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4">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3d9">
  <dgm:title val=""/>
  <dgm:desc val=""/>
  <dgm:catLst>
    <dgm:cat type="3D" pri="11900"/>
  </dgm:catLst>
  <dgm:scene3d>
    <a:camera prst="perspectiveRelaxed">
      <a:rot lat="19149996" lon="20104178" rev="1577324"/>
    </a:camera>
    <a:lightRig rig="soft" dir="t"/>
    <a:backdrop>
      <a:anchor x="0" y="0" z="-210000"/>
      <a:norm dx="0" dy="0" dz="914400"/>
      <a:up dx="0" dy="914400" dz="0"/>
    </a:backdrop>
  </dgm:scene3d>
  <dgm:styleLbl name="node0">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vennNode1">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tx1"/>
      </a:fontRef>
    </dgm:style>
  </dgm:styleLbl>
  <dgm:styleLbl name="alignNode1">
    <dgm:scene3d>
      <a:camera prst="orthographicFront"/>
      <a:lightRig rig="threePt" dir="t"/>
    </dgm:scene3d>
    <dgm:sp3d extrusionH="152250" prstMaterial="matte">
      <a:bevelT w="165100" prst="coolSlant"/>
    </dgm:sp3d>
    <dgm:txPr>
      <a:sp3d extrusionH="28000" prstMaterial="matte"/>
    </dgm:txPr>
    <dgm:style>
      <a:lnRef idx="1">
        <a:scrgbClr r="0" g="0" b="0"/>
      </a:lnRef>
      <a:fillRef idx="1">
        <a:scrgbClr r="0" g="0" b="0"/>
      </a:fillRef>
      <a:effectRef idx="2">
        <a:scrgbClr r="0" g="0" b="0"/>
      </a:effectRef>
      <a:fontRef idx="minor">
        <a:schemeClr val="lt1"/>
      </a:fontRef>
    </dgm:style>
  </dgm:styleLbl>
  <dgm:styleLbl name="node1">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node2">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node3">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node4">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fgImgPlace1">
    <dgm:scene3d>
      <a:camera prst="orthographicFront"/>
      <a:lightRig rig="threePt" dir="t"/>
    </dgm:scene3d>
    <dgm:sp3d prstMaterial="matte"/>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152250" prstMaterial="matte">
      <a:bevelT w="165100" prst="coolSlant"/>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227350" prstMaterial="matte"/>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227350" prstMaterial="matte"/>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prstMaterial="matte"/>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dgm:scene3d>
    <dgm:sp3d z="-227350" prstMaterial="matte"/>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z="-22735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asst1">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asst2">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asst3">
    <dgm:scene3d>
      <a:camera prst="orthographicFront"/>
      <a:lightRig rig="threePt" dir="t"/>
    </dgm:scene3d>
    <dgm:sp3d extrusionH="152250" prstMaterial="matte">
      <a:bevelT w="165100" prst="coolSlant"/>
    </dgm:sp3d>
    <dgm:txPr>
      <a:sp3d extrusionH="28000" prstMaterial="matte"/>
    </dgm:txPr>
    <dgm:style>
      <a:lnRef idx="0">
        <a:scrgbClr r="0" g="0" b="0"/>
      </a:lnRef>
      <a:fillRef idx="1">
        <a:scrgbClr r="0" g="0" b="0"/>
      </a:fillRef>
      <a:effectRef idx="2">
        <a:scrgbClr r="0" g="0" b="0"/>
      </a:effectRef>
      <a:fontRef idx="minor">
        <a:schemeClr val="lt1"/>
      </a:fontRef>
    </dgm:style>
  </dgm:styleLbl>
  <dgm:styleLbl name="parChTrans2D1">
    <dgm:scene3d>
      <a:camera prst="orthographicFront"/>
      <a:lightRig rig="threePt" dir="t"/>
    </dgm:scene3d>
    <dgm:sp3d z="-227350" prstMaterial="matte"/>
    <dgm:txPr/>
    <dgm:style>
      <a:lnRef idx="0">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z="-227350" prstMaterial="matte"/>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227350" prstMaterial="matte"/>
    <dgm:txPr/>
    <dgm:style>
      <a:lnRef idx="0">
        <a:scrgbClr r="0" g="0" b="0"/>
      </a:lnRef>
      <a:fillRef idx="3">
        <a:scrgbClr r="0" g="0" b="0"/>
      </a:fillRef>
      <a:effectRef idx="0">
        <a:scrgbClr r="0" g="0" b="0"/>
      </a:effectRef>
      <a:fontRef idx="minor">
        <a:schemeClr val="lt1"/>
      </a:fontRef>
    </dgm:style>
  </dgm:styleLbl>
  <dgm:styleLbl name="parChTrans2D4">
    <dgm:scene3d>
      <a:camera prst="orthographicFront"/>
      <a:lightRig rig="threePt" dir="t"/>
    </dgm:scene3d>
    <dgm:sp3d z="-227350" prstMaterial="matte"/>
    <dgm:txPr/>
    <dgm:style>
      <a:lnRef idx="0">
        <a:scrgbClr r="0" g="0" b="0"/>
      </a:lnRef>
      <a:fillRef idx="3">
        <a:scrgbClr r="0" g="0" b="0"/>
      </a:fillRef>
      <a:effectRef idx="0">
        <a:scrgbClr r="0" g="0" b="0"/>
      </a:effectRef>
      <a:fontRef idx="minor">
        <a:schemeClr val="lt1"/>
      </a:fontRef>
    </dgm:style>
  </dgm:styleLbl>
  <dgm:styleLbl name="parChTrans1D1">
    <dgm:scene3d>
      <a:camera prst="orthographicFront"/>
      <a:lightRig rig="threePt" dir="t"/>
    </dgm:scene3d>
    <dgm:sp3d z="-22735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22735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22735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22735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prstMaterial="matte"/>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227350" prstMaterial="matte"/>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152250" prstMaterial="matte">
      <a:bevelT w="165100" prst="coolSlant"/>
    </dgm:sp3d>
    <dgm:txPr/>
    <dgm:style>
      <a:lnRef idx="0">
        <a:scrgbClr r="0" g="0" b="0"/>
      </a:lnRef>
      <a:fillRef idx="1">
        <a:scrgbClr r="0" g="0" b="0"/>
      </a:fillRef>
      <a:effectRef idx="2">
        <a:scrgbClr r="0" g="0" b="0"/>
      </a:effectRef>
      <a:fontRef idx="minor"/>
    </dgm:style>
  </dgm:styleLbl>
  <dgm:styleLbl name="trAlignAcc1">
    <dgm:scene3d>
      <a:camera prst="orthographicFront"/>
      <a:lightRig rig="threePt" dir="t"/>
    </dgm:scene3d>
    <dgm:sp3d extrusionH="152250" prstMaterial="matte">
      <a:bevelT w="165100" prst="coolSlant"/>
    </dgm:sp3d>
    <dgm:txPr/>
    <dgm:style>
      <a:lnRef idx="0">
        <a:scrgbClr r="0" g="0" b="0"/>
      </a:lnRef>
      <a:fillRef idx="1">
        <a:scrgbClr r="0" g="0" b="0"/>
      </a:fillRef>
      <a:effectRef idx="2">
        <a:scrgbClr r="0" g="0" b="0"/>
      </a:effectRef>
      <a:fontRef idx="minor"/>
    </dgm:style>
  </dgm:styleLbl>
  <dgm:styleLbl name="bgAcc1">
    <dgm:scene3d>
      <a:camera prst="orthographicFront"/>
      <a:lightRig rig="threePt" dir="t"/>
    </dgm:scene3d>
    <dgm:sp3d z="-227350" prstMaterial="matte"/>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prstMaterial="matte"/>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152250" prstMaterial="matte">
      <a:bevelT w="165100" prst="coolSlant"/>
    </dgm:sp3d>
    <dgm:txPr/>
    <dgm:style>
      <a:lnRef idx="0">
        <a:scrgbClr r="0" g="0" b="0"/>
      </a:lnRef>
      <a:fillRef idx="1">
        <a:scrgbClr r="0" g="0" b="0"/>
      </a:fillRef>
      <a:effectRef idx="2">
        <a:scrgbClr r="0" g="0" b="0"/>
      </a:effectRef>
      <a:fontRef idx="minor"/>
    </dgm:style>
  </dgm:styleLbl>
  <dgm:styleLbl name="solidBgAcc1">
    <dgm:scene3d>
      <a:camera prst="orthographicFront"/>
      <a:lightRig rig="threePt" dir="t"/>
    </dgm:scene3d>
    <dgm:sp3d z="-227350" prstMaterial="matte"/>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prstMaterial="matte"/>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152250" prstMaterial="matte">
      <a:bevelT w="165100" prst="coolSlant"/>
    </dgm:sp3d>
    <dgm:txPr/>
    <dgm:style>
      <a:lnRef idx="0">
        <a:scrgbClr r="0" g="0" b="0"/>
      </a:lnRef>
      <a:fillRef idx="1">
        <a:scrgbClr r="0" g="0" b="0"/>
      </a:fillRef>
      <a:effectRef idx="2">
        <a:scrgbClr r="0" g="0" b="0"/>
      </a:effectRef>
      <a:fontRef idx="minor"/>
    </dgm:style>
  </dgm:styleLbl>
  <dgm:styleLbl name="bgAccFollowNode1">
    <dgm:scene3d>
      <a:camera prst="orthographicFront"/>
      <a:lightRig rig="threePt" dir="t"/>
    </dgm:scene3d>
    <dgm:sp3d z="-227350" prstMaterial="matte"/>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prstMaterial="matte"/>
    <dgm:txPr/>
    <dgm:style>
      <a:lnRef idx="0">
        <a:scrgbClr r="0" g="0" b="0"/>
      </a:lnRef>
      <a:fillRef idx="1">
        <a:scrgbClr r="0" g="0" b="0"/>
      </a:fillRef>
      <a:effectRef idx="0">
        <a:scrgbClr r="0" g="0" b="0"/>
      </a:effectRef>
      <a:fontRef idx="minor"/>
    </dgm:style>
  </dgm:styleLbl>
  <dgm:styleLbl name="fgAcc2">
    <dgm:scene3d>
      <a:camera prst="orthographicFront"/>
      <a:lightRig rig="threePt" dir="t"/>
    </dgm:scene3d>
    <dgm:sp3d prstMaterial="matte"/>
    <dgm:txPr/>
    <dgm:style>
      <a:lnRef idx="0">
        <a:scrgbClr r="0" g="0" b="0"/>
      </a:lnRef>
      <a:fillRef idx="1">
        <a:scrgbClr r="0" g="0" b="0"/>
      </a:fillRef>
      <a:effectRef idx="0">
        <a:scrgbClr r="0" g="0" b="0"/>
      </a:effectRef>
      <a:fontRef idx="minor"/>
    </dgm:style>
  </dgm:styleLbl>
  <dgm:styleLbl name="fgAcc3">
    <dgm:scene3d>
      <a:camera prst="orthographicFront"/>
      <a:lightRig rig="threePt" dir="t"/>
    </dgm:scene3d>
    <dgm:sp3d prstMaterial="matte"/>
    <dgm:txPr/>
    <dgm:style>
      <a:lnRef idx="0">
        <a:scrgbClr r="0" g="0" b="0"/>
      </a:lnRef>
      <a:fillRef idx="1">
        <a:scrgbClr r="0" g="0" b="0"/>
      </a:fillRef>
      <a:effectRef idx="0">
        <a:scrgbClr r="0" g="0" b="0"/>
      </a:effectRef>
      <a:fontRef idx="minor"/>
    </dgm:style>
  </dgm:styleLbl>
  <dgm:styleLbl name="fgAcc4">
    <dgm:scene3d>
      <a:camera prst="orthographicFront"/>
      <a:lightRig rig="threePt" dir="t"/>
    </dgm:scene3d>
    <dgm:sp3d prstMaterial="matte"/>
    <dgm:txPr/>
    <dgm:style>
      <a:lnRef idx="0">
        <a:scrgbClr r="0" g="0" b="0"/>
      </a:lnRef>
      <a:fillRef idx="1">
        <a:scrgbClr r="0" g="0" b="0"/>
      </a:fillRef>
      <a:effectRef idx="0">
        <a:scrgbClr r="0" g="0" b="0"/>
      </a:effectRef>
      <a:fontRef idx="minor"/>
    </dgm:style>
  </dgm:styleLbl>
  <dgm:styleLbl name="bgShp">
    <dgm:scene3d>
      <a:camera prst="orthographicFront"/>
      <a:lightRig rig="threePt" dir="t"/>
    </dgm:scene3d>
    <dgm:sp3d z="-227350" prstMaterial="matte"/>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z="-227350" prstMaterial="matte"/>
    <dgm:txPr/>
    <dgm:style>
      <a:lnRef idx="0">
        <a:scrgbClr r="0" g="0" b="0"/>
      </a:lnRef>
      <a:fillRef idx="1">
        <a:scrgbClr r="0" g="0" b="0"/>
      </a:fillRef>
      <a:effectRef idx="0">
        <a:scrgbClr r="0" g="0" b="0"/>
      </a:effectRef>
      <a:fontRef idx="minor">
        <a:schemeClr val="lt1"/>
      </a:fontRef>
    </dgm:style>
  </dgm:styleLbl>
  <dgm:styleLbl name="trBgShp">
    <dgm:scene3d>
      <a:camera prst="orthographicFront"/>
      <a:lightRig rig="threePt" dir="t"/>
    </dgm:scene3d>
    <dgm:sp3d z="-22735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prstMaterial="matte"/>
    <dgm:txPr/>
    <dgm:style>
      <a:lnRef idx="0">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a:sp3d extrusionH="28000" prstMaterial="matte"/>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5.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5.png"/></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7BA886E-6E03-4D40-A5BA-3C7027706741}" type="datetimeFigureOut">
              <a:rPr lang="en-US" smtClean="0"/>
              <a:t>9/22/16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4376B455-4F1C-42C9-9F66-3EF65F41DD31}" type="slidenum">
              <a:rPr lang="en-US" smtClean="0"/>
              <a:t>‹#›</a:t>
            </a:fld>
            <a:endParaRPr lang="en-US"/>
          </a:p>
        </p:txBody>
      </p:sp>
    </p:spTree>
    <p:extLst>
      <p:ext uri="{BB962C8B-B14F-4D97-AF65-F5344CB8AC3E}">
        <p14:creationId xmlns:p14="http://schemas.microsoft.com/office/powerpoint/2010/main" val="383969504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3.xml"/><Relationship Id="rId2" Type="http://schemas.openxmlformats.org/officeDocument/2006/relationships/image" Target="../media/image2.png"/></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blipFill>
          <a:blip r:embed="rId2"/>
          <a:stretch>
            <a:fillRect/>
          </a:stretch>
        </a:blip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eaLnBrk="0" hangingPunct="0">
              <a:defRPr sz="1200">
                <a:cs typeface="+mn-cs"/>
              </a:defRPr>
            </a:lvl1pPr>
          </a:lstStyle>
          <a:p>
            <a:pPr>
              <a:defRPr/>
            </a:pPr>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eaLnBrk="0" hangingPunct="0">
              <a:defRPr sz="1200">
                <a:cs typeface="+mn-cs"/>
              </a:defRPr>
            </a:lvl1pPr>
          </a:lstStyle>
          <a:p>
            <a:pPr>
              <a:defRPr/>
            </a:pPr>
            <a:fld id="{50D9FA03-ED3F-4F6F-BA7A-3431F0A09B2F}" type="datetimeFigureOut">
              <a:rPr lang="en-US"/>
              <a:pPr>
                <a:defRPr/>
              </a:pPr>
              <a:t>9/22/16</a:t>
            </a:fld>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0" hangingPunct="0">
              <a:defRPr sz="1200">
                <a:cs typeface="+mn-cs"/>
              </a:defRPr>
            </a:lvl1pPr>
          </a:lstStyle>
          <a:p>
            <a:pPr>
              <a:defRPr/>
            </a:pP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0" hangingPunct="0">
              <a:defRPr sz="1200">
                <a:cs typeface="+mn-cs"/>
              </a:defRPr>
            </a:lvl1pPr>
          </a:lstStyle>
          <a:p>
            <a:pPr>
              <a:defRPr/>
            </a:pPr>
            <a:fld id="{5D9A2121-0F96-449C-97BB-E55E7D4D6120}" type="slidenum">
              <a:rPr lang="en-US"/>
              <a:pPr>
                <a:defRPr/>
              </a:pPr>
              <a:t>‹#›</a:t>
            </a:fld>
            <a:endParaRPr lang="en-US"/>
          </a:p>
        </p:txBody>
      </p:sp>
    </p:spTree>
    <p:extLst>
      <p:ext uri="{BB962C8B-B14F-4D97-AF65-F5344CB8AC3E}">
        <p14:creationId xmlns:p14="http://schemas.microsoft.com/office/powerpoint/2010/main" val="203958416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2.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6.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4.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0.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2.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5D9A2121-0F96-449C-97BB-E55E7D4D6120}" type="slidenum">
              <a:rPr lang="en-US" smtClean="0"/>
              <a:pPr>
                <a:defRPr/>
              </a:pPr>
              <a:t>3</a:t>
            </a:fld>
            <a:endParaRPr lang="en-US"/>
          </a:p>
        </p:txBody>
      </p:sp>
    </p:spTree>
    <p:extLst>
      <p:ext uri="{BB962C8B-B14F-4D97-AF65-F5344CB8AC3E}">
        <p14:creationId xmlns:p14="http://schemas.microsoft.com/office/powerpoint/2010/main" val="1142947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7" name="Slide Image Placeholder 1"/>
          <p:cNvSpPr>
            <a:spLocks noGrp="1" noRot="1" noChangeAspect="1"/>
          </p:cNvSpPr>
          <p:nvPr>
            <p:ph type="sldImg"/>
          </p:nvPr>
        </p:nvSpPr>
        <p:spPr bwMode="auto">
          <a:noFill/>
          <a:ln>
            <a:solidFill>
              <a:srgbClr val="000000"/>
            </a:solidFill>
            <a:miter lim="800000"/>
            <a:headEnd/>
            <a:tailEnd/>
          </a:ln>
        </p:spPr>
      </p:sp>
      <p:sp>
        <p:nvSpPr>
          <p:cNvPr id="43929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3929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E7F4D362-D2BC-4E65-A04C-9A6DFC9E1266}" type="slidenum">
              <a:rPr lang="id-ID" smtClean="0">
                <a:solidFill>
                  <a:srgbClr val="000000"/>
                </a:solidFill>
                <a:cs typeface="Arial" charset="0"/>
              </a:rPr>
              <a:pPr/>
              <a:t>8</a:t>
            </a:fld>
            <a:endParaRPr lang="id-ID" smtClean="0">
              <a:solidFill>
                <a:srgbClr val="000000"/>
              </a:solidFill>
              <a:cs typeface="Arial" charset="0"/>
            </a:endParaRPr>
          </a:p>
        </p:txBody>
      </p:sp>
    </p:spTree>
    <p:extLst>
      <p:ext uri="{BB962C8B-B14F-4D97-AF65-F5344CB8AC3E}">
        <p14:creationId xmlns:p14="http://schemas.microsoft.com/office/powerpoint/2010/main" val="189086607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7" name="Slide Image Placeholder 1"/>
          <p:cNvSpPr>
            <a:spLocks noGrp="1" noRot="1" noChangeAspect="1"/>
          </p:cNvSpPr>
          <p:nvPr>
            <p:ph type="sldImg"/>
          </p:nvPr>
        </p:nvSpPr>
        <p:spPr bwMode="auto">
          <a:noFill/>
          <a:ln>
            <a:solidFill>
              <a:srgbClr val="000000"/>
            </a:solidFill>
            <a:miter lim="800000"/>
            <a:headEnd/>
            <a:tailEnd/>
          </a:ln>
        </p:spPr>
      </p:sp>
      <p:sp>
        <p:nvSpPr>
          <p:cNvPr id="43929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3929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E7F4D362-D2BC-4E65-A04C-9A6DFC9E1266}" type="slidenum">
              <a:rPr lang="id-ID" smtClean="0">
                <a:solidFill>
                  <a:srgbClr val="000000"/>
                </a:solidFill>
                <a:cs typeface="Arial" charset="0"/>
              </a:rPr>
              <a:pPr/>
              <a:t>9</a:t>
            </a:fld>
            <a:endParaRPr lang="id-ID" smtClean="0">
              <a:solidFill>
                <a:srgbClr val="000000"/>
              </a:solidFill>
              <a:cs typeface="Arial" charset="0"/>
            </a:endParaRPr>
          </a:p>
        </p:txBody>
      </p:sp>
    </p:spTree>
    <p:extLst>
      <p:ext uri="{BB962C8B-B14F-4D97-AF65-F5344CB8AC3E}">
        <p14:creationId xmlns:p14="http://schemas.microsoft.com/office/powerpoint/2010/main" val="323190862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5" name="Slide Image Placeholder 1"/>
          <p:cNvSpPr>
            <a:spLocks noGrp="1" noRot="1" noChangeAspect="1"/>
          </p:cNvSpPr>
          <p:nvPr>
            <p:ph type="sldImg"/>
          </p:nvPr>
        </p:nvSpPr>
        <p:spPr bwMode="auto">
          <a:noFill/>
          <a:ln>
            <a:solidFill>
              <a:srgbClr val="000000"/>
            </a:solidFill>
            <a:miter lim="800000"/>
            <a:headEnd/>
            <a:tailEnd/>
          </a:ln>
        </p:spPr>
      </p:sp>
      <p:sp>
        <p:nvSpPr>
          <p:cNvPr id="44134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4134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D96D502-14FB-43FA-81BB-F0C9847176F3}" type="slidenum">
              <a:rPr lang="id-ID" smtClean="0">
                <a:solidFill>
                  <a:srgbClr val="000000"/>
                </a:solidFill>
                <a:cs typeface="Arial" charset="0"/>
              </a:rPr>
              <a:pPr/>
              <a:t>10</a:t>
            </a:fld>
            <a:endParaRPr lang="id-ID" smtClean="0">
              <a:solidFill>
                <a:srgbClr val="000000"/>
              </a:solidFill>
              <a:cs typeface="Arial" charset="0"/>
            </a:endParaRPr>
          </a:p>
        </p:txBody>
      </p:sp>
    </p:spTree>
    <p:extLst>
      <p:ext uri="{BB962C8B-B14F-4D97-AF65-F5344CB8AC3E}">
        <p14:creationId xmlns:p14="http://schemas.microsoft.com/office/powerpoint/2010/main" val="4306311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3" name="Slide Image Placeholder 1"/>
          <p:cNvSpPr>
            <a:spLocks noGrp="1" noRot="1" noChangeAspect="1"/>
          </p:cNvSpPr>
          <p:nvPr>
            <p:ph type="sldImg"/>
          </p:nvPr>
        </p:nvSpPr>
        <p:spPr bwMode="auto">
          <a:noFill/>
          <a:ln>
            <a:solidFill>
              <a:srgbClr val="000000"/>
            </a:solidFill>
            <a:miter lim="800000"/>
            <a:headEnd/>
            <a:tailEnd/>
          </a:ln>
        </p:spPr>
      </p:sp>
      <p:sp>
        <p:nvSpPr>
          <p:cNvPr id="44339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4339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DEB9F633-3093-4601-B004-698D29D165A5}" type="slidenum">
              <a:rPr lang="id-ID" smtClean="0">
                <a:solidFill>
                  <a:srgbClr val="000000"/>
                </a:solidFill>
                <a:cs typeface="Arial" charset="0"/>
              </a:rPr>
              <a:pPr/>
              <a:t>11</a:t>
            </a:fld>
            <a:endParaRPr lang="id-ID" smtClean="0">
              <a:solidFill>
                <a:srgbClr val="000000"/>
              </a:solidFill>
              <a:cs typeface="Arial" charset="0"/>
            </a:endParaRPr>
          </a:p>
        </p:txBody>
      </p:sp>
    </p:spTree>
    <p:extLst>
      <p:ext uri="{BB962C8B-B14F-4D97-AF65-F5344CB8AC3E}">
        <p14:creationId xmlns:p14="http://schemas.microsoft.com/office/powerpoint/2010/main" val="30594003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3" name="Slide Image Placeholder 1"/>
          <p:cNvSpPr>
            <a:spLocks noGrp="1" noRot="1" noChangeAspect="1"/>
          </p:cNvSpPr>
          <p:nvPr>
            <p:ph type="sldImg"/>
          </p:nvPr>
        </p:nvSpPr>
        <p:spPr bwMode="auto">
          <a:noFill/>
          <a:ln>
            <a:solidFill>
              <a:srgbClr val="000000"/>
            </a:solidFill>
            <a:miter lim="800000"/>
            <a:headEnd/>
            <a:tailEnd/>
          </a:ln>
        </p:spPr>
      </p:sp>
      <p:sp>
        <p:nvSpPr>
          <p:cNvPr id="44339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4339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DEB9F633-3093-4601-B004-698D29D165A5}" type="slidenum">
              <a:rPr lang="id-ID" smtClean="0">
                <a:solidFill>
                  <a:srgbClr val="000000"/>
                </a:solidFill>
                <a:cs typeface="Arial" charset="0"/>
              </a:rPr>
              <a:pPr/>
              <a:t>12</a:t>
            </a:fld>
            <a:endParaRPr lang="id-ID" smtClean="0">
              <a:solidFill>
                <a:srgbClr val="000000"/>
              </a:solidFill>
              <a:cs typeface="Arial" charset="0"/>
            </a:endParaRPr>
          </a:p>
        </p:txBody>
      </p:sp>
    </p:spTree>
    <p:extLst>
      <p:ext uri="{BB962C8B-B14F-4D97-AF65-F5344CB8AC3E}">
        <p14:creationId xmlns:p14="http://schemas.microsoft.com/office/powerpoint/2010/main" val="2458268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Slide Image Placeholder 1"/>
          <p:cNvSpPr>
            <a:spLocks noGrp="1" noRot="1" noChangeAspect="1"/>
          </p:cNvSpPr>
          <p:nvPr>
            <p:ph type="sldImg"/>
          </p:nvPr>
        </p:nvSpPr>
        <p:spPr bwMode="auto">
          <a:noFill/>
          <a:ln>
            <a:solidFill>
              <a:srgbClr val="000000"/>
            </a:solidFill>
            <a:miter lim="800000"/>
            <a:headEnd/>
            <a:tailEnd/>
          </a:ln>
        </p:spPr>
      </p:sp>
      <p:sp>
        <p:nvSpPr>
          <p:cNvPr id="445442"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el-GR" smtClean="0"/>
          </a:p>
        </p:txBody>
      </p:sp>
      <p:sp>
        <p:nvSpPr>
          <p:cNvPr id="445443"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0DA56966-4B19-4DC9-9C18-E52B4F204D51}" type="slidenum">
              <a:rPr lang="en-US" smtClean="0">
                <a:solidFill>
                  <a:srgbClr val="000000"/>
                </a:solidFill>
                <a:cs typeface="Arial" charset="0"/>
              </a:rPr>
              <a:pPr/>
              <a:t>13</a:t>
            </a:fld>
            <a:endParaRPr lang="en-US" smtClean="0">
              <a:solidFill>
                <a:srgbClr val="000000"/>
              </a:solidFill>
              <a:cs typeface="Arial" charset="0"/>
            </a:endParaRPr>
          </a:p>
        </p:txBody>
      </p:sp>
    </p:spTree>
    <p:extLst>
      <p:ext uri="{BB962C8B-B14F-4D97-AF65-F5344CB8AC3E}">
        <p14:creationId xmlns:p14="http://schemas.microsoft.com/office/powerpoint/2010/main" val="129923172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09" name="Slide Image Placeholder 1"/>
          <p:cNvSpPr>
            <a:spLocks noGrp="1" noRot="1" noChangeAspect="1"/>
          </p:cNvSpPr>
          <p:nvPr>
            <p:ph type="sldImg"/>
          </p:nvPr>
        </p:nvSpPr>
        <p:spPr bwMode="auto">
          <a:noFill/>
          <a:ln>
            <a:solidFill>
              <a:srgbClr val="000000"/>
            </a:solidFill>
            <a:miter lim="800000"/>
            <a:headEnd/>
            <a:tailEnd/>
          </a:ln>
        </p:spPr>
      </p:sp>
      <p:sp>
        <p:nvSpPr>
          <p:cNvPr id="452610"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el-GR" smtClean="0"/>
          </a:p>
        </p:txBody>
      </p:sp>
      <p:sp>
        <p:nvSpPr>
          <p:cNvPr id="452611"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AB2E617-5DFC-4696-BB07-CBCB1B9EEDDD}" type="slidenum">
              <a:rPr lang="en-US" smtClean="0">
                <a:solidFill>
                  <a:srgbClr val="000000"/>
                </a:solidFill>
                <a:cs typeface="Arial" charset="0"/>
              </a:rPr>
              <a:pPr/>
              <a:t>20</a:t>
            </a:fld>
            <a:endParaRPr lang="en-US" smtClean="0">
              <a:solidFill>
                <a:srgbClr val="000000"/>
              </a:solidFill>
              <a:cs typeface="Arial" charset="0"/>
            </a:endParaRPr>
          </a:p>
        </p:txBody>
      </p:sp>
    </p:spTree>
    <p:extLst>
      <p:ext uri="{BB962C8B-B14F-4D97-AF65-F5344CB8AC3E}">
        <p14:creationId xmlns:p14="http://schemas.microsoft.com/office/powerpoint/2010/main" val="176185554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7" name="Slide Image Placeholder 1"/>
          <p:cNvSpPr>
            <a:spLocks noGrp="1" noRot="1" noChangeAspect="1"/>
          </p:cNvSpPr>
          <p:nvPr>
            <p:ph type="sldImg"/>
          </p:nvPr>
        </p:nvSpPr>
        <p:spPr bwMode="auto">
          <a:noFill/>
          <a:ln>
            <a:solidFill>
              <a:srgbClr val="000000"/>
            </a:solidFill>
            <a:miter lim="800000"/>
            <a:headEnd/>
            <a:tailEnd/>
          </a:ln>
        </p:spPr>
      </p:sp>
      <p:sp>
        <p:nvSpPr>
          <p:cNvPr id="45977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5977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E6D0BE74-7A05-48CC-A5E0-9E4E80BBB744}" type="slidenum">
              <a:rPr lang="id-ID" smtClean="0">
                <a:solidFill>
                  <a:srgbClr val="000000"/>
                </a:solidFill>
                <a:cs typeface="Arial" charset="0"/>
              </a:rPr>
              <a:pPr/>
              <a:t>28</a:t>
            </a:fld>
            <a:endParaRPr lang="id-ID" smtClean="0">
              <a:solidFill>
                <a:srgbClr val="000000"/>
              </a:solidFill>
              <a:cs typeface="Arial" charset="0"/>
            </a:endParaRPr>
          </a:p>
        </p:txBody>
      </p:sp>
    </p:spTree>
    <p:extLst>
      <p:ext uri="{BB962C8B-B14F-4D97-AF65-F5344CB8AC3E}">
        <p14:creationId xmlns:p14="http://schemas.microsoft.com/office/powerpoint/2010/main" val="16241431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Slide Image Placeholder 1"/>
          <p:cNvSpPr>
            <a:spLocks noGrp="1" noRot="1" noChangeAspect="1"/>
          </p:cNvSpPr>
          <p:nvPr>
            <p:ph type="sldImg"/>
          </p:nvPr>
        </p:nvSpPr>
        <p:spPr bwMode="auto">
          <a:noFill/>
          <a:ln>
            <a:solidFill>
              <a:srgbClr val="000000"/>
            </a:solidFill>
            <a:miter lim="800000"/>
            <a:headEnd/>
            <a:tailEnd/>
          </a:ln>
        </p:spPr>
      </p:sp>
      <p:sp>
        <p:nvSpPr>
          <p:cNvPr id="473090"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3091"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246F1BDF-A98B-4378-84EC-23BDECBF18DE}" type="slidenum">
              <a:rPr lang="id-ID" smtClean="0">
                <a:solidFill>
                  <a:prstClr val="black"/>
                </a:solidFill>
                <a:cs typeface="Arial" charset="0"/>
              </a:rPr>
              <a:pPr/>
              <a:t>31</a:t>
            </a:fld>
            <a:endParaRPr lang="id-ID" smtClean="0">
              <a:solidFill>
                <a:prstClr val="black"/>
              </a:solidFill>
              <a:cs typeface="Arial" charset="0"/>
            </a:endParaRPr>
          </a:p>
        </p:txBody>
      </p:sp>
    </p:spTree>
    <p:extLst>
      <p:ext uri="{BB962C8B-B14F-4D97-AF65-F5344CB8AC3E}">
        <p14:creationId xmlns:p14="http://schemas.microsoft.com/office/powerpoint/2010/main" val="2882980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Slide Image Placeholder 1"/>
          <p:cNvSpPr>
            <a:spLocks noGrp="1" noRot="1" noChangeAspect="1"/>
          </p:cNvSpPr>
          <p:nvPr>
            <p:ph type="sldImg"/>
          </p:nvPr>
        </p:nvSpPr>
        <p:spPr bwMode="auto">
          <a:noFill/>
          <a:ln>
            <a:solidFill>
              <a:srgbClr val="000000"/>
            </a:solidFill>
            <a:miter lim="800000"/>
            <a:headEnd/>
            <a:tailEnd/>
          </a:ln>
        </p:spPr>
      </p:sp>
      <p:sp>
        <p:nvSpPr>
          <p:cNvPr id="46694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6694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4F75D9EC-304C-4377-A60B-8A4CD08C874D}" type="slidenum">
              <a:rPr lang="id-ID" smtClean="0">
                <a:solidFill>
                  <a:srgbClr val="000000"/>
                </a:solidFill>
                <a:cs typeface="Arial" charset="0"/>
              </a:rPr>
              <a:pPr/>
              <a:t>34</a:t>
            </a:fld>
            <a:endParaRPr lang="id-ID" smtClean="0">
              <a:solidFill>
                <a:srgbClr val="000000"/>
              </a:solidFill>
              <a:cs typeface="Arial" charset="0"/>
            </a:endParaRPr>
          </a:p>
        </p:txBody>
      </p:sp>
    </p:spTree>
    <p:extLst>
      <p:ext uri="{BB962C8B-B14F-4D97-AF65-F5344CB8AC3E}">
        <p14:creationId xmlns:p14="http://schemas.microsoft.com/office/powerpoint/2010/main" val="5278518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Slide Image Placeholder 1"/>
          <p:cNvSpPr>
            <a:spLocks noGrp="1" noRot="1" noChangeAspect="1"/>
          </p:cNvSpPr>
          <p:nvPr>
            <p:ph type="sldImg"/>
          </p:nvPr>
        </p:nvSpPr>
        <p:spPr bwMode="auto">
          <a:noFill/>
          <a:ln>
            <a:solidFill>
              <a:srgbClr val="000000"/>
            </a:solidFill>
            <a:miter lim="800000"/>
            <a:headEnd/>
            <a:tailEnd/>
          </a:ln>
        </p:spPr>
      </p:sp>
      <p:sp>
        <p:nvSpPr>
          <p:cNvPr id="46694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6694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4F75D9EC-304C-4377-A60B-8A4CD08C874D}" type="slidenum">
              <a:rPr lang="id-ID" smtClean="0">
                <a:solidFill>
                  <a:srgbClr val="000000"/>
                </a:solidFill>
                <a:cs typeface="Arial" charset="0"/>
              </a:rPr>
              <a:pPr/>
              <a:t>35</a:t>
            </a:fld>
            <a:endParaRPr lang="id-ID" smtClean="0">
              <a:solidFill>
                <a:srgbClr val="000000"/>
              </a:solidFill>
              <a:cs typeface="Arial" charset="0"/>
            </a:endParaRPr>
          </a:p>
        </p:txBody>
      </p:sp>
    </p:spTree>
    <p:extLst>
      <p:ext uri="{BB962C8B-B14F-4D97-AF65-F5344CB8AC3E}">
        <p14:creationId xmlns:p14="http://schemas.microsoft.com/office/powerpoint/2010/main" val="35117596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3" name="Slide Image Placeholder 1"/>
          <p:cNvSpPr>
            <a:spLocks noGrp="1" noRot="1" noChangeAspect="1"/>
          </p:cNvSpPr>
          <p:nvPr>
            <p:ph type="sldImg"/>
          </p:nvPr>
        </p:nvSpPr>
        <p:spPr bwMode="auto">
          <a:noFill/>
          <a:ln>
            <a:solidFill>
              <a:srgbClr val="000000"/>
            </a:solidFill>
            <a:miter lim="800000"/>
            <a:headEnd/>
            <a:tailEnd/>
          </a:ln>
        </p:spPr>
      </p:sp>
      <p:sp>
        <p:nvSpPr>
          <p:cNvPr id="46899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6899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A12C8C6C-0946-488B-9A90-A09C0BA760DD}" type="slidenum">
              <a:rPr lang="id-ID" smtClean="0">
                <a:solidFill>
                  <a:srgbClr val="000000"/>
                </a:solidFill>
                <a:cs typeface="Arial" charset="0"/>
              </a:rPr>
              <a:pPr/>
              <a:t>36</a:t>
            </a:fld>
            <a:endParaRPr lang="id-ID" smtClean="0">
              <a:solidFill>
                <a:srgbClr val="000000"/>
              </a:solidFill>
              <a:cs typeface="Arial" charset="0"/>
            </a:endParaRPr>
          </a:p>
        </p:txBody>
      </p:sp>
    </p:spTree>
    <p:extLst>
      <p:ext uri="{BB962C8B-B14F-4D97-AF65-F5344CB8AC3E}">
        <p14:creationId xmlns:p14="http://schemas.microsoft.com/office/powerpoint/2010/main" val="35622628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1" name="Slide Image Placeholder 1"/>
          <p:cNvSpPr>
            <a:spLocks noGrp="1" noRot="1" noChangeAspect="1"/>
          </p:cNvSpPr>
          <p:nvPr>
            <p:ph type="sldImg"/>
          </p:nvPr>
        </p:nvSpPr>
        <p:spPr bwMode="auto">
          <a:noFill/>
          <a:ln>
            <a:solidFill>
              <a:srgbClr val="000000"/>
            </a:solidFill>
            <a:miter lim="800000"/>
            <a:headEnd/>
            <a:tailEnd/>
          </a:ln>
        </p:spPr>
      </p:sp>
      <p:sp>
        <p:nvSpPr>
          <p:cNvPr id="471042"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1043"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225A38C-6F49-4B9D-B438-372373361088}" type="slidenum">
              <a:rPr lang="id-ID" smtClean="0">
                <a:solidFill>
                  <a:srgbClr val="000000"/>
                </a:solidFill>
                <a:cs typeface="Arial" charset="0"/>
              </a:rPr>
              <a:pPr/>
              <a:t>37</a:t>
            </a:fld>
            <a:endParaRPr lang="id-ID" smtClean="0">
              <a:solidFill>
                <a:srgbClr val="000000"/>
              </a:solidFill>
              <a:cs typeface="Arial" charset="0"/>
            </a:endParaRPr>
          </a:p>
        </p:txBody>
      </p:sp>
    </p:spTree>
    <p:extLst>
      <p:ext uri="{BB962C8B-B14F-4D97-AF65-F5344CB8AC3E}">
        <p14:creationId xmlns:p14="http://schemas.microsoft.com/office/powerpoint/2010/main" val="31921380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1" name="Slide Image Placeholder 1"/>
          <p:cNvSpPr>
            <a:spLocks noGrp="1" noRot="1" noChangeAspect="1"/>
          </p:cNvSpPr>
          <p:nvPr>
            <p:ph type="sldImg"/>
          </p:nvPr>
        </p:nvSpPr>
        <p:spPr bwMode="auto">
          <a:noFill/>
          <a:ln>
            <a:solidFill>
              <a:srgbClr val="000000"/>
            </a:solidFill>
            <a:miter lim="800000"/>
            <a:headEnd/>
            <a:tailEnd/>
          </a:ln>
        </p:spPr>
      </p:sp>
      <p:sp>
        <p:nvSpPr>
          <p:cNvPr id="471042"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1043"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225A38C-6F49-4B9D-B438-372373361088}" type="slidenum">
              <a:rPr lang="id-ID" smtClean="0">
                <a:solidFill>
                  <a:srgbClr val="000000"/>
                </a:solidFill>
                <a:cs typeface="Arial" charset="0"/>
              </a:rPr>
              <a:pPr/>
              <a:t>38</a:t>
            </a:fld>
            <a:endParaRPr lang="id-ID" smtClean="0">
              <a:solidFill>
                <a:srgbClr val="000000"/>
              </a:solidFill>
              <a:cs typeface="Arial" charset="0"/>
            </a:endParaRPr>
          </a:p>
        </p:txBody>
      </p:sp>
    </p:spTree>
    <p:extLst>
      <p:ext uri="{BB962C8B-B14F-4D97-AF65-F5344CB8AC3E}">
        <p14:creationId xmlns:p14="http://schemas.microsoft.com/office/powerpoint/2010/main" val="39446108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Slide Image Placeholder 1"/>
          <p:cNvSpPr>
            <a:spLocks noGrp="1" noRot="1" noChangeAspect="1"/>
          </p:cNvSpPr>
          <p:nvPr>
            <p:ph type="sldImg"/>
          </p:nvPr>
        </p:nvSpPr>
        <p:spPr bwMode="auto">
          <a:noFill/>
          <a:ln>
            <a:solidFill>
              <a:srgbClr val="000000"/>
            </a:solidFill>
            <a:miter lim="800000"/>
            <a:headEnd/>
            <a:tailEnd/>
          </a:ln>
        </p:spPr>
      </p:sp>
      <p:sp>
        <p:nvSpPr>
          <p:cNvPr id="473090"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3091"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246F1BDF-A98B-4378-84EC-23BDECBF18DE}" type="slidenum">
              <a:rPr lang="id-ID" smtClean="0">
                <a:cs typeface="Arial" charset="0"/>
              </a:rPr>
              <a:pPr/>
              <a:t>39</a:t>
            </a:fld>
            <a:endParaRPr lang="id-ID" smtClean="0">
              <a:cs typeface="Arial" charset="0"/>
            </a:endParaRPr>
          </a:p>
        </p:txBody>
      </p:sp>
    </p:spTree>
    <p:extLst>
      <p:ext uri="{BB962C8B-B14F-4D97-AF65-F5344CB8AC3E}">
        <p14:creationId xmlns:p14="http://schemas.microsoft.com/office/powerpoint/2010/main" val="32703963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7" name="Slide Image Placeholder 1"/>
          <p:cNvSpPr>
            <a:spLocks noGrp="1" noRot="1" noChangeAspect="1"/>
          </p:cNvSpPr>
          <p:nvPr>
            <p:ph type="sldImg"/>
          </p:nvPr>
        </p:nvSpPr>
        <p:spPr bwMode="auto">
          <a:noFill/>
          <a:ln>
            <a:solidFill>
              <a:srgbClr val="000000"/>
            </a:solidFill>
            <a:miter lim="800000"/>
            <a:headEnd/>
            <a:tailEnd/>
          </a:ln>
        </p:spPr>
      </p:sp>
      <p:sp>
        <p:nvSpPr>
          <p:cNvPr id="47513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7513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39073F9-7B8B-475D-92EE-D166624E91E5}" type="slidenum">
              <a:rPr lang="id-ID" smtClean="0">
                <a:cs typeface="Arial" charset="0"/>
              </a:rPr>
              <a:pPr/>
              <a:t>40</a:t>
            </a:fld>
            <a:endParaRPr lang="id-ID" smtClean="0">
              <a:cs typeface="Arial" charset="0"/>
            </a:endParaRPr>
          </a:p>
        </p:txBody>
      </p:sp>
    </p:spTree>
    <p:extLst>
      <p:ext uri="{BB962C8B-B14F-4D97-AF65-F5344CB8AC3E}">
        <p14:creationId xmlns:p14="http://schemas.microsoft.com/office/powerpoint/2010/main" val="216675345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5" name="Slide Image Placeholder 1"/>
          <p:cNvSpPr>
            <a:spLocks noGrp="1" noRot="1" noChangeAspect="1"/>
          </p:cNvSpPr>
          <p:nvPr>
            <p:ph type="sldImg"/>
          </p:nvPr>
        </p:nvSpPr>
        <p:spPr bwMode="auto">
          <a:noFill/>
          <a:ln>
            <a:solidFill>
              <a:srgbClr val="000000"/>
            </a:solidFill>
            <a:miter lim="800000"/>
            <a:headEnd/>
            <a:tailEnd/>
          </a:ln>
        </p:spPr>
      </p:sp>
      <p:sp>
        <p:nvSpPr>
          <p:cNvPr id="47718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el-GR" smtClean="0"/>
          </a:p>
        </p:txBody>
      </p:sp>
      <p:sp>
        <p:nvSpPr>
          <p:cNvPr id="47718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58D2E4BB-E08F-467A-87DB-40305F948081}" type="slidenum">
              <a:rPr lang="en-US" smtClean="0">
                <a:solidFill>
                  <a:srgbClr val="000000"/>
                </a:solidFill>
                <a:cs typeface="Arial" charset="0"/>
              </a:rPr>
              <a:pPr/>
              <a:t>41</a:t>
            </a:fld>
            <a:endParaRPr lang="en-US" smtClean="0">
              <a:solidFill>
                <a:srgbClr val="000000"/>
              </a:solidFill>
              <a:cs typeface="Arial" charset="0"/>
            </a:endParaRPr>
          </a:p>
        </p:txBody>
      </p:sp>
    </p:spTree>
    <p:extLst>
      <p:ext uri="{BB962C8B-B14F-4D97-AF65-F5344CB8AC3E}">
        <p14:creationId xmlns:p14="http://schemas.microsoft.com/office/powerpoint/2010/main" val="29667444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3" name="Slide Image Placeholder 1"/>
          <p:cNvSpPr>
            <a:spLocks noGrp="1" noRot="1" noChangeAspect="1"/>
          </p:cNvSpPr>
          <p:nvPr>
            <p:ph type="sldImg"/>
          </p:nvPr>
        </p:nvSpPr>
        <p:spPr bwMode="auto">
          <a:noFill/>
          <a:ln>
            <a:solidFill>
              <a:srgbClr val="000000"/>
            </a:solidFill>
            <a:miter lim="800000"/>
            <a:headEnd/>
            <a:tailEnd/>
          </a:ln>
        </p:spPr>
      </p:sp>
      <p:sp>
        <p:nvSpPr>
          <p:cNvPr id="47923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el-GR" smtClean="0"/>
          </a:p>
        </p:txBody>
      </p:sp>
      <p:sp>
        <p:nvSpPr>
          <p:cNvPr id="47923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9C2CC48B-5DFD-41A2-90FF-3DA36AF8C3AA}" type="slidenum">
              <a:rPr lang="en-US" smtClean="0">
                <a:solidFill>
                  <a:srgbClr val="000000"/>
                </a:solidFill>
                <a:cs typeface="Arial" charset="0"/>
              </a:rPr>
              <a:pPr/>
              <a:t>42</a:t>
            </a:fld>
            <a:endParaRPr lang="en-US" smtClean="0">
              <a:solidFill>
                <a:srgbClr val="000000"/>
              </a:solidFill>
              <a:cs typeface="Arial" charset="0"/>
            </a:endParaRPr>
          </a:p>
        </p:txBody>
      </p:sp>
    </p:spTree>
    <p:extLst>
      <p:ext uri="{BB962C8B-B14F-4D97-AF65-F5344CB8AC3E}">
        <p14:creationId xmlns:p14="http://schemas.microsoft.com/office/powerpoint/2010/main" val="7230044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5" name="Slide Image Placeholder 1"/>
          <p:cNvSpPr>
            <a:spLocks noGrp="1" noRot="1" noChangeAspect="1"/>
          </p:cNvSpPr>
          <p:nvPr>
            <p:ph type="sldImg"/>
          </p:nvPr>
        </p:nvSpPr>
        <p:spPr bwMode="auto">
          <a:noFill/>
          <a:ln>
            <a:solidFill>
              <a:srgbClr val="000000"/>
            </a:solidFill>
            <a:miter lim="800000"/>
            <a:headEnd/>
            <a:tailEnd/>
          </a:ln>
        </p:spPr>
      </p:sp>
      <p:sp>
        <p:nvSpPr>
          <p:cNvPr id="48230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8230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E9510A9-D53C-45A1-A21D-2A84EA780072}" type="slidenum">
              <a:rPr lang="id-ID" smtClean="0">
                <a:cs typeface="Arial" charset="0"/>
              </a:rPr>
              <a:pPr/>
              <a:t>44</a:t>
            </a:fld>
            <a:endParaRPr lang="id-ID" smtClean="0">
              <a:cs typeface="Arial" charset="0"/>
            </a:endParaRPr>
          </a:p>
        </p:txBody>
      </p:sp>
    </p:spTree>
    <p:extLst>
      <p:ext uri="{BB962C8B-B14F-4D97-AF65-F5344CB8AC3E}">
        <p14:creationId xmlns:p14="http://schemas.microsoft.com/office/powerpoint/2010/main" val="352480491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Slide Image Placeholder 1"/>
          <p:cNvSpPr>
            <a:spLocks noGrp="1" noRot="1" noChangeAspect="1"/>
          </p:cNvSpPr>
          <p:nvPr>
            <p:ph type="sldImg"/>
          </p:nvPr>
        </p:nvSpPr>
        <p:spPr bwMode="auto">
          <a:noFill/>
          <a:ln>
            <a:solidFill>
              <a:srgbClr val="000000"/>
            </a:solidFill>
            <a:miter lim="800000"/>
            <a:headEnd/>
            <a:tailEnd/>
          </a:ln>
        </p:spPr>
      </p:sp>
      <p:sp>
        <p:nvSpPr>
          <p:cNvPr id="48435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8435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9C6EEFEA-1644-4F94-8559-2235A003E579}" type="slidenum">
              <a:rPr lang="id-ID" smtClean="0">
                <a:solidFill>
                  <a:srgbClr val="000000"/>
                </a:solidFill>
                <a:cs typeface="Arial" charset="0"/>
              </a:rPr>
              <a:pPr/>
              <a:t>45</a:t>
            </a:fld>
            <a:endParaRPr lang="id-ID" smtClean="0">
              <a:solidFill>
                <a:srgbClr val="000000"/>
              </a:solidFill>
              <a:cs typeface="Arial" charset="0"/>
            </a:endParaRPr>
          </a:p>
        </p:txBody>
      </p:sp>
    </p:spTree>
    <p:extLst>
      <p:ext uri="{BB962C8B-B14F-4D97-AF65-F5344CB8AC3E}">
        <p14:creationId xmlns:p14="http://schemas.microsoft.com/office/powerpoint/2010/main" val="89698580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1" name="Slide Image Placeholder 1"/>
          <p:cNvSpPr>
            <a:spLocks noGrp="1" noRot="1" noChangeAspect="1"/>
          </p:cNvSpPr>
          <p:nvPr>
            <p:ph type="sldImg"/>
          </p:nvPr>
        </p:nvSpPr>
        <p:spPr bwMode="auto">
          <a:noFill/>
          <a:ln>
            <a:solidFill>
              <a:srgbClr val="000000"/>
            </a:solidFill>
            <a:miter lim="800000"/>
            <a:headEnd/>
            <a:tailEnd/>
          </a:ln>
        </p:spPr>
      </p:sp>
      <p:sp>
        <p:nvSpPr>
          <p:cNvPr id="486402"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86403"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2640E43D-0AC0-47F1-A7CA-BCD691F576F1}" type="slidenum">
              <a:rPr lang="id-ID" smtClean="0">
                <a:solidFill>
                  <a:srgbClr val="000000"/>
                </a:solidFill>
                <a:cs typeface="Arial" charset="0"/>
              </a:rPr>
              <a:pPr/>
              <a:t>46</a:t>
            </a:fld>
            <a:endParaRPr lang="id-ID" smtClean="0">
              <a:solidFill>
                <a:srgbClr val="000000"/>
              </a:solidFill>
              <a:cs typeface="Arial" charset="0"/>
            </a:endParaRPr>
          </a:p>
        </p:txBody>
      </p:sp>
    </p:spTree>
    <p:extLst>
      <p:ext uri="{BB962C8B-B14F-4D97-AF65-F5344CB8AC3E}">
        <p14:creationId xmlns:p14="http://schemas.microsoft.com/office/powerpoint/2010/main" val="261964109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49" name="Slide Image Placeholder 1"/>
          <p:cNvSpPr>
            <a:spLocks noGrp="1" noRot="1" noChangeAspect="1"/>
          </p:cNvSpPr>
          <p:nvPr>
            <p:ph type="sldImg"/>
          </p:nvPr>
        </p:nvSpPr>
        <p:spPr bwMode="auto">
          <a:noFill/>
          <a:ln>
            <a:solidFill>
              <a:srgbClr val="000000"/>
            </a:solidFill>
            <a:miter lim="800000"/>
            <a:headEnd/>
            <a:tailEnd/>
          </a:ln>
        </p:spPr>
      </p:sp>
      <p:sp>
        <p:nvSpPr>
          <p:cNvPr id="488450"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88451"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82F070F5-364B-48C0-9FFB-460B5C1275ED}" type="slidenum">
              <a:rPr lang="id-ID" smtClean="0">
                <a:cs typeface="Arial" charset="0"/>
              </a:rPr>
              <a:pPr/>
              <a:t>47</a:t>
            </a:fld>
            <a:endParaRPr lang="id-ID" smtClean="0">
              <a:cs typeface="Arial" charset="0"/>
            </a:endParaRPr>
          </a:p>
        </p:txBody>
      </p:sp>
    </p:spTree>
    <p:extLst>
      <p:ext uri="{BB962C8B-B14F-4D97-AF65-F5344CB8AC3E}">
        <p14:creationId xmlns:p14="http://schemas.microsoft.com/office/powerpoint/2010/main" val="22714808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7" name="Slide Image Placeholder 1"/>
          <p:cNvSpPr>
            <a:spLocks noGrp="1" noRot="1" noChangeAspect="1"/>
          </p:cNvSpPr>
          <p:nvPr>
            <p:ph type="sldImg"/>
          </p:nvPr>
        </p:nvSpPr>
        <p:spPr bwMode="auto">
          <a:noFill/>
          <a:ln>
            <a:solidFill>
              <a:srgbClr val="000000"/>
            </a:solidFill>
            <a:miter lim="800000"/>
            <a:headEnd/>
            <a:tailEnd/>
          </a:ln>
        </p:spPr>
      </p:sp>
      <p:sp>
        <p:nvSpPr>
          <p:cNvPr id="49561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561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82E9D988-EF76-4673-9CEB-A169A09DB1D8}" type="slidenum">
              <a:rPr lang="id-ID" smtClean="0">
                <a:solidFill>
                  <a:srgbClr val="000000"/>
                </a:solidFill>
                <a:cs typeface="Arial" charset="0"/>
              </a:rPr>
              <a:pPr/>
              <a:t>54</a:t>
            </a:fld>
            <a:endParaRPr lang="id-ID" smtClean="0">
              <a:solidFill>
                <a:srgbClr val="000000"/>
              </a:solidFill>
              <a:cs typeface="Arial" charset="0"/>
            </a:endParaRPr>
          </a:p>
        </p:txBody>
      </p:sp>
    </p:spTree>
    <p:extLst>
      <p:ext uri="{BB962C8B-B14F-4D97-AF65-F5344CB8AC3E}">
        <p14:creationId xmlns:p14="http://schemas.microsoft.com/office/powerpoint/2010/main" val="7596779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55</a:t>
            </a:fld>
            <a:endParaRPr lang="id-ID" smtClean="0">
              <a:solidFill>
                <a:srgbClr val="000000"/>
              </a:solidFill>
              <a:cs typeface="Arial" charset="0"/>
            </a:endParaRPr>
          </a:p>
        </p:txBody>
      </p:sp>
    </p:spTree>
    <p:extLst>
      <p:ext uri="{BB962C8B-B14F-4D97-AF65-F5344CB8AC3E}">
        <p14:creationId xmlns:p14="http://schemas.microsoft.com/office/powerpoint/2010/main" val="259837125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56</a:t>
            </a:fld>
            <a:endParaRPr lang="id-ID" smtClean="0">
              <a:solidFill>
                <a:srgbClr val="000000"/>
              </a:solidFill>
              <a:cs typeface="Arial" charset="0"/>
            </a:endParaRPr>
          </a:p>
        </p:txBody>
      </p:sp>
    </p:spTree>
    <p:extLst>
      <p:ext uri="{BB962C8B-B14F-4D97-AF65-F5344CB8AC3E}">
        <p14:creationId xmlns:p14="http://schemas.microsoft.com/office/powerpoint/2010/main" val="27363763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Slide Image Placeholder 1"/>
          <p:cNvSpPr>
            <a:spLocks noGrp="1" noRot="1" noChangeAspect="1"/>
          </p:cNvSpPr>
          <p:nvPr>
            <p:ph type="sldImg"/>
          </p:nvPr>
        </p:nvSpPr>
        <p:spPr bwMode="auto">
          <a:noFill/>
          <a:ln>
            <a:solidFill>
              <a:srgbClr val="000000"/>
            </a:solidFill>
            <a:miter lim="800000"/>
            <a:headEnd/>
            <a:tailEnd/>
          </a:ln>
        </p:spPr>
      </p:sp>
      <p:sp>
        <p:nvSpPr>
          <p:cNvPr id="49766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49766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F69950D6-E6BE-481A-935E-FFFB1ADDF5CF}" type="slidenum">
              <a:rPr lang="id-ID" smtClean="0">
                <a:solidFill>
                  <a:srgbClr val="000000"/>
                </a:solidFill>
                <a:cs typeface="Arial" charset="0"/>
              </a:rPr>
              <a:pPr/>
              <a:t>57</a:t>
            </a:fld>
            <a:endParaRPr lang="id-ID" smtClean="0">
              <a:solidFill>
                <a:srgbClr val="000000"/>
              </a:solidFill>
              <a:cs typeface="Arial" charset="0"/>
            </a:endParaRPr>
          </a:p>
        </p:txBody>
      </p:sp>
    </p:spTree>
    <p:extLst>
      <p:ext uri="{BB962C8B-B14F-4D97-AF65-F5344CB8AC3E}">
        <p14:creationId xmlns:p14="http://schemas.microsoft.com/office/powerpoint/2010/main" val="12276507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5" name="Slide Image Placeholder 1"/>
          <p:cNvSpPr>
            <a:spLocks noGrp="1" noRot="1" noChangeAspect="1"/>
          </p:cNvSpPr>
          <p:nvPr>
            <p:ph type="sldImg"/>
          </p:nvPr>
        </p:nvSpPr>
        <p:spPr bwMode="auto">
          <a:noFill/>
          <a:ln>
            <a:solidFill>
              <a:srgbClr val="000000"/>
            </a:solidFill>
            <a:miter lim="800000"/>
            <a:headEnd/>
            <a:tailEnd/>
          </a:ln>
        </p:spPr>
      </p:sp>
      <p:sp>
        <p:nvSpPr>
          <p:cNvPr id="50278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502787"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437FC90B-5734-49BF-A3E2-A9D04B0F74DB}" type="slidenum">
              <a:rPr lang="id-ID" smtClean="0">
                <a:solidFill>
                  <a:srgbClr val="000000"/>
                </a:solidFill>
                <a:cs typeface="Arial" charset="0"/>
              </a:rPr>
              <a:pPr/>
              <a:t>61</a:t>
            </a:fld>
            <a:endParaRPr lang="id-ID" smtClean="0">
              <a:solidFill>
                <a:srgbClr val="000000"/>
              </a:solidFill>
              <a:cs typeface="Arial" charset="0"/>
            </a:endParaRPr>
          </a:p>
        </p:txBody>
      </p:sp>
    </p:spTree>
    <p:extLst>
      <p:ext uri="{BB962C8B-B14F-4D97-AF65-F5344CB8AC3E}">
        <p14:creationId xmlns:p14="http://schemas.microsoft.com/office/powerpoint/2010/main" val="26277667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3" name="Slide Image Placeholder 1"/>
          <p:cNvSpPr>
            <a:spLocks noGrp="1" noRot="1" noChangeAspect="1"/>
          </p:cNvSpPr>
          <p:nvPr>
            <p:ph type="sldImg"/>
          </p:nvPr>
        </p:nvSpPr>
        <p:spPr bwMode="auto">
          <a:noFill/>
          <a:ln>
            <a:solidFill>
              <a:srgbClr val="000000"/>
            </a:solidFill>
            <a:miter lim="800000"/>
            <a:headEnd/>
            <a:tailEnd/>
          </a:ln>
        </p:spPr>
      </p:sp>
      <p:sp>
        <p:nvSpPr>
          <p:cNvPr id="50483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504835"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86B59EFF-0143-4C90-9492-B722C4DCD120}" type="slidenum">
              <a:rPr lang="id-ID" smtClean="0">
                <a:cs typeface="Arial" charset="0"/>
              </a:rPr>
              <a:pPr/>
              <a:t>62</a:t>
            </a:fld>
            <a:endParaRPr lang="id-ID" smtClean="0">
              <a:cs typeface="Arial" charset="0"/>
            </a:endParaRPr>
          </a:p>
        </p:txBody>
      </p:sp>
    </p:spTree>
    <p:extLst>
      <p:ext uri="{BB962C8B-B14F-4D97-AF65-F5344CB8AC3E}">
        <p14:creationId xmlns:p14="http://schemas.microsoft.com/office/powerpoint/2010/main" val="269449602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1" name="Slide Image Placeholder 1"/>
          <p:cNvSpPr>
            <a:spLocks noGrp="1" noRot="1" noChangeAspect="1"/>
          </p:cNvSpPr>
          <p:nvPr>
            <p:ph type="sldImg"/>
          </p:nvPr>
        </p:nvSpPr>
        <p:spPr bwMode="auto">
          <a:noFill/>
          <a:ln>
            <a:solidFill>
              <a:srgbClr val="000000"/>
            </a:solidFill>
            <a:miter lim="800000"/>
            <a:headEnd/>
            <a:tailEnd/>
          </a:ln>
        </p:spPr>
      </p:sp>
      <p:sp>
        <p:nvSpPr>
          <p:cNvPr id="506882"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506883"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77D5533F-B87B-486C-88CC-F455798683F6}" type="slidenum">
              <a:rPr lang="id-ID" smtClean="0">
                <a:solidFill>
                  <a:srgbClr val="000000"/>
                </a:solidFill>
                <a:cs typeface="Arial" charset="0"/>
              </a:rPr>
              <a:pPr/>
              <a:t>63</a:t>
            </a:fld>
            <a:endParaRPr lang="id-ID" smtClean="0">
              <a:solidFill>
                <a:srgbClr val="000000"/>
              </a:solidFill>
              <a:cs typeface="Arial" charset="0"/>
            </a:endParaRPr>
          </a:p>
        </p:txBody>
      </p:sp>
    </p:spTree>
    <p:extLst>
      <p:ext uri="{BB962C8B-B14F-4D97-AF65-F5344CB8AC3E}">
        <p14:creationId xmlns:p14="http://schemas.microsoft.com/office/powerpoint/2010/main" val="28563438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7" name="Slide Image Placeholder 1"/>
          <p:cNvSpPr>
            <a:spLocks noGrp="1" noRot="1" noChangeAspect="1"/>
          </p:cNvSpPr>
          <p:nvPr>
            <p:ph type="sldImg"/>
          </p:nvPr>
        </p:nvSpPr>
        <p:spPr bwMode="auto">
          <a:noFill/>
          <a:ln>
            <a:solidFill>
              <a:srgbClr val="000000"/>
            </a:solidFill>
            <a:miter lim="800000"/>
            <a:headEnd/>
            <a:tailEnd/>
          </a:ln>
        </p:spPr>
      </p:sp>
      <p:sp>
        <p:nvSpPr>
          <p:cNvPr id="510978"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el-GR" smtClean="0"/>
          </a:p>
        </p:txBody>
      </p:sp>
      <p:sp>
        <p:nvSpPr>
          <p:cNvPr id="510979"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fld id="{C34567B0-BAE8-4367-B434-91CDA0F213FF}" type="slidenum">
              <a:rPr lang="en-US" smtClean="0">
                <a:solidFill>
                  <a:srgbClr val="000000"/>
                </a:solidFill>
                <a:cs typeface="Arial" charset="0"/>
              </a:rPr>
              <a:pPr/>
              <a:t>64</a:t>
            </a:fld>
            <a:endParaRPr lang="en-US" smtClean="0">
              <a:solidFill>
                <a:srgbClr val="000000"/>
              </a:solidFill>
              <a:cs typeface="Arial" charset="0"/>
            </a:endParaRPr>
          </a:p>
        </p:txBody>
      </p:sp>
    </p:spTree>
    <p:extLst>
      <p:ext uri="{BB962C8B-B14F-4D97-AF65-F5344CB8AC3E}">
        <p14:creationId xmlns:p14="http://schemas.microsoft.com/office/powerpoint/2010/main" val="314497679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3" name="Slide Image Placeholder 1"/>
          <p:cNvSpPr>
            <a:spLocks noGrp="1" noRot="1" noChangeAspect="1" noTextEdit="1"/>
          </p:cNvSpPr>
          <p:nvPr>
            <p:ph type="sldImg"/>
          </p:nvPr>
        </p:nvSpPr>
        <p:spPr bwMode="auto">
          <a:noFill/>
          <a:ln>
            <a:solidFill>
              <a:srgbClr val="000000"/>
            </a:solidFill>
            <a:miter lim="800000"/>
            <a:headEnd/>
            <a:tailEnd/>
          </a:ln>
        </p:spPr>
      </p:sp>
      <p:sp>
        <p:nvSpPr>
          <p:cNvPr id="54067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endParaRPr lang="id-ID" smtClean="0"/>
          </a:p>
        </p:txBody>
      </p:sp>
      <p:sp>
        <p:nvSpPr>
          <p:cNvPr id="540675"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eaLnBrk="0" hangingPunct="0"/>
            <a:fld id="{AE8A6C48-1635-43B9-A5BC-6C681FE96DB6}" type="slidenum">
              <a:rPr lang="id-ID" sz="1200">
                <a:solidFill>
                  <a:srgbClr val="000000"/>
                </a:solidFill>
              </a:rPr>
              <a:pPr algn="r" eaLnBrk="0" hangingPunct="0"/>
              <a:t>88</a:t>
            </a:fld>
            <a:endParaRPr lang="id-ID" sz="1200">
              <a:solidFill>
                <a:srgbClr val="000000"/>
              </a:solidFill>
            </a:endParaRPr>
          </a:p>
        </p:txBody>
      </p:sp>
    </p:spTree>
    <p:extLst>
      <p:ext uri="{BB962C8B-B14F-4D97-AF65-F5344CB8AC3E}">
        <p14:creationId xmlns:p14="http://schemas.microsoft.com/office/powerpoint/2010/main" val="343061975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Slide Image Placeholder 1"/>
          <p:cNvSpPr>
            <a:spLocks noGrp="1" noRot="1" noChangeAspect="1" noTextEdit="1"/>
          </p:cNvSpPr>
          <p:nvPr>
            <p:ph type="sldImg"/>
          </p:nvPr>
        </p:nvSpPr>
        <p:spPr bwMode="auto">
          <a:noFill/>
          <a:ln>
            <a:solidFill>
              <a:srgbClr val="000000"/>
            </a:solidFill>
            <a:miter lim="800000"/>
            <a:headEnd/>
            <a:tailEnd/>
          </a:ln>
        </p:spPr>
      </p:sp>
      <p:sp>
        <p:nvSpPr>
          <p:cNvPr id="542722"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542723"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44C8C89A-107F-4976-A5E9-74356957B3DB}" type="slidenum">
              <a:rPr lang="id-ID" sz="1200"/>
              <a:pPr algn="r"/>
              <a:t>89</a:t>
            </a:fld>
            <a:endParaRPr lang="id-ID" sz="1200"/>
          </a:p>
        </p:txBody>
      </p:sp>
    </p:spTree>
    <p:extLst>
      <p:ext uri="{BB962C8B-B14F-4D97-AF65-F5344CB8AC3E}">
        <p14:creationId xmlns:p14="http://schemas.microsoft.com/office/powerpoint/2010/main" val="182723824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90</a:t>
            </a:fld>
            <a:endParaRPr lang="id-ID" sz="1200"/>
          </a:p>
        </p:txBody>
      </p:sp>
    </p:spTree>
    <p:extLst>
      <p:ext uri="{BB962C8B-B14F-4D97-AF65-F5344CB8AC3E}">
        <p14:creationId xmlns:p14="http://schemas.microsoft.com/office/powerpoint/2010/main" val="164281460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91</a:t>
            </a:fld>
            <a:endParaRPr lang="id-ID" sz="1200"/>
          </a:p>
        </p:txBody>
      </p:sp>
    </p:spTree>
    <p:extLst>
      <p:ext uri="{BB962C8B-B14F-4D97-AF65-F5344CB8AC3E}">
        <p14:creationId xmlns:p14="http://schemas.microsoft.com/office/powerpoint/2010/main" val="297346694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92</a:t>
            </a:fld>
            <a:endParaRPr lang="id-ID" sz="1200"/>
          </a:p>
        </p:txBody>
      </p:sp>
    </p:spTree>
    <p:extLst>
      <p:ext uri="{BB962C8B-B14F-4D97-AF65-F5344CB8AC3E}">
        <p14:creationId xmlns:p14="http://schemas.microsoft.com/office/powerpoint/2010/main" val="197630720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pPr/>
              <a:t>93</a:t>
            </a:fld>
            <a:endParaRPr lang="id-ID"/>
          </a:p>
        </p:txBody>
      </p:sp>
    </p:spTree>
    <p:extLst>
      <p:ext uri="{BB962C8B-B14F-4D97-AF65-F5344CB8AC3E}">
        <p14:creationId xmlns:p14="http://schemas.microsoft.com/office/powerpoint/2010/main" val="197671787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pPr/>
              <a:t>94</a:t>
            </a:fld>
            <a:endParaRPr lang="id-ID"/>
          </a:p>
        </p:txBody>
      </p:sp>
    </p:spTree>
    <p:extLst>
      <p:ext uri="{BB962C8B-B14F-4D97-AF65-F5344CB8AC3E}">
        <p14:creationId xmlns:p14="http://schemas.microsoft.com/office/powerpoint/2010/main" val="19767178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pPr/>
              <a:t>95</a:t>
            </a:fld>
            <a:endParaRPr lang="id-ID"/>
          </a:p>
        </p:txBody>
      </p:sp>
    </p:spTree>
    <p:extLst>
      <p:ext uri="{BB962C8B-B14F-4D97-AF65-F5344CB8AC3E}">
        <p14:creationId xmlns:p14="http://schemas.microsoft.com/office/powerpoint/2010/main" val="155503860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pPr/>
              <a:t>96</a:t>
            </a:fld>
            <a:endParaRPr lang="id-ID"/>
          </a:p>
        </p:txBody>
      </p:sp>
    </p:spTree>
    <p:extLst>
      <p:ext uri="{BB962C8B-B14F-4D97-AF65-F5344CB8AC3E}">
        <p14:creationId xmlns:p14="http://schemas.microsoft.com/office/powerpoint/2010/main" val="137278485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Slide Image Placeholder 1"/>
          <p:cNvSpPr>
            <a:spLocks noGrp="1" noRot="1" noChangeAspect="1" noTextEdit="1"/>
          </p:cNvSpPr>
          <p:nvPr>
            <p:ph type="sldImg"/>
          </p:nvPr>
        </p:nvSpPr>
        <p:spPr bwMode="auto">
          <a:noFill/>
          <a:ln>
            <a:solidFill>
              <a:srgbClr val="000000"/>
            </a:solidFill>
            <a:miter lim="800000"/>
            <a:headEnd/>
            <a:tailEnd/>
          </a:ln>
        </p:spPr>
      </p:sp>
      <p:sp>
        <p:nvSpPr>
          <p:cNvPr id="542722"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542723"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44C8C89A-107F-4976-A5E9-74356957B3DB}" type="slidenum">
              <a:rPr lang="id-ID" sz="1200"/>
              <a:pPr algn="r"/>
              <a:t>97</a:t>
            </a:fld>
            <a:endParaRPr lang="id-ID" sz="1200"/>
          </a:p>
        </p:txBody>
      </p:sp>
    </p:spTree>
    <p:extLst>
      <p:ext uri="{BB962C8B-B14F-4D97-AF65-F5344CB8AC3E}">
        <p14:creationId xmlns:p14="http://schemas.microsoft.com/office/powerpoint/2010/main" val="142342362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98</a:t>
            </a:fld>
            <a:endParaRPr lang="id-ID" sz="1200"/>
          </a:p>
        </p:txBody>
      </p:sp>
    </p:spTree>
    <p:extLst>
      <p:ext uri="{BB962C8B-B14F-4D97-AF65-F5344CB8AC3E}">
        <p14:creationId xmlns:p14="http://schemas.microsoft.com/office/powerpoint/2010/main" val="377979353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99</a:t>
            </a:fld>
            <a:endParaRPr lang="id-ID" sz="1200"/>
          </a:p>
        </p:txBody>
      </p:sp>
    </p:spTree>
    <p:extLst>
      <p:ext uri="{BB962C8B-B14F-4D97-AF65-F5344CB8AC3E}">
        <p14:creationId xmlns:p14="http://schemas.microsoft.com/office/powerpoint/2010/main" val="184224324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100</a:t>
            </a:fld>
            <a:endParaRPr lang="id-ID" sz="1200"/>
          </a:p>
        </p:txBody>
      </p:sp>
    </p:spTree>
    <p:extLst>
      <p:ext uri="{BB962C8B-B14F-4D97-AF65-F5344CB8AC3E}">
        <p14:creationId xmlns:p14="http://schemas.microsoft.com/office/powerpoint/2010/main" val="350512916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Slide Image Placeholder 1"/>
          <p:cNvSpPr>
            <a:spLocks noGrp="1" noRot="1" noChangeAspect="1" noTextEdit="1"/>
          </p:cNvSpPr>
          <p:nvPr>
            <p:ph type="sldImg"/>
          </p:nvPr>
        </p:nvSpPr>
        <p:spPr bwMode="auto">
          <a:noFill/>
          <a:ln>
            <a:solidFill>
              <a:srgbClr val="000000"/>
            </a:solidFill>
            <a:miter lim="800000"/>
            <a:headEnd/>
            <a:tailEnd/>
          </a:ln>
        </p:spPr>
      </p:sp>
      <p:sp>
        <p:nvSpPr>
          <p:cNvPr id="90214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902148"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0B75F269-E3E2-4A3C-928E-5AD4A42CC293}" type="slidenum">
              <a:rPr lang="id-ID" sz="1200"/>
              <a:pPr algn="r"/>
              <a:t>101</a:t>
            </a:fld>
            <a:endParaRPr lang="id-ID" sz="1200"/>
          </a:p>
        </p:txBody>
      </p:sp>
    </p:spTree>
    <p:extLst>
      <p:ext uri="{BB962C8B-B14F-4D97-AF65-F5344CB8AC3E}">
        <p14:creationId xmlns:p14="http://schemas.microsoft.com/office/powerpoint/2010/main" val="410784195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Slide Image Placeholder 1"/>
          <p:cNvSpPr>
            <a:spLocks noGrp="1" noRot="1" noChangeAspect="1" noTextEdit="1"/>
          </p:cNvSpPr>
          <p:nvPr>
            <p:ph type="sldImg"/>
          </p:nvPr>
        </p:nvSpPr>
        <p:spPr bwMode="auto">
          <a:noFill/>
          <a:ln>
            <a:solidFill>
              <a:srgbClr val="000000"/>
            </a:solidFill>
            <a:miter lim="800000"/>
            <a:headEnd/>
            <a:tailEnd/>
          </a:ln>
        </p:spPr>
      </p:sp>
      <p:sp>
        <p:nvSpPr>
          <p:cNvPr id="542722"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542723"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44C8C89A-107F-4976-A5E9-74356957B3DB}" type="slidenum">
              <a:rPr lang="id-ID" sz="1200"/>
              <a:pPr algn="r"/>
              <a:t>102</a:t>
            </a:fld>
            <a:endParaRPr lang="id-ID" sz="1200"/>
          </a:p>
        </p:txBody>
      </p:sp>
    </p:spTree>
    <p:extLst>
      <p:ext uri="{BB962C8B-B14F-4D97-AF65-F5344CB8AC3E}">
        <p14:creationId xmlns:p14="http://schemas.microsoft.com/office/powerpoint/2010/main" val="25150728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103</a:t>
            </a:fld>
            <a:endParaRPr lang="id-ID">
              <a:solidFill>
                <a:prstClr val="black"/>
              </a:solidFill>
            </a:endParaRPr>
          </a:p>
        </p:txBody>
      </p:sp>
    </p:spTree>
    <p:extLst>
      <p:ext uri="{BB962C8B-B14F-4D97-AF65-F5344CB8AC3E}">
        <p14:creationId xmlns:p14="http://schemas.microsoft.com/office/powerpoint/2010/main" val="17604897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104</a:t>
            </a:fld>
            <a:endParaRPr lang="id-ID">
              <a:solidFill>
                <a:prstClr val="black"/>
              </a:solidFill>
            </a:endParaRPr>
          </a:p>
        </p:txBody>
      </p:sp>
    </p:spTree>
    <p:extLst>
      <p:ext uri="{BB962C8B-B14F-4D97-AF65-F5344CB8AC3E}">
        <p14:creationId xmlns:p14="http://schemas.microsoft.com/office/powerpoint/2010/main" val="283505894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Slide Image Placeholder 1"/>
          <p:cNvSpPr>
            <a:spLocks noGrp="1" noRot="1" noChangeAspect="1" noTextEdit="1"/>
          </p:cNvSpPr>
          <p:nvPr>
            <p:ph type="sldImg"/>
          </p:nvPr>
        </p:nvSpPr>
        <p:spPr bwMode="auto">
          <a:noFill/>
          <a:ln>
            <a:solidFill>
              <a:srgbClr val="000000"/>
            </a:solidFill>
            <a:miter lim="800000"/>
            <a:headEnd/>
            <a:tailEnd/>
          </a:ln>
        </p:spPr>
      </p:sp>
      <p:sp>
        <p:nvSpPr>
          <p:cNvPr id="542722"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l-GR" smtClean="0"/>
          </a:p>
        </p:txBody>
      </p:sp>
      <p:sp>
        <p:nvSpPr>
          <p:cNvPr id="542723" name="Slide Number Placeholder 3"/>
          <p:cNvSpPr txBox="1">
            <a:spLocks noGrp="1"/>
          </p:cNvSpPr>
          <p:nvPr/>
        </p:nvSpPr>
        <p:spPr bwMode="auto">
          <a:xfrm>
            <a:off x="3884613" y="8685213"/>
            <a:ext cx="2971800" cy="458787"/>
          </a:xfrm>
          <a:prstGeom prst="rect">
            <a:avLst/>
          </a:prstGeom>
          <a:noFill/>
          <a:ln w="9525">
            <a:noFill/>
            <a:miter lim="800000"/>
            <a:headEnd/>
            <a:tailEnd/>
          </a:ln>
        </p:spPr>
        <p:txBody>
          <a:bodyPr anchor="b"/>
          <a:lstStyle/>
          <a:p>
            <a:pPr algn="r"/>
            <a:fld id="{44C8C89A-107F-4976-A5E9-74356957B3DB}" type="slidenum">
              <a:rPr lang="id-ID" sz="1200"/>
              <a:pPr algn="r"/>
              <a:t>105</a:t>
            </a:fld>
            <a:endParaRPr lang="id-ID" sz="1200"/>
          </a:p>
        </p:txBody>
      </p:sp>
    </p:spTree>
    <p:extLst>
      <p:ext uri="{BB962C8B-B14F-4D97-AF65-F5344CB8AC3E}">
        <p14:creationId xmlns:p14="http://schemas.microsoft.com/office/powerpoint/2010/main" val="346027771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110</a:t>
            </a:fld>
            <a:endParaRPr lang="en-US">
              <a:solidFill>
                <a:prstClr val="black"/>
              </a:solidFill>
            </a:endParaRPr>
          </a:p>
        </p:txBody>
      </p:sp>
    </p:spTree>
    <p:extLst>
      <p:ext uri="{BB962C8B-B14F-4D97-AF65-F5344CB8AC3E}">
        <p14:creationId xmlns:p14="http://schemas.microsoft.com/office/powerpoint/2010/main" val="218676028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112</a:t>
            </a:fld>
            <a:endParaRPr lang="en-US">
              <a:solidFill>
                <a:prstClr val="black"/>
              </a:solidFill>
            </a:endParaRPr>
          </a:p>
        </p:txBody>
      </p:sp>
    </p:spTree>
    <p:extLst>
      <p:ext uri="{BB962C8B-B14F-4D97-AF65-F5344CB8AC3E}">
        <p14:creationId xmlns:p14="http://schemas.microsoft.com/office/powerpoint/2010/main" val="428258362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114</a:t>
            </a:fld>
            <a:endParaRPr lang="en-US">
              <a:solidFill>
                <a:prstClr val="black"/>
              </a:solidFill>
            </a:endParaRPr>
          </a:p>
        </p:txBody>
      </p:sp>
    </p:spTree>
    <p:extLst>
      <p:ext uri="{BB962C8B-B14F-4D97-AF65-F5344CB8AC3E}">
        <p14:creationId xmlns:p14="http://schemas.microsoft.com/office/powerpoint/2010/main" val="91568741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115</a:t>
            </a:fld>
            <a:endParaRPr lang="en-US">
              <a:solidFill>
                <a:prstClr val="black"/>
              </a:solidFill>
            </a:endParaRPr>
          </a:p>
        </p:txBody>
      </p:sp>
    </p:spTree>
    <p:extLst>
      <p:ext uri="{BB962C8B-B14F-4D97-AF65-F5344CB8AC3E}">
        <p14:creationId xmlns:p14="http://schemas.microsoft.com/office/powerpoint/2010/main" val="9988882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124</a:t>
            </a:fld>
            <a:endParaRPr lang="en-US">
              <a:solidFill>
                <a:prstClr val="black"/>
              </a:solidFill>
            </a:endParaRPr>
          </a:p>
        </p:txBody>
      </p:sp>
    </p:spTree>
    <p:extLst>
      <p:ext uri="{BB962C8B-B14F-4D97-AF65-F5344CB8AC3E}">
        <p14:creationId xmlns:p14="http://schemas.microsoft.com/office/powerpoint/2010/main" val="25477662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125</a:t>
            </a:fld>
            <a:endParaRPr lang="id-ID">
              <a:solidFill>
                <a:prstClr val="black"/>
              </a:solidFill>
            </a:endParaRPr>
          </a:p>
        </p:txBody>
      </p:sp>
    </p:spTree>
    <p:extLst>
      <p:ext uri="{BB962C8B-B14F-4D97-AF65-F5344CB8AC3E}">
        <p14:creationId xmlns:p14="http://schemas.microsoft.com/office/powerpoint/2010/main" val="150898539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126</a:t>
            </a:fld>
            <a:endParaRPr lang="id-ID">
              <a:solidFill>
                <a:prstClr val="black"/>
              </a:solidFill>
            </a:endParaRPr>
          </a:p>
        </p:txBody>
      </p:sp>
    </p:spTree>
    <p:extLst>
      <p:ext uri="{BB962C8B-B14F-4D97-AF65-F5344CB8AC3E}">
        <p14:creationId xmlns:p14="http://schemas.microsoft.com/office/powerpoint/2010/main" val="82080702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130</a:t>
            </a:fld>
            <a:endParaRPr lang="id-ID">
              <a:solidFill>
                <a:prstClr val="black"/>
              </a:solidFill>
            </a:endParaRPr>
          </a:p>
        </p:txBody>
      </p:sp>
    </p:spTree>
    <p:extLst>
      <p:ext uri="{BB962C8B-B14F-4D97-AF65-F5344CB8AC3E}">
        <p14:creationId xmlns:p14="http://schemas.microsoft.com/office/powerpoint/2010/main" val="124226909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139</a:t>
            </a:fld>
            <a:endParaRPr lang="id-ID">
              <a:solidFill>
                <a:prstClr val="black"/>
              </a:solidFill>
            </a:endParaRPr>
          </a:p>
        </p:txBody>
      </p:sp>
    </p:spTree>
    <p:extLst>
      <p:ext uri="{BB962C8B-B14F-4D97-AF65-F5344CB8AC3E}">
        <p14:creationId xmlns:p14="http://schemas.microsoft.com/office/powerpoint/2010/main" val="423625155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141</a:t>
            </a:fld>
            <a:endParaRPr lang="id-ID">
              <a:solidFill>
                <a:prstClr val="black"/>
              </a:solidFill>
            </a:endParaRPr>
          </a:p>
        </p:txBody>
      </p:sp>
    </p:spTree>
    <p:extLst>
      <p:ext uri="{BB962C8B-B14F-4D97-AF65-F5344CB8AC3E}">
        <p14:creationId xmlns:p14="http://schemas.microsoft.com/office/powerpoint/2010/main" val="78227827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pPr/>
              <a:t>147</a:t>
            </a:fld>
            <a:endParaRPr lang="id-ID"/>
          </a:p>
        </p:txBody>
      </p:sp>
    </p:spTree>
    <p:extLst>
      <p:ext uri="{BB962C8B-B14F-4D97-AF65-F5344CB8AC3E}">
        <p14:creationId xmlns:p14="http://schemas.microsoft.com/office/powerpoint/2010/main" val="401995519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149</a:t>
            </a:fld>
            <a:endParaRPr lang="id-ID">
              <a:solidFill>
                <a:prstClr val="black"/>
              </a:solidFill>
            </a:endParaRPr>
          </a:p>
        </p:txBody>
      </p:sp>
    </p:spTree>
    <p:extLst>
      <p:ext uri="{BB962C8B-B14F-4D97-AF65-F5344CB8AC3E}">
        <p14:creationId xmlns:p14="http://schemas.microsoft.com/office/powerpoint/2010/main" val="313553229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150</a:t>
            </a:fld>
            <a:endParaRPr lang="id-ID">
              <a:solidFill>
                <a:prstClr val="black"/>
              </a:solidFill>
            </a:endParaRPr>
          </a:p>
        </p:txBody>
      </p:sp>
    </p:spTree>
    <p:extLst>
      <p:ext uri="{BB962C8B-B14F-4D97-AF65-F5344CB8AC3E}">
        <p14:creationId xmlns:p14="http://schemas.microsoft.com/office/powerpoint/2010/main" val="130033049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151</a:t>
            </a:fld>
            <a:endParaRPr lang="id-ID">
              <a:solidFill>
                <a:prstClr val="black"/>
              </a:solidFill>
            </a:endParaRPr>
          </a:p>
        </p:txBody>
      </p:sp>
    </p:spTree>
    <p:extLst>
      <p:ext uri="{BB962C8B-B14F-4D97-AF65-F5344CB8AC3E}">
        <p14:creationId xmlns:p14="http://schemas.microsoft.com/office/powerpoint/2010/main" val="93717301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152</a:t>
            </a:fld>
            <a:endParaRPr lang="id-ID">
              <a:solidFill>
                <a:prstClr val="black"/>
              </a:solidFill>
            </a:endParaRPr>
          </a:p>
        </p:txBody>
      </p:sp>
    </p:spTree>
    <p:extLst>
      <p:ext uri="{BB962C8B-B14F-4D97-AF65-F5344CB8AC3E}">
        <p14:creationId xmlns:p14="http://schemas.microsoft.com/office/powerpoint/2010/main" val="192261031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153</a:t>
            </a:fld>
            <a:endParaRPr lang="id-ID">
              <a:solidFill>
                <a:prstClr val="black"/>
              </a:solidFill>
            </a:endParaRPr>
          </a:p>
        </p:txBody>
      </p:sp>
    </p:spTree>
    <p:extLst>
      <p:ext uri="{BB962C8B-B14F-4D97-AF65-F5344CB8AC3E}">
        <p14:creationId xmlns:p14="http://schemas.microsoft.com/office/powerpoint/2010/main" val="309622480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solidFill>
                  <a:prstClr val="black"/>
                </a:solidFill>
              </a:rPr>
              <a:pPr/>
              <a:t>154</a:t>
            </a:fld>
            <a:endParaRPr lang="id-ID">
              <a:solidFill>
                <a:prstClr val="black"/>
              </a:solidFill>
            </a:endParaRPr>
          </a:p>
        </p:txBody>
      </p:sp>
    </p:spTree>
    <p:extLst>
      <p:ext uri="{BB962C8B-B14F-4D97-AF65-F5344CB8AC3E}">
        <p14:creationId xmlns:p14="http://schemas.microsoft.com/office/powerpoint/2010/main" val="414715532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159</a:t>
            </a:fld>
            <a:endParaRPr lang="en-US">
              <a:solidFill>
                <a:prstClr val="black"/>
              </a:solidFill>
            </a:endParaRPr>
          </a:p>
        </p:txBody>
      </p:sp>
    </p:spTree>
    <p:extLst>
      <p:ext uri="{BB962C8B-B14F-4D97-AF65-F5344CB8AC3E}">
        <p14:creationId xmlns:p14="http://schemas.microsoft.com/office/powerpoint/2010/main" val="1295118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164</a:t>
            </a:fld>
            <a:endParaRPr lang="en-US">
              <a:solidFill>
                <a:prstClr val="black"/>
              </a:solidFill>
            </a:endParaRPr>
          </a:p>
        </p:txBody>
      </p:sp>
    </p:spTree>
    <p:extLst>
      <p:ext uri="{BB962C8B-B14F-4D97-AF65-F5344CB8AC3E}">
        <p14:creationId xmlns:p14="http://schemas.microsoft.com/office/powerpoint/2010/main" val="43667904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165</a:t>
            </a:fld>
            <a:endParaRPr lang="en-US">
              <a:solidFill>
                <a:prstClr val="black"/>
              </a:solidFill>
            </a:endParaRPr>
          </a:p>
        </p:txBody>
      </p:sp>
    </p:spTree>
    <p:extLst>
      <p:ext uri="{BB962C8B-B14F-4D97-AF65-F5344CB8AC3E}">
        <p14:creationId xmlns:p14="http://schemas.microsoft.com/office/powerpoint/2010/main" val="262259489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166</a:t>
            </a:fld>
            <a:endParaRPr lang="en-US">
              <a:solidFill>
                <a:prstClr val="black"/>
              </a:solidFill>
            </a:endParaRPr>
          </a:p>
        </p:txBody>
      </p:sp>
    </p:spTree>
    <p:extLst>
      <p:ext uri="{BB962C8B-B14F-4D97-AF65-F5344CB8AC3E}">
        <p14:creationId xmlns:p14="http://schemas.microsoft.com/office/powerpoint/2010/main" val="8347422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167</a:t>
            </a:fld>
            <a:endParaRPr lang="en-US">
              <a:solidFill>
                <a:prstClr val="black"/>
              </a:solidFill>
            </a:endParaRPr>
          </a:p>
        </p:txBody>
      </p:sp>
    </p:spTree>
    <p:extLst>
      <p:ext uri="{BB962C8B-B14F-4D97-AF65-F5344CB8AC3E}">
        <p14:creationId xmlns:p14="http://schemas.microsoft.com/office/powerpoint/2010/main" val="146097479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168</a:t>
            </a:fld>
            <a:endParaRPr lang="en-US">
              <a:solidFill>
                <a:prstClr val="black"/>
              </a:solidFill>
            </a:endParaRPr>
          </a:p>
        </p:txBody>
      </p:sp>
    </p:spTree>
    <p:extLst>
      <p:ext uri="{BB962C8B-B14F-4D97-AF65-F5344CB8AC3E}">
        <p14:creationId xmlns:p14="http://schemas.microsoft.com/office/powerpoint/2010/main" val="212813345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169</a:t>
            </a:fld>
            <a:endParaRPr lang="en-US">
              <a:solidFill>
                <a:prstClr val="black"/>
              </a:solidFill>
            </a:endParaRPr>
          </a:p>
        </p:txBody>
      </p:sp>
    </p:spTree>
    <p:extLst>
      <p:ext uri="{BB962C8B-B14F-4D97-AF65-F5344CB8AC3E}">
        <p14:creationId xmlns:p14="http://schemas.microsoft.com/office/powerpoint/2010/main" val="289995234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170</a:t>
            </a:fld>
            <a:endParaRPr lang="en-US">
              <a:solidFill>
                <a:prstClr val="black"/>
              </a:solidFill>
            </a:endParaRPr>
          </a:p>
        </p:txBody>
      </p:sp>
    </p:spTree>
    <p:extLst>
      <p:ext uri="{BB962C8B-B14F-4D97-AF65-F5344CB8AC3E}">
        <p14:creationId xmlns:p14="http://schemas.microsoft.com/office/powerpoint/2010/main" val="274645586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171</a:t>
            </a:fld>
            <a:endParaRPr lang="en-US">
              <a:solidFill>
                <a:prstClr val="black"/>
              </a:solidFill>
            </a:endParaRPr>
          </a:p>
        </p:txBody>
      </p:sp>
    </p:spTree>
    <p:extLst>
      <p:ext uri="{BB962C8B-B14F-4D97-AF65-F5344CB8AC3E}">
        <p14:creationId xmlns:p14="http://schemas.microsoft.com/office/powerpoint/2010/main" val="395776341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173</a:t>
            </a:fld>
            <a:endParaRPr lang="en-US">
              <a:solidFill>
                <a:prstClr val="black"/>
              </a:solidFill>
            </a:endParaRPr>
          </a:p>
        </p:txBody>
      </p:sp>
    </p:spTree>
    <p:extLst>
      <p:ext uri="{BB962C8B-B14F-4D97-AF65-F5344CB8AC3E}">
        <p14:creationId xmlns:p14="http://schemas.microsoft.com/office/powerpoint/2010/main" val="352126252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176</a:t>
            </a:fld>
            <a:endParaRPr lang="en-US">
              <a:solidFill>
                <a:prstClr val="black"/>
              </a:solidFill>
            </a:endParaRPr>
          </a:p>
        </p:txBody>
      </p:sp>
    </p:spTree>
    <p:extLst>
      <p:ext uri="{BB962C8B-B14F-4D97-AF65-F5344CB8AC3E}">
        <p14:creationId xmlns:p14="http://schemas.microsoft.com/office/powerpoint/2010/main" val="387716108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182</a:t>
            </a:fld>
            <a:endParaRPr lang="en-US">
              <a:solidFill>
                <a:prstClr val="black"/>
              </a:solidFill>
            </a:endParaRPr>
          </a:p>
        </p:txBody>
      </p:sp>
    </p:spTree>
    <p:extLst>
      <p:ext uri="{BB962C8B-B14F-4D97-AF65-F5344CB8AC3E}">
        <p14:creationId xmlns:p14="http://schemas.microsoft.com/office/powerpoint/2010/main" val="112219852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200</a:t>
            </a:fld>
            <a:endParaRPr lang="en-US">
              <a:solidFill>
                <a:prstClr val="black"/>
              </a:solidFill>
            </a:endParaRPr>
          </a:p>
        </p:txBody>
      </p:sp>
    </p:spTree>
    <p:extLst>
      <p:ext uri="{BB962C8B-B14F-4D97-AF65-F5344CB8AC3E}">
        <p14:creationId xmlns:p14="http://schemas.microsoft.com/office/powerpoint/2010/main" val="264752669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201</a:t>
            </a:fld>
            <a:endParaRPr lang="en-US">
              <a:solidFill>
                <a:prstClr val="black"/>
              </a:solidFill>
            </a:endParaRPr>
          </a:p>
        </p:txBody>
      </p:sp>
    </p:spTree>
    <p:extLst>
      <p:ext uri="{BB962C8B-B14F-4D97-AF65-F5344CB8AC3E}">
        <p14:creationId xmlns:p14="http://schemas.microsoft.com/office/powerpoint/2010/main" val="264752669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202</a:t>
            </a:fld>
            <a:endParaRPr lang="en-US">
              <a:solidFill>
                <a:prstClr val="black"/>
              </a:solidFill>
            </a:endParaRPr>
          </a:p>
        </p:txBody>
      </p:sp>
    </p:spTree>
    <p:extLst>
      <p:ext uri="{BB962C8B-B14F-4D97-AF65-F5344CB8AC3E}">
        <p14:creationId xmlns:p14="http://schemas.microsoft.com/office/powerpoint/2010/main" val="264752669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solidFill>
                  <a:prstClr val="black"/>
                </a:solidFill>
              </a:rPr>
              <a:pPr/>
              <a:t>203</a:t>
            </a:fld>
            <a:endParaRPr lang="en-US" dirty="0">
              <a:solidFill>
                <a:prstClr val="black"/>
              </a:solidFill>
            </a:endParaRPr>
          </a:p>
        </p:txBody>
      </p:sp>
    </p:spTree>
    <p:extLst>
      <p:ext uri="{BB962C8B-B14F-4D97-AF65-F5344CB8AC3E}">
        <p14:creationId xmlns:p14="http://schemas.microsoft.com/office/powerpoint/2010/main" val="372234627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285C9AB3-4614-7945-A9BA-F90F1306B7F1}"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6C874E79-F982-4134-8E67-C527FC16946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0245BDA2-742E-E548-830D-DAC87701AA87}"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94150626-0DF8-4519-9B56-15AB7C95B2AC}"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4C68261E-9482-8C4C-9C7D-416E8FD50263}"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E2914BB3-B0E9-42D4-8FAB-BFA969E691E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462205BB-E5BE-224D-8AE3-A34AAF2D8204}"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AD0E5F54-DF23-4610-B6B1-62A32A406C04}"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C9883AC9-A8ED-A64D-913B-B036DED666B9}" type="datetime1">
              <a:rPr lang="en-US" altLang="en-US" smtClean="0"/>
              <a:t>9/22/16</a:t>
            </a:fld>
            <a:endParaRPr lang="en-US" altLang="en-US"/>
          </a:p>
        </p:txBody>
      </p:sp>
      <p:sp>
        <p:nvSpPr>
          <p:cNvPr id="8"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9" name="Slide Number Placeholder 5"/>
          <p:cNvSpPr>
            <a:spLocks noGrp="1"/>
          </p:cNvSpPr>
          <p:nvPr>
            <p:ph type="sldNum" sz="quarter" idx="12"/>
          </p:nvPr>
        </p:nvSpPr>
        <p:spPr/>
        <p:txBody>
          <a:bodyPr/>
          <a:lstStyle>
            <a:lvl1pPr>
              <a:defRPr/>
            </a:lvl1pPr>
          </a:lstStyle>
          <a:p>
            <a:pPr>
              <a:defRPr/>
            </a:pPr>
            <a:fld id="{20EF772D-394F-4F58-BB1F-AC87ADC94F85}"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6AA7C45F-8C01-0944-9CFD-6B672C82B7D7}" type="datetime1">
              <a:rPr lang="en-US" altLang="en-US" smtClean="0"/>
              <a:t>9/22/16</a:t>
            </a:fld>
            <a:endParaRPr lang="en-US" altLang="en-US"/>
          </a:p>
        </p:txBody>
      </p:sp>
      <p:sp>
        <p:nvSpPr>
          <p:cNvPr id="4"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5" name="Slide Number Placeholder 5"/>
          <p:cNvSpPr>
            <a:spLocks noGrp="1"/>
          </p:cNvSpPr>
          <p:nvPr>
            <p:ph type="sldNum" sz="quarter" idx="12"/>
          </p:nvPr>
        </p:nvSpPr>
        <p:spPr/>
        <p:txBody>
          <a:bodyPr/>
          <a:lstStyle>
            <a:lvl1pPr>
              <a:defRPr/>
            </a:lvl1pPr>
          </a:lstStyle>
          <a:p>
            <a:pPr>
              <a:defRPr/>
            </a:pPr>
            <a:fld id="{0EAAC29B-B2AA-4429-9D16-00B40816E9EF}"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E8BC82FC-3293-9845-A6F8-5567D52C3DCF}" type="datetime1">
              <a:rPr lang="en-US" altLang="en-US" smtClean="0"/>
              <a:t>9/22/16</a:t>
            </a:fld>
            <a:endParaRPr lang="en-US" altLang="en-US"/>
          </a:p>
        </p:txBody>
      </p:sp>
      <p:sp>
        <p:nvSpPr>
          <p:cNvPr id="3"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4" name="Slide Number Placeholder 5"/>
          <p:cNvSpPr>
            <a:spLocks noGrp="1"/>
          </p:cNvSpPr>
          <p:nvPr>
            <p:ph type="sldNum" sz="quarter" idx="12"/>
          </p:nvPr>
        </p:nvSpPr>
        <p:spPr/>
        <p:txBody>
          <a:bodyPr/>
          <a:lstStyle>
            <a:lvl1pPr>
              <a:defRPr/>
            </a:lvl1pPr>
          </a:lstStyle>
          <a:p>
            <a:pPr>
              <a:defRPr/>
            </a:pPr>
            <a:fld id="{EF46C066-2CC3-4540-9D04-1BEDCB40FC7E}"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34BA6F35-14F3-E24D-9D5A-D911F1EECBB9}"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73E42404-E510-4EAD-8770-D82EFFE2FC82}"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5C58D9D5-9F9B-5B41-80D6-E45B39FC4624}" type="datetime1">
              <a:rPr lang="en-US" altLang="en-US" smtClean="0"/>
              <a:t>9/22/16</a:t>
            </a:fld>
            <a:endParaRPr lang="en-US" altLang="en-US"/>
          </a:p>
        </p:txBody>
      </p:sp>
      <p:sp>
        <p:nvSpPr>
          <p:cNvPr id="6"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7" name="Slide Number Placeholder 5"/>
          <p:cNvSpPr>
            <a:spLocks noGrp="1"/>
          </p:cNvSpPr>
          <p:nvPr>
            <p:ph type="sldNum" sz="quarter" idx="12"/>
          </p:nvPr>
        </p:nvSpPr>
        <p:spPr/>
        <p:txBody>
          <a:bodyPr/>
          <a:lstStyle>
            <a:lvl1pPr>
              <a:defRPr/>
            </a:lvl1pPr>
          </a:lstStyle>
          <a:p>
            <a:pPr>
              <a:defRPr/>
            </a:pPr>
            <a:fld id="{5FFEE715-D206-4C9A-BE2C-572379C68A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B1A0252-5155-1E44-85E4-A7B217DDE07F}"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F7FA552E-1FFC-471A-8DB9-DDA222414FED}"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0A21F283-43D3-5C4F-BD66-DCD12235254F}" type="datetime1">
              <a:rPr lang="en-US" altLang="en-US" smtClean="0"/>
              <a:t>9/22/16</a:t>
            </a:fld>
            <a:endParaRPr lang="en-US" altLang="en-US"/>
          </a:p>
        </p:txBody>
      </p:sp>
      <p:sp>
        <p:nvSpPr>
          <p:cNvPr id="5" name="Footer Placeholder 4"/>
          <p:cNvSpPr>
            <a:spLocks noGrp="1"/>
          </p:cNvSpPr>
          <p:nvPr>
            <p:ph type="ftr" sz="quarter" idx="11"/>
          </p:nvPr>
        </p:nvSpPr>
        <p:spPr/>
        <p:txBody>
          <a:bodyPr/>
          <a:lstStyle>
            <a:lvl1pPr>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12"/>
          </p:nvPr>
        </p:nvSpPr>
        <p:spPr/>
        <p:txBody>
          <a:bodyPr/>
          <a:lstStyle>
            <a:lvl1pPr>
              <a:defRPr/>
            </a:lvl1pPr>
          </a:lstStyle>
          <a:p>
            <a:pPr>
              <a:defRPr/>
            </a:pPr>
            <a:fld id="{CC55BA6E-905B-4C9D-B169-BF824F41387B}" type="slidenum">
              <a:rPr lang="en-US" altLang="en-US"/>
              <a:pPr>
                <a:defRPr/>
              </a:pPr>
              <a:t>‹#›</a:t>
            </a:fld>
            <a:endParaRPr lang="en-US" alt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66_Title Slide">
    <p:spTree>
      <p:nvGrpSpPr>
        <p:cNvPr id="1" name=""/>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148F961-BD3C-DA4E-8462-C0822F44511B}"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8A648D8-E300-40D9-BBCE-6449401FB79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B02BC9A-913C-DA43-AF5B-6F9AF2E72FC7}"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D07901B-3FD4-4392-ACA9-A3C9A520278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46FA36C-0D22-D84F-98E8-E6110673FC91}"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B12FA48-C6ED-4866-B763-C065A3083F8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040B9F5-2631-174F-B02B-5D3146881096}"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78EDC0E-42B3-4B6B-AF58-D0513D9A4A4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F47ED44-2526-6948-A3A3-F076711D9CD5}"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3C892C-1F3D-42D5-8A2F-71FFB87A3AE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B279029-0D48-324B-9A14-8E10ECE55D93}"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3AC1C44-C447-4581-B4D6-4A96D3FE246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3C02C96-E03A-324D-B152-B7B1040648BF}"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A5628C-59F4-41E3-A575-462B0A98A39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37587F8-A91B-5C4A-9790-F161961B8484}"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98A7E57-0AC9-4377-A693-91651123BDA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6D12B6F-14C0-BD46-BD4B-CE72F4E9BE46}"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B3765F9-DBBF-4CF4-9B38-75F637C9C6D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C8D2FF7-1F46-7442-99E6-4C0A35253755}"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452DE50-A611-48DE-B3AB-DA5D55B273E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BC8B937-704A-BC46-98CC-E1A3140D31A5}"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80AA319-0B3E-4752-A3F4-5703E5A4B32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4409613-970A-814F-B85D-C105ADF18679}"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0E221C4-0EDD-415A-889A-723FEB9FA61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2CA4DE4-7AA0-C247-85F0-4A71C3689BBF}"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83D40DF-3307-40B4-BB39-DB9799A2E3F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7A5D633-6804-D940-B567-0A1C4E1526A8}"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3CFBBD0-00F7-4B21-BDD9-B398DCAED13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33F5816-909A-B84F-9C2F-B4CAA8AD868A}"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24750EA-C8FE-4B15-91E4-1846728186F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8EEFA3D-CE40-954B-8310-E5A45D5276F2}"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3C3BE21-EAEC-4ED5-9D9B-682FC18FD69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B6D88DB-24F1-F249-9AC6-23C21B01370A}"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3E68164-82E3-4191-9FCE-18EBA3908AD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20B91F2-A11A-B449-933E-21B6165BD86F}"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312A0CF-3808-4B85-B01A-B3227E0C6191}"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5FA983C-9BAB-AF49-B0E5-FA3DFE9F6BE1}"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E682BB9-1ABB-4280-A7CA-F3A69D2E48C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852635F-9059-2E46-9ACD-426B5BA5E671}"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6274535-40E6-425B-8A49-5A82859A2D0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AA69F63-8121-6F49-BB60-9AF5F475E5B8}"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E21555F-2C3D-443D-8378-0B993EFD699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2E9C17A-7C04-DF42-969D-5D0FB00B583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DC55E3B-A128-4FFC-A1B6-FBF9348823F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E62E89B-13F8-8746-AE70-D25A43EAD380}"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47EEFC4-6A71-4638-A130-E98CEDF4205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CF46D39-59CB-B74C-9F92-223EA1301291}"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3E5B41F-0574-49DF-81BE-61417D70ACD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E120737-6B8F-E64F-8239-1719CAB4AF8E}"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202B07B-63BA-4CCD-8CF4-31095DE63D6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58D4A1E-7DCA-2548-99FE-FE11FCAEA60F}"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D8D2C75-BADF-4397-B378-E6FFB87CD5E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238FEBB-B8DA-F349-AA9D-ABB57D2B55ED}"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7F90613-B907-4E1C-A517-CF268627DE4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4738284-E0AE-284A-A6DF-4CA6742256A5}"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3CE2205-D928-4AD6-B0E7-02E93C858FA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69FC31E-9FE7-044D-AAC2-314811CAE24D}"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4BCEA8D-9714-4B02-B1C6-36040572177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52AB72B-BD65-8546-BC51-B28787CA5D57}"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24AA11D-6B7F-4853-B20E-89BD0FD49D4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CE8F897-F6DB-0C43-B382-DB1423119E2E}"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B360EC-EE1B-4071-B0E1-1495ED83708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A5DCB13-388C-0F4D-A66A-B1DDA89CB97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D9A7C85-5DB9-4464-9862-19DD74733A4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1C50114-87A9-7F49-B367-9C0A87F7987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2EA4C2B-5094-4F98-99A6-6B47290D215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6701930-0F27-484D-98E1-7C10F96C63CE}" type="datetime1">
              <a:rPr lang="en-US" smtClean="0"/>
              <a:t>9/22/16</a:t>
            </a:fld>
            <a:endParaRPr lang="en-US" dirty="0"/>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273CADB-D904-491C-95CA-DDA89772011F}"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E8F115D-8E1A-114B-8592-EAD070F170DA}"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D849E5C-8D15-4093-B31A-7742C30A979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514AB9C-E327-9F4B-9071-C7610F5CC91B}"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1EAD9D8-73FD-4365-A853-027632544F9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6E99093-0DB6-F84C-ABEA-2CA70829DC9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850D57D-F0EB-4595-B030-02D71F5AB6F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92F14AC-3D45-A043-8600-043FE613E0CE}"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10417D-AF6C-4BAD-A6C5-A630A1DF96C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01BBF40-58CA-1B4A-BAEB-922173642C12}"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D993C2A-80A1-4635-87ED-BDA7685DFAA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D4A012C-D077-F44B-B0AF-D48680A5B9B8}"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0911A3A-6772-43A7-B57E-DB2C0EF2543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93584F1-D040-4640-ACFF-B61AEEB92252}"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D8E61C7-B0F0-4E2B-BB03-1D63DA34727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146D61C-B243-B64A-B762-3F371B0744F7}"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CD538A0-D803-48C4-992A-8ED4CECBD43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2B5DDAD-4F7E-F44A-BCE5-75B4E856ABF4}"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6DAA274-98AF-4F88-8718-BBC353CB760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38A0C34-A776-5F46-9329-7E8F164709A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BD1E075-E13F-4F82-8402-A8F797A7CA0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A812917-05E5-B249-BA60-A777D49F9302}"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3E4C25E-7285-4377-921E-F73B739D797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1B5153F-D3F3-B347-8DD6-7A34EA52B169}" type="datetime1">
              <a:rPr lang="en-US" smtClean="0"/>
              <a:t>9/22/16</a:t>
            </a:fld>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AF10AD7-FB8D-4951-9123-B59AF44E7CB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5CA7172-2911-E14F-9A94-A01196A0FD50}" type="datetime1">
              <a:rPr lang="en-US" smtClean="0"/>
              <a:t>9/22/16</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C408B29-599D-416B-8CA8-1F17B06C066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4FD278B-FE16-1C40-9471-055DE2DE2C70}" type="datetime1">
              <a:rPr lang="en-US" smtClean="0"/>
              <a:t>9/22/16</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0BAF879-29BB-47A4-853B-4B7F2A31F53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AE4ED21-551D-2546-A5BC-F4EF9FFD3599}" type="datetime1">
              <a:rPr lang="en-US" smtClean="0"/>
              <a:t>9/22/16</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D6F0403-0293-4E96-A183-42BE700237BA}"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6725BD8-6D09-B04A-B51E-9B5C3BA84ED1}" type="datetime1">
              <a:rPr lang="en-US" smtClean="0"/>
              <a:t>9/22/16</a:t>
            </a:fld>
            <a:endParaRPr lang="id-ID"/>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C8E19C3-7C22-4140-B9D2-4F4A7348E6C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8A1023A-0B59-BA46-B508-5E4AD5C5E9FE}" type="datetime1">
              <a:rPr lang="en-US" smtClean="0"/>
              <a:t>9/22/16</a:t>
            </a:fld>
            <a:endParaRPr lang="id-ID"/>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37A49E0-9E2F-423D-8DCB-6275D243278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B97707B-680B-6E41-A32F-29D34E91E630}" type="datetime1">
              <a:rPr lang="en-US" smtClean="0"/>
              <a:t>9/22/16</a:t>
            </a:fld>
            <a:endParaRPr lang="id-ID"/>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455CAFE-D257-4AE6-9C8E-77522460677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FF9222B-DA78-4B43-8AD6-6217BE53473A}" type="datetime1">
              <a:rPr lang="en-US" smtClean="0"/>
              <a:t>9/22/16</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49DFDAB-1916-491B-BB7F-2D8FAA0F3E7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D19D449-E736-2E41-9EC2-B70123E91E76}" type="datetime1">
              <a:rPr lang="en-US" smtClean="0"/>
              <a:t>9/22/16</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D989DB2-C40D-418F-A5E2-00400752AAF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E283EC5-EC3B-684E-ADD9-A5F0760F912D}" type="datetime1">
              <a:rPr lang="en-US" smtClean="0"/>
              <a:t>9/22/16</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64D2E3D-757B-4F75-A3C4-430E660A036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4DF8DF2-881E-C342-AE01-A8EED7DDCCAE}" type="datetime1">
              <a:rPr lang="en-US" smtClean="0"/>
              <a:t>9/22/16</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FDF387A-EE7A-4BF6-9B7C-DA7DB16C39B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dirty="0" smtClean="0"/>
              <a:t>Click to edit Master title style</a:t>
            </a:r>
            <a:endParaRPr lang="en-US" dirty="0"/>
          </a:p>
        </p:txBody>
      </p:sp>
      <p:sp>
        <p:nvSpPr>
          <p:cNvPr id="3" name="Subtitle 2"/>
          <p:cNvSpPr>
            <a:spLocks noGrp="1"/>
          </p:cNvSpPr>
          <p:nvPr>
            <p:ph type="subTitle" idx="1"/>
          </p:nvPr>
        </p:nvSpPr>
        <p:spPr>
          <a:xfrm>
            <a:off x="903113" y="3886200"/>
            <a:ext cx="9460089" cy="1752600"/>
          </a:xfrm>
        </p:spPr>
        <p:txBody>
          <a:bodyPr/>
          <a:lstStyle>
            <a:lvl1pPr marL="0" indent="0" algn="l">
              <a:buNone/>
              <a:defRPr>
                <a:solidFill>
                  <a:schemeClr val="tx1">
                    <a:tint val="75000"/>
                  </a:schemeClr>
                </a:solidFill>
              </a:defRPr>
            </a:lvl1pPr>
            <a:lvl2pPr marL="609515" indent="0" algn="ctr">
              <a:buNone/>
              <a:defRPr>
                <a:solidFill>
                  <a:schemeClr val="tx1">
                    <a:tint val="75000"/>
                  </a:schemeClr>
                </a:solidFill>
              </a:defRPr>
            </a:lvl2pPr>
            <a:lvl3pPr marL="1219031" indent="0" algn="ctr">
              <a:buNone/>
              <a:defRPr>
                <a:solidFill>
                  <a:schemeClr val="tx1">
                    <a:tint val="75000"/>
                  </a:schemeClr>
                </a:solidFill>
              </a:defRPr>
            </a:lvl3pPr>
            <a:lvl4pPr marL="1828546" indent="0" algn="ctr">
              <a:buNone/>
              <a:defRPr>
                <a:solidFill>
                  <a:schemeClr val="tx1">
                    <a:tint val="75000"/>
                  </a:schemeClr>
                </a:solidFill>
              </a:defRPr>
            </a:lvl4pPr>
            <a:lvl5pPr marL="2438062" indent="0" algn="ctr">
              <a:buNone/>
              <a:defRPr>
                <a:solidFill>
                  <a:schemeClr val="tx1">
                    <a:tint val="75000"/>
                  </a:schemeClr>
                </a:solidFill>
              </a:defRPr>
            </a:lvl5pPr>
            <a:lvl6pPr marL="3047577" indent="0" algn="ctr">
              <a:buNone/>
              <a:defRPr>
                <a:solidFill>
                  <a:schemeClr val="tx1">
                    <a:tint val="75000"/>
                  </a:schemeClr>
                </a:solidFill>
              </a:defRPr>
            </a:lvl6pPr>
            <a:lvl7pPr marL="3657093" indent="0" algn="ctr">
              <a:buNone/>
              <a:defRPr>
                <a:solidFill>
                  <a:schemeClr val="tx1">
                    <a:tint val="75000"/>
                  </a:schemeClr>
                </a:solidFill>
              </a:defRPr>
            </a:lvl7pPr>
            <a:lvl8pPr marL="4266608" indent="0" algn="ctr">
              <a:buNone/>
              <a:defRPr>
                <a:solidFill>
                  <a:schemeClr val="tx1">
                    <a:tint val="75000"/>
                  </a:schemeClr>
                </a:solidFill>
              </a:defRPr>
            </a:lvl8pPr>
            <a:lvl9pPr marL="4876123" indent="0" algn="ctr">
              <a:buNone/>
              <a:defRPr>
                <a:solidFill>
                  <a:schemeClr val="tx1">
                    <a:tint val="75000"/>
                  </a:schemeClr>
                </a:solidFill>
              </a:defRPr>
            </a:lvl9pPr>
          </a:lstStyle>
          <a:p>
            <a:r>
              <a:rPr lang="en-US" dirty="0" smtClean="0"/>
              <a:t>Click to edit Master subtitle style</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D1F6C043-87F1-4A9F-8D74-E565299FE3D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C4957DBF-97D5-473D-BCC0-31B960BDBE7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Content Placeholder 3"/>
          <p:cNvSpPr>
            <a:spLocks noGrp="1"/>
          </p:cNvSpPr>
          <p:nvPr>
            <p:ph sz="half" idx="2"/>
          </p:nvPr>
        </p:nvSpPr>
        <p:spPr>
          <a:xfrm>
            <a:off x="6197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85A5BE6E-AE38-4A1A-B96D-CBFE43D62A86}"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dirty="0" smtClean="0"/>
              <a:t>Click to edit Master text styles</a:t>
            </a:r>
          </a:p>
        </p:txBody>
      </p:sp>
      <p:sp>
        <p:nvSpPr>
          <p:cNvPr id="4" name="Content Placeholder 3"/>
          <p:cNvSpPr>
            <a:spLocks noGrp="1"/>
          </p:cNvSpPr>
          <p:nvPr>
            <p:ph sz="half" idx="2"/>
          </p:nvPr>
        </p:nvSpPr>
        <p:spPr>
          <a:xfrm>
            <a:off x="609600" y="2174877"/>
            <a:ext cx="5386917"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70" y="2174877"/>
            <a:ext cx="5389033"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Slide Number Placeholder 8"/>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4A17A68A-0E50-4138-9B09-C4A9A5DD0176}"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Slide Number Placeholder 4"/>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6B989938-B4A0-4742-8FAC-F9EFA05F4F0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3"/>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DC618AD2-E1D3-40E9-A957-C3DF6C0C2BA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0"/>
            </a:lvl1pPr>
          </a:lstStyle>
          <a:p>
            <a:r>
              <a:rPr lang="en-US" dirty="0" smtClean="0"/>
              <a:t>Click to edit Master title style</a:t>
            </a:r>
            <a:endParaRPr lang="en-US" dirty="0"/>
          </a:p>
        </p:txBody>
      </p:sp>
      <p:sp>
        <p:nvSpPr>
          <p:cNvPr id="3" name="Content Placeholder 2"/>
          <p:cNvSpPr>
            <a:spLocks noGrp="1"/>
          </p:cNvSpPr>
          <p:nvPr>
            <p:ph idx="1"/>
          </p:nvPr>
        </p:nvSpPr>
        <p:spPr>
          <a:xfrm>
            <a:off x="4766735" y="273051"/>
            <a:ext cx="6815667" cy="5557388"/>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Text Placeholder 3"/>
          <p:cNvSpPr>
            <a:spLocks noGrp="1"/>
          </p:cNvSpPr>
          <p:nvPr>
            <p:ph type="body" sz="half" idx="2"/>
          </p:nvPr>
        </p:nvSpPr>
        <p:spPr>
          <a:xfrm>
            <a:off x="609603" y="1435104"/>
            <a:ext cx="4011084" cy="4395337"/>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5381039"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p>
            <a:r>
              <a:rPr lang="en-US" smtClean="0"/>
              <a:t>Click to edit Master title style</a:t>
            </a:r>
            <a:endParaRPr lang="en-US"/>
          </a:p>
        </p:txBody>
      </p:sp>
      <p:sp>
        <p:nvSpPr>
          <p:cNvPr id="8" name="Text Placeholder 7"/>
          <p:cNvSpPr>
            <a:spLocks noGrp="1"/>
          </p:cNvSpPr>
          <p:nvPr>
            <p:ph type="body" sz="quarter" idx="13"/>
          </p:nvPr>
        </p:nvSpPr>
        <p:spPr>
          <a:xfrm>
            <a:off x="611482" y="1278712"/>
            <a:ext cx="4759677" cy="43187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355CE3BB-5662-4792-BC43-4843D888F1D4}"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 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611483"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lvl1pPr algn="r">
              <a:defRPr/>
            </a:lvl1pPr>
          </a:lstStyle>
          <a:p>
            <a:r>
              <a:rPr lang="en-US" dirty="0" smtClean="0"/>
              <a:t>Click to edit Master title style</a:t>
            </a:r>
            <a:endParaRPr lang="en-US" dirty="0"/>
          </a:p>
        </p:txBody>
      </p:sp>
      <p:sp>
        <p:nvSpPr>
          <p:cNvPr id="8" name="Text Placeholder 7"/>
          <p:cNvSpPr>
            <a:spLocks noGrp="1"/>
          </p:cNvSpPr>
          <p:nvPr>
            <p:ph type="body" sz="quarter" idx="13"/>
          </p:nvPr>
        </p:nvSpPr>
        <p:spPr>
          <a:xfrm>
            <a:off x="6820370" y="1278712"/>
            <a:ext cx="4759677" cy="4318704"/>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9A116A7A-82A9-4EED-A3A7-C49D052D9E6D}"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458569"/>
            <a:ext cx="7315200" cy="566739"/>
          </a:xfrm>
        </p:spPr>
        <p:txBody>
          <a:bodyPr anchor="b"/>
          <a:lstStyle>
            <a:lvl1pPr algn="l">
              <a:defRPr sz="2667" b="0"/>
            </a:lvl1pPr>
          </a:lstStyle>
          <a:p>
            <a:r>
              <a:rPr lang="en-US" dirty="0" smtClean="0"/>
              <a:t>Click to edit Master title style</a:t>
            </a:r>
            <a:endParaRPr lang="en-US" dirty="0"/>
          </a:p>
        </p:txBody>
      </p:sp>
      <p:sp>
        <p:nvSpPr>
          <p:cNvPr id="3" name="Picture Placeholder 2"/>
          <p:cNvSpPr>
            <a:spLocks noGrp="1"/>
          </p:cNvSpPr>
          <p:nvPr>
            <p:ph type="pic" idx="1"/>
          </p:nvPr>
        </p:nvSpPr>
        <p:spPr>
          <a:xfrm>
            <a:off x="2389717" y="612776"/>
            <a:ext cx="7315200" cy="3813643"/>
          </a:xfrm>
        </p:spPr>
        <p:txBody>
          <a:bodyPr rtlCol="0">
            <a:normAutofit/>
          </a:bodyPr>
          <a:lstStyle>
            <a:lvl1pPr marL="0" indent="0">
              <a:buNone/>
              <a:defRPr sz="4267"/>
            </a:lvl1pPr>
            <a:lvl2pPr marL="609515" indent="0">
              <a:buNone/>
              <a:defRPr sz="3733"/>
            </a:lvl2pPr>
            <a:lvl3pPr marL="1219031" indent="0">
              <a:buNone/>
              <a:defRPr sz="3200"/>
            </a:lvl3pPr>
            <a:lvl4pPr marL="1828546" indent="0">
              <a:buNone/>
              <a:defRPr sz="2667"/>
            </a:lvl4pPr>
            <a:lvl5pPr marL="2438062" indent="0">
              <a:buNone/>
              <a:defRPr sz="2667"/>
            </a:lvl5pPr>
            <a:lvl6pPr marL="3047577" indent="0">
              <a:buNone/>
              <a:defRPr sz="2667"/>
            </a:lvl6pPr>
            <a:lvl7pPr marL="3657093" indent="0">
              <a:buNone/>
              <a:defRPr sz="2667"/>
            </a:lvl7pPr>
            <a:lvl8pPr marL="4266608" indent="0">
              <a:buNone/>
              <a:defRPr sz="2667"/>
            </a:lvl8pPr>
            <a:lvl9pPr marL="4876123" indent="0">
              <a:buNone/>
              <a:defRPr sz="2667"/>
            </a:lvl9pPr>
          </a:lstStyle>
          <a:p>
            <a:pPr lvl="0"/>
            <a:endParaRPr lang="en-US" noProof="0" dirty="0"/>
          </a:p>
        </p:txBody>
      </p:sp>
      <p:sp>
        <p:nvSpPr>
          <p:cNvPr id="4" name="Text Placeholder 3"/>
          <p:cNvSpPr>
            <a:spLocks noGrp="1"/>
          </p:cNvSpPr>
          <p:nvPr>
            <p:ph type="body" sz="half" idx="2"/>
          </p:nvPr>
        </p:nvSpPr>
        <p:spPr>
          <a:xfrm>
            <a:off x="2389717" y="5025309"/>
            <a:ext cx="7315200" cy="804863"/>
          </a:xfrm>
        </p:spPr>
        <p:txBody>
          <a:bodyPr/>
          <a:lstStyle>
            <a:lvl1pPr marL="0" indent="0">
              <a:buNone/>
              <a:defRPr sz="1333"/>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B7FF91D1-563E-4BC4-B0E8-F4515DB8A54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16B50F68-4C2D-459C-95F9-2B1D68224C5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0743259" y="274640"/>
            <a:ext cx="839141" cy="5566517"/>
          </a:xfrm>
        </p:spPr>
        <p:txBody>
          <a:bodyPr vert="eaVert"/>
          <a:lstStyle/>
          <a:p>
            <a:r>
              <a:rPr lang="en-US" dirty="0" smtClean="0"/>
              <a:t>Click to edit Master title style</a:t>
            </a:r>
            <a:endParaRPr lang="en-US" dirty="0"/>
          </a:p>
        </p:txBody>
      </p:sp>
      <p:sp>
        <p:nvSpPr>
          <p:cNvPr id="3" name="Vertical Text Placeholder 2"/>
          <p:cNvSpPr>
            <a:spLocks noGrp="1"/>
          </p:cNvSpPr>
          <p:nvPr>
            <p:ph type="body" orient="vert" idx="1"/>
          </p:nvPr>
        </p:nvSpPr>
        <p:spPr>
          <a:xfrm>
            <a:off x="609600" y="274640"/>
            <a:ext cx="10048992" cy="5566517"/>
          </a:xfrm>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14430363-C3E5-40A3-8F62-20C722BC78B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tle &amp; 3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5" name="Text Placeholder 13"/>
          <p:cNvSpPr>
            <a:spLocks noGrp="1"/>
          </p:cNvSpPr>
          <p:nvPr>
            <p:ph type="body" sz="quarter" idx="12"/>
          </p:nvPr>
        </p:nvSpPr>
        <p:spPr>
          <a:xfrm>
            <a:off x="438990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6" name="Text Placeholder 13"/>
          <p:cNvSpPr>
            <a:spLocks noGrp="1"/>
          </p:cNvSpPr>
          <p:nvPr>
            <p:ph type="body" sz="quarter" idx="13"/>
          </p:nvPr>
        </p:nvSpPr>
        <p:spPr>
          <a:xfrm>
            <a:off x="8185026"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Slide Number Placeholder 2"/>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DE658B7A-618E-4C1D-AFB1-BC42B6297C0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itle &amp; 3 column with photo">
    <p:spTree>
      <p:nvGrpSpPr>
        <p:cNvPr id="1" name=""/>
        <p:cNvGrpSpPr/>
        <p:nvPr/>
      </p:nvGrpSpPr>
      <p:grpSpPr>
        <a:xfrm>
          <a:off x="0" y="0"/>
          <a:ext cx="0" cy="0"/>
          <a:chOff x="0" y="0"/>
          <a:chExt cx="0" cy="0"/>
        </a:xfrm>
      </p:grpSpPr>
      <p:cxnSp>
        <p:nvCxnSpPr>
          <p:cNvPr id="12" name="Straight Connector 9"/>
          <p:cNvCxnSpPr/>
          <p:nvPr userDrawn="1"/>
        </p:nvCxnSpPr>
        <p:spPr>
          <a:xfrm>
            <a:off x="584200" y="3859213"/>
            <a:ext cx="342900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8"/>
          <p:cNvCxnSpPr/>
          <p:nvPr userDrawn="1"/>
        </p:nvCxnSpPr>
        <p:spPr>
          <a:xfrm>
            <a:off x="4370388" y="3856038"/>
            <a:ext cx="3427412"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2"/>
          <p:cNvCxnSpPr/>
          <p:nvPr userDrawn="1"/>
        </p:nvCxnSpPr>
        <p:spPr>
          <a:xfrm>
            <a:off x="8175625" y="3854450"/>
            <a:ext cx="3427413"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3961375"/>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Text Placeholder 3"/>
          <p:cNvSpPr>
            <a:spLocks noGrp="1"/>
          </p:cNvSpPr>
          <p:nvPr>
            <p:ph type="body" sz="half" idx="2"/>
          </p:nvPr>
        </p:nvSpPr>
        <p:spPr>
          <a:xfrm>
            <a:off x="599341" y="3415789"/>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Picture Placeholder 4"/>
          <p:cNvSpPr>
            <a:spLocks noGrp="1"/>
          </p:cNvSpPr>
          <p:nvPr>
            <p:ph type="pic" sz="quarter" idx="14"/>
          </p:nvPr>
        </p:nvSpPr>
        <p:spPr>
          <a:xfrm>
            <a:off x="595234" y="1467813"/>
            <a:ext cx="3407385" cy="1888067"/>
          </a:xfrm>
        </p:spPr>
        <p:txBody>
          <a:bodyPr rtlCol="0">
            <a:normAutofit/>
          </a:bodyPr>
          <a:lstStyle/>
          <a:p>
            <a:pPr lvl="0"/>
            <a:endParaRPr lang="en-US" noProof="0"/>
          </a:p>
        </p:txBody>
      </p:sp>
      <p:sp>
        <p:nvSpPr>
          <p:cNvPr id="13" name="Text Placeholder 13"/>
          <p:cNvSpPr>
            <a:spLocks noGrp="1"/>
          </p:cNvSpPr>
          <p:nvPr>
            <p:ph type="body" sz="quarter" idx="15"/>
          </p:nvPr>
        </p:nvSpPr>
        <p:spPr>
          <a:xfrm>
            <a:off x="4379642" y="3959323"/>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3"/>
          <p:cNvSpPr>
            <a:spLocks noGrp="1"/>
          </p:cNvSpPr>
          <p:nvPr>
            <p:ph type="body" sz="half" idx="16"/>
          </p:nvPr>
        </p:nvSpPr>
        <p:spPr>
          <a:xfrm>
            <a:off x="4384198" y="3413737"/>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8" name="Picture Placeholder 4"/>
          <p:cNvSpPr>
            <a:spLocks noGrp="1"/>
          </p:cNvSpPr>
          <p:nvPr>
            <p:ph type="pic" sz="quarter" idx="17"/>
          </p:nvPr>
        </p:nvSpPr>
        <p:spPr>
          <a:xfrm>
            <a:off x="4380090" y="1465761"/>
            <a:ext cx="3407385" cy="1888067"/>
          </a:xfrm>
        </p:spPr>
        <p:txBody>
          <a:bodyPr rtlCol="0">
            <a:normAutofit/>
          </a:bodyPr>
          <a:lstStyle/>
          <a:p>
            <a:pPr lvl="0"/>
            <a:endParaRPr lang="en-US" noProof="0"/>
          </a:p>
        </p:txBody>
      </p:sp>
      <p:sp>
        <p:nvSpPr>
          <p:cNvPr id="20" name="Text Placeholder 13"/>
          <p:cNvSpPr>
            <a:spLocks noGrp="1"/>
          </p:cNvSpPr>
          <p:nvPr>
            <p:ph type="body" sz="quarter" idx="18"/>
          </p:nvPr>
        </p:nvSpPr>
        <p:spPr>
          <a:xfrm>
            <a:off x="8185026" y="3957271"/>
            <a:ext cx="3407639" cy="1541447"/>
          </a:xfrm>
        </p:spPr>
        <p:txBody>
          <a:bodyPr/>
          <a:lstStyle>
            <a:lvl1pPr marL="0" indent="0">
              <a:buNone/>
              <a:defRPr/>
            </a:lvl1pPr>
            <a:lvl2pPr marL="609515" indent="0">
              <a:buNone/>
              <a:defRPr/>
            </a:lvl2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1" name="Text Placeholder 3"/>
          <p:cNvSpPr>
            <a:spLocks noGrp="1"/>
          </p:cNvSpPr>
          <p:nvPr>
            <p:ph type="body" sz="half" idx="19"/>
          </p:nvPr>
        </p:nvSpPr>
        <p:spPr>
          <a:xfrm>
            <a:off x="8189579" y="3411685"/>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0"/>
          </p:nvPr>
        </p:nvSpPr>
        <p:spPr>
          <a:xfrm>
            <a:off x="8185473" y="1463709"/>
            <a:ext cx="3407385" cy="1888067"/>
          </a:xfrm>
        </p:spPr>
        <p:txBody>
          <a:bodyPr rtlCol="0">
            <a:normAutofit/>
          </a:bodyPr>
          <a:lstStyle/>
          <a:p>
            <a:pPr lvl="0"/>
            <a:endParaRPr lang="en-US" noProof="0"/>
          </a:p>
        </p:txBody>
      </p:sp>
      <p:sp>
        <p:nvSpPr>
          <p:cNvPr id="19" name="Slide Number Placeholder 2"/>
          <p:cNvSpPr>
            <a:spLocks noGrp="1"/>
          </p:cNvSpPr>
          <p:nvPr>
            <p:ph type="sldNum" sz="quarter" idx="21"/>
          </p:nvPr>
        </p:nvSpPr>
        <p:spPr>
          <a:xfrm>
            <a:off x="10914063" y="6113463"/>
            <a:ext cx="503237" cy="365125"/>
          </a:xfrm>
          <a:prstGeom prst="rect">
            <a:avLst/>
          </a:prstGeom>
        </p:spPr>
        <p:txBody>
          <a:bodyPr/>
          <a:lstStyle>
            <a:lvl1pPr eaLnBrk="0" hangingPunct="0">
              <a:defRPr>
                <a:cs typeface="+mn-cs"/>
              </a:defRPr>
            </a:lvl1pPr>
          </a:lstStyle>
          <a:p>
            <a:pPr>
              <a:defRPr/>
            </a:pPr>
            <a:fld id="{B30CA700-F627-4394-B266-F75A22EC8F8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itle &amp; 4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3" name="Text Placeholder 13"/>
          <p:cNvSpPr>
            <a:spLocks noGrp="1"/>
          </p:cNvSpPr>
          <p:nvPr>
            <p:ph type="body" sz="quarter" idx="12"/>
          </p:nvPr>
        </p:nvSpPr>
        <p:spPr>
          <a:xfrm>
            <a:off x="344300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13"/>
          <p:cNvSpPr>
            <a:spLocks noGrp="1"/>
          </p:cNvSpPr>
          <p:nvPr>
            <p:ph type="body" sz="quarter" idx="13"/>
          </p:nvPr>
        </p:nvSpPr>
        <p:spPr>
          <a:xfrm>
            <a:off x="6291229"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8" name="Text Placeholder 13"/>
          <p:cNvSpPr>
            <a:spLocks noGrp="1"/>
          </p:cNvSpPr>
          <p:nvPr>
            <p:ph type="body" sz="quarter" idx="14"/>
          </p:nvPr>
        </p:nvSpPr>
        <p:spPr>
          <a:xfrm>
            <a:off x="9139451"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Slide Number Placeholder 2"/>
          <p:cNvSpPr>
            <a:spLocks noGrp="1"/>
          </p:cNvSpPr>
          <p:nvPr>
            <p:ph type="sldNum" sz="quarter" idx="15"/>
          </p:nvPr>
        </p:nvSpPr>
        <p:spPr>
          <a:xfrm>
            <a:off x="10914063" y="6113463"/>
            <a:ext cx="503237" cy="365125"/>
          </a:xfrm>
          <a:prstGeom prst="rect">
            <a:avLst/>
          </a:prstGeom>
        </p:spPr>
        <p:txBody>
          <a:bodyPr/>
          <a:lstStyle>
            <a:lvl1pPr eaLnBrk="0" hangingPunct="0">
              <a:defRPr>
                <a:cs typeface="+mn-cs"/>
              </a:defRPr>
            </a:lvl1pPr>
          </a:lstStyle>
          <a:p>
            <a:pPr>
              <a:defRPr/>
            </a:pPr>
            <a:fld id="{72340B0E-780F-4684-8D4C-14215AA111A1}"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itle &amp; 4 column with photo">
    <p:spTree>
      <p:nvGrpSpPr>
        <p:cNvPr id="1" name=""/>
        <p:cNvGrpSpPr/>
        <p:nvPr/>
      </p:nvGrpSpPr>
      <p:grpSpPr>
        <a:xfrm>
          <a:off x="0" y="0"/>
          <a:ext cx="0" cy="0"/>
          <a:chOff x="0" y="0"/>
          <a:chExt cx="0" cy="0"/>
        </a:xfrm>
      </p:grpSpPr>
      <p:cxnSp>
        <p:nvCxnSpPr>
          <p:cNvPr id="17"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8"/>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22"/>
          <p:cNvCxnSpPr/>
          <p:nvPr userDrawn="1"/>
        </p:nvCxnSpPr>
        <p:spPr>
          <a:xfrm>
            <a:off x="6278563" y="4081463"/>
            <a:ext cx="2484437"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6"/>
          <p:cNvCxnSpPr/>
          <p:nvPr userDrawn="1"/>
        </p:nvCxnSpPr>
        <p:spPr>
          <a:xfrm>
            <a:off x="913130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9" name="Picture Placeholder 4"/>
          <p:cNvSpPr>
            <a:spLocks noGrp="1"/>
          </p:cNvSpPr>
          <p:nvPr>
            <p:ph type="pic" sz="quarter" idx="15"/>
          </p:nvPr>
        </p:nvSpPr>
        <p:spPr>
          <a:xfrm>
            <a:off x="595234" y="1467813"/>
            <a:ext cx="2473293" cy="1888067"/>
          </a:xfrm>
        </p:spPr>
        <p:txBody>
          <a:bodyPr rtlCol="0">
            <a:normAutofit/>
          </a:bodyPr>
          <a:lstStyle/>
          <a:p>
            <a:pPr lvl="0"/>
            <a:endParaRPr lang="en-US" noProof="0"/>
          </a:p>
        </p:txBody>
      </p:sp>
      <p:sp>
        <p:nvSpPr>
          <p:cNvPr id="12" name="Text Placeholder 13"/>
          <p:cNvSpPr>
            <a:spLocks noGrp="1"/>
          </p:cNvSpPr>
          <p:nvPr>
            <p:ph type="body" sz="quarter" idx="16"/>
          </p:nvPr>
        </p:nvSpPr>
        <p:spPr>
          <a:xfrm>
            <a:off x="3445743"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15" name="Text Placeholder 3"/>
          <p:cNvSpPr>
            <a:spLocks noGrp="1"/>
          </p:cNvSpPr>
          <p:nvPr>
            <p:ph type="body" sz="half" idx="17"/>
          </p:nvPr>
        </p:nvSpPr>
        <p:spPr>
          <a:xfrm>
            <a:off x="3450299"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6" name="Picture Placeholder 4"/>
          <p:cNvSpPr>
            <a:spLocks noGrp="1"/>
          </p:cNvSpPr>
          <p:nvPr>
            <p:ph type="pic" sz="quarter" idx="18"/>
          </p:nvPr>
        </p:nvSpPr>
        <p:spPr>
          <a:xfrm>
            <a:off x="3446192" y="1465761"/>
            <a:ext cx="2473293" cy="1888067"/>
          </a:xfrm>
        </p:spPr>
        <p:txBody>
          <a:bodyPr rtlCol="0">
            <a:normAutofit/>
          </a:bodyPr>
          <a:lstStyle/>
          <a:p>
            <a:pPr lvl="0"/>
            <a:endParaRPr lang="en-US" noProof="0"/>
          </a:p>
        </p:txBody>
      </p:sp>
      <p:sp>
        <p:nvSpPr>
          <p:cNvPr id="20" name="Text Placeholder 13"/>
          <p:cNvSpPr>
            <a:spLocks noGrp="1"/>
          </p:cNvSpPr>
          <p:nvPr>
            <p:ph type="body" sz="quarter" idx="19"/>
          </p:nvPr>
        </p:nvSpPr>
        <p:spPr>
          <a:xfrm>
            <a:off x="628849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1" name="Text Placeholder 3"/>
          <p:cNvSpPr>
            <a:spLocks noGrp="1"/>
          </p:cNvSpPr>
          <p:nvPr>
            <p:ph type="body" sz="half" idx="20"/>
          </p:nvPr>
        </p:nvSpPr>
        <p:spPr>
          <a:xfrm>
            <a:off x="629304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1"/>
          </p:nvPr>
        </p:nvSpPr>
        <p:spPr>
          <a:xfrm>
            <a:off x="6288940" y="1465761"/>
            <a:ext cx="2473293" cy="1888067"/>
          </a:xfrm>
        </p:spPr>
        <p:txBody>
          <a:bodyPr rtlCol="0">
            <a:normAutofit/>
          </a:bodyPr>
          <a:lstStyle/>
          <a:p>
            <a:pPr lvl="0"/>
            <a:endParaRPr lang="en-US" noProof="0"/>
          </a:p>
        </p:txBody>
      </p:sp>
      <p:sp>
        <p:nvSpPr>
          <p:cNvPr id="24" name="Text Placeholder 13"/>
          <p:cNvSpPr>
            <a:spLocks noGrp="1"/>
          </p:cNvSpPr>
          <p:nvPr>
            <p:ph type="body" sz="quarter" idx="22"/>
          </p:nvPr>
        </p:nvSpPr>
        <p:spPr>
          <a:xfrm>
            <a:off x="914150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5" name="Text Placeholder 3"/>
          <p:cNvSpPr>
            <a:spLocks noGrp="1"/>
          </p:cNvSpPr>
          <p:nvPr>
            <p:ph type="body" sz="half" idx="23"/>
          </p:nvPr>
        </p:nvSpPr>
        <p:spPr>
          <a:xfrm>
            <a:off x="9146056"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6" name="Picture Placeholder 4"/>
          <p:cNvSpPr>
            <a:spLocks noGrp="1"/>
          </p:cNvSpPr>
          <p:nvPr>
            <p:ph type="pic" sz="quarter" idx="24"/>
          </p:nvPr>
        </p:nvSpPr>
        <p:spPr>
          <a:xfrm>
            <a:off x="9141950" y="1465761"/>
            <a:ext cx="2473293" cy="1888067"/>
          </a:xfrm>
        </p:spPr>
        <p:txBody>
          <a:bodyPr rtlCol="0">
            <a:normAutofit/>
          </a:bodyPr>
          <a:lstStyle/>
          <a:p>
            <a:pPr lvl="0"/>
            <a:endParaRPr lang="en-US" noProof="0"/>
          </a:p>
        </p:txBody>
      </p:sp>
      <p:sp>
        <p:nvSpPr>
          <p:cNvPr id="27" name="Slide Number Placeholder 2"/>
          <p:cNvSpPr>
            <a:spLocks noGrp="1"/>
          </p:cNvSpPr>
          <p:nvPr>
            <p:ph type="sldNum" sz="quarter" idx="25"/>
          </p:nvPr>
        </p:nvSpPr>
        <p:spPr>
          <a:xfrm>
            <a:off x="10914063" y="6113463"/>
            <a:ext cx="503237" cy="365125"/>
          </a:xfrm>
          <a:prstGeom prst="rect">
            <a:avLst/>
          </a:prstGeom>
        </p:spPr>
        <p:txBody>
          <a:bodyPr/>
          <a:lstStyle>
            <a:lvl1pPr eaLnBrk="0" hangingPunct="0">
              <a:defRPr>
                <a:cs typeface="+mn-cs"/>
              </a:defRPr>
            </a:lvl1pPr>
          </a:lstStyle>
          <a:p>
            <a:pPr>
              <a:defRPr/>
            </a:pPr>
            <a:fld id="{B95AE6DB-B958-475D-B47E-0459AC205264}"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itle &amp; 4 column with chart">
    <p:spTree>
      <p:nvGrpSpPr>
        <p:cNvPr id="1" name=""/>
        <p:cNvGrpSpPr/>
        <p:nvPr/>
      </p:nvGrpSpPr>
      <p:grpSpPr>
        <a:xfrm>
          <a:off x="0" y="0"/>
          <a:ext cx="0" cy="0"/>
          <a:chOff x="0" y="0"/>
          <a:chExt cx="0" cy="0"/>
        </a:xfrm>
      </p:grpSpPr>
      <p:cxnSp>
        <p:nvCxnSpPr>
          <p:cNvPr id="15"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9"/>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33"/>
          <p:cNvCxnSpPr/>
          <p:nvPr userDrawn="1"/>
        </p:nvCxnSpPr>
        <p:spPr>
          <a:xfrm>
            <a:off x="6276975" y="4079875"/>
            <a:ext cx="248285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37"/>
          <p:cNvCxnSpPr/>
          <p:nvPr userDrawn="1"/>
        </p:nvCxnSpPr>
        <p:spPr>
          <a:xfrm>
            <a:off x="9137650" y="408781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Chart Placeholder 4"/>
          <p:cNvSpPr>
            <a:spLocks noGrp="1"/>
          </p:cNvSpPr>
          <p:nvPr>
            <p:ph type="chart" sz="quarter" idx="25"/>
          </p:nvPr>
        </p:nvSpPr>
        <p:spPr>
          <a:xfrm>
            <a:off x="595234" y="1466725"/>
            <a:ext cx="2473293" cy="1909681"/>
          </a:xfrm>
        </p:spPr>
        <p:txBody>
          <a:bodyPr rtlCol="0">
            <a:normAutofit/>
          </a:bodyPr>
          <a:lstStyle/>
          <a:p>
            <a:pPr lvl="0"/>
            <a:endParaRPr lang="en-US" noProof="0"/>
          </a:p>
        </p:txBody>
      </p:sp>
      <p:sp>
        <p:nvSpPr>
          <p:cNvPr id="28" name="Text Placeholder 13"/>
          <p:cNvSpPr>
            <a:spLocks noGrp="1"/>
          </p:cNvSpPr>
          <p:nvPr>
            <p:ph type="body" sz="quarter" idx="26"/>
          </p:nvPr>
        </p:nvSpPr>
        <p:spPr>
          <a:xfrm>
            <a:off x="3445742"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9" name="Text Placeholder 3"/>
          <p:cNvSpPr>
            <a:spLocks noGrp="1"/>
          </p:cNvSpPr>
          <p:nvPr>
            <p:ph type="body" sz="half" idx="27"/>
          </p:nvPr>
        </p:nvSpPr>
        <p:spPr>
          <a:xfrm>
            <a:off x="345029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1" name="Chart Placeholder 4"/>
          <p:cNvSpPr>
            <a:spLocks noGrp="1"/>
          </p:cNvSpPr>
          <p:nvPr>
            <p:ph type="chart" sz="quarter" idx="28"/>
          </p:nvPr>
        </p:nvSpPr>
        <p:spPr>
          <a:xfrm>
            <a:off x="3446190" y="1464673"/>
            <a:ext cx="2473293" cy="1909681"/>
          </a:xfrm>
        </p:spPr>
        <p:txBody>
          <a:bodyPr rtlCol="0">
            <a:normAutofit/>
          </a:bodyPr>
          <a:lstStyle/>
          <a:p>
            <a:pPr lvl="0"/>
            <a:endParaRPr lang="en-US" noProof="0"/>
          </a:p>
        </p:txBody>
      </p:sp>
      <p:sp>
        <p:nvSpPr>
          <p:cNvPr id="32" name="Text Placeholder 13"/>
          <p:cNvSpPr>
            <a:spLocks noGrp="1"/>
          </p:cNvSpPr>
          <p:nvPr>
            <p:ph type="body" sz="quarter" idx="29"/>
          </p:nvPr>
        </p:nvSpPr>
        <p:spPr>
          <a:xfrm>
            <a:off x="6286439" y="416252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3" name="Text Placeholder 3"/>
          <p:cNvSpPr>
            <a:spLocks noGrp="1"/>
          </p:cNvSpPr>
          <p:nvPr>
            <p:ph type="body" sz="half" idx="30"/>
          </p:nvPr>
        </p:nvSpPr>
        <p:spPr>
          <a:xfrm>
            <a:off x="6290993" y="344247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5" name="Chart Placeholder 4"/>
          <p:cNvSpPr>
            <a:spLocks noGrp="1"/>
          </p:cNvSpPr>
          <p:nvPr>
            <p:ph type="chart" sz="quarter" idx="31"/>
          </p:nvPr>
        </p:nvSpPr>
        <p:spPr>
          <a:xfrm>
            <a:off x="6286884" y="1462621"/>
            <a:ext cx="2473293" cy="1909681"/>
          </a:xfrm>
        </p:spPr>
        <p:txBody>
          <a:bodyPr rtlCol="0">
            <a:normAutofit/>
          </a:bodyPr>
          <a:lstStyle/>
          <a:p>
            <a:pPr lvl="0"/>
            <a:endParaRPr lang="en-US" noProof="0"/>
          </a:p>
        </p:txBody>
      </p:sp>
      <p:sp>
        <p:nvSpPr>
          <p:cNvPr id="36" name="Text Placeholder 13"/>
          <p:cNvSpPr>
            <a:spLocks noGrp="1"/>
          </p:cNvSpPr>
          <p:nvPr>
            <p:ph type="body" sz="quarter" idx="32"/>
          </p:nvPr>
        </p:nvSpPr>
        <p:spPr>
          <a:xfrm>
            <a:off x="9147658" y="417073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7" name="Text Placeholder 3"/>
          <p:cNvSpPr>
            <a:spLocks noGrp="1"/>
          </p:cNvSpPr>
          <p:nvPr>
            <p:ph type="body" sz="half" idx="33"/>
          </p:nvPr>
        </p:nvSpPr>
        <p:spPr>
          <a:xfrm>
            <a:off x="9152213" y="345068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9" name="Chart Placeholder 4"/>
          <p:cNvSpPr>
            <a:spLocks noGrp="1"/>
          </p:cNvSpPr>
          <p:nvPr>
            <p:ph type="chart" sz="quarter" idx="34"/>
          </p:nvPr>
        </p:nvSpPr>
        <p:spPr>
          <a:xfrm>
            <a:off x="9148104" y="1470832"/>
            <a:ext cx="2473293" cy="1909681"/>
          </a:xfrm>
        </p:spPr>
        <p:txBody>
          <a:bodyPr rtlCol="0">
            <a:normAutofit/>
          </a:bodyPr>
          <a:lstStyle/>
          <a:p>
            <a:pPr lvl="0"/>
            <a:endParaRPr lang="en-US" noProof="0"/>
          </a:p>
        </p:txBody>
      </p:sp>
      <p:sp>
        <p:nvSpPr>
          <p:cNvPr id="19" name="Slide Number Placeholder 2"/>
          <p:cNvSpPr>
            <a:spLocks noGrp="1"/>
          </p:cNvSpPr>
          <p:nvPr>
            <p:ph type="sldNum" sz="quarter" idx="35"/>
          </p:nvPr>
        </p:nvSpPr>
        <p:spPr>
          <a:xfrm>
            <a:off x="10914063" y="6113463"/>
            <a:ext cx="503237" cy="365125"/>
          </a:xfrm>
          <a:prstGeom prst="rect">
            <a:avLst/>
          </a:prstGeom>
        </p:spPr>
        <p:txBody>
          <a:bodyPr/>
          <a:lstStyle>
            <a:lvl1pPr eaLnBrk="0" hangingPunct="0">
              <a:defRPr>
                <a:cs typeface="+mn-cs"/>
              </a:defRPr>
            </a:lvl1pPr>
          </a:lstStyle>
          <a:p>
            <a:pPr>
              <a:defRPr/>
            </a:pPr>
            <a:fld id="{F004DF26-1541-4BA6-9273-1579330C023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itle, text, full photo">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Picture Placeholder 5"/>
          <p:cNvSpPr>
            <a:spLocks noGrp="1"/>
          </p:cNvSpPr>
          <p:nvPr>
            <p:ph type="pic" sz="quarter" idx="12"/>
          </p:nvPr>
        </p:nvSpPr>
        <p:spPr>
          <a:xfrm>
            <a:off x="0" y="2"/>
            <a:ext cx="12192000" cy="3232727"/>
          </a:xfrm>
        </p:spPr>
        <p:txBody>
          <a:bodyPr rtlCol="0">
            <a:normAutofit/>
          </a:bodyPr>
          <a:lstStyle/>
          <a:p>
            <a:pPr lvl="0"/>
            <a:endParaRPr lang="en-US" noProof="0"/>
          </a:p>
        </p:txBody>
      </p:sp>
      <p:sp>
        <p:nvSpPr>
          <p:cNvPr id="5" name="Slide Number Placeholder 2"/>
          <p:cNvSpPr>
            <a:spLocks noGrp="1"/>
          </p:cNvSpPr>
          <p:nvPr>
            <p:ph type="sldNum" sz="quarter" idx="13"/>
          </p:nvPr>
        </p:nvSpPr>
        <p:spPr>
          <a:xfrm>
            <a:off x="10914063" y="6113463"/>
            <a:ext cx="503237" cy="365125"/>
          </a:xfrm>
          <a:prstGeom prst="rect">
            <a:avLst/>
          </a:prstGeom>
        </p:spPr>
        <p:txBody>
          <a:bodyPr/>
          <a:lstStyle>
            <a:lvl1pPr eaLnBrk="0" hangingPunct="0">
              <a:defRPr>
                <a:cs typeface="+mn-cs"/>
              </a:defRPr>
            </a:lvl1pPr>
          </a:lstStyle>
          <a:p>
            <a:pPr>
              <a:defRPr/>
            </a:pPr>
            <a:fld id="{7946468C-7B62-41CF-B330-6B6C0672B495}"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Gallery (4 photo) &amp; text">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8" name="Slide Number Placeholder 2"/>
          <p:cNvSpPr>
            <a:spLocks noGrp="1"/>
          </p:cNvSpPr>
          <p:nvPr>
            <p:ph type="sldNum" sz="quarter" idx="16"/>
          </p:nvPr>
        </p:nvSpPr>
        <p:spPr>
          <a:xfrm>
            <a:off x="10914063" y="6113463"/>
            <a:ext cx="503237" cy="365125"/>
          </a:xfrm>
          <a:prstGeom prst="rect">
            <a:avLst/>
          </a:prstGeom>
        </p:spPr>
        <p:txBody>
          <a:bodyPr/>
          <a:lstStyle>
            <a:lvl1pPr eaLnBrk="0" hangingPunct="0">
              <a:defRPr>
                <a:cs typeface="+mn-cs"/>
              </a:defRPr>
            </a:lvl1pPr>
          </a:lstStyle>
          <a:p>
            <a:pPr>
              <a:defRPr/>
            </a:pPr>
            <a:fld id="{61AB9E50-2C12-4CC2-A3AE-A443891F484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Gallery (4 photo) &amp; text 2 column">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310303"/>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17" name="Text Placeholder 13"/>
          <p:cNvSpPr>
            <a:spLocks noGrp="1"/>
          </p:cNvSpPr>
          <p:nvPr>
            <p:ph type="body" sz="quarter" idx="16"/>
          </p:nvPr>
        </p:nvSpPr>
        <p:spPr>
          <a:xfrm>
            <a:off x="6301319" y="4306539"/>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9" name="Slide Number Placeholder 2"/>
          <p:cNvSpPr>
            <a:spLocks noGrp="1"/>
          </p:cNvSpPr>
          <p:nvPr>
            <p:ph type="sldNum" sz="quarter" idx="17"/>
          </p:nvPr>
        </p:nvSpPr>
        <p:spPr>
          <a:xfrm>
            <a:off x="10914063" y="6113463"/>
            <a:ext cx="503237" cy="365125"/>
          </a:xfrm>
          <a:prstGeom prst="rect">
            <a:avLst/>
          </a:prstGeom>
        </p:spPr>
        <p:txBody>
          <a:bodyPr/>
          <a:lstStyle>
            <a:lvl1pPr eaLnBrk="0" hangingPunct="0">
              <a:defRPr>
                <a:cs typeface="+mn-cs"/>
              </a:defRPr>
            </a:lvl1pPr>
          </a:lstStyle>
          <a:p>
            <a:pPr>
              <a:defRPr/>
            </a:pPr>
            <a:fld id="{D6705A09-21E3-463E-94C5-30DF31C4AC02}"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Gallery footer (4 photo) &amp; text">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a:xfrm>
            <a:off x="594786" y="1318749"/>
            <a:ext cx="11094345" cy="2049105"/>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3676651"/>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3676651"/>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3676651"/>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3676651"/>
            <a:ext cx="3048000" cy="3181351"/>
          </a:xfrm>
        </p:spPr>
        <p:txBody>
          <a:bodyPr rtlCol="0">
            <a:normAutofit/>
          </a:bodyPr>
          <a:lstStyle/>
          <a:p>
            <a:pPr lvl="0"/>
            <a:endParaRPr lang="en-US" noProof="0"/>
          </a:p>
        </p:txBody>
      </p:sp>
      <p:sp>
        <p:nvSpPr>
          <p:cNvPr id="9" name="Title 1"/>
          <p:cNvSpPr>
            <a:spLocks noGrp="1"/>
          </p:cNvSpPr>
          <p:nvPr>
            <p:ph type="title"/>
          </p:nvPr>
        </p:nvSpPr>
        <p:spPr>
          <a:xfrm>
            <a:off x="609600" y="564444"/>
            <a:ext cx="11083808" cy="563389"/>
          </a:xfrm>
        </p:spPr>
        <p:txBody>
          <a:bodyPr/>
          <a:lstStyle/>
          <a:p>
            <a:r>
              <a:rPr lang="en-US" smtClean="0"/>
              <a:t>Click to edit Master title style</a:t>
            </a:r>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Gallery full slide (8 photo)">
    <p:spTree>
      <p:nvGrpSpPr>
        <p:cNvPr id="1" name=""/>
        <p:cNvGrpSpPr/>
        <p:nvPr/>
      </p:nvGrpSpPr>
      <p:grpSpPr>
        <a:xfrm>
          <a:off x="0" y="0"/>
          <a:ext cx="0" cy="0"/>
          <a:chOff x="0" y="0"/>
          <a:chExt cx="0" cy="0"/>
        </a:xfrm>
      </p:grpSpPr>
      <p:sp>
        <p:nvSpPr>
          <p:cNvPr id="11" name="Picture Placeholder 10"/>
          <p:cNvSpPr>
            <a:spLocks noGrp="1"/>
          </p:cNvSpPr>
          <p:nvPr>
            <p:ph type="pic" sz="quarter" idx="12"/>
          </p:nvPr>
        </p:nvSpPr>
        <p:spPr>
          <a:xfrm>
            <a:off x="0" y="2"/>
            <a:ext cx="3048000" cy="3431823"/>
          </a:xfrm>
        </p:spPr>
        <p:txBody>
          <a:bodyPr rtlCol="0">
            <a:normAutofit/>
          </a:bodyPr>
          <a:lstStyle/>
          <a:p>
            <a:pPr lvl="0"/>
            <a:endParaRPr lang="en-US" noProof="0"/>
          </a:p>
        </p:txBody>
      </p:sp>
      <p:sp>
        <p:nvSpPr>
          <p:cNvPr id="19" name="Picture Placeholder 10"/>
          <p:cNvSpPr>
            <a:spLocks noGrp="1"/>
          </p:cNvSpPr>
          <p:nvPr>
            <p:ph type="pic" sz="quarter" idx="13"/>
          </p:nvPr>
        </p:nvSpPr>
        <p:spPr>
          <a:xfrm>
            <a:off x="3044236" y="2"/>
            <a:ext cx="3048000" cy="3431823"/>
          </a:xfrm>
        </p:spPr>
        <p:txBody>
          <a:bodyPr rtlCol="0">
            <a:normAutofit/>
          </a:bodyPr>
          <a:lstStyle/>
          <a:p>
            <a:pPr lvl="0"/>
            <a:endParaRPr lang="en-US" noProof="0"/>
          </a:p>
        </p:txBody>
      </p:sp>
      <p:sp>
        <p:nvSpPr>
          <p:cNvPr id="20" name="Picture Placeholder 10"/>
          <p:cNvSpPr>
            <a:spLocks noGrp="1"/>
          </p:cNvSpPr>
          <p:nvPr>
            <p:ph type="pic" sz="quarter" idx="14"/>
          </p:nvPr>
        </p:nvSpPr>
        <p:spPr>
          <a:xfrm>
            <a:off x="6099764" y="2"/>
            <a:ext cx="3048000" cy="3431823"/>
          </a:xfrm>
        </p:spPr>
        <p:txBody>
          <a:bodyPr rtlCol="0">
            <a:normAutofit/>
          </a:bodyPr>
          <a:lstStyle/>
          <a:p>
            <a:pPr lvl="0"/>
            <a:endParaRPr lang="en-US" noProof="0"/>
          </a:p>
        </p:txBody>
      </p:sp>
      <p:sp>
        <p:nvSpPr>
          <p:cNvPr id="21" name="Picture Placeholder 10"/>
          <p:cNvSpPr>
            <a:spLocks noGrp="1"/>
          </p:cNvSpPr>
          <p:nvPr>
            <p:ph type="pic" sz="quarter" idx="15"/>
          </p:nvPr>
        </p:nvSpPr>
        <p:spPr>
          <a:xfrm>
            <a:off x="9144000" y="2"/>
            <a:ext cx="3048000" cy="3431823"/>
          </a:xfrm>
        </p:spPr>
        <p:txBody>
          <a:bodyPr rtlCol="0">
            <a:normAutofit/>
          </a:bodyPr>
          <a:lstStyle/>
          <a:p>
            <a:pPr lvl="0"/>
            <a:endParaRPr lang="en-US" noProof="0"/>
          </a:p>
        </p:txBody>
      </p:sp>
      <p:sp>
        <p:nvSpPr>
          <p:cNvPr id="22" name="Picture Placeholder 10"/>
          <p:cNvSpPr>
            <a:spLocks noGrp="1"/>
          </p:cNvSpPr>
          <p:nvPr>
            <p:ph type="pic" sz="quarter" idx="16"/>
          </p:nvPr>
        </p:nvSpPr>
        <p:spPr>
          <a:xfrm>
            <a:off x="0" y="3435587"/>
            <a:ext cx="3048000" cy="3431823"/>
          </a:xfrm>
        </p:spPr>
        <p:txBody>
          <a:bodyPr rtlCol="0">
            <a:normAutofit/>
          </a:bodyPr>
          <a:lstStyle/>
          <a:p>
            <a:pPr lvl="0"/>
            <a:endParaRPr lang="en-US" noProof="0"/>
          </a:p>
        </p:txBody>
      </p:sp>
      <p:sp>
        <p:nvSpPr>
          <p:cNvPr id="23" name="Picture Placeholder 10"/>
          <p:cNvSpPr>
            <a:spLocks noGrp="1"/>
          </p:cNvSpPr>
          <p:nvPr>
            <p:ph type="pic" sz="quarter" idx="17"/>
          </p:nvPr>
        </p:nvSpPr>
        <p:spPr>
          <a:xfrm>
            <a:off x="3044236" y="3435587"/>
            <a:ext cx="3048000" cy="3431823"/>
          </a:xfrm>
        </p:spPr>
        <p:txBody>
          <a:bodyPr rtlCol="0">
            <a:normAutofit/>
          </a:bodyPr>
          <a:lstStyle/>
          <a:p>
            <a:pPr lvl="0"/>
            <a:endParaRPr lang="en-US" noProof="0"/>
          </a:p>
        </p:txBody>
      </p:sp>
      <p:sp>
        <p:nvSpPr>
          <p:cNvPr id="24" name="Picture Placeholder 10"/>
          <p:cNvSpPr>
            <a:spLocks noGrp="1"/>
          </p:cNvSpPr>
          <p:nvPr>
            <p:ph type="pic" sz="quarter" idx="18"/>
          </p:nvPr>
        </p:nvSpPr>
        <p:spPr>
          <a:xfrm>
            <a:off x="6099764" y="3435587"/>
            <a:ext cx="3048000" cy="3431823"/>
          </a:xfrm>
        </p:spPr>
        <p:txBody>
          <a:bodyPr rtlCol="0">
            <a:normAutofit/>
          </a:bodyPr>
          <a:lstStyle/>
          <a:p>
            <a:pPr lvl="0"/>
            <a:endParaRPr lang="en-US" noProof="0"/>
          </a:p>
        </p:txBody>
      </p:sp>
      <p:sp>
        <p:nvSpPr>
          <p:cNvPr id="25" name="Picture Placeholder 10"/>
          <p:cNvSpPr>
            <a:spLocks noGrp="1"/>
          </p:cNvSpPr>
          <p:nvPr>
            <p:ph type="pic" sz="quarter" idx="19"/>
          </p:nvPr>
        </p:nvSpPr>
        <p:spPr>
          <a:xfrm>
            <a:off x="9144000" y="3435587"/>
            <a:ext cx="3048000" cy="3431823"/>
          </a:xfrm>
        </p:spPr>
        <p:txBody>
          <a:bodyPr rtlCol="0">
            <a:normAutofit/>
          </a:bodyPr>
          <a:lstStyle/>
          <a:p>
            <a:pPr lvl="0"/>
            <a:endParaRPr lang="en-US" noProof="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dirty="0" smtClean="0"/>
              <a:t>Click to edit Master title style</a:t>
            </a:r>
            <a:endParaRPr lang="en-US" dirty="0"/>
          </a:p>
        </p:txBody>
      </p:sp>
      <p:sp>
        <p:nvSpPr>
          <p:cNvPr id="3" name="Subtitle 2"/>
          <p:cNvSpPr>
            <a:spLocks noGrp="1"/>
          </p:cNvSpPr>
          <p:nvPr>
            <p:ph type="subTitle" idx="1"/>
          </p:nvPr>
        </p:nvSpPr>
        <p:spPr>
          <a:xfrm>
            <a:off x="903113" y="3886200"/>
            <a:ext cx="9460089" cy="1752600"/>
          </a:xfrm>
        </p:spPr>
        <p:txBody>
          <a:bodyPr/>
          <a:lstStyle>
            <a:lvl1pPr marL="0" indent="0" algn="l">
              <a:buNone/>
              <a:defRPr>
                <a:solidFill>
                  <a:schemeClr val="tx1">
                    <a:tint val="75000"/>
                  </a:schemeClr>
                </a:solidFill>
              </a:defRPr>
            </a:lvl1pPr>
            <a:lvl2pPr marL="609515" indent="0" algn="ctr">
              <a:buNone/>
              <a:defRPr>
                <a:solidFill>
                  <a:schemeClr val="tx1">
                    <a:tint val="75000"/>
                  </a:schemeClr>
                </a:solidFill>
              </a:defRPr>
            </a:lvl2pPr>
            <a:lvl3pPr marL="1219031" indent="0" algn="ctr">
              <a:buNone/>
              <a:defRPr>
                <a:solidFill>
                  <a:schemeClr val="tx1">
                    <a:tint val="75000"/>
                  </a:schemeClr>
                </a:solidFill>
              </a:defRPr>
            </a:lvl3pPr>
            <a:lvl4pPr marL="1828546" indent="0" algn="ctr">
              <a:buNone/>
              <a:defRPr>
                <a:solidFill>
                  <a:schemeClr val="tx1">
                    <a:tint val="75000"/>
                  </a:schemeClr>
                </a:solidFill>
              </a:defRPr>
            </a:lvl4pPr>
            <a:lvl5pPr marL="2438062" indent="0" algn="ctr">
              <a:buNone/>
              <a:defRPr>
                <a:solidFill>
                  <a:schemeClr val="tx1">
                    <a:tint val="75000"/>
                  </a:schemeClr>
                </a:solidFill>
              </a:defRPr>
            </a:lvl5pPr>
            <a:lvl6pPr marL="3047577" indent="0" algn="ctr">
              <a:buNone/>
              <a:defRPr>
                <a:solidFill>
                  <a:schemeClr val="tx1">
                    <a:tint val="75000"/>
                  </a:schemeClr>
                </a:solidFill>
              </a:defRPr>
            </a:lvl6pPr>
            <a:lvl7pPr marL="3657093" indent="0" algn="ctr">
              <a:buNone/>
              <a:defRPr>
                <a:solidFill>
                  <a:schemeClr val="tx1">
                    <a:tint val="75000"/>
                  </a:schemeClr>
                </a:solidFill>
              </a:defRPr>
            </a:lvl7pPr>
            <a:lvl8pPr marL="4266608" indent="0" algn="ctr">
              <a:buNone/>
              <a:defRPr>
                <a:solidFill>
                  <a:schemeClr val="tx1">
                    <a:tint val="75000"/>
                  </a:schemeClr>
                </a:solidFill>
              </a:defRPr>
            </a:lvl8pPr>
            <a:lvl9pPr marL="4876123" indent="0" algn="ctr">
              <a:buNone/>
              <a:defRPr>
                <a:solidFill>
                  <a:schemeClr val="tx1">
                    <a:tint val="75000"/>
                  </a:schemeClr>
                </a:solidFill>
              </a:defRPr>
            </a:lvl9pPr>
          </a:lstStyle>
          <a:p>
            <a:r>
              <a:rPr lang="en-US" dirty="0" smtClean="0"/>
              <a:t>Click to edit Master subtitle style</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A274A9B4-3E67-4FAB-9D9E-FDCA2B7B294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CFD13A6D-3F18-415E-91DB-9291C8E7670E}"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Content Placeholder 3"/>
          <p:cNvSpPr>
            <a:spLocks noGrp="1"/>
          </p:cNvSpPr>
          <p:nvPr>
            <p:ph sz="half" idx="2"/>
          </p:nvPr>
        </p:nvSpPr>
        <p:spPr>
          <a:xfrm>
            <a:off x="6197600" y="1600201"/>
            <a:ext cx="5384800" cy="4240955"/>
          </a:xfrm>
        </p:spPr>
        <p:txBody>
          <a:bodyPr/>
          <a:lstStyle>
            <a:lvl1pPr>
              <a:defRPr sz="1333">
                <a:solidFill>
                  <a:schemeClr val="tx2"/>
                </a:solidFill>
              </a:defRPr>
            </a:lvl1pPr>
            <a:lvl2pPr>
              <a:defRPr sz="1333">
                <a:solidFill>
                  <a:schemeClr val="tx2"/>
                </a:solidFill>
              </a:defRPr>
            </a:lvl2pPr>
            <a:lvl3pPr>
              <a:defRPr sz="1333">
                <a:solidFill>
                  <a:schemeClr val="tx2"/>
                </a:solidFill>
              </a:defRPr>
            </a:lvl3pPr>
            <a:lvl4pPr>
              <a:defRPr sz="1333">
                <a:solidFill>
                  <a:schemeClr val="tx2"/>
                </a:solidFill>
              </a:defRPr>
            </a:lvl4pPr>
            <a:lvl5pPr>
              <a:defRPr sz="1333">
                <a:solidFill>
                  <a:schemeClr val="tx2"/>
                </a:solidFill>
              </a:defRPr>
            </a:lvl5pPr>
            <a:lvl6pPr>
              <a:defRPr sz="2400"/>
            </a:lvl6pPr>
            <a:lvl7pPr>
              <a:defRPr sz="2400"/>
            </a:lvl7pPr>
            <a:lvl8pPr>
              <a:defRPr sz="2400"/>
            </a:lvl8pPr>
            <a:lvl9pPr>
              <a:defRPr sz="24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E8A43D1D-2DCF-4D2E-B7F3-5ED7CD4260C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dirty="0" smtClean="0"/>
              <a:t>Click to edit Master text styles</a:t>
            </a:r>
          </a:p>
        </p:txBody>
      </p:sp>
      <p:sp>
        <p:nvSpPr>
          <p:cNvPr id="4" name="Content Placeholder 3"/>
          <p:cNvSpPr>
            <a:spLocks noGrp="1"/>
          </p:cNvSpPr>
          <p:nvPr>
            <p:ph sz="half" idx="2"/>
          </p:nvPr>
        </p:nvSpPr>
        <p:spPr>
          <a:xfrm>
            <a:off x="609600" y="2174877"/>
            <a:ext cx="5386917"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Text Placeholder 4"/>
          <p:cNvSpPr>
            <a:spLocks noGrp="1"/>
          </p:cNvSpPr>
          <p:nvPr>
            <p:ph type="body" sz="quarter" idx="3"/>
          </p:nvPr>
        </p:nvSpPr>
        <p:spPr>
          <a:xfrm>
            <a:off x="6193370" y="1535113"/>
            <a:ext cx="5389033" cy="639763"/>
          </a:xfrm>
        </p:spPr>
        <p:txBody>
          <a:bodyPr anchor="b"/>
          <a:lstStyle>
            <a:lvl1pPr marL="0" indent="0">
              <a:buNone/>
              <a:defRPr sz="1600" b="0">
                <a:solidFill>
                  <a:schemeClr val="tx1"/>
                </a:solidFill>
              </a:defRPr>
            </a:lvl1pPr>
            <a:lvl2pPr marL="609515" indent="0">
              <a:buNone/>
              <a:defRPr sz="2667" b="1"/>
            </a:lvl2pPr>
            <a:lvl3pPr marL="1219031" indent="0">
              <a:buNone/>
              <a:defRPr sz="2400" b="1"/>
            </a:lvl3pPr>
            <a:lvl4pPr marL="1828546" indent="0">
              <a:buNone/>
              <a:defRPr sz="2133" b="1"/>
            </a:lvl4pPr>
            <a:lvl5pPr marL="2438062" indent="0">
              <a:buNone/>
              <a:defRPr sz="2133" b="1"/>
            </a:lvl5pPr>
            <a:lvl6pPr marL="3047577" indent="0">
              <a:buNone/>
              <a:defRPr sz="2133" b="1"/>
            </a:lvl6pPr>
            <a:lvl7pPr marL="3657093" indent="0">
              <a:buNone/>
              <a:defRPr sz="2133" b="1"/>
            </a:lvl7pPr>
            <a:lvl8pPr marL="4266608" indent="0">
              <a:buNone/>
              <a:defRPr sz="2133" b="1"/>
            </a:lvl8pPr>
            <a:lvl9pPr marL="4876123"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70" y="2174877"/>
            <a:ext cx="5389033" cy="3666281"/>
          </a:xfrm>
        </p:spPr>
        <p:txBody>
          <a:bodyPr/>
          <a:lstStyle>
            <a:lvl1pPr>
              <a:defRPr sz="1333"/>
            </a:lvl1pPr>
            <a:lvl2pPr>
              <a:defRPr sz="1333"/>
            </a:lvl2pPr>
            <a:lvl3pPr>
              <a:defRPr sz="1333"/>
            </a:lvl3pPr>
            <a:lvl4pPr>
              <a:defRPr sz="1333"/>
            </a:lvl4pPr>
            <a:lvl5pPr>
              <a:defRPr sz="13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Slide Number Placeholder 8"/>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71FBBD7B-BB94-4F3F-88B5-BE17D5286A5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Slide Number Placeholder 4"/>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9ADC0B2B-CF0D-478C-9F87-D325A053C74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3"/>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B7CB3EC0-3F34-4A31-AD7A-A45C072BF0AD}"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667" b="0"/>
            </a:lvl1pPr>
          </a:lstStyle>
          <a:p>
            <a:r>
              <a:rPr lang="en-US" dirty="0" smtClean="0"/>
              <a:t>Click to edit Master title style</a:t>
            </a:r>
            <a:endParaRPr lang="en-US" dirty="0"/>
          </a:p>
        </p:txBody>
      </p:sp>
      <p:sp>
        <p:nvSpPr>
          <p:cNvPr id="3" name="Content Placeholder 2"/>
          <p:cNvSpPr>
            <a:spLocks noGrp="1"/>
          </p:cNvSpPr>
          <p:nvPr>
            <p:ph idx="1"/>
          </p:nvPr>
        </p:nvSpPr>
        <p:spPr>
          <a:xfrm>
            <a:off x="4766735" y="273051"/>
            <a:ext cx="6815667" cy="5557388"/>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Text Placeholder 3"/>
          <p:cNvSpPr>
            <a:spLocks noGrp="1"/>
          </p:cNvSpPr>
          <p:nvPr>
            <p:ph type="body" sz="half" idx="2"/>
          </p:nvPr>
        </p:nvSpPr>
        <p:spPr>
          <a:xfrm>
            <a:off x="609603" y="1435104"/>
            <a:ext cx="4011084" cy="4395337"/>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CB152974-16D9-4D74-9E7C-B2C4875BC619}"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5381039"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p>
            <a:r>
              <a:rPr lang="en-US" smtClean="0"/>
              <a:t>Click to edit Master title style</a:t>
            </a:r>
            <a:endParaRPr lang="en-US"/>
          </a:p>
        </p:txBody>
      </p:sp>
      <p:sp>
        <p:nvSpPr>
          <p:cNvPr id="8" name="Text Placeholder 7"/>
          <p:cNvSpPr>
            <a:spLocks noGrp="1"/>
          </p:cNvSpPr>
          <p:nvPr>
            <p:ph type="body" sz="quarter" idx="13"/>
          </p:nvPr>
        </p:nvSpPr>
        <p:spPr>
          <a:xfrm>
            <a:off x="611482" y="1278712"/>
            <a:ext cx="4759677" cy="43187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C747B1CB-BE86-42D0-8E3D-8BBFEB863189}"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 Title, text, chart">
    <p:spTree>
      <p:nvGrpSpPr>
        <p:cNvPr id="1" name=""/>
        <p:cNvGrpSpPr/>
        <p:nvPr/>
      </p:nvGrpSpPr>
      <p:grpSpPr>
        <a:xfrm>
          <a:off x="0" y="0"/>
          <a:ext cx="0" cy="0"/>
          <a:chOff x="0" y="0"/>
          <a:chExt cx="0" cy="0"/>
        </a:xfrm>
      </p:grpSpPr>
      <p:sp>
        <p:nvSpPr>
          <p:cNvPr id="3" name="Content Placeholder 2"/>
          <p:cNvSpPr>
            <a:spLocks noGrp="1"/>
          </p:cNvSpPr>
          <p:nvPr>
            <p:ph idx="1"/>
          </p:nvPr>
        </p:nvSpPr>
        <p:spPr>
          <a:xfrm>
            <a:off x="611483" y="1279419"/>
            <a:ext cx="6201363" cy="4327407"/>
          </a:xfrm>
        </p:spPr>
        <p:txBody>
          <a:bodyPr/>
          <a:lstStyle>
            <a:lvl1pPr>
              <a:defRPr sz="1333"/>
            </a:lvl1pPr>
            <a:lvl2pPr>
              <a:defRPr sz="1333"/>
            </a:lvl2pPr>
            <a:lvl3pPr>
              <a:defRPr sz="1333"/>
            </a:lvl3pPr>
            <a:lvl4pPr>
              <a:defRPr sz="1333"/>
            </a:lvl4pPr>
            <a:lvl5pPr>
              <a:defRPr sz="1333"/>
            </a:lvl5pPr>
            <a:lvl6pPr>
              <a:defRPr sz="2667"/>
            </a:lvl6pPr>
            <a:lvl7pPr>
              <a:defRPr sz="2667"/>
            </a:lvl7pPr>
            <a:lvl8pPr>
              <a:defRPr sz="2667"/>
            </a:lvl8pPr>
            <a:lvl9pPr>
              <a:defRPr sz="2667"/>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1"/>
          <p:cNvSpPr>
            <a:spLocks noGrp="1"/>
          </p:cNvSpPr>
          <p:nvPr>
            <p:ph type="title"/>
          </p:nvPr>
        </p:nvSpPr>
        <p:spPr>
          <a:xfrm>
            <a:off x="609600" y="564444"/>
            <a:ext cx="10972800" cy="563389"/>
          </a:xfrm>
        </p:spPr>
        <p:txBody>
          <a:bodyPr/>
          <a:lstStyle>
            <a:lvl1pPr algn="r">
              <a:defRPr/>
            </a:lvl1pPr>
          </a:lstStyle>
          <a:p>
            <a:r>
              <a:rPr lang="en-US" dirty="0" smtClean="0"/>
              <a:t>Click to edit Master title style</a:t>
            </a:r>
            <a:endParaRPr lang="en-US" dirty="0"/>
          </a:p>
        </p:txBody>
      </p:sp>
      <p:sp>
        <p:nvSpPr>
          <p:cNvPr id="8" name="Text Placeholder 7"/>
          <p:cNvSpPr>
            <a:spLocks noGrp="1"/>
          </p:cNvSpPr>
          <p:nvPr>
            <p:ph type="body" sz="quarter" idx="13"/>
          </p:nvPr>
        </p:nvSpPr>
        <p:spPr>
          <a:xfrm>
            <a:off x="6820370" y="1278712"/>
            <a:ext cx="4759677" cy="4318704"/>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Slide Number Placeholder 6"/>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DD95E33D-1EA4-46D6-A21B-C8DB865B0D33}" type="slidenum">
              <a:rPr lang="en-US"/>
              <a:pPr>
                <a:defRPr/>
              </a:pPr>
              <a:t>‹#›</a:t>
            </a:fld>
            <a:endParaRPr lang="en-US" dirty="0">
              <a:solidFill>
                <a:srgbClr val="E9C944">
                  <a:shade val="75000"/>
                </a:srgbClr>
              </a:solidFill>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458569"/>
            <a:ext cx="7315200" cy="566739"/>
          </a:xfrm>
        </p:spPr>
        <p:txBody>
          <a:bodyPr anchor="b"/>
          <a:lstStyle>
            <a:lvl1pPr algn="l">
              <a:defRPr sz="2667" b="0"/>
            </a:lvl1pPr>
          </a:lstStyle>
          <a:p>
            <a:r>
              <a:rPr lang="en-US" dirty="0" smtClean="0"/>
              <a:t>Click to edit Master title style</a:t>
            </a:r>
            <a:endParaRPr lang="en-US" dirty="0"/>
          </a:p>
        </p:txBody>
      </p:sp>
      <p:sp>
        <p:nvSpPr>
          <p:cNvPr id="3" name="Picture Placeholder 2"/>
          <p:cNvSpPr>
            <a:spLocks noGrp="1"/>
          </p:cNvSpPr>
          <p:nvPr>
            <p:ph type="pic" idx="1"/>
          </p:nvPr>
        </p:nvSpPr>
        <p:spPr>
          <a:xfrm>
            <a:off x="2389717" y="612776"/>
            <a:ext cx="7315200" cy="3813643"/>
          </a:xfrm>
        </p:spPr>
        <p:txBody>
          <a:bodyPr rtlCol="0">
            <a:normAutofit/>
          </a:bodyPr>
          <a:lstStyle>
            <a:lvl1pPr marL="0" indent="0">
              <a:buNone/>
              <a:defRPr sz="4267"/>
            </a:lvl1pPr>
            <a:lvl2pPr marL="609515" indent="0">
              <a:buNone/>
              <a:defRPr sz="3733"/>
            </a:lvl2pPr>
            <a:lvl3pPr marL="1219031" indent="0">
              <a:buNone/>
              <a:defRPr sz="3200"/>
            </a:lvl3pPr>
            <a:lvl4pPr marL="1828546" indent="0">
              <a:buNone/>
              <a:defRPr sz="2667"/>
            </a:lvl4pPr>
            <a:lvl5pPr marL="2438062" indent="0">
              <a:buNone/>
              <a:defRPr sz="2667"/>
            </a:lvl5pPr>
            <a:lvl6pPr marL="3047577" indent="0">
              <a:buNone/>
              <a:defRPr sz="2667"/>
            </a:lvl6pPr>
            <a:lvl7pPr marL="3657093" indent="0">
              <a:buNone/>
              <a:defRPr sz="2667"/>
            </a:lvl7pPr>
            <a:lvl8pPr marL="4266608" indent="0">
              <a:buNone/>
              <a:defRPr sz="2667"/>
            </a:lvl8pPr>
            <a:lvl9pPr marL="4876123" indent="0">
              <a:buNone/>
              <a:defRPr sz="2667"/>
            </a:lvl9pPr>
          </a:lstStyle>
          <a:p>
            <a:pPr lvl="0"/>
            <a:endParaRPr lang="en-US" noProof="0" dirty="0"/>
          </a:p>
        </p:txBody>
      </p:sp>
      <p:sp>
        <p:nvSpPr>
          <p:cNvPr id="4" name="Text Placeholder 3"/>
          <p:cNvSpPr>
            <a:spLocks noGrp="1"/>
          </p:cNvSpPr>
          <p:nvPr>
            <p:ph type="body" sz="half" idx="2"/>
          </p:nvPr>
        </p:nvSpPr>
        <p:spPr>
          <a:xfrm>
            <a:off x="2389717" y="5025309"/>
            <a:ext cx="7315200" cy="804863"/>
          </a:xfrm>
        </p:spPr>
        <p:txBody>
          <a:bodyPr/>
          <a:lstStyle>
            <a:lvl1pPr marL="0" indent="0">
              <a:buNone/>
              <a:defRPr sz="1333"/>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Slide Number Placeholder 6"/>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D2135CB8-F11D-485D-9550-3BFC08CEB78E}"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6F3DFEC3-5C85-425A-BD34-6181E24D211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0743259" y="274640"/>
            <a:ext cx="839141" cy="5566517"/>
          </a:xfrm>
        </p:spPr>
        <p:txBody>
          <a:bodyPr vert="eaVert"/>
          <a:lstStyle/>
          <a:p>
            <a:r>
              <a:rPr lang="en-US" dirty="0" smtClean="0"/>
              <a:t>Click to edit Master title style</a:t>
            </a:r>
            <a:endParaRPr lang="en-US" dirty="0"/>
          </a:p>
        </p:txBody>
      </p:sp>
      <p:sp>
        <p:nvSpPr>
          <p:cNvPr id="3" name="Vertical Text Placeholder 2"/>
          <p:cNvSpPr>
            <a:spLocks noGrp="1"/>
          </p:cNvSpPr>
          <p:nvPr>
            <p:ph type="body" orient="vert" idx="1"/>
          </p:nvPr>
        </p:nvSpPr>
        <p:spPr>
          <a:xfrm>
            <a:off x="609600" y="274640"/>
            <a:ext cx="10048992" cy="5566517"/>
          </a:xfrm>
        </p:spPr>
        <p:txBody>
          <a:bodyPr vert="eaVert"/>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Slide Number Placeholder 5"/>
          <p:cNvSpPr>
            <a:spLocks noGrp="1"/>
          </p:cNvSpPr>
          <p:nvPr>
            <p:ph type="sldNum" sz="quarter" idx="10"/>
          </p:nvPr>
        </p:nvSpPr>
        <p:spPr>
          <a:xfrm>
            <a:off x="10914063" y="6113463"/>
            <a:ext cx="503237" cy="365125"/>
          </a:xfrm>
          <a:prstGeom prst="rect">
            <a:avLst/>
          </a:prstGeom>
        </p:spPr>
        <p:txBody>
          <a:bodyPr/>
          <a:lstStyle>
            <a:lvl1pPr eaLnBrk="0" hangingPunct="0">
              <a:defRPr>
                <a:cs typeface="+mn-cs"/>
              </a:defRPr>
            </a:lvl1pPr>
          </a:lstStyle>
          <a:p>
            <a:pPr>
              <a:defRPr/>
            </a:pPr>
            <a:fld id="{0729E397-8C37-4738-8DFF-B4C0BDDBA23E}"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itle &amp; 3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5" name="Text Placeholder 13"/>
          <p:cNvSpPr>
            <a:spLocks noGrp="1"/>
          </p:cNvSpPr>
          <p:nvPr>
            <p:ph type="body" sz="quarter" idx="12"/>
          </p:nvPr>
        </p:nvSpPr>
        <p:spPr>
          <a:xfrm>
            <a:off x="4389907"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6" name="Text Placeholder 13"/>
          <p:cNvSpPr>
            <a:spLocks noGrp="1"/>
          </p:cNvSpPr>
          <p:nvPr>
            <p:ph type="body" sz="quarter" idx="13"/>
          </p:nvPr>
        </p:nvSpPr>
        <p:spPr>
          <a:xfrm>
            <a:off x="8185026" y="1531185"/>
            <a:ext cx="3407639" cy="393058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Slide Number Placeholder 2"/>
          <p:cNvSpPr>
            <a:spLocks noGrp="1"/>
          </p:cNvSpPr>
          <p:nvPr>
            <p:ph type="sldNum" sz="quarter" idx="14"/>
          </p:nvPr>
        </p:nvSpPr>
        <p:spPr>
          <a:xfrm>
            <a:off x="10914063" y="6113463"/>
            <a:ext cx="503237" cy="365125"/>
          </a:xfrm>
          <a:prstGeom prst="rect">
            <a:avLst/>
          </a:prstGeom>
        </p:spPr>
        <p:txBody>
          <a:bodyPr/>
          <a:lstStyle>
            <a:lvl1pPr eaLnBrk="0" hangingPunct="0">
              <a:defRPr>
                <a:cs typeface="+mn-cs"/>
              </a:defRPr>
            </a:lvl1pPr>
          </a:lstStyle>
          <a:p>
            <a:pPr>
              <a:defRPr/>
            </a:pPr>
            <a:fld id="{B9B3D00C-FC5B-4379-82D6-7581F20318AD}"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itle &amp; 3 column with photo">
    <p:spTree>
      <p:nvGrpSpPr>
        <p:cNvPr id="1" name=""/>
        <p:cNvGrpSpPr/>
        <p:nvPr/>
      </p:nvGrpSpPr>
      <p:grpSpPr>
        <a:xfrm>
          <a:off x="0" y="0"/>
          <a:ext cx="0" cy="0"/>
          <a:chOff x="0" y="0"/>
          <a:chExt cx="0" cy="0"/>
        </a:xfrm>
      </p:grpSpPr>
      <p:cxnSp>
        <p:nvCxnSpPr>
          <p:cNvPr id="12" name="Straight Connector 9"/>
          <p:cNvCxnSpPr/>
          <p:nvPr userDrawn="1"/>
        </p:nvCxnSpPr>
        <p:spPr>
          <a:xfrm>
            <a:off x="584200" y="3859213"/>
            <a:ext cx="342900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8"/>
          <p:cNvCxnSpPr/>
          <p:nvPr userDrawn="1"/>
        </p:nvCxnSpPr>
        <p:spPr>
          <a:xfrm>
            <a:off x="4370388" y="3856038"/>
            <a:ext cx="3427412"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2"/>
          <p:cNvCxnSpPr/>
          <p:nvPr userDrawn="1"/>
        </p:nvCxnSpPr>
        <p:spPr>
          <a:xfrm>
            <a:off x="8175625" y="3854450"/>
            <a:ext cx="3427413"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3961375"/>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Text Placeholder 3"/>
          <p:cNvSpPr>
            <a:spLocks noGrp="1"/>
          </p:cNvSpPr>
          <p:nvPr>
            <p:ph type="body" sz="half" idx="2"/>
          </p:nvPr>
        </p:nvSpPr>
        <p:spPr>
          <a:xfrm>
            <a:off x="599341" y="3415789"/>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Picture Placeholder 4"/>
          <p:cNvSpPr>
            <a:spLocks noGrp="1"/>
          </p:cNvSpPr>
          <p:nvPr>
            <p:ph type="pic" sz="quarter" idx="14"/>
          </p:nvPr>
        </p:nvSpPr>
        <p:spPr>
          <a:xfrm>
            <a:off x="595234" y="1467813"/>
            <a:ext cx="3407385" cy="1888067"/>
          </a:xfrm>
        </p:spPr>
        <p:txBody>
          <a:bodyPr rtlCol="0">
            <a:normAutofit/>
          </a:bodyPr>
          <a:lstStyle/>
          <a:p>
            <a:pPr lvl="0"/>
            <a:endParaRPr lang="en-US" noProof="0"/>
          </a:p>
        </p:txBody>
      </p:sp>
      <p:sp>
        <p:nvSpPr>
          <p:cNvPr id="13" name="Text Placeholder 13"/>
          <p:cNvSpPr>
            <a:spLocks noGrp="1"/>
          </p:cNvSpPr>
          <p:nvPr>
            <p:ph type="body" sz="quarter" idx="15"/>
          </p:nvPr>
        </p:nvSpPr>
        <p:spPr>
          <a:xfrm>
            <a:off x="4379642" y="3959323"/>
            <a:ext cx="3407639" cy="1541447"/>
          </a:xfrm>
        </p:spPr>
        <p:txBody>
          <a:bodyPr/>
          <a:lstStyle>
            <a:lvl1pPr marL="0" indent="0">
              <a:buNone/>
              <a:defRPr/>
            </a:lvl1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3"/>
          <p:cNvSpPr>
            <a:spLocks noGrp="1"/>
          </p:cNvSpPr>
          <p:nvPr>
            <p:ph type="body" sz="half" idx="16"/>
          </p:nvPr>
        </p:nvSpPr>
        <p:spPr>
          <a:xfrm>
            <a:off x="4384198" y="3413737"/>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8" name="Picture Placeholder 4"/>
          <p:cNvSpPr>
            <a:spLocks noGrp="1"/>
          </p:cNvSpPr>
          <p:nvPr>
            <p:ph type="pic" sz="quarter" idx="17"/>
          </p:nvPr>
        </p:nvSpPr>
        <p:spPr>
          <a:xfrm>
            <a:off x="4380090" y="1465761"/>
            <a:ext cx="3407385" cy="1888067"/>
          </a:xfrm>
        </p:spPr>
        <p:txBody>
          <a:bodyPr rtlCol="0">
            <a:normAutofit/>
          </a:bodyPr>
          <a:lstStyle/>
          <a:p>
            <a:pPr lvl="0"/>
            <a:endParaRPr lang="en-US" noProof="0"/>
          </a:p>
        </p:txBody>
      </p:sp>
      <p:sp>
        <p:nvSpPr>
          <p:cNvPr id="20" name="Text Placeholder 13"/>
          <p:cNvSpPr>
            <a:spLocks noGrp="1"/>
          </p:cNvSpPr>
          <p:nvPr>
            <p:ph type="body" sz="quarter" idx="18"/>
          </p:nvPr>
        </p:nvSpPr>
        <p:spPr>
          <a:xfrm>
            <a:off x="8185026" y="3957271"/>
            <a:ext cx="3407639" cy="1541447"/>
          </a:xfrm>
        </p:spPr>
        <p:txBody>
          <a:bodyPr/>
          <a:lstStyle>
            <a:lvl1pPr marL="0" indent="0">
              <a:buNone/>
              <a:defRPr/>
            </a:lvl1pPr>
            <a:lvl2pPr marL="609515" indent="0">
              <a:buNone/>
              <a:defRPr/>
            </a:lvl2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1" name="Text Placeholder 3"/>
          <p:cNvSpPr>
            <a:spLocks noGrp="1"/>
          </p:cNvSpPr>
          <p:nvPr>
            <p:ph type="body" sz="half" idx="19"/>
          </p:nvPr>
        </p:nvSpPr>
        <p:spPr>
          <a:xfrm>
            <a:off x="8189579" y="3411685"/>
            <a:ext cx="3403084" cy="40191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0"/>
          </p:nvPr>
        </p:nvSpPr>
        <p:spPr>
          <a:xfrm>
            <a:off x="8185473" y="1463709"/>
            <a:ext cx="3407385" cy="1888067"/>
          </a:xfrm>
        </p:spPr>
        <p:txBody>
          <a:bodyPr rtlCol="0">
            <a:normAutofit/>
          </a:bodyPr>
          <a:lstStyle/>
          <a:p>
            <a:pPr lvl="0"/>
            <a:endParaRPr lang="en-US" noProof="0"/>
          </a:p>
        </p:txBody>
      </p:sp>
      <p:sp>
        <p:nvSpPr>
          <p:cNvPr id="19" name="Slide Number Placeholder 2"/>
          <p:cNvSpPr>
            <a:spLocks noGrp="1"/>
          </p:cNvSpPr>
          <p:nvPr>
            <p:ph type="sldNum" sz="quarter" idx="21"/>
          </p:nvPr>
        </p:nvSpPr>
        <p:spPr>
          <a:xfrm>
            <a:off x="10914063" y="6113463"/>
            <a:ext cx="503237" cy="365125"/>
          </a:xfrm>
          <a:prstGeom prst="rect">
            <a:avLst/>
          </a:prstGeom>
        </p:spPr>
        <p:txBody>
          <a:bodyPr/>
          <a:lstStyle>
            <a:lvl1pPr eaLnBrk="0" hangingPunct="0">
              <a:defRPr>
                <a:cs typeface="+mn-cs"/>
              </a:defRPr>
            </a:lvl1pPr>
          </a:lstStyle>
          <a:p>
            <a:pPr>
              <a:defRPr/>
            </a:pPr>
            <a:fld id="{B3F593F2-C34E-466D-A9D6-C1F97FB1917F}"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itle &amp; 4 colum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3" name="Text Placeholder 13"/>
          <p:cNvSpPr>
            <a:spLocks noGrp="1"/>
          </p:cNvSpPr>
          <p:nvPr>
            <p:ph type="body" sz="quarter" idx="12"/>
          </p:nvPr>
        </p:nvSpPr>
        <p:spPr>
          <a:xfrm>
            <a:off x="3443007"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7" name="Text Placeholder 13"/>
          <p:cNvSpPr>
            <a:spLocks noGrp="1"/>
          </p:cNvSpPr>
          <p:nvPr>
            <p:ph type="body" sz="quarter" idx="13"/>
          </p:nvPr>
        </p:nvSpPr>
        <p:spPr>
          <a:xfrm>
            <a:off x="6291229"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8" name="Text Placeholder 13"/>
          <p:cNvSpPr>
            <a:spLocks noGrp="1"/>
          </p:cNvSpPr>
          <p:nvPr>
            <p:ph type="body" sz="quarter" idx="14"/>
          </p:nvPr>
        </p:nvSpPr>
        <p:spPr>
          <a:xfrm>
            <a:off x="9139451" y="1506553"/>
            <a:ext cx="2473740" cy="3930587"/>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7" name="Slide Number Placeholder 2"/>
          <p:cNvSpPr>
            <a:spLocks noGrp="1"/>
          </p:cNvSpPr>
          <p:nvPr>
            <p:ph type="sldNum" sz="quarter" idx="15"/>
          </p:nvPr>
        </p:nvSpPr>
        <p:spPr>
          <a:xfrm>
            <a:off x="10914063" y="6113463"/>
            <a:ext cx="503237" cy="365125"/>
          </a:xfrm>
          <a:prstGeom prst="rect">
            <a:avLst/>
          </a:prstGeom>
        </p:spPr>
        <p:txBody>
          <a:bodyPr/>
          <a:lstStyle>
            <a:lvl1pPr eaLnBrk="0" hangingPunct="0">
              <a:defRPr>
                <a:cs typeface="+mn-cs"/>
              </a:defRPr>
            </a:lvl1pPr>
          </a:lstStyle>
          <a:p>
            <a:pPr>
              <a:defRPr/>
            </a:pPr>
            <a:fld id="{B921963A-AF15-4E5D-ABF4-C0A1D66F7763}"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itle &amp; 4 column with photo">
    <p:spTree>
      <p:nvGrpSpPr>
        <p:cNvPr id="1" name=""/>
        <p:cNvGrpSpPr/>
        <p:nvPr/>
      </p:nvGrpSpPr>
      <p:grpSpPr>
        <a:xfrm>
          <a:off x="0" y="0"/>
          <a:ext cx="0" cy="0"/>
          <a:chOff x="0" y="0"/>
          <a:chExt cx="0" cy="0"/>
        </a:xfrm>
      </p:grpSpPr>
      <p:cxnSp>
        <p:nvCxnSpPr>
          <p:cNvPr id="17"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8"/>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22"/>
          <p:cNvCxnSpPr/>
          <p:nvPr userDrawn="1"/>
        </p:nvCxnSpPr>
        <p:spPr>
          <a:xfrm>
            <a:off x="6278563" y="4081463"/>
            <a:ext cx="2484437"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6"/>
          <p:cNvCxnSpPr/>
          <p:nvPr userDrawn="1"/>
        </p:nvCxnSpPr>
        <p:spPr>
          <a:xfrm>
            <a:off x="913130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9" name="Picture Placeholder 4"/>
          <p:cNvSpPr>
            <a:spLocks noGrp="1"/>
          </p:cNvSpPr>
          <p:nvPr>
            <p:ph type="pic" sz="quarter" idx="15"/>
          </p:nvPr>
        </p:nvSpPr>
        <p:spPr>
          <a:xfrm>
            <a:off x="595234" y="1467813"/>
            <a:ext cx="2473293" cy="1888067"/>
          </a:xfrm>
        </p:spPr>
        <p:txBody>
          <a:bodyPr rtlCol="0">
            <a:normAutofit/>
          </a:bodyPr>
          <a:lstStyle/>
          <a:p>
            <a:pPr lvl="0"/>
            <a:endParaRPr lang="en-US" noProof="0"/>
          </a:p>
        </p:txBody>
      </p:sp>
      <p:sp>
        <p:nvSpPr>
          <p:cNvPr id="12" name="Text Placeholder 13"/>
          <p:cNvSpPr>
            <a:spLocks noGrp="1"/>
          </p:cNvSpPr>
          <p:nvPr>
            <p:ph type="body" sz="quarter" idx="16"/>
          </p:nvPr>
        </p:nvSpPr>
        <p:spPr>
          <a:xfrm>
            <a:off x="3445743"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15" name="Text Placeholder 3"/>
          <p:cNvSpPr>
            <a:spLocks noGrp="1"/>
          </p:cNvSpPr>
          <p:nvPr>
            <p:ph type="body" sz="half" idx="17"/>
          </p:nvPr>
        </p:nvSpPr>
        <p:spPr>
          <a:xfrm>
            <a:off x="3450299"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16" name="Picture Placeholder 4"/>
          <p:cNvSpPr>
            <a:spLocks noGrp="1"/>
          </p:cNvSpPr>
          <p:nvPr>
            <p:ph type="pic" sz="quarter" idx="18"/>
          </p:nvPr>
        </p:nvSpPr>
        <p:spPr>
          <a:xfrm>
            <a:off x="3446192" y="1465761"/>
            <a:ext cx="2473293" cy="1888067"/>
          </a:xfrm>
        </p:spPr>
        <p:txBody>
          <a:bodyPr rtlCol="0">
            <a:normAutofit/>
          </a:bodyPr>
          <a:lstStyle/>
          <a:p>
            <a:pPr lvl="0"/>
            <a:endParaRPr lang="en-US" noProof="0"/>
          </a:p>
        </p:txBody>
      </p:sp>
      <p:sp>
        <p:nvSpPr>
          <p:cNvPr id="20" name="Text Placeholder 13"/>
          <p:cNvSpPr>
            <a:spLocks noGrp="1"/>
          </p:cNvSpPr>
          <p:nvPr>
            <p:ph type="body" sz="quarter" idx="19"/>
          </p:nvPr>
        </p:nvSpPr>
        <p:spPr>
          <a:xfrm>
            <a:off x="628849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1" name="Text Placeholder 3"/>
          <p:cNvSpPr>
            <a:spLocks noGrp="1"/>
          </p:cNvSpPr>
          <p:nvPr>
            <p:ph type="body" sz="half" idx="20"/>
          </p:nvPr>
        </p:nvSpPr>
        <p:spPr>
          <a:xfrm>
            <a:off x="629304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2" name="Picture Placeholder 4"/>
          <p:cNvSpPr>
            <a:spLocks noGrp="1"/>
          </p:cNvSpPr>
          <p:nvPr>
            <p:ph type="pic" sz="quarter" idx="21"/>
          </p:nvPr>
        </p:nvSpPr>
        <p:spPr>
          <a:xfrm>
            <a:off x="6288940" y="1465761"/>
            <a:ext cx="2473293" cy="1888067"/>
          </a:xfrm>
        </p:spPr>
        <p:txBody>
          <a:bodyPr rtlCol="0">
            <a:normAutofit/>
          </a:bodyPr>
          <a:lstStyle/>
          <a:p>
            <a:pPr lvl="0"/>
            <a:endParaRPr lang="en-US" noProof="0"/>
          </a:p>
        </p:txBody>
      </p:sp>
      <p:sp>
        <p:nvSpPr>
          <p:cNvPr id="24" name="Text Placeholder 13"/>
          <p:cNvSpPr>
            <a:spLocks noGrp="1"/>
          </p:cNvSpPr>
          <p:nvPr>
            <p:ph type="body" sz="quarter" idx="22"/>
          </p:nvPr>
        </p:nvSpPr>
        <p:spPr>
          <a:xfrm>
            <a:off x="9141501"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a:p>
            <a:pPr lvl="1"/>
            <a:r>
              <a:rPr lang="ru-RU" dirty="0" err="1" smtClean="0"/>
              <a:t>Second</a:t>
            </a:r>
            <a:r>
              <a:rPr lang="ru-RU" dirty="0" smtClean="0"/>
              <a:t> </a:t>
            </a:r>
            <a:r>
              <a:rPr lang="ru-RU" dirty="0" err="1" smtClean="0"/>
              <a:t>level</a:t>
            </a:r>
            <a:endParaRPr lang="ru-RU" dirty="0" smtClean="0"/>
          </a:p>
        </p:txBody>
      </p:sp>
      <p:sp>
        <p:nvSpPr>
          <p:cNvPr id="25" name="Text Placeholder 3"/>
          <p:cNvSpPr>
            <a:spLocks noGrp="1"/>
          </p:cNvSpPr>
          <p:nvPr>
            <p:ph type="body" sz="half" idx="23"/>
          </p:nvPr>
        </p:nvSpPr>
        <p:spPr>
          <a:xfrm>
            <a:off x="9146056"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26" name="Picture Placeholder 4"/>
          <p:cNvSpPr>
            <a:spLocks noGrp="1"/>
          </p:cNvSpPr>
          <p:nvPr>
            <p:ph type="pic" sz="quarter" idx="24"/>
          </p:nvPr>
        </p:nvSpPr>
        <p:spPr>
          <a:xfrm>
            <a:off x="9141950" y="1465761"/>
            <a:ext cx="2473293" cy="1888067"/>
          </a:xfrm>
        </p:spPr>
        <p:txBody>
          <a:bodyPr rtlCol="0">
            <a:normAutofit/>
          </a:bodyPr>
          <a:lstStyle/>
          <a:p>
            <a:pPr lvl="0"/>
            <a:endParaRPr lang="en-US" noProof="0"/>
          </a:p>
        </p:txBody>
      </p:sp>
      <p:sp>
        <p:nvSpPr>
          <p:cNvPr id="27" name="Slide Number Placeholder 2"/>
          <p:cNvSpPr>
            <a:spLocks noGrp="1"/>
          </p:cNvSpPr>
          <p:nvPr>
            <p:ph type="sldNum" sz="quarter" idx="25"/>
          </p:nvPr>
        </p:nvSpPr>
        <p:spPr>
          <a:xfrm>
            <a:off x="10914063" y="6113463"/>
            <a:ext cx="503237" cy="365125"/>
          </a:xfrm>
          <a:prstGeom prst="rect">
            <a:avLst/>
          </a:prstGeom>
        </p:spPr>
        <p:txBody>
          <a:bodyPr/>
          <a:lstStyle>
            <a:lvl1pPr eaLnBrk="0" hangingPunct="0">
              <a:defRPr>
                <a:cs typeface="+mn-cs"/>
              </a:defRPr>
            </a:lvl1pPr>
          </a:lstStyle>
          <a:p>
            <a:pPr>
              <a:defRPr/>
            </a:pPr>
            <a:fld id="{9255A178-42E7-443C-9267-447772213604}"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itle &amp; 4 column with chart">
    <p:spTree>
      <p:nvGrpSpPr>
        <p:cNvPr id="1" name=""/>
        <p:cNvGrpSpPr/>
        <p:nvPr/>
      </p:nvGrpSpPr>
      <p:grpSpPr>
        <a:xfrm>
          <a:off x="0" y="0"/>
          <a:ext cx="0" cy="0"/>
          <a:chOff x="0" y="0"/>
          <a:chExt cx="0" cy="0"/>
        </a:xfrm>
      </p:grpSpPr>
      <p:cxnSp>
        <p:nvCxnSpPr>
          <p:cNvPr id="15" name="Straight Connector 9"/>
          <p:cNvCxnSpPr/>
          <p:nvPr userDrawn="1"/>
        </p:nvCxnSpPr>
        <p:spPr>
          <a:xfrm>
            <a:off x="584200" y="4084638"/>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29"/>
          <p:cNvCxnSpPr/>
          <p:nvPr userDrawn="1"/>
        </p:nvCxnSpPr>
        <p:spPr>
          <a:xfrm>
            <a:off x="3435350" y="408146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33"/>
          <p:cNvCxnSpPr/>
          <p:nvPr userDrawn="1"/>
        </p:nvCxnSpPr>
        <p:spPr>
          <a:xfrm>
            <a:off x="6276975" y="4079875"/>
            <a:ext cx="2482850"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37"/>
          <p:cNvCxnSpPr/>
          <p:nvPr userDrawn="1"/>
        </p:nvCxnSpPr>
        <p:spPr>
          <a:xfrm>
            <a:off x="9137650" y="4087813"/>
            <a:ext cx="2484438"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166627"/>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8" name="Text Placeholder 3"/>
          <p:cNvSpPr>
            <a:spLocks noGrp="1"/>
          </p:cNvSpPr>
          <p:nvPr>
            <p:ph type="body" sz="half" idx="2"/>
          </p:nvPr>
        </p:nvSpPr>
        <p:spPr>
          <a:xfrm>
            <a:off x="599341" y="3446577"/>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5" name="Chart Placeholder 4"/>
          <p:cNvSpPr>
            <a:spLocks noGrp="1"/>
          </p:cNvSpPr>
          <p:nvPr>
            <p:ph type="chart" sz="quarter" idx="25"/>
          </p:nvPr>
        </p:nvSpPr>
        <p:spPr>
          <a:xfrm>
            <a:off x="595234" y="1466725"/>
            <a:ext cx="2473293" cy="1909681"/>
          </a:xfrm>
        </p:spPr>
        <p:txBody>
          <a:bodyPr rtlCol="0">
            <a:normAutofit/>
          </a:bodyPr>
          <a:lstStyle/>
          <a:p>
            <a:pPr lvl="0"/>
            <a:endParaRPr lang="en-US" noProof="0"/>
          </a:p>
        </p:txBody>
      </p:sp>
      <p:sp>
        <p:nvSpPr>
          <p:cNvPr id="28" name="Text Placeholder 13"/>
          <p:cNvSpPr>
            <a:spLocks noGrp="1"/>
          </p:cNvSpPr>
          <p:nvPr>
            <p:ph type="body" sz="quarter" idx="26"/>
          </p:nvPr>
        </p:nvSpPr>
        <p:spPr>
          <a:xfrm>
            <a:off x="3445742" y="4164575"/>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29" name="Text Placeholder 3"/>
          <p:cNvSpPr>
            <a:spLocks noGrp="1"/>
          </p:cNvSpPr>
          <p:nvPr>
            <p:ph type="body" sz="half" idx="27"/>
          </p:nvPr>
        </p:nvSpPr>
        <p:spPr>
          <a:xfrm>
            <a:off x="3450297" y="3444525"/>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1" name="Chart Placeholder 4"/>
          <p:cNvSpPr>
            <a:spLocks noGrp="1"/>
          </p:cNvSpPr>
          <p:nvPr>
            <p:ph type="chart" sz="quarter" idx="28"/>
          </p:nvPr>
        </p:nvSpPr>
        <p:spPr>
          <a:xfrm>
            <a:off x="3446190" y="1464673"/>
            <a:ext cx="2473293" cy="1909681"/>
          </a:xfrm>
        </p:spPr>
        <p:txBody>
          <a:bodyPr rtlCol="0">
            <a:normAutofit/>
          </a:bodyPr>
          <a:lstStyle/>
          <a:p>
            <a:pPr lvl="0"/>
            <a:endParaRPr lang="en-US" noProof="0"/>
          </a:p>
        </p:txBody>
      </p:sp>
      <p:sp>
        <p:nvSpPr>
          <p:cNvPr id="32" name="Text Placeholder 13"/>
          <p:cNvSpPr>
            <a:spLocks noGrp="1"/>
          </p:cNvSpPr>
          <p:nvPr>
            <p:ph type="body" sz="quarter" idx="29"/>
          </p:nvPr>
        </p:nvSpPr>
        <p:spPr>
          <a:xfrm>
            <a:off x="6286439" y="416252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3" name="Text Placeholder 3"/>
          <p:cNvSpPr>
            <a:spLocks noGrp="1"/>
          </p:cNvSpPr>
          <p:nvPr>
            <p:ph type="body" sz="half" idx="30"/>
          </p:nvPr>
        </p:nvSpPr>
        <p:spPr>
          <a:xfrm>
            <a:off x="6290993" y="344247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5" name="Chart Placeholder 4"/>
          <p:cNvSpPr>
            <a:spLocks noGrp="1"/>
          </p:cNvSpPr>
          <p:nvPr>
            <p:ph type="chart" sz="quarter" idx="31"/>
          </p:nvPr>
        </p:nvSpPr>
        <p:spPr>
          <a:xfrm>
            <a:off x="6286884" y="1462621"/>
            <a:ext cx="2473293" cy="1909681"/>
          </a:xfrm>
        </p:spPr>
        <p:txBody>
          <a:bodyPr rtlCol="0">
            <a:normAutofit/>
          </a:bodyPr>
          <a:lstStyle/>
          <a:p>
            <a:pPr lvl="0"/>
            <a:endParaRPr lang="en-US" noProof="0"/>
          </a:p>
        </p:txBody>
      </p:sp>
      <p:sp>
        <p:nvSpPr>
          <p:cNvPr id="36" name="Text Placeholder 13"/>
          <p:cNvSpPr>
            <a:spLocks noGrp="1"/>
          </p:cNvSpPr>
          <p:nvPr>
            <p:ph type="body" sz="quarter" idx="32"/>
          </p:nvPr>
        </p:nvSpPr>
        <p:spPr>
          <a:xfrm>
            <a:off x="9147658" y="4170733"/>
            <a:ext cx="2473740" cy="1270512"/>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37" name="Text Placeholder 3"/>
          <p:cNvSpPr>
            <a:spLocks noGrp="1"/>
          </p:cNvSpPr>
          <p:nvPr>
            <p:ph type="body" sz="half" idx="33"/>
          </p:nvPr>
        </p:nvSpPr>
        <p:spPr>
          <a:xfrm>
            <a:off x="9152213" y="3450683"/>
            <a:ext cx="2469184" cy="637631"/>
          </a:xfrm>
        </p:spPr>
        <p:txBody>
          <a:bodyPr/>
          <a:lstStyle>
            <a:lvl1pPr marL="0" indent="0">
              <a:buNone/>
              <a:defRPr sz="1600">
                <a:solidFill>
                  <a:srgbClr val="070707"/>
                </a:solidFill>
              </a:defRPr>
            </a:lvl1pPr>
            <a:lvl2pPr marL="609515" indent="0">
              <a:buNone/>
              <a:defRPr sz="1600"/>
            </a:lvl2pPr>
            <a:lvl3pPr marL="1219031" indent="0">
              <a:buNone/>
              <a:defRPr sz="1333"/>
            </a:lvl3pPr>
            <a:lvl4pPr marL="1828546" indent="0">
              <a:buNone/>
              <a:defRPr sz="1200"/>
            </a:lvl4pPr>
            <a:lvl5pPr marL="2438062" indent="0">
              <a:buNone/>
              <a:defRPr sz="1200"/>
            </a:lvl5pPr>
            <a:lvl6pPr marL="3047577" indent="0">
              <a:buNone/>
              <a:defRPr sz="1200"/>
            </a:lvl6pPr>
            <a:lvl7pPr marL="3657093" indent="0">
              <a:buNone/>
              <a:defRPr sz="1200"/>
            </a:lvl7pPr>
            <a:lvl8pPr marL="4266608" indent="0">
              <a:buNone/>
              <a:defRPr sz="1200"/>
            </a:lvl8pPr>
            <a:lvl9pPr marL="4876123" indent="0">
              <a:buNone/>
              <a:defRPr sz="1200"/>
            </a:lvl9pPr>
          </a:lstStyle>
          <a:p>
            <a:pPr lvl="0"/>
            <a:r>
              <a:rPr lang="en-US" dirty="0" smtClean="0"/>
              <a:t>Click to edit Master text styles</a:t>
            </a:r>
          </a:p>
        </p:txBody>
      </p:sp>
      <p:sp>
        <p:nvSpPr>
          <p:cNvPr id="39" name="Chart Placeholder 4"/>
          <p:cNvSpPr>
            <a:spLocks noGrp="1"/>
          </p:cNvSpPr>
          <p:nvPr>
            <p:ph type="chart" sz="quarter" idx="34"/>
          </p:nvPr>
        </p:nvSpPr>
        <p:spPr>
          <a:xfrm>
            <a:off x="9148104" y="1470832"/>
            <a:ext cx="2473293" cy="1909681"/>
          </a:xfrm>
        </p:spPr>
        <p:txBody>
          <a:bodyPr rtlCol="0">
            <a:normAutofit/>
          </a:bodyPr>
          <a:lstStyle/>
          <a:p>
            <a:pPr lvl="0"/>
            <a:endParaRPr lang="en-US" noProof="0"/>
          </a:p>
        </p:txBody>
      </p:sp>
      <p:sp>
        <p:nvSpPr>
          <p:cNvPr id="19" name="Slide Number Placeholder 2"/>
          <p:cNvSpPr>
            <a:spLocks noGrp="1"/>
          </p:cNvSpPr>
          <p:nvPr>
            <p:ph type="sldNum" sz="quarter" idx="35"/>
          </p:nvPr>
        </p:nvSpPr>
        <p:spPr>
          <a:xfrm>
            <a:off x="10914063" y="6113463"/>
            <a:ext cx="503237" cy="365125"/>
          </a:xfrm>
          <a:prstGeom prst="rect">
            <a:avLst/>
          </a:prstGeom>
        </p:spPr>
        <p:txBody>
          <a:bodyPr/>
          <a:lstStyle>
            <a:lvl1pPr eaLnBrk="0" hangingPunct="0">
              <a:defRPr>
                <a:cs typeface="+mn-cs"/>
              </a:defRPr>
            </a:lvl1pPr>
          </a:lstStyle>
          <a:p>
            <a:pPr>
              <a:defRPr/>
            </a:pPr>
            <a:fld id="{AF993A7B-D6AD-492F-8C70-2EAAF28FF838}"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Title, text, full photo">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6" name="Picture Placeholder 5"/>
          <p:cNvSpPr>
            <a:spLocks noGrp="1"/>
          </p:cNvSpPr>
          <p:nvPr>
            <p:ph type="pic" sz="quarter" idx="12"/>
          </p:nvPr>
        </p:nvSpPr>
        <p:spPr>
          <a:xfrm>
            <a:off x="0" y="2"/>
            <a:ext cx="12192000" cy="3232727"/>
          </a:xfrm>
        </p:spPr>
        <p:txBody>
          <a:bodyPr rtlCol="0">
            <a:normAutofit/>
          </a:bodyPr>
          <a:lstStyle/>
          <a:p>
            <a:pPr lvl="0"/>
            <a:endParaRPr lang="en-US" noProof="0"/>
          </a:p>
        </p:txBody>
      </p:sp>
      <p:sp>
        <p:nvSpPr>
          <p:cNvPr id="5" name="Slide Number Placeholder 2"/>
          <p:cNvSpPr>
            <a:spLocks noGrp="1"/>
          </p:cNvSpPr>
          <p:nvPr>
            <p:ph type="sldNum" sz="quarter" idx="13"/>
          </p:nvPr>
        </p:nvSpPr>
        <p:spPr>
          <a:xfrm>
            <a:off x="10914063" y="6113463"/>
            <a:ext cx="503237" cy="365125"/>
          </a:xfrm>
          <a:prstGeom prst="rect">
            <a:avLst/>
          </a:prstGeom>
        </p:spPr>
        <p:txBody>
          <a:bodyPr/>
          <a:lstStyle>
            <a:lvl1pPr eaLnBrk="0" hangingPunct="0">
              <a:defRPr>
                <a:cs typeface="+mn-cs"/>
              </a:defRPr>
            </a:lvl1pPr>
          </a:lstStyle>
          <a:p>
            <a:pPr>
              <a:defRPr/>
            </a:pPr>
            <a:fld id="{C7A88804-B064-4253-9830-BA3E09A43A7E}"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Gallery (4 photo) &amp; text">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6" y="4310303"/>
            <a:ext cx="11094345"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8" name="Slide Number Placeholder 2"/>
          <p:cNvSpPr>
            <a:spLocks noGrp="1"/>
          </p:cNvSpPr>
          <p:nvPr>
            <p:ph type="sldNum" sz="quarter" idx="16"/>
          </p:nvPr>
        </p:nvSpPr>
        <p:spPr>
          <a:xfrm>
            <a:off x="10914063" y="6113463"/>
            <a:ext cx="503237" cy="365125"/>
          </a:xfrm>
          <a:prstGeom prst="rect">
            <a:avLst/>
          </a:prstGeom>
        </p:spPr>
        <p:txBody>
          <a:bodyPr/>
          <a:lstStyle>
            <a:lvl1pPr eaLnBrk="0" hangingPunct="0">
              <a:defRPr>
                <a:cs typeface="+mn-cs"/>
              </a:defRPr>
            </a:lvl1pPr>
          </a:lstStyle>
          <a:p>
            <a:pPr>
              <a:defRPr/>
            </a:pPr>
            <a:fld id="{76582A8C-76B4-456F-80A5-259600522174}"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Gallery (4 photo) &amp; text 2 column">
    <p:spTree>
      <p:nvGrpSpPr>
        <p:cNvPr id="1" name=""/>
        <p:cNvGrpSpPr/>
        <p:nvPr/>
      </p:nvGrpSpPr>
      <p:grpSpPr>
        <a:xfrm>
          <a:off x="0" y="0"/>
          <a:ext cx="0" cy="0"/>
          <a:chOff x="0" y="0"/>
          <a:chExt cx="0" cy="0"/>
        </a:xfrm>
      </p:grpSpPr>
      <p:sp>
        <p:nvSpPr>
          <p:cNvPr id="2" name="Title 1"/>
          <p:cNvSpPr>
            <a:spLocks noGrp="1"/>
          </p:cNvSpPr>
          <p:nvPr>
            <p:ph type="title"/>
          </p:nvPr>
        </p:nvSpPr>
        <p:spPr>
          <a:xfrm>
            <a:off x="609601" y="3684284"/>
            <a:ext cx="11079531" cy="563389"/>
          </a:xfrm>
        </p:spPr>
        <p:txBody>
          <a:bodyPr/>
          <a:lstStyle/>
          <a:p>
            <a:r>
              <a:rPr lang="en-US" smtClean="0"/>
              <a:t>Click to edit Master title style</a:t>
            </a:r>
            <a:endParaRPr lang="en-US"/>
          </a:p>
        </p:txBody>
      </p:sp>
      <p:sp>
        <p:nvSpPr>
          <p:cNvPr id="14" name="Text Placeholder 13"/>
          <p:cNvSpPr>
            <a:spLocks noGrp="1"/>
          </p:cNvSpPr>
          <p:nvPr>
            <p:ph type="body" sz="quarter" idx="11"/>
          </p:nvPr>
        </p:nvSpPr>
        <p:spPr>
          <a:xfrm>
            <a:off x="594787" y="4310303"/>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2"/>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2"/>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2"/>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2"/>
            <a:ext cx="3048000" cy="3181351"/>
          </a:xfrm>
        </p:spPr>
        <p:txBody>
          <a:bodyPr rtlCol="0">
            <a:normAutofit/>
          </a:bodyPr>
          <a:lstStyle/>
          <a:p>
            <a:pPr lvl="0"/>
            <a:endParaRPr lang="en-US" noProof="0"/>
          </a:p>
        </p:txBody>
      </p:sp>
      <p:sp>
        <p:nvSpPr>
          <p:cNvPr id="17" name="Text Placeholder 13"/>
          <p:cNvSpPr>
            <a:spLocks noGrp="1"/>
          </p:cNvSpPr>
          <p:nvPr>
            <p:ph type="body" sz="quarter" idx="16"/>
          </p:nvPr>
        </p:nvSpPr>
        <p:spPr>
          <a:xfrm>
            <a:off x="6301319" y="4306539"/>
            <a:ext cx="5379752" cy="1126836"/>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9" name="Slide Number Placeholder 2"/>
          <p:cNvSpPr>
            <a:spLocks noGrp="1"/>
          </p:cNvSpPr>
          <p:nvPr>
            <p:ph type="sldNum" sz="quarter" idx="17"/>
          </p:nvPr>
        </p:nvSpPr>
        <p:spPr>
          <a:xfrm>
            <a:off x="10914063" y="6113463"/>
            <a:ext cx="503237" cy="365125"/>
          </a:xfrm>
          <a:prstGeom prst="rect">
            <a:avLst/>
          </a:prstGeom>
        </p:spPr>
        <p:txBody>
          <a:bodyPr/>
          <a:lstStyle>
            <a:lvl1pPr eaLnBrk="0" hangingPunct="0">
              <a:defRPr>
                <a:cs typeface="+mn-cs"/>
              </a:defRPr>
            </a:lvl1pPr>
          </a:lstStyle>
          <a:p>
            <a:pPr>
              <a:defRPr/>
            </a:pPr>
            <a:fld id="{5EF9B758-1435-41A7-BB6E-4FA2AFF45BC9}" type="slidenum">
              <a:rPr lang="en-US"/>
              <a:pPr>
                <a:defRPr/>
              </a:pPr>
              <a:t>‹#›</a:t>
            </a:fld>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Gallery footer (4 photo) &amp; text">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a:xfrm>
            <a:off x="594786" y="1318749"/>
            <a:ext cx="11094345" cy="2049105"/>
          </a:xfrm>
        </p:spPr>
        <p:txBody>
          <a:bodyPr/>
          <a:lstStyle>
            <a:lvl1pPr marL="0" indent="0">
              <a:buNone/>
              <a:defRPr/>
            </a:lvl1pPr>
            <a:lvl5pPr marL="2438062" indent="0">
              <a:buNone/>
              <a:defRPr/>
            </a:lvl5pPr>
          </a:lstStyle>
          <a:p>
            <a:pPr lvl="0"/>
            <a:r>
              <a:rPr lang="ru-RU" dirty="0" err="1" smtClean="0"/>
              <a:t>Click</a:t>
            </a:r>
            <a:r>
              <a:rPr lang="ru-RU" dirty="0" smtClean="0"/>
              <a:t> </a:t>
            </a:r>
            <a:r>
              <a:rPr lang="ru-RU" dirty="0" err="1" smtClean="0"/>
              <a:t>to</a:t>
            </a:r>
            <a:r>
              <a:rPr lang="ru-RU" dirty="0" smtClean="0"/>
              <a:t> </a:t>
            </a:r>
            <a:r>
              <a:rPr lang="ru-RU" dirty="0" err="1" smtClean="0"/>
              <a:t>edit</a:t>
            </a:r>
            <a:r>
              <a:rPr lang="ru-RU" dirty="0" smtClean="0"/>
              <a:t> </a:t>
            </a:r>
            <a:r>
              <a:rPr lang="ru-RU" dirty="0" err="1" smtClean="0"/>
              <a:t>Master</a:t>
            </a:r>
            <a:r>
              <a:rPr lang="ru-RU" dirty="0" smtClean="0"/>
              <a:t> </a:t>
            </a:r>
            <a:r>
              <a:rPr lang="ru-RU" dirty="0" err="1" smtClean="0"/>
              <a:t>text</a:t>
            </a:r>
            <a:r>
              <a:rPr lang="ru-RU" dirty="0" smtClean="0"/>
              <a:t> </a:t>
            </a:r>
            <a:r>
              <a:rPr lang="ru-RU" dirty="0" err="1" smtClean="0"/>
              <a:t>styles</a:t>
            </a:r>
            <a:endParaRPr lang="ru-RU" dirty="0" smtClean="0"/>
          </a:p>
        </p:txBody>
      </p:sp>
      <p:sp>
        <p:nvSpPr>
          <p:cNvPr id="11" name="Picture Placeholder 10"/>
          <p:cNvSpPr>
            <a:spLocks noGrp="1"/>
          </p:cNvSpPr>
          <p:nvPr>
            <p:ph type="pic" sz="quarter" idx="12"/>
          </p:nvPr>
        </p:nvSpPr>
        <p:spPr>
          <a:xfrm>
            <a:off x="0" y="3676651"/>
            <a:ext cx="3048000" cy="3181351"/>
          </a:xfrm>
        </p:spPr>
        <p:txBody>
          <a:bodyPr rtlCol="0">
            <a:normAutofit/>
          </a:bodyPr>
          <a:lstStyle/>
          <a:p>
            <a:pPr lvl="0"/>
            <a:endParaRPr lang="en-US" noProof="0"/>
          </a:p>
        </p:txBody>
      </p:sp>
      <p:sp>
        <p:nvSpPr>
          <p:cNvPr id="13" name="Picture Placeholder 10"/>
          <p:cNvSpPr>
            <a:spLocks noGrp="1"/>
          </p:cNvSpPr>
          <p:nvPr>
            <p:ph type="pic" sz="quarter" idx="13"/>
          </p:nvPr>
        </p:nvSpPr>
        <p:spPr>
          <a:xfrm>
            <a:off x="3056211" y="3676651"/>
            <a:ext cx="3048000" cy="3181351"/>
          </a:xfrm>
        </p:spPr>
        <p:txBody>
          <a:bodyPr rtlCol="0">
            <a:normAutofit/>
          </a:bodyPr>
          <a:lstStyle/>
          <a:p>
            <a:pPr lvl="0"/>
            <a:endParaRPr lang="en-US" noProof="0"/>
          </a:p>
        </p:txBody>
      </p:sp>
      <p:sp>
        <p:nvSpPr>
          <p:cNvPr id="15" name="Picture Placeholder 10"/>
          <p:cNvSpPr>
            <a:spLocks noGrp="1"/>
          </p:cNvSpPr>
          <p:nvPr>
            <p:ph type="pic" sz="quarter" idx="14"/>
          </p:nvPr>
        </p:nvSpPr>
        <p:spPr>
          <a:xfrm>
            <a:off x="6118577" y="3676651"/>
            <a:ext cx="3048000" cy="3181351"/>
          </a:xfrm>
        </p:spPr>
        <p:txBody>
          <a:bodyPr rtlCol="0">
            <a:normAutofit/>
          </a:bodyPr>
          <a:lstStyle/>
          <a:p>
            <a:pPr lvl="0"/>
            <a:endParaRPr lang="en-US" noProof="0"/>
          </a:p>
        </p:txBody>
      </p:sp>
      <p:sp>
        <p:nvSpPr>
          <p:cNvPr id="16" name="Picture Placeholder 10"/>
          <p:cNvSpPr>
            <a:spLocks noGrp="1"/>
          </p:cNvSpPr>
          <p:nvPr>
            <p:ph type="pic" sz="quarter" idx="15"/>
          </p:nvPr>
        </p:nvSpPr>
        <p:spPr>
          <a:xfrm>
            <a:off x="9174788" y="3676651"/>
            <a:ext cx="3048000" cy="3181351"/>
          </a:xfrm>
        </p:spPr>
        <p:txBody>
          <a:bodyPr rtlCol="0">
            <a:normAutofit/>
          </a:bodyPr>
          <a:lstStyle/>
          <a:p>
            <a:pPr lvl="0"/>
            <a:endParaRPr lang="en-US" noProof="0"/>
          </a:p>
        </p:txBody>
      </p:sp>
      <p:sp>
        <p:nvSpPr>
          <p:cNvPr id="9" name="Title 1"/>
          <p:cNvSpPr>
            <a:spLocks noGrp="1"/>
          </p:cNvSpPr>
          <p:nvPr>
            <p:ph type="title"/>
          </p:nvPr>
        </p:nvSpPr>
        <p:spPr>
          <a:xfrm>
            <a:off x="609600" y="564444"/>
            <a:ext cx="11083808" cy="563389"/>
          </a:xfrm>
        </p:spPr>
        <p:txBody>
          <a:bodyPr/>
          <a:lstStyle/>
          <a:p>
            <a:r>
              <a:rPr lang="en-US" smtClean="0"/>
              <a:t>Click to edit Master title style</a:t>
            </a:r>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Gallery full slide (8 photo)">
    <p:spTree>
      <p:nvGrpSpPr>
        <p:cNvPr id="1" name=""/>
        <p:cNvGrpSpPr/>
        <p:nvPr/>
      </p:nvGrpSpPr>
      <p:grpSpPr>
        <a:xfrm>
          <a:off x="0" y="0"/>
          <a:ext cx="0" cy="0"/>
          <a:chOff x="0" y="0"/>
          <a:chExt cx="0" cy="0"/>
        </a:xfrm>
      </p:grpSpPr>
      <p:sp>
        <p:nvSpPr>
          <p:cNvPr id="11" name="Picture Placeholder 10"/>
          <p:cNvSpPr>
            <a:spLocks noGrp="1"/>
          </p:cNvSpPr>
          <p:nvPr>
            <p:ph type="pic" sz="quarter" idx="12"/>
          </p:nvPr>
        </p:nvSpPr>
        <p:spPr>
          <a:xfrm>
            <a:off x="0" y="2"/>
            <a:ext cx="3048000" cy="3431823"/>
          </a:xfrm>
        </p:spPr>
        <p:txBody>
          <a:bodyPr rtlCol="0">
            <a:normAutofit/>
          </a:bodyPr>
          <a:lstStyle/>
          <a:p>
            <a:pPr lvl="0"/>
            <a:endParaRPr lang="en-US" noProof="0"/>
          </a:p>
        </p:txBody>
      </p:sp>
      <p:sp>
        <p:nvSpPr>
          <p:cNvPr id="19" name="Picture Placeholder 10"/>
          <p:cNvSpPr>
            <a:spLocks noGrp="1"/>
          </p:cNvSpPr>
          <p:nvPr>
            <p:ph type="pic" sz="quarter" idx="13"/>
          </p:nvPr>
        </p:nvSpPr>
        <p:spPr>
          <a:xfrm>
            <a:off x="3044236" y="2"/>
            <a:ext cx="3048000" cy="3431823"/>
          </a:xfrm>
        </p:spPr>
        <p:txBody>
          <a:bodyPr rtlCol="0">
            <a:normAutofit/>
          </a:bodyPr>
          <a:lstStyle/>
          <a:p>
            <a:pPr lvl="0"/>
            <a:endParaRPr lang="en-US" noProof="0"/>
          </a:p>
        </p:txBody>
      </p:sp>
      <p:sp>
        <p:nvSpPr>
          <p:cNvPr id="20" name="Picture Placeholder 10"/>
          <p:cNvSpPr>
            <a:spLocks noGrp="1"/>
          </p:cNvSpPr>
          <p:nvPr>
            <p:ph type="pic" sz="quarter" idx="14"/>
          </p:nvPr>
        </p:nvSpPr>
        <p:spPr>
          <a:xfrm>
            <a:off x="6099764" y="2"/>
            <a:ext cx="3048000" cy="3431823"/>
          </a:xfrm>
        </p:spPr>
        <p:txBody>
          <a:bodyPr rtlCol="0">
            <a:normAutofit/>
          </a:bodyPr>
          <a:lstStyle/>
          <a:p>
            <a:pPr lvl="0"/>
            <a:endParaRPr lang="en-US" noProof="0"/>
          </a:p>
        </p:txBody>
      </p:sp>
      <p:sp>
        <p:nvSpPr>
          <p:cNvPr id="21" name="Picture Placeholder 10"/>
          <p:cNvSpPr>
            <a:spLocks noGrp="1"/>
          </p:cNvSpPr>
          <p:nvPr>
            <p:ph type="pic" sz="quarter" idx="15"/>
          </p:nvPr>
        </p:nvSpPr>
        <p:spPr>
          <a:xfrm>
            <a:off x="9144000" y="2"/>
            <a:ext cx="3048000" cy="3431823"/>
          </a:xfrm>
        </p:spPr>
        <p:txBody>
          <a:bodyPr rtlCol="0">
            <a:normAutofit/>
          </a:bodyPr>
          <a:lstStyle/>
          <a:p>
            <a:pPr lvl="0"/>
            <a:endParaRPr lang="en-US" noProof="0"/>
          </a:p>
        </p:txBody>
      </p:sp>
      <p:sp>
        <p:nvSpPr>
          <p:cNvPr id="22" name="Picture Placeholder 10"/>
          <p:cNvSpPr>
            <a:spLocks noGrp="1"/>
          </p:cNvSpPr>
          <p:nvPr>
            <p:ph type="pic" sz="quarter" idx="16"/>
          </p:nvPr>
        </p:nvSpPr>
        <p:spPr>
          <a:xfrm>
            <a:off x="0" y="3435587"/>
            <a:ext cx="3048000" cy="3431823"/>
          </a:xfrm>
        </p:spPr>
        <p:txBody>
          <a:bodyPr rtlCol="0">
            <a:normAutofit/>
          </a:bodyPr>
          <a:lstStyle/>
          <a:p>
            <a:pPr lvl="0"/>
            <a:endParaRPr lang="en-US" noProof="0"/>
          </a:p>
        </p:txBody>
      </p:sp>
      <p:sp>
        <p:nvSpPr>
          <p:cNvPr id="23" name="Picture Placeholder 10"/>
          <p:cNvSpPr>
            <a:spLocks noGrp="1"/>
          </p:cNvSpPr>
          <p:nvPr>
            <p:ph type="pic" sz="quarter" idx="17"/>
          </p:nvPr>
        </p:nvSpPr>
        <p:spPr>
          <a:xfrm>
            <a:off x="3044236" y="3435587"/>
            <a:ext cx="3048000" cy="3431823"/>
          </a:xfrm>
        </p:spPr>
        <p:txBody>
          <a:bodyPr rtlCol="0">
            <a:normAutofit/>
          </a:bodyPr>
          <a:lstStyle/>
          <a:p>
            <a:pPr lvl="0"/>
            <a:endParaRPr lang="en-US" noProof="0"/>
          </a:p>
        </p:txBody>
      </p:sp>
      <p:sp>
        <p:nvSpPr>
          <p:cNvPr id="24" name="Picture Placeholder 10"/>
          <p:cNvSpPr>
            <a:spLocks noGrp="1"/>
          </p:cNvSpPr>
          <p:nvPr>
            <p:ph type="pic" sz="quarter" idx="18"/>
          </p:nvPr>
        </p:nvSpPr>
        <p:spPr>
          <a:xfrm>
            <a:off x="6099764" y="3435587"/>
            <a:ext cx="3048000" cy="3431823"/>
          </a:xfrm>
        </p:spPr>
        <p:txBody>
          <a:bodyPr rtlCol="0">
            <a:normAutofit/>
          </a:bodyPr>
          <a:lstStyle/>
          <a:p>
            <a:pPr lvl="0"/>
            <a:endParaRPr lang="en-US" noProof="0"/>
          </a:p>
        </p:txBody>
      </p:sp>
      <p:sp>
        <p:nvSpPr>
          <p:cNvPr id="25" name="Picture Placeholder 10"/>
          <p:cNvSpPr>
            <a:spLocks noGrp="1"/>
          </p:cNvSpPr>
          <p:nvPr>
            <p:ph type="pic" sz="quarter" idx="19"/>
          </p:nvPr>
        </p:nvSpPr>
        <p:spPr>
          <a:xfrm>
            <a:off x="9144000" y="3435587"/>
            <a:ext cx="3048000" cy="3431823"/>
          </a:xfrm>
        </p:spPr>
        <p:txBody>
          <a:bodyPr rtlCol="0">
            <a:normAutofit/>
          </a:bodyPr>
          <a:lstStyle/>
          <a:p>
            <a:pPr lvl="0"/>
            <a:endParaRPr lang="en-US" noProof="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655B3D5-6786-8745-9B53-54CA046E380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6ABF763-56D6-4E9C-9598-59166682CEC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87EE6DA-B91B-424B-90DD-A6F2855529F1}"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C0B5BB3-192B-4FB1-BD0F-F68345A3EC1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1D91389-654E-254A-8285-52BE8A3CF5E9}"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928EB0F-44A5-4847-8286-305D69A43CF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B94EAD3-14FC-AF4F-9700-6833CC8C189E}"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3920898-CA58-498D-B01C-B54A0868AAD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C00A2A5-EEBC-1845-AA8D-F0BA7D35E5C9}"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A6087AB-F2D7-4FF3-93FF-AEF11F0A964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DE506E5-4ACD-904E-B12A-E5FCF9D194D8}"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A2892E4-91F8-4489-A06D-89762487082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AA15E20-94BF-E843-9614-7961C8A4E8DE}"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A84004F-46C6-459D-8E58-41FB7804C2AA}"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CA8B6E3-E115-9642-A771-349B84B3C0CF}"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DA4FB6E-6E43-4CE5-9BD7-FE03F8AFF57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683501E-493D-7F4B-9596-7481F1A8FB0E}"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FD09A27-961A-4543-A2C4-3EFBE5EE8B9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356AFEB-592B-4D45-B46F-886139A0F235}"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DC5CD46-18C9-43A9-9625-3B541A9DFA5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C9DD295-D7DD-3C42-8FAF-A02EAE8B4E3C}"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CAA4CD6-5EB3-4E21-AF8F-C1D1E513636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B6E5966-A2B7-414D-88DF-CF53FA386241}"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DDF1D46-D869-4EDB-BD7E-DEB3910A6E5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E955C95-A262-DB4E-9E2D-1C94073DD78B}"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F0AAC8F-13EF-4F63-9109-39EF4E4114F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17E2F28-0C45-DC4B-B736-4EA302F40CED}"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9EF8DF2-692E-4D38-8479-8E145C86C6C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2AF51F3-2219-D145-9BB5-A72B51770488}"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93A59AD-1244-46BE-B21B-5B9C81BD869A}"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0888C1A-D4FC-9346-B24C-840D33282FB6}"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CFC20B6-F0AC-4809-967D-2423B8FCF00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7A95C54-DE97-5C49-AEC0-6E5B666D4CAD}"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1E4805D-4210-4745-BBFC-4C09762037C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13591B4-C68B-5744-8BF7-526579B4EF86}"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1675276-831E-494C-975C-C10DDF922D1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2024559-B68C-F84B-B87C-82AAFDA06B67}"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3708975-2898-4FB4-A2F9-497000ABB8E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3C19094-9C4A-4B47-B16E-3BBD5F812330}"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C2E565A-D29A-4147-85AB-EE065CF804C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2D89708-9906-7444-AC31-D7E3F4BD2C44}"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454DDE2-CE07-43B9-AE05-3549A360A1B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F4D2204-9304-EE4E-9157-A834A1E1340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BA2F38-6971-4888-9EC5-1D093EDC70A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2ECCC0D-DCC5-2A4D-9D52-DE7605D10BB3}"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D5D0C5B-7DDB-4C90-A1C4-282C1445B00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C458F23-931D-9F46-858B-1AF8F8A7FAA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ECA9CD0-DDC3-4AD8-BFD4-2DFA7290E86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FBE5FFA-674D-8549-9FDE-69729888E5C8}"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30866A1-DC1A-458B-8142-24EF505CA1C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46EF151-1B19-2A47-9FDE-4EB555391E39}"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97BFB26-5810-4C02-94E2-6E74051FB91F}"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20FF69A-4C62-F04C-A0E5-BD48D01BDFFF}"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D8BB823-2632-48E1-B415-7C96931FB9A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0F8B757-8A6C-A744-B0DD-67F4DC597F4C}"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10B8618-627B-426A-8283-BAD9019DA1F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6E10849-DAB7-8A4E-B007-3D21A76C2FA9}"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7E95C87-5379-407A-BFEF-2216A61BC05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A989F0-AEF3-2B46-B6F0-1796731AF4CA}"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15E8C62-4AB9-4F1C-B8A1-569B5C57A38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846547D-3887-7C49-9C93-5F477F280E46}"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F28999B-1A49-4069-8567-14276DF7218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BBE6AA2-CF53-734C-BE35-AABEFF798279}"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A4CFB56-358A-439E-A8FC-9DF0B3CDA2D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886FBF7-AE10-6B40-A1A1-6943997793D4}"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193E656-D072-4C76-8563-043592B9C4C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5C1C888-5897-3849-80A1-573E3B597677}"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A1D7875-9925-457F-9409-7976154D27BA}"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8427F56-DBB0-B84D-A420-C0E63FDA4B17}"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C977372-C7BA-491F-B46F-8C8C2F33B3F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BE2C5B6-3495-CE42-ADC4-01E3303EB146}"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09E6F70-053C-4209-9B03-825B3AB4DAB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4E47055-E5F9-C747-8E64-52F5098F6052}"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933F907-8733-45C1-97A7-9078AF470F67}"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1DCC93D-288A-7440-B1E7-919EEBF16760}"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BBCB01E-6C9D-43F9-B493-15D45C20600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A140D49-DCF5-6B4B-8895-ED1BEB5B96CF}"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331AF65-63A5-4036-B605-922E77154D0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7015A09-9069-5842-B579-56E378BFB0A5}"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89D6FE5-2EAF-4AA9-8A02-18D57F8AB42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5E47B81-AEF8-F944-866B-009112799EC0}"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EFC6B65-D6E8-4AE6-A08A-A6CCD952D38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587735A-E624-6644-9041-7F88FB80DDAB}"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D513D4C5-1D7B-42C9-9B2E-D8F79A89A32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8220211-8D74-D243-AABE-0CF09FA4F076}"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E19C070-8F41-4669-9A1E-E7F4D8871653}"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169F585-6ADB-A944-8D6B-996F7D348F09}"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70E58AB-8BF3-4918-861E-1A0918D0E0F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7596144-2DE2-3146-9DBD-31C7473D1A4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8960E76-34A0-4476-BCC6-6D25F63EB23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778CBD1-5FB1-F143-9907-AB93C4CEDD68}"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718D813-49DF-4C56-90E3-37B19F8444C2}"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8F6B475-B5A6-C743-B805-D917483D3D36}"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E2A2BB5-0183-47D0-AD9C-7734C14D184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814C4B1-D675-7843-81AB-AB2FAA49E65A}"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53C040C-24F8-456C-B238-C525FDDFEB9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BE0353D-D334-E14A-ACE9-6FB4649AE21E}"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885756D-1C85-4117-80E1-3DA18AC47D2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9B1EDC7-53E9-434C-8290-5C47CFD1E877}"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B0F5647-A08E-4227-B52C-45B4DF486FE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2FE7934-5CCA-8C41-8364-0E04D4B78382}"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4BBF1C1-CE9B-4581-8216-26A2B6F0A83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F842651-70F3-CA47-B59C-3417AE49FF51}"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AB44127-103A-4D1D-AB61-4B76BD3038F3}"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24222E5-A4B0-8E48-ACED-0E1C53CDE12B}"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7B5E809-F50B-4557-8553-440DB8728D4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1A76D30-65BA-1D49-9680-93EF6084B30F}"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A2814C0-CB32-4883-BAF3-33168DACB2D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6DF731B-50EA-1F43-A853-B1A91B49125F}"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25DD1B5-9E52-4DCE-9730-0E129ECBA76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7E72021-4FA8-084A-863A-658F9E68984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7A9DF2B-01BE-4CA7-A85B-3B513932D199}"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DA0F210-A235-AD4B-85CD-A1D481906EEE}"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71A0429-FB50-4BA9-A5EE-0AEDA5E8690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709E962-15C7-F64E-A589-AC0B18C38869}"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881CE181-95B8-4EAE-971B-72EB71B6CF3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AFB5104-78DA-5049-8E43-55843EADB82F}"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B935C6F1-AD17-4710-AA7A-52FFDD4B8435}"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FBE560A-D873-7041-916B-95A230714D6A}"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61FB3AA-D07D-4B0D-96F0-D58E7DAF0F8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89C0BC8-4D78-D145-8D0B-EC79647D1FF0}"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E79FFE6-095C-4FD8-8D10-6CC5E911C7A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B65AEF5-F731-2A42-BB67-DE9E613930A6}"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7CE1AF6-2892-4EBE-95A0-E55AA00EDAD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6710085-7A17-874D-A137-7C55F7B8F256}"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D992429-1B0F-410A-A56D-B3259ED4C3CC}"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41316E4-319A-8F43-8EA7-617B41F94294}"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1DC2C22C-0ED5-44E0-9DAE-5C277577358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9E350AA-CC79-204F-9ACA-8CB3EE7E077A}"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D5A007E-7268-4919-9C27-4A36968E32BB}"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52540F0-5D02-5945-9C44-78EC09C1D328}"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4E46385-F080-40D8-B322-6872A5735BC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Main">
    <p:spTree>
      <p:nvGrpSpPr>
        <p:cNvPr id="1" name=""/>
        <p:cNvGrpSpPr/>
        <p:nvPr/>
      </p:nvGrpSpPr>
      <p:grpSpPr>
        <a:xfrm>
          <a:off x="0" y="0"/>
          <a:ext cx="0" cy="0"/>
          <a:chOff x="0" y="0"/>
          <a:chExt cx="0" cy="0"/>
        </a:xfrm>
      </p:grpSpPr>
      <p:sp>
        <p:nvSpPr>
          <p:cNvPr id="2" name="Slide Number Placeholder 5"/>
          <p:cNvSpPr>
            <a:spLocks noGrp="1"/>
          </p:cNvSpPr>
          <p:nvPr>
            <p:ph type="sldNum" sz="quarter" idx="10"/>
          </p:nvPr>
        </p:nvSpPr>
        <p:spPr/>
        <p:txBody>
          <a:bodyPr rtlCol="0"/>
          <a:lstStyle>
            <a:lvl1pPr eaLnBrk="0" hangingPunct="0">
              <a:defRPr>
                <a:solidFill>
                  <a:prstClr val="white"/>
                </a:solidFill>
                <a:ea typeface="+mn-ea"/>
              </a:defRPr>
            </a:lvl1pPr>
          </a:lstStyle>
          <a:p>
            <a:pPr>
              <a:defRPr/>
            </a:pPr>
            <a:fld id="{5CAEBECC-BACE-426C-8F0D-3EB0B636A033}" type="slidenum">
              <a:rPr lang="en-US"/>
              <a:pPr>
                <a:defRPr/>
              </a:pPr>
              <a:t>‹#›</a:t>
            </a:fld>
            <a:endParaRPr lang="en-US"/>
          </a:p>
        </p:txBody>
      </p:sp>
    </p:spTree>
  </p:cSld>
  <p:clrMapOvr>
    <a:masterClrMapping/>
  </p:clrMapOvr>
  <p:transition spd="med"/>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Behind the Scenes">
    <p:spTree>
      <p:nvGrpSpPr>
        <p:cNvPr id="1" name=""/>
        <p:cNvGrpSpPr/>
        <p:nvPr/>
      </p:nvGrpSpPr>
      <p:grpSpPr>
        <a:xfrm>
          <a:off x="0" y="0"/>
          <a:ext cx="0" cy="0"/>
          <a:chOff x="0" y="0"/>
          <a:chExt cx="0" cy="0"/>
        </a:xfrm>
      </p:grpSpPr>
      <p:sp>
        <p:nvSpPr>
          <p:cNvPr id="9" name="Rectangle 24"/>
          <p:cNvSpPr/>
          <p:nvPr userDrawn="1"/>
        </p:nvSpPr>
        <p:spPr>
          <a:xfrm>
            <a:off x="0" y="257175"/>
            <a:ext cx="12192000" cy="157956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10" name="Slide Number Placeholder 1"/>
          <p:cNvSpPr txBox="1">
            <a:spLocks/>
          </p:cNvSpPr>
          <p:nvPr userDrawn="1"/>
        </p:nvSpPr>
        <p:spPr>
          <a:xfrm>
            <a:off x="10923588" y="6045200"/>
            <a:ext cx="465137" cy="365125"/>
          </a:xfrm>
          <a:prstGeom prst="rect">
            <a:avLst/>
          </a:prstGeom>
        </p:spPr>
        <p:txBody>
          <a:bodyPr lIns="108850" tIns="54425" rIns="108850" bIns="54425" anchor="ctr"/>
          <a:lstStyle>
            <a:defPPr>
              <a:defRPr lang="en-US"/>
            </a:defPPr>
            <a:lvl1pPr marL="0" algn="ctr" defTabSz="1088639" rtl="0" eaLnBrk="1" latinLnBrk="0" hangingPunct="1">
              <a:defRPr sz="2400" kern="1200">
                <a:solidFill>
                  <a:schemeClr val="bg1"/>
                </a:solidFill>
                <a:latin typeface="Roboto Regular"/>
                <a:ea typeface="+mn-ea"/>
                <a:cs typeface="Roboto Regular"/>
              </a:defRPr>
            </a:lvl1pPr>
            <a:lvl2pPr marL="1088639" algn="l" defTabSz="1088639" rtl="0" eaLnBrk="1" latinLnBrk="0" hangingPunct="1">
              <a:defRPr sz="4300" kern="1200">
                <a:solidFill>
                  <a:schemeClr val="tx1"/>
                </a:solidFill>
                <a:latin typeface="+mn-lt"/>
                <a:ea typeface="+mn-ea"/>
                <a:cs typeface="+mn-cs"/>
              </a:defRPr>
            </a:lvl2pPr>
            <a:lvl3pPr marL="2177278" algn="l" defTabSz="1088639" rtl="0" eaLnBrk="1" latinLnBrk="0" hangingPunct="1">
              <a:defRPr sz="4300" kern="1200">
                <a:solidFill>
                  <a:schemeClr val="tx1"/>
                </a:solidFill>
                <a:latin typeface="+mn-lt"/>
                <a:ea typeface="+mn-ea"/>
                <a:cs typeface="+mn-cs"/>
              </a:defRPr>
            </a:lvl3pPr>
            <a:lvl4pPr marL="3265917" algn="l" defTabSz="1088639" rtl="0" eaLnBrk="1" latinLnBrk="0" hangingPunct="1">
              <a:defRPr sz="4300" kern="1200">
                <a:solidFill>
                  <a:schemeClr val="tx1"/>
                </a:solidFill>
                <a:latin typeface="+mn-lt"/>
                <a:ea typeface="+mn-ea"/>
                <a:cs typeface="+mn-cs"/>
              </a:defRPr>
            </a:lvl4pPr>
            <a:lvl5pPr marL="4354556" algn="l" defTabSz="1088639" rtl="0" eaLnBrk="1" latinLnBrk="0" hangingPunct="1">
              <a:defRPr sz="4300" kern="1200">
                <a:solidFill>
                  <a:schemeClr val="tx1"/>
                </a:solidFill>
                <a:latin typeface="+mn-lt"/>
                <a:ea typeface="+mn-ea"/>
                <a:cs typeface="+mn-cs"/>
              </a:defRPr>
            </a:lvl5pPr>
            <a:lvl6pPr marL="5443195" algn="l" defTabSz="1088639" rtl="0" eaLnBrk="1" latinLnBrk="0" hangingPunct="1">
              <a:defRPr sz="4300" kern="1200">
                <a:solidFill>
                  <a:schemeClr val="tx1"/>
                </a:solidFill>
                <a:latin typeface="+mn-lt"/>
                <a:ea typeface="+mn-ea"/>
                <a:cs typeface="+mn-cs"/>
              </a:defRPr>
            </a:lvl6pPr>
            <a:lvl7pPr marL="6531834" algn="l" defTabSz="1088639" rtl="0" eaLnBrk="1" latinLnBrk="0" hangingPunct="1">
              <a:defRPr sz="4300" kern="1200">
                <a:solidFill>
                  <a:schemeClr val="tx1"/>
                </a:solidFill>
                <a:latin typeface="+mn-lt"/>
                <a:ea typeface="+mn-ea"/>
                <a:cs typeface="+mn-cs"/>
              </a:defRPr>
            </a:lvl7pPr>
            <a:lvl8pPr marL="7620472" algn="l" defTabSz="1088639" rtl="0" eaLnBrk="1" latinLnBrk="0" hangingPunct="1">
              <a:defRPr sz="4300" kern="1200">
                <a:solidFill>
                  <a:schemeClr val="tx1"/>
                </a:solidFill>
                <a:latin typeface="+mn-lt"/>
                <a:ea typeface="+mn-ea"/>
                <a:cs typeface="+mn-cs"/>
              </a:defRPr>
            </a:lvl8pPr>
            <a:lvl9pPr marL="8709111" algn="l" defTabSz="1088639" rtl="0" eaLnBrk="1" latinLnBrk="0" hangingPunct="1">
              <a:defRPr sz="4300" kern="1200">
                <a:solidFill>
                  <a:schemeClr val="tx1"/>
                </a:solidFill>
                <a:latin typeface="+mn-lt"/>
                <a:ea typeface="+mn-ea"/>
                <a:cs typeface="+mn-cs"/>
              </a:defRPr>
            </a:lvl9pPr>
          </a:lstStyle>
          <a:p>
            <a:pPr fontAlgn="auto">
              <a:spcBef>
                <a:spcPts val="0"/>
              </a:spcBef>
              <a:spcAft>
                <a:spcPts val="0"/>
              </a:spcAft>
              <a:defRPr/>
            </a:pPr>
            <a:fld id="{C2556583-16C0-420A-B160-398DE17D6EC6}" type="slidenum">
              <a:rPr lang="en-US" sz="1200" smtClean="0">
                <a:solidFill>
                  <a:prstClr val="white"/>
                </a:solidFill>
              </a:rPr>
              <a:pPr fontAlgn="auto">
                <a:spcBef>
                  <a:spcPts val="0"/>
                </a:spcBef>
                <a:spcAft>
                  <a:spcPts val="0"/>
                </a:spcAft>
                <a:defRPr/>
              </a:pPr>
              <a:t>‹#›</a:t>
            </a:fld>
            <a:endParaRPr lang="en-US" sz="1200" dirty="0">
              <a:solidFill>
                <a:prstClr val="white"/>
              </a:solidFill>
            </a:endParaRPr>
          </a:p>
        </p:txBody>
      </p:sp>
      <p:sp>
        <p:nvSpPr>
          <p:cNvPr id="22" name="Picture Placeholder 17"/>
          <p:cNvSpPr>
            <a:spLocks noGrp="1"/>
          </p:cNvSpPr>
          <p:nvPr>
            <p:ph type="pic" sz="quarter" idx="17"/>
          </p:nvPr>
        </p:nvSpPr>
        <p:spPr>
          <a:xfrm>
            <a:off x="4887132" y="4347179"/>
            <a:ext cx="2421001" cy="2510822"/>
          </a:xfrm>
        </p:spPr>
        <p:txBody>
          <a:bodyPr rtlCol="0">
            <a:normAutofit/>
          </a:bodyPr>
          <a:lstStyle>
            <a:lvl1pPr marL="0" indent="0">
              <a:buNone/>
              <a:defRPr sz="1400">
                <a:solidFill>
                  <a:schemeClr val="tx1"/>
                </a:solidFill>
              </a:defRPr>
            </a:lvl1pPr>
          </a:lstStyle>
          <a:p>
            <a:pPr lvl="0"/>
            <a:endParaRPr lang="en-US" noProof="0" dirty="0"/>
          </a:p>
        </p:txBody>
      </p:sp>
      <p:sp>
        <p:nvSpPr>
          <p:cNvPr id="21" name="Picture Placeholder 17"/>
          <p:cNvSpPr>
            <a:spLocks noGrp="1"/>
          </p:cNvSpPr>
          <p:nvPr>
            <p:ph type="pic" sz="quarter" idx="16"/>
          </p:nvPr>
        </p:nvSpPr>
        <p:spPr>
          <a:xfrm>
            <a:off x="0" y="4347179"/>
            <a:ext cx="4875372" cy="2532253"/>
          </a:xfrm>
        </p:spPr>
        <p:txBody>
          <a:bodyPr rtlCol="0">
            <a:normAutofit/>
          </a:bodyPr>
          <a:lstStyle>
            <a:lvl1pPr marL="0" indent="0">
              <a:buNone/>
              <a:defRPr sz="1400">
                <a:solidFill>
                  <a:schemeClr val="tx1"/>
                </a:solidFill>
              </a:defRPr>
            </a:lvl1pPr>
          </a:lstStyle>
          <a:p>
            <a:pPr lvl="0"/>
            <a:endParaRPr lang="en-US" noProof="0"/>
          </a:p>
        </p:txBody>
      </p:sp>
      <p:sp>
        <p:nvSpPr>
          <p:cNvPr id="20" name="Picture Placeholder 17"/>
          <p:cNvSpPr>
            <a:spLocks noGrp="1"/>
          </p:cNvSpPr>
          <p:nvPr>
            <p:ph type="pic" sz="quarter" idx="15"/>
          </p:nvPr>
        </p:nvSpPr>
        <p:spPr>
          <a:xfrm>
            <a:off x="9762648" y="2381"/>
            <a:ext cx="2426971" cy="4356559"/>
          </a:xfrm>
        </p:spPr>
        <p:txBody>
          <a:bodyPr rtlCol="0">
            <a:normAutofit/>
          </a:bodyPr>
          <a:lstStyle>
            <a:lvl1pPr marL="0" indent="0">
              <a:buNone/>
              <a:defRPr sz="1400">
                <a:solidFill>
                  <a:schemeClr val="tx1"/>
                </a:solidFill>
              </a:defRPr>
            </a:lvl1pPr>
          </a:lstStyle>
          <a:p>
            <a:pPr lvl="0"/>
            <a:endParaRPr lang="en-US" noProof="0"/>
          </a:p>
        </p:txBody>
      </p:sp>
      <p:sp>
        <p:nvSpPr>
          <p:cNvPr id="18" name="Picture Placeholder 17"/>
          <p:cNvSpPr>
            <a:spLocks noGrp="1"/>
          </p:cNvSpPr>
          <p:nvPr>
            <p:ph type="pic" sz="quarter" idx="13"/>
          </p:nvPr>
        </p:nvSpPr>
        <p:spPr>
          <a:xfrm>
            <a:off x="7321391" y="-5557"/>
            <a:ext cx="2430146" cy="2176272"/>
          </a:xfrm>
        </p:spPr>
        <p:txBody>
          <a:bodyPr rtlCol="0">
            <a:normAutofit/>
          </a:bodyPr>
          <a:lstStyle>
            <a:lvl1pPr marL="0" indent="0">
              <a:buNone/>
              <a:defRPr sz="1400">
                <a:solidFill>
                  <a:schemeClr val="tx1"/>
                </a:solidFill>
              </a:defRPr>
            </a:lvl1pPr>
          </a:lstStyle>
          <a:p>
            <a:pPr lvl="0"/>
            <a:endParaRPr lang="en-US" noProof="0"/>
          </a:p>
        </p:txBody>
      </p:sp>
      <p:sp>
        <p:nvSpPr>
          <p:cNvPr id="19" name="Picture Placeholder 17"/>
          <p:cNvSpPr>
            <a:spLocks noGrp="1"/>
          </p:cNvSpPr>
          <p:nvPr>
            <p:ph type="pic" sz="quarter" idx="14"/>
          </p:nvPr>
        </p:nvSpPr>
        <p:spPr>
          <a:xfrm>
            <a:off x="7320745" y="2173045"/>
            <a:ext cx="2430146" cy="2176270"/>
          </a:xfrm>
        </p:spPr>
        <p:txBody>
          <a:bodyPr rtlCol="0">
            <a:normAutofit/>
          </a:bodyPr>
          <a:lstStyle>
            <a:lvl1pPr marL="0" indent="0">
              <a:buNone/>
              <a:defRPr sz="1400">
                <a:solidFill>
                  <a:schemeClr val="tx1"/>
                </a:solidFill>
              </a:defRPr>
            </a:lvl1pPr>
          </a:lstStyle>
          <a:p>
            <a:pPr lvl="0"/>
            <a:endParaRPr lang="en-US" noProof="0" dirty="0"/>
          </a:p>
        </p:txBody>
      </p:sp>
      <p:sp>
        <p:nvSpPr>
          <p:cNvPr id="23" name="Picture Placeholder 17"/>
          <p:cNvSpPr>
            <a:spLocks noGrp="1"/>
          </p:cNvSpPr>
          <p:nvPr>
            <p:ph type="pic" sz="quarter" idx="18"/>
          </p:nvPr>
        </p:nvSpPr>
        <p:spPr>
          <a:xfrm>
            <a:off x="7321391" y="4358940"/>
            <a:ext cx="2426031" cy="2499061"/>
          </a:xfrm>
        </p:spPr>
        <p:txBody>
          <a:bodyPr rtlCol="0">
            <a:normAutofit/>
          </a:bodyPr>
          <a:lstStyle>
            <a:lvl1pPr marL="0" indent="0">
              <a:buNone/>
              <a:defRPr sz="1400">
                <a:solidFill>
                  <a:schemeClr val="tx1"/>
                </a:solidFill>
              </a:defRPr>
            </a:lvl1pPr>
          </a:lstStyle>
          <a:p>
            <a:pPr lvl="0"/>
            <a:endParaRPr lang="en-US" noProof="0" dirty="0"/>
          </a:p>
        </p:txBody>
      </p:sp>
      <p:sp>
        <p:nvSpPr>
          <p:cNvPr id="24" name="Picture Placeholder 17"/>
          <p:cNvSpPr>
            <a:spLocks noGrp="1"/>
          </p:cNvSpPr>
          <p:nvPr>
            <p:ph type="pic" sz="quarter" idx="19"/>
          </p:nvPr>
        </p:nvSpPr>
        <p:spPr>
          <a:xfrm>
            <a:off x="9759474" y="4358940"/>
            <a:ext cx="2430146" cy="2499061"/>
          </a:xfrm>
        </p:spPr>
        <p:txBody>
          <a:bodyPr rtlCol="0">
            <a:normAutofit/>
          </a:bodyPr>
          <a:lstStyle>
            <a:lvl1pPr marL="0" indent="0">
              <a:buNone/>
              <a:defRPr sz="1400">
                <a:solidFill>
                  <a:schemeClr val="tx1"/>
                </a:solidFill>
              </a:defRPr>
            </a:lvl1pPr>
          </a:lstStyle>
          <a:p>
            <a:pPr lvl="0"/>
            <a:endParaRPr lang="en-US" noProof="0" dirty="0"/>
          </a:p>
        </p:txBody>
      </p:sp>
    </p:spTree>
  </p:cSld>
  <p:clrMapOvr>
    <a:masterClrMapping/>
  </p:clrMapOvr>
  <p:transition spd="med"/>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Brake">
    <p:spTree>
      <p:nvGrpSpPr>
        <p:cNvPr id="1" name=""/>
        <p:cNvGrpSpPr/>
        <p:nvPr/>
      </p:nvGrpSpPr>
      <p:grpSpPr>
        <a:xfrm>
          <a:off x="0" y="0"/>
          <a:ext cx="0" cy="0"/>
          <a:chOff x="0" y="0"/>
          <a:chExt cx="0" cy="0"/>
        </a:xfrm>
      </p:grpSpPr>
      <p:sp>
        <p:nvSpPr>
          <p:cNvPr id="23" name="Picture Placeholder 21"/>
          <p:cNvSpPr>
            <a:spLocks noGrp="1"/>
          </p:cNvSpPr>
          <p:nvPr>
            <p:ph type="pic" sz="quarter" idx="10"/>
          </p:nvPr>
        </p:nvSpPr>
        <p:spPr>
          <a:xfrm>
            <a:off x="0" y="0"/>
            <a:ext cx="12192000" cy="6985000"/>
          </a:xfrm>
        </p:spPr>
        <p:txBody>
          <a:bodyPr rtlCol="0">
            <a:normAutofit/>
          </a:bodyPr>
          <a:lstStyle>
            <a:lvl1pPr marL="0" indent="0">
              <a:buNone/>
              <a:defRPr sz="2000"/>
            </a:lvl1pPr>
          </a:lstStyle>
          <a:p>
            <a:pPr lvl="0"/>
            <a:endParaRPr lang="en-US" noProof="0"/>
          </a:p>
        </p:txBody>
      </p:sp>
    </p:spTree>
  </p:cSld>
  <p:clrMapOvr>
    <a:masterClrMapping/>
  </p:clrMapOvr>
  <p:transition spd="med"/>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Imag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2564" y="1755748"/>
            <a:ext cx="12194564" cy="3004907"/>
          </a:xfrm>
        </p:spPr>
        <p:txBody>
          <a:bodyPr rtlCol="0">
            <a:normAutofit/>
          </a:bodyPr>
          <a:lstStyle>
            <a:lvl1pPr marL="0" indent="0" algn="ctr">
              <a:buNone/>
              <a:defRPr sz="1500">
                <a:solidFill>
                  <a:schemeClr val="tx2"/>
                </a:solidFill>
              </a:defRPr>
            </a:lvl1pPr>
          </a:lstStyle>
          <a:p>
            <a:pPr lvl="0"/>
            <a:r>
              <a:rPr lang="en-US" noProof="0" dirty="0" smtClean="0"/>
              <a:t>Drag picture to placeholder or click icon to add</a:t>
            </a:r>
            <a:endParaRPr lang="id-ID" noProof="0" dirty="0"/>
          </a:p>
        </p:txBody>
      </p:sp>
      <p:sp>
        <p:nvSpPr>
          <p:cNvPr id="3" name="Slide Number Placeholder 5"/>
          <p:cNvSpPr>
            <a:spLocks noGrp="1"/>
          </p:cNvSpPr>
          <p:nvPr>
            <p:ph type="sldNum" sz="quarter" idx="24"/>
          </p:nvPr>
        </p:nvSpPr>
        <p:spPr/>
        <p:txBody>
          <a:bodyPr rtlCol="0"/>
          <a:lstStyle>
            <a:lvl1pPr algn="ctr" eaLnBrk="0" hangingPunct="0">
              <a:defRPr sz="1200">
                <a:solidFill>
                  <a:prstClr val="white"/>
                </a:solidFill>
                <a:latin typeface="Roboto Regular"/>
                <a:ea typeface="+mn-ea"/>
                <a:cs typeface="Roboto Regular"/>
              </a:defRPr>
            </a:lvl1pPr>
          </a:lstStyle>
          <a:p>
            <a:pPr>
              <a:defRPr/>
            </a:pPr>
            <a:fld id="{7E457979-FBFA-44AA-B315-16470513CFCF}"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Contact Us">
    <p:spTree>
      <p:nvGrpSpPr>
        <p:cNvPr id="1" name=""/>
        <p:cNvGrpSpPr/>
        <p:nvPr/>
      </p:nvGrpSpPr>
      <p:grpSpPr>
        <a:xfrm>
          <a:off x="0" y="0"/>
          <a:ext cx="0" cy="0"/>
          <a:chOff x="0" y="0"/>
          <a:chExt cx="0" cy="0"/>
        </a:xfrm>
      </p:grpSpPr>
      <p:sp>
        <p:nvSpPr>
          <p:cNvPr id="5" name="Picture Placeholder 12"/>
          <p:cNvSpPr>
            <a:spLocks noGrp="1"/>
          </p:cNvSpPr>
          <p:nvPr>
            <p:ph type="pic" sz="quarter" idx="14"/>
          </p:nvPr>
        </p:nvSpPr>
        <p:spPr>
          <a:xfrm>
            <a:off x="0" y="-1"/>
            <a:ext cx="12192000" cy="3376691"/>
          </a:xfrm>
        </p:spPr>
        <p:txBody>
          <a:bodyPr rtlCol="0">
            <a:normAutofit/>
          </a:bodyPr>
          <a:lstStyle>
            <a:lvl1pPr marL="0" indent="0">
              <a:buNone/>
              <a:defRPr sz="1400"/>
            </a:lvl1pPr>
          </a:lstStyle>
          <a:p>
            <a:pPr lvl="0"/>
            <a:endParaRPr lang="en-US" noProof="0" dirty="0"/>
          </a:p>
        </p:txBody>
      </p:sp>
      <p:sp>
        <p:nvSpPr>
          <p:cNvPr id="3" name="Slide Number Placeholder 5"/>
          <p:cNvSpPr>
            <a:spLocks noGrp="1"/>
          </p:cNvSpPr>
          <p:nvPr>
            <p:ph type="sldNum" sz="quarter" idx="15"/>
          </p:nvPr>
        </p:nvSpPr>
        <p:spPr/>
        <p:txBody>
          <a:bodyPr rtlCol="0"/>
          <a:lstStyle>
            <a:lvl1pPr algn="ctr" eaLnBrk="0" hangingPunct="0">
              <a:defRPr sz="1200">
                <a:solidFill>
                  <a:prstClr val="white"/>
                </a:solidFill>
                <a:latin typeface="Roboto Regular"/>
                <a:ea typeface="+mn-ea"/>
                <a:cs typeface="Roboto Regular"/>
              </a:defRPr>
            </a:lvl1pPr>
          </a:lstStyle>
          <a:p>
            <a:pPr>
              <a:defRPr/>
            </a:pPr>
            <a:fld id="{F2FD8C77-27FB-41BE-B186-C9D652CB404F}"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Welcome Message">
    <p:spTree>
      <p:nvGrpSpPr>
        <p:cNvPr id="1" name=""/>
        <p:cNvGrpSpPr/>
        <p:nvPr/>
      </p:nvGrpSpPr>
      <p:grpSpPr>
        <a:xfrm>
          <a:off x="0" y="0"/>
          <a:ext cx="0" cy="0"/>
          <a:chOff x="0" y="0"/>
          <a:chExt cx="0" cy="0"/>
        </a:xfrm>
      </p:grpSpPr>
      <p:sp>
        <p:nvSpPr>
          <p:cNvPr id="4" name="Rectangle 4"/>
          <p:cNvSpPr/>
          <p:nvPr userDrawn="1"/>
        </p:nvSpPr>
        <p:spPr>
          <a:xfrm>
            <a:off x="0" y="0"/>
            <a:ext cx="12192000" cy="6858000"/>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45714" tIns="22857" rIns="45714" bIns="22857" anchor="ctr"/>
          <a:lstStyle/>
          <a:p>
            <a:pPr algn="ctr" defTabSz="544211" fontAlgn="auto">
              <a:spcBef>
                <a:spcPts val="0"/>
              </a:spcBef>
              <a:spcAft>
                <a:spcPts val="0"/>
              </a:spcAft>
              <a:defRPr/>
            </a:pPr>
            <a:endParaRPr lang="en-US" sz="2150">
              <a:solidFill>
                <a:prstClr val="white"/>
              </a:solidFill>
            </a:endParaRPr>
          </a:p>
        </p:txBody>
      </p:sp>
      <p:sp>
        <p:nvSpPr>
          <p:cNvPr id="12" name="Picture Placeholder 2"/>
          <p:cNvSpPr>
            <a:spLocks noGrp="1"/>
          </p:cNvSpPr>
          <p:nvPr>
            <p:ph type="pic" sz="quarter" idx="14"/>
          </p:nvPr>
        </p:nvSpPr>
        <p:spPr>
          <a:xfrm>
            <a:off x="6115841" y="3429000"/>
            <a:ext cx="6096000" cy="3429000"/>
          </a:xfrm>
        </p:spPr>
        <p:txBody>
          <a:bodyPr rtlCol="0">
            <a:normAutofit/>
          </a:bodyPr>
          <a:lstStyle>
            <a:lvl1pPr marL="0" indent="0">
              <a:buNone/>
              <a:defRPr sz="2000"/>
            </a:lvl1pPr>
          </a:lstStyle>
          <a:p>
            <a:pPr lvl="0"/>
            <a:endParaRPr lang="en-US" noProof="0"/>
          </a:p>
        </p:txBody>
      </p:sp>
      <p:sp>
        <p:nvSpPr>
          <p:cNvPr id="13" name="Picture Placeholder 2"/>
          <p:cNvSpPr>
            <a:spLocks noGrp="1"/>
          </p:cNvSpPr>
          <p:nvPr>
            <p:ph type="pic" sz="quarter" idx="13"/>
          </p:nvPr>
        </p:nvSpPr>
        <p:spPr>
          <a:xfrm>
            <a:off x="0" y="0"/>
            <a:ext cx="6096000" cy="3429000"/>
          </a:xfrm>
        </p:spPr>
        <p:txBody>
          <a:bodyPr rtlCol="0">
            <a:normAutofit/>
          </a:bodyPr>
          <a:lstStyle>
            <a:lvl1pPr marL="0" indent="0">
              <a:buNone/>
              <a:defRPr sz="2000"/>
            </a:lvl1pPr>
          </a:lstStyle>
          <a:p>
            <a:pPr lvl="0"/>
            <a:endParaRPr lang="en-US" noProof="0"/>
          </a:p>
        </p:txBody>
      </p:sp>
    </p:spTree>
  </p:cSld>
  <p:clrMapOvr>
    <a:masterClrMapping/>
  </p:clrMapOvr>
  <p:transition spd="med"/>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Two images">
    <p:spTree>
      <p:nvGrpSpPr>
        <p:cNvPr id="1" name=""/>
        <p:cNvGrpSpPr/>
        <p:nvPr/>
      </p:nvGrpSpPr>
      <p:grpSpPr>
        <a:xfrm>
          <a:off x="0" y="0"/>
          <a:ext cx="0" cy="0"/>
          <a:chOff x="0" y="0"/>
          <a:chExt cx="0" cy="0"/>
        </a:xfrm>
      </p:grpSpPr>
      <p:sp>
        <p:nvSpPr>
          <p:cNvPr id="4" name="Oval 3"/>
          <p:cNvSpPr/>
          <p:nvPr userDrawn="1"/>
        </p:nvSpPr>
        <p:spPr>
          <a:xfrm>
            <a:off x="10968038" y="581025"/>
            <a:ext cx="393700" cy="39211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17" name="Picture Placeholder 12"/>
          <p:cNvSpPr>
            <a:spLocks noGrp="1"/>
          </p:cNvSpPr>
          <p:nvPr>
            <p:ph type="pic" sz="quarter" idx="14"/>
          </p:nvPr>
        </p:nvSpPr>
        <p:spPr>
          <a:xfrm>
            <a:off x="0" y="1648047"/>
            <a:ext cx="4267200" cy="2355278"/>
          </a:xfrm>
          <a:prstGeom prst="rect">
            <a:avLst/>
          </a:prstGeom>
        </p:spPr>
        <p:txBody>
          <a:bodyPr rtlCol="0">
            <a:normAutofit/>
          </a:bodyPr>
          <a:lstStyle>
            <a:lvl1pPr marL="0" indent="0">
              <a:buNone/>
              <a:defRPr sz="1400"/>
            </a:lvl1pPr>
          </a:lstStyle>
          <a:p>
            <a:pPr lvl="0"/>
            <a:endParaRPr lang="en-US" noProof="0" dirty="0"/>
          </a:p>
        </p:txBody>
      </p:sp>
      <p:sp>
        <p:nvSpPr>
          <p:cNvPr id="9" name="Picture Placeholder 12"/>
          <p:cNvSpPr>
            <a:spLocks noGrp="1"/>
          </p:cNvSpPr>
          <p:nvPr>
            <p:ph type="pic" sz="quarter" idx="15"/>
          </p:nvPr>
        </p:nvSpPr>
        <p:spPr>
          <a:xfrm>
            <a:off x="7924800" y="1648047"/>
            <a:ext cx="4267200" cy="2355278"/>
          </a:xfrm>
          <a:prstGeom prst="rect">
            <a:avLst/>
          </a:prstGeom>
        </p:spPr>
        <p:txBody>
          <a:bodyPr rtlCol="0">
            <a:normAutofit/>
          </a:bodyPr>
          <a:lstStyle>
            <a:lvl1pPr marL="0" indent="0">
              <a:buNone/>
              <a:defRPr sz="1400"/>
            </a:lvl1pPr>
          </a:lstStyle>
          <a:p>
            <a:pPr lvl="0"/>
            <a:endParaRPr lang="en-US" noProof="0" dirty="0"/>
          </a:p>
        </p:txBody>
      </p:sp>
      <p:sp>
        <p:nvSpPr>
          <p:cNvPr id="5" name="Slide Number Placeholder 5"/>
          <p:cNvSpPr>
            <a:spLocks noGrp="1"/>
          </p:cNvSpPr>
          <p:nvPr>
            <p:ph type="sldNum" sz="quarter" idx="16"/>
          </p:nvPr>
        </p:nvSpPr>
        <p:spPr/>
        <p:txBody>
          <a:bodyPr rtlCol="0"/>
          <a:lstStyle>
            <a:lvl1pPr algn="ctr" eaLnBrk="0" hangingPunct="0">
              <a:defRPr sz="1200">
                <a:solidFill>
                  <a:prstClr val="white"/>
                </a:solidFill>
                <a:latin typeface="Roboto Regular"/>
                <a:ea typeface="+mn-ea"/>
                <a:cs typeface="Roboto Regular"/>
              </a:defRPr>
            </a:lvl1pPr>
          </a:lstStyle>
          <a:p>
            <a:pPr>
              <a:defRPr/>
            </a:pPr>
            <a:fld id="{B64403E7-65A6-47C0-91C9-FF3AC1106F80}" type="slidenum">
              <a:rPr lang="en-US"/>
              <a:pPr>
                <a:defRPr/>
              </a:pPr>
              <a:t>‹#›</a:t>
            </a:fld>
            <a:endParaRPr lang="en-US" dirty="0"/>
          </a:p>
        </p:txBody>
      </p:sp>
    </p:spTree>
  </p:cSld>
  <p:clrMapOvr>
    <a:masterClrMapping/>
  </p:clrMapOvr>
  <p:transition spd="med"/>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sp>
        <p:nvSpPr>
          <p:cNvPr id="2" name="Oval 10"/>
          <p:cNvSpPr/>
          <p:nvPr userDrawn="1"/>
        </p:nvSpPr>
        <p:spPr>
          <a:xfrm>
            <a:off x="10968038" y="581025"/>
            <a:ext cx="393700" cy="39211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3" name="Slide Number Placeholder 5"/>
          <p:cNvSpPr>
            <a:spLocks noGrp="1"/>
          </p:cNvSpPr>
          <p:nvPr>
            <p:ph type="sldNum" sz="quarter" idx="10"/>
          </p:nvPr>
        </p:nvSpPr>
        <p:spPr/>
        <p:txBody>
          <a:bodyPr rtlCol="0"/>
          <a:lstStyle>
            <a:lvl1pPr algn="ctr" eaLnBrk="0" hangingPunct="0">
              <a:defRPr sz="1200">
                <a:solidFill>
                  <a:prstClr val="white"/>
                </a:solidFill>
                <a:latin typeface="Roboto Regular"/>
                <a:ea typeface="+mn-ea"/>
                <a:cs typeface="Roboto Regular"/>
              </a:defRPr>
            </a:lvl1pPr>
          </a:lstStyle>
          <a:p>
            <a:pPr>
              <a:defRPr/>
            </a:pPr>
            <a:fld id="{9553C78F-8016-465E-BA6B-2374BE1D60CD}" type="slidenum">
              <a:rPr lang="en-US"/>
              <a:pPr>
                <a:defRPr/>
              </a:pPr>
              <a:t>‹#›</a:t>
            </a:fld>
            <a:endParaRPr lang="en-US" dirty="0"/>
          </a:p>
        </p:txBody>
      </p:sp>
    </p:spTree>
  </p:cSld>
  <p:clrMapOvr>
    <a:masterClrMapping/>
  </p:clrMapOvr>
  <p:transition spd="med"/>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3" name="Oval 20"/>
          <p:cNvSpPr/>
          <p:nvPr userDrawn="1"/>
        </p:nvSpPr>
        <p:spPr>
          <a:xfrm>
            <a:off x="10968038" y="581025"/>
            <a:ext cx="393700" cy="39211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9" name="Picture Placeholder 8"/>
          <p:cNvSpPr>
            <a:spLocks noGrp="1"/>
          </p:cNvSpPr>
          <p:nvPr>
            <p:ph type="pic" sz="quarter" idx="10"/>
          </p:nvPr>
        </p:nvSpPr>
        <p:spPr>
          <a:xfrm>
            <a:off x="12" y="1544467"/>
            <a:ext cx="6100233" cy="2838450"/>
          </a:xfrm>
        </p:spPr>
        <p:txBody>
          <a:bodyPr rtlCol="0">
            <a:normAutofit/>
          </a:bodyPr>
          <a:lstStyle>
            <a:lvl1pPr marL="0" indent="0">
              <a:buNone/>
              <a:defRPr sz="1800">
                <a:solidFill>
                  <a:schemeClr val="tx1"/>
                </a:solidFill>
              </a:defRPr>
            </a:lvl1pPr>
          </a:lstStyle>
          <a:p>
            <a:pPr lvl="0"/>
            <a:endParaRPr lang="en-US" noProof="0"/>
          </a:p>
        </p:txBody>
      </p:sp>
      <p:sp>
        <p:nvSpPr>
          <p:cNvPr id="4" name="Slide Number Placeholder 5"/>
          <p:cNvSpPr>
            <a:spLocks noGrp="1"/>
          </p:cNvSpPr>
          <p:nvPr>
            <p:ph type="sldNum" sz="quarter" idx="11"/>
          </p:nvPr>
        </p:nvSpPr>
        <p:spPr/>
        <p:txBody>
          <a:bodyPr rtlCol="0"/>
          <a:lstStyle>
            <a:lvl1pPr algn="ctr" eaLnBrk="0" hangingPunct="0">
              <a:defRPr sz="1200">
                <a:solidFill>
                  <a:prstClr val="white"/>
                </a:solidFill>
                <a:latin typeface="Roboto Regular"/>
                <a:ea typeface="+mn-ea"/>
                <a:cs typeface="Roboto Regular"/>
              </a:defRPr>
            </a:lvl1pPr>
          </a:lstStyle>
          <a:p>
            <a:pPr>
              <a:defRPr/>
            </a:pPr>
            <a:fld id="{D47ADA36-A8CF-4C35-B2C4-3B49055B8563}" type="slidenum">
              <a:rPr lang="en-US"/>
              <a:pPr>
                <a:defRPr/>
              </a:pPr>
              <a:t>‹#›</a:t>
            </a:fld>
            <a:endParaRPr lang="en-US" dirty="0"/>
          </a:p>
        </p:txBody>
      </p:sp>
    </p:spTree>
  </p:cSld>
  <p:clrMapOvr>
    <a:masterClrMapping/>
  </p:clrMapOvr>
  <p:transition spd="med"/>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9_Pic05">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853440" y="1497146"/>
            <a:ext cx="2560320" cy="1739900"/>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38" name="Picture Placeholder 7"/>
          <p:cNvSpPr>
            <a:spLocks noGrp="1"/>
          </p:cNvSpPr>
          <p:nvPr>
            <p:ph type="pic" sz="quarter" idx="19"/>
          </p:nvPr>
        </p:nvSpPr>
        <p:spPr>
          <a:xfrm>
            <a:off x="853440" y="3997942"/>
            <a:ext cx="2560320" cy="1739900"/>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41" name="Picture Placeholder 7"/>
          <p:cNvSpPr>
            <a:spLocks noGrp="1"/>
          </p:cNvSpPr>
          <p:nvPr>
            <p:ph type="pic" sz="quarter" idx="21"/>
          </p:nvPr>
        </p:nvSpPr>
        <p:spPr>
          <a:xfrm>
            <a:off x="3657600" y="1497146"/>
            <a:ext cx="2560320" cy="1739900"/>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44" name="Picture Placeholder 7"/>
          <p:cNvSpPr>
            <a:spLocks noGrp="1"/>
          </p:cNvSpPr>
          <p:nvPr>
            <p:ph type="pic" sz="quarter" idx="23"/>
          </p:nvPr>
        </p:nvSpPr>
        <p:spPr>
          <a:xfrm>
            <a:off x="3657600" y="3997942"/>
            <a:ext cx="2560320" cy="1739900"/>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6" name="Slide Number Placeholder 5"/>
          <p:cNvSpPr>
            <a:spLocks noGrp="1"/>
          </p:cNvSpPr>
          <p:nvPr>
            <p:ph type="sldNum" sz="quarter" idx="24"/>
          </p:nvPr>
        </p:nvSpPr>
        <p:spPr/>
        <p:txBody>
          <a:bodyPr rtlCol="0"/>
          <a:lstStyle>
            <a:lvl1pPr eaLnBrk="0" hangingPunct="0">
              <a:defRPr>
                <a:solidFill>
                  <a:prstClr val="white"/>
                </a:solidFill>
                <a:ea typeface="+mn-ea"/>
              </a:defRPr>
            </a:lvl1pPr>
          </a:lstStyle>
          <a:p>
            <a:pPr>
              <a:defRPr/>
            </a:pPr>
            <a:fld id="{F177A63F-8098-4020-BBC7-00A5EC0F2068}" type="slidenum">
              <a:rPr lang="en-US"/>
              <a:pPr>
                <a:defRPr/>
              </a:pPr>
              <a:t>‹#›</a:t>
            </a:fld>
            <a:endParaRPr lang="en-US"/>
          </a:p>
        </p:txBody>
      </p:sp>
    </p:spTree>
  </p:cSld>
  <p:clrMapOvr>
    <a:masterClrMapping/>
  </p:clrMapOvr>
  <p:transition spd="med"/>
  <p:timing>
    <p:tnLst>
      <p:par>
        <p:cT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0_Pic05">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887984" y="1325158"/>
            <a:ext cx="4531360" cy="1887703"/>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28" name="Picture Placeholder 7"/>
          <p:cNvSpPr>
            <a:spLocks noGrp="1"/>
          </p:cNvSpPr>
          <p:nvPr>
            <p:ph type="pic" sz="quarter" idx="19"/>
          </p:nvPr>
        </p:nvSpPr>
        <p:spPr>
          <a:xfrm>
            <a:off x="887984" y="3954611"/>
            <a:ext cx="4531360" cy="1904267"/>
          </a:xfrm>
          <a:prstGeom prst="rect">
            <a:avLst/>
          </a:prstGeom>
          <a:noFill/>
          <a:ln w="19050">
            <a:noFill/>
          </a:ln>
        </p:spPr>
        <p:txBody>
          <a:bodyPr tIns="0" bIns="487704" rtlCol="0" anchor="b">
            <a:normAutofit/>
          </a:bodyPr>
          <a:lstStyle>
            <a:lvl1pPr algn="ctr">
              <a:buNone/>
              <a:defRPr sz="1400" baseline="0">
                <a:solidFill>
                  <a:schemeClr val="tx1">
                    <a:lumMod val="50000"/>
                    <a:lumOff val="50000"/>
                  </a:schemeClr>
                </a:solidFill>
              </a:defRPr>
            </a:lvl1pPr>
          </a:lstStyle>
          <a:p>
            <a:pPr lvl="0"/>
            <a:r>
              <a:rPr lang="en-US" noProof="0" dirty="0" smtClean="0"/>
              <a:t>Click icon to add picture</a:t>
            </a:r>
            <a:endParaRPr lang="en-US" noProof="0" dirty="0"/>
          </a:p>
        </p:txBody>
      </p:sp>
      <p:sp>
        <p:nvSpPr>
          <p:cNvPr id="4" name="Slide Number Placeholder 5"/>
          <p:cNvSpPr>
            <a:spLocks noGrp="1"/>
          </p:cNvSpPr>
          <p:nvPr>
            <p:ph type="sldNum" sz="quarter" idx="20"/>
          </p:nvPr>
        </p:nvSpPr>
        <p:spPr/>
        <p:txBody>
          <a:bodyPr rtlCol="0"/>
          <a:lstStyle>
            <a:lvl1pPr eaLnBrk="0" hangingPunct="0">
              <a:defRPr>
                <a:solidFill>
                  <a:prstClr val="white"/>
                </a:solidFill>
                <a:ea typeface="+mn-ea"/>
              </a:defRPr>
            </a:lvl1pPr>
          </a:lstStyle>
          <a:p>
            <a:pPr>
              <a:defRPr/>
            </a:pPr>
            <a:fld id="{F59E1A33-C135-45D2-B6EF-786A79B21382}" type="slidenum">
              <a:rPr lang="en-US"/>
              <a:pPr>
                <a:defRPr/>
              </a:pPr>
              <a:t>‹#›</a:t>
            </a:fld>
            <a:endParaRPr lang="en-US"/>
          </a:p>
        </p:txBody>
      </p:sp>
    </p:spTree>
  </p:cSld>
  <p:clrMapOvr>
    <a:masterClrMapping/>
  </p:clrMapOvr>
  <p:transition spd="med"/>
  <p:timing>
    <p:tnLst>
      <p:par>
        <p:cT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9" name="Picture Placeholder 2"/>
          <p:cNvSpPr>
            <a:spLocks noGrp="1" noChangeAspect="1"/>
          </p:cNvSpPr>
          <p:nvPr>
            <p:ph type="pic" sz="quarter" idx="25"/>
          </p:nvPr>
        </p:nvSpPr>
        <p:spPr>
          <a:xfrm>
            <a:off x="4218185" y="1814403"/>
            <a:ext cx="3340603" cy="1892739"/>
          </a:xfrm>
        </p:spPr>
        <p:txBody>
          <a:bodyPr rtlCol="0">
            <a:normAutofit/>
          </a:bodyPr>
          <a:lstStyle>
            <a:lvl1pPr marL="0" indent="0" algn="ctr">
              <a:buNone/>
              <a:defRPr sz="1100">
                <a:latin typeface="Roboto Light"/>
                <a:cs typeface="Roboto Light"/>
              </a:defRPr>
            </a:lvl1pPr>
          </a:lstStyle>
          <a:p>
            <a:pPr lvl="0"/>
            <a:endParaRPr lang="id-ID" noProof="0" dirty="0"/>
          </a:p>
        </p:txBody>
      </p:sp>
      <p:sp>
        <p:nvSpPr>
          <p:cNvPr id="17" name="Picture Placeholder 2"/>
          <p:cNvSpPr>
            <a:spLocks noGrp="1" noChangeAspect="1"/>
          </p:cNvSpPr>
          <p:nvPr>
            <p:ph type="pic" sz="quarter" idx="22"/>
          </p:nvPr>
        </p:nvSpPr>
        <p:spPr>
          <a:xfrm>
            <a:off x="2684333" y="3690302"/>
            <a:ext cx="458889" cy="818462"/>
          </a:xfrm>
        </p:spPr>
        <p:txBody>
          <a:bodyPr rtlCol="0">
            <a:normAutofit/>
          </a:bodyPr>
          <a:lstStyle>
            <a:lvl1pPr marL="0" indent="0" algn="ctr">
              <a:lnSpc>
                <a:spcPct val="50000"/>
              </a:lnSpc>
              <a:buNone/>
              <a:defRPr sz="525">
                <a:latin typeface="Roboto Light"/>
                <a:cs typeface="Roboto Light"/>
              </a:defRPr>
            </a:lvl1pPr>
          </a:lstStyle>
          <a:p>
            <a:pPr lvl="0"/>
            <a:endParaRPr lang="id-ID" noProof="0" dirty="0" smtClean="0"/>
          </a:p>
        </p:txBody>
      </p:sp>
      <p:sp>
        <p:nvSpPr>
          <p:cNvPr id="10" name="Picture Placeholder 2"/>
          <p:cNvSpPr>
            <a:spLocks noGrp="1" noChangeAspect="1"/>
          </p:cNvSpPr>
          <p:nvPr>
            <p:ph type="pic" sz="quarter" idx="26"/>
          </p:nvPr>
        </p:nvSpPr>
        <p:spPr>
          <a:xfrm>
            <a:off x="7080920" y="3116204"/>
            <a:ext cx="2127997" cy="1356225"/>
          </a:xfrm>
        </p:spPr>
        <p:txBody>
          <a:bodyPr rtlCol="0">
            <a:normAutofit/>
          </a:bodyPr>
          <a:lstStyle>
            <a:lvl1pPr marL="0" indent="0" algn="ctr">
              <a:buNone/>
              <a:defRPr sz="1000">
                <a:latin typeface="Roboto Light"/>
                <a:cs typeface="Roboto Light"/>
              </a:defRPr>
            </a:lvl1pPr>
          </a:lstStyle>
          <a:p>
            <a:pPr lvl="0"/>
            <a:endParaRPr lang="id-ID" noProof="0" dirty="0"/>
          </a:p>
        </p:txBody>
      </p:sp>
      <p:sp>
        <p:nvSpPr>
          <p:cNvPr id="8" name="Picture Placeholder 2"/>
          <p:cNvSpPr>
            <a:spLocks noGrp="1" noChangeAspect="1"/>
          </p:cNvSpPr>
          <p:nvPr>
            <p:ph type="pic" sz="quarter" idx="24"/>
          </p:nvPr>
        </p:nvSpPr>
        <p:spPr>
          <a:xfrm>
            <a:off x="3321915" y="3039201"/>
            <a:ext cx="1127325" cy="1451271"/>
          </a:xfrm>
        </p:spPr>
        <p:txBody>
          <a:bodyPr rtlCol="0">
            <a:normAutofit/>
          </a:bodyPr>
          <a:lstStyle>
            <a:lvl1pPr marL="0" indent="0" algn="ctr">
              <a:buNone/>
              <a:defRPr sz="1000">
                <a:latin typeface="Roboto Light"/>
                <a:cs typeface="Roboto Light"/>
              </a:defRPr>
            </a:lvl1pPr>
          </a:lstStyle>
          <a:p>
            <a:pPr lvl="0"/>
            <a:endParaRPr lang="id-ID" noProof="0" dirty="0"/>
          </a:p>
        </p:txBody>
      </p:sp>
      <p:sp>
        <p:nvSpPr>
          <p:cNvPr id="6" name="Slide Number Placeholder 5"/>
          <p:cNvSpPr>
            <a:spLocks noGrp="1"/>
          </p:cNvSpPr>
          <p:nvPr>
            <p:ph type="sldNum" sz="quarter" idx="27"/>
          </p:nvPr>
        </p:nvSpPr>
        <p:spPr/>
        <p:txBody>
          <a:bodyPr rtlCol="0"/>
          <a:lstStyle>
            <a:lvl1pPr algn="ctr" eaLnBrk="0" hangingPunct="0">
              <a:defRPr sz="1200">
                <a:solidFill>
                  <a:prstClr val="white"/>
                </a:solidFill>
                <a:latin typeface="Roboto Regular"/>
                <a:ea typeface="+mn-ea"/>
                <a:cs typeface="Roboto Regular"/>
              </a:defRPr>
            </a:lvl1pPr>
          </a:lstStyle>
          <a:p>
            <a:pPr>
              <a:defRPr/>
            </a:pPr>
            <a:fld id="{7C6EC117-5DBA-4B75-BF20-1DD5F4C46800}"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tablet-mockup">
    <p:spTree>
      <p:nvGrpSpPr>
        <p:cNvPr id="1" name=""/>
        <p:cNvGrpSpPr/>
        <p:nvPr/>
      </p:nvGrpSpPr>
      <p:grpSpPr>
        <a:xfrm>
          <a:off x="0" y="0"/>
          <a:ext cx="0" cy="0"/>
          <a:chOff x="0" y="0"/>
          <a:chExt cx="0" cy="0"/>
        </a:xfrm>
      </p:grpSpPr>
      <p:sp>
        <p:nvSpPr>
          <p:cNvPr id="5" name="Oval 28"/>
          <p:cNvSpPr/>
          <p:nvPr userDrawn="1"/>
        </p:nvSpPr>
        <p:spPr>
          <a:xfrm>
            <a:off x="10968038" y="581025"/>
            <a:ext cx="393700" cy="39211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26" name="Picture Placeholder 9"/>
          <p:cNvSpPr>
            <a:spLocks noGrp="1" noChangeAspect="1"/>
          </p:cNvSpPr>
          <p:nvPr>
            <p:ph type="pic" sz="quarter" idx="10"/>
          </p:nvPr>
        </p:nvSpPr>
        <p:spPr>
          <a:xfrm>
            <a:off x="2157946" y="1854943"/>
            <a:ext cx="2029685" cy="2727848"/>
          </a:xfrm>
        </p:spPr>
        <p:txBody>
          <a:bodyPr rtlCol="0">
            <a:normAutofit/>
          </a:bodyPr>
          <a:lstStyle>
            <a:lvl1pPr marL="0" indent="0">
              <a:buNone/>
              <a:defRPr sz="1100">
                <a:solidFill>
                  <a:schemeClr val="tx1">
                    <a:lumMod val="50000"/>
                    <a:lumOff val="50000"/>
                  </a:schemeClr>
                </a:solidFill>
              </a:defRPr>
            </a:lvl1pPr>
          </a:lstStyle>
          <a:p>
            <a:pPr lvl="0"/>
            <a:endParaRPr lang="en-US" noProof="0" dirty="0"/>
          </a:p>
        </p:txBody>
      </p:sp>
      <p:sp>
        <p:nvSpPr>
          <p:cNvPr id="69" name="Picture Placeholder 9"/>
          <p:cNvSpPr>
            <a:spLocks noGrp="1" noChangeAspect="1"/>
          </p:cNvSpPr>
          <p:nvPr>
            <p:ph type="pic" sz="quarter" idx="11"/>
          </p:nvPr>
        </p:nvSpPr>
        <p:spPr>
          <a:xfrm>
            <a:off x="5073370" y="1854943"/>
            <a:ext cx="2078592" cy="2727845"/>
          </a:xfrm>
        </p:spPr>
        <p:txBody>
          <a:bodyPr rtlCol="0">
            <a:normAutofit/>
          </a:bodyPr>
          <a:lstStyle>
            <a:lvl1pPr marL="0" indent="0">
              <a:buNone/>
              <a:defRPr sz="1000">
                <a:solidFill>
                  <a:schemeClr val="tx1">
                    <a:lumMod val="50000"/>
                    <a:lumOff val="50000"/>
                  </a:schemeClr>
                </a:solidFill>
              </a:defRPr>
            </a:lvl1pPr>
          </a:lstStyle>
          <a:p>
            <a:pPr lvl="0"/>
            <a:endParaRPr lang="en-US" noProof="0" dirty="0"/>
          </a:p>
        </p:txBody>
      </p:sp>
      <p:sp>
        <p:nvSpPr>
          <p:cNvPr id="70" name="Picture Placeholder 9"/>
          <p:cNvSpPr>
            <a:spLocks noGrp="1" noChangeAspect="1"/>
          </p:cNvSpPr>
          <p:nvPr>
            <p:ph type="pic" sz="quarter" idx="12"/>
          </p:nvPr>
        </p:nvSpPr>
        <p:spPr>
          <a:xfrm>
            <a:off x="7918154" y="1856956"/>
            <a:ext cx="2079350" cy="2727848"/>
          </a:xfrm>
        </p:spPr>
        <p:txBody>
          <a:bodyPr rtlCol="0">
            <a:normAutofit/>
          </a:bodyPr>
          <a:lstStyle>
            <a:lvl1pPr marL="0" indent="0">
              <a:buNone/>
              <a:defRPr sz="1100">
                <a:solidFill>
                  <a:schemeClr val="tx1">
                    <a:lumMod val="50000"/>
                    <a:lumOff val="50000"/>
                  </a:schemeClr>
                </a:solidFill>
                <a:latin typeface="Roboto Light"/>
                <a:cs typeface="Roboto Light"/>
              </a:defRPr>
            </a:lvl1pPr>
          </a:lstStyle>
          <a:p>
            <a:pPr lvl="0"/>
            <a:endParaRPr lang="en-US" noProof="0" dirty="0"/>
          </a:p>
        </p:txBody>
      </p:sp>
      <p:sp>
        <p:nvSpPr>
          <p:cNvPr id="6" name="Slide Number Placeholder 5"/>
          <p:cNvSpPr>
            <a:spLocks noGrp="1"/>
          </p:cNvSpPr>
          <p:nvPr>
            <p:ph type="sldNum" sz="quarter" idx="13"/>
          </p:nvPr>
        </p:nvSpPr>
        <p:spPr/>
        <p:txBody>
          <a:bodyPr rtlCol="0"/>
          <a:lstStyle>
            <a:lvl1pPr algn="ctr" eaLnBrk="0" hangingPunct="0">
              <a:defRPr sz="1200">
                <a:solidFill>
                  <a:prstClr val="white"/>
                </a:solidFill>
                <a:latin typeface="Roboto Regular"/>
                <a:ea typeface="+mn-ea"/>
                <a:cs typeface="Roboto Regular"/>
              </a:defRPr>
            </a:lvl1pPr>
          </a:lstStyle>
          <a:p>
            <a:pPr>
              <a:defRPr/>
            </a:pPr>
            <a:fld id="{6A4161B5-2E32-4A03-A82C-9415351F953D}" type="slidenum">
              <a:rPr lang="en-US"/>
              <a:pPr>
                <a:defRPr/>
              </a:pPr>
              <a:t>‹#›</a:t>
            </a:fld>
            <a:endParaRPr lang="en-US" dirty="0"/>
          </a:p>
        </p:txBody>
      </p:sp>
    </p:spTree>
  </p:cSld>
  <p:clrMapOvr>
    <a:masterClrMapping/>
  </p:clrMapOvr>
  <p:transition spd="med"/>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iPhone 6 3x">
    <p:spTree>
      <p:nvGrpSpPr>
        <p:cNvPr id="1" name=""/>
        <p:cNvGrpSpPr/>
        <p:nvPr/>
      </p:nvGrpSpPr>
      <p:grpSpPr>
        <a:xfrm>
          <a:off x="0" y="0"/>
          <a:ext cx="0" cy="0"/>
          <a:chOff x="0" y="0"/>
          <a:chExt cx="0" cy="0"/>
        </a:xfrm>
      </p:grpSpPr>
      <p:sp>
        <p:nvSpPr>
          <p:cNvPr id="27" name="Picture Placeholder 16"/>
          <p:cNvSpPr>
            <a:spLocks noGrp="1"/>
          </p:cNvSpPr>
          <p:nvPr>
            <p:ph type="pic" sz="quarter" idx="10"/>
          </p:nvPr>
        </p:nvSpPr>
        <p:spPr>
          <a:xfrm>
            <a:off x="5076539" y="2054681"/>
            <a:ext cx="2020549" cy="3581554"/>
          </a:xfrm>
          <a:prstGeom prst="rect">
            <a:avLst/>
          </a:prstGeom>
        </p:spPr>
        <p:txBody>
          <a:bodyPr rtlCol="0">
            <a:normAutofit/>
          </a:bodyPr>
          <a:lstStyle>
            <a:lvl1pPr marL="0" indent="0">
              <a:buNone/>
              <a:defRPr sz="650"/>
            </a:lvl1pPr>
          </a:lstStyle>
          <a:p>
            <a:pPr lvl="0"/>
            <a:endParaRPr lang="en-US" noProof="0"/>
          </a:p>
        </p:txBody>
      </p:sp>
      <p:sp>
        <p:nvSpPr>
          <p:cNvPr id="29" name="Picture Placeholder 16"/>
          <p:cNvSpPr>
            <a:spLocks noGrp="1"/>
          </p:cNvSpPr>
          <p:nvPr>
            <p:ph type="pic" sz="quarter" idx="11"/>
          </p:nvPr>
        </p:nvSpPr>
        <p:spPr>
          <a:xfrm>
            <a:off x="3943026" y="2590800"/>
            <a:ext cx="1010123" cy="2514600"/>
          </a:xfrm>
          <a:prstGeom prst="rect">
            <a:avLst/>
          </a:prstGeom>
        </p:spPr>
        <p:txBody>
          <a:bodyPr rtlCol="0">
            <a:normAutofit/>
          </a:bodyPr>
          <a:lstStyle>
            <a:lvl1pPr marL="0" indent="0">
              <a:buNone/>
              <a:defRPr sz="650"/>
            </a:lvl1pPr>
          </a:lstStyle>
          <a:p>
            <a:pPr lvl="0"/>
            <a:endParaRPr lang="en-US" noProof="0" dirty="0"/>
          </a:p>
        </p:txBody>
      </p:sp>
      <p:sp>
        <p:nvSpPr>
          <p:cNvPr id="31" name="Picture Placeholder 16"/>
          <p:cNvSpPr>
            <a:spLocks noGrp="1"/>
          </p:cNvSpPr>
          <p:nvPr>
            <p:ph type="pic" sz="quarter" idx="12"/>
          </p:nvPr>
        </p:nvSpPr>
        <p:spPr>
          <a:xfrm>
            <a:off x="7200756" y="2590800"/>
            <a:ext cx="1010123" cy="2514600"/>
          </a:xfrm>
          <a:prstGeom prst="rect">
            <a:avLst/>
          </a:prstGeom>
        </p:spPr>
        <p:txBody>
          <a:bodyPr rtlCol="0">
            <a:normAutofit/>
          </a:bodyPr>
          <a:lstStyle>
            <a:lvl1pPr marL="0" indent="0">
              <a:buNone/>
              <a:defRPr sz="650"/>
            </a:lvl1pPr>
          </a:lstStyle>
          <a:p>
            <a:pPr lvl="0"/>
            <a:endParaRPr lang="en-US" noProof="0" dirty="0"/>
          </a:p>
        </p:txBody>
      </p:sp>
      <p:sp>
        <p:nvSpPr>
          <p:cNvPr id="5" name="Slide Number Placeholder 5"/>
          <p:cNvSpPr>
            <a:spLocks noGrp="1"/>
          </p:cNvSpPr>
          <p:nvPr>
            <p:ph type="sldNum" sz="quarter" idx="13"/>
          </p:nvPr>
        </p:nvSpPr>
        <p:spPr/>
        <p:txBody>
          <a:bodyPr rtlCol="0"/>
          <a:lstStyle>
            <a:lvl1pPr algn="ctr" eaLnBrk="0" hangingPunct="0">
              <a:defRPr sz="1200">
                <a:solidFill>
                  <a:prstClr val="white"/>
                </a:solidFill>
                <a:latin typeface="Roboto Regular"/>
                <a:ea typeface="+mn-ea"/>
                <a:cs typeface="Roboto Regular"/>
              </a:defRPr>
            </a:lvl1pPr>
          </a:lstStyle>
          <a:p>
            <a:pPr>
              <a:defRPr/>
            </a:pPr>
            <a:fld id="{FD6DCE9F-A502-41A7-A56E-53BD7AFFA0D5}"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Laptop Project">
    <p:spTree>
      <p:nvGrpSpPr>
        <p:cNvPr id="1" name=""/>
        <p:cNvGrpSpPr/>
        <p:nvPr/>
      </p:nvGrpSpPr>
      <p:grpSpPr>
        <a:xfrm>
          <a:off x="0" y="0"/>
          <a:ext cx="0" cy="0"/>
          <a:chOff x="0" y="0"/>
          <a:chExt cx="0" cy="0"/>
        </a:xfrm>
      </p:grpSpPr>
      <p:sp>
        <p:nvSpPr>
          <p:cNvPr id="14" name="Picture Placeholder 9"/>
          <p:cNvSpPr>
            <a:spLocks noGrp="1"/>
          </p:cNvSpPr>
          <p:nvPr>
            <p:ph type="pic" sz="quarter" idx="11"/>
          </p:nvPr>
        </p:nvSpPr>
        <p:spPr>
          <a:xfrm>
            <a:off x="1599020" y="2321783"/>
            <a:ext cx="4422647" cy="2769218"/>
          </a:xfrm>
          <a:prstGeom prst="rect">
            <a:avLst/>
          </a:prstGeom>
        </p:spPr>
        <p:txBody>
          <a:bodyPr rtlCol="0">
            <a:normAutofit/>
          </a:bodyPr>
          <a:lstStyle>
            <a:lvl1pPr marL="0" indent="0">
              <a:buNone/>
              <a:defRPr sz="1050">
                <a:solidFill>
                  <a:schemeClr val="tx1">
                    <a:lumMod val="50000"/>
                    <a:lumOff val="50000"/>
                  </a:schemeClr>
                </a:solidFill>
              </a:defRPr>
            </a:lvl1pPr>
          </a:lstStyle>
          <a:p>
            <a:pPr lvl="0"/>
            <a:endParaRPr lang="en-US" noProof="0"/>
          </a:p>
        </p:txBody>
      </p:sp>
      <p:sp>
        <p:nvSpPr>
          <p:cNvPr id="3" name="Slide Number Placeholder 5"/>
          <p:cNvSpPr>
            <a:spLocks noGrp="1"/>
          </p:cNvSpPr>
          <p:nvPr>
            <p:ph type="sldNum" sz="quarter" idx="12"/>
          </p:nvPr>
        </p:nvSpPr>
        <p:spPr/>
        <p:txBody>
          <a:bodyPr rtlCol="0"/>
          <a:lstStyle>
            <a:lvl1pPr algn="ctr" eaLnBrk="0" hangingPunct="0">
              <a:defRPr sz="1200">
                <a:solidFill>
                  <a:prstClr val="white"/>
                </a:solidFill>
                <a:latin typeface="Roboto Regular"/>
                <a:ea typeface="+mn-ea"/>
                <a:cs typeface="Roboto Regular"/>
              </a:defRPr>
            </a:lvl1pPr>
          </a:lstStyle>
          <a:p>
            <a:pPr>
              <a:defRPr/>
            </a:pPr>
            <a:fld id="{F744F059-BBC3-4382-AE8C-E26952275205}"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Desktop Project">
    <p:spTree>
      <p:nvGrpSpPr>
        <p:cNvPr id="1" name=""/>
        <p:cNvGrpSpPr/>
        <p:nvPr/>
      </p:nvGrpSpPr>
      <p:grpSpPr>
        <a:xfrm>
          <a:off x="0" y="0"/>
          <a:ext cx="0" cy="0"/>
          <a:chOff x="0" y="0"/>
          <a:chExt cx="0" cy="0"/>
        </a:xfrm>
      </p:grpSpPr>
      <p:sp>
        <p:nvSpPr>
          <p:cNvPr id="14" name="Picture Placeholder 9"/>
          <p:cNvSpPr>
            <a:spLocks noGrp="1"/>
          </p:cNvSpPr>
          <p:nvPr>
            <p:ph type="pic" sz="quarter" idx="11"/>
          </p:nvPr>
        </p:nvSpPr>
        <p:spPr>
          <a:xfrm>
            <a:off x="6639624" y="1975278"/>
            <a:ext cx="4339462" cy="2491082"/>
          </a:xfrm>
          <a:prstGeom prst="rect">
            <a:avLst/>
          </a:prstGeom>
        </p:spPr>
        <p:txBody>
          <a:bodyPr rtlCol="0">
            <a:normAutofit/>
          </a:bodyPr>
          <a:lstStyle>
            <a:lvl1pPr marL="0" indent="0">
              <a:buNone/>
              <a:defRPr sz="1050">
                <a:solidFill>
                  <a:schemeClr val="tx2"/>
                </a:solidFill>
              </a:defRPr>
            </a:lvl1pPr>
          </a:lstStyle>
          <a:p>
            <a:pPr lvl="0"/>
            <a:endParaRPr lang="en-US" noProof="0"/>
          </a:p>
        </p:txBody>
      </p:sp>
      <p:sp>
        <p:nvSpPr>
          <p:cNvPr id="3" name="Slide Number Placeholder 5"/>
          <p:cNvSpPr>
            <a:spLocks noGrp="1"/>
          </p:cNvSpPr>
          <p:nvPr>
            <p:ph type="sldNum" sz="quarter" idx="12"/>
          </p:nvPr>
        </p:nvSpPr>
        <p:spPr/>
        <p:txBody>
          <a:bodyPr rtlCol="0"/>
          <a:lstStyle>
            <a:lvl1pPr algn="ctr" eaLnBrk="0" hangingPunct="0">
              <a:defRPr sz="1200">
                <a:solidFill>
                  <a:prstClr val="white"/>
                </a:solidFill>
                <a:latin typeface="Roboto Regular"/>
                <a:ea typeface="+mn-ea"/>
                <a:cs typeface="Roboto Regular"/>
              </a:defRPr>
            </a:lvl1pPr>
          </a:lstStyle>
          <a:p>
            <a:pPr>
              <a:defRPr/>
            </a:pPr>
            <a:fld id="{C2D27705-7F25-4141-B42D-D42DCB8C5D82}"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iPad Air">
    <p:spTree>
      <p:nvGrpSpPr>
        <p:cNvPr id="1" name=""/>
        <p:cNvGrpSpPr/>
        <p:nvPr/>
      </p:nvGrpSpPr>
      <p:grpSpPr>
        <a:xfrm>
          <a:off x="0" y="0"/>
          <a:ext cx="0" cy="0"/>
          <a:chOff x="0" y="0"/>
          <a:chExt cx="0" cy="0"/>
        </a:xfrm>
      </p:grpSpPr>
      <p:sp>
        <p:nvSpPr>
          <p:cNvPr id="5" name="Picture Placeholder 12"/>
          <p:cNvSpPr>
            <a:spLocks noGrp="1"/>
          </p:cNvSpPr>
          <p:nvPr>
            <p:ph type="pic" sz="quarter" idx="14"/>
          </p:nvPr>
        </p:nvSpPr>
        <p:spPr>
          <a:xfrm>
            <a:off x="4686483" y="2019300"/>
            <a:ext cx="2978936" cy="4000500"/>
          </a:xfrm>
        </p:spPr>
        <p:txBody>
          <a:bodyPr rtlCol="0">
            <a:normAutofit/>
          </a:bodyPr>
          <a:lstStyle>
            <a:lvl1pPr>
              <a:defRPr sz="1400"/>
            </a:lvl1pPr>
          </a:lstStyle>
          <a:p>
            <a:pPr lvl="0"/>
            <a:endParaRPr lang="en-US" noProof="0" dirty="0"/>
          </a:p>
        </p:txBody>
      </p:sp>
      <p:sp>
        <p:nvSpPr>
          <p:cNvPr id="3" name="Slide Number Placeholder 5"/>
          <p:cNvSpPr>
            <a:spLocks noGrp="1"/>
          </p:cNvSpPr>
          <p:nvPr>
            <p:ph type="sldNum" sz="quarter" idx="15"/>
          </p:nvPr>
        </p:nvSpPr>
        <p:spPr/>
        <p:txBody>
          <a:bodyPr rtlCol="0"/>
          <a:lstStyle>
            <a:lvl1pPr algn="ctr" eaLnBrk="0" hangingPunct="0">
              <a:defRPr sz="1200">
                <a:solidFill>
                  <a:prstClr val="white"/>
                </a:solidFill>
                <a:latin typeface="Roboto Regular"/>
                <a:ea typeface="+mn-ea"/>
                <a:cs typeface="Roboto Regular"/>
              </a:defRPr>
            </a:lvl1pPr>
          </a:lstStyle>
          <a:p>
            <a:pPr>
              <a:defRPr/>
            </a:pPr>
            <a:fld id="{8EABCD7A-318A-407C-9188-ABEAF8C93E28}"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4500563" y="1779588"/>
            <a:ext cx="3194050" cy="2266950"/>
          </a:xfrm>
        </p:spPr>
        <p:txBody>
          <a:bodyPr rtlCol="0">
            <a:normAutofit/>
          </a:bodyPr>
          <a:lstStyle>
            <a:lvl1pPr marL="0" indent="0">
              <a:buNone/>
              <a:defRPr sz="2000">
                <a:solidFill>
                  <a:schemeClr val="tx2"/>
                </a:solidFill>
                <a:latin typeface="Roboto Light"/>
                <a:cs typeface="Roboto Light"/>
              </a:defRPr>
            </a:lvl1pPr>
          </a:lstStyle>
          <a:p>
            <a:pPr lvl="0"/>
            <a:endParaRPr lang="id-ID" noProof="0" dirty="0"/>
          </a:p>
        </p:txBody>
      </p:sp>
      <p:sp>
        <p:nvSpPr>
          <p:cNvPr id="10" name="Picture Placeholder 2"/>
          <p:cNvSpPr>
            <a:spLocks noGrp="1"/>
          </p:cNvSpPr>
          <p:nvPr>
            <p:ph type="pic" sz="quarter" idx="12"/>
          </p:nvPr>
        </p:nvSpPr>
        <p:spPr>
          <a:xfrm>
            <a:off x="7808913" y="1779588"/>
            <a:ext cx="3216275" cy="2266950"/>
          </a:xfrm>
        </p:spPr>
        <p:txBody>
          <a:bodyPr rtlCol="0">
            <a:normAutofit/>
          </a:bodyPr>
          <a:lstStyle>
            <a:lvl1pPr marL="0" indent="0">
              <a:buNone/>
              <a:defRPr sz="2000">
                <a:solidFill>
                  <a:schemeClr val="tx2"/>
                </a:solidFill>
                <a:latin typeface="Roboto Light"/>
                <a:cs typeface="Roboto Light"/>
              </a:defRPr>
            </a:lvl1pPr>
          </a:lstStyle>
          <a:p>
            <a:pPr lvl="0"/>
            <a:endParaRPr lang="id-ID" noProof="0" dirty="0"/>
          </a:p>
        </p:txBody>
      </p:sp>
      <p:sp>
        <p:nvSpPr>
          <p:cNvPr id="11" name="Picture Placeholder 2"/>
          <p:cNvSpPr>
            <a:spLocks noGrp="1"/>
          </p:cNvSpPr>
          <p:nvPr>
            <p:ph type="pic" sz="quarter" idx="15"/>
          </p:nvPr>
        </p:nvSpPr>
        <p:spPr>
          <a:xfrm>
            <a:off x="1210109" y="1795468"/>
            <a:ext cx="3201554" cy="2251071"/>
          </a:xfrm>
        </p:spPr>
        <p:txBody>
          <a:bodyPr rtlCol="0">
            <a:normAutofit/>
          </a:bodyPr>
          <a:lstStyle>
            <a:lvl1pPr marL="0" indent="0">
              <a:buNone/>
              <a:defRPr sz="2000">
                <a:solidFill>
                  <a:schemeClr val="tx2"/>
                </a:solidFill>
                <a:latin typeface="Roboto Light"/>
                <a:cs typeface="Roboto Light"/>
              </a:defRPr>
            </a:lvl1pPr>
          </a:lstStyle>
          <a:p>
            <a:pPr lvl="0"/>
            <a:endParaRPr lang="id-ID" noProof="0" dirty="0"/>
          </a:p>
        </p:txBody>
      </p:sp>
      <p:sp>
        <p:nvSpPr>
          <p:cNvPr id="5" name="Slide Number Placeholder 5"/>
          <p:cNvSpPr>
            <a:spLocks noGrp="1"/>
          </p:cNvSpPr>
          <p:nvPr>
            <p:ph type="sldNum" sz="quarter" idx="16"/>
          </p:nvPr>
        </p:nvSpPr>
        <p:spPr/>
        <p:txBody>
          <a:bodyPr rtlCol="0"/>
          <a:lstStyle>
            <a:lvl1pPr algn="ctr" eaLnBrk="0" hangingPunct="0">
              <a:defRPr sz="1200">
                <a:solidFill>
                  <a:prstClr val="white"/>
                </a:solidFill>
                <a:latin typeface="Roboto Regular"/>
                <a:ea typeface="+mn-ea"/>
                <a:cs typeface="Roboto Regular"/>
              </a:defRPr>
            </a:lvl1pPr>
          </a:lstStyle>
          <a:p>
            <a:pPr>
              <a:defRPr/>
            </a:pPr>
            <a:fld id="{00B7E753-9F9F-454C-B644-023DD88C1927}"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Quote">
    <p:spTree>
      <p:nvGrpSpPr>
        <p:cNvPr id="1" name=""/>
        <p:cNvGrpSpPr/>
        <p:nvPr/>
      </p:nvGrpSpPr>
      <p:grpSpPr>
        <a:xfrm>
          <a:off x="0" y="0"/>
          <a:ext cx="0" cy="0"/>
          <a:chOff x="0" y="0"/>
          <a:chExt cx="0" cy="0"/>
        </a:xfrm>
      </p:grpSpPr>
      <p:sp>
        <p:nvSpPr>
          <p:cNvPr id="12" name="Picture Placeholder 2"/>
          <p:cNvSpPr>
            <a:spLocks noGrp="1"/>
          </p:cNvSpPr>
          <p:nvPr>
            <p:ph type="pic" sz="quarter" idx="13"/>
          </p:nvPr>
        </p:nvSpPr>
        <p:spPr>
          <a:xfrm>
            <a:off x="1021766" y="1833691"/>
            <a:ext cx="2411549" cy="1828800"/>
          </a:xfrm>
        </p:spPr>
        <p:txBody>
          <a:bodyPr rtlCol="0">
            <a:normAutofit/>
          </a:bodyPr>
          <a:lstStyle>
            <a:lvl1pPr marL="0" indent="0">
              <a:buNone/>
              <a:defRPr sz="1600">
                <a:solidFill>
                  <a:schemeClr val="tx1"/>
                </a:solidFill>
              </a:defRPr>
            </a:lvl1pPr>
          </a:lstStyle>
          <a:p>
            <a:pPr lvl="0"/>
            <a:endParaRPr lang="en-US" noProof="0"/>
          </a:p>
        </p:txBody>
      </p:sp>
      <p:sp>
        <p:nvSpPr>
          <p:cNvPr id="13" name="Picture Placeholder 2"/>
          <p:cNvSpPr>
            <a:spLocks noGrp="1"/>
          </p:cNvSpPr>
          <p:nvPr>
            <p:ph type="pic" sz="quarter" idx="14"/>
          </p:nvPr>
        </p:nvSpPr>
        <p:spPr>
          <a:xfrm>
            <a:off x="3621426" y="1833691"/>
            <a:ext cx="2411549" cy="1828800"/>
          </a:xfrm>
        </p:spPr>
        <p:txBody>
          <a:bodyPr rtlCol="0">
            <a:normAutofit/>
          </a:bodyPr>
          <a:lstStyle>
            <a:lvl1pPr marL="0" indent="0">
              <a:buNone/>
              <a:defRPr sz="1600">
                <a:solidFill>
                  <a:schemeClr val="tx1"/>
                </a:solidFill>
              </a:defRPr>
            </a:lvl1pPr>
          </a:lstStyle>
          <a:p>
            <a:pPr lvl="0"/>
            <a:endParaRPr lang="en-US" noProof="0"/>
          </a:p>
        </p:txBody>
      </p:sp>
      <p:sp>
        <p:nvSpPr>
          <p:cNvPr id="14" name="Picture Placeholder 2"/>
          <p:cNvSpPr>
            <a:spLocks noGrp="1"/>
          </p:cNvSpPr>
          <p:nvPr>
            <p:ph type="pic" sz="quarter" idx="15"/>
          </p:nvPr>
        </p:nvSpPr>
        <p:spPr>
          <a:xfrm>
            <a:off x="6224652" y="1833691"/>
            <a:ext cx="2411549" cy="1828800"/>
          </a:xfrm>
        </p:spPr>
        <p:txBody>
          <a:bodyPr rtlCol="0">
            <a:normAutofit/>
          </a:bodyPr>
          <a:lstStyle>
            <a:lvl1pPr marL="0" indent="0">
              <a:buNone/>
              <a:defRPr sz="1600">
                <a:solidFill>
                  <a:schemeClr val="tx1"/>
                </a:solidFill>
              </a:defRPr>
            </a:lvl1pPr>
          </a:lstStyle>
          <a:p>
            <a:pPr lvl="0"/>
            <a:endParaRPr lang="en-US" noProof="0"/>
          </a:p>
        </p:txBody>
      </p:sp>
      <p:sp>
        <p:nvSpPr>
          <p:cNvPr id="15" name="Picture Placeholder 2"/>
          <p:cNvSpPr>
            <a:spLocks noGrp="1"/>
          </p:cNvSpPr>
          <p:nvPr>
            <p:ph type="pic" sz="quarter" idx="16"/>
          </p:nvPr>
        </p:nvSpPr>
        <p:spPr>
          <a:xfrm>
            <a:off x="8824312" y="1833691"/>
            <a:ext cx="2411549" cy="1828800"/>
          </a:xfrm>
        </p:spPr>
        <p:txBody>
          <a:bodyPr rtlCol="0">
            <a:normAutofit/>
          </a:bodyPr>
          <a:lstStyle>
            <a:lvl1pPr marL="0" indent="0">
              <a:buNone/>
              <a:defRPr sz="1600">
                <a:solidFill>
                  <a:schemeClr val="tx1"/>
                </a:solidFill>
              </a:defRPr>
            </a:lvl1pPr>
          </a:lstStyle>
          <a:p>
            <a:pPr lvl="0"/>
            <a:endParaRPr lang="en-US" noProof="0"/>
          </a:p>
        </p:txBody>
      </p:sp>
      <p:sp>
        <p:nvSpPr>
          <p:cNvPr id="6" name="Slide Number Placeholder 5"/>
          <p:cNvSpPr>
            <a:spLocks noGrp="1"/>
          </p:cNvSpPr>
          <p:nvPr>
            <p:ph type="sldNum" sz="quarter" idx="17"/>
          </p:nvPr>
        </p:nvSpPr>
        <p:spPr/>
        <p:txBody>
          <a:bodyPr rtlCol="0"/>
          <a:lstStyle>
            <a:lvl1pPr algn="ctr" eaLnBrk="0" hangingPunct="0">
              <a:defRPr sz="1200">
                <a:solidFill>
                  <a:prstClr val="white"/>
                </a:solidFill>
                <a:latin typeface="Roboto Regular"/>
                <a:ea typeface="+mn-ea"/>
                <a:cs typeface="Roboto Regular"/>
              </a:defRPr>
            </a:lvl1pPr>
          </a:lstStyle>
          <a:p>
            <a:pPr>
              <a:defRPr/>
            </a:pPr>
            <a:fld id="{F35F1F95-4F1F-4573-8C9F-248272E6A9BA}"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Portfolio-2">
    <p:spTree>
      <p:nvGrpSpPr>
        <p:cNvPr id="1" name=""/>
        <p:cNvGrpSpPr/>
        <p:nvPr/>
      </p:nvGrpSpPr>
      <p:grpSpPr>
        <a:xfrm>
          <a:off x="0" y="0"/>
          <a:ext cx="0" cy="0"/>
          <a:chOff x="0" y="0"/>
          <a:chExt cx="0" cy="0"/>
        </a:xfrm>
      </p:grpSpPr>
      <p:sp>
        <p:nvSpPr>
          <p:cNvPr id="15" name="Picture Placeholder 13"/>
          <p:cNvSpPr>
            <a:spLocks noGrp="1"/>
          </p:cNvSpPr>
          <p:nvPr>
            <p:ph type="pic" sz="quarter" idx="11"/>
          </p:nvPr>
        </p:nvSpPr>
        <p:spPr>
          <a:xfrm>
            <a:off x="3785657" y="1647680"/>
            <a:ext cx="2317411" cy="2315293"/>
          </a:xfrm>
          <a:effectLst/>
        </p:spPr>
        <p:txBody>
          <a:bodyPr rtlCol="0">
            <a:normAutofit/>
          </a:bodyPr>
          <a:lstStyle>
            <a:lvl1pPr marL="0" indent="0">
              <a:buNone/>
              <a:defRPr sz="1800">
                <a:ln>
                  <a:noFill/>
                </a:ln>
                <a:solidFill>
                  <a:schemeClr val="tx1"/>
                </a:solidFill>
                <a:latin typeface="Roboto Light"/>
                <a:cs typeface="Roboto Light"/>
              </a:defRPr>
            </a:lvl1pPr>
          </a:lstStyle>
          <a:p>
            <a:pPr lvl="0"/>
            <a:endParaRPr lang="en-US" noProof="0" dirty="0"/>
          </a:p>
        </p:txBody>
      </p:sp>
      <p:sp>
        <p:nvSpPr>
          <p:cNvPr id="17" name="Picture Placeholder 13"/>
          <p:cNvSpPr>
            <a:spLocks noGrp="1"/>
          </p:cNvSpPr>
          <p:nvPr>
            <p:ph type="pic" sz="quarter" idx="13"/>
          </p:nvPr>
        </p:nvSpPr>
        <p:spPr>
          <a:xfrm>
            <a:off x="6169719" y="1657941"/>
            <a:ext cx="4695167" cy="4690877"/>
          </a:xfrm>
          <a:effectLst/>
        </p:spPr>
        <p:txBody>
          <a:bodyPr rtlCol="0">
            <a:normAutofit/>
          </a:bodyPr>
          <a:lstStyle>
            <a:lvl1pPr marL="0" indent="0">
              <a:buNone/>
              <a:defRPr sz="1800">
                <a:ln>
                  <a:noFill/>
                </a:ln>
                <a:solidFill>
                  <a:schemeClr val="tx1"/>
                </a:solidFill>
                <a:latin typeface="Roboto Light"/>
                <a:cs typeface="Roboto Light"/>
              </a:defRPr>
            </a:lvl1pPr>
          </a:lstStyle>
          <a:p>
            <a:pPr lvl="0"/>
            <a:endParaRPr lang="en-US" noProof="0" dirty="0"/>
          </a:p>
        </p:txBody>
      </p:sp>
      <p:sp>
        <p:nvSpPr>
          <p:cNvPr id="13" name="Picture Placeholder 13"/>
          <p:cNvSpPr>
            <a:spLocks noGrp="1"/>
          </p:cNvSpPr>
          <p:nvPr>
            <p:ph type="pic" sz="quarter" idx="16"/>
          </p:nvPr>
        </p:nvSpPr>
        <p:spPr>
          <a:xfrm>
            <a:off x="1397693" y="4033527"/>
            <a:ext cx="2317411" cy="2315295"/>
          </a:xfrm>
          <a:effectLst/>
        </p:spPr>
        <p:txBody>
          <a:bodyPr rtlCol="0">
            <a:normAutofit/>
          </a:bodyPr>
          <a:lstStyle>
            <a:lvl1pPr marL="0" indent="0">
              <a:buNone/>
              <a:defRPr sz="1800">
                <a:ln>
                  <a:noFill/>
                </a:ln>
                <a:solidFill>
                  <a:schemeClr val="tx1"/>
                </a:solidFill>
                <a:latin typeface="Roboto Light"/>
                <a:cs typeface="Roboto Light"/>
              </a:defRPr>
            </a:lvl1pPr>
          </a:lstStyle>
          <a:p>
            <a:pPr lvl="0"/>
            <a:endParaRPr lang="en-US" noProof="0" dirty="0"/>
          </a:p>
        </p:txBody>
      </p:sp>
      <p:sp>
        <p:nvSpPr>
          <p:cNvPr id="5" name="Slide Number Placeholder 5"/>
          <p:cNvSpPr>
            <a:spLocks noGrp="1"/>
          </p:cNvSpPr>
          <p:nvPr>
            <p:ph type="sldNum" sz="quarter" idx="17"/>
          </p:nvPr>
        </p:nvSpPr>
        <p:spPr/>
        <p:txBody>
          <a:bodyPr rtlCol="0"/>
          <a:lstStyle>
            <a:lvl1pPr algn="ctr" eaLnBrk="0" hangingPunct="0">
              <a:defRPr sz="1200">
                <a:solidFill>
                  <a:prstClr val="white"/>
                </a:solidFill>
                <a:latin typeface="Roboto Regular"/>
                <a:ea typeface="+mn-ea"/>
                <a:cs typeface="Roboto Regular"/>
              </a:defRPr>
            </a:lvl1pPr>
          </a:lstStyle>
          <a:p>
            <a:pPr>
              <a:defRPr/>
            </a:pPr>
            <a:fld id="{EDD00B0B-7788-4CD7-8626-DBD25B0DF9D0}"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p:cNvSpPr>
          <p:nvPr>
            <p:ph type="pic" sz="quarter" idx="10"/>
          </p:nvPr>
        </p:nvSpPr>
        <p:spPr>
          <a:xfrm>
            <a:off x="1421883" y="1647680"/>
            <a:ext cx="2317411" cy="2315293"/>
          </a:xfrm>
          <a:ln>
            <a:noFill/>
          </a:ln>
          <a:effectLst/>
        </p:spPr>
        <p:txBody>
          <a:bodyPr rtlCol="0">
            <a:normAutofit/>
          </a:bodyPr>
          <a:lstStyle>
            <a:lvl1pPr marL="0" indent="0">
              <a:buNone/>
              <a:defRPr sz="1200">
                <a:ln>
                  <a:noFill/>
                </a:ln>
                <a:solidFill>
                  <a:schemeClr val="tx1"/>
                </a:solidFill>
                <a:latin typeface="Roboto Light"/>
                <a:cs typeface="Roboto Light"/>
              </a:defRPr>
            </a:lvl1pPr>
          </a:lstStyle>
          <a:p>
            <a:pPr lvl="0"/>
            <a:endParaRPr lang="en-US" noProof="0" dirty="0"/>
          </a:p>
        </p:txBody>
      </p:sp>
      <p:sp>
        <p:nvSpPr>
          <p:cNvPr id="28" name="Picture Placeholder 13"/>
          <p:cNvSpPr>
            <a:spLocks noGrp="1"/>
          </p:cNvSpPr>
          <p:nvPr>
            <p:ph type="pic" sz="quarter" idx="14"/>
          </p:nvPr>
        </p:nvSpPr>
        <p:spPr>
          <a:xfrm>
            <a:off x="6113147" y="1647680"/>
            <a:ext cx="2317411" cy="2315293"/>
          </a:xfrm>
          <a:ln>
            <a:noFill/>
          </a:ln>
          <a:effectLst/>
        </p:spPr>
        <p:txBody>
          <a:bodyPr rtlCol="0">
            <a:normAutofit/>
          </a:bodyPr>
          <a:lstStyle>
            <a:lvl1pPr marL="0" indent="0">
              <a:buNone/>
              <a:defRPr sz="1200">
                <a:ln>
                  <a:noFill/>
                </a:ln>
                <a:solidFill>
                  <a:schemeClr val="tx1"/>
                </a:solidFill>
                <a:latin typeface="Roboto Light"/>
                <a:cs typeface="Roboto Light"/>
              </a:defRPr>
            </a:lvl1pPr>
          </a:lstStyle>
          <a:p>
            <a:pPr lvl="0"/>
            <a:endParaRPr lang="en-US" noProof="0" dirty="0"/>
          </a:p>
        </p:txBody>
      </p:sp>
      <p:sp>
        <p:nvSpPr>
          <p:cNvPr id="30" name="Picture Placeholder 13"/>
          <p:cNvSpPr>
            <a:spLocks noGrp="1"/>
          </p:cNvSpPr>
          <p:nvPr>
            <p:ph type="pic" sz="quarter" idx="15"/>
          </p:nvPr>
        </p:nvSpPr>
        <p:spPr>
          <a:xfrm>
            <a:off x="1421883" y="4061748"/>
            <a:ext cx="2317411" cy="2315293"/>
          </a:xfrm>
          <a:ln>
            <a:noFill/>
          </a:ln>
          <a:effectLst/>
        </p:spPr>
        <p:txBody>
          <a:bodyPr rtlCol="0">
            <a:normAutofit/>
          </a:bodyPr>
          <a:lstStyle>
            <a:lvl1pPr marL="0" indent="0">
              <a:buNone/>
              <a:defRPr sz="1200">
                <a:ln>
                  <a:noFill/>
                </a:ln>
                <a:solidFill>
                  <a:schemeClr val="tx1"/>
                </a:solidFill>
                <a:latin typeface="Roboto Light"/>
                <a:cs typeface="Roboto Light"/>
              </a:defRPr>
            </a:lvl1pPr>
          </a:lstStyle>
          <a:p>
            <a:pPr lvl="0"/>
            <a:endParaRPr lang="en-US" noProof="0" dirty="0"/>
          </a:p>
        </p:txBody>
      </p:sp>
      <p:sp>
        <p:nvSpPr>
          <p:cNvPr id="33" name="Picture Placeholder 13"/>
          <p:cNvSpPr>
            <a:spLocks noGrp="1"/>
          </p:cNvSpPr>
          <p:nvPr>
            <p:ph type="pic" sz="quarter" idx="16"/>
          </p:nvPr>
        </p:nvSpPr>
        <p:spPr>
          <a:xfrm>
            <a:off x="6113147" y="4061748"/>
            <a:ext cx="2317411" cy="2315293"/>
          </a:xfrm>
          <a:ln>
            <a:noFill/>
          </a:ln>
          <a:effectLst/>
        </p:spPr>
        <p:txBody>
          <a:bodyPr rtlCol="0">
            <a:normAutofit/>
          </a:bodyPr>
          <a:lstStyle>
            <a:lvl1pPr marL="0" indent="0">
              <a:buNone/>
              <a:defRPr sz="1200">
                <a:ln>
                  <a:noFill/>
                </a:ln>
                <a:solidFill>
                  <a:schemeClr val="tx1"/>
                </a:solidFill>
                <a:latin typeface="Roboto Light"/>
                <a:cs typeface="Roboto Light"/>
              </a:defRPr>
            </a:lvl1pPr>
          </a:lstStyle>
          <a:p>
            <a:pPr lvl="0"/>
            <a:endParaRPr lang="en-US" noProof="0" dirty="0"/>
          </a:p>
        </p:txBody>
      </p:sp>
      <p:sp>
        <p:nvSpPr>
          <p:cNvPr id="6" name="Slide Number Placeholder 5"/>
          <p:cNvSpPr>
            <a:spLocks noGrp="1"/>
          </p:cNvSpPr>
          <p:nvPr>
            <p:ph type="sldNum" sz="quarter" idx="17"/>
          </p:nvPr>
        </p:nvSpPr>
        <p:spPr/>
        <p:txBody>
          <a:bodyPr rtlCol="0"/>
          <a:lstStyle>
            <a:lvl1pPr algn="ctr" eaLnBrk="0" hangingPunct="0">
              <a:defRPr sz="1200">
                <a:solidFill>
                  <a:prstClr val="white"/>
                </a:solidFill>
                <a:latin typeface="Roboto Regular"/>
                <a:ea typeface="+mn-ea"/>
                <a:cs typeface="Roboto Regular"/>
              </a:defRPr>
            </a:lvl1pPr>
          </a:lstStyle>
          <a:p>
            <a:pPr>
              <a:defRPr/>
            </a:pPr>
            <a:fld id="{61997C00-D104-4D4A-AD9E-89183D210372}"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Portfolio-4">
    <p:spTree>
      <p:nvGrpSpPr>
        <p:cNvPr id="1" name=""/>
        <p:cNvGrpSpPr/>
        <p:nvPr/>
      </p:nvGrpSpPr>
      <p:grpSpPr>
        <a:xfrm>
          <a:off x="0" y="0"/>
          <a:ext cx="0" cy="0"/>
          <a:chOff x="0" y="0"/>
          <a:chExt cx="0" cy="0"/>
        </a:xfrm>
      </p:grpSpPr>
      <p:sp>
        <p:nvSpPr>
          <p:cNvPr id="13" name="Picture Placeholder 12"/>
          <p:cNvSpPr>
            <a:spLocks noGrp="1" noChangeAspect="1"/>
          </p:cNvSpPr>
          <p:nvPr>
            <p:ph type="pic" sz="quarter" idx="10"/>
          </p:nvPr>
        </p:nvSpPr>
        <p:spPr>
          <a:xfrm>
            <a:off x="1253394" y="1577922"/>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2" name="Picture Placeholder 12"/>
          <p:cNvSpPr>
            <a:spLocks noGrp="1" noChangeAspect="1"/>
          </p:cNvSpPr>
          <p:nvPr>
            <p:ph type="pic" sz="quarter" idx="11"/>
          </p:nvPr>
        </p:nvSpPr>
        <p:spPr>
          <a:xfrm>
            <a:off x="3655472" y="1572433"/>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3" name="Picture Placeholder 12"/>
          <p:cNvSpPr>
            <a:spLocks noGrp="1" noChangeAspect="1"/>
          </p:cNvSpPr>
          <p:nvPr>
            <p:ph type="pic" sz="quarter" idx="12"/>
          </p:nvPr>
        </p:nvSpPr>
        <p:spPr>
          <a:xfrm>
            <a:off x="6057550" y="1572433"/>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4" name="Picture Placeholder 12"/>
          <p:cNvSpPr>
            <a:spLocks noGrp="1" noChangeAspect="1"/>
          </p:cNvSpPr>
          <p:nvPr>
            <p:ph type="pic" sz="quarter" idx="13"/>
          </p:nvPr>
        </p:nvSpPr>
        <p:spPr>
          <a:xfrm>
            <a:off x="8459628" y="1572433"/>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5" name="Picture Placeholder 12"/>
          <p:cNvSpPr>
            <a:spLocks noGrp="1" noChangeAspect="1"/>
          </p:cNvSpPr>
          <p:nvPr>
            <p:ph type="pic" sz="quarter" idx="14"/>
          </p:nvPr>
        </p:nvSpPr>
        <p:spPr>
          <a:xfrm>
            <a:off x="1253394" y="3978542"/>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6" name="Picture Placeholder 12"/>
          <p:cNvSpPr>
            <a:spLocks noGrp="1" noChangeAspect="1"/>
          </p:cNvSpPr>
          <p:nvPr>
            <p:ph type="pic" sz="quarter" idx="15"/>
          </p:nvPr>
        </p:nvSpPr>
        <p:spPr>
          <a:xfrm>
            <a:off x="3655472" y="3984598"/>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7" name="Picture Placeholder 12"/>
          <p:cNvSpPr>
            <a:spLocks noGrp="1" noChangeAspect="1"/>
          </p:cNvSpPr>
          <p:nvPr>
            <p:ph type="pic" sz="quarter" idx="16"/>
          </p:nvPr>
        </p:nvSpPr>
        <p:spPr>
          <a:xfrm>
            <a:off x="6057550" y="3984598"/>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38" name="Picture Placeholder 12"/>
          <p:cNvSpPr>
            <a:spLocks noGrp="1" noChangeAspect="1"/>
          </p:cNvSpPr>
          <p:nvPr>
            <p:ph type="pic" sz="quarter" idx="17"/>
          </p:nvPr>
        </p:nvSpPr>
        <p:spPr>
          <a:xfrm>
            <a:off x="8459628" y="3984598"/>
            <a:ext cx="2395728" cy="2395728"/>
          </a:xfrm>
        </p:spPr>
        <p:txBody>
          <a:bodyPr rtlCol="0">
            <a:normAutofit/>
          </a:bodyPr>
          <a:lstStyle>
            <a:lvl1pPr marL="0" indent="0">
              <a:buNone/>
              <a:defRPr sz="1200">
                <a:solidFill>
                  <a:schemeClr val="tx1"/>
                </a:solidFill>
              </a:defRPr>
            </a:lvl1pPr>
          </a:lstStyle>
          <a:p>
            <a:pPr lvl="0"/>
            <a:endParaRPr lang="en-US" noProof="0" dirty="0"/>
          </a:p>
        </p:txBody>
      </p:sp>
      <p:sp>
        <p:nvSpPr>
          <p:cNvPr id="10" name="Slide Number Placeholder 5"/>
          <p:cNvSpPr>
            <a:spLocks noGrp="1"/>
          </p:cNvSpPr>
          <p:nvPr>
            <p:ph type="sldNum" sz="quarter" idx="18"/>
          </p:nvPr>
        </p:nvSpPr>
        <p:spPr/>
        <p:txBody>
          <a:bodyPr rtlCol="0"/>
          <a:lstStyle>
            <a:lvl1pPr algn="ctr" eaLnBrk="0" hangingPunct="0">
              <a:defRPr sz="1200">
                <a:solidFill>
                  <a:prstClr val="white"/>
                </a:solidFill>
                <a:latin typeface="Roboto Regular"/>
                <a:ea typeface="+mn-ea"/>
                <a:cs typeface="Roboto Regular"/>
              </a:defRPr>
            </a:lvl1pPr>
          </a:lstStyle>
          <a:p>
            <a:pPr>
              <a:defRPr/>
            </a:pPr>
            <a:fld id="{55F286E7-5376-4DAB-B6ED-B843A3CEB6F6}"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portfolio-01">
    <p:spTree>
      <p:nvGrpSpPr>
        <p:cNvPr id="1" name=""/>
        <p:cNvGrpSpPr/>
        <p:nvPr/>
      </p:nvGrpSpPr>
      <p:grpSpPr>
        <a:xfrm>
          <a:off x="0" y="0"/>
          <a:ext cx="0" cy="0"/>
          <a:chOff x="0" y="0"/>
          <a:chExt cx="0" cy="0"/>
        </a:xfrm>
      </p:grpSpPr>
      <p:sp>
        <p:nvSpPr>
          <p:cNvPr id="25" name="Picture Placeholder 24"/>
          <p:cNvSpPr>
            <a:spLocks noGrp="1" noChangeAspect="1"/>
          </p:cNvSpPr>
          <p:nvPr>
            <p:ph type="pic" sz="quarter" idx="13"/>
          </p:nvPr>
        </p:nvSpPr>
        <p:spPr>
          <a:xfrm>
            <a:off x="676605" y="160796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26" name="Picture Placeholder 24"/>
          <p:cNvSpPr>
            <a:spLocks noGrp="1" noChangeAspect="1"/>
          </p:cNvSpPr>
          <p:nvPr>
            <p:ph type="pic" sz="quarter" idx="14"/>
          </p:nvPr>
        </p:nvSpPr>
        <p:spPr>
          <a:xfrm>
            <a:off x="2481915" y="341771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37" name="Picture Placeholder 24"/>
          <p:cNvSpPr>
            <a:spLocks noGrp="1" noChangeAspect="1"/>
          </p:cNvSpPr>
          <p:nvPr>
            <p:ph type="pic" sz="quarter" idx="15"/>
          </p:nvPr>
        </p:nvSpPr>
        <p:spPr>
          <a:xfrm>
            <a:off x="4296542" y="160796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38" name="Picture Placeholder 24"/>
          <p:cNvSpPr>
            <a:spLocks noGrp="1" noChangeAspect="1"/>
          </p:cNvSpPr>
          <p:nvPr>
            <p:ph type="pic" sz="quarter" idx="16"/>
          </p:nvPr>
        </p:nvSpPr>
        <p:spPr>
          <a:xfrm>
            <a:off x="6101851" y="341771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41" name="Picture Placeholder 24"/>
          <p:cNvSpPr>
            <a:spLocks noGrp="1" noChangeAspect="1"/>
          </p:cNvSpPr>
          <p:nvPr>
            <p:ph type="pic" sz="quarter" idx="17"/>
          </p:nvPr>
        </p:nvSpPr>
        <p:spPr>
          <a:xfrm>
            <a:off x="7909352" y="160796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42" name="Picture Placeholder 24"/>
          <p:cNvSpPr>
            <a:spLocks noGrp="1" noChangeAspect="1"/>
          </p:cNvSpPr>
          <p:nvPr>
            <p:ph type="pic" sz="quarter" idx="18"/>
          </p:nvPr>
        </p:nvSpPr>
        <p:spPr>
          <a:xfrm>
            <a:off x="9721013" y="3417713"/>
            <a:ext cx="1800000" cy="1800000"/>
          </a:xfrm>
        </p:spPr>
        <p:txBody>
          <a:bodyPr rtlCol="0">
            <a:normAutofit/>
          </a:bodyPr>
          <a:lstStyle>
            <a:lvl1pPr marL="0" indent="0">
              <a:buNone/>
              <a:defRPr sz="1200">
                <a:solidFill>
                  <a:schemeClr val="tx1"/>
                </a:solidFill>
                <a:latin typeface="Roboto Light"/>
                <a:cs typeface="Roboto Light"/>
              </a:defRPr>
            </a:lvl1pPr>
          </a:lstStyle>
          <a:p>
            <a:pPr lvl="0"/>
            <a:endParaRPr lang="id-ID" noProof="0" dirty="0"/>
          </a:p>
        </p:txBody>
      </p:sp>
      <p:sp>
        <p:nvSpPr>
          <p:cNvPr id="8" name="Slide Number Placeholder 5"/>
          <p:cNvSpPr>
            <a:spLocks noGrp="1"/>
          </p:cNvSpPr>
          <p:nvPr>
            <p:ph type="sldNum" sz="quarter" idx="19"/>
          </p:nvPr>
        </p:nvSpPr>
        <p:spPr/>
        <p:txBody>
          <a:bodyPr rtlCol="0"/>
          <a:lstStyle>
            <a:lvl1pPr algn="ctr" eaLnBrk="0" hangingPunct="0">
              <a:defRPr sz="1200">
                <a:solidFill>
                  <a:prstClr val="white"/>
                </a:solidFill>
                <a:latin typeface="Roboto Regular"/>
                <a:ea typeface="+mn-ea"/>
                <a:cs typeface="Roboto Regular"/>
              </a:defRPr>
            </a:lvl1pPr>
          </a:lstStyle>
          <a:p>
            <a:pPr>
              <a:defRPr/>
            </a:pPr>
            <a:fld id="{5BE29E9C-9E86-4AFE-A7A8-1E0C78EAC57B}" type="slidenum">
              <a:rPr lang="en-US"/>
              <a:pPr>
                <a:defRPr/>
              </a:pPr>
              <a:t>‹#›</a:t>
            </a:fld>
            <a:endParaRPr lang="en-US" dirty="0"/>
          </a:p>
        </p:txBody>
      </p:sp>
    </p:spTree>
  </p:cSld>
  <p:clrMapOvr>
    <a:masterClrMapping/>
  </p:clrMapOvr>
  <p:transition spd="med"/>
  <p:timing>
    <p:tnLst>
      <p:par>
        <p:cTn id="1" dur="indefinite" restart="never" nodeType="tmRoot"/>
      </p:par>
    </p:tn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8EE6000-1057-4C4E-BFCF-B97665EA3343}"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91B0C3CF-8200-4C7C-A2AE-48F7E7DA857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E29A996-1BEE-3F42-B42B-D3F79A0532C8}"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EA2EF28-257E-4889-82B3-E523D698ABE2}"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9F5559B-816E-1F44-AA56-28B3D9C29855}"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A54EC504-CF73-4C3E-8782-63FF1089115D}"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7E1867E-5075-4B48-890B-71B6C733377E}"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6E181408-0177-417C-A21C-47485A2AFFB8}"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741F5018-3F61-E143-BF70-F7E05C2A3D44}" type="datetime1">
              <a:rPr lang="en-US" smtClean="0"/>
              <a:t>9/22/16</a:t>
            </a:fld>
            <a:endParaRPr lang="id-ID"/>
          </a:p>
        </p:txBody>
      </p:sp>
      <p:sp>
        <p:nvSpPr>
          <p:cNvPr id="8" name="Footer Placeholder 7"/>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9" name="Slide Number Placeholder 8"/>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CBCE96B-1D25-4F31-8647-048A13DD4F9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4E259959-F305-AF40-A3AB-1822F1BD1441}" type="datetime1">
              <a:rPr lang="en-US" smtClean="0"/>
              <a:t>9/22/16</a:t>
            </a:fld>
            <a:endParaRPr lang="id-ID"/>
          </a:p>
        </p:txBody>
      </p:sp>
      <p:sp>
        <p:nvSpPr>
          <p:cNvPr id="4" name="Footer Placeholder 3"/>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5" name="Slide Number Placeholder 4"/>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431D29A-D837-4AF3-8293-A96E93239F4E}"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9D6484E-92E7-2945-9096-E49E16D1E05E}" type="datetime1">
              <a:rPr lang="en-US" smtClean="0"/>
              <a:t>9/22/16</a:t>
            </a:fld>
            <a:endParaRPr lang="id-ID"/>
          </a:p>
        </p:txBody>
      </p:sp>
      <p:sp>
        <p:nvSpPr>
          <p:cNvPr id="3" name="Footer Placeholder 2"/>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4" name="Slide Number Placeholder 3"/>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46A3CD7-4E16-4FDA-A40E-C90E9B8509A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CC82362B-0BD0-5D42-916E-0102132A5DAC}"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37393FA-E77C-4AAB-9D06-59ED89D0F4F0}"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054D44F9-0601-4243-91E4-3CC65FB14AB5}" type="datetime1">
              <a:rPr lang="en-US" smtClean="0"/>
              <a:t>9/22/16</a:t>
            </a:fld>
            <a:endParaRPr lang="id-ID"/>
          </a:p>
        </p:txBody>
      </p:sp>
      <p:sp>
        <p:nvSpPr>
          <p:cNvPr id="6" name="Footer Placeholder 5"/>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7" name="Slide Number Placeholder 6"/>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59C2CF28-DB60-496E-A726-A52997F86F16}"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FF8781B3-4F66-8242-A0DA-4BAA2E7D6F61}"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34FBB6DE-8924-4328-AEE9-1960AEAB9BAA}"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2C9A5995-BAFC-3747-AA90-40F2166EDF47}" type="datetime1">
              <a:rPr lang="en-US" smtClean="0"/>
              <a:t>9/22/16</a:t>
            </a:fld>
            <a:endParaRPr lang="id-ID"/>
          </a:p>
        </p:txBody>
      </p:sp>
      <p:sp>
        <p:nvSpPr>
          <p:cNvPr id="5" name="Footer Placeholder 4"/>
          <p:cNvSpPr>
            <a:spLocks noGrp="1"/>
          </p:cNvSpPr>
          <p:nvPr>
            <p:ph type="ftr" sz="quarter" idx="1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1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fld id="{E47091C6-535E-406F-8C6C-256B8262D8D4}" type="slidenum">
              <a:rPr lang="id-ID"/>
              <a:pPr>
                <a:defRPr/>
              </a:pPr>
              <a:t>‹#›</a:t>
            </a:fld>
            <a:endParaRPr lang="id-ID"/>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6" name="TextBox 14"/>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676158FB-8011-4304-8D38-A0B47599C53D}"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Tree>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Tree>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11517313" y="273050"/>
            <a:ext cx="461962" cy="414338"/>
            <a:chOff x="23051965" y="547086"/>
            <a:chExt cx="923589" cy="826739"/>
          </a:xfrm>
        </p:grpSpPr>
        <p:sp>
          <p:nvSpPr>
            <p:cNvPr id="3" name="Rectangle 4"/>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1794A966-3110-4F06-B652-324E6D060D60}"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Tree>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2" name="Group 4"/>
          <p:cNvGrpSpPr>
            <a:grpSpLocks/>
          </p:cNvGrpSpPr>
          <p:nvPr userDrawn="1"/>
        </p:nvGrpSpPr>
        <p:grpSpPr bwMode="auto">
          <a:xfrm>
            <a:off x="11517313" y="273050"/>
            <a:ext cx="461962" cy="414338"/>
            <a:chOff x="23051965" y="547086"/>
            <a:chExt cx="923589" cy="826739"/>
          </a:xfrm>
        </p:grpSpPr>
        <p:sp>
          <p:nvSpPr>
            <p:cNvPr id="3"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734C872D-086A-4A41-B6F0-955FCC65CEF4}"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7"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Tree>
  </p:cSld>
  <p:clrMapOvr>
    <a:masterClrMapping/>
  </p:clrMapOvr>
  <p:transition spd="slow"/>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2" name="Group 4"/>
          <p:cNvGrpSpPr>
            <a:grpSpLocks/>
          </p:cNvGrpSpPr>
          <p:nvPr userDrawn="1"/>
        </p:nvGrpSpPr>
        <p:grpSpPr bwMode="auto">
          <a:xfrm>
            <a:off x="11517313" y="273050"/>
            <a:ext cx="461962" cy="414338"/>
            <a:chOff x="23051965" y="547086"/>
            <a:chExt cx="923589" cy="826739"/>
          </a:xfrm>
        </p:grpSpPr>
        <p:sp>
          <p:nvSpPr>
            <p:cNvPr id="3"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8"/>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85347D1E-4BA3-4C50-BD08-B46EBA0A71A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7"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Tree>
  </p:cSld>
  <p:clrMapOvr>
    <a:masterClrMapping/>
  </p:clrMapOvr>
  <p:transition spd="slow"/>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9"/>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10"/>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B17C5F41-AA3D-4AB8-98CB-A42222D19ABF}"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8"/>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3" name="Picture Placeholder 9"/>
          <p:cNvSpPr>
            <a:spLocks noGrp="1" noChangeAspect="1"/>
          </p:cNvSpPr>
          <p:nvPr>
            <p:ph type="pic" sz="quarter" idx="11"/>
          </p:nvPr>
        </p:nvSpPr>
        <p:spPr>
          <a:xfrm>
            <a:off x="6711772" y="1876518"/>
            <a:ext cx="4339462" cy="2491082"/>
          </a:xfrm>
        </p:spPr>
        <p:txBody>
          <a:bodyPr rtlCol="0">
            <a:normAutofit/>
          </a:bodyPr>
          <a:lstStyle>
            <a:lvl1pPr marL="0" indent="0">
              <a:buNone/>
              <a:defRPr sz="1000">
                <a:solidFill>
                  <a:schemeClr val="tx1">
                    <a:lumMod val="50000"/>
                    <a:lumOff val="50000"/>
                  </a:schemeClr>
                </a:solidFill>
              </a:defRPr>
            </a:lvl1pPr>
          </a:lstStyle>
          <a:p>
            <a:pPr lvl="0"/>
            <a:endParaRPr lang="en-US" noProof="0" dirty="0"/>
          </a:p>
        </p:txBody>
      </p:sp>
    </p:spTree>
  </p:cSld>
  <p:clrMapOvr>
    <a:masterClrMapping/>
  </p:clrMapOvr>
  <p:transition spd="med"/>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8"/>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9"/>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10"/>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9BA1F179-2C96-4107-B0C4-2E5346E9E425}"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3" name="Picture Placeholder 22"/>
          <p:cNvSpPr>
            <a:spLocks noGrp="1" noChangeAspect="1"/>
          </p:cNvSpPr>
          <p:nvPr>
            <p:ph type="pic" sz="quarter" idx="15"/>
          </p:nvPr>
        </p:nvSpPr>
        <p:spPr>
          <a:xfrm>
            <a:off x="5029200" y="1260656"/>
            <a:ext cx="2133600" cy="2133600"/>
          </a:xfrm>
          <a:prstGeom prst="ellipse">
            <a:avLst/>
          </a:prstGeom>
        </p:spPr>
        <p:txBody>
          <a:bodyPr rtlCol="0">
            <a:normAutofit/>
          </a:bodyPr>
          <a:lstStyle>
            <a:lvl1pPr marL="0" indent="0">
              <a:buNone/>
              <a:defRPr sz="1600"/>
            </a:lvl1pPr>
          </a:lstStyle>
          <a:p>
            <a:pPr lvl="0"/>
            <a:endParaRPr lang="en-US" noProof="0" dirty="0"/>
          </a:p>
        </p:txBody>
      </p:sp>
    </p:spTree>
  </p:cSld>
  <p:clrMapOvr>
    <a:masterClrMapping/>
  </p:clrMapOvr>
  <p:transition spd="slow"/>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rtlCol="0">
            <a:normAutofit/>
          </a:bodyPr>
          <a:lstStyle>
            <a:lvl1pPr marL="0" indent="0">
              <a:buNone/>
              <a:defRPr sz="1600">
                <a:solidFill>
                  <a:schemeClr val="bg2"/>
                </a:solidFill>
              </a:defRPr>
            </a:lvl1pPr>
          </a:lstStyle>
          <a:p>
            <a:pPr lvl="0"/>
            <a:endParaRPr lang="en-US" noProof="0" dirty="0"/>
          </a:p>
        </p:txBody>
      </p:sp>
    </p:spTree>
  </p:cSld>
  <p:clrMapOvr>
    <a:masterClrMapping/>
  </p:clrMapOvr>
  <p:transition spd="slow"/>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3"/>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4"/>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5"/>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154B815F-7F48-496D-BBBA-308C881E1155}"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TextBox 23"/>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5" name="Picture Placeholder 22"/>
          <p:cNvSpPr>
            <a:spLocks noGrp="1" noChangeAspect="1"/>
          </p:cNvSpPr>
          <p:nvPr>
            <p:ph type="pic" sz="quarter" idx="14"/>
          </p:nvPr>
        </p:nvSpPr>
        <p:spPr>
          <a:xfrm>
            <a:off x="1290292"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18" name="Picture Placeholder 22"/>
          <p:cNvSpPr>
            <a:spLocks noGrp="1" noChangeAspect="1"/>
          </p:cNvSpPr>
          <p:nvPr>
            <p:ph type="pic" sz="quarter" idx="15"/>
          </p:nvPr>
        </p:nvSpPr>
        <p:spPr>
          <a:xfrm>
            <a:off x="3896747"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19" name="Picture Placeholder 22"/>
          <p:cNvSpPr>
            <a:spLocks noGrp="1" noChangeAspect="1"/>
          </p:cNvSpPr>
          <p:nvPr>
            <p:ph type="pic" sz="quarter" idx="16"/>
          </p:nvPr>
        </p:nvSpPr>
        <p:spPr>
          <a:xfrm>
            <a:off x="6549859"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20" name="Picture Placeholder 22"/>
          <p:cNvSpPr>
            <a:spLocks noGrp="1" noChangeAspect="1"/>
          </p:cNvSpPr>
          <p:nvPr>
            <p:ph type="pic" sz="quarter" idx="17"/>
          </p:nvPr>
        </p:nvSpPr>
        <p:spPr>
          <a:xfrm>
            <a:off x="9135071"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Tree>
  </p:cSld>
  <p:clrMapOvr>
    <a:masterClrMapping/>
  </p:clrMapOvr>
  <p:transition spd="slow"/>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2" y="1"/>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38" name="Picture Placeholder 2"/>
          <p:cNvSpPr>
            <a:spLocks noGrp="1" noChangeAspect="1"/>
          </p:cNvSpPr>
          <p:nvPr>
            <p:ph type="pic" sz="quarter" idx="18"/>
          </p:nvPr>
        </p:nvSpPr>
        <p:spPr>
          <a:xfrm>
            <a:off x="2438749" y="1982087"/>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39" name="Picture Placeholder 2"/>
          <p:cNvSpPr>
            <a:spLocks noGrp="1" noChangeAspect="1"/>
          </p:cNvSpPr>
          <p:nvPr>
            <p:ph type="pic" sz="quarter" idx="19"/>
          </p:nvPr>
        </p:nvSpPr>
        <p:spPr>
          <a:xfrm>
            <a:off x="4871863" y="-607"/>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42" name="Picture Placeholder 2"/>
          <p:cNvSpPr>
            <a:spLocks noGrp="1" noChangeAspect="1"/>
          </p:cNvSpPr>
          <p:nvPr>
            <p:ph type="pic" sz="quarter" idx="22"/>
          </p:nvPr>
        </p:nvSpPr>
        <p:spPr>
          <a:xfrm>
            <a:off x="7321753" y="1982694"/>
            <a:ext cx="2539935"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43" name="Picture Placeholder 2"/>
          <p:cNvSpPr>
            <a:spLocks noGrp="1" noChangeAspect="1"/>
          </p:cNvSpPr>
          <p:nvPr>
            <p:ph type="pic" sz="quarter" idx="23"/>
          </p:nvPr>
        </p:nvSpPr>
        <p:spPr>
          <a:xfrm>
            <a:off x="9742111" y="1216"/>
            <a:ext cx="2449889" cy="1980871"/>
          </a:xfrm>
        </p:spPr>
        <p:txBody>
          <a:bodyPr rtlCol="0">
            <a:normAutofit/>
          </a:bodyPr>
          <a:lstStyle>
            <a:lvl1pPr marL="0" indent="0">
              <a:buNone/>
              <a:defRPr sz="2000">
                <a:solidFill>
                  <a:schemeClr val="accent1"/>
                </a:solidFill>
              </a:defRPr>
            </a:lvl1pPr>
          </a:lstStyle>
          <a:p>
            <a:pPr lvl="0"/>
            <a:endParaRPr lang="id-ID" noProof="0" dirty="0"/>
          </a:p>
        </p:txBody>
      </p:sp>
    </p:spTree>
  </p:cSld>
  <p:clrMapOvr>
    <a:masterClrMapping/>
  </p:clrMapOvr>
  <p:transition spd="slow"/>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Tree>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7" name="TextBox 13"/>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E6DEF509-5AE0-4D40-B520-1076365C7DF0}"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9" name="Picture Placeholder 8"/>
          <p:cNvSpPr>
            <a:spLocks noGrp="1" noChangeAspect="1"/>
          </p:cNvSpPr>
          <p:nvPr>
            <p:ph type="pic" sz="quarter" idx="10"/>
          </p:nvPr>
        </p:nvSpPr>
        <p:spPr>
          <a:xfrm>
            <a:off x="0" y="1520483"/>
            <a:ext cx="12192000" cy="2838449"/>
          </a:xfrm>
        </p:spPr>
        <p:txBody>
          <a:bodyPr rtlCol="0">
            <a:normAutofit/>
          </a:bodyPr>
          <a:lstStyle>
            <a:lvl1pPr marL="0" indent="0">
              <a:buNone/>
              <a:defRPr sz="2100">
                <a:solidFill>
                  <a:schemeClr val="bg1">
                    <a:lumMod val="75000"/>
                  </a:schemeClr>
                </a:solidFill>
              </a:defRPr>
            </a:lvl1pPr>
          </a:lstStyle>
          <a:p>
            <a:pPr lvl="0"/>
            <a:endParaRPr lang="en-US" noProof="0" dirty="0"/>
          </a:p>
        </p:txBody>
      </p:sp>
    </p:spTree>
  </p:cSld>
  <p:clrMapOvr>
    <a:masterClrMapping/>
  </p:clrMapOvr>
  <p:transition spd="slow"/>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grpSp>
        <p:nvGrpSpPr>
          <p:cNvPr id="3" name="Group 4"/>
          <p:cNvGrpSpPr>
            <a:grpSpLocks/>
          </p:cNvGrpSpPr>
          <p:nvPr userDrawn="1"/>
        </p:nvGrpSpPr>
        <p:grpSpPr bwMode="auto">
          <a:xfrm>
            <a:off x="11517313" y="273050"/>
            <a:ext cx="461962" cy="414338"/>
            <a:chOff x="23051965" y="547086"/>
            <a:chExt cx="923589" cy="826739"/>
          </a:xfrm>
        </p:grpSpPr>
        <p:sp>
          <p:nvSpPr>
            <p:cNvPr id="4"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6"/>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7"/>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8"/>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E59F0884-20A3-446D-9837-51A6D427FAB4}"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Picture Placeholder 22"/>
          <p:cNvSpPr>
            <a:spLocks noGrp="1" noChangeAspect="1"/>
          </p:cNvSpPr>
          <p:nvPr>
            <p:ph type="pic" sz="quarter" idx="13"/>
          </p:nvPr>
        </p:nvSpPr>
        <p:spPr>
          <a:xfrm>
            <a:off x="0" y="0"/>
            <a:ext cx="5954186" cy="6858000"/>
          </a:xfrm>
        </p:spPr>
        <p:txBody>
          <a:bodyPr rtlCol="0">
            <a:normAutofit/>
          </a:bodyPr>
          <a:lstStyle>
            <a:lvl1pPr marL="0" indent="0">
              <a:buNone/>
              <a:defRPr sz="1600">
                <a:latin typeface="Raleway Light"/>
                <a:cs typeface="Raleway Light"/>
              </a:defRPr>
            </a:lvl1pPr>
          </a:lstStyle>
          <a:p>
            <a:pPr lvl="0"/>
            <a:endParaRPr lang="id-ID" noProof="0" dirty="0"/>
          </a:p>
        </p:txBody>
      </p:sp>
    </p:spTree>
  </p:cSld>
  <p:clrMapOvr>
    <a:masterClrMapping/>
  </p:clrMapOvr>
  <p:transition spd="slow"/>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6"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7"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Tree>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8"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403E1A37-E58F-44EB-952E-CBA07EC42641}"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9"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5" name="Picture Placeholder 22"/>
          <p:cNvSpPr>
            <a:spLocks noGrp="1" noChangeAspect="1"/>
          </p:cNvSpPr>
          <p:nvPr>
            <p:ph type="pic" sz="quarter" idx="14"/>
          </p:nvPr>
        </p:nvSpPr>
        <p:spPr>
          <a:xfrm>
            <a:off x="988484" y="1821007"/>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Tree>
  </p:cSld>
  <p:clrMapOvr>
    <a:masterClrMapping/>
  </p:clrMapOvr>
  <p:transition spd="slow"/>
</p:sldLayout>
</file>

<file path=ppt/slideLayouts/slideLayout267.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10"/>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1"/>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7"/>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3DD57CA6-9C35-45E2-876B-DB2397884F81}"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22"/>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5" name="Picture Placeholder 14"/>
          <p:cNvSpPr>
            <a:spLocks noGrp="1" noChangeAspect="1"/>
          </p:cNvSpPr>
          <p:nvPr>
            <p:ph type="pic" sz="quarter" idx="10"/>
          </p:nvPr>
        </p:nvSpPr>
        <p:spPr>
          <a:xfrm>
            <a:off x="1198564" y="1779589"/>
            <a:ext cx="3206751" cy="3138488"/>
          </a:xfrm>
        </p:spPr>
        <p:txBody>
          <a:bodyPr rtlCol="0">
            <a:normAutofit/>
          </a:bodyPr>
          <a:lstStyle>
            <a:lvl1pPr marL="0" indent="0">
              <a:buNone/>
              <a:defRPr sz="1600">
                <a:solidFill>
                  <a:schemeClr val="accent1"/>
                </a:solidFill>
              </a:defRPr>
            </a:lvl1pPr>
          </a:lstStyle>
          <a:p>
            <a:pPr lvl="0"/>
            <a:endParaRPr lang="id-ID" noProof="0" dirty="0"/>
          </a:p>
        </p:txBody>
      </p:sp>
      <p:sp>
        <p:nvSpPr>
          <p:cNvPr id="16" name="Picture Placeholder 14"/>
          <p:cNvSpPr>
            <a:spLocks noGrp="1" noChangeAspect="1"/>
          </p:cNvSpPr>
          <p:nvPr>
            <p:ph type="pic" sz="quarter" idx="11"/>
          </p:nvPr>
        </p:nvSpPr>
        <p:spPr>
          <a:xfrm>
            <a:off x="4500564" y="1779589"/>
            <a:ext cx="3206751" cy="3138488"/>
          </a:xfrm>
        </p:spPr>
        <p:txBody>
          <a:bodyPr rtlCol="0">
            <a:normAutofit/>
          </a:bodyPr>
          <a:lstStyle>
            <a:lvl1pPr marL="0" indent="0">
              <a:buNone/>
              <a:defRPr sz="1600">
                <a:solidFill>
                  <a:schemeClr val="accent1"/>
                </a:solidFill>
              </a:defRPr>
            </a:lvl1pPr>
          </a:lstStyle>
          <a:p>
            <a:pPr lvl="0"/>
            <a:endParaRPr lang="id-ID" noProof="0" dirty="0"/>
          </a:p>
        </p:txBody>
      </p:sp>
      <p:sp>
        <p:nvSpPr>
          <p:cNvPr id="17" name="Picture Placeholder 14"/>
          <p:cNvSpPr>
            <a:spLocks noGrp="1" noChangeAspect="1"/>
          </p:cNvSpPr>
          <p:nvPr>
            <p:ph type="pic" sz="quarter" idx="12"/>
          </p:nvPr>
        </p:nvSpPr>
        <p:spPr>
          <a:xfrm>
            <a:off x="7815264" y="1784351"/>
            <a:ext cx="3206751" cy="3138488"/>
          </a:xfrm>
        </p:spPr>
        <p:txBody>
          <a:bodyPr rtlCol="0">
            <a:normAutofit/>
          </a:bodyPr>
          <a:lstStyle>
            <a:lvl1pPr marL="0" indent="0">
              <a:buNone/>
              <a:defRPr sz="1600">
                <a:solidFill>
                  <a:schemeClr val="accent1"/>
                </a:solidFill>
              </a:defRPr>
            </a:lvl1pPr>
          </a:lstStyle>
          <a:p>
            <a:pPr lvl="0"/>
            <a:endParaRPr lang="id-ID" noProof="0" dirty="0"/>
          </a:p>
        </p:txBody>
      </p:sp>
    </p:spTree>
  </p:cSld>
  <p:clrMapOvr>
    <a:masterClrMapping/>
  </p:clrMapOvr>
  <p:transition spd="slow"/>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29F88D53-F717-4B9F-96ED-9F91380CB884}"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8"/>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5" name="Picture Placeholder 13"/>
          <p:cNvSpPr>
            <a:spLocks noGrp="1" noChangeAspect="1"/>
          </p:cNvSpPr>
          <p:nvPr>
            <p:ph type="pic" sz="quarter" idx="13"/>
          </p:nvPr>
        </p:nvSpPr>
        <p:spPr>
          <a:xfrm>
            <a:off x="1255589" y="1692238"/>
            <a:ext cx="4030217" cy="3977969"/>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11"/>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12"/>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6"/>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2" name="TextBox 17"/>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5C103C06-C2F9-474B-B176-153B0938066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6"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7" name="TextBox 22"/>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9" name="Picture Placeholder 2"/>
          <p:cNvSpPr>
            <a:spLocks noGrp="1" noChangeAspect="1"/>
          </p:cNvSpPr>
          <p:nvPr>
            <p:ph type="pic" sz="quarter" idx="11"/>
          </p:nvPr>
        </p:nvSpPr>
        <p:spPr>
          <a:xfrm>
            <a:off x="4500563" y="1779589"/>
            <a:ext cx="3194049" cy="2266950"/>
          </a:xfrm>
        </p:spPr>
        <p:txBody>
          <a:bodyPr rtlCol="0">
            <a:normAutofit/>
          </a:bodyPr>
          <a:lstStyle>
            <a:lvl1pPr marL="0" indent="0">
              <a:buNone/>
              <a:defRPr sz="2000">
                <a:solidFill>
                  <a:schemeClr val="accent1"/>
                </a:solidFill>
              </a:defRPr>
            </a:lvl1pPr>
          </a:lstStyle>
          <a:p>
            <a:pPr lvl="0"/>
            <a:endParaRPr lang="id-ID" noProof="0" dirty="0"/>
          </a:p>
        </p:txBody>
      </p:sp>
      <p:sp>
        <p:nvSpPr>
          <p:cNvPr id="10" name="Picture Placeholder 2"/>
          <p:cNvSpPr>
            <a:spLocks noGrp="1" noChangeAspect="1"/>
          </p:cNvSpPr>
          <p:nvPr>
            <p:ph type="pic" sz="quarter" idx="12"/>
          </p:nvPr>
        </p:nvSpPr>
        <p:spPr>
          <a:xfrm>
            <a:off x="7808913" y="1779589"/>
            <a:ext cx="3216275" cy="2266950"/>
          </a:xfrm>
        </p:spPr>
        <p:txBody>
          <a:bodyPr rtlCol="0">
            <a:normAutofit/>
          </a:bodyPr>
          <a:lstStyle>
            <a:lvl1pPr marL="0" indent="0">
              <a:buNone/>
              <a:defRPr sz="2000">
                <a:solidFill>
                  <a:schemeClr val="accent1"/>
                </a:solidFill>
              </a:defRPr>
            </a:lvl1pPr>
          </a:lstStyle>
          <a:p>
            <a:pPr lvl="0"/>
            <a:endParaRPr lang="id-ID" noProof="0" dirty="0"/>
          </a:p>
        </p:txBody>
      </p:sp>
      <p:sp>
        <p:nvSpPr>
          <p:cNvPr id="11" name="Picture Placeholder 2"/>
          <p:cNvSpPr>
            <a:spLocks noGrp="1" noChangeAspect="1"/>
          </p:cNvSpPr>
          <p:nvPr>
            <p:ph type="pic" sz="quarter" idx="15"/>
          </p:nvPr>
        </p:nvSpPr>
        <p:spPr>
          <a:xfrm>
            <a:off x="1210109" y="1795468"/>
            <a:ext cx="3201554" cy="2251071"/>
          </a:xfrm>
        </p:spPr>
        <p:txBody>
          <a:bodyPr rtlCol="0">
            <a:normAutofit/>
          </a:bodyPr>
          <a:lstStyle>
            <a:lvl1pPr marL="0" indent="0">
              <a:buNone/>
              <a:defRPr sz="2000">
                <a:solidFill>
                  <a:schemeClr val="accent1"/>
                </a:solidFill>
              </a:defRPr>
            </a:lvl1pPr>
          </a:lstStyle>
          <a:p>
            <a:pPr lvl="0"/>
            <a:endParaRPr lang="id-ID" noProof="0" dirty="0"/>
          </a:p>
        </p:txBody>
      </p:sp>
    </p:spTree>
  </p:cSld>
  <p:clrMapOvr>
    <a:masterClrMapping/>
  </p:clrMapOvr>
  <p:transition spd="slow"/>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1"/>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4"/>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C475B24F-8DDA-47F5-9FBD-AB71FAE84CB1}"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6" name="TextBox 21"/>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4" name="Picture Placeholder 13"/>
          <p:cNvSpPr>
            <a:spLocks noGrp="1" noChangeAspect="1"/>
          </p:cNvSpPr>
          <p:nvPr>
            <p:ph type="pic" sz="quarter" idx="10"/>
          </p:nvPr>
        </p:nvSpPr>
        <p:spPr>
          <a:xfrm>
            <a:off x="1421883" y="1647680"/>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grpSp>
        <p:nvGrpSpPr>
          <p:cNvPr id="7" name="Group 9"/>
          <p:cNvGrpSpPr>
            <a:grpSpLocks/>
          </p:cNvGrpSpPr>
          <p:nvPr userDrawn="1"/>
        </p:nvGrpSpPr>
        <p:grpSpPr bwMode="auto">
          <a:xfrm>
            <a:off x="11517313" y="273050"/>
            <a:ext cx="461962" cy="414338"/>
            <a:chOff x="23051965" y="547086"/>
            <a:chExt cx="923589" cy="826739"/>
          </a:xfrm>
        </p:grpSpPr>
        <p:sp>
          <p:nvSpPr>
            <p:cNvPr id="8" name="Rectangle 10"/>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1"/>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10" name="Rectangle 1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1" name="TextBox 1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BA159012-0870-4A74-9DFB-988CFA27FE66}"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2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21" name="TextBox 2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4" name="Picture Placeholder 13"/>
          <p:cNvSpPr>
            <a:spLocks noGrp="1" noChangeAspect="1"/>
          </p:cNvSpPr>
          <p:nvPr>
            <p:ph type="pic" sz="quarter" idx="10"/>
          </p:nvPr>
        </p:nvSpPr>
        <p:spPr>
          <a:xfrm>
            <a:off x="1811582"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5" name="Picture Placeholder 13"/>
          <p:cNvSpPr>
            <a:spLocks noGrp="1" noChangeAspect="1"/>
          </p:cNvSpPr>
          <p:nvPr>
            <p:ph type="pic" sz="quarter" idx="11"/>
          </p:nvPr>
        </p:nvSpPr>
        <p:spPr>
          <a:xfrm>
            <a:off x="4915403"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7" name="Picture Placeholder 13"/>
          <p:cNvSpPr>
            <a:spLocks noGrp="1" noChangeAspect="1"/>
          </p:cNvSpPr>
          <p:nvPr>
            <p:ph type="pic" sz="quarter" idx="12"/>
          </p:nvPr>
        </p:nvSpPr>
        <p:spPr>
          <a:xfrm>
            <a:off x="8019222"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3" name="Picture Placeholder 13"/>
          <p:cNvSpPr>
            <a:spLocks noGrp="1" noChangeAspect="1"/>
          </p:cNvSpPr>
          <p:nvPr>
            <p:ph type="pic" sz="quarter" idx="13"/>
          </p:nvPr>
        </p:nvSpPr>
        <p:spPr>
          <a:xfrm>
            <a:off x="3408155" y="3836202"/>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6" name="Picture Placeholder 13"/>
          <p:cNvSpPr>
            <a:spLocks noGrp="1" noChangeAspect="1"/>
          </p:cNvSpPr>
          <p:nvPr>
            <p:ph type="pic" sz="quarter" idx="14"/>
          </p:nvPr>
        </p:nvSpPr>
        <p:spPr>
          <a:xfrm>
            <a:off x="6511974" y="3836202"/>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Tree>
  </p:cSld>
  <p:clrMapOvr>
    <a:masterClrMapping/>
  </p:clrMapOvr>
  <p:transition spd="slow"/>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1"/>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2"/>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3"/>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D8F266D8-96E0-4E11-A8C1-37480C94A33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TextBox 24"/>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7" name="Picture Placeholder 12"/>
          <p:cNvSpPr>
            <a:spLocks noGrp="1" noChangeAspect="1"/>
          </p:cNvSpPr>
          <p:nvPr>
            <p:ph type="pic" sz="quarter" idx="14"/>
          </p:nvPr>
        </p:nvSpPr>
        <p:spPr>
          <a:xfrm>
            <a:off x="837773" y="2440695"/>
            <a:ext cx="4064678" cy="3824637"/>
          </a:xfrm>
        </p:spPr>
        <p:txBody>
          <a:bodyPr rtlCol="0">
            <a:normAutofit/>
          </a:bodyPr>
          <a:lstStyle>
            <a:lvl1pPr>
              <a:defRPr sz="1400"/>
            </a:lvl1pPr>
          </a:lstStyle>
          <a:p>
            <a:pPr lvl="0"/>
            <a:endParaRPr lang="en-US" noProof="0" dirty="0"/>
          </a:p>
        </p:txBody>
      </p:sp>
      <p:sp>
        <p:nvSpPr>
          <p:cNvPr id="18" name="Picture Placeholder 12"/>
          <p:cNvSpPr>
            <a:spLocks noGrp="1" noChangeAspect="1"/>
          </p:cNvSpPr>
          <p:nvPr>
            <p:ph type="pic" sz="quarter" idx="15"/>
          </p:nvPr>
        </p:nvSpPr>
        <p:spPr>
          <a:xfrm>
            <a:off x="4898177" y="4353014"/>
            <a:ext cx="2144481" cy="1912319"/>
          </a:xfrm>
        </p:spPr>
        <p:txBody>
          <a:bodyPr rtlCol="0">
            <a:normAutofit/>
          </a:bodyPr>
          <a:lstStyle>
            <a:lvl1pPr>
              <a:defRPr sz="1400"/>
            </a:lvl1pPr>
          </a:lstStyle>
          <a:p>
            <a:pPr lvl="0"/>
            <a:endParaRPr lang="en-US" noProof="0" dirty="0"/>
          </a:p>
        </p:txBody>
      </p:sp>
      <p:sp>
        <p:nvSpPr>
          <p:cNvPr id="19" name="Picture Placeholder 12"/>
          <p:cNvSpPr>
            <a:spLocks noGrp="1" noChangeAspect="1"/>
          </p:cNvSpPr>
          <p:nvPr>
            <p:ph type="pic" sz="quarter" idx="16"/>
          </p:nvPr>
        </p:nvSpPr>
        <p:spPr>
          <a:xfrm>
            <a:off x="7033110" y="4353014"/>
            <a:ext cx="2144481" cy="1912319"/>
          </a:xfrm>
        </p:spPr>
        <p:txBody>
          <a:bodyPr rtlCol="0">
            <a:normAutofit/>
          </a:bodyPr>
          <a:lstStyle>
            <a:lvl1pPr>
              <a:defRPr sz="1400"/>
            </a:lvl1pPr>
          </a:lstStyle>
          <a:p>
            <a:pPr lvl="0"/>
            <a:endParaRPr lang="en-US" noProof="0" dirty="0"/>
          </a:p>
        </p:txBody>
      </p:sp>
      <p:sp>
        <p:nvSpPr>
          <p:cNvPr id="20" name="Picture Placeholder 12"/>
          <p:cNvSpPr>
            <a:spLocks noGrp="1" noChangeAspect="1"/>
          </p:cNvSpPr>
          <p:nvPr>
            <p:ph type="pic" sz="quarter" idx="17"/>
          </p:nvPr>
        </p:nvSpPr>
        <p:spPr>
          <a:xfrm>
            <a:off x="9161771" y="4353014"/>
            <a:ext cx="2144481" cy="1912319"/>
          </a:xfrm>
        </p:spPr>
        <p:txBody>
          <a:bodyPr rtlCol="0">
            <a:normAutofit/>
          </a:bodyPr>
          <a:lstStyle>
            <a:lvl1pPr>
              <a:defRPr sz="1400"/>
            </a:lvl1pPr>
          </a:lstStyle>
          <a:p>
            <a:pPr lvl="0"/>
            <a:endParaRPr lang="en-US" noProof="0" dirty="0"/>
          </a:p>
        </p:txBody>
      </p:sp>
    </p:spTree>
  </p:cSld>
  <p:clrMapOvr>
    <a:masterClrMapping/>
  </p:clrMapOvr>
  <p:transition spd="slow"/>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EA0D49B9-35CB-4FBC-93C9-EE99030BDD6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3" name="Picture Placeholder 16"/>
          <p:cNvSpPr>
            <a:spLocks noGrp="1" noChangeAspect="1"/>
          </p:cNvSpPr>
          <p:nvPr>
            <p:ph type="pic" sz="quarter" idx="13"/>
          </p:nvPr>
        </p:nvSpPr>
        <p:spPr>
          <a:xfrm>
            <a:off x="4303918" y="2557198"/>
            <a:ext cx="944871" cy="2572187"/>
          </a:xfrm>
        </p:spPr>
        <p:txBody>
          <a:bodyPr rtlCol="0">
            <a:normAutofit/>
          </a:bodyPr>
          <a:lstStyle>
            <a:lvl1pPr marL="0" indent="0">
              <a:buNone/>
              <a:defRPr sz="700"/>
            </a:lvl1pPr>
          </a:lstStyle>
          <a:p>
            <a:pPr lvl="0"/>
            <a:endParaRPr lang="en-US" noProof="0" dirty="0"/>
          </a:p>
        </p:txBody>
      </p:sp>
      <p:sp>
        <p:nvSpPr>
          <p:cNvPr id="24" name="Picture Placeholder 16"/>
          <p:cNvSpPr>
            <a:spLocks noGrp="1" noChangeAspect="1"/>
          </p:cNvSpPr>
          <p:nvPr>
            <p:ph type="pic" sz="quarter" idx="14"/>
          </p:nvPr>
        </p:nvSpPr>
        <p:spPr>
          <a:xfrm>
            <a:off x="1165167" y="2550141"/>
            <a:ext cx="896020" cy="2572188"/>
          </a:xfrm>
        </p:spPr>
        <p:txBody>
          <a:bodyPr rtlCol="0">
            <a:normAutofit/>
          </a:bodyPr>
          <a:lstStyle>
            <a:lvl1pPr marL="0" indent="0">
              <a:buNone/>
              <a:defRPr sz="700"/>
            </a:lvl1pPr>
          </a:lstStyle>
          <a:p>
            <a:pPr lvl="0"/>
            <a:endParaRPr lang="en-US" noProof="0" dirty="0"/>
          </a:p>
        </p:txBody>
      </p:sp>
      <p:sp>
        <p:nvSpPr>
          <p:cNvPr id="25" name="Picture Placeholder 16"/>
          <p:cNvSpPr>
            <a:spLocks noGrp="1" noChangeAspect="1"/>
          </p:cNvSpPr>
          <p:nvPr>
            <p:ph type="pic" sz="quarter" idx="10"/>
          </p:nvPr>
        </p:nvSpPr>
        <p:spPr>
          <a:xfrm>
            <a:off x="2252868" y="2267919"/>
            <a:ext cx="1889744" cy="3369467"/>
          </a:xfrm>
        </p:spPr>
        <p:txBody>
          <a:bodyPr rtlCol="0">
            <a:normAutofit/>
          </a:bodyPr>
          <a:lstStyle>
            <a:lvl1pPr marL="0" indent="0">
              <a:buNone/>
              <a:defRPr sz="700"/>
            </a:lvl1pPr>
          </a:lstStyle>
          <a:p>
            <a:pPr lvl="0"/>
            <a:endParaRPr lang="en-US" noProof="0" dirty="0"/>
          </a:p>
        </p:txBody>
      </p:sp>
    </p:spTree>
  </p:cSld>
  <p:clrMapOvr>
    <a:masterClrMapping/>
  </p:clrMapOvr>
  <p:transition spd="slow"/>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6F70769B-8BD8-48D5-B6A6-851CA35F3558}"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19"/>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38" name="Picture Placeholder 16"/>
          <p:cNvSpPr>
            <a:spLocks noGrp="1" noChangeAspect="1"/>
          </p:cNvSpPr>
          <p:nvPr>
            <p:ph type="pic" sz="quarter" idx="13"/>
          </p:nvPr>
        </p:nvSpPr>
        <p:spPr>
          <a:xfrm>
            <a:off x="7036984" y="2394392"/>
            <a:ext cx="1006768" cy="2385050"/>
          </a:xfrm>
        </p:spPr>
        <p:txBody>
          <a:bodyPr rtlCol="0">
            <a:normAutofit/>
          </a:bodyPr>
          <a:lstStyle>
            <a:lvl1pPr marL="0" indent="0">
              <a:buNone/>
              <a:defRPr sz="600"/>
            </a:lvl1pPr>
          </a:lstStyle>
          <a:p>
            <a:pPr lvl="0"/>
            <a:endParaRPr lang="en-US" noProof="0" dirty="0"/>
          </a:p>
        </p:txBody>
      </p:sp>
      <p:sp>
        <p:nvSpPr>
          <p:cNvPr id="39" name="Picture Placeholder 16"/>
          <p:cNvSpPr>
            <a:spLocks noGrp="1" noChangeAspect="1"/>
          </p:cNvSpPr>
          <p:nvPr>
            <p:ph type="pic" sz="quarter" idx="14"/>
          </p:nvPr>
        </p:nvSpPr>
        <p:spPr>
          <a:xfrm>
            <a:off x="4047873" y="2393726"/>
            <a:ext cx="920404" cy="2385050"/>
          </a:xfrm>
        </p:spPr>
        <p:txBody>
          <a:bodyPr rtlCol="0">
            <a:normAutofit/>
          </a:bodyPr>
          <a:lstStyle>
            <a:lvl1pPr marL="0" indent="0">
              <a:buNone/>
              <a:defRPr sz="600"/>
            </a:lvl1pPr>
          </a:lstStyle>
          <a:p>
            <a:pPr lvl="0"/>
            <a:endParaRPr lang="en-US" noProof="0" dirty="0"/>
          </a:p>
        </p:txBody>
      </p:sp>
      <p:sp>
        <p:nvSpPr>
          <p:cNvPr id="25" name="Picture Placeholder 16"/>
          <p:cNvSpPr>
            <a:spLocks noGrp="1" noChangeAspect="1"/>
          </p:cNvSpPr>
          <p:nvPr>
            <p:ph type="pic" sz="quarter" idx="10"/>
          </p:nvPr>
        </p:nvSpPr>
        <p:spPr>
          <a:xfrm>
            <a:off x="5140484" y="2174790"/>
            <a:ext cx="1747046" cy="3114540"/>
          </a:xfrm>
        </p:spPr>
        <p:txBody>
          <a:bodyPr rtlCol="0">
            <a:normAutofit/>
          </a:bodyPr>
          <a:lstStyle>
            <a:lvl1pPr marL="0" indent="0">
              <a:buNone/>
              <a:defRPr sz="600"/>
            </a:lvl1pPr>
          </a:lstStyle>
          <a:p>
            <a:pPr lvl="0"/>
            <a:endParaRPr lang="en-US" noProof="0" dirty="0"/>
          </a:p>
        </p:txBody>
      </p:sp>
    </p:spTree>
  </p:cSld>
  <p:clrMapOvr>
    <a:masterClrMapping/>
  </p:clrMapOvr>
  <p:transition spd="med"/>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Tree>
  </p:cSld>
  <p:clrMapOvr>
    <a:masterClrMapping/>
  </p:clrMapOvr>
  <p:transition/>
  <p:timing>
    <p:tnLst>
      <p:par>
        <p:cTn id="1" dur="indefinite" restart="never" nodeType="tmRoot"/>
      </p:par>
    </p:tn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
        <p:nvSpPr>
          <p:cNvPr id="6" name="TextBox 2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F61ED1A2-A813-415C-8107-3CF91DF96A19}"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Tree>
  </p:cSld>
  <p:clrMapOvr>
    <a:masterClrMapping/>
  </p:clrMapOvr>
  <p:transition/>
  <p:timing>
    <p:tnLst>
      <p:par>
        <p:cTn id="1" dur="indefinite" restart="never" nodeType="tmRoot"/>
      </p:par>
    </p:tn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11517313" y="273050"/>
            <a:ext cx="461962" cy="414338"/>
            <a:chOff x="23051965" y="547086"/>
            <a:chExt cx="923589" cy="826739"/>
          </a:xfrm>
        </p:grpSpPr>
        <p:sp>
          <p:nvSpPr>
            <p:cNvPr id="3" name="Rectangle 4"/>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23736043-45E0-4564-B8EC-317142D031E0}"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Tree>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2" name="Group 4"/>
          <p:cNvGrpSpPr>
            <a:grpSpLocks/>
          </p:cNvGrpSpPr>
          <p:nvPr userDrawn="1"/>
        </p:nvGrpSpPr>
        <p:grpSpPr bwMode="auto">
          <a:xfrm>
            <a:off x="11517313" y="273050"/>
            <a:ext cx="461962" cy="414338"/>
            <a:chOff x="23051965" y="547086"/>
            <a:chExt cx="923589" cy="826739"/>
          </a:xfrm>
        </p:grpSpPr>
        <p:sp>
          <p:nvSpPr>
            <p:cNvPr id="3"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98902730-AB19-4C45-96A3-75A56FC59744}"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7"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Tree>
  </p:cSld>
  <p:clrMapOvr>
    <a:masterClrMapping/>
  </p:clrMapOvr>
  <p:transition spd="slow"/>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2" name="Group 4"/>
          <p:cNvGrpSpPr>
            <a:grpSpLocks/>
          </p:cNvGrpSpPr>
          <p:nvPr userDrawn="1"/>
        </p:nvGrpSpPr>
        <p:grpSpPr bwMode="auto">
          <a:xfrm>
            <a:off x="11517313" y="273050"/>
            <a:ext cx="461962" cy="414338"/>
            <a:chOff x="23051965" y="547086"/>
            <a:chExt cx="923589" cy="826739"/>
          </a:xfrm>
        </p:grpSpPr>
        <p:sp>
          <p:nvSpPr>
            <p:cNvPr id="3"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4" name="Rectangle 8"/>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6"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9D3347CE-3D6F-48AF-8FD0-9973667107FC}"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7"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Tree>
  </p:cSld>
  <p:clrMapOvr>
    <a:masterClrMapping/>
  </p:clrMapOvr>
  <p:transition spd="slow"/>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9"/>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10"/>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426E1ABA-C39B-40A8-9E38-FA81D4012785}"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8"/>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3" name="Picture Placeholder 9"/>
          <p:cNvSpPr>
            <a:spLocks noGrp="1" noChangeAspect="1"/>
          </p:cNvSpPr>
          <p:nvPr>
            <p:ph type="pic" sz="quarter" idx="11"/>
          </p:nvPr>
        </p:nvSpPr>
        <p:spPr>
          <a:xfrm>
            <a:off x="6711772" y="1876518"/>
            <a:ext cx="4339462" cy="2491082"/>
          </a:xfrm>
        </p:spPr>
        <p:txBody>
          <a:bodyPr rtlCol="0">
            <a:normAutofit/>
          </a:bodyPr>
          <a:lstStyle>
            <a:lvl1pPr marL="0" indent="0">
              <a:buNone/>
              <a:defRPr sz="1000">
                <a:solidFill>
                  <a:schemeClr val="tx1">
                    <a:lumMod val="50000"/>
                    <a:lumOff val="50000"/>
                  </a:schemeClr>
                </a:solidFill>
              </a:defRPr>
            </a:lvl1pPr>
          </a:lstStyle>
          <a:p>
            <a:pPr lvl="0"/>
            <a:endParaRPr lang="en-US" noProof="0" dirty="0"/>
          </a:p>
        </p:txBody>
      </p:sp>
    </p:spTree>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8"/>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9"/>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10"/>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069D58A2-908C-4F44-9B93-BD3FED25BDC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3" name="Picture Placeholder 22"/>
          <p:cNvSpPr>
            <a:spLocks noGrp="1" noChangeAspect="1"/>
          </p:cNvSpPr>
          <p:nvPr>
            <p:ph type="pic" sz="quarter" idx="15"/>
          </p:nvPr>
        </p:nvSpPr>
        <p:spPr>
          <a:xfrm>
            <a:off x="5029200" y="1260656"/>
            <a:ext cx="2133600" cy="2133600"/>
          </a:xfrm>
          <a:prstGeom prst="ellipse">
            <a:avLst/>
          </a:prstGeom>
        </p:spPr>
        <p:txBody>
          <a:bodyPr rtlCol="0">
            <a:normAutofit/>
          </a:bodyPr>
          <a:lstStyle>
            <a:lvl1pPr marL="0" indent="0">
              <a:buNone/>
              <a:defRPr sz="1600"/>
            </a:lvl1pPr>
          </a:lstStyle>
          <a:p>
            <a:pPr lvl="0"/>
            <a:endParaRPr lang="en-US" noProof="0" dirty="0"/>
          </a:p>
        </p:txBody>
      </p:sp>
    </p:spTree>
  </p:cSld>
  <p:clrMapOvr>
    <a:masterClrMapping/>
  </p:clrMapOvr>
  <p:transition spd="slow"/>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rtlCol="0">
            <a:normAutofit/>
          </a:bodyPr>
          <a:lstStyle>
            <a:lvl1pPr marL="0" indent="0">
              <a:buNone/>
              <a:defRPr sz="1600">
                <a:solidFill>
                  <a:schemeClr val="bg2"/>
                </a:solidFill>
              </a:defRPr>
            </a:lvl1pPr>
          </a:lstStyle>
          <a:p>
            <a:pPr lvl="0"/>
            <a:endParaRPr lang="en-US" noProof="0" dirty="0"/>
          </a:p>
        </p:txBody>
      </p:sp>
    </p:spTree>
  </p:cSld>
  <p:clrMapOvr>
    <a:masterClrMapping/>
  </p:clrMapOvr>
  <p:transition spd="slow"/>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3"/>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4"/>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5"/>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3301C75C-A730-4510-A5B6-7653F765477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TextBox 23"/>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5" name="Picture Placeholder 22"/>
          <p:cNvSpPr>
            <a:spLocks noGrp="1" noChangeAspect="1"/>
          </p:cNvSpPr>
          <p:nvPr>
            <p:ph type="pic" sz="quarter" idx="14"/>
          </p:nvPr>
        </p:nvSpPr>
        <p:spPr>
          <a:xfrm>
            <a:off x="1290292"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18" name="Picture Placeholder 22"/>
          <p:cNvSpPr>
            <a:spLocks noGrp="1" noChangeAspect="1"/>
          </p:cNvSpPr>
          <p:nvPr>
            <p:ph type="pic" sz="quarter" idx="15"/>
          </p:nvPr>
        </p:nvSpPr>
        <p:spPr>
          <a:xfrm>
            <a:off x="3896747"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19" name="Picture Placeholder 22"/>
          <p:cNvSpPr>
            <a:spLocks noGrp="1" noChangeAspect="1"/>
          </p:cNvSpPr>
          <p:nvPr>
            <p:ph type="pic" sz="quarter" idx="16"/>
          </p:nvPr>
        </p:nvSpPr>
        <p:spPr>
          <a:xfrm>
            <a:off x="6549859"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
        <p:nvSpPr>
          <p:cNvPr id="20" name="Picture Placeholder 22"/>
          <p:cNvSpPr>
            <a:spLocks noGrp="1" noChangeAspect="1"/>
          </p:cNvSpPr>
          <p:nvPr>
            <p:ph type="pic" sz="quarter" idx="17"/>
          </p:nvPr>
        </p:nvSpPr>
        <p:spPr>
          <a:xfrm>
            <a:off x="9135071" y="2132954"/>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Tree>
  </p:cSld>
  <p:clrMapOvr>
    <a:masterClrMapping/>
  </p:clrMapOvr>
  <p:transition spd="slow"/>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7"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35" name="Picture Placeholder 2"/>
          <p:cNvSpPr>
            <a:spLocks noGrp="1" noChangeAspect="1"/>
          </p:cNvSpPr>
          <p:nvPr>
            <p:ph type="pic" sz="quarter" idx="15"/>
          </p:nvPr>
        </p:nvSpPr>
        <p:spPr>
          <a:xfrm>
            <a:off x="2" y="1"/>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38" name="Picture Placeholder 2"/>
          <p:cNvSpPr>
            <a:spLocks noGrp="1" noChangeAspect="1"/>
          </p:cNvSpPr>
          <p:nvPr>
            <p:ph type="pic" sz="quarter" idx="18"/>
          </p:nvPr>
        </p:nvSpPr>
        <p:spPr>
          <a:xfrm>
            <a:off x="2438749" y="1982087"/>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39" name="Picture Placeholder 2"/>
          <p:cNvSpPr>
            <a:spLocks noGrp="1" noChangeAspect="1"/>
          </p:cNvSpPr>
          <p:nvPr>
            <p:ph type="pic" sz="quarter" idx="19"/>
          </p:nvPr>
        </p:nvSpPr>
        <p:spPr>
          <a:xfrm>
            <a:off x="4871863" y="-607"/>
            <a:ext cx="2438746"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42" name="Picture Placeholder 2"/>
          <p:cNvSpPr>
            <a:spLocks noGrp="1" noChangeAspect="1"/>
          </p:cNvSpPr>
          <p:nvPr>
            <p:ph type="pic" sz="quarter" idx="22"/>
          </p:nvPr>
        </p:nvSpPr>
        <p:spPr>
          <a:xfrm>
            <a:off x="7321753" y="1982694"/>
            <a:ext cx="2539935" cy="1980871"/>
          </a:xfrm>
        </p:spPr>
        <p:txBody>
          <a:bodyPr rtlCol="0">
            <a:normAutofit/>
          </a:bodyPr>
          <a:lstStyle>
            <a:lvl1pPr marL="0" indent="0">
              <a:buNone/>
              <a:defRPr sz="2000">
                <a:solidFill>
                  <a:schemeClr val="accent1"/>
                </a:solidFill>
              </a:defRPr>
            </a:lvl1pPr>
          </a:lstStyle>
          <a:p>
            <a:pPr lvl="0"/>
            <a:endParaRPr lang="id-ID" noProof="0" dirty="0"/>
          </a:p>
        </p:txBody>
      </p:sp>
      <p:sp>
        <p:nvSpPr>
          <p:cNvPr id="43" name="Picture Placeholder 2"/>
          <p:cNvSpPr>
            <a:spLocks noGrp="1" noChangeAspect="1"/>
          </p:cNvSpPr>
          <p:nvPr>
            <p:ph type="pic" sz="quarter" idx="23"/>
          </p:nvPr>
        </p:nvSpPr>
        <p:spPr>
          <a:xfrm>
            <a:off x="9742111" y="1216"/>
            <a:ext cx="2449889" cy="1980871"/>
          </a:xfrm>
        </p:spPr>
        <p:txBody>
          <a:bodyPr rtlCol="0">
            <a:normAutofit/>
          </a:bodyPr>
          <a:lstStyle>
            <a:lvl1pPr marL="0" indent="0">
              <a:buNone/>
              <a:defRPr sz="2000">
                <a:solidFill>
                  <a:schemeClr val="accent1"/>
                </a:solidFill>
              </a:defRPr>
            </a:lvl1pPr>
          </a:lstStyle>
          <a:p>
            <a:pPr lvl="0"/>
            <a:endParaRPr lang="id-ID" noProof="0" dirty="0"/>
          </a:p>
        </p:txBody>
      </p:sp>
    </p:spTree>
  </p:cSld>
  <p:clrMapOvr>
    <a:masterClrMapping/>
  </p:clrMapOvr>
  <p:transition spd="slow"/>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3"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4"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5"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6"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7" name="TextBox 13"/>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Tree>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13"/>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637A3AE8-B09B-4F62-A8A4-4A2579FBEF3C}"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TextBox 18"/>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9" name="Picture Placeholder 8"/>
          <p:cNvSpPr>
            <a:spLocks noGrp="1" noChangeAspect="1"/>
          </p:cNvSpPr>
          <p:nvPr>
            <p:ph type="pic" sz="quarter" idx="10"/>
          </p:nvPr>
        </p:nvSpPr>
        <p:spPr>
          <a:xfrm>
            <a:off x="0" y="1520483"/>
            <a:ext cx="12192000" cy="2838449"/>
          </a:xfrm>
        </p:spPr>
        <p:txBody>
          <a:bodyPr rtlCol="0">
            <a:normAutofit/>
          </a:bodyPr>
          <a:lstStyle>
            <a:lvl1pPr marL="0" indent="0">
              <a:buNone/>
              <a:defRPr sz="2100">
                <a:solidFill>
                  <a:schemeClr val="bg1">
                    <a:lumMod val="75000"/>
                  </a:schemeClr>
                </a:solidFill>
              </a:defRPr>
            </a:lvl1pPr>
          </a:lstStyle>
          <a:p>
            <a:pPr lvl="0"/>
            <a:endParaRPr lang="en-US" noProof="0" dirty="0"/>
          </a:p>
        </p:txBody>
      </p:sp>
    </p:spTree>
  </p:cSld>
  <p:clrMapOvr>
    <a:masterClrMapping/>
  </p:clrMapOvr>
  <p:transition spd="slow"/>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grpSp>
        <p:nvGrpSpPr>
          <p:cNvPr id="3" name="Group 4"/>
          <p:cNvGrpSpPr>
            <a:grpSpLocks/>
          </p:cNvGrpSpPr>
          <p:nvPr userDrawn="1"/>
        </p:nvGrpSpPr>
        <p:grpSpPr bwMode="auto">
          <a:xfrm>
            <a:off x="11517313" y="273050"/>
            <a:ext cx="461962" cy="414338"/>
            <a:chOff x="23051965" y="547086"/>
            <a:chExt cx="923589" cy="826739"/>
          </a:xfrm>
        </p:grpSpPr>
        <p:sp>
          <p:nvSpPr>
            <p:cNvPr id="4" name="Rectangle 5"/>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6"/>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7"/>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8"/>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8DEB5769-C676-4A2C-8AED-6904372727C6}"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Picture Placeholder 22"/>
          <p:cNvSpPr>
            <a:spLocks noGrp="1" noChangeAspect="1"/>
          </p:cNvSpPr>
          <p:nvPr>
            <p:ph type="pic" sz="quarter" idx="13"/>
          </p:nvPr>
        </p:nvSpPr>
        <p:spPr>
          <a:xfrm>
            <a:off x="0" y="0"/>
            <a:ext cx="5954186" cy="6858000"/>
          </a:xfrm>
        </p:spPr>
        <p:txBody>
          <a:bodyPr rtlCol="0">
            <a:normAutofit/>
          </a:bodyPr>
          <a:lstStyle>
            <a:lvl1pPr marL="0" indent="0">
              <a:buNone/>
              <a:defRPr sz="1600">
                <a:latin typeface="Raleway Light"/>
                <a:cs typeface="Raleway Light"/>
              </a:defRPr>
            </a:lvl1pPr>
          </a:lstStyle>
          <a:p>
            <a:pPr lvl="0"/>
            <a:endParaRPr lang="id-ID" noProof="0" dirty="0"/>
          </a:p>
        </p:txBody>
      </p:sp>
    </p:spTree>
  </p:cSld>
  <p:clrMapOvr>
    <a:masterClrMapping/>
  </p:clrMapOvr>
  <p:transition spd="slow"/>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6"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7"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8"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TextBox 1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Tree>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8"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2567AF11-392E-40F0-A329-3B890174EDF0}"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9"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5" name="Picture Placeholder 22"/>
          <p:cNvSpPr>
            <a:spLocks noGrp="1" noChangeAspect="1"/>
          </p:cNvSpPr>
          <p:nvPr>
            <p:ph type="pic" sz="quarter" idx="14"/>
          </p:nvPr>
        </p:nvSpPr>
        <p:spPr>
          <a:xfrm>
            <a:off x="988484" y="1821007"/>
            <a:ext cx="1822449" cy="1824566"/>
          </a:xfrm>
        </p:spPr>
        <p:txBody>
          <a:bodyPr rtlCol="0">
            <a:normAutofit/>
          </a:bodyPr>
          <a:lstStyle>
            <a:lvl1pPr marL="0" indent="0">
              <a:buNone/>
              <a:defRPr sz="1600">
                <a:solidFill>
                  <a:schemeClr val="bg1"/>
                </a:solidFill>
                <a:latin typeface="Lato Light"/>
                <a:cs typeface="Lato Light"/>
              </a:defRPr>
            </a:lvl1pPr>
          </a:lstStyle>
          <a:p>
            <a:pPr lvl="0"/>
            <a:endParaRPr lang="id-ID" noProof="0" dirty="0"/>
          </a:p>
        </p:txBody>
      </p:sp>
    </p:spTree>
  </p:cSld>
  <p:clrMapOvr>
    <a:masterClrMapping/>
  </p:clrMapOvr>
  <p:transition spd="slow"/>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10"/>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1"/>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7"/>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A1A6BEDD-3426-42C6-A99F-5C0815598018}"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22"/>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5" name="Picture Placeholder 14"/>
          <p:cNvSpPr>
            <a:spLocks noGrp="1" noChangeAspect="1"/>
          </p:cNvSpPr>
          <p:nvPr>
            <p:ph type="pic" sz="quarter" idx="10"/>
          </p:nvPr>
        </p:nvSpPr>
        <p:spPr>
          <a:xfrm>
            <a:off x="1198564" y="1779589"/>
            <a:ext cx="3206751" cy="3138488"/>
          </a:xfrm>
        </p:spPr>
        <p:txBody>
          <a:bodyPr rtlCol="0">
            <a:normAutofit/>
          </a:bodyPr>
          <a:lstStyle>
            <a:lvl1pPr marL="0" indent="0">
              <a:buNone/>
              <a:defRPr sz="1600">
                <a:solidFill>
                  <a:schemeClr val="accent1"/>
                </a:solidFill>
              </a:defRPr>
            </a:lvl1pPr>
          </a:lstStyle>
          <a:p>
            <a:pPr lvl="0"/>
            <a:endParaRPr lang="id-ID" noProof="0" dirty="0"/>
          </a:p>
        </p:txBody>
      </p:sp>
      <p:sp>
        <p:nvSpPr>
          <p:cNvPr id="16" name="Picture Placeholder 14"/>
          <p:cNvSpPr>
            <a:spLocks noGrp="1" noChangeAspect="1"/>
          </p:cNvSpPr>
          <p:nvPr>
            <p:ph type="pic" sz="quarter" idx="11"/>
          </p:nvPr>
        </p:nvSpPr>
        <p:spPr>
          <a:xfrm>
            <a:off x="4500564" y="1779589"/>
            <a:ext cx="3206751" cy="3138488"/>
          </a:xfrm>
        </p:spPr>
        <p:txBody>
          <a:bodyPr rtlCol="0">
            <a:normAutofit/>
          </a:bodyPr>
          <a:lstStyle>
            <a:lvl1pPr marL="0" indent="0">
              <a:buNone/>
              <a:defRPr sz="1600">
                <a:solidFill>
                  <a:schemeClr val="accent1"/>
                </a:solidFill>
              </a:defRPr>
            </a:lvl1pPr>
          </a:lstStyle>
          <a:p>
            <a:pPr lvl="0"/>
            <a:endParaRPr lang="id-ID" noProof="0" dirty="0"/>
          </a:p>
        </p:txBody>
      </p:sp>
      <p:sp>
        <p:nvSpPr>
          <p:cNvPr id="17" name="Picture Placeholder 14"/>
          <p:cNvSpPr>
            <a:spLocks noGrp="1" noChangeAspect="1"/>
          </p:cNvSpPr>
          <p:nvPr>
            <p:ph type="pic" sz="quarter" idx="12"/>
          </p:nvPr>
        </p:nvSpPr>
        <p:spPr>
          <a:xfrm>
            <a:off x="7815264" y="1784351"/>
            <a:ext cx="3206751" cy="3138488"/>
          </a:xfrm>
        </p:spPr>
        <p:txBody>
          <a:bodyPr rtlCol="0">
            <a:normAutofit/>
          </a:bodyPr>
          <a:lstStyle>
            <a:lvl1pPr marL="0" indent="0">
              <a:buNone/>
              <a:defRPr sz="1600">
                <a:solidFill>
                  <a:schemeClr val="accent1"/>
                </a:solidFill>
              </a:defRPr>
            </a:lvl1pPr>
          </a:lstStyle>
          <a:p>
            <a:pPr lvl="0"/>
            <a:endParaRPr lang="id-ID" noProof="0" dirty="0"/>
          </a:p>
        </p:txBody>
      </p:sp>
    </p:spTree>
  </p:cSld>
  <p:clrMapOvr>
    <a:masterClrMapping/>
  </p:clrMapOvr>
  <p:transition spd="slow"/>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grpSp>
        <p:nvGrpSpPr>
          <p:cNvPr id="3" name="Group 5"/>
          <p:cNvGrpSpPr>
            <a:grpSpLocks/>
          </p:cNvGrpSpPr>
          <p:nvPr userDrawn="1"/>
        </p:nvGrpSpPr>
        <p:grpSpPr bwMode="auto">
          <a:xfrm>
            <a:off x="11517313" y="273050"/>
            <a:ext cx="461962" cy="414338"/>
            <a:chOff x="23051965" y="547086"/>
            <a:chExt cx="923589" cy="826739"/>
          </a:xfrm>
        </p:grpSpPr>
        <p:sp>
          <p:nvSpPr>
            <p:cNvPr id="4" name="Rectangle 6"/>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5" name="Rectangle 7"/>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6" name="Rectangle 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7" name="TextBox 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8F93F1B7-E220-42BE-89B4-3934E1797E1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8"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9"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0"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TextBox 18"/>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5" name="Picture Placeholder 13"/>
          <p:cNvSpPr>
            <a:spLocks noGrp="1" noChangeAspect="1"/>
          </p:cNvSpPr>
          <p:nvPr>
            <p:ph type="pic" sz="quarter" idx="13"/>
          </p:nvPr>
        </p:nvSpPr>
        <p:spPr>
          <a:xfrm>
            <a:off x="1255589" y="1692238"/>
            <a:ext cx="4030217" cy="3977969"/>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11"/>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12"/>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6"/>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2" name="TextBox 17"/>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66348B6B-1854-4BCB-B0F5-7FD37689609A}"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6"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7" name="TextBox 22"/>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9" name="Picture Placeholder 2"/>
          <p:cNvSpPr>
            <a:spLocks noGrp="1" noChangeAspect="1"/>
          </p:cNvSpPr>
          <p:nvPr>
            <p:ph type="pic" sz="quarter" idx="11"/>
          </p:nvPr>
        </p:nvSpPr>
        <p:spPr>
          <a:xfrm>
            <a:off x="4500563" y="1779589"/>
            <a:ext cx="3194049" cy="2266950"/>
          </a:xfrm>
        </p:spPr>
        <p:txBody>
          <a:bodyPr rtlCol="0">
            <a:normAutofit/>
          </a:bodyPr>
          <a:lstStyle>
            <a:lvl1pPr marL="0" indent="0">
              <a:buNone/>
              <a:defRPr sz="2000">
                <a:solidFill>
                  <a:schemeClr val="accent1"/>
                </a:solidFill>
              </a:defRPr>
            </a:lvl1pPr>
          </a:lstStyle>
          <a:p>
            <a:pPr lvl="0"/>
            <a:endParaRPr lang="id-ID" noProof="0" dirty="0"/>
          </a:p>
        </p:txBody>
      </p:sp>
      <p:sp>
        <p:nvSpPr>
          <p:cNvPr id="10" name="Picture Placeholder 2"/>
          <p:cNvSpPr>
            <a:spLocks noGrp="1" noChangeAspect="1"/>
          </p:cNvSpPr>
          <p:nvPr>
            <p:ph type="pic" sz="quarter" idx="12"/>
          </p:nvPr>
        </p:nvSpPr>
        <p:spPr>
          <a:xfrm>
            <a:off x="7808913" y="1779589"/>
            <a:ext cx="3216275" cy="2266950"/>
          </a:xfrm>
        </p:spPr>
        <p:txBody>
          <a:bodyPr rtlCol="0">
            <a:normAutofit/>
          </a:bodyPr>
          <a:lstStyle>
            <a:lvl1pPr marL="0" indent="0">
              <a:buNone/>
              <a:defRPr sz="2000">
                <a:solidFill>
                  <a:schemeClr val="accent1"/>
                </a:solidFill>
              </a:defRPr>
            </a:lvl1pPr>
          </a:lstStyle>
          <a:p>
            <a:pPr lvl="0"/>
            <a:endParaRPr lang="id-ID" noProof="0" dirty="0"/>
          </a:p>
        </p:txBody>
      </p:sp>
      <p:sp>
        <p:nvSpPr>
          <p:cNvPr id="11" name="Picture Placeholder 2"/>
          <p:cNvSpPr>
            <a:spLocks noGrp="1" noChangeAspect="1"/>
          </p:cNvSpPr>
          <p:nvPr>
            <p:ph type="pic" sz="quarter" idx="15"/>
          </p:nvPr>
        </p:nvSpPr>
        <p:spPr>
          <a:xfrm>
            <a:off x="1210109" y="1795468"/>
            <a:ext cx="3201554" cy="2251071"/>
          </a:xfrm>
        </p:spPr>
        <p:txBody>
          <a:bodyPr rtlCol="0">
            <a:normAutofit/>
          </a:bodyPr>
          <a:lstStyle>
            <a:lvl1pPr marL="0" indent="0">
              <a:buNone/>
              <a:defRPr sz="2000">
                <a:solidFill>
                  <a:schemeClr val="accent1"/>
                </a:solidFill>
              </a:defRPr>
            </a:lvl1pPr>
          </a:lstStyle>
          <a:p>
            <a:pPr lvl="0"/>
            <a:endParaRPr lang="id-ID" noProof="0" dirty="0"/>
          </a:p>
        </p:txBody>
      </p:sp>
    </p:spTree>
  </p:cSld>
  <p:clrMapOvr>
    <a:masterClrMapping/>
  </p:clrMapOvr>
  <p:transition spd="slow"/>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1"/>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4"/>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4448A36F-1F4A-4A26-A31C-D42E4867F640}"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6" name="TextBox 21"/>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4" name="Picture Placeholder 13"/>
          <p:cNvSpPr>
            <a:spLocks noGrp="1" noChangeAspect="1"/>
          </p:cNvSpPr>
          <p:nvPr>
            <p:ph type="pic" sz="quarter" idx="10"/>
          </p:nvPr>
        </p:nvSpPr>
        <p:spPr>
          <a:xfrm>
            <a:off x="1421883" y="1647680"/>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grpSp>
        <p:nvGrpSpPr>
          <p:cNvPr id="7" name="Group 9"/>
          <p:cNvGrpSpPr>
            <a:grpSpLocks/>
          </p:cNvGrpSpPr>
          <p:nvPr userDrawn="1"/>
        </p:nvGrpSpPr>
        <p:grpSpPr bwMode="auto">
          <a:xfrm>
            <a:off x="11517313" y="273050"/>
            <a:ext cx="461962" cy="414338"/>
            <a:chOff x="23051965" y="547086"/>
            <a:chExt cx="923589" cy="826739"/>
          </a:xfrm>
        </p:grpSpPr>
        <p:sp>
          <p:nvSpPr>
            <p:cNvPr id="8" name="Rectangle 10"/>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1"/>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10" name="Rectangle 18"/>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1" name="TextBox 19"/>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746CC22D-AA47-4180-9BF3-02A5827DEC34}"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8"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9"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20"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21" name="TextBox 26"/>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4" name="Picture Placeholder 13"/>
          <p:cNvSpPr>
            <a:spLocks noGrp="1" noChangeAspect="1"/>
          </p:cNvSpPr>
          <p:nvPr>
            <p:ph type="pic" sz="quarter" idx="10"/>
          </p:nvPr>
        </p:nvSpPr>
        <p:spPr>
          <a:xfrm>
            <a:off x="1811582"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5" name="Picture Placeholder 13"/>
          <p:cNvSpPr>
            <a:spLocks noGrp="1" noChangeAspect="1"/>
          </p:cNvSpPr>
          <p:nvPr>
            <p:ph type="pic" sz="quarter" idx="11"/>
          </p:nvPr>
        </p:nvSpPr>
        <p:spPr>
          <a:xfrm>
            <a:off x="4915403"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7" name="Picture Placeholder 13"/>
          <p:cNvSpPr>
            <a:spLocks noGrp="1" noChangeAspect="1"/>
          </p:cNvSpPr>
          <p:nvPr>
            <p:ph type="pic" sz="quarter" idx="12"/>
          </p:nvPr>
        </p:nvSpPr>
        <p:spPr>
          <a:xfrm>
            <a:off x="8019222" y="1723565"/>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3" name="Picture Placeholder 13"/>
          <p:cNvSpPr>
            <a:spLocks noGrp="1" noChangeAspect="1"/>
          </p:cNvSpPr>
          <p:nvPr>
            <p:ph type="pic" sz="quarter" idx="13"/>
          </p:nvPr>
        </p:nvSpPr>
        <p:spPr>
          <a:xfrm>
            <a:off x="3408155" y="3836202"/>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
        <p:nvSpPr>
          <p:cNvPr id="16" name="Picture Placeholder 13"/>
          <p:cNvSpPr>
            <a:spLocks noGrp="1" noChangeAspect="1"/>
          </p:cNvSpPr>
          <p:nvPr>
            <p:ph type="pic" sz="quarter" idx="14"/>
          </p:nvPr>
        </p:nvSpPr>
        <p:spPr>
          <a:xfrm>
            <a:off x="6511974" y="3836202"/>
            <a:ext cx="2357967" cy="2355851"/>
          </a:xfrm>
          <a:prstGeom prst="ellipse">
            <a:avLst/>
          </a:prstGeom>
        </p:spPr>
        <p:txBody>
          <a:bodyPr rtlCol="0">
            <a:normAutofit/>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pPr lvl="0"/>
            <a:r>
              <a:rPr lang="en-US" noProof="0" dirty="0" smtClean="0"/>
              <a:t>Click icon to add picture</a:t>
            </a:r>
            <a:endParaRPr lang="en-US" noProof="0" dirty="0"/>
          </a:p>
        </p:txBody>
      </p:sp>
    </p:spTree>
  </p:cSld>
  <p:clrMapOvr>
    <a:masterClrMapping/>
  </p:clrMapOvr>
  <p:transition spd="slow"/>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grpSp>
        <p:nvGrpSpPr>
          <p:cNvPr id="6" name="Group 8"/>
          <p:cNvGrpSpPr>
            <a:grpSpLocks/>
          </p:cNvGrpSpPr>
          <p:nvPr userDrawn="1"/>
        </p:nvGrpSpPr>
        <p:grpSpPr bwMode="auto">
          <a:xfrm>
            <a:off x="11517313" y="273050"/>
            <a:ext cx="461962" cy="414338"/>
            <a:chOff x="23051965" y="547086"/>
            <a:chExt cx="923589" cy="826739"/>
          </a:xfrm>
        </p:grpSpPr>
        <p:sp>
          <p:nvSpPr>
            <p:cNvPr id="7" name="Rectangle 9"/>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1"/>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9" name="Rectangle 12"/>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10" name="TextBox 13"/>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17BB0A07-1A11-43B1-A2F4-7CBC13A95BAE}"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1"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5" name="TextBox 24"/>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17" name="Picture Placeholder 12"/>
          <p:cNvSpPr>
            <a:spLocks noGrp="1" noChangeAspect="1"/>
          </p:cNvSpPr>
          <p:nvPr>
            <p:ph type="pic" sz="quarter" idx="14"/>
          </p:nvPr>
        </p:nvSpPr>
        <p:spPr>
          <a:xfrm>
            <a:off x="837773" y="2440695"/>
            <a:ext cx="4064678" cy="3824637"/>
          </a:xfrm>
        </p:spPr>
        <p:txBody>
          <a:bodyPr rtlCol="0">
            <a:normAutofit/>
          </a:bodyPr>
          <a:lstStyle>
            <a:lvl1pPr>
              <a:defRPr sz="1400"/>
            </a:lvl1pPr>
          </a:lstStyle>
          <a:p>
            <a:pPr lvl="0"/>
            <a:endParaRPr lang="en-US" noProof="0" dirty="0"/>
          </a:p>
        </p:txBody>
      </p:sp>
      <p:sp>
        <p:nvSpPr>
          <p:cNvPr id="18" name="Picture Placeholder 12"/>
          <p:cNvSpPr>
            <a:spLocks noGrp="1" noChangeAspect="1"/>
          </p:cNvSpPr>
          <p:nvPr>
            <p:ph type="pic" sz="quarter" idx="15"/>
          </p:nvPr>
        </p:nvSpPr>
        <p:spPr>
          <a:xfrm>
            <a:off x="4898177" y="4353014"/>
            <a:ext cx="2144481" cy="1912319"/>
          </a:xfrm>
        </p:spPr>
        <p:txBody>
          <a:bodyPr rtlCol="0">
            <a:normAutofit/>
          </a:bodyPr>
          <a:lstStyle>
            <a:lvl1pPr>
              <a:defRPr sz="1400"/>
            </a:lvl1pPr>
          </a:lstStyle>
          <a:p>
            <a:pPr lvl="0"/>
            <a:endParaRPr lang="en-US" noProof="0" dirty="0"/>
          </a:p>
        </p:txBody>
      </p:sp>
      <p:sp>
        <p:nvSpPr>
          <p:cNvPr id="19" name="Picture Placeholder 12"/>
          <p:cNvSpPr>
            <a:spLocks noGrp="1" noChangeAspect="1"/>
          </p:cNvSpPr>
          <p:nvPr>
            <p:ph type="pic" sz="quarter" idx="16"/>
          </p:nvPr>
        </p:nvSpPr>
        <p:spPr>
          <a:xfrm>
            <a:off x="7033110" y="4353014"/>
            <a:ext cx="2144481" cy="1912319"/>
          </a:xfrm>
        </p:spPr>
        <p:txBody>
          <a:bodyPr rtlCol="0">
            <a:normAutofit/>
          </a:bodyPr>
          <a:lstStyle>
            <a:lvl1pPr>
              <a:defRPr sz="1400"/>
            </a:lvl1pPr>
          </a:lstStyle>
          <a:p>
            <a:pPr lvl="0"/>
            <a:endParaRPr lang="en-US" noProof="0" dirty="0"/>
          </a:p>
        </p:txBody>
      </p:sp>
      <p:sp>
        <p:nvSpPr>
          <p:cNvPr id="20" name="Picture Placeholder 12"/>
          <p:cNvSpPr>
            <a:spLocks noGrp="1" noChangeAspect="1"/>
          </p:cNvSpPr>
          <p:nvPr>
            <p:ph type="pic" sz="quarter" idx="17"/>
          </p:nvPr>
        </p:nvSpPr>
        <p:spPr>
          <a:xfrm>
            <a:off x="9161771" y="4353014"/>
            <a:ext cx="2144481" cy="1912319"/>
          </a:xfrm>
        </p:spPr>
        <p:txBody>
          <a:bodyPr rtlCol="0">
            <a:normAutofit/>
          </a:bodyPr>
          <a:lstStyle>
            <a:lvl1pPr>
              <a:defRPr sz="1400"/>
            </a:lvl1pPr>
          </a:lstStyle>
          <a:p>
            <a:pPr lvl="0"/>
            <a:endParaRPr lang="en-US" noProof="0" dirty="0"/>
          </a:p>
        </p:txBody>
      </p:sp>
    </p:spTree>
  </p:cSld>
  <p:clrMapOvr>
    <a:masterClrMapping/>
  </p:clrMapOvr>
  <p:transition spd="slow"/>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B98D1F5C-4F31-42AC-9DC0-1BF2BAC63EC2}"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17"/>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23" name="Picture Placeholder 16"/>
          <p:cNvSpPr>
            <a:spLocks noGrp="1" noChangeAspect="1"/>
          </p:cNvSpPr>
          <p:nvPr>
            <p:ph type="pic" sz="quarter" idx="13"/>
          </p:nvPr>
        </p:nvSpPr>
        <p:spPr>
          <a:xfrm>
            <a:off x="4303918" y="2557198"/>
            <a:ext cx="944871" cy="2572187"/>
          </a:xfrm>
        </p:spPr>
        <p:txBody>
          <a:bodyPr rtlCol="0">
            <a:normAutofit/>
          </a:bodyPr>
          <a:lstStyle>
            <a:lvl1pPr marL="0" indent="0">
              <a:buNone/>
              <a:defRPr sz="700"/>
            </a:lvl1pPr>
          </a:lstStyle>
          <a:p>
            <a:pPr lvl="0"/>
            <a:endParaRPr lang="en-US" noProof="0" dirty="0"/>
          </a:p>
        </p:txBody>
      </p:sp>
      <p:sp>
        <p:nvSpPr>
          <p:cNvPr id="24" name="Picture Placeholder 16"/>
          <p:cNvSpPr>
            <a:spLocks noGrp="1" noChangeAspect="1"/>
          </p:cNvSpPr>
          <p:nvPr>
            <p:ph type="pic" sz="quarter" idx="14"/>
          </p:nvPr>
        </p:nvSpPr>
        <p:spPr>
          <a:xfrm>
            <a:off x="1165167" y="2550141"/>
            <a:ext cx="896020" cy="2572188"/>
          </a:xfrm>
        </p:spPr>
        <p:txBody>
          <a:bodyPr rtlCol="0">
            <a:normAutofit/>
          </a:bodyPr>
          <a:lstStyle>
            <a:lvl1pPr marL="0" indent="0">
              <a:buNone/>
              <a:defRPr sz="700"/>
            </a:lvl1pPr>
          </a:lstStyle>
          <a:p>
            <a:pPr lvl="0"/>
            <a:endParaRPr lang="en-US" noProof="0" dirty="0"/>
          </a:p>
        </p:txBody>
      </p:sp>
      <p:sp>
        <p:nvSpPr>
          <p:cNvPr id="25" name="Picture Placeholder 16"/>
          <p:cNvSpPr>
            <a:spLocks noGrp="1" noChangeAspect="1"/>
          </p:cNvSpPr>
          <p:nvPr>
            <p:ph type="pic" sz="quarter" idx="10"/>
          </p:nvPr>
        </p:nvSpPr>
        <p:spPr>
          <a:xfrm>
            <a:off x="2252868" y="2267919"/>
            <a:ext cx="1889744" cy="3369467"/>
          </a:xfrm>
        </p:spPr>
        <p:txBody>
          <a:bodyPr rtlCol="0">
            <a:normAutofit/>
          </a:bodyPr>
          <a:lstStyle>
            <a:lvl1pPr marL="0" indent="0">
              <a:buNone/>
              <a:defRPr sz="700"/>
            </a:lvl1pPr>
          </a:lstStyle>
          <a:p>
            <a:pPr lvl="0"/>
            <a:endParaRPr lang="en-US" noProof="0" dirty="0"/>
          </a:p>
        </p:txBody>
      </p:sp>
    </p:spTree>
  </p:cSld>
  <p:clrMapOvr>
    <a:masterClrMapping/>
  </p:clrMapOvr>
  <p:transition spd="slow"/>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grpSp>
        <p:nvGrpSpPr>
          <p:cNvPr id="5" name="Group 7"/>
          <p:cNvGrpSpPr>
            <a:grpSpLocks/>
          </p:cNvGrpSpPr>
          <p:nvPr userDrawn="1"/>
        </p:nvGrpSpPr>
        <p:grpSpPr bwMode="auto">
          <a:xfrm>
            <a:off x="11517313" y="273050"/>
            <a:ext cx="461962" cy="414338"/>
            <a:chOff x="23051965" y="547086"/>
            <a:chExt cx="923589" cy="826739"/>
          </a:xfrm>
        </p:grpSpPr>
        <p:sp>
          <p:nvSpPr>
            <p:cNvPr id="6" name="Rectangle 8"/>
            <p:cNvSpPr/>
            <p:nvPr userDrawn="1"/>
          </p:nvSpPr>
          <p:spPr>
            <a:xfrm>
              <a:off x="23051965" y="547086"/>
              <a:ext cx="923589" cy="7348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7" name="Rectangle 9"/>
            <p:cNvSpPr/>
            <p:nvPr userDrawn="1"/>
          </p:nvSpPr>
          <p:spPr>
            <a:xfrm>
              <a:off x="23051965" y="1281964"/>
              <a:ext cx="923589" cy="9186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sp>
          <p:nvSpPr>
            <p:cNvPr id="8" name="Rectangle 10"/>
            <p:cNvSpPr/>
            <p:nvPr userDrawn="1"/>
          </p:nvSpPr>
          <p:spPr>
            <a:xfrm>
              <a:off x="23051965" y="1196441"/>
              <a:ext cx="923589" cy="9185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defTabSz="914217" fontAlgn="auto">
                <a:spcBef>
                  <a:spcPts val="0"/>
                </a:spcBef>
                <a:spcAft>
                  <a:spcPts val="0"/>
                </a:spcAft>
                <a:defRPr/>
              </a:pPr>
              <a:endParaRPr lang="id-ID">
                <a:solidFill>
                  <a:prstClr val="white"/>
                </a:solidFill>
              </a:endParaRPr>
            </a:p>
          </p:txBody>
        </p:sp>
      </p:grpSp>
      <p:sp>
        <p:nvSpPr>
          <p:cNvPr id="9" name="TextBox 11"/>
          <p:cNvSpPr txBox="1"/>
          <p:nvPr userDrawn="1"/>
        </p:nvSpPr>
        <p:spPr>
          <a:xfrm>
            <a:off x="11553825" y="303213"/>
            <a:ext cx="390525" cy="292100"/>
          </a:xfrm>
          <a:prstGeom prst="rect">
            <a:avLst/>
          </a:prstGeom>
          <a:noFill/>
        </p:spPr>
        <p:txBody>
          <a:bodyPr wrap="none" lIns="91404" tIns="45702" rIns="91404" bIns="45702">
            <a:spAutoFit/>
          </a:bodyPr>
          <a:lstStyle/>
          <a:p>
            <a:pPr algn="ctr" defTabSz="914217" fontAlgn="auto">
              <a:spcBef>
                <a:spcPts val="0"/>
              </a:spcBef>
              <a:spcAft>
                <a:spcPts val="0"/>
              </a:spcAft>
              <a:defRPr/>
            </a:pPr>
            <a:fld id="{B2A746C3-5694-4C84-A46F-C45B2F6872B1}" type="slidenum">
              <a:rPr lang="id-ID" sz="1300">
                <a:solidFill>
                  <a:prstClr val="white"/>
                </a:solidFill>
                <a:latin typeface="Lato Regular"/>
                <a:cs typeface="Lato Regular"/>
              </a:rPr>
              <a:pPr algn="ctr" defTabSz="914217" fontAlgn="auto">
                <a:spcBef>
                  <a:spcPts val="0"/>
                </a:spcBef>
                <a:spcAft>
                  <a:spcPts val="0"/>
                </a:spcAft>
                <a:defRPr/>
              </a:pPr>
              <a:t>‹#›</a:t>
            </a:fld>
            <a:endParaRPr lang="id-ID" sz="1300" dirty="0">
              <a:solidFill>
                <a:prstClr val="white"/>
              </a:solidFill>
              <a:latin typeface="Lato Regular"/>
              <a:cs typeface="Lato Regular"/>
            </a:endParaRPr>
          </a:p>
        </p:txBody>
      </p:sp>
      <p:sp>
        <p:nvSpPr>
          <p:cNvPr id="10" name="Freeform 30"/>
          <p:cNvSpPr>
            <a:spLocks noChangeArrowheads="1"/>
          </p:cNvSpPr>
          <p:nvPr userDrawn="1"/>
        </p:nvSpPr>
        <p:spPr bwMode="auto">
          <a:xfrm>
            <a:off x="10931525"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1" name="Freeform 38"/>
          <p:cNvSpPr>
            <a:spLocks noChangeArrowheads="1"/>
          </p:cNvSpPr>
          <p:nvPr userDrawn="1"/>
        </p:nvSpPr>
        <p:spPr bwMode="auto">
          <a:xfrm>
            <a:off x="109823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2" name="Freeform 30"/>
          <p:cNvSpPr>
            <a:spLocks noChangeArrowheads="1"/>
          </p:cNvSpPr>
          <p:nvPr userDrawn="1"/>
        </p:nvSpPr>
        <p:spPr bwMode="auto">
          <a:xfrm>
            <a:off x="11139488" y="6481763"/>
            <a:ext cx="174625" cy="177800"/>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3" name="Freeform 38"/>
          <p:cNvSpPr>
            <a:spLocks noChangeArrowheads="1"/>
          </p:cNvSpPr>
          <p:nvPr userDrawn="1"/>
        </p:nvSpPr>
        <p:spPr bwMode="auto">
          <a:xfrm flipH="1">
            <a:off x="11185525" y="6519863"/>
            <a:ext cx="61913" cy="107950"/>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defRPr/>
            </a:pPr>
            <a:endParaRPr lang="en-US" dirty="0">
              <a:solidFill>
                <a:srgbClr val="445469"/>
              </a:solidFill>
              <a:latin typeface="Calibri Light"/>
              <a:cs typeface="+mn-cs"/>
            </a:endParaRPr>
          </a:p>
        </p:txBody>
      </p:sp>
      <p:sp>
        <p:nvSpPr>
          <p:cNvPr id="14" name="TextBox 19"/>
          <p:cNvSpPr txBox="1"/>
          <p:nvPr userDrawn="1"/>
        </p:nvSpPr>
        <p:spPr>
          <a:xfrm>
            <a:off x="812800" y="6416675"/>
            <a:ext cx="1828800" cy="277813"/>
          </a:xfrm>
          <a:prstGeom prst="rect">
            <a:avLst/>
          </a:prstGeom>
          <a:noFill/>
        </p:spPr>
        <p:txBody>
          <a:bodyPr>
            <a:spAutoFit/>
          </a:bodyPr>
          <a:lstStyle/>
          <a:p>
            <a:pPr defTabSz="914217" fontAlgn="auto">
              <a:spcBef>
                <a:spcPts val="0"/>
              </a:spcBef>
              <a:spcAft>
                <a:spcPts val="0"/>
              </a:spcAft>
              <a:defRPr/>
            </a:pPr>
            <a:r>
              <a:rPr lang="id-ID" sz="1200" b="1" dirty="0">
                <a:solidFill>
                  <a:srgbClr val="445469"/>
                </a:solidFill>
                <a:latin typeface="Lato Regular"/>
                <a:cs typeface="Lato Regular"/>
              </a:rPr>
              <a:t>Impresario </a:t>
            </a:r>
            <a:r>
              <a:rPr lang="id-ID" sz="1200" dirty="0">
                <a:solidFill>
                  <a:srgbClr val="445469"/>
                </a:solidFill>
                <a:latin typeface="Lato Light"/>
                <a:cs typeface="Lato Light"/>
              </a:rPr>
              <a:t>Slides</a:t>
            </a:r>
          </a:p>
        </p:txBody>
      </p:sp>
      <p:sp>
        <p:nvSpPr>
          <p:cNvPr id="38" name="Picture Placeholder 16"/>
          <p:cNvSpPr>
            <a:spLocks noGrp="1" noChangeAspect="1"/>
          </p:cNvSpPr>
          <p:nvPr>
            <p:ph type="pic" sz="quarter" idx="13"/>
          </p:nvPr>
        </p:nvSpPr>
        <p:spPr>
          <a:xfrm>
            <a:off x="7036984" y="2394392"/>
            <a:ext cx="1006768" cy="2385050"/>
          </a:xfrm>
        </p:spPr>
        <p:txBody>
          <a:bodyPr rtlCol="0">
            <a:normAutofit/>
          </a:bodyPr>
          <a:lstStyle>
            <a:lvl1pPr marL="0" indent="0">
              <a:buNone/>
              <a:defRPr sz="600"/>
            </a:lvl1pPr>
          </a:lstStyle>
          <a:p>
            <a:pPr lvl="0"/>
            <a:endParaRPr lang="en-US" noProof="0" dirty="0"/>
          </a:p>
        </p:txBody>
      </p:sp>
      <p:sp>
        <p:nvSpPr>
          <p:cNvPr id="39" name="Picture Placeholder 16"/>
          <p:cNvSpPr>
            <a:spLocks noGrp="1" noChangeAspect="1"/>
          </p:cNvSpPr>
          <p:nvPr>
            <p:ph type="pic" sz="quarter" idx="14"/>
          </p:nvPr>
        </p:nvSpPr>
        <p:spPr>
          <a:xfrm>
            <a:off x="4047873" y="2393726"/>
            <a:ext cx="920404" cy="2385050"/>
          </a:xfrm>
        </p:spPr>
        <p:txBody>
          <a:bodyPr rtlCol="0">
            <a:normAutofit/>
          </a:bodyPr>
          <a:lstStyle>
            <a:lvl1pPr marL="0" indent="0">
              <a:buNone/>
              <a:defRPr sz="600"/>
            </a:lvl1pPr>
          </a:lstStyle>
          <a:p>
            <a:pPr lvl="0"/>
            <a:endParaRPr lang="en-US" noProof="0" dirty="0"/>
          </a:p>
        </p:txBody>
      </p:sp>
      <p:sp>
        <p:nvSpPr>
          <p:cNvPr id="25" name="Picture Placeholder 16"/>
          <p:cNvSpPr>
            <a:spLocks noGrp="1" noChangeAspect="1"/>
          </p:cNvSpPr>
          <p:nvPr>
            <p:ph type="pic" sz="quarter" idx="10"/>
          </p:nvPr>
        </p:nvSpPr>
        <p:spPr>
          <a:xfrm>
            <a:off x="5140484" y="2174790"/>
            <a:ext cx="1747046" cy="3114540"/>
          </a:xfrm>
        </p:spPr>
        <p:txBody>
          <a:bodyPr rtlCol="0">
            <a:normAutofit/>
          </a:bodyPr>
          <a:lstStyle>
            <a:lvl1pPr marL="0" indent="0">
              <a:buNone/>
              <a:defRPr sz="600"/>
            </a:lvl1pPr>
          </a:lstStyle>
          <a:p>
            <a:pPr lvl="0"/>
            <a:endParaRPr lang="en-US" noProof="0" dirty="0"/>
          </a:p>
        </p:txBody>
      </p:sp>
    </p:spTree>
  </p:cSld>
  <p:clrMapOvr>
    <a:masterClrMapping/>
  </p:clrMapOvr>
  <p:transition spd="med"/>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cSld>
  <p:clrMapOvr>
    <a:masterClrMapping/>
  </p:clrMapOvr>
  <p:transition spd="slow"/>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62B3C3C-C482-494D-B342-A02666C61C5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53B3D33-FC4E-499C-B23B-9935036010B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FD069A6-E3CC-BE47-898F-5923AFF8CE9B}"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7A68BDA5-9BC4-4CE2-BC01-BD551AE4C90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936A4D2-BBD0-8B40-8C92-0FD60FDE85DD}"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C71473C-63C4-40A4-A765-2B18BB06298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ED5B90D-524A-7E4F-81CB-DC3DFF9BCD28}"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ABE8304-CD3F-4ED8-8D65-2B8C2859568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4485511-BBBB-1244-9ED6-9A9110062BCB}"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D87BC98-17A0-4DD5-BFD7-58F53EC2002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6BD4AA-F0FF-344C-BD96-304725CA482E}"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CD7131E-F6F4-42DD-BFFE-89445E7FC4A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AA5ADD9-706A-764F-AE7A-E5A28DB0B863}"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8DD0C79-E36C-49E6-83DF-9C28D82688F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77980C4-E006-5E47-922A-7BA8E0FCCA34}"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6ED76BC-1C81-4655-A30A-F27128384B9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46A2DEF-BEFD-F54A-860D-E5963B7DBC81}"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60416D4-512E-410B-9DA0-E3DE2C6B679D}"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7C87D6CB-9F96-3046-BCA9-B21A8E567FC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8190B56-A87A-4619-BF73-36E2623831D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B7DAE09-4E03-6D49-8A8C-53EC9228A72A}"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8628449-08F2-4942-A0F7-8002C2B586D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FC2F99E-EFC8-A84E-95F4-D34D636582A1}"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0A9F594-4FA7-4DFA-839F-7B0F6F4FE6A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71BC14E6-7D79-104D-A09B-07D67BC03407}"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6D65B39-6BD7-4A51-98F7-5647DBE9E77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147BD41-7DC7-A742-91F4-E2550D1B0B01}"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A0B6A67-1691-4D4A-A153-594B3E02FED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58F0991-B720-6D4A-87AE-FC7F977A0CA4}"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1B3BD7-7466-4FDE-80FB-F0ABACB5D41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23652CC-6EBB-F14C-A6D8-6CF846FEA9BE}"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C5A0211-AA2F-479C-A463-6596B72D6966}"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D0AEF58-AFB4-DD49-930F-8FD45B694583}"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5BAB8DF-4FBE-45D2-9FB1-3A6BE82B68C1}"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A31382C-33BA-5D49-8F7C-498D128BDD76}"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17262A7-E132-4071-9C85-15CE3909E80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CBA60A3-7616-BE4E-8905-9C55B8E3B29E}"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CA04B36-4124-414D-B7B7-09F6BCF75DA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8D15FBC-094A-4C4F-8B21-C5EFC448D8CE}"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52DAE8F-5840-479F-BFAD-7D821992D0C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1E62A37-44DF-5841-A73C-872CD9A93530}"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CBB3D0E-3FE1-4356-B68A-6A6CC57D3D5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A42BF62-F9E3-CA41-8278-5F3AD746D7E9}"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5E275AA-D7CD-4DA0-86BC-2A46E2C2D85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0E49020-98F7-E942-943E-FBA96516A4E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94251D7-7D61-4226-A2B2-54CB103678D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C2CD720-9CB9-8749-9AB3-F89B3C82DE7D}"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8BBC55A-27BC-417B-B172-97B0CC76769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515B47C-D02E-FB4C-B339-B86840743916}"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D8A71C3-A498-43FE-AEF9-62B5FACBDD8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8DEE984-AAA3-014D-BC99-7033B821F51F}"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11E2053-E4A9-4C9F-B286-AEB4F8916043}"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98E8A9A-DA25-B84E-9711-E00067D6E490}"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B2BEB02-B9EB-4E6F-817F-1B2C3C2A77DD}"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39D33E5-5ADA-7441-88B8-3E606A4B711B}"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D763C89-974A-4795-8705-E01745E366D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DC86A65-B23D-334C-B11D-F02BB04F6B95}"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854CCD6-803C-47F4-9905-8F434B3D24AD}"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2E03189-AAEE-F34F-BA70-31A3374B7C7F}"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755841DC-5458-40F3-A130-931F60AA99C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EB8F169-BFCA-8C4B-8475-B0553CB2C8DA}"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AB34502-5818-4A44-BFAA-21AC82A5085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57D35BE-9813-FB4B-9A82-BCD0941BD21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ACB3BD6-B01C-4C78-829F-05E1348B7DF3}"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1E598BC-D140-2F46-A9DD-86D7BD59B962}"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E494891-0FCE-45AB-B8AC-CA3CCE1863C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64AFA72A-97AA-6A44-AC90-E64DEC0B3138}"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2C208BA-3ACC-41A1-AC99-EE25A39615D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706CA3FE-56FA-8042-B236-557E10EDD78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3E66F6C-30CF-4D41-9AD1-1B9B97C239A9}"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DBDEF3BD-A273-F449-B880-BF60A42B6B7D}"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73A074E-F23B-49CB-819F-36920EC0C17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C468113-E070-B249-8E11-9D8EFECB4CD5}"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5A35D1B-FF82-45B4-9198-77C6B908DD3F}"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36C93D46-013B-8746-BBFB-4B8B9B56B4A5}"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C85E642-B0DA-4286-8EF4-76DB61CB09A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19EFE25-8EAB-5745-8D3E-20815A4B46F8}"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9E8D40C-62AA-4220-80D8-A0C2BC6145F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1184DBB-DD55-0C46-A4DC-0BB8AA9C1D37}"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07C202F-E254-4D0F-AF41-E7E297BC2C2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EB49B4D-2F8E-5440-A844-8D28EB5F0E3A}"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0871F14-2130-4060-B9C8-DDC120C5C79E}"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A03865B-22AB-8241-A7A5-5BC2E94F888B}"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ADAB365A-4060-43AF-A34C-EF0E057949B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F614A29-B8D5-CA44-817C-2A55A08D1C3E}"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1C20B73-A147-490A-B86A-FEDE17E46BC5}"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81AC4C6-4B9F-8248-BB34-8B7238DAB78A}"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C787DBC-024F-4018-9F3D-F910D8CDD95B}"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ED10DF8-F986-A649-8B15-8A0644339751}"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77F8A7D-8FE0-4D3B-ADDD-AB4AC5E8F862}"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2395F53-63AC-1648-8AA4-288EF74A6C7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15AB560-10F2-4E01-AD04-622924FAF773}"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5C6984C-6232-F84A-AD5A-139723ACC64B}"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82341B39-531A-4F5D-BE1C-9FED2CC53BA0}"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F0E0644-78D2-654D-AB62-3AB60369365F}"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4BD427E-443C-40BF-ACEE-45338D8CCDF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342F020-D825-A941-B5B5-61FDD36B0E3B}" type="datetime1">
              <a:rPr lang="en-US" smtClean="0"/>
              <a:t>9/22/16</a:t>
            </a:fld>
            <a:endParaRPr lang="en-US"/>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4BBB0C9-2F70-4D3C-92F8-A83A1F8DB0F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4403675-F0C0-9E4E-B67D-DC5C20E5C597}" type="datetime1">
              <a:rPr lang="en-US" smtClean="0"/>
              <a:t>9/22/16</a:t>
            </a:fld>
            <a:endParaRPr lang="en-US"/>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F9ADD2FA-1542-4E64-ACBF-D244B828B89A}"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62959E7-9D47-9246-9CE7-C587B1C67772}" type="datetime1">
              <a:rPr lang="en-US" smtClean="0"/>
              <a:t>9/22/16</a:t>
            </a:fld>
            <a:endParaRPr lang="en-US"/>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0D49456B-57A8-4C09-8259-89A1EC04D5D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E701F6A8-5664-8E4E-BFF9-C895383E4F48}"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CE2B81C6-68A0-42F9-BBA4-BB08D95FED44}"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93AD8420-76F5-5342-96ED-E5DD09F22EFF}" type="datetime1">
              <a:rPr lang="en-US" smtClean="0"/>
              <a:t>9/22/16</a:t>
            </a:fld>
            <a:endParaRPr lang="en-US"/>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570D096A-0421-4CAB-827A-884F23B4D498}"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BF9DF8B5-3D36-EC42-AB62-6A3658E525F3}"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1A160545-DC68-4CE0-A19C-2F20E211621C}"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4C8910F1-B4C9-894B-86EB-CEE16F27E9F1}" type="datetime1">
              <a:rPr lang="en-US" smtClean="0"/>
              <a:t>9/22/16</a:t>
            </a:fld>
            <a:endParaRPr lang="en-US"/>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r>
              <a:rPr lang="ar-SA" smtClean="0"/>
              <a:t>موسوعة تكنولوجيا التعليم</a:t>
            </a:r>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lvl1pPr fontAlgn="auto">
              <a:spcBef>
                <a:spcPts val="0"/>
              </a:spcBef>
              <a:spcAft>
                <a:spcPts val="0"/>
              </a:spcAft>
              <a:defRPr>
                <a:solidFill>
                  <a:prstClr val="black"/>
                </a:solidFill>
                <a:latin typeface="Calibri" panose="020F0502020204030204"/>
                <a:cs typeface="+mn-cs"/>
              </a:defRPr>
            </a:lvl1pPr>
          </a:lstStyle>
          <a:p>
            <a:pPr>
              <a:defRPr/>
            </a:pPr>
            <a:fld id="{275C8A92-66A0-4934-B2E8-B94B525BA207}" type="slidenum">
              <a:rPr lang="en-US"/>
              <a:pPr>
                <a:defRPr/>
              </a:pPr>
              <a:t>‹#›</a:t>
            </a:fld>
            <a:endParaRPr lang="en-US"/>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A100AD39-FEAC-D14E-B50F-A6C6C4CC5F6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383254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2A824FE8-BA64-E144-8FE5-FC3F0D92DE27}"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955705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B6A68C86-1DCA-6846-BC53-0B2A03FB3260}"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9626518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FCD5CE28-EB46-7F4E-8DC0-1ED63BCB2441}"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965174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458D3B8B-95EF-1445-B4CC-98347E5EFEBF}"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759718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721C17CD-B0EA-B740-9984-87C9B0FB796F}"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7028279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8D0F051-EBEA-FE46-8E07-FCA47219209C}"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892501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17CF265-2AB8-B04D-AD97-07B67C04187B}"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040289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0476F4C-CEC8-E840-8C11-E25FC05074A3}"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266354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DE5517A4-2195-C540-A61E-593828EA73F7}"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178103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661A4A49-AB6D-8F42-8E11-D8775D247943}"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5832075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ADEA0097-FF88-8741-ABA5-08317698A6C2}"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994381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5F0FB3E8-E53B-3545-8D69-3AC4A098F145}"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60337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1F53BBC-C4DF-FD4D-A0F7-F1CFB8BC9CA2}"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012638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E576A47E-F9F8-7A44-AF54-0572360E7572}"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809369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CAAC9545-1F3D-4542-9CED-C8F3DB43ECFE}" type="datetime1">
              <a:rPr lang="en-US" smtClean="0">
                <a:solidFill>
                  <a:prstClr val="black">
                    <a:tint val="75000"/>
                  </a:prstClr>
                </a:solidFill>
              </a:rPr>
              <a:t>9/22/16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52433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4B0775C4-2FF9-6644-9DB1-3BA95A0F905E}" type="datetime1">
              <a:rPr lang="en-US" smtClean="0">
                <a:solidFill>
                  <a:prstClr val="black">
                    <a:tint val="75000"/>
                  </a:prstClr>
                </a:solidFill>
              </a:rPr>
              <a:t>9/22/16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652343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D67C8E2-5C44-D747-A1F2-7DABEDAA78F9}" type="datetime1">
              <a:rPr lang="en-US" smtClean="0">
                <a:solidFill>
                  <a:prstClr val="black">
                    <a:tint val="75000"/>
                  </a:prstClr>
                </a:solidFill>
              </a:rPr>
              <a:t>9/22/16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64165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1CD92A-36F9-AD49-82AD-FEB6C8B8DFB3}"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518079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8CF324C5-81EE-C845-B805-AB5244A46FBA}" type="datetime1">
              <a:rPr lang="en-US" smtClean="0">
                <a:solidFill>
                  <a:prstClr val="black">
                    <a:tint val="75000"/>
                  </a:prstClr>
                </a:solidFill>
              </a:rPr>
              <a:t>9/22/16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201800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D824398B-6C2F-5C4C-82D9-BB11B62E6327}"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4938961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8D86F57-3F8B-024A-92A7-869E6D8747B4}"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6F919D3-A0D6-4586-82A8-25A537D2BD8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072332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8.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384272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2103589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64077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1181892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536081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803710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813899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971533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1792061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775658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47637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462498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1940588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655209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384432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6910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5987874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314972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26433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702939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8594829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22832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708229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0945782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9317366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760338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848669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0650802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8840484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909535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048629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174568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243231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631909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668575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3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957172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8401913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3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9397667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3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4107837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7.xml><?xml version="1.0" encoding="utf-8"?>
<p:sldLayout xmlns:a="http://schemas.openxmlformats.org/drawingml/2006/main" xmlns:r="http://schemas.openxmlformats.org/officeDocument/2006/relationships" xmlns:p="http://schemas.openxmlformats.org/presentationml/2006/main" userDrawn="1">
  <p:cSld name="4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829665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4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462599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9.xml><?xml version="1.0" encoding="utf-8"?>
<p:sldLayout xmlns:a="http://schemas.openxmlformats.org/drawingml/2006/main" xmlns:r="http://schemas.openxmlformats.org/officeDocument/2006/relationships" xmlns:p="http://schemas.openxmlformats.org/presentationml/2006/main" userDrawn="1">
  <p:cSld name="4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162278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0.xml><?xml version="1.0" encoding="utf-8"?>
<p:sldLayout xmlns:a="http://schemas.openxmlformats.org/drawingml/2006/main" xmlns:r="http://schemas.openxmlformats.org/officeDocument/2006/relationships" xmlns:p="http://schemas.openxmlformats.org/presentationml/2006/main" userDrawn="1">
  <p:cSld name="4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680373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4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094022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2.xml><?xml version="1.0" encoding="utf-8"?>
<p:sldLayout xmlns:a="http://schemas.openxmlformats.org/drawingml/2006/main" xmlns:r="http://schemas.openxmlformats.org/officeDocument/2006/relationships" xmlns:p="http://schemas.openxmlformats.org/presentationml/2006/main" userDrawn="1">
  <p:cSld name="4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0142255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3.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363127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4.xml><?xml version="1.0" encoding="utf-8"?>
<p:sldLayout xmlns:a="http://schemas.openxmlformats.org/drawingml/2006/main" xmlns:r="http://schemas.openxmlformats.org/officeDocument/2006/relationships" xmlns:p="http://schemas.openxmlformats.org/presentationml/2006/main" userDrawn="1">
  <p:cSld name="4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759080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5.xml><?xml version="1.0" encoding="utf-8"?>
<p:sldLayout xmlns:a="http://schemas.openxmlformats.org/drawingml/2006/main" xmlns:r="http://schemas.openxmlformats.org/officeDocument/2006/relationships" xmlns:p="http://schemas.openxmlformats.org/presentationml/2006/main" userDrawn="1">
  <p:cSld name="4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642279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6.xml><?xml version="1.0" encoding="utf-8"?>
<p:sldLayout xmlns:a="http://schemas.openxmlformats.org/drawingml/2006/main" xmlns:r="http://schemas.openxmlformats.org/officeDocument/2006/relationships" xmlns:p="http://schemas.openxmlformats.org/presentationml/2006/main" userDrawn="1">
  <p:cSld name="4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2303235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7.xml><?xml version="1.0" encoding="utf-8"?>
<p:sldLayout xmlns:a="http://schemas.openxmlformats.org/drawingml/2006/main" xmlns:r="http://schemas.openxmlformats.org/officeDocument/2006/relationships" xmlns:p="http://schemas.openxmlformats.org/presentationml/2006/main" userDrawn="1">
  <p:cSld name="5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008140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8.xml><?xml version="1.0" encoding="utf-8"?>
<p:sldLayout xmlns:a="http://schemas.openxmlformats.org/drawingml/2006/main" xmlns:r="http://schemas.openxmlformats.org/officeDocument/2006/relationships" xmlns:p="http://schemas.openxmlformats.org/presentationml/2006/main" userDrawn="1">
  <p:cSld name="5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639173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29.xml><?xml version="1.0" encoding="utf-8"?>
<p:sldLayout xmlns:a="http://schemas.openxmlformats.org/drawingml/2006/main" xmlns:r="http://schemas.openxmlformats.org/officeDocument/2006/relationships" xmlns:p="http://schemas.openxmlformats.org/presentationml/2006/main" userDrawn="1">
  <p:cSld name="5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143455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0.xml><?xml version="1.0" encoding="utf-8"?>
<p:sldLayout xmlns:a="http://schemas.openxmlformats.org/drawingml/2006/main" xmlns:r="http://schemas.openxmlformats.org/officeDocument/2006/relationships" xmlns:p="http://schemas.openxmlformats.org/presentationml/2006/main" userDrawn="1">
  <p:cSld name="5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84918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1.xml><?xml version="1.0" encoding="utf-8"?>
<p:sldLayout xmlns:a="http://schemas.openxmlformats.org/drawingml/2006/main" xmlns:r="http://schemas.openxmlformats.org/officeDocument/2006/relationships" xmlns:p="http://schemas.openxmlformats.org/presentationml/2006/main" userDrawn="1">
  <p:cSld name="5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850922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5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86516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5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00418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5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342445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5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9303904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5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5099548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6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0065910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6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531717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userDrawn="1">
  <p:cSld name="6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966289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userDrawn="1">
  <p:cSld name="6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9105964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6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1360511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6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1815647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6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5553399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6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954491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6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4632056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userDrawn="1">
  <p:cSld name="6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0731061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userDrawn="1">
  <p:cSld name="7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614746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8.xml><?xml version="1.0" encoding="utf-8"?>
<p:sldLayout xmlns:a="http://schemas.openxmlformats.org/drawingml/2006/main" xmlns:r="http://schemas.openxmlformats.org/officeDocument/2006/relationships" xmlns:p="http://schemas.openxmlformats.org/presentationml/2006/main" userDrawn="1">
  <p:cSld name="7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036380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49.xml><?xml version="1.0" encoding="utf-8"?>
<p:sldLayout xmlns:a="http://schemas.openxmlformats.org/drawingml/2006/main" xmlns:r="http://schemas.openxmlformats.org/officeDocument/2006/relationships" xmlns:p="http://schemas.openxmlformats.org/presentationml/2006/main" userDrawn="1">
  <p:cSld name="7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972560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0.xml><?xml version="1.0" encoding="utf-8"?>
<p:sldLayout xmlns:a="http://schemas.openxmlformats.org/drawingml/2006/main" xmlns:r="http://schemas.openxmlformats.org/officeDocument/2006/relationships" xmlns:p="http://schemas.openxmlformats.org/presentationml/2006/main" userDrawn="1">
  <p:cSld name="7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3152186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7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154465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2.xml><?xml version="1.0" encoding="utf-8"?>
<p:sldLayout xmlns:a="http://schemas.openxmlformats.org/drawingml/2006/main" xmlns:r="http://schemas.openxmlformats.org/officeDocument/2006/relationships" xmlns:p="http://schemas.openxmlformats.org/presentationml/2006/main" userDrawn="1">
  <p:cSld name="7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893667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3.xml><?xml version="1.0" encoding="utf-8"?>
<p:sldLayout xmlns:a="http://schemas.openxmlformats.org/drawingml/2006/main" xmlns:r="http://schemas.openxmlformats.org/officeDocument/2006/relationships" xmlns:p="http://schemas.openxmlformats.org/presentationml/2006/main" userDrawn="1">
  <p:cSld name="7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2487954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7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5589274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7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90189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3694140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8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7206805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8.xml><?xml version="1.0" encoding="utf-8"?>
<p:sldLayout xmlns:a="http://schemas.openxmlformats.org/drawingml/2006/main" xmlns:r="http://schemas.openxmlformats.org/officeDocument/2006/relationships" xmlns:p="http://schemas.openxmlformats.org/presentationml/2006/main" userDrawn="1">
  <p:cSld name="8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65040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59.xml><?xml version="1.0" encoding="utf-8"?>
<p:sldLayout xmlns:a="http://schemas.openxmlformats.org/drawingml/2006/main" xmlns:r="http://schemas.openxmlformats.org/officeDocument/2006/relationships" xmlns:p="http://schemas.openxmlformats.org/presentationml/2006/main" userDrawn="1">
  <p:cSld name="8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852507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8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4539282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1.xml><?xml version="1.0" encoding="utf-8"?>
<p:sldLayout xmlns:a="http://schemas.openxmlformats.org/drawingml/2006/main" xmlns:r="http://schemas.openxmlformats.org/officeDocument/2006/relationships" xmlns:p="http://schemas.openxmlformats.org/presentationml/2006/main" userDrawn="1">
  <p:cSld name="8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6286613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2.xml><?xml version="1.0" encoding="utf-8"?>
<p:sldLayout xmlns:a="http://schemas.openxmlformats.org/drawingml/2006/main" xmlns:r="http://schemas.openxmlformats.org/officeDocument/2006/relationships" xmlns:p="http://schemas.openxmlformats.org/presentationml/2006/main" userDrawn="1">
  <p:cSld name="8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9421050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8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90700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4.xml><?xml version="1.0" encoding="utf-8"?>
<p:sldLayout xmlns:a="http://schemas.openxmlformats.org/drawingml/2006/main" xmlns:r="http://schemas.openxmlformats.org/officeDocument/2006/relationships" xmlns:p="http://schemas.openxmlformats.org/presentationml/2006/main" userDrawn="1">
  <p:cSld name="8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602084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8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042071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6.xml><?xml version="1.0" encoding="utf-8"?>
<p:sldLayout xmlns:a="http://schemas.openxmlformats.org/drawingml/2006/main" xmlns:r="http://schemas.openxmlformats.org/officeDocument/2006/relationships" xmlns:p="http://schemas.openxmlformats.org/presentationml/2006/main" userDrawn="1">
  <p:cSld name="8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76041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7.xml><?xml version="1.0" encoding="utf-8"?>
<p:sldLayout xmlns:a="http://schemas.openxmlformats.org/drawingml/2006/main" xmlns:r="http://schemas.openxmlformats.org/officeDocument/2006/relationships" xmlns:p="http://schemas.openxmlformats.org/presentationml/2006/main" userDrawn="1">
  <p:cSld name="9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9297418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8.xml><?xml version="1.0" encoding="utf-8"?>
<p:sldLayout xmlns:a="http://schemas.openxmlformats.org/drawingml/2006/main" xmlns:r="http://schemas.openxmlformats.org/officeDocument/2006/relationships" xmlns:p="http://schemas.openxmlformats.org/presentationml/2006/main" userDrawn="1">
  <p:cSld name="9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5130031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69.xml><?xml version="1.0" encoding="utf-8"?>
<p:sldLayout xmlns:a="http://schemas.openxmlformats.org/drawingml/2006/main" xmlns:r="http://schemas.openxmlformats.org/officeDocument/2006/relationships" xmlns:p="http://schemas.openxmlformats.org/presentationml/2006/main" userDrawn="1">
  <p:cSld name="9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9228722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0.xml><?xml version="1.0" encoding="utf-8"?>
<p:sldLayout xmlns:a="http://schemas.openxmlformats.org/drawingml/2006/main" xmlns:r="http://schemas.openxmlformats.org/officeDocument/2006/relationships" xmlns:p="http://schemas.openxmlformats.org/presentationml/2006/main" userDrawn="1">
  <p:cSld name="9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223394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9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7400986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9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802435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9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861190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9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4295826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5.xml><?xml version="1.0" encoding="utf-8"?>
<p:sldLayout xmlns:a="http://schemas.openxmlformats.org/drawingml/2006/main" xmlns:r="http://schemas.openxmlformats.org/officeDocument/2006/relationships" xmlns:p="http://schemas.openxmlformats.org/presentationml/2006/main" userDrawn="1">
  <p:cSld name="9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2075594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6.xml><?xml version="1.0" encoding="utf-8"?>
<p:sldLayout xmlns:a="http://schemas.openxmlformats.org/drawingml/2006/main" xmlns:r="http://schemas.openxmlformats.org/officeDocument/2006/relationships" xmlns:p="http://schemas.openxmlformats.org/presentationml/2006/main" userDrawn="1">
  <p:cSld name="9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8214185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7.xml><?xml version="1.0" encoding="utf-8"?>
<p:sldLayout xmlns:a="http://schemas.openxmlformats.org/drawingml/2006/main" xmlns:r="http://schemas.openxmlformats.org/officeDocument/2006/relationships" xmlns:p="http://schemas.openxmlformats.org/presentationml/2006/main" userDrawn="1">
  <p:cSld name="10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5923938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8.xml><?xml version="1.0" encoding="utf-8"?>
<p:sldLayout xmlns:a="http://schemas.openxmlformats.org/drawingml/2006/main" xmlns:r="http://schemas.openxmlformats.org/officeDocument/2006/relationships" xmlns:p="http://schemas.openxmlformats.org/presentationml/2006/main" userDrawn="1">
  <p:cSld name="10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640834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79.xml><?xml version="1.0" encoding="utf-8"?>
<p:sldLayout xmlns:a="http://schemas.openxmlformats.org/drawingml/2006/main" xmlns:r="http://schemas.openxmlformats.org/officeDocument/2006/relationships" xmlns:p="http://schemas.openxmlformats.org/presentationml/2006/main" userDrawn="1">
  <p:cSld name="102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1440669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0.xml><?xml version="1.0" encoding="utf-8"?>
<p:sldLayout xmlns:a="http://schemas.openxmlformats.org/drawingml/2006/main" xmlns:r="http://schemas.openxmlformats.org/officeDocument/2006/relationships" xmlns:p="http://schemas.openxmlformats.org/presentationml/2006/main" userDrawn="1">
  <p:cSld name="103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756186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userDrawn="1">
  <p:cSld name="104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9515471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105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9469595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userDrawn="1">
  <p:cSld name="106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7968208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userDrawn="1">
  <p:cSld name="107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8822667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userDrawn="1">
  <p:cSld name="108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3826591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6.xml><?xml version="1.0" encoding="utf-8"?>
<p:sldLayout xmlns:a="http://schemas.openxmlformats.org/drawingml/2006/main" xmlns:r="http://schemas.openxmlformats.org/officeDocument/2006/relationships" xmlns:p="http://schemas.openxmlformats.org/presentationml/2006/main" userDrawn="1">
  <p:cSld name="109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3975825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userDrawn="1">
  <p:cSld name="110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0272999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11_Title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a:xfrm>
            <a:off x="11506202" y="311154"/>
            <a:ext cx="342900" cy="365125"/>
          </a:xfrm>
          <a:solidFill>
            <a:schemeClr val="accent1"/>
          </a:solidFill>
        </p:spPr>
        <p:txBody>
          <a:bodyPr/>
          <a:lstStyle>
            <a:lvl1pPr>
              <a:defRPr sz="1000">
                <a:solidFill>
                  <a:schemeClr val="bg1"/>
                </a:solidFill>
              </a:defRPr>
            </a:lvl1pPr>
          </a:lstStyle>
          <a:p>
            <a:fld id="{16F919D3-A0D6-4586-82A8-25A537D2BD8F}"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8659178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017946" y="968354"/>
            <a:ext cx="2156108" cy="2156108"/>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3230285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Oval 10"/>
          <p:cNvSpPr/>
          <p:nvPr userDrawn="1"/>
        </p:nvSpPr>
        <p:spPr>
          <a:xfrm>
            <a:off x="11426900" y="6230591"/>
            <a:ext cx="516155" cy="516155"/>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bg1">
                    <a:lumMod val="50000"/>
                  </a:schemeClr>
                </a:solidFill>
              </a:defRPr>
            </a:lvl1pPr>
          </a:lstStyle>
          <a:p>
            <a:fld id="{3FC2BE4D-41C5-4BA7-AAA9-F5DFA07902B2}" type="slidenum">
              <a:rPr lang="en-US" smtClean="0">
                <a:solidFill>
                  <a:prstClr val="white">
                    <a:lumMod val="50000"/>
                  </a:prstClr>
                </a:solidFill>
              </a:rPr>
              <a:pPr/>
              <a:t>‹#›</a:t>
            </a:fld>
            <a:endParaRPr lang="en-US">
              <a:solidFill>
                <a:prstClr val="white">
                  <a:lumMod val="50000"/>
                </a:prstClr>
              </a:solidFill>
            </a:endParaRPr>
          </a:p>
        </p:txBody>
      </p:sp>
      <p:sp>
        <p:nvSpPr>
          <p:cNvPr id="14"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5"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78695650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Full Image ">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7892774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Header Pictur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1999" cy="31089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Title 1"/>
          <p:cNvSpPr>
            <a:spLocks noGrp="1"/>
          </p:cNvSpPr>
          <p:nvPr>
            <p:ph type="title"/>
          </p:nvPr>
        </p:nvSpPr>
        <p:spPr>
          <a:xfrm>
            <a:off x="838200" y="3108960"/>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3953019"/>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19650960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5" name="Picture Placeholder 14"/>
          <p:cNvSpPr>
            <a:spLocks noGrp="1"/>
          </p:cNvSpPr>
          <p:nvPr>
            <p:ph type="pic" sz="quarter" idx="14"/>
          </p:nvPr>
        </p:nvSpPr>
        <p:spPr>
          <a:xfrm>
            <a:off x="978115"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7" name="Footer Placeholder 3"/>
          <p:cNvSpPr>
            <a:spLocks noGrp="1"/>
          </p:cNvSpPr>
          <p:nvPr>
            <p:ph type="ftr" sz="quarter" idx="11"/>
          </p:nvPr>
        </p:nvSpPr>
        <p:spPr>
          <a:xfrm>
            <a:off x="4038600" y="1138845"/>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8" name="Picture Placeholder 14"/>
          <p:cNvSpPr>
            <a:spLocks noGrp="1"/>
          </p:cNvSpPr>
          <p:nvPr>
            <p:ph type="pic" sz="quarter" idx="15"/>
          </p:nvPr>
        </p:nvSpPr>
        <p:spPr>
          <a:xfrm>
            <a:off x="3663902"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4"/>
          <p:cNvSpPr>
            <a:spLocks noGrp="1"/>
          </p:cNvSpPr>
          <p:nvPr>
            <p:ph type="pic" sz="quarter" idx="16"/>
          </p:nvPr>
        </p:nvSpPr>
        <p:spPr>
          <a:xfrm>
            <a:off x="6349689"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0" name="Picture Placeholder 14"/>
          <p:cNvSpPr>
            <a:spLocks noGrp="1"/>
          </p:cNvSpPr>
          <p:nvPr>
            <p:ph type="pic" sz="quarter" idx="17"/>
          </p:nvPr>
        </p:nvSpPr>
        <p:spPr>
          <a:xfrm>
            <a:off x="9035476"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75713011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722313" y="1911350"/>
            <a:ext cx="2371724"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9" name="Picture Placeholder 17"/>
          <p:cNvSpPr>
            <a:spLocks noGrp="1"/>
          </p:cNvSpPr>
          <p:nvPr>
            <p:ph type="pic" sz="quarter" idx="14"/>
          </p:nvPr>
        </p:nvSpPr>
        <p:spPr>
          <a:xfrm>
            <a:off x="3505199"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0" name="Picture Placeholder 17"/>
          <p:cNvSpPr>
            <a:spLocks noGrp="1"/>
          </p:cNvSpPr>
          <p:nvPr>
            <p:ph type="pic" sz="quarter" idx="15"/>
          </p:nvPr>
        </p:nvSpPr>
        <p:spPr>
          <a:xfrm>
            <a:off x="6288087"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1" name="Picture Placeholder 17"/>
          <p:cNvSpPr>
            <a:spLocks noGrp="1"/>
          </p:cNvSpPr>
          <p:nvPr>
            <p:ph type="pic" sz="quarter" idx="16"/>
          </p:nvPr>
        </p:nvSpPr>
        <p:spPr>
          <a:xfrm>
            <a:off x="9070974" y="1911350"/>
            <a:ext cx="2371725"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8"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29"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83456547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1326213" y="1910736"/>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7" name="Picture Placeholder 17"/>
          <p:cNvSpPr>
            <a:spLocks noGrp="1"/>
          </p:cNvSpPr>
          <p:nvPr>
            <p:ph type="pic" sz="quarter" idx="15"/>
          </p:nvPr>
        </p:nvSpPr>
        <p:spPr>
          <a:xfrm>
            <a:off x="4791554" y="1910735"/>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8" name="Picture Placeholder 17"/>
          <p:cNvSpPr>
            <a:spLocks noGrp="1"/>
          </p:cNvSpPr>
          <p:nvPr>
            <p:ph type="pic" sz="quarter" idx="16"/>
          </p:nvPr>
        </p:nvSpPr>
        <p:spPr>
          <a:xfrm>
            <a:off x="8256895" y="1910734"/>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62111220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989896" y="1888645"/>
            <a:ext cx="2156108" cy="2371719"/>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9"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0"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71800304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44503148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56040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Blank number">
    <p:spTree>
      <p:nvGrpSpPr>
        <p:cNvPr id="1" name=""/>
        <p:cNvGrpSpPr/>
        <p:nvPr/>
      </p:nvGrpSpPr>
      <p:grpSpPr>
        <a:xfrm>
          <a:off x="0" y="0"/>
          <a:ext cx="0" cy="0"/>
          <a:chOff x="0" y="0"/>
          <a:chExt cx="0" cy="0"/>
        </a:xfrm>
      </p:grpSpPr>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3" name="Picture Placeholder 2"/>
          <p:cNvSpPr>
            <a:spLocks noGrp="1"/>
          </p:cNvSpPr>
          <p:nvPr>
            <p:ph type="pic" sz="quarter" idx="13"/>
          </p:nvPr>
        </p:nvSpPr>
        <p:spPr>
          <a:xfrm>
            <a:off x="7960660" y="0"/>
            <a:ext cx="423134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07090126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689318" y="1806182"/>
            <a:ext cx="5406682" cy="335665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0769594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6096000" y="0"/>
            <a:ext cx="6096000" cy="6857999"/>
          </a:xfrm>
          <a:solidFill>
            <a:schemeClr val="bg1">
              <a:lumMod val="9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itle 1"/>
          <p:cNvSpPr>
            <a:spLocks noGrp="1"/>
          </p:cNvSpPr>
          <p:nvPr>
            <p:ph type="title" hasCustomPrompt="1"/>
          </p:nvPr>
        </p:nvSpPr>
        <p:spPr>
          <a:xfrm>
            <a:off x="570913" y="435463"/>
            <a:ext cx="10515600" cy="915035"/>
          </a:xfrm>
        </p:spPr>
        <p:txBody>
          <a:bodyPr/>
          <a:lstStyle>
            <a:lvl1pPr algn="l">
              <a:defRPr>
                <a:solidFill>
                  <a:schemeClr val="bg1">
                    <a:lumMod val="50000"/>
                  </a:schemeClr>
                </a:solidFill>
              </a:defRPr>
            </a:lvl1pPr>
          </a:lstStyle>
          <a:p>
            <a:r>
              <a:rPr lang="en-US" smtClean="0"/>
              <a:t>Click to edit </a:t>
            </a:r>
            <a:br>
              <a:rPr lang="en-US" smtClean="0"/>
            </a:br>
            <a:endParaRPr lang="en-US"/>
          </a:p>
        </p:txBody>
      </p:sp>
      <p:sp>
        <p:nvSpPr>
          <p:cNvPr id="9" name="Footer Placeholder 3"/>
          <p:cNvSpPr>
            <a:spLocks noGrp="1"/>
          </p:cNvSpPr>
          <p:nvPr>
            <p:ph type="ftr" sz="quarter" idx="11"/>
          </p:nvPr>
        </p:nvSpPr>
        <p:spPr>
          <a:xfrm>
            <a:off x="584981" y="1166978"/>
            <a:ext cx="4114800" cy="365125"/>
          </a:xfrm>
        </p:spPr>
        <p:txBody>
          <a:bodyPr/>
          <a:lstStyle>
            <a:lvl1pPr algn="l">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84279638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81FF9F-CB18-A84A-8987-8933E99820DC}"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2561376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CD0DFC9-00C4-4C42-B4FE-0834FD01102A}"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210353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40" name="Picture Placeholder 39"/>
          <p:cNvSpPr>
            <a:spLocks noGrp="1"/>
          </p:cNvSpPr>
          <p:nvPr>
            <p:ph type="pic" sz="quarter" idx="10"/>
          </p:nvPr>
        </p:nvSpPr>
        <p:spPr>
          <a:xfrm>
            <a:off x="0" y="4471282"/>
            <a:ext cx="12192000" cy="2386717"/>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241313739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1053888"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2" name="Picture Placeholder 9"/>
          <p:cNvSpPr>
            <a:spLocks noGrp="1"/>
          </p:cNvSpPr>
          <p:nvPr>
            <p:ph type="pic" sz="quarter" idx="14"/>
          </p:nvPr>
        </p:nvSpPr>
        <p:spPr>
          <a:xfrm>
            <a:off x="6190129"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5788185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5" name="Picture Placeholder 14"/>
          <p:cNvSpPr>
            <a:spLocks noGrp="1"/>
          </p:cNvSpPr>
          <p:nvPr>
            <p:ph type="pic" sz="quarter" idx="13"/>
          </p:nvPr>
        </p:nvSpPr>
        <p:spPr>
          <a:xfrm>
            <a:off x="845236" y="1505243"/>
            <a:ext cx="2912013" cy="49377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7" name="Picture Placeholder 16"/>
          <p:cNvSpPr>
            <a:spLocks noGrp="1"/>
          </p:cNvSpPr>
          <p:nvPr>
            <p:ph type="pic" sz="quarter" idx="14"/>
          </p:nvPr>
        </p:nvSpPr>
        <p:spPr>
          <a:xfrm>
            <a:off x="3919618"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8"/>
          <p:cNvSpPr>
            <a:spLocks noGrp="1"/>
          </p:cNvSpPr>
          <p:nvPr>
            <p:ph type="pic" sz="quarter" idx="15"/>
          </p:nvPr>
        </p:nvSpPr>
        <p:spPr>
          <a:xfrm>
            <a:off x="6482312" y="3005887"/>
            <a:ext cx="2160000" cy="215999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1" name="Picture Placeholder 18"/>
          <p:cNvSpPr>
            <a:spLocks noGrp="1"/>
          </p:cNvSpPr>
          <p:nvPr>
            <p:ph type="pic" sz="quarter" idx="16"/>
          </p:nvPr>
        </p:nvSpPr>
        <p:spPr>
          <a:xfrm>
            <a:off x="9045006"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73978273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0"/>
          <p:cNvSpPr>
            <a:spLocks noGrp="1"/>
          </p:cNvSpPr>
          <p:nvPr>
            <p:ph type="pic" sz="quarter" idx="13"/>
          </p:nvPr>
        </p:nvSpPr>
        <p:spPr>
          <a:xfrm>
            <a:off x="4791554"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10"/>
          <p:cNvSpPr>
            <a:spLocks noGrp="1"/>
          </p:cNvSpPr>
          <p:nvPr>
            <p:ph type="pic" sz="quarter" idx="14"/>
          </p:nvPr>
        </p:nvSpPr>
        <p:spPr>
          <a:xfrm>
            <a:off x="1618048"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10"/>
          <p:cNvSpPr>
            <a:spLocks noGrp="1"/>
          </p:cNvSpPr>
          <p:nvPr>
            <p:ph type="pic" sz="quarter" idx="15"/>
          </p:nvPr>
        </p:nvSpPr>
        <p:spPr>
          <a:xfrm>
            <a:off x="7965060"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16315108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15"/>
          </p:nvPr>
        </p:nvSpPr>
        <p:spPr>
          <a:xfrm>
            <a:off x="88333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16"/>
          </p:nvPr>
        </p:nvSpPr>
        <p:spPr>
          <a:xfrm>
            <a:off x="358422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17"/>
          </p:nvPr>
        </p:nvSpPr>
        <p:spPr>
          <a:xfrm>
            <a:off x="898600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18"/>
          </p:nvPr>
        </p:nvSpPr>
        <p:spPr>
          <a:xfrm>
            <a:off x="628511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Picture Placeholder 4"/>
          <p:cNvSpPr>
            <a:spLocks noGrp="1"/>
          </p:cNvSpPr>
          <p:nvPr>
            <p:ph type="pic" sz="quarter" idx="19"/>
          </p:nvPr>
        </p:nvSpPr>
        <p:spPr>
          <a:xfrm>
            <a:off x="88333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5" name="Picture Placeholder 4"/>
          <p:cNvSpPr>
            <a:spLocks noGrp="1"/>
          </p:cNvSpPr>
          <p:nvPr>
            <p:ph type="pic" sz="quarter" idx="20"/>
          </p:nvPr>
        </p:nvSpPr>
        <p:spPr>
          <a:xfrm>
            <a:off x="358422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6" name="Picture Placeholder 4"/>
          <p:cNvSpPr>
            <a:spLocks noGrp="1"/>
          </p:cNvSpPr>
          <p:nvPr>
            <p:ph type="pic" sz="quarter" idx="21"/>
          </p:nvPr>
        </p:nvSpPr>
        <p:spPr>
          <a:xfrm>
            <a:off x="898600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7" name="Picture Placeholder 4"/>
          <p:cNvSpPr>
            <a:spLocks noGrp="1"/>
          </p:cNvSpPr>
          <p:nvPr>
            <p:ph type="pic" sz="quarter" idx="22"/>
          </p:nvPr>
        </p:nvSpPr>
        <p:spPr>
          <a:xfrm>
            <a:off x="628511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52599590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21"/>
          </p:nvPr>
        </p:nvSpPr>
        <p:spPr>
          <a:xfrm>
            <a:off x="855289"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89365607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48147837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4260667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Iphone Mockup">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4506446" y="2407463"/>
            <a:ext cx="1834078" cy="3251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401325958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Imac 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4536633" y="2375893"/>
            <a:ext cx="3077236" cy="201717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32595512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6" name="Picture Placeholder 13"/>
          <p:cNvSpPr>
            <a:spLocks noGrp="1"/>
          </p:cNvSpPr>
          <p:nvPr>
            <p:ph type="pic" sz="quarter" idx="13"/>
          </p:nvPr>
        </p:nvSpPr>
        <p:spPr>
          <a:xfrm>
            <a:off x="6181352" y="2475588"/>
            <a:ext cx="4266826" cy="272849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42632469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Iphone &amp; Ipad">
    <p:spTree>
      <p:nvGrpSpPr>
        <p:cNvPr id="1" name=""/>
        <p:cNvGrpSpPr/>
        <p:nvPr/>
      </p:nvGrpSpPr>
      <p:grpSpPr>
        <a:xfrm>
          <a:off x="0" y="0"/>
          <a:ext cx="0" cy="0"/>
          <a:chOff x="0" y="0"/>
          <a:chExt cx="0" cy="0"/>
        </a:xfrm>
      </p:grpSpPr>
      <p:sp>
        <p:nvSpPr>
          <p:cNvPr id="15" name="Picture Placeholder 13"/>
          <p:cNvSpPr>
            <a:spLocks noGrp="1"/>
          </p:cNvSpPr>
          <p:nvPr>
            <p:ph type="pic" sz="quarter" idx="17"/>
          </p:nvPr>
        </p:nvSpPr>
        <p:spPr>
          <a:xfrm>
            <a:off x="3898301" y="3498029"/>
            <a:ext cx="1057275" cy="187880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13"/>
          <p:cNvSpPr>
            <a:spLocks noGrp="1"/>
          </p:cNvSpPr>
          <p:nvPr>
            <p:ph type="pic" sz="quarter" idx="13"/>
          </p:nvPr>
        </p:nvSpPr>
        <p:spPr>
          <a:xfrm>
            <a:off x="1412875" y="2592251"/>
            <a:ext cx="2128815" cy="2835928"/>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6254071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3"/>
          <p:cNvSpPr>
            <a:spLocks noGrp="1"/>
          </p:cNvSpPr>
          <p:nvPr>
            <p:ph type="pic" sz="quarter" idx="13"/>
          </p:nvPr>
        </p:nvSpPr>
        <p:spPr>
          <a:xfrm>
            <a:off x="1317812" y="2191871"/>
            <a:ext cx="1869141" cy="328108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05660817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
        <p:nvSpPr>
          <p:cNvPr id="12" name="Picture Placeholder 11"/>
          <p:cNvSpPr>
            <a:spLocks noGrp="1"/>
          </p:cNvSpPr>
          <p:nvPr>
            <p:ph type="pic" sz="quarter" idx="11"/>
          </p:nvPr>
        </p:nvSpPr>
        <p:spPr>
          <a:xfrm>
            <a:off x="1038631" y="1375115"/>
            <a:ext cx="3245441" cy="430927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1085945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ADDFAD89-D636-1A43-AA92-963DD3BE5C4B}" type="datetime1">
              <a:rPr lang="en-US" smtClean="0"/>
              <a:t>9/22/16</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r>
              <a:rPr lang="ar-SA" smtClean="0"/>
              <a:t>موسوعة تكنولوجيا التعليم</a:t>
            </a:r>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3A7C0087-F7CD-4F5D-A7CF-BCE4DC7AC152}" type="slidenum">
              <a:rPr lang="id-ID" smtClean="0"/>
              <a:pPr/>
              <a:t>‹#›</a:t>
            </a:fld>
            <a:endParaRPr lang="id-ID"/>
          </a:p>
        </p:txBody>
      </p:sp>
    </p:spTree>
    <p:extLst>
      <p:ext uri="{BB962C8B-B14F-4D97-AF65-F5344CB8AC3E}">
        <p14:creationId xmlns:p14="http://schemas.microsoft.com/office/powerpoint/2010/main" val="21080873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017946" y="968354"/>
            <a:ext cx="2156108" cy="2156108"/>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7126201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4"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5"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47491261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Full Image ">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20376638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Header Pictur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1999" cy="31089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Title 1"/>
          <p:cNvSpPr>
            <a:spLocks noGrp="1"/>
          </p:cNvSpPr>
          <p:nvPr>
            <p:ph type="title"/>
          </p:nvPr>
        </p:nvSpPr>
        <p:spPr>
          <a:xfrm>
            <a:off x="838200" y="3108960"/>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3953019"/>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76278328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5" name="Picture Placeholder 14"/>
          <p:cNvSpPr>
            <a:spLocks noGrp="1"/>
          </p:cNvSpPr>
          <p:nvPr>
            <p:ph type="pic" sz="quarter" idx="14"/>
          </p:nvPr>
        </p:nvSpPr>
        <p:spPr>
          <a:xfrm>
            <a:off x="978115"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7" name="Footer Placeholder 3"/>
          <p:cNvSpPr>
            <a:spLocks noGrp="1"/>
          </p:cNvSpPr>
          <p:nvPr>
            <p:ph type="ftr" sz="quarter" idx="11"/>
          </p:nvPr>
        </p:nvSpPr>
        <p:spPr>
          <a:xfrm>
            <a:off x="4038600" y="1138845"/>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8" name="Picture Placeholder 14"/>
          <p:cNvSpPr>
            <a:spLocks noGrp="1"/>
          </p:cNvSpPr>
          <p:nvPr>
            <p:ph type="pic" sz="quarter" idx="15"/>
          </p:nvPr>
        </p:nvSpPr>
        <p:spPr>
          <a:xfrm>
            <a:off x="3663902"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4"/>
          <p:cNvSpPr>
            <a:spLocks noGrp="1"/>
          </p:cNvSpPr>
          <p:nvPr>
            <p:ph type="pic" sz="quarter" idx="16"/>
          </p:nvPr>
        </p:nvSpPr>
        <p:spPr>
          <a:xfrm>
            <a:off x="6349689"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0" name="Picture Placeholder 14"/>
          <p:cNvSpPr>
            <a:spLocks noGrp="1"/>
          </p:cNvSpPr>
          <p:nvPr>
            <p:ph type="pic" sz="quarter" idx="17"/>
          </p:nvPr>
        </p:nvSpPr>
        <p:spPr>
          <a:xfrm>
            <a:off x="9035476"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323562400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722313" y="1911350"/>
            <a:ext cx="2371724"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9" name="Picture Placeholder 17"/>
          <p:cNvSpPr>
            <a:spLocks noGrp="1"/>
          </p:cNvSpPr>
          <p:nvPr>
            <p:ph type="pic" sz="quarter" idx="14"/>
          </p:nvPr>
        </p:nvSpPr>
        <p:spPr>
          <a:xfrm>
            <a:off x="3505199"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0" name="Picture Placeholder 17"/>
          <p:cNvSpPr>
            <a:spLocks noGrp="1"/>
          </p:cNvSpPr>
          <p:nvPr>
            <p:ph type="pic" sz="quarter" idx="15"/>
          </p:nvPr>
        </p:nvSpPr>
        <p:spPr>
          <a:xfrm>
            <a:off x="6288087"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1" name="Picture Placeholder 17"/>
          <p:cNvSpPr>
            <a:spLocks noGrp="1"/>
          </p:cNvSpPr>
          <p:nvPr>
            <p:ph type="pic" sz="quarter" idx="16"/>
          </p:nvPr>
        </p:nvSpPr>
        <p:spPr>
          <a:xfrm>
            <a:off x="9070974" y="1911350"/>
            <a:ext cx="2371725"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8"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29"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5144014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1326213" y="1910736"/>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7" name="Picture Placeholder 17"/>
          <p:cNvSpPr>
            <a:spLocks noGrp="1"/>
          </p:cNvSpPr>
          <p:nvPr>
            <p:ph type="pic" sz="quarter" idx="15"/>
          </p:nvPr>
        </p:nvSpPr>
        <p:spPr>
          <a:xfrm>
            <a:off x="4791554" y="1910735"/>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8" name="Picture Placeholder 17"/>
          <p:cNvSpPr>
            <a:spLocks noGrp="1"/>
          </p:cNvSpPr>
          <p:nvPr>
            <p:ph type="pic" sz="quarter" idx="16"/>
          </p:nvPr>
        </p:nvSpPr>
        <p:spPr>
          <a:xfrm>
            <a:off x="8256895" y="1910734"/>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3" name="Oval 12"/>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381229727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989896" y="1888645"/>
            <a:ext cx="2156108" cy="2371719"/>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9"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0"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1" name="Oval 10"/>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03382771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21237679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663049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Blank number">
    <p:spTree>
      <p:nvGrpSpPr>
        <p:cNvPr id="1" name=""/>
        <p:cNvGrpSpPr/>
        <p:nvPr/>
      </p:nvGrpSpPr>
      <p:grpSpPr>
        <a:xfrm>
          <a:off x="0" y="0"/>
          <a:ext cx="0" cy="0"/>
          <a:chOff x="0" y="0"/>
          <a:chExt cx="0" cy="0"/>
        </a:xfrm>
      </p:grpSpPr>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3" name="Picture Placeholder 2"/>
          <p:cNvSpPr>
            <a:spLocks noGrp="1"/>
          </p:cNvSpPr>
          <p:nvPr>
            <p:ph type="pic" sz="quarter" idx="13"/>
          </p:nvPr>
        </p:nvSpPr>
        <p:spPr>
          <a:xfrm>
            <a:off x="7960660" y="0"/>
            <a:ext cx="423134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6222685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689318" y="1806182"/>
            <a:ext cx="5406682" cy="335665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18674494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6096000" y="0"/>
            <a:ext cx="6096000" cy="6857999"/>
          </a:xfrm>
          <a:solidFill>
            <a:schemeClr val="bg1">
              <a:lumMod val="9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itle 1"/>
          <p:cNvSpPr>
            <a:spLocks noGrp="1"/>
          </p:cNvSpPr>
          <p:nvPr>
            <p:ph type="title" hasCustomPrompt="1"/>
          </p:nvPr>
        </p:nvSpPr>
        <p:spPr>
          <a:xfrm>
            <a:off x="570913" y="435463"/>
            <a:ext cx="10515600" cy="915035"/>
          </a:xfrm>
        </p:spPr>
        <p:txBody>
          <a:bodyPr/>
          <a:lstStyle>
            <a:lvl1pPr algn="l">
              <a:defRPr>
                <a:solidFill>
                  <a:schemeClr val="bg1">
                    <a:lumMod val="50000"/>
                  </a:schemeClr>
                </a:solidFill>
              </a:defRPr>
            </a:lvl1pPr>
          </a:lstStyle>
          <a:p>
            <a:r>
              <a:rPr lang="en-US" smtClean="0"/>
              <a:t>Click to edit </a:t>
            </a:r>
            <a:br>
              <a:rPr lang="en-US" smtClean="0"/>
            </a:br>
            <a:endParaRPr lang="en-US"/>
          </a:p>
        </p:txBody>
      </p:sp>
      <p:sp>
        <p:nvSpPr>
          <p:cNvPr id="9" name="Footer Placeholder 3"/>
          <p:cNvSpPr>
            <a:spLocks noGrp="1"/>
          </p:cNvSpPr>
          <p:nvPr>
            <p:ph type="ftr" sz="quarter" idx="11"/>
          </p:nvPr>
        </p:nvSpPr>
        <p:spPr>
          <a:xfrm>
            <a:off x="584981" y="1166978"/>
            <a:ext cx="4114800" cy="365125"/>
          </a:xfrm>
        </p:spPr>
        <p:txBody>
          <a:bodyPr/>
          <a:lstStyle>
            <a:lvl1pPr algn="l">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90404183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AEC2619-6B72-B44D-978B-8479116BB661}"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971065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012FA23-5269-354B-878C-3086D4177A4F}"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0376684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40" name="Picture Placeholder 39"/>
          <p:cNvSpPr>
            <a:spLocks noGrp="1"/>
          </p:cNvSpPr>
          <p:nvPr>
            <p:ph type="pic" sz="quarter" idx="10"/>
          </p:nvPr>
        </p:nvSpPr>
        <p:spPr>
          <a:xfrm>
            <a:off x="0" y="4471282"/>
            <a:ext cx="12192000" cy="2386717"/>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23010073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1053888"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2" name="Picture Placeholder 9"/>
          <p:cNvSpPr>
            <a:spLocks noGrp="1"/>
          </p:cNvSpPr>
          <p:nvPr>
            <p:ph type="pic" sz="quarter" idx="14"/>
          </p:nvPr>
        </p:nvSpPr>
        <p:spPr>
          <a:xfrm>
            <a:off x="6190129"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69336743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5" name="Picture Placeholder 14"/>
          <p:cNvSpPr>
            <a:spLocks noGrp="1"/>
          </p:cNvSpPr>
          <p:nvPr>
            <p:ph type="pic" sz="quarter" idx="13"/>
          </p:nvPr>
        </p:nvSpPr>
        <p:spPr>
          <a:xfrm>
            <a:off x="845236" y="1505243"/>
            <a:ext cx="2912013" cy="49377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7" name="Picture Placeholder 16"/>
          <p:cNvSpPr>
            <a:spLocks noGrp="1"/>
          </p:cNvSpPr>
          <p:nvPr>
            <p:ph type="pic" sz="quarter" idx="14"/>
          </p:nvPr>
        </p:nvSpPr>
        <p:spPr>
          <a:xfrm>
            <a:off x="3919618"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8"/>
          <p:cNvSpPr>
            <a:spLocks noGrp="1"/>
          </p:cNvSpPr>
          <p:nvPr>
            <p:ph type="pic" sz="quarter" idx="15"/>
          </p:nvPr>
        </p:nvSpPr>
        <p:spPr>
          <a:xfrm>
            <a:off x="6482312" y="3005887"/>
            <a:ext cx="2160000" cy="215999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1" name="Picture Placeholder 18"/>
          <p:cNvSpPr>
            <a:spLocks noGrp="1"/>
          </p:cNvSpPr>
          <p:nvPr>
            <p:ph type="pic" sz="quarter" idx="16"/>
          </p:nvPr>
        </p:nvSpPr>
        <p:spPr>
          <a:xfrm>
            <a:off x="9045006"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23305024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0"/>
          <p:cNvSpPr>
            <a:spLocks noGrp="1"/>
          </p:cNvSpPr>
          <p:nvPr>
            <p:ph type="pic" sz="quarter" idx="13"/>
          </p:nvPr>
        </p:nvSpPr>
        <p:spPr>
          <a:xfrm>
            <a:off x="4791554"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10"/>
          <p:cNvSpPr>
            <a:spLocks noGrp="1"/>
          </p:cNvSpPr>
          <p:nvPr>
            <p:ph type="pic" sz="quarter" idx="14"/>
          </p:nvPr>
        </p:nvSpPr>
        <p:spPr>
          <a:xfrm>
            <a:off x="1618048"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10"/>
          <p:cNvSpPr>
            <a:spLocks noGrp="1"/>
          </p:cNvSpPr>
          <p:nvPr>
            <p:ph type="pic" sz="quarter" idx="15"/>
          </p:nvPr>
        </p:nvSpPr>
        <p:spPr>
          <a:xfrm>
            <a:off x="7965060"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29674472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15"/>
          </p:nvPr>
        </p:nvSpPr>
        <p:spPr>
          <a:xfrm>
            <a:off x="88333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16"/>
          </p:nvPr>
        </p:nvSpPr>
        <p:spPr>
          <a:xfrm>
            <a:off x="358422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17"/>
          </p:nvPr>
        </p:nvSpPr>
        <p:spPr>
          <a:xfrm>
            <a:off x="898600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18"/>
          </p:nvPr>
        </p:nvSpPr>
        <p:spPr>
          <a:xfrm>
            <a:off x="628511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Picture Placeholder 4"/>
          <p:cNvSpPr>
            <a:spLocks noGrp="1"/>
          </p:cNvSpPr>
          <p:nvPr>
            <p:ph type="pic" sz="quarter" idx="19"/>
          </p:nvPr>
        </p:nvSpPr>
        <p:spPr>
          <a:xfrm>
            <a:off x="88333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5" name="Picture Placeholder 4"/>
          <p:cNvSpPr>
            <a:spLocks noGrp="1"/>
          </p:cNvSpPr>
          <p:nvPr>
            <p:ph type="pic" sz="quarter" idx="20"/>
          </p:nvPr>
        </p:nvSpPr>
        <p:spPr>
          <a:xfrm>
            <a:off x="358422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6" name="Picture Placeholder 4"/>
          <p:cNvSpPr>
            <a:spLocks noGrp="1"/>
          </p:cNvSpPr>
          <p:nvPr>
            <p:ph type="pic" sz="quarter" idx="21"/>
          </p:nvPr>
        </p:nvSpPr>
        <p:spPr>
          <a:xfrm>
            <a:off x="898600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7" name="Picture Placeholder 4"/>
          <p:cNvSpPr>
            <a:spLocks noGrp="1"/>
          </p:cNvSpPr>
          <p:nvPr>
            <p:ph type="pic" sz="quarter" idx="22"/>
          </p:nvPr>
        </p:nvSpPr>
        <p:spPr>
          <a:xfrm>
            <a:off x="628511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12003902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21"/>
          </p:nvPr>
        </p:nvSpPr>
        <p:spPr>
          <a:xfrm>
            <a:off x="855289"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17404104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50876134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91094763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Iphone Mockup">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4506446" y="2407463"/>
            <a:ext cx="1834078" cy="3251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76480170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Imac 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4536633" y="2375893"/>
            <a:ext cx="3077236" cy="201717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288696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6" name="Picture Placeholder 13"/>
          <p:cNvSpPr>
            <a:spLocks noGrp="1"/>
          </p:cNvSpPr>
          <p:nvPr>
            <p:ph type="pic" sz="quarter" idx="13"/>
          </p:nvPr>
        </p:nvSpPr>
        <p:spPr>
          <a:xfrm>
            <a:off x="6181352" y="2475588"/>
            <a:ext cx="4266826" cy="272849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78150515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Iphone &amp; Ipad">
    <p:spTree>
      <p:nvGrpSpPr>
        <p:cNvPr id="1" name=""/>
        <p:cNvGrpSpPr/>
        <p:nvPr/>
      </p:nvGrpSpPr>
      <p:grpSpPr>
        <a:xfrm>
          <a:off x="0" y="0"/>
          <a:ext cx="0" cy="0"/>
          <a:chOff x="0" y="0"/>
          <a:chExt cx="0" cy="0"/>
        </a:xfrm>
      </p:grpSpPr>
      <p:sp>
        <p:nvSpPr>
          <p:cNvPr id="15" name="Picture Placeholder 13"/>
          <p:cNvSpPr>
            <a:spLocks noGrp="1"/>
          </p:cNvSpPr>
          <p:nvPr>
            <p:ph type="pic" sz="quarter" idx="17"/>
          </p:nvPr>
        </p:nvSpPr>
        <p:spPr>
          <a:xfrm>
            <a:off x="3898301" y="3498029"/>
            <a:ext cx="1057275" cy="187880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13"/>
          <p:cNvSpPr>
            <a:spLocks noGrp="1"/>
          </p:cNvSpPr>
          <p:nvPr>
            <p:ph type="pic" sz="quarter" idx="13"/>
          </p:nvPr>
        </p:nvSpPr>
        <p:spPr>
          <a:xfrm>
            <a:off x="1412875" y="2592251"/>
            <a:ext cx="2128815" cy="2835928"/>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78953601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3"/>
          <p:cNvSpPr>
            <a:spLocks noGrp="1"/>
          </p:cNvSpPr>
          <p:nvPr>
            <p:ph type="pic" sz="quarter" idx="13"/>
          </p:nvPr>
        </p:nvSpPr>
        <p:spPr>
          <a:xfrm>
            <a:off x="1317812" y="2191871"/>
            <a:ext cx="1869141" cy="328108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0332389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
        <p:nvSpPr>
          <p:cNvPr id="12" name="Picture Placeholder 11"/>
          <p:cNvSpPr>
            <a:spLocks noGrp="1"/>
          </p:cNvSpPr>
          <p:nvPr>
            <p:ph type="pic" sz="quarter" idx="11"/>
          </p:nvPr>
        </p:nvSpPr>
        <p:spPr>
          <a:xfrm>
            <a:off x="1038631" y="1375115"/>
            <a:ext cx="3245441" cy="430927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5679639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8013773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1636A1D-D563-EB4C-B109-744D9A8A38F4}"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8676847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EE5622D-A52E-5441-9897-7AAF9D8BE2E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8730167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B65CB6A-9681-CD4B-AD83-EDA16B189B12}"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708822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C583864-46F4-6640-A318-C376127AE93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9062029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8D06BCDC-5E15-DD47-A3F5-C6FF92BEF6AA}"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5279664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D037A29-9DDF-604E-BF87-EE9D2EA15A5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7633812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E6A8276-9F72-E840-ABB7-83531A1381F5}"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3964280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a:prstGeom prst="rect">
            <a:avLst/>
          </a:prstGeo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BF75D93-6725-2049-AFE3-BF0C77EF49C3}"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8481864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81799A1-324A-4D46-9769-6185F2BE1206}"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5148706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5CAD048-5B8F-E04F-A1D1-CF540825F7D3}"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7432236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DD171EFB-9287-0049-8C29-2EE9C4B8FC0D}" type="datetime1">
              <a:rPr lang="en-US" smtClean="0">
                <a:solidFill>
                  <a:prstClr val="black"/>
                </a:solidFill>
                <a:latin typeface="Calibri" panose="020F0502020204030204"/>
                <a:cs typeface="+mn-cs"/>
              </a:rPr>
              <a:t>9/22/16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2ED4C3CB-8FCE-4E6E-8BD4-52AFDB958BF7}"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8364869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60.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552431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1.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1575474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2.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7299077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3.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996414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059304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5.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803266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6.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217348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7.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727711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7326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414219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646510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1.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122785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2.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814121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502989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591207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3962179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29243349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7.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48201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8.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3981254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9052659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796755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972208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260037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6724624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4.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161852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5.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003291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6.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814675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7.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133697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8.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76091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89.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5222023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8672202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1402162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711651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205082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31220BD-1463-B746-BC48-137076FE7322}" type="datetime1">
              <a:rPr lang="en-US" smtClean="0">
                <a:solidFill>
                  <a:prstClr val="black"/>
                </a:solidFill>
                <a:latin typeface="Calibri" panose="020F0502020204030204"/>
                <a:cs typeface="+mn-cs"/>
              </a:rPr>
              <a:t>9/22/16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2ED4C3CB-8FCE-4E6E-8BD4-52AFDB958BF7}"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29373515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4622854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6.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642977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7.xml><?xml version="1.0" encoding="utf-8"?>
<p:sldLayout xmlns:a="http://schemas.openxmlformats.org/drawingml/2006/main" xmlns:r="http://schemas.openxmlformats.org/officeDocument/2006/relationships" xmlns:p="http://schemas.openxmlformats.org/presentationml/2006/main" userDrawn="1">
  <p:cSld name="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9345722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8.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1122408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114679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495575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129642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2274593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4249047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0434526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5.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4808214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6.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2622134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7.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187222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8.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8316043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0890121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9966693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6544486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3076035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901018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352285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7719715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6.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426591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7.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2482245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8.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2164448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19.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248959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0.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7815339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1.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753306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2.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9768349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7167034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021195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122860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3646379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6567781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3266451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4997912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5888991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7321941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D3C9C34-3A30-BA4B-A661-30E14FBC8EB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0392920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644DA7FC-6A14-DE48-9AA3-81FF147440A2}"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1840772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69DE8B95-C2B6-3348-8F2C-4132DCE2CDC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8623854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E5B44BF-9EA5-524A-9CF5-3C8DEFE00CE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0400777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0F8DF94-60DA-9E44-8B88-A632CB0DAAB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9138630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17D3837-F0BF-274E-AE08-CCF05489AF0C}"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7149570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DF02E335-809C-634D-B054-883813523FA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5855541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122AC2B-12D1-8048-8B37-E0EED508603F}"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7956340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a:prstGeom prst="rect">
            <a:avLst/>
          </a:prstGeo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F4B15150-4716-3343-95D1-FD8BFFE1527F}"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059711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9D499B8-9E4C-9E42-840D-65FA612048C5}"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4484570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E8B26CC-938B-2A40-8ACB-00568570F9BB}"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5133914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851484C-6D3A-824B-B45E-29295219F900}"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7210987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F48BAD39-B1EC-904C-A929-251AD78F0313}"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7247146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F864A1B4-49F1-6345-957B-B3774D40BF29}"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1178509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56F8E5C-C36A-B448-9EC5-6B1A8F7F0567}"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8345560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69AEEC01-2E68-254B-BB4F-F35C310DB51C}"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6375635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42382B5-4EB0-704E-A575-B9E5D10CFF53}"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4671441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80BA827-4ABC-524C-8899-6FE6C278A218}"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8990852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AF0FE29-E551-A14B-A6DD-BCBCCEACDB93}"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4281841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a:prstGeom prst="rect">
            <a:avLst/>
          </a:prstGeo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1F276F7-7E90-424F-B862-184883F26C9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0576107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F8D62B5-422E-AA48-B9D5-3C6A725041C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43661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A599B54-19AF-D34F-B3C2-563BE610957A}"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4130823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395706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F90A3BC7-B245-6E4F-90C8-D2D0DD12DA5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8935111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AF687AD-13FF-724F-84AA-D8E90340FA5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666007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6ED7A19-2458-4445-8399-D9F0676FCD90}"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5915877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B126ADAB-076F-EB43-A41C-D799AC39E36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1443610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CA641DA-8C92-1C4B-933F-D25A2227FDE4}"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060857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9DB8129-F6D8-A941-AF96-3A4435D82FDF}"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4760030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4A08B2B-59EF-854C-A819-F03C7F4DB50B}"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9050758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a:prstGeom prst="rect">
            <a:avLst/>
          </a:prstGeo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B284ECE-8D2A-6F4A-AAAA-0529DD00B86C}"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180328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FFE67A7-078A-7B40-B92B-F17D8E1D43A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25235226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369E1B6-096F-8A40-B84A-F532B8DC8D8C}"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8682310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5.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698561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5033003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C1D1A7C-7E1C-7248-9116-067E23CCE06E}"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6838250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F6A1735-3986-3C4F-9B48-502720C4A1C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2361927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1E8E016-CDED-6D4D-9683-2FE89696CDD5}"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8376001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FFB9BE2-C028-BF49-8608-84E6357418B5}"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3444918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002CEDC6-8B8A-4744-BF2A-160D67F1EDA0}"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3066627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C0506F7F-7E96-3F4D-994C-C7697213A72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6857989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2E81E6D-9A51-8942-944F-FC5490C10646}"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0754753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a:prstGeom prst="rect">
            <a:avLst/>
          </a:prstGeo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26D8E6D9-924E-6340-8E80-D2F8D9E1AD96}"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6260206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7F3E52BC-9755-0548-8FE4-9E762E34E541}"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6445169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2444E20-F618-D648-AA02-495282DEDF79}"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045329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017946" y="968354"/>
            <a:ext cx="2156108" cy="2156108"/>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50561409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4"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5"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24341760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Full Image ">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45505510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Header Pictur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1999" cy="31089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Title 1"/>
          <p:cNvSpPr>
            <a:spLocks noGrp="1"/>
          </p:cNvSpPr>
          <p:nvPr>
            <p:ph type="title"/>
          </p:nvPr>
        </p:nvSpPr>
        <p:spPr>
          <a:xfrm>
            <a:off x="838200" y="3108960"/>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3953019"/>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93751160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5" name="Picture Placeholder 14"/>
          <p:cNvSpPr>
            <a:spLocks noGrp="1"/>
          </p:cNvSpPr>
          <p:nvPr>
            <p:ph type="pic" sz="quarter" idx="14"/>
          </p:nvPr>
        </p:nvSpPr>
        <p:spPr>
          <a:xfrm>
            <a:off x="978115"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7" name="Footer Placeholder 3"/>
          <p:cNvSpPr>
            <a:spLocks noGrp="1"/>
          </p:cNvSpPr>
          <p:nvPr>
            <p:ph type="ftr" sz="quarter" idx="11"/>
          </p:nvPr>
        </p:nvSpPr>
        <p:spPr>
          <a:xfrm>
            <a:off x="4038600" y="1138845"/>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8" name="Picture Placeholder 14"/>
          <p:cNvSpPr>
            <a:spLocks noGrp="1"/>
          </p:cNvSpPr>
          <p:nvPr>
            <p:ph type="pic" sz="quarter" idx="15"/>
          </p:nvPr>
        </p:nvSpPr>
        <p:spPr>
          <a:xfrm>
            <a:off x="3663902"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4"/>
          <p:cNvSpPr>
            <a:spLocks noGrp="1"/>
          </p:cNvSpPr>
          <p:nvPr>
            <p:ph type="pic" sz="quarter" idx="16"/>
          </p:nvPr>
        </p:nvSpPr>
        <p:spPr>
          <a:xfrm>
            <a:off x="6349689"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0" name="Picture Placeholder 14"/>
          <p:cNvSpPr>
            <a:spLocks noGrp="1"/>
          </p:cNvSpPr>
          <p:nvPr>
            <p:ph type="pic" sz="quarter" idx="17"/>
          </p:nvPr>
        </p:nvSpPr>
        <p:spPr>
          <a:xfrm>
            <a:off x="9035476"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346855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722313" y="1911350"/>
            <a:ext cx="2371724"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9" name="Picture Placeholder 17"/>
          <p:cNvSpPr>
            <a:spLocks noGrp="1"/>
          </p:cNvSpPr>
          <p:nvPr>
            <p:ph type="pic" sz="quarter" idx="14"/>
          </p:nvPr>
        </p:nvSpPr>
        <p:spPr>
          <a:xfrm>
            <a:off x="3505199"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0" name="Picture Placeholder 17"/>
          <p:cNvSpPr>
            <a:spLocks noGrp="1"/>
          </p:cNvSpPr>
          <p:nvPr>
            <p:ph type="pic" sz="quarter" idx="15"/>
          </p:nvPr>
        </p:nvSpPr>
        <p:spPr>
          <a:xfrm>
            <a:off x="6288087"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1" name="Picture Placeholder 17"/>
          <p:cNvSpPr>
            <a:spLocks noGrp="1"/>
          </p:cNvSpPr>
          <p:nvPr>
            <p:ph type="pic" sz="quarter" idx="16"/>
          </p:nvPr>
        </p:nvSpPr>
        <p:spPr>
          <a:xfrm>
            <a:off x="9070974" y="1911350"/>
            <a:ext cx="2371725"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8"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29"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17185512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1326213" y="1910736"/>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7" name="Picture Placeholder 17"/>
          <p:cNvSpPr>
            <a:spLocks noGrp="1"/>
          </p:cNvSpPr>
          <p:nvPr>
            <p:ph type="pic" sz="quarter" idx="15"/>
          </p:nvPr>
        </p:nvSpPr>
        <p:spPr>
          <a:xfrm>
            <a:off x="4791554" y="1910735"/>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8" name="Picture Placeholder 17"/>
          <p:cNvSpPr>
            <a:spLocks noGrp="1"/>
          </p:cNvSpPr>
          <p:nvPr>
            <p:ph type="pic" sz="quarter" idx="16"/>
          </p:nvPr>
        </p:nvSpPr>
        <p:spPr>
          <a:xfrm>
            <a:off x="8256895" y="1910734"/>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3" name="Oval 12"/>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63113059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989896" y="1888645"/>
            <a:ext cx="2156108" cy="2371719"/>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9"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0"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1" name="Oval 10"/>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43829454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4853025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6619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Blank number">
    <p:spTree>
      <p:nvGrpSpPr>
        <p:cNvPr id="1" name=""/>
        <p:cNvGrpSpPr/>
        <p:nvPr/>
      </p:nvGrpSpPr>
      <p:grpSpPr>
        <a:xfrm>
          <a:off x="0" y="0"/>
          <a:ext cx="0" cy="0"/>
          <a:chOff x="0" y="0"/>
          <a:chExt cx="0" cy="0"/>
        </a:xfrm>
      </p:grpSpPr>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3" name="Picture Placeholder 2"/>
          <p:cNvSpPr>
            <a:spLocks noGrp="1"/>
          </p:cNvSpPr>
          <p:nvPr>
            <p:ph type="pic" sz="quarter" idx="13"/>
          </p:nvPr>
        </p:nvSpPr>
        <p:spPr>
          <a:xfrm>
            <a:off x="7960660" y="0"/>
            <a:ext cx="423134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1507720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689318" y="1806182"/>
            <a:ext cx="5406682" cy="335665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56990764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6096000" y="0"/>
            <a:ext cx="6096000" cy="6857999"/>
          </a:xfrm>
          <a:solidFill>
            <a:schemeClr val="bg1">
              <a:lumMod val="9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itle 1"/>
          <p:cNvSpPr>
            <a:spLocks noGrp="1"/>
          </p:cNvSpPr>
          <p:nvPr>
            <p:ph type="title" hasCustomPrompt="1"/>
          </p:nvPr>
        </p:nvSpPr>
        <p:spPr>
          <a:xfrm>
            <a:off x="570913" y="435463"/>
            <a:ext cx="10515600" cy="915035"/>
          </a:xfrm>
        </p:spPr>
        <p:txBody>
          <a:bodyPr/>
          <a:lstStyle>
            <a:lvl1pPr algn="l">
              <a:defRPr>
                <a:solidFill>
                  <a:schemeClr val="bg1">
                    <a:lumMod val="50000"/>
                  </a:schemeClr>
                </a:solidFill>
              </a:defRPr>
            </a:lvl1pPr>
          </a:lstStyle>
          <a:p>
            <a:r>
              <a:rPr lang="en-US" smtClean="0"/>
              <a:t>Click to edit </a:t>
            </a:r>
            <a:br>
              <a:rPr lang="en-US" smtClean="0"/>
            </a:br>
            <a:endParaRPr lang="en-US"/>
          </a:p>
        </p:txBody>
      </p:sp>
      <p:sp>
        <p:nvSpPr>
          <p:cNvPr id="9" name="Footer Placeholder 3"/>
          <p:cNvSpPr>
            <a:spLocks noGrp="1"/>
          </p:cNvSpPr>
          <p:nvPr>
            <p:ph type="ftr" sz="quarter" idx="11"/>
          </p:nvPr>
        </p:nvSpPr>
        <p:spPr>
          <a:xfrm>
            <a:off x="584981" y="1166978"/>
            <a:ext cx="4114800" cy="365125"/>
          </a:xfrm>
        </p:spPr>
        <p:txBody>
          <a:bodyPr/>
          <a:lstStyle>
            <a:lvl1pPr algn="l">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57445632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1800F21-D841-9E44-9794-15660C8F9E63}"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0588715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C5E44F1-41DC-B048-B86F-34BB2B704F02}"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652819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2.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40" name="Picture Placeholder 39"/>
          <p:cNvSpPr>
            <a:spLocks noGrp="1"/>
          </p:cNvSpPr>
          <p:nvPr>
            <p:ph type="pic" sz="quarter" idx="10"/>
          </p:nvPr>
        </p:nvSpPr>
        <p:spPr>
          <a:xfrm>
            <a:off x="0" y="4471282"/>
            <a:ext cx="12192000" cy="2386717"/>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31584445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1053888"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2" name="Picture Placeholder 9"/>
          <p:cNvSpPr>
            <a:spLocks noGrp="1"/>
          </p:cNvSpPr>
          <p:nvPr>
            <p:ph type="pic" sz="quarter" idx="14"/>
          </p:nvPr>
        </p:nvSpPr>
        <p:spPr>
          <a:xfrm>
            <a:off x="6190129"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8497817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5" name="Picture Placeholder 14"/>
          <p:cNvSpPr>
            <a:spLocks noGrp="1"/>
          </p:cNvSpPr>
          <p:nvPr>
            <p:ph type="pic" sz="quarter" idx="13"/>
          </p:nvPr>
        </p:nvSpPr>
        <p:spPr>
          <a:xfrm>
            <a:off x="845236" y="1505243"/>
            <a:ext cx="2912013" cy="49377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7" name="Picture Placeholder 16"/>
          <p:cNvSpPr>
            <a:spLocks noGrp="1"/>
          </p:cNvSpPr>
          <p:nvPr>
            <p:ph type="pic" sz="quarter" idx="14"/>
          </p:nvPr>
        </p:nvSpPr>
        <p:spPr>
          <a:xfrm>
            <a:off x="3919618"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8"/>
          <p:cNvSpPr>
            <a:spLocks noGrp="1"/>
          </p:cNvSpPr>
          <p:nvPr>
            <p:ph type="pic" sz="quarter" idx="15"/>
          </p:nvPr>
        </p:nvSpPr>
        <p:spPr>
          <a:xfrm>
            <a:off x="6482312" y="3005887"/>
            <a:ext cx="2160000" cy="215999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1" name="Picture Placeholder 18"/>
          <p:cNvSpPr>
            <a:spLocks noGrp="1"/>
          </p:cNvSpPr>
          <p:nvPr>
            <p:ph type="pic" sz="quarter" idx="16"/>
          </p:nvPr>
        </p:nvSpPr>
        <p:spPr>
          <a:xfrm>
            <a:off x="9045006"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0703406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0"/>
          <p:cNvSpPr>
            <a:spLocks noGrp="1"/>
          </p:cNvSpPr>
          <p:nvPr>
            <p:ph type="pic" sz="quarter" idx="13"/>
          </p:nvPr>
        </p:nvSpPr>
        <p:spPr>
          <a:xfrm>
            <a:off x="4791554"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10"/>
          <p:cNvSpPr>
            <a:spLocks noGrp="1"/>
          </p:cNvSpPr>
          <p:nvPr>
            <p:ph type="pic" sz="quarter" idx="14"/>
          </p:nvPr>
        </p:nvSpPr>
        <p:spPr>
          <a:xfrm>
            <a:off x="1618048"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10"/>
          <p:cNvSpPr>
            <a:spLocks noGrp="1"/>
          </p:cNvSpPr>
          <p:nvPr>
            <p:ph type="pic" sz="quarter" idx="15"/>
          </p:nvPr>
        </p:nvSpPr>
        <p:spPr>
          <a:xfrm>
            <a:off x="7965060"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06924465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15"/>
          </p:nvPr>
        </p:nvSpPr>
        <p:spPr>
          <a:xfrm>
            <a:off x="88333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16"/>
          </p:nvPr>
        </p:nvSpPr>
        <p:spPr>
          <a:xfrm>
            <a:off x="358422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17"/>
          </p:nvPr>
        </p:nvSpPr>
        <p:spPr>
          <a:xfrm>
            <a:off x="898600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18"/>
          </p:nvPr>
        </p:nvSpPr>
        <p:spPr>
          <a:xfrm>
            <a:off x="628511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Picture Placeholder 4"/>
          <p:cNvSpPr>
            <a:spLocks noGrp="1"/>
          </p:cNvSpPr>
          <p:nvPr>
            <p:ph type="pic" sz="quarter" idx="19"/>
          </p:nvPr>
        </p:nvSpPr>
        <p:spPr>
          <a:xfrm>
            <a:off x="88333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5" name="Picture Placeholder 4"/>
          <p:cNvSpPr>
            <a:spLocks noGrp="1"/>
          </p:cNvSpPr>
          <p:nvPr>
            <p:ph type="pic" sz="quarter" idx="20"/>
          </p:nvPr>
        </p:nvSpPr>
        <p:spPr>
          <a:xfrm>
            <a:off x="358422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6" name="Picture Placeholder 4"/>
          <p:cNvSpPr>
            <a:spLocks noGrp="1"/>
          </p:cNvSpPr>
          <p:nvPr>
            <p:ph type="pic" sz="quarter" idx="21"/>
          </p:nvPr>
        </p:nvSpPr>
        <p:spPr>
          <a:xfrm>
            <a:off x="898600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7" name="Picture Placeholder 4"/>
          <p:cNvSpPr>
            <a:spLocks noGrp="1"/>
          </p:cNvSpPr>
          <p:nvPr>
            <p:ph type="pic" sz="quarter" idx="22"/>
          </p:nvPr>
        </p:nvSpPr>
        <p:spPr>
          <a:xfrm>
            <a:off x="628511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342265391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21"/>
          </p:nvPr>
        </p:nvSpPr>
        <p:spPr>
          <a:xfrm>
            <a:off x="855289"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65225495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31186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35383785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Iphone Mockup">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4506446" y="2407463"/>
            <a:ext cx="1834078" cy="3251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67721252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Imac 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4536633" y="2375893"/>
            <a:ext cx="3077236" cy="201717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31473548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6" name="Picture Placeholder 13"/>
          <p:cNvSpPr>
            <a:spLocks noGrp="1"/>
          </p:cNvSpPr>
          <p:nvPr>
            <p:ph type="pic" sz="quarter" idx="13"/>
          </p:nvPr>
        </p:nvSpPr>
        <p:spPr>
          <a:xfrm>
            <a:off x="6181352" y="2475588"/>
            <a:ext cx="4266826" cy="272849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7246342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Iphone &amp; Ipad">
    <p:spTree>
      <p:nvGrpSpPr>
        <p:cNvPr id="1" name=""/>
        <p:cNvGrpSpPr/>
        <p:nvPr/>
      </p:nvGrpSpPr>
      <p:grpSpPr>
        <a:xfrm>
          <a:off x="0" y="0"/>
          <a:ext cx="0" cy="0"/>
          <a:chOff x="0" y="0"/>
          <a:chExt cx="0" cy="0"/>
        </a:xfrm>
      </p:grpSpPr>
      <p:sp>
        <p:nvSpPr>
          <p:cNvPr id="15" name="Picture Placeholder 13"/>
          <p:cNvSpPr>
            <a:spLocks noGrp="1"/>
          </p:cNvSpPr>
          <p:nvPr>
            <p:ph type="pic" sz="quarter" idx="17"/>
          </p:nvPr>
        </p:nvSpPr>
        <p:spPr>
          <a:xfrm>
            <a:off x="3898301" y="3498029"/>
            <a:ext cx="1057275" cy="187880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13"/>
          <p:cNvSpPr>
            <a:spLocks noGrp="1"/>
          </p:cNvSpPr>
          <p:nvPr>
            <p:ph type="pic" sz="quarter" idx="13"/>
          </p:nvPr>
        </p:nvSpPr>
        <p:spPr>
          <a:xfrm>
            <a:off x="1412875" y="2592251"/>
            <a:ext cx="2128815" cy="2835928"/>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91298982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3"/>
          <p:cNvSpPr>
            <a:spLocks noGrp="1"/>
          </p:cNvSpPr>
          <p:nvPr>
            <p:ph type="pic" sz="quarter" idx="13"/>
          </p:nvPr>
        </p:nvSpPr>
        <p:spPr>
          <a:xfrm>
            <a:off x="1317812" y="2191871"/>
            <a:ext cx="1869141" cy="328108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65418750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
        <p:nvSpPr>
          <p:cNvPr id="12" name="Picture Placeholder 11"/>
          <p:cNvSpPr>
            <a:spLocks noGrp="1"/>
          </p:cNvSpPr>
          <p:nvPr>
            <p:ph type="pic" sz="quarter" idx="11"/>
          </p:nvPr>
        </p:nvSpPr>
        <p:spPr>
          <a:xfrm>
            <a:off x="1038631" y="1375115"/>
            <a:ext cx="3245441" cy="430927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3975261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53024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8791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8.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4" name="Group 3"/>
          <p:cNvGrpSpPr/>
          <p:nvPr userDrawn="1"/>
        </p:nvGrpSpPr>
        <p:grpSpPr>
          <a:xfrm>
            <a:off x="11517842" y="273543"/>
            <a:ext cx="461915" cy="413370"/>
            <a:chOff x="23051965" y="547086"/>
            <a:chExt cx="923589" cy="826739"/>
          </a:xfrm>
        </p:grpSpPr>
        <p:sp>
          <p:nvSpPr>
            <p:cNvPr id="5" name="Rectangle 4"/>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Tree>
    <p:extLst>
      <p:ext uri="{BB962C8B-B14F-4D97-AF65-F5344CB8AC3E}">
        <p14:creationId xmlns:p14="http://schemas.microsoft.com/office/powerpoint/2010/main" val="4290465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6545703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947540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2130300426"/>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3" name="Picture Placeholder 9"/>
          <p:cNvSpPr>
            <a:spLocks noGrp="1" noChangeAspect="1"/>
          </p:cNvSpPr>
          <p:nvPr>
            <p:ph type="pic" sz="quarter" idx="11"/>
          </p:nvPr>
        </p:nvSpPr>
        <p:spPr>
          <a:xfrm>
            <a:off x="6711772" y="1876518"/>
            <a:ext cx="4339462" cy="2491082"/>
          </a:xfrm>
        </p:spPr>
        <p:txBody>
          <a:bodyPr>
            <a:normAutofit/>
          </a:bodyPr>
          <a:lstStyle>
            <a:lvl1pPr marL="0" indent="0">
              <a:buNone/>
              <a:defRPr sz="1000">
                <a:solidFill>
                  <a:schemeClr val="tx1">
                    <a:lumMod val="50000"/>
                    <a:lumOff val="50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38255201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23" name="Picture Placeholder 22"/>
          <p:cNvSpPr>
            <a:spLocks noGrp="1" noChangeAspect="1"/>
          </p:cNvSpPr>
          <p:nvPr>
            <p:ph type="pic" sz="quarter" idx="15"/>
          </p:nvPr>
        </p:nvSpPr>
        <p:spPr>
          <a:xfrm>
            <a:off x="5029200" y="1260656"/>
            <a:ext cx="2133600" cy="2133600"/>
          </a:xfrm>
          <a:prstGeom prst="ellipse">
            <a:avLst/>
          </a:prstGeom>
        </p:spPr>
        <p:txBody>
          <a:bodyPr>
            <a:normAutofit/>
          </a:bodyPr>
          <a:lstStyle>
            <a:lvl1pPr marL="0" indent="0">
              <a:buNone/>
              <a:defRPr sz="1600"/>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3"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846246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14.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a:normAutofit/>
          </a:bodyPr>
          <a:lstStyle>
            <a:lvl1pPr marL="0" indent="0">
              <a:buNone/>
              <a:defRPr sz="1600">
                <a:solidFill>
                  <a:schemeClr val="bg2"/>
                </a:solidFill>
              </a:defRPr>
            </a:lvl1pPr>
          </a:lstStyle>
          <a:p>
            <a:endParaRPr lang="en-US" dirty="0"/>
          </a:p>
        </p:txBody>
      </p:sp>
    </p:spTree>
    <p:extLst>
      <p:ext uri="{BB962C8B-B14F-4D97-AF65-F5344CB8AC3E}">
        <p14:creationId xmlns:p14="http://schemas.microsoft.com/office/powerpoint/2010/main" val="1915203892"/>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1290292"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3896747"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6549859"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9135071"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4" name="Rectangle 13"/>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5" name="Rectangle 14"/>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6" name="TextBox 15"/>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7"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TextBox 2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502183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2" y="1"/>
            <a:ext cx="2438746" cy="1980871"/>
          </a:xfrm>
        </p:spPr>
        <p:txBody>
          <a:bodyPr>
            <a:normAutofit/>
          </a:bodyPr>
          <a:lstStyle>
            <a:lvl1pPr marL="0" indent="0">
              <a:buNone/>
              <a:defRPr sz="2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2438749" y="1982087"/>
            <a:ext cx="2438746" cy="1980871"/>
          </a:xfrm>
        </p:spPr>
        <p:txBody>
          <a:bodyPr>
            <a:normAutofit/>
          </a:bodyPr>
          <a:lstStyle>
            <a:lvl1pPr marL="0" indent="0">
              <a:buNone/>
              <a:defRPr sz="2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4871863" y="-607"/>
            <a:ext cx="2438746" cy="1980871"/>
          </a:xfrm>
        </p:spPr>
        <p:txBody>
          <a:bodyPr>
            <a:normAutofit/>
          </a:bodyPr>
          <a:lstStyle>
            <a:lvl1pPr marL="0" indent="0">
              <a:buNone/>
              <a:defRPr sz="2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7321753" y="1982694"/>
            <a:ext cx="2539935" cy="1980871"/>
          </a:xfrm>
        </p:spPr>
        <p:txBody>
          <a:bodyPr>
            <a:normAutofit/>
          </a:bodyPr>
          <a:lstStyle>
            <a:lvl1pPr marL="0" indent="0">
              <a:buNone/>
              <a:defRPr sz="2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9742111" y="1216"/>
            <a:ext cx="2449889" cy="1980871"/>
          </a:xfrm>
        </p:spPr>
        <p:txBody>
          <a:bodyPr>
            <a:normAutofit/>
          </a:bodyPr>
          <a:lstStyle>
            <a:lvl1pPr marL="0" indent="0">
              <a:buNone/>
              <a:defRPr sz="2000">
                <a:solidFill>
                  <a:schemeClr val="accent1"/>
                </a:solidFill>
              </a:defRPr>
            </a:lvl1pPr>
          </a:lstStyle>
          <a:p>
            <a:endParaRPr lang="id-ID"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118198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TextBox 1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887015825"/>
      </p:ext>
    </p:extLst>
  </p:cSld>
  <p:clrMapOvr>
    <a:masterClrMapping/>
  </p:clrMapOvr>
  <p:transition/>
  <p:timing>
    <p:tnLst>
      <p:par>
        <p:cTn id="1" dur="indefinite" restart="never" nodeType="tmRoot"/>
      </p:par>
    </p:tnLst>
  </p:timing>
</p:sldLayout>
</file>

<file path=ppt/slideLayouts/slideLayout718.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9" name="Picture Placeholder 8"/>
          <p:cNvSpPr>
            <a:spLocks noGrp="1" noChangeAspect="1"/>
          </p:cNvSpPr>
          <p:nvPr>
            <p:ph type="pic" sz="quarter" idx="10"/>
          </p:nvPr>
        </p:nvSpPr>
        <p:spPr>
          <a:xfrm>
            <a:off x="0" y="1520483"/>
            <a:ext cx="12192000" cy="2838449"/>
          </a:xfrm>
        </p:spPr>
        <p:txBody>
          <a:bodyPr>
            <a:normAutofit/>
          </a:bodyPr>
          <a:lstStyle>
            <a:lvl1pPr marL="0" indent="0">
              <a:buNone/>
              <a:defRPr sz="2100">
                <a:solidFill>
                  <a:schemeClr val="bg1">
                    <a:lumMod val="7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533862920"/>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719.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5954186" cy="6858000"/>
          </a:xfrm>
        </p:spPr>
        <p:txBody>
          <a:bodyPr>
            <a:normAutofit/>
          </a:bodyPr>
          <a:lstStyle>
            <a:lvl1pPr marL="0" indent="0">
              <a:buNone/>
              <a:defRPr sz="1600">
                <a:latin typeface="Raleway Light"/>
                <a:cs typeface="Raleway Light"/>
              </a:defRPr>
            </a:lvl1pPr>
          </a:lstStyle>
          <a:p>
            <a:endParaRPr lang="id-ID" dirty="0"/>
          </a:p>
        </p:txBody>
      </p:sp>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7" name="Rectangle 6"/>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9" name="TextBox 8"/>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Tree>
    <p:extLst>
      <p:ext uri="{BB962C8B-B14F-4D97-AF65-F5344CB8AC3E}">
        <p14:creationId xmlns:p14="http://schemas.microsoft.com/office/powerpoint/2010/main" val="1926638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0.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966364706"/>
      </p:ext>
    </p:extLst>
  </p:cSld>
  <p:clrMapOvr>
    <a:masterClrMapping/>
  </p:clrMapOvr>
  <p:transition/>
  <p:timing>
    <p:tnLst>
      <p:par>
        <p:cTn id="1" dur="indefinite" restart="never" nodeType="tmRoot"/>
      </p:par>
    </p:tnLst>
  </p:timing>
</p:sldLayout>
</file>

<file path=ppt/slideLayouts/slideLayout721.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988484" y="1821007"/>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4817281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2.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5" name="Picture Placeholder 14"/>
          <p:cNvSpPr>
            <a:spLocks noGrp="1" noChangeAspect="1"/>
          </p:cNvSpPr>
          <p:nvPr>
            <p:ph type="pic" sz="quarter" idx="10"/>
          </p:nvPr>
        </p:nvSpPr>
        <p:spPr>
          <a:xfrm>
            <a:off x="1198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4500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7815264" y="1784351"/>
            <a:ext cx="3206751" cy="3138488"/>
          </a:xfrm>
        </p:spPr>
        <p:txBody>
          <a:bodyPr>
            <a:normAutofit/>
          </a:bodyPr>
          <a:lstStyle>
            <a:lvl1pPr marL="0" indent="0">
              <a:buNone/>
              <a:defRPr sz="16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4285838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3.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255589" y="1692238"/>
            <a:ext cx="4030217" cy="3977969"/>
          </a:xfrm>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3703703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4500563" y="1779589"/>
            <a:ext cx="3194049" cy="2266950"/>
          </a:xfrm>
        </p:spPr>
        <p:txBody>
          <a:bodyPr>
            <a:normAutofit/>
          </a:bodyPr>
          <a:lstStyle>
            <a:lvl1pPr marL="0" indent="0">
              <a:buNone/>
              <a:defRPr sz="2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7808913" y="1779589"/>
            <a:ext cx="3216275" cy="2266950"/>
          </a:xfrm>
        </p:spPr>
        <p:txBody>
          <a:bodyPr>
            <a:normAutofit/>
          </a:bodyPr>
          <a:lstStyle>
            <a:lvl1pPr marL="0" indent="0">
              <a:buNone/>
              <a:defRPr sz="2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1210109" y="1795468"/>
            <a:ext cx="3201554" cy="2251071"/>
          </a:xfrm>
        </p:spPr>
        <p:txBody>
          <a:bodyPr>
            <a:normAutofit/>
          </a:bodyPr>
          <a:lstStyle>
            <a:lvl1pPr marL="0" indent="0">
              <a:buNone/>
              <a:defRPr sz="20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12" name="Rectangle 11"/>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7" name="Rectangle 16"/>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1648838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5.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p:nvPr>
        </p:nvSpPr>
        <p:spPr>
          <a:xfrm>
            <a:off x="1421883"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6"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TextBox 21"/>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79004576"/>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726.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181158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4915403"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801922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3408155"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6511974"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grpSp>
        <p:nvGrpSpPr>
          <p:cNvPr id="10" name="Group 9"/>
          <p:cNvGrpSpPr/>
          <p:nvPr userDrawn="1"/>
        </p:nvGrpSpPr>
        <p:grpSpPr>
          <a:xfrm>
            <a:off x="11517842" y="273543"/>
            <a:ext cx="461915" cy="413370"/>
            <a:chOff x="23051965" y="547086"/>
            <a:chExt cx="923589" cy="826739"/>
          </a:xfrm>
        </p:grpSpPr>
        <p:sp>
          <p:nvSpPr>
            <p:cNvPr id="11" name="Rectangle 1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9" name="Rectangle 1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20" name="TextBox 1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2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7" name="TextBox 2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2495548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7.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7" name="Picture Placeholder 12"/>
          <p:cNvSpPr>
            <a:spLocks noGrp="1" noChangeAspect="1"/>
          </p:cNvSpPr>
          <p:nvPr>
            <p:ph type="pic" sz="quarter" idx="14"/>
          </p:nvPr>
        </p:nvSpPr>
        <p:spPr>
          <a:xfrm>
            <a:off x="837773" y="2440695"/>
            <a:ext cx="4064678" cy="3824637"/>
          </a:xfrm>
        </p:spPr>
        <p:txBody>
          <a:bodyPr>
            <a:normAutofit/>
          </a:bodyPr>
          <a:lstStyle>
            <a:lvl1pPr>
              <a:defRPr sz="1400"/>
            </a:lvl1pPr>
          </a:lstStyle>
          <a:p>
            <a:endParaRPr lang="en-US" dirty="0"/>
          </a:p>
        </p:txBody>
      </p:sp>
      <p:sp>
        <p:nvSpPr>
          <p:cNvPr id="18" name="Picture Placeholder 12"/>
          <p:cNvSpPr>
            <a:spLocks noGrp="1" noChangeAspect="1"/>
          </p:cNvSpPr>
          <p:nvPr>
            <p:ph type="pic" sz="quarter" idx="15"/>
          </p:nvPr>
        </p:nvSpPr>
        <p:spPr>
          <a:xfrm>
            <a:off x="4898177" y="4353014"/>
            <a:ext cx="2144481" cy="1912319"/>
          </a:xfrm>
        </p:spPr>
        <p:txBody>
          <a:bodyPr>
            <a:normAutofit/>
          </a:bodyPr>
          <a:lstStyle>
            <a:lvl1pPr>
              <a:defRPr sz="1400"/>
            </a:lvl1pPr>
          </a:lstStyle>
          <a:p>
            <a:endParaRPr lang="en-US" dirty="0"/>
          </a:p>
        </p:txBody>
      </p:sp>
      <p:sp>
        <p:nvSpPr>
          <p:cNvPr id="19" name="Picture Placeholder 12"/>
          <p:cNvSpPr>
            <a:spLocks noGrp="1" noChangeAspect="1"/>
          </p:cNvSpPr>
          <p:nvPr>
            <p:ph type="pic" sz="quarter" idx="16"/>
          </p:nvPr>
        </p:nvSpPr>
        <p:spPr>
          <a:xfrm>
            <a:off x="7033110" y="4353014"/>
            <a:ext cx="2144481" cy="1912319"/>
          </a:xfrm>
        </p:spPr>
        <p:txBody>
          <a:bodyPr>
            <a:normAutofit/>
          </a:bodyPr>
          <a:lstStyle>
            <a:lvl1pPr>
              <a:defRPr sz="1400"/>
            </a:lvl1pPr>
          </a:lstStyle>
          <a:p>
            <a:endParaRPr lang="en-US" dirty="0"/>
          </a:p>
        </p:txBody>
      </p:sp>
      <p:sp>
        <p:nvSpPr>
          <p:cNvPr id="20" name="Picture Placeholder 12"/>
          <p:cNvSpPr>
            <a:spLocks noGrp="1" noChangeAspect="1"/>
          </p:cNvSpPr>
          <p:nvPr>
            <p:ph type="pic" sz="quarter" idx="17"/>
          </p:nvPr>
        </p:nvSpPr>
        <p:spPr>
          <a:xfrm>
            <a:off x="9161771" y="4353014"/>
            <a:ext cx="2144481" cy="1912319"/>
          </a:xfrm>
        </p:spPr>
        <p:txBody>
          <a:bodyPr>
            <a:normAutofit/>
          </a:bodyPr>
          <a:lstStyle>
            <a:lvl1pPr>
              <a:defRPr sz="1400"/>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TextBox 2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7805274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28.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noChangeAspect="1"/>
          </p:cNvSpPr>
          <p:nvPr userDrawn="1">
            <p:ph type="pic" sz="quarter" idx="13"/>
          </p:nvPr>
        </p:nvSpPr>
        <p:spPr>
          <a:xfrm>
            <a:off x="4303918" y="2557198"/>
            <a:ext cx="944871" cy="2572187"/>
          </a:xfrm>
        </p:spPr>
        <p:txBody>
          <a:bodyPr>
            <a:normAutofit/>
          </a:bodyPr>
          <a:lstStyle>
            <a:lvl1pPr marL="0" indent="0">
              <a:buNone/>
              <a:defRPr sz="700"/>
            </a:lvl1pPr>
          </a:lstStyle>
          <a:p>
            <a:endParaRPr lang="en-US" dirty="0"/>
          </a:p>
        </p:txBody>
      </p:sp>
      <p:sp>
        <p:nvSpPr>
          <p:cNvPr id="24" name="Picture Placeholder 16"/>
          <p:cNvSpPr>
            <a:spLocks noGrp="1" noChangeAspect="1"/>
          </p:cNvSpPr>
          <p:nvPr userDrawn="1">
            <p:ph type="pic" sz="quarter" idx="14"/>
          </p:nvPr>
        </p:nvSpPr>
        <p:spPr>
          <a:xfrm>
            <a:off x="1165167" y="2550141"/>
            <a:ext cx="896020" cy="2572188"/>
          </a:xfrm>
        </p:spPr>
        <p:txBody>
          <a:bodyPr>
            <a:normAutofit/>
          </a:bodyPr>
          <a:lstStyle>
            <a:lvl1pPr marL="0" indent="0">
              <a:buNone/>
              <a:defRPr sz="700"/>
            </a:lvl1pPr>
          </a:lstStyle>
          <a:p>
            <a:endParaRPr lang="en-US" dirty="0"/>
          </a:p>
        </p:txBody>
      </p:sp>
      <p:sp>
        <p:nvSpPr>
          <p:cNvPr id="25" name="Picture Placeholder 16"/>
          <p:cNvSpPr>
            <a:spLocks noGrp="1" noChangeAspect="1"/>
          </p:cNvSpPr>
          <p:nvPr>
            <p:ph type="pic" sz="quarter" idx="10"/>
          </p:nvPr>
        </p:nvSpPr>
        <p:spPr>
          <a:xfrm>
            <a:off x="2252868" y="2267919"/>
            <a:ext cx="1889744" cy="3369467"/>
          </a:xfrm>
        </p:spPr>
        <p:txBody>
          <a:bodyPr>
            <a:normAutofit/>
          </a:bodyPr>
          <a:lstStyle>
            <a:lvl1pPr marL="0" indent="0">
              <a:buNone/>
              <a:defRPr sz="7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867752259"/>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729.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38" name="Picture Placeholder 16"/>
          <p:cNvSpPr>
            <a:spLocks noGrp="1" noChangeAspect="1"/>
          </p:cNvSpPr>
          <p:nvPr>
            <p:ph type="pic" sz="quarter" idx="13"/>
          </p:nvPr>
        </p:nvSpPr>
        <p:spPr>
          <a:xfrm>
            <a:off x="7036984" y="2394392"/>
            <a:ext cx="1006768" cy="2385050"/>
          </a:xfrm>
        </p:spPr>
        <p:txBody>
          <a:bodyPr>
            <a:normAutofit/>
          </a:bodyPr>
          <a:lstStyle>
            <a:lvl1pPr marL="0" indent="0">
              <a:buNone/>
              <a:defRPr sz="600"/>
            </a:lvl1pPr>
          </a:lstStyle>
          <a:p>
            <a:endParaRPr lang="en-US" dirty="0"/>
          </a:p>
        </p:txBody>
      </p:sp>
      <p:sp>
        <p:nvSpPr>
          <p:cNvPr id="39" name="Picture Placeholder 16"/>
          <p:cNvSpPr>
            <a:spLocks noGrp="1" noChangeAspect="1"/>
          </p:cNvSpPr>
          <p:nvPr>
            <p:ph type="pic" sz="quarter" idx="14"/>
          </p:nvPr>
        </p:nvSpPr>
        <p:spPr>
          <a:xfrm>
            <a:off x="4047873" y="2393726"/>
            <a:ext cx="920404" cy="2385050"/>
          </a:xfrm>
        </p:spPr>
        <p:txBody>
          <a:bodyPr>
            <a:normAutofit/>
          </a:bodyPr>
          <a:lstStyle>
            <a:lvl1pPr marL="0" indent="0">
              <a:buNone/>
              <a:defRPr sz="600"/>
            </a:lvl1pPr>
          </a:lstStyle>
          <a:p>
            <a:endParaRPr lang="en-US" dirty="0"/>
          </a:p>
        </p:txBody>
      </p:sp>
      <p:sp>
        <p:nvSpPr>
          <p:cNvPr id="25" name="Picture Placeholder 16"/>
          <p:cNvSpPr>
            <a:spLocks noGrp="1" noChangeAspect="1"/>
          </p:cNvSpPr>
          <p:nvPr>
            <p:ph type="pic" sz="quarter" idx="10"/>
          </p:nvPr>
        </p:nvSpPr>
        <p:spPr>
          <a:xfrm>
            <a:off x="5140484" y="2174790"/>
            <a:ext cx="1747046" cy="3114540"/>
          </a:xfrm>
        </p:spPr>
        <p:txBody>
          <a:bodyPr>
            <a:normAutofit/>
          </a:bodyPr>
          <a:lstStyle>
            <a:lvl1pPr marL="0" indent="0">
              <a:buNone/>
              <a:defRPr sz="6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TextBox 19"/>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0132060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21368894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1E8EFD42-E924-A542-8529-F0D2C72913FB}"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408196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31631BF2-859C-9E4F-AF50-39F586893525}"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1284876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D8F44912-D096-274E-A8C5-8536297937C4}"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8060561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96F1502-1138-0D42-AEA5-9CA8EEEED09C}"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3407153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ABB53BFB-66C5-0240-8051-D4AE3CBDAD0A}"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753083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385658FA-42F0-1143-8CBE-1F48B3CD7EFA}"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572385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A94EF5D-B541-2441-BFC5-CEF37952DA5C}"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9201587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22730F6-79E2-244B-9477-0CF85F267EA9}"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809049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CECDACE-58C5-F642-BF64-6206E92782BB}"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69707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FC2A7B2-F9BB-4148-AEC3-EE258EC6E59B}"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2144544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57A7A503-B62F-7D4C-BB9D-0C3318402AC4}"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307431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5E1311A1-FD81-EC43-BA4B-FD4B43A39D4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978416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CFB1CE2F-1987-EA44-A569-91033B067BC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640178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A6146AC-16C0-6A46-B874-7F48063F3369}"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278534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4CE69B81-82D5-444A-A050-D5C83D6FB7A6}"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801103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5FAB1E29-2EBA-654C-93D4-3C61BA87DFC0}"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0852029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D197F1FD-8EE4-D74D-9E26-D1257B76C170}"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763634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0310132-8717-3D44-A6E5-7B59156988B0}"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025439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957EA3-B3E3-A041-9C2F-3CFDD7F823F6}"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352385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DD70457-8A02-8E45-B96F-07314CC6750B}"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59560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081876AA-5A88-E04B-A8D4-820C19C029ED}"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320514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4DB87E9B-5363-1244-8E01-E09CC73F9389}"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99437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017946" y="968354"/>
            <a:ext cx="2156108" cy="2156108"/>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57279312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Oval 10"/>
          <p:cNvSpPr/>
          <p:nvPr userDrawn="1"/>
        </p:nvSpPr>
        <p:spPr>
          <a:xfrm>
            <a:off x="11426900" y="6230591"/>
            <a:ext cx="516155" cy="516155"/>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bg1">
                    <a:lumMod val="50000"/>
                  </a:schemeClr>
                </a:solidFill>
              </a:defRPr>
            </a:lvl1pPr>
          </a:lstStyle>
          <a:p>
            <a:fld id="{3FC2BE4D-41C5-4BA7-AAA9-F5DFA07902B2}" type="slidenum">
              <a:rPr lang="en-US" smtClean="0">
                <a:solidFill>
                  <a:prstClr val="white">
                    <a:lumMod val="50000"/>
                  </a:prstClr>
                </a:solidFill>
              </a:rPr>
              <a:pPr/>
              <a:t>‹#›</a:t>
            </a:fld>
            <a:endParaRPr lang="en-US">
              <a:solidFill>
                <a:prstClr val="white">
                  <a:lumMod val="50000"/>
                </a:prstClr>
              </a:solidFill>
            </a:endParaRPr>
          </a:p>
        </p:txBody>
      </p:sp>
      <p:sp>
        <p:nvSpPr>
          <p:cNvPr id="14"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5"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43385819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Full Image ">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3476918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Header Pictur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1999" cy="31089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Title 1"/>
          <p:cNvSpPr>
            <a:spLocks noGrp="1"/>
          </p:cNvSpPr>
          <p:nvPr>
            <p:ph type="title"/>
          </p:nvPr>
        </p:nvSpPr>
        <p:spPr>
          <a:xfrm>
            <a:off x="838200" y="3108960"/>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3953019"/>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1516573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5" name="Picture Placeholder 14"/>
          <p:cNvSpPr>
            <a:spLocks noGrp="1"/>
          </p:cNvSpPr>
          <p:nvPr>
            <p:ph type="pic" sz="quarter" idx="14"/>
          </p:nvPr>
        </p:nvSpPr>
        <p:spPr>
          <a:xfrm>
            <a:off x="978115"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7" name="Footer Placeholder 3"/>
          <p:cNvSpPr>
            <a:spLocks noGrp="1"/>
          </p:cNvSpPr>
          <p:nvPr>
            <p:ph type="ftr" sz="quarter" idx="11"/>
          </p:nvPr>
        </p:nvSpPr>
        <p:spPr>
          <a:xfrm>
            <a:off x="4038600" y="1138845"/>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8" name="Picture Placeholder 14"/>
          <p:cNvSpPr>
            <a:spLocks noGrp="1"/>
          </p:cNvSpPr>
          <p:nvPr>
            <p:ph type="pic" sz="quarter" idx="15"/>
          </p:nvPr>
        </p:nvSpPr>
        <p:spPr>
          <a:xfrm>
            <a:off x="3663902"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4"/>
          <p:cNvSpPr>
            <a:spLocks noGrp="1"/>
          </p:cNvSpPr>
          <p:nvPr>
            <p:ph type="pic" sz="quarter" idx="16"/>
          </p:nvPr>
        </p:nvSpPr>
        <p:spPr>
          <a:xfrm>
            <a:off x="6349689"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0" name="Picture Placeholder 14"/>
          <p:cNvSpPr>
            <a:spLocks noGrp="1"/>
          </p:cNvSpPr>
          <p:nvPr>
            <p:ph type="pic" sz="quarter" idx="17"/>
          </p:nvPr>
        </p:nvSpPr>
        <p:spPr>
          <a:xfrm>
            <a:off x="9035476"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57041709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722313" y="1911350"/>
            <a:ext cx="2371724"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9" name="Picture Placeholder 17"/>
          <p:cNvSpPr>
            <a:spLocks noGrp="1"/>
          </p:cNvSpPr>
          <p:nvPr>
            <p:ph type="pic" sz="quarter" idx="14"/>
          </p:nvPr>
        </p:nvSpPr>
        <p:spPr>
          <a:xfrm>
            <a:off x="3505199"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0" name="Picture Placeholder 17"/>
          <p:cNvSpPr>
            <a:spLocks noGrp="1"/>
          </p:cNvSpPr>
          <p:nvPr>
            <p:ph type="pic" sz="quarter" idx="15"/>
          </p:nvPr>
        </p:nvSpPr>
        <p:spPr>
          <a:xfrm>
            <a:off x="6288087"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1" name="Picture Placeholder 17"/>
          <p:cNvSpPr>
            <a:spLocks noGrp="1"/>
          </p:cNvSpPr>
          <p:nvPr>
            <p:ph type="pic" sz="quarter" idx="16"/>
          </p:nvPr>
        </p:nvSpPr>
        <p:spPr>
          <a:xfrm>
            <a:off x="9070974" y="1911350"/>
            <a:ext cx="2371725"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8"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29"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425260778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1326213" y="1910736"/>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7" name="Picture Placeholder 17"/>
          <p:cNvSpPr>
            <a:spLocks noGrp="1"/>
          </p:cNvSpPr>
          <p:nvPr>
            <p:ph type="pic" sz="quarter" idx="15"/>
          </p:nvPr>
        </p:nvSpPr>
        <p:spPr>
          <a:xfrm>
            <a:off x="4791554" y="1910735"/>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8" name="Picture Placeholder 17"/>
          <p:cNvSpPr>
            <a:spLocks noGrp="1"/>
          </p:cNvSpPr>
          <p:nvPr>
            <p:ph type="pic" sz="quarter" idx="16"/>
          </p:nvPr>
        </p:nvSpPr>
        <p:spPr>
          <a:xfrm>
            <a:off x="8256895" y="1910734"/>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3" name="Oval 12"/>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24905934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989896" y="1888645"/>
            <a:ext cx="2156108" cy="2371719"/>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9"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0"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1" name="Oval 10"/>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24782382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251133629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2039799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Blank number">
    <p:spTree>
      <p:nvGrpSpPr>
        <p:cNvPr id="1" name=""/>
        <p:cNvGrpSpPr/>
        <p:nvPr/>
      </p:nvGrpSpPr>
      <p:grpSpPr>
        <a:xfrm>
          <a:off x="0" y="0"/>
          <a:ext cx="0" cy="0"/>
          <a:chOff x="0" y="0"/>
          <a:chExt cx="0" cy="0"/>
        </a:xfrm>
      </p:grpSpPr>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3" name="Picture Placeholder 2"/>
          <p:cNvSpPr>
            <a:spLocks noGrp="1"/>
          </p:cNvSpPr>
          <p:nvPr>
            <p:ph type="pic" sz="quarter" idx="13"/>
          </p:nvPr>
        </p:nvSpPr>
        <p:spPr>
          <a:xfrm>
            <a:off x="7960660" y="0"/>
            <a:ext cx="423134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727693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689318" y="1806182"/>
            <a:ext cx="5406682" cy="335665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82239288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6096000" y="0"/>
            <a:ext cx="6096000" cy="6857999"/>
          </a:xfrm>
          <a:solidFill>
            <a:schemeClr val="bg1">
              <a:lumMod val="9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itle 1"/>
          <p:cNvSpPr>
            <a:spLocks noGrp="1"/>
          </p:cNvSpPr>
          <p:nvPr>
            <p:ph type="title" hasCustomPrompt="1"/>
          </p:nvPr>
        </p:nvSpPr>
        <p:spPr>
          <a:xfrm>
            <a:off x="570913" y="435463"/>
            <a:ext cx="10515600" cy="915035"/>
          </a:xfrm>
        </p:spPr>
        <p:txBody>
          <a:bodyPr/>
          <a:lstStyle>
            <a:lvl1pPr algn="l">
              <a:defRPr>
                <a:solidFill>
                  <a:schemeClr val="bg1">
                    <a:lumMod val="50000"/>
                  </a:schemeClr>
                </a:solidFill>
              </a:defRPr>
            </a:lvl1pPr>
          </a:lstStyle>
          <a:p>
            <a:r>
              <a:rPr lang="en-US" smtClean="0"/>
              <a:t>Click to edit </a:t>
            </a:r>
            <a:br>
              <a:rPr lang="en-US" smtClean="0"/>
            </a:br>
            <a:endParaRPr lang="en-US"/>
          </a:p>
        </p:txBody>
      </p:sp>
      <p:sp>
        <p:nvSpPr>
          <p:cNvPr id="9" name="Footer Placeholder 3"/>
          <p:cNvSpPr>
            <a:spLocks noGrp="1"/>
          </p:cNvSpPr>
          <p:nvPr>
            <p:ph type="ftr" sz="quarter" idx="11"/>
          </p:nvPr>
        </p:nvSpPr>
        <p:spPr>
          <a:xfrm>
            <a:off x="584981" y="1166978"/>
            <a:ext cx="4114800" cy="365125"/>
          </a:xfrm>
        </p:spPr>
        <p:txBody>
          <a:bodyPr/>
          <a:lstStyle>
            <a:lvl1pPr algn="l">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98984485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BB81AB0-4E62-6147-9EAF-24B84DD3BE75}"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0695686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DE17706-8C13-3F46-BE7F-57F89DCD83F1}"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6798821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40" name="Picture Placeholder 39"/>
          <p:cNvSpPr>
            <a:spLocks noGrp="1"/>
          </p:cNvSpPr>
          <p:nvPr>
            <p:ph type="pic" sz="quarter" idx="10"/>
          </p:nvPr>
        </p:nvSpPr>
        <p:spPr>
          <a:xfrm>
            <a:off x="0" y="4471282"/>
            <a:ext cx="12192000" cy="2386717"/>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07440405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1053888"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2" name="Picture Placeholder 9"/>
          <p:cNvSpPr>
            <a:spLocks noGrp="1"/>
          </p:cNvSpPr>
          <p:nvPr>
            <p:ph type="pic" sz="quarter" idx="14"/>
          </p:nvPr>
        </p:nvSpPr>
        <p:spPr>
          <a:xfrm>
            <a:off x="6190129"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6385099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5" name="Picture Placeholder 14"/>
          <p:cNvSpPr>
            <a:spLocks noGrp="1"/>
          </p:cNvSpPr>
          <p:nvPr>
            <p:ph type="pic" sz="quarter" idx="13"/>
          </p:nvPr>
        </p:nvSpPr>
        <p:spPr>
          <a:xfrm>
            <a:off x="845236" y="1505243"/>
            <a:ext cx="2912013" cy="49377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7" name="Picture Placeholder 16"/>
          <p:cNvSpPr>
            <a:spLocks noGrp="1"/>
          </p:cNvSpPr>
          <p:nvPr>
            <p:ph type="pic" sz="quarter" idx="14"/>
          </p:nvPr>
        </p:nvSpPr>
        <p:spPr>
          <a:xfrm>
            <a:off x="3919618"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8"/>
          <p:cNvSpPr>
            <a:spLocks noGrp="1"/>
          </p:cNvSpPr>
          <p:nvPr>
            <p:ph type="pic" sz="quarter" idx="15"/>
          </p:nvPr>
        </p:nvSpPr>
        <p:spPr>
          <a:xfrm>
            <a:off x="6482312" y="3005887"/>
            <a:ext cx="2160000" cy="215999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1" name="Picture Placeholder 18"/>
          <p:cNvSpPr>
            <a:spLocks noGrp="1"/>
          </p:cNvSpPr>
          <p:nvPr>
            <p:ph type="pic" sz="quarter" idx="16"/>
          </p:nvPr>
        </p:nvSpPr>
        <p:spPr>
          <a:xfrm>
            <a:off x="9045006"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28752523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0"/>
          <p:cNvSpPr>
            <a:spLocks noGrp="1"/>
          </p:cNvSpPr>
          <p:nvPr>
            <p:ph type="pic" sz="quarter" idx="13"/>
          </p:nvPr>
        </p:nvSpPr>
        <p:spPr>
          <a:xfrm>
            <a:off x="4791554"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10"/>
          <p:cNvSpPr>
            <a:spLocks noGrp="1"/>
          </p:cNvSpPr>
          <p:nvPr>
            <p:ph type="pic" sz="quarter" idx="14"/>
          </p:nvPr>
        </p:nvSpPr>
        <p:spPr>
          <a:xfrm>
            <a:off x="1618048"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10"/>
          <p:cNvSpPr>
            <a:spLocks noGrp="1"/>
          </p:cNvSpPr>
          <p:nvPr>
            <p:ph type="pic" sz="quarter" idx="15"/>
          </p:nvPr>
        </p:nvSpPr>
        <p:spPr>
          <a:xfrm>
            <a:off x="7965060"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9162668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15"/>
          </p:nvPr>
        </p:nvSpPr>
        <p:spPr>
          <a:xfrm>
            <a:off x="88333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16"/>
          </p:nvPr>
        </p:nvSpPr>
        <p:spPr>
          <a:xfrm>
            <a:off x="358422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17"/>
          </p:nvPr>
        </p:nvSpPr>
        <p:spPr>
          <a:xfrm>
            <a:off x="898600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18"/>
          </p:nvPr>
        </p:nvSpPr>
        <p:spPr>
          <a:xfrm>
            <a:off x="628511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Picture Placeholder 4"/>
          <p:cNvSpPr>
            <a:spLocks noGrp="1"/>
          </p:cNvSpPr>
          <p:nvPr>
            <p:ph type="pic" sz="quarter" idx="19"/>
          </p:nvPr>
        </p:nvSpPr>
        <p:spPr>
          <a:xfrm>
            <a:off x="88333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5" name="Picture Placeholder 4"/>
          <p:cNvSpPr>
            <a:spLocks noGrp="1"/>
          </p:cNvSpPr>
          <p:nvPr>
            <p:ph type="pic" sz="quarter" idx="20"/>
          </p:nvPr>
        </p:nvSpPr>
        <p:spPr>
          <a:xfrm>
            <a:off x="358422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6" name="Picture Placeholder 4"/>
          <p:cNvSpPr>
            <a:spLocks noGrp="1"/>
          </p:cNvSpPr>
          <p:nvPr>
            <p:ph type="pic" sz="quarter" idx="21"/>
          </p:nvPr>
        </p:nvSpPr>
        <p:spPr>
          <a:xfrm>
            <a:off x="898600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7" name="Picture Placeholder 4"/>
          <p:cNvSpPr>
            <a:spLocks noGrp="1"/>
          </p:cNvSpPr>
          <p:nvPr>
            <p:ph type="pic" sz="quarter" idx="22"/>
          </p:nvPr>
        </p:nvSpPr>
        <p:spPr>
          <a:xfrm>
            <a:off x="628511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199540817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21"/>
          </p:nvPr>
        </p:nvSpPr>
        <p:spPr>
          <a:xfrm>
            <a:off x="855289"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74525895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7109363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6047222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Iphone Mockup">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4506446" y="2407463"/>
            <a:ext cx="1834078" cy="3251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303311936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Imac 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4536633" y="2375893"/>
            <a:ext cx="3077236" cy="201717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55167354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78.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6" name="Picture Placeholder 13"/>
          <p:cNvSpPr>
            <a:spLocks noGrp="1"/>
          </p:cNvSpPr>
          <p:nvPr>
            <p:ph type="pic" sz="quarter" idx="13"/>
          </p:nvPr>
        </p:nvSpPr>
        <p:spPr>
          <a:xfrm>
            <a:off x="6181352" y="2475588"/>
            <a:ext cx="4266826" cy="272849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14385719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preserve="1" userDrawn="1">
  <p:cSld name="Iphone &amp; Ipad">
    <p:spTree>
      <p:nvGrpSpPr>
        <p:cNvPr id="1" name=""/>
        <p:cNvGrpSpPr/>
        <p:nvPr/>
      </p:nvGrpSpPr>
      <p:grpSpPr>
        <a:xfrm>
          <a:off x="0" y="0"/>
          <a:ext cx="0" cy="0"/>
          <a:chOff x="0" y="0"/>
          <a:chExt cx="0" cy="0"/>
        </a:xfrm>
      </p:grpSpPr>
      <p:sp>
        <p:nvSpPr>
          <p:cNvPr id="15" name="Picture Placeholder 13"/>
          <p:cNvSpPr>
            <a:spLocks noGrp="1"/>
          </p:cNvSpPr>
          <p:nvPr>
            <p:ph type="pic" sz="quarter" idx="17"/>
          </p:nvPr>
        </p:nvSpPr>
        <p:spPr>
          <a:xfrm>
            <a:off x="3898301" y="3498029"/>
            <a:ext cx="1057275" cy="187880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13"/>
          <p:cNvSpPr>
            <a:spLocks noGrp="1"/>
          </p:cNvSpPr>
          <p:nvPr>
            <p:ph type="pic" sz="quarter" idx="13"/>
          </p:nvPr>
        </p:nvSpPr>
        <p:spPr>
          <a:xfrm>
            <a:off x="1412875" y="2592251"/>
            <a:ext cx="2128815" cy="2835928"/>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12975104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8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3"/>
          <p:cNvSpPr>
            <a:spLocks noGrp="1"/>
          </p:cNvSpPr>
          <p:nvPr>
            <p:ph type="pic" sz="quarter" idx="13"/>
          </p:nvPr>
        </p:nvSpPr>
        <p:spPr>
          <a:xfrm>
            <a:off x="1317812" y="2191871"/>
            <a:ext cx="1869141" cy="328108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36116542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78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
        <p:nvSpPr>
          <p:cNvPr id="12" name="Picture Placeholder 11"/>
          <p:cNvSpPr>
            <a:spLocks noGrp="1"/>
          </p:cNvSpPr>
          <p:nvPr>
            <p:ph type="pic" sz="quarter" idx="11"/>
          </p:nvPr>
        </p:nvSpPr>
        <p:spPr>
          <a:xfrm>
            <a:off x="1038631" y="1375115"/>
            <a:ext cx="3245441" cy="430927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91687266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017946" y="968354"/>
            <a:ext cx="2156108" cy="2156108"/>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35585770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Oval 10"/>
          <p:cNvSpPr/>
          <p:nvPr userDrawn="1"/>
        </p:nvSpPr>
        <p:spPr>
          <a:xfrm>
            <a:off x="11426900" y="6230591"/>
            <a:ext cx="516155" cy="516155"/>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bg1">
                    <a:lumMod val="50000"/>
                  </a:schemeClr>
                </a:solidFill>
              </a:defRPr>
            </a:lvl1pPr>
          </a:lstStyle>
          <a:p>
            <a:fld id="{3FC2BE4D-41C5-4BA7-AAA9-F5DFA07902B2}" type="slidenum">
              <a:rPr lang="en-US" smtClean="0">
                <a:solidFill>
                  <a:prstClr val="white">
                    <a:lumMod val="50000"/>
                  </a:prstClr>
                </a:solidFill>
              </a:rPr>
              <a:pPr/>
              <a:t>‹#›</a:t>
            </a:fld>
            <a:endParaRPr lang="en-US">
              <a:solidFill>
                <a:prstClr val="white">
                  <a:lumMod val="50000"/>
                </a:prstClr>
              </a:solidFill>
            </a:endParaRPr>
          </a:p>
        </p:txBody>
      </p:sp>
      <p:sp>
        <p:nvSpPr>
          <p:cNvPr id="14"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5"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215976925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Full Image ">
    <p:spTree>
      <p:nvGrpSpPr>
        <p:cNvPr id="1" name=""/>
        <p:cNvGrpSpPr/>
        <p:nvPr/>
      </p:nvGrpSpPr>
      <p:grpSpPr>
        <a:xfrm>
          <a:off x="0" y="0"/>
          <a:ext cx="0" cy="0"/>
          <a:chOff x="0" y="0"/>
          <a:chExt cx="0" cy="0"/>
        </a:xfrm>
      </p:grpSpPr>
      <p:sp>
        <p:nvSpPr>
          <p:cNvPr id="7" name="Picture Placeholder 7"/>
          <p:cNvSpPr>
            <a:spLocks noGrp="1"/>
          </p:cNvSpPr>
          <p:nvPr>
            <p:ph type="pic" sz="quarter" idx="10"/>
          </p:nvPr>
        </p:nvSpPr>
        <p:spPr>
          <a:xfrm>
            <a:off x="0" y="0"/>
            <a:ext cx="1219200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92011375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Header Pictur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1999" cy="31089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3" name="Title 1"/>
          <p:cNvSpPr>
            <a:spLocks noGrp="1"/>
          </p:cNvSpPr>
          <p:nvPr>
            <p:ph type="title"/>
          </p:nvPr>
        </p:nvSpPr>
        <p:spPr>
          <a:xfrm>
            <a:off x="838200" y="3108960"/>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3953019"/>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34055998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5" name="Picture Placeholder 14"/>
          <p:cNvSpPr>
            <a:spLocks noGrp="1"/>
          </p:cNvSpPr>
          <p:nvPr>
            <p:ph type="pic" sz="quarter" idx="14"/>
          </p:nvPr>
        </p:nvSpPr>
        <p:spPr>
          <a:xfrm>
            <a:off x="978115"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7" name="Footer Placeholder 3"/>
          <p:cNvSpPr>
            <a:spLocks noGrp="1"/>
          </p:cNvSpPr>
          <p:nvPr>
            <p:ph type="ftr" sz="quarter" idx="11"/>
          </p:nvPr>
        </p:nvSpPr>
        <p:spPr>
          <a:xfrm>
            <a:off x="4038600" y="1138845"/>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8" name="Picture Placeholder 14"/>
          <p:cNvSpPr>
            <a:spLocks noGrp="1"/>
          </p:cNvSpPr>
          <p:nvPr>
            <p:ph type="pic" sz="quarter" idx="15"/>
          </p:nvPr>
        </p:nvSpPr>
        <p:spPr>
          <a:xfrm>
            <a:off x="3663902"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4"/>
          <p:cNvSpPr>
            <a:spLocks noGrp="1"/>
          </p:cNvSpPr>
          <p:nvPr>
            <p:ph type="pic" sz="quarter" idx="16"/>
          </p:nvPr>
        </p:nvSpPr>
        <p:spPr>
          <a:xfrm>
            <a:off x="6349689"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0" name="Picture Placeholder 14"/>
          <p:cNvSpPr>
            <a:spLocks noGrp="1"/>
          </p:cNvSpPr>
          <p:nvPr>
            <p:ph type="pic" sz="quarter" idx="17"/>
          </p:nvPr>
        </p:nvSpPr>
        <p:spPr>
          <a:xfrm>
            <a:off x="9035476" y="2053880"/>
            <a:ext cx="2142478" cy="2133153"/>
          </a:xfrm>
          <a:prstGeom prst="ellipse">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356311478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722313" y="1911350"/>
            <a:ext cx="2371724"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9" name="Picture Placeholder 17"/>
          <p:cNvSpPr>
            <a:spLocks noGrp="1"/>
          </p:cNvSpPr>
          <p:nvPr>
            <p:ph type="pic" sz="quarter" idx="14"/>
          </p:nvPr>
        </p:nvSpPr>
        <p:spPr>
          <a:xfrm>
            <a:off x="3505199"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0" name="Picture Placeholder 17"/>
          <p:cNvSpPr>
            <a:spLocks noGrp="1"/>
          </p:cNvSpPr>
          <p:nvPr>
            <p:ph type="pic" sz="quarter" idx="15"/>
          </p:nvPr>
        </p:nvSpPr>
        <p:spPr>
          <a:xfrm>
            <a:off x="6288087" y="1911350"/>
            <a:ext cx="2371726"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1" name="Picture Placeholder 17"/>
          <p:cNvSpPr>
            <a:spLocks noGrp="1"/>
          </p:cNvSpPr>
          <p:nvPr>
            <p:ph type="pic" sz="quarter" idx="16"/>
          </p:nvPr>
        </p:nvSpPr>
        <p:spPr>
          <a:xfrm>
            <a:off x="9070974" y="1911350"/>
            <a:ext cx="2371725" cy="2371725"/>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28"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29"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0" name="Oval 9"/>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27458604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1326213" y="1910736"/>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7" name="Picture Placeholder 17"/>
          <p:cNvSpPr>
            <a:spLocks noGrp="1"/>
          </p:cNvSpPr>
          <p:nvPr>
            <p:ph type="pic" sz="quarter" idx="15"/>
          </p:nvPr>
        </p:nvSpPr>
        <p:spPr>
          <a:xfrm>
            <a:off x="4791554" y="1910735"/>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8" name="Picture Placeholder 17"/>
          <p:cNvSpPr>
            <a:spLocks noGrp="1"/>
          </p:cNvSpPr>
          <p:nvPr>
            <p:ph type="pic" sz="quarter" idx="16"/>
          </p:nvPr>
        </p:nvSpPr>
        <p:spPr>
          <a:xfrm>
            <a:off x="8256895" y="1910734"/>
            <a:ext cx="2608891" cy="2608891"/>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1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3" name="Oval 12"/>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25409066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6" name="Picture Placeholder 17"/>
          <p:cNvSpPr>
            <a:spLocks noGrp="1"/>
          </p:cNvSpPr>
          <p:nvPr>
            <p:ph type="pic" sz="quarter" idx="14"/>
          </p:nvPr>
        </p:nvSpPr>
        <p:spPr>
          <a:xfrm>
            <a:off x="989896" y="1888645"/>
            <a:ext cx="2156108" cy="2371719"/>
          </a:xfrm>
          <a:solidFill>
            <a:schemeClr val="bg1">
              <a:lumMod val="95000"/>
            </a:schemeClr>
          </a:solidFill>
        </p:spPr>
        <p:txBody>
          <a:bodyPr>
            <a:normAutofit/>
          </a:bodyPr>
          <a:lstStyle>
            <a:lvl1pPr>
              <a:defRPr sz="1800">
                <a:solidFill>
                  <a:schemeClr val="bg1">
                    <a:lumMod val="50000"/>
                  </a:schemeClr>
                </a:solidFill>
              </a:defRPr>
            </a:lvl1pPr>
          </a:lstStyle>
          <a:p>
            <a:endParaRPr lang="en-US"/>
          </a:p>
        </p:txBody>
      </p:sp>
      <p:sp>
        <p:nvSpPr>
          <p:cNvPr id="9"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0"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1" name="Oval 10"/>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91797271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59659076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9379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Blank number">
    <p:spTree>
      <p:nvGrpSpPr>
        <p:cNvPr id="1" name=""/>
        <p:cNvGrpSpPr/>
        <p:nvPr/>
      </p:nvGrpSpPr>
      <p:grpSpPr>
        <a:xfrm>
          <a:off x="0" y="0"/>
          <a:ext cx="0" cy="0"/>
          <a:chOff x="0" y="0"/>
          <a:chExt cx="0" cy="0"/>
        </a:xfrm>
      </p:grpSpPr>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3" name="Picture Placeholder 2"/>
          <p:cNvSpPr>
            <a:spLocks noGrp="1"/>
          </p:cNvSpPr>
          <p:nvPr>
            <p:ph type="pic" sz="quarter" idx="13"/>
          </p:nvPr>
        </p:nvSpPr>
        <p:spPr>
          <a:xfrm>
            <a:off x="7960660" y="0"/>
            <a:ext cx="4231340" cy="6858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43709893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689318" y="1806182"/>
            <a:ext cx="5406682" cy="335665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1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09609996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6096000" y="0"/>
            <a:ext cx="6096000" cy="6857999"/>
          </a:xfrm>
          <a:solidFill>
            <a:schemeClr val="bg1">
              <a:lumMod val="9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itle 1"/>
          <p:cNvSpPr>
            <a:spLocks noGrp="1"/>
          </p:cNvSpPr>
          <p:nvPr>
            <p:ph type="title" hasCustomPrompt="1"/>
          </p:nvPr>
        </p:nvSpPr>
        <p:spPr>
          <a:xfrm>
            <a:off x="570913" y="435463"/>
            <a:ext cx="10515600" cy="915035"/>
          </a:xfrm>
        </p:spPr>
        <p:txBody>
          <a:bodyPr/>
          <a:lstStyle>
            <a:lvl1pPr algn="l">
              <a:defRPr>
                <a:solidFill>
                  <a:schemeClr val="bg1">
                    <a:lumMod val="50000"/>
                  </a:schemeClr>
                </a:solidFill>
              </a:defRPr>
            </a:lvl1pPr>
          </a:lstStyle>
          <a:p>
            <a:r>
              <a:rPr lang="en-US" smtClean="0"/>
              <a:t>Click to edit </a:t>
            </a:r>
            <a:br>
              <a:rPr lang="en-US" smtClean="0"/>
            </a:br>
            <a:endParaRPr lang="en-US"/>
          </a:p>
        </p:txBody>
      </p:sp>
      <p:sp>
        <p:nvSpPr>
          <p:cNvPr id="9" name="Footer Placeholder 3"/>
          <p:cNvSpPr>
            <a:spLocks noGrp="1"/>
          </p:cNvSpPr>
          <p:nvPr>
            <p:ph type="ftr" sz="quarter" idx="11"/>
          </p:nvPr>
        </p:nvSpPr>
        <p:spPr>
          <a:xfrm>
            <a:off x="584981" y="1166978"/>
            <a:ext cx="4114800" cy="365125"/>
          </a:xfrm>
        </p:spPr>
        <p:txBody>
          <a:bodyPr/>
          <a:lstStyle>
            <a:lvl1pPr algn="l">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319453185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DAA999-11F2-8145-8CED-7E24E3E259C7}"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7079481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84715557-4C4E-6244-BE93-0B2BE19C0E83}" type="datetime1">
              <a:rPr lang="en-US" smtClean="0">
                <a:solidFill>
                  <a:prstClr val="black">
                    <a:tint val="75000"/>
                  </a:prstClr>
                </a:solidFill>
              </a:rPr>
              <a:t>9/22/16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3FC2BE4D-41C5-4BA7-AAA9-F5DFA07902B2}"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5295369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7.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sp>
        <p:nvSpPr>
          <p:cNvPr id="40" name="Picture Placeholder 39"/>
          <p:cNvSpPr>
            <a:spLocks noGrp="1"/>
          </p:cNvSpPr>
          <p:nvPr>
            <p:ph type="pic" sz="quarter" idx="10"/>
          </p:nvPr>
        </p:nvSpPr>
        <p:spPr>
          <a:xfrm>
            <a:off x="0" y="4471282"/>
            <a:ext cx="12192000" cy="2386717"/>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41"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42"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Tree>
    <p:extLst>
      <p:ext uri="{BB962C8B-B14F-4D97-AF65-F5344CB8AC3E}">
        <p14:creationId xmlns:p14="http://schemas.microsoft.com/office/powerpoint/2010/main" val="183338466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1053888"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5"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6"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 name="Oval 6"/>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2" name="Picture Placeholder 9"/>
          <p:cNvSpPr>
            <a:spLocks noGrp="1"/>
          </p:cNvSpPr>
          <p:nvPr>
            <p:ph type="pic" sz="quarter" idx="14"/>
          </p:nvPr>
        </p:nvSpPr>
        <p:spPr>
          <a:xfrm>
            <a:off x="6190129" y="1735865"/>
            <a:ext cx="4935856" cy="2955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08572633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5" name="Picture Placeholder 14"/>
          <p:cNvSpPr>
            <a:spLocks noGrp="1"/>
          </p:cNvSpPr>
          <p:nvPr>
            <p:ph type="pic" sz="quarter" idx="13"/>
          </p:nvPr>
        </p:nvSpPr>
        <p:spPr>
          <a:xfrm>
            <a:off x="845236" y="1505243"/>
            <a:ext cx="2912013" cy="493776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7" name="Picture Placeholder 16"/>
          <p:cNvSpPr>
            <a:spLocks noGrp="1"/>
          </p:cNvSpPr>
          <p:nvPr>
            <p:ph type="pic" sz="quarter" idx="14"/>
          </p:nvPr>
        </p:nvSpPr>
        <p:spPr>
          <a:xfrm>
            <a:off x="3919618"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9" name="Picture Placeholder 18"/>
          <p:cNvSpPr>
            <a:spLocks noGrp="1"/>
          </p:cNvSpPr>
          <p:nvPr>
            <p:ph type="pic" sz="quarter" idx="15"/>
          </p:nvPr>
        </p:nvSpPr>
        <p:spPr>
          <a:xfrm>
            <a:off x="6482312" y="3005887"/>
            <a:ext cx="2160000" cy="2159999"/>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21" name="Picture Placeholder 18"/>
          <p:cNvSpPr>
            <a:spLocks noGrp="1"/>
          </p:cNvSpPr>
          <p:nvPr>
            <p:ph type="pic" sz="quarter" idx="16"/>
          </p:nvPr>
        </p:nvSpPr>
        <p:spPr>
          <a:xfrm>
            <a:off x="9045006" y="3005887"/>
            <a:ext cx="2160000" cy="2160000"/>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00951846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00.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0"/>
          <p:cNvSpPr>
            <a:spLocks noGrp="1"/>
          </p:cNvSpPr>
          <p:nvPr>
            <p:ph type="pic" sz="quarter" idx="13"/>
          </p:nvPr>
        </p:nvSpPr>
        <p:spPr>
          <a:xfrm>
            <a:off x="4791554"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10"/>
          <p:cNvSpPr>
            <a:spLocks noGrp="1"/>
          </p:cNvSpPr>
          <p:nvPr>
            <p:ph type="pic" sz="quarter" idx="14"/>
          </p:nvPr>
        </p:nvSpPr>
        <p:spPr>
          <a:xfrm>
            <a:off x="1618048"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10"/>
          <p:cNvSpPr>
            <a:spLocks noGrp="1"/>
          </p:cNvSpPr>
          <p:nvPr>
            <p:ph type="pic" sz="quarter" idx="15"/>
          </p:nvPr>
        </p:nvSpPr>
        <p:spPr>
          <a:xfrm>
            <a:off x="7965060" y="1922849"/>
            <a:ext cx="2608891" cy="260889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864442121"/>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15"/>
          </p:nvPr>
        </p:nvSpPr>
        <p:spPr>
          <a:xfrm>
            <a:off x="88333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16"/>
          </p:nvPr>
        </p:nvSpPr>
        <p:spPr>
          <a:xfrm>
            <a:off x="358422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17"/>
          </p:nvPr>
        </p:nvSpPr>
        <p:spPr>
          <a:xfrm>
            <a:off x="898600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18"/>
          </p:nvPr>
        </p:nvSpPr>
        <p:spPr>
          <a:xfrm>
            <a:off x="6285113" y="1834888"/>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4" name="Picture Placeholder 4"/>
          <p:cNvSpPr>
            <a:spLocks noGrp="1"/>
          </p:cNvSpPr>
          <p:nvPr>
            <p:ph type="pic" sz="quarter" idx="19"/>
          </p:nvPr>
        </p:nvSpPr>
        <p:spPr>
          <a:xfrm>
            <a:off x="88333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5" name="Picture Placeholder 4"/>
          <p:cNvSpPr>
            <a:spLocks noGrp="1"/>
          </p:cNvSpPr>
          <p:nvPr>
            <p:ph type="pic" sz="quarter" idx="20"/>
          </p:nvPr>
        </p:nvSpPr>
        <p:spPr>
          <a:xfrm>
            <a:off x="358422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6" name="Picture Placeholder 4"/>
          <p:cNvSpPr>
            <a:spLocks noGrp="1"/>
          </p:cNvSpPr>
          <p:nvPr>
            <p:ph type="pic" sz="quarter" idx="21"/>
          </p:nvPr>
        </p:nvSpPr>
        <p:spPr>
          <a:xfrm>
            <a:off x="898600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7" name="Picture Placeholder 4"/>
          <p:cNvSpPr>
            <a:spLocks noGrp="1"/>
          </p:cNvSpPr>
          <p:nvPr>
            <p:ph type="pic" sz="quarter" idx="22"/>
          </p:nvPr>
        </p:nvSpPr>
        <p:spPr>
          <a:xfrm>
            <a:off x="6285113" y="4137234"/>
            <a:ext cx="2331720" cy="1402126"/>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99682916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4"/>
          <p:cNvSpPr>
            <a:spLocks noGrp="1"/>
          </p:cNvSpPr>
          <p:nvPr>
            <p:ph type="pic" sz="quarter" idx="21"/>
          </p:nvPr>
        </p:nvSpPr>
        <p:spPr>
          <a:xfrm>
            <a:off x="855289"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1" name="Picture Placeholder 4"/>
          <p:cNvSpPr>
            <a:spLocks noGrp="1"/>
          </p:cNvSpPr>
          <p:nvPr>
            <p:ph type="pic" sz="quarter" idx="22"/>
          </p:nvPr>
        </p:nvSpPr>
        <p:spPr>
          <a:xfrm>
            <a:off x="3514938"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2" name="Picture Placeholder 4"/>
          <p:cNvSpPr>
            <a:spLocks noGrp="1"/>
          </p:cNvSpPr>
          <p:nvPr>
            <p:ph type="pic" sz="quarter" idx="23"/>
          </p:nvPr>
        </p:nvSpPr>
        <p:spPr>
          <a:xfrm>
            <a:off x="6174587"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
        <p:nvSpPr>
          <p:cNvPr id="13" name="Picture Placeholder 4"/>
          <p:cNvSpPr>
            <a:spLocks noGrp="1"/>
          </p:cNvSpPr>
          <p:nvPr>
            <p:ph type="pic" sz="quarter" idx="24"/>
          </p:nvPr>
        </p:nvSpPr>
        <p:spPr>
          <a:xfrm>
            <a:off x="8834236" y="1969913"/>
            <a:ext cx="2524046" cy="2918174"/>
          </a:xfrm>
          <a:prstGeom prst="rect">
            <a:avLst/>
          </a:prstGeom>
          <a:solidFill>
            <a:schemeClr val="bg1">
              <a:lumMod val="95000"/>
            </a:schemeClr>
          </a:solidFill>
        </p:spPr>
        <p:txBody>
          <a:bodyPr>
            <a:normAutofit/>
          </a:bodyPr>
          <a:lstStyle>
            <a:lvl1pPr marL="0" indent="0">
              <a:buNone/>
              <a:defRPr sz="2000">
                <a:solidFill>
                  <a:schemeClr val="bg1">
                    <a:lumMod val="50000"/>
                  </a:schemeClr>
                </a:solidFill>
              </a:defRPr>
            </a:lvl1pPr>
          </a:lstStyle>
          <a:p>
            <a:endParaRPr lang="en-US" dirty="0"/>
          </a:p>
        </p:txBody>
      </p:sp>
    </p:spTree>
    <p:extLst>
      <p:ext uri="{BB962C8B-B14F-4D97-AF65-F5344CB8AC3E}">
        <p14:creationId xmlns:p14="http://schemas.microsoft.com/office/powerpoint/2010/main" val="225448539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286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1" name="Picture Placeholder 2"/>
          <p:cNvSpPr>
            <a:spLocks noGrp="1"/>
          </p:cNvSpPr>
          <p:nvPr>
            <p:ph type="pic" sz="quarter" idx="20"/>
          </p:nvPr>
        </p:nvSpPr>
        <p:spPr>
          <a:xfrm>
            <a:off x="0"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2" name="Picture Placeholder 2"/>
          <p:cNvSpPr>
            <a:spLocks noGrp="1"/>
          </p:cNvSpPr>
          <p:nvPr>
            <p:ph type="pic" sz="quarter" idx="21"/>
          </p:nvPr>
        </p:nvSpPr>
        <p:spPr>
          <a:xfrm>
            <a:off x="4882896"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3" name="Picture Placeholder 2"/>
          <p:cNvSpPr>
            <a:spLocks noGrp="1"/>
          </p:cNvSpPr>
          <p:nvPr>
            <p:ph type="pic" sz="quarter" idx="22"/>
          </p:nvPr>
        </p:nvSpPr>
        <p:spPr>
          <a:xfrm>
            <a:off x="9765792" y="4572000"/>
            <a:ext cx="2441448" cy="2286000"/>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44837897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6" name="Picture Placeholder 2"/>
          <p:cNvSpPr>
            <a:spLocks noGrp="1"/>
          </p:cNvSpPr>
          <p:nvPr>
            <p:ph type="pic" sz="quarter" idx="15"/>
          </p:nvPr>
        </p:nvSpPr>
        <p:spPr>
          <a:xfrm>
            <a:off x="0" y="0"/>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Picture Placeholder 2"/>
          <p:cNvSpPr>
            <a:spLocks noGrp="1"/>
          </p:cNvSpPr>
          <p:nvPr>
            <p:ph type="pic" sz="quarter" idx="16"/>
          </p:nvPr>
        </p:nvSpPr>
        <p:spPr>
          <a:xfrm>
            <a:off x="2441448"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8" name="Picture Placeholder 2"/>
          <p:cNvSpPr>
            <a:spLocks noGrp="1"/>
          </p:cNvSpPr>
          <p:nvPr>
            <p:ph type="pic" sz="quarter" idx="17"/>
          </p:nvPr>
        </p:nvSpPr>
        <p:spPr>
          <a:xfrm>
            <a:off x="4882896"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9" name="Picture Placeholder 2"/>
          <p:cNvSpPr>
            <a:spLocks noGrp="1"/>
          </p:cNvSpPr>
          <p:nvPr>
            <p:ph type="pic" sz="quarter" idx="18"/>
          </p:nvPr>
        </p:nvSpPr>
        <p:spPr>
          <a:xfrm>
            <a:off x="7324344" y="2391262"/>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10" name="Picture Placeholder 2"/>
          <p:cNvSpPr>
            <a:spLocks noGrp="1"/>
          </p:cNvSpPr>
          <p:nvPr>
            <p:ph type="pic" sz="quarter" idx="19"/>
          </p:nvPr>
        </p:nvSpPr>
        <p:spPr>
          <a:xfrm>
            <a:off x="9765792" y="-1"/>
            <a:ext cx="2441448" cy="2391263"/>
          </a:xfrm>
          <a:prstGeom prst="rect">
            <a:avLst/>
          </a:prstGeo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270130523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5.xml><?xml version="1.0" encoding="utf-8"?>
<p:sldLayout xmlns:a="http://schemas.openxmlformats.org/drawingml/2006/main" xmlns:r="http://schemas.openxmlformats.org/officeDocument/2006/relationships" xmlns:p="http://schemas.openxmlformats.org/presentationml/2006/main" preserve="1" userDrawn="1">
  <p:cSld name="Iphone Mockup">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4506446" y="2407463"/>
            <a:ext cx="1834078" cy="3251485"/>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195018473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06.xml><?xml version="1.0" encoding="utf-8"?>
<p:sldLayout xmlns:a="http://schemas.openxmlformats.org/drawingml/2006/main" xmlns:r="http://schemas.openxmlformats.org/officeDocument/2006/relationships" xmlns:p="http://schemas.openxmlformats.org/presentationml/2006/main" preserve="1" userDrawn="1">
  <p:cSld name="Imac 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4536633" y="2375893"/>
            <a:ext cx="3077236" cy="201717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Tree>
    <p:extLst>
      <p:ext uri="{BB962C8B-B14F-4D97-AF65-F5344CB8AC3E}">
        <p14:creationId xmlns:p14="http://schemas.microsoft.com/office/powerpoint/2010/main" val="55298050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07.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6" name="Picture Placeholder 13"/>
          <p:cNvSpPr>
            <a:spLocks noGrp="1"/>
          </p:cNvSpPr>
          <p:nvPr>
            <p:ph type="pic" sz="quarter" idx="13"/>
          </p:nvPr>
        </p:nvSpPr>
        <p:spPr>
          <a:xfrm>
            <a:off x="6181352" y="2475588"/>
            <a:ext cx="4266826" cy="272849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89277010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08.xml><?xml version="1.0" encoding="utf-8"?>
<p:sldLayout xmlns:a="http://schemas.openxmlformats.org/drawingml/2006/main" xmlns:r="http://schemas.openxmlformats.org/officeDocument/2006/relationships" xmlns:p="http://schemas.openxmlformats.org/presentationml/2006/main" preserve="1" userDrawn="1">
  <p:cSld name="Iphone &amp; Ipad">
    <p:spTree>
      <p:nvGrpSpPr>
        <p:cNvPr id="1" name=""/>
        <p:cNvGrpSpPr/>
        <p:nvPr/>
      </p:nvGrpSpPr>
      <p:grpSpPr>
        <a:xfrm>
          <a:off x="0" y="0"/>
          <a:ext cx="0" cy="0"/>
          <a:chOff x="0" y="0"/>
          <a:chExt cx="0" cy="0"/>
        </a:xfrm>
      </p:grpSpPr>
      <p:sp>
        <p:nvSpPr>
          <p:cNvPr id="15" name="Picture Placeholder 13"/>
          <p:cNvSpPr>
            <a:spLocks noGrp="1"/>
          </p:cNvSpPr>
          <p:nvPr>
            <p:ph type="pic" sz="quarter" idx="17"/>
          </p:nvPr>
        </p:nvSpPr>
        <p:spPr>
          <a:xfrm>
            <a:off x="3898301" y="3498029"/>
            <a:ext cx="1057275" cy="1878806"/>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
        <p:nvSpPr>
          <p:cNvPr id="6"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7"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8" name="Oval 7"/>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9"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0" name="Picture Placeholder 13"/>
          <p:cNvSpPr>
            <a:spLocks noGrp="1"/>
          </p:cNvSpPr>
          <p:nvPr>
            <p:ph type="pic" sz="quarter" idx="13"/>
          </p:nvPr>
        </p:nvSpPr>
        <p:spPr>
          <a:xfrm>
            <a:off x="1412875" y="2592251"/>
            <a:ext cx="2128815" cy="2835928"/>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102821001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7" name="Title 1"/>
          <p:cNvSpPr>
            <a:spLocks noGrp="1"/>
          </p:cNvSpPr>
          <p:nvPr>
            <p:ph type="title"/>
          </p:nvPr>
        </p:nvSpPr>
        <p:spPr>
          <a:xfrm>
            <a:off x="838200" y="294786"/>
            <a:ext cx="10515600" cy="915035"/>
          </a:xfrm>
        </p:spPr>
        <p:txBody>
          <a:bodyPr/>
          <a:lstStyle>
            <a:lvl1pPr algn="ctr">
              <a:defRPr>
                <a:solidFill>
                  <a:schemeClr val="bg1">
                    <a:lumMod val="50000"/>
                  </a:schemeClr>
                </a:solidFill>
              </a:defRPr>
            </a:lvl1pPr>
          </a:lstStyle>
          <a:p>
            <a:r>
              <a:rPr lang="en-US" smtClean="0"/>
              <a:t>Click to edit Master title style</a:t>
            </a:r>
            <a:endParaRPr lang="en-US"/>
          </a:p>
        </p:txBody>
      </p:sp>
      <p:sp>
        <p:nvSpPr>
          <p:cNvPr id="8" name="Footer Placeholder 3"/>
          <p:cNvSpPr>
            <a:spLocks noGrp="1"/>
          </p:cNvSpPr>
          <p:nvPr>
            <p:ph type="ftr" sz="quarter" idx="11"/>
          </p:nvPr>
        </p:nvSpPr>
        <p:spPr>
          <a:xfrm>
            <a:off x="4038600" y="1026301"/>
            <a:ext cx="4114800" cy="365125"/>
          </a:xfrm>
        </p:spPr>
        <p:txBody>
          <a:bodyPr/>
          <a:lstStyle>
            <a:lvl1pPr>
              <a:defRPr sz="1600"/>
            </a:lvl1p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9" name="Oval 8"/>
          <p:cNvSpPr/>
          <p:nvPr userDrawn="1"/>
        </p:nvSpPr>
        <p:spPr>
          <a:xfrm>
            <a:off x="11426900" y="6230591"/>
            <a:ext cx="516155" cy="516155"/>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Slide Number Placeholder 4"/>
          <p:cNvSpPr>
            <a:spLocks noGrp="1"/>
          </p:cNvSpPr>
          <p:nvPr>
            <p:ph type="sldNum" sz="quarter" idx="12"/>
          </p:nvPr>
        </p:nvSpPr>
        <p:spPr>
          <a:xfrm>
            <a:off x="11177954" y="6306105"/>
            <a:ext cx="1014046" cy="365125"/>
          </a:xfrm>
        </p:spPr>
        <p:txBody>
          <a:bodyPr/>
          <a:lstStyle>
            <a:lvl1pPr algn="ctr">
              <a:defRPr sz="1800" b="1">
                <a:solidFill>
                  <a:schemeClr val="accent2"/>
                </a:solidFill>
              </a:defRPr>
            </a:lvl1pPr>
          </a:lstStyle>
          <a:p>
            <a:fld id="{3FC2BE4D-41C5-4BA7-AAA9-F5DFA07902B2}" type="slidenum">
              <a:rPr lang="en-US" smtClean="0">
                <a:solidFill>
                  <a:srgbClr val="00B993"/>
                </a:solidFill>
              </a:rPr>
              <a:pPr/>
              <a:t>‹#›</a:t>
            </a:fld>
            <a:endParaRPr lang="en-US">
              <a:solidFill>
                <a:srgbClr val="00B993"/>
              </a:solidFill>
            </a:endParaRPr>
          </a:p>
        </p:txBody>
      </p:sp>
      <p:sp>
        <p:nvSpPr>
          <p:cNvPr id="11" name="Picture Placeholder 13"/>
          <p:cNvSpPr>
            <a:spLocks noGrp="1"/>
          </p:cNvSpPr>
          <p:nvPr>
            <p:ph type="pic" sz="quarter" idx="13"/>
          </p:nvPr>
        </p:nvSpPr>
        <p:spPr>
          <a:xfrm>
            <a:off x="1317812" y="2191871"/>
            <a:ext cx="1869141" cy="3281081"/>
          </a:xfrm>
          <a:solidFill>
            <a:schemeClr val="bg1">
              <a:lumMod val="95000"/>
            </a:schemeClr>
          </a:solidFill>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306496459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p:spPr>
        <p:txBody>
          <a:bodyPr>
            <a:normAutofit/>
          </a:bodyPr>
          <a:lstStyle>
            <a:lvl1pPr>
              <a:defRPr sz="2000">
                <a:solidFill>
                  <a:schemeClr val="bg1">
                    <a:lumMod val="50000"/>
                  </a:schemeClr>
                </a:solidFill>
              </a:defRPr>
            </a:lvl1pPr>
          </a:lstStyle>
          <a:p>
            <a:endParaRPr lang="en-US"/>
          </a:p>
        </p:txBody>
      </p:sp>
      <p:sp>
        <p:nvSpPr>
          <p:cNvPr id="12" name="Picture Placeholder 11"/>
          <p:cNvSpPr>
            <a:spLocks noGrp="1"/>
          </p:cNvSpPr>
          <p:nvPr>
            <p:ph type="pic" sz="quarter" idx="11"/>
          </p:nvPr>
        </p:nvSpPr>
        <p:spPr>
          <a:xfrm>
            <a:off x="1038631" y="1375115"/>
            <a:ext cx="3245441" cy="4309270"/>
          </a:xfrm>
        </p:spPr>
        <p:txBody>
          <a:bodyPr>
            <a:normAutofit/>
          </a:bodyPr>
          <a:lstStyle>
            <a:lvl1pPr>
              <a:defRPr sz="2000">
                <a:solidFill>
                  <a:schemeClr val="bg1">
                    <a:lumMod val="50000"/>
                  </a:schemeClr>
                </a:solidFill>
              </a:defRPr>
            </a:lvl1pPr>
          </a:lstStyle>
          <a:p>
            <a:endParaRPr lang="en-US"/>
          </a:p>
        </p:txBody>
      </p:sp>
    </p:spTree>
    <p:extLst>
      <p:ext uri="{BB962C8B-B14F-4D97-AF65-F5344CB8AC3E}">
        <p14:creationId xmlns:p14="http://schemas.microsoft.com/office/powerpoint/2010/main" val="49014219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4AECC449-F6F3-AE4F-BC4F-19B8471A88DB}"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122802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96B48F7-1170-734A-B770-E15A121E4504}"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246274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188AE35-A592-4A48-91A2-187CE92BE2A6}"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682973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2FFB90B1-2725-BE47-BB51-63D1B67515FD}"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293015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11CAE49-582F-8245-B6B4-300B8D0AFA9A}"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9381822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F16B73E6-E87F-704D-8E93-EF6D7C84F11E}"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323010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9F52BBC-7A1A-B34B-9F79-430A0125239A}"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0841198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03D434F-E006-4448-A59A-044608C99ECF}"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740176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0A1F57E-12EA-4448-9FE8-D11B1AF5ADCD}"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0531840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1ABE5955-BBE2-AD4C-A134-C62DD1D13470}"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1127934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34479218-E9FA-934C-B7F7-F5D931B9B022}"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0740462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2BA61AE6-9FA2-C648-ABC0-D6CAC7B89F75}"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553341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3934005F-1CA2-214E-A274-466CB0E5707D}"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959665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D6EE2448-EDDE-8B47-A85E-81D2DF101930}"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712033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470579F8-0F35-AF4B-AE5D-A1B75F573762}"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374664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5F4C9EA5-95E9-0F41-9AB3-AE4C0C35AA64}"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602536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695E945E-8811-DE41-B199-FD83950E019A}"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414462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57B6D83-1F06-2E46-8E60-FB980FDB7B98}"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8500386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06935AC-F0D2-7A4E-A4FE-4BB9C1F74042}"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050276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3E883AE-AF0D-7041-856A-336BC4FD20DE}"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40070392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53DA2FA-A25D-BA47-8575-6E7DB340A28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5045605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44AB3E9-99C2-E044-B544-FF1AEA4A60B0}"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5766238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A07D6918-37A1-BF48-835D-BE38FC3D0803}"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0353743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278CADBD-1EE3-3340-9493-7B623220006F}"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38363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0D12E1A-A7F5-7E43-9933-F14D3DCA0C36}"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254740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E43B0DE6-33CC-D041-A8E6-D70D4046F922}"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9491039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CEF27A2F-300E-3B41-A826-718D712BE5F9}"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107860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B22529F3-F670-3D42-B33B-EF7029D35B2C}"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557815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5B311F9-8643-B141-AEBC-72BDF062EC12}"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533354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B477BAC-F08F-F048-8410-D5470EEDAB00}"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1400549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2573D0-6E58-FC46-B0F2-BDD3CBA63EBA}"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360726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657633F2-9571-0943-9E3C-470D6CB74842}"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2449730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EF136D10-1969-9F41-BAAD-478E7561E017}"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6060245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Tree>
    <p:extLst>
      <p:ext uri="{BB962C8B-B14F-4D97-AF65-F5344CB8AC3E}">
        <p14:creationId xmlns:p14="http://schemas.microsoft.com/office/powerpoint/2010/main" val="17410332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grpSp>
        <p:nvGrpSpPr>
          <p:cNvPr id="26" name="Group 25"/>
          <p:cNvGrpSpPr/>
          <p:nvPr userDrawn="1"/>
        </p:nvGrpSpPr>
        <p:grpSpPr>
          <a:xfrm>
            <a:off x="11517842" y="273543"/>
            <a:ext cx="461915" cy="413370"/>
            <a:chOff x="23051965" y="547086"/>
            <a:chExt cx="923589" cy="826739"/>
          </a:xfrm>
        </p:grpSpPr>
        <p:sp>
          <p:nvSpPr>
            <p:cNvPr id="27" name="Rectangle 2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8" name="Rectangle 2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29" name="Rectangle 2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30" name="TextBox 2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3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35" name="TextBox 3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623657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4" name="Group 3"/>
          <p:cNvGrpSpPr/>
          <p:nvPr userDrawn="1"/>
        </p:nvGrpSpPr>
        <p:grpSpPr>
          <a:xfrm>
            <a:off x="11517842" y="273543"/>
            <a:ext cx="461915" cy="413370"/>
            <a:chOff x="23051965" y="547086"/>
            <a:chExt cx="923589" cy="826739"/>
          </a:xfrm>
        </p:grpSpPr>
        <p:sp>
          <p:nvSpPr>
            <p:cNvPr id="5" name="Rectangle 4"/>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Tree>
    <p:extLst>
      <p:ext uri="{BB962C8B-B14F-4D97-AF65-F5344CB8AC3E}">
        <p14:creationId xmlns:p14="http://schemas.microsoft.com/office/powerpoint/2010/main" val="29526121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794113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339576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1588"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509477772"/>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3" name="Picture Placeholder 9"/>
          <p:cNvSpPr>
            <a:spLocks noGrp="1" noChangeAspect="1"/>
          </p:cNvSpPr>
          <p:nvPr>
            <p:ph type="pic" sz="quarter" idx="11"/>
          </p:nvPr>
        </p:nvSpPr>
        <p:spPr>
          <a:xfrm>
            <a:off x="6711772" y="1876518"/>
            <a:ext cx="4339462" cy="2491082"/>
          </a:xfrm>
        </p:spPr>
        <p:txBody>
          <a:bodyPr>
            <a:normAutofit/>
          </a:bodyPr>
          <a:lstStyle>
            <a:lvl1pPr marL="0" indent="0">
              <a:buNone/>
              <a:defRPr sz="1000">
                <a:solidFill>
                  <a:schemeClr val="tx1">
                    <a:lumMod val="50000"/>
                    <a:lumOff val="50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58580790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23" name="Picture Placeholder 22"/>
          <p:cNvSpPr>
            <a:spLocks noGrp="1" noChangeAspect="1"/>
          </p:cNvSpPr>
          <p:nvPr>
            <p:ph type="pic" sz="quarter" idx="15"/>
          </p:nvPr>
        </p:nvSpPr>
        <p:spPr>
          <a:xfrm>
            <a:off x="5029200" y="1260656"/>
            <a:ext cx="2133600" cy="2133600"/>
          </a:xfrm>
          <a:prstGeom prst="ellipse">
            <a:avLst/>
          </a:prstGeom>
        </p:spPr>
        <p:txBody>
          <a:bodyPr>
            <a:normAutofit/>
          </a:bodyPr>
          <a:lstStyle>
            <a:lvl1pPr marL="0" indent="0">
              <a:buNone/>
              <a:defRPr sz="1600"/>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1" name="TextBox 10"/>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2"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3"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1797668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52.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12192000" cy="6858000"/>
          </a:xfrm>
        </p:spPr>
        <p:txBody>
          <a:bodyPr>
            <a:normAutofit/>
          </a:bodyPr>
          <a:lstStyle>
            <a:lvl1pPr marL="0" indent="0">
              <a:buNone/>
              <a:defRPr sz="1600">
                <a:solidFill>
                  <a:schemeClr val="bg2"/>
                </a:solidFill>
              </a:defRPr>
            </a:lvl1pPr>
          </a:lstStyle>
          <a:p>
            <a:endParaRPr lang="en-US" dirty="0"/>
          </a:p>
        </p:txBody>
      </p:sp>
    </p:spTree>
    <p:extLst>
      <p:ext uri="{BB962C8B-B14F-4D97-AF65-F5344CB8AC3E}">
        <p14:creationId xmlns:p14="http://schemas.microsoft.com/office/powerpoint/2010/main" val="3178092633"/>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1290292"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3896747"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6549859"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9135071" y="2132954"/>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4" name="Rectangle 13"/>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5" name="Rectangle 14"/>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6" name="TextBox 15"/>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7"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TextBox 2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0352187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2" y="1"/>
            <a:ext cx="2438746" cy="1980871"/>
          </a:xfrm>
        </p:spPr>
        <p:txBody>
          <a:bodyPr>
            <a:normAutofit/>
          </a:bodyPr>
          <a:lstStyle>
            <a:lvl1pPr marL="0" indent="0">
              <a:buNone/>
              <a:defRPr sz="2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2438749" y="1982087"/>
            <a:ext cx="2438746" cy="1980871"/>
          </a:xfrm>
        </p:spPr>
        <p:txBody>
          <a:bodyPr>
            <a:normAutofit/>
          </a:bodyPr>
          <a:lstStyle>
            <a:lvl1pPr marL="0" indent="0">
              <a:buNone/>
              <a:defRPr sz="2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4871863" y="-607"/>
            <a:ext cx="2438746" cy="1980871"/>
          </a:xfrm>
        </p:spPr>
        <p:txBody>
          <a:bodyPr>
            <a:normAutofit/>
          </a:bodyPr>
          <a:lstStyle>
            <a:lvl1pPr marL="0" indent="0">
              <a:buNone/>
              <a:defRPr sz="2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7321753" y="1982694"/>
            <a:ext cx="2539935" cy="1980871"/>
          </a:xfrm>
        </p:spPr>
        <p:txBody>
          <a:bodyPr>
            <a:normAutofit/>
          </a:bodyPr>
          <a:lstStyle>
            <a:lvl1pPr marL="0" indent="0">
              <a:buNone/>
              <a:defRPr sz="2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9742111" y="1216"/>
            <a:ext cx="2449889" cy="1980871"/>
          </a:xfrm>
        </p:spPr>
        <p:txBody>
          <a:bodyPr>
            <a:normAutofit/>
          </a:bodyPr>
          <a:lstStyle>
            <a:lvl1pPr marL="0" indent="0">
              <a:buNone/>
              <a:defRPr sz="2000">
                <a:solidFill>
                  <a:schemeClr val="accent1"/>
                </a:solidFill>
              </a:defRPr>
            </a:lvl1pPr>
          </a:lstStyle>
          <a:p>
            <a:endParaRPr lang="id-ID"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6905567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TextBox 13"/>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4110077888"/>
      </p:ext>
    </p:extLst>
  </p:cSld>
  <p:clrMapOvr>
    <a:masterClrMapping/>
  </p:clrMapOvr>
  <p:transition/>
  <p:timing>
    <p:tnLst>
      <p:par>
        <p:cT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9" name="Picture Placeholder 8"/>
          <p:cNvSpPr>
            <a:spLocks noGrp="1" noChangeAspect="1"/>
          </p:cNvSpPr>
          <p:nvPr>
            <p:ph type="pic" sz="quarter" idx="10"/>
          </p:nvPr>
        </p:nvSpPr>
        <p:spPr>
          <a:xfrm>
            <a:off x="0" y="1520483"/>
            <a:ext cx="12192000" cy="2838449"/>
          </a:xfrm>
        </p:spPr>
        <p:txBody>
          <a:bodyPr>
            <a:normAutofit/>
          </a:bodyPr>
          <a:lstStyle>
            <a:lvl1pPr marL="0" indent="0">
              <a:buNone/>
              <a:defRPr sz="2100">
                <a:solidFill>
                  <a:schemeClr val="bg1">
                    <a:lumMod val="7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370135379"/>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5954186" cy="6858000"/>
          </a:xfrm>
        </p:spPr>
        <p:txBody>
          <a:bodyPr>
            <a:normAutofit/>
          </a:bodyPr>
          <a:lstStyle>
            <a:lvl1pPr marL="0" indent="0">
              <a:buNone/>
              <a:defRPr sz="1600">
                <a:latin typeface="Raleway Light"/>
                <a:cs typeface="Raleway Light"/>
              </a:defRPr>
            </a:lvl1pPr>
          </a:lstStyle>
          <a:p>
            <a:endParaRPr lang="id-ID" dirty="0"/>
          </a:p>
        </p:txBody>
      </p:sp>
      <p:grpSp>
        <p:nvGrpSpPr>
          <p:cNvPr id="5" name="Group 4"/>
          <p:cNvGrpSpPr/>
          <p:nvPr userDrawn="1"/>
        </p:nvGrpSpPr>
        <p:grpSpPr>
          <a:xfrm>
            <a:off x="11517842" y="273543"/>
            <a:ext cx="461915" cy="413370"/>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7" name="Rectangle 6"/>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9" name="TextBox 8"/>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Tree>
    <p:extLst>
      <p:ext uri="{BB962C8B-B14F-4D97-AF65-F5344CB8AC3E}">
        <p14:creationId xmlns:p14="http://schemas.microsoft.com/office/powerpoint/2010/main" val="15338522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58.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3" y="-1"/>
            <a:ext cx="12192001" cy="3230218"/>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997398" y="1188270"/>
            <a:ext cx="752671" cy="213995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3573307" y="1188270"/>
            <a:ext cx="803171" cy="21336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1903613" y="966020"/>
            <a:ext cx="1558227" cy="2755900"/>
          </a:xfrm>
        </p:spPr>
        <p:txBody>
          <a:bodyPr rtlCol="0">
            <a:normAutofit/>
          </a:bodyPr>
          <a:lstStyle>
            <a:lvl1pPr marL="0" indent="0">
              <a:buNone/>
              <a:defRPr sz="1000">
                <a:latin typeface="Raleway Light"/>
                <a:cs typeface="Raleway Light"/>
              </a:defRPr>
            </a:lvl1pPr>
          </a:lstStyle>
          <a:p>
            <a:pPr lvl="0"/>
            <a:endParaRPr lang="en-US" noProof="0" dirty="0"/>
          </a:p>
        </p:txBody>
      </p:sp>
      <p:sp>
        <p:nvSpPr>
          <p:cNvPr id="13"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TextBox 1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780606079"/>
      </p:ext>
    </p:extLst>
  </p:cSld>
  <p:clrMapOvr>
    <a:masterClrMapping/>
  </p:clrMapOvr>
  <p:transition/>
  <p:timing>
    <p:tnLst>
      <p:par>
        <p:cTn id="1" dur="indefinite" restart="never" nodeType="tmRoot"/>
      </p:par>
    </p:tnLst>
  </p:timing>
</p:sldLayout>
</file>

<file path=ppt/slideLayouts/slideLayout859.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988484" y="1821007"/>
            <a:ext cx="1822449" cy="1824566"/>
          </a:xfrm>
        </p:spPr>
        <p:txBody>
          <a:bodyPr>
            <a:normAutofit/>
          </a:bodyPr>
          <a:lstStyle>
            <a:lvl1pPr marL="0" indent="0">
              <a:buNone/>
              <a:defRPr sz="1600">
                <a:solidFill>
                  <a:schemeClr val="bg1"/>
                </a:solidFill>
                <a:latin typeface="Lato Light"/>
                <a:cs typeface="Lato Light"/>
              </a:defRPr>
            </a:lvl1pPr>
          </a:lstStyle>
          <a:p>
            <a:endParaRPr lang="id-ID"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0096600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0.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5" name="Picture Placeholder 14"/>
          <p:cNvSpPr>
            <a:spLocks noGrp="1" noChangeAspect="1"/>
          </p:cNvSpPr>
          <p:nvPr>
            <p:ph type="pic" sz="quarter" idx="10"/>
          </p:nvPr>
        </p:nvSpPr>
        <p:spPr>
          <a:xfrm>
            <a:off x="1198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4500564" y="1779589"/>
            <a:ext cx="3206751" cy="3138488"/>
          </a:xfrm>
        </p:spPr>
        <p:txBody>
          <a:bodyPr>
            <a:normAutofit/>
          </a:bodyPr>
          <a:lstStyle>
            <a:lvl1pPr marL="0" indent="0">
              <a:buNone/>
              <a:defRPr sz="16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7815264" y="1784351"/>
            <a:ext cx="3206751" cy="3138488"/>
          </a:xfrm>
        </p:spPr>
        <p:txBody>
          <a:bodyPr>
            <a:normAutofit/>
          </a:bodyPr>
          <a:lstStyle>
            <a:lvl1pPr marL="0" indent="0">
              <a:buNone/>
              <a:defRPr sz="16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7674859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1.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255589" y="1692238"/>
            <a:ext cx="4030217" cy="3977969"/>
          </a:xfrm>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6" name="Group 5"/>
          <p:cNvGrpSpPr/>
          <p:nvPr userDrawn="1"/>
        </p:nvGrpSpPr>
        <p:grpSpPr>
          <a:xfrm>
            <a:off x="11517842" y="273543"/>
            <a:ext cx="461915" cy="413370"/>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0" name="TextBox 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TextBox 18"/>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671469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2.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4500563" y="1779589"/>
            <a:ext cx="3194049" cy="2266950"/>
          </a:xfrm>
        </p:spPr>
        <p:txBody>
          <a:bodyPr>
            <a:normAutofit/>
          </a:bodyPr>
          <a:lstStyle>
            <a:lvl1pPr marL="0" indent="0">
              <a:buNone/>
              <a:defRPr sz="2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7808913" y="1779589"/>
            <a:ext cx="3216275" cy="2266950"/>
          </a:xfrm>
        </p:spPr>
        <p:txBody>
          <a:bodyPr>
            <a:normAutofit/>
          </a:bodyPr>
          <a:lstStyle>
            <a:lvl1pPr marL="0" indent="0">
              <a:buNone/>
              <a:defRPr sz="2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1210109" y="1795468"/>
            <a:ext cx="3201554" cy="2251071"/>
          </a:xfrm>
        </p:spPr>
        <p:txBody>
          <a:bodyPr>
            <a:normAutofit/>
          </a:bodyPr>
          <a:lstStyle>
            <a:lvl1pPr marL="0" indent="0">
              <a:buNone/>
              <a:defRPr sz="2000">
                <a:solidFill>
                  <a:schemeClr val="accent1"/>
                </a:solidFill>
              </a:defRPr>
            </a:lvl1pPr>
          </a:lstStyle>
          <a:p>
            <a:endParaRPr lang="id-ID" dirty="0"/>
          </a:p>
        </p:txBody>
      </p:sp>
      <p:grpSp>
        <p:nvGrpSpPr>
          <p:cNvPr id="8" name="Group 7"/>
          <p:cNvGrpSpPr/>
          <p:nvPr userDrawn="1"/>
        </p:nvGrpSpPr>
        <p:grpSpPr>
          <a:xfrm>
            <a:off x="11517842" y="273543"/>
            <a:ext cx="461915" cy="413370"/>
            <a:chOff x="23051965" y="547086"/>
            <a:chExt cx="923589" cy="826739"/>
          </a:xfrm>
        </p:grpSpPr>
        <p:sp>
          <p:nvSpPr>
            <p:cNvPr id="12" name="Rectangle 11"/>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7" name="Rectangle 16"/>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8" name="TextBox 17"/>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9"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TextBox 22"/>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34631989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3.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p:nvPr>
        </p:nvSpPr>
        <p:spPr>
          <a:xfrm>
            <a:off x="1421883"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6113147" y="1647680"/>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1421883"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6113147" y="3961488"/>
            <a:ext cx="2317410" cy="2315293"/>
          </a:xfrm>
          <a:ln>
            <a:noFill/>
          </a:ln>
          <a:effectLst/>
        </p:spPr>
        <p:txBody>
          <a:bodyPr>
            <a:normAutofit/>
          </a:bodyPr>
          <a:lstStyle>
            <a:lvl1pPr marL="0" indent="0">
              <a:buNone/>
              <a:defRPr sz="2100">
                <a:ln>
                  <a:noFill/>
                </a:ln>
                <a:solidFill>
                  <a:schemeClr val="bg1">
                    <a:lumMod val="85000"/>
                  </a:schemeClr>
                </a:solidFill>
              </a:defRPr>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5" name="TextBox 14"/>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6"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1"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TextBox 21"/>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916282130"/>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864.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181158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4915403"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8019222" y="1723565"/>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3408155"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6511974" y="3836202"/>
            <a:ext cx="2357967" cy="2355851"/>
          </a:xfrm>
          <a:prstGeom prst="ellipse">
            <a:avLst/>
          </a:prstGeom>
        </p:spPr>
        <p:txBody>
          <a:bodyPr/>
          <a:lstStyle>
            <a:lvl1pPr marL="0" marR="0" indent="0" algn="l" defTabSz="914217" rtl="0" eaLnBrk="1" fontAlgn="auto" latinLnBrk="0" hangingPunct="1">
              <a:lnSpc>
                <a:spcPct val="90000"/>
              </a:lnSpc>
              <a:spcBef>
                <a:spcPts val="1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grpSp>
        <p:nvGrpSpPr>
          <p:cNvPr id="10" name="Group 9"/>
          <p:cNvGrpSpPr/>
          <p:nvPr userDrawn="1"/>
        </p:nvGrpSpPr>
        <p:grpSpPr>
          <a:xfrm>
            <a:off x="11517842" y="273543"/>
            <a:ext cx="461915" cy="413370"/>
            <a:chOff x="23051965" y="547086"/>
            <a:chExt cx="923589" cy="826739"/>
          </a:xfrm>
        </p:grpSpPr>
        <p:sp>
          <p:nvSpPr>
            <p:cNvPr id="11" name="Rectangle 1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9" name="Rectangle 1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20" name="TextBox 19"/>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21"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6"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7" name="TextBox 26"/>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8294894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5.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7" name="Picture Placeholder 12"/>
          <p:cNvSpPr>
            <a:spLocks noGrp="1" noChangeAspect="1"/>
          </p:cNvSpPr>
          <p:nvPr>
            <p:ph type="pic" sz="quarter" idx="14"/>
          </p:nvPr>
        </p:nvSpPr>
        <p:spPr>
          <a:xfrm>
            <a:off x="837773" y="2440695"/>
            <a:ext cx="4064678" cy="3824637"/>
          </a:xfrm>
        </p:spPr>
        <p:txBody>
          <a:bodyPr>
            <a:normAutofit/>
          </a:bodyPr>
          <a:lstStyle>
            <a:lvl1pPr>
              <a:defRPr sz="1400"/>
            </a:lvl1pPr>
          </a:lstStyle>
          <a:p>
            <a:endParaRPr lang="en-US" dirty="0"/>
          </a:p>
        </p:txBody>
      </p:sp>
      <p:sp>
        <p:nvSpPr>
          <p:cNvPr id="18" name="Picture Placeholder 12"/>
          <p:cNvSpPr>
            <a:spLocks noGrp="1" noChangeAspect="1"/>
          </p:cNvSpPr>
          <p:nvPr>
            <p:ph type="pic" sz="quarter" idx="15"/>
          </p:nvPr>
        </p:nvSpPr>
        <p:spPr>
          <a:xfrm>
            <a:off x="4898177" y="4353014"/>
            <a:ext cx="2144481" cy="1912319"/>
          </a:xfrm>
        </p:spPr>
        <p:txBody>
          <a:bodyPr>
            <a:normAutofit/>
          </a:bodyPr>
          <a:lstStyle>
            <a:lvl1pPr>
              <a:defRPr sz="1400"/>
            </a:lvl1pPr>
          </a:lstStyle>
          <a:p>
            <a:endParaRPr lang="en-US" dirty="0"/>
          </a:p>
        </p:txBody>
      </p:sp>
      <p:sp>
        <p:nvSpPr>
          <p:cNvPr id="19" name="Picture Placeholder 12"/>
          <p:cNvSpPr>
            <a:spLocks noGrp="1" noChangeAspect="1"/>
          </p:cNvSpPr>
          <p:nvPr>
            <p:ph type="pic" sz="quarter" idx="16"/>
          </p:nvPr>
        </p:nvSpPr>
        <p:spPr>
          <a:xfrm>
            <a:off x="7033110" y="4353014"/>
            <a:ext cx="2144481" cy="1912319"/>
          </a:xfrm>
        </p:spPr>
        <p:txBody>
          <a:bodyPr>
            <a:normAutofit/>
          </a:bodyPr>
          <a:lstStyle>
            <a:lvl1pPr>
              <a:defRPr sz="1400"/>
            </a:lvl1pPr>
          </a:lstStyle>
          <a:p>
            <a:endParaRPr lang="en-US" dirty="0"/>
          </a:p>
        </p:txBody>
      </p:sp>
      <p:sp>
        <p:nvSpPr>
          <p:cNvPr id="20" name="Picture Placeholder 12"/>
          <p:cNvSpPr>
            <a:spLocks noGrp="1" noChangeAspect="1"/>
          </p:cNvSpPr>
          <p:nvPr>
            <p:ph type="pic" sz="quarter" idx="17"/>
          </p:nvPr>
        </p:nvSpPr>
        <p:spPr>
          <a:xfrm>
            <a:off x="9161771" y="4353014"/>
            <a:ext cx="2144481" cy="1912319"/>
          </a:xfrm>
        </p:spPr>
        <p:txBody>
          <a:bodyPr>
            <a:normAutofit/>
          </a:bodyPr>
          <a:lstStyle>
            <a:lvl1pPr>
              <a:defRPr sz="1400"/>
            </a:lvl1pPr>
          </a:lstStyle>
          <a:p>
            <a:endParaRPr lang="en-US" dirty="0"/>
          </a:p>
        </p:txBody>
      </p:sp>
      <p:grpSp>
        <p:nvGrpSpPr>
          <p:cNvPr id="9" name="Group 8"/>
          <p:cNvGrpSpPr/>
          <p:nvPr userDrawn="1"/>
        </p:nvGrpSpPr>
        <p:grpSpPr>
          <a:xfrm>
            <a:off x="11517842" y="273543"/>
            <a:ext cx="461915" cy="413370"/>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3" name="Rectangle 1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4" name="TextBox 13"/>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5"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2"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3"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4"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5" name="TextBox 24"/>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5097798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6.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noChangeAspect="1"/>
          </p:cNvSpPr>
          <p:nvPr userDrawn="1">
            <p:ph type="pic" sz="quarter" idx="13"/>
          </p:nvPr>
        </p:nvSpPr>
        <p:spPr>
          <a:xfrm>
            <a:off x="4303918" y="2557198"/>
            <a:ext cx="944871" cy="2572187"/>
          </a:xfrm>
        </p:spPr>
        <p:txBody>
          <a:bodyPr>
            <a:normAutofit/>
          </a:bodyPr>
          <a:lstStyle>
            <a:lvl1pPr marL="0" indent="0">
              <a:buNone/>
              <a:defRPr sz="700"/>
            </a:lvl1pPr>
          </a:lstStyle>
          <a:p>
            <a:endParaRPr lang="en-US" dirty="0"/>
          </a:p>
        </p:txBody>
      </p:sp>
      <p:sp>
        <p:nvSpPr>
          <p:cNvPr id="24" name="Picture Placeholder 16"/>
          <p:cNvSpPr>
            <a:spLocks noGrp="1" noChangeAspect="1"/>
          </p:cNvSpPr>
          <p:nvPr userDrawn="1">
            <p:ph type="pic" sz="quarter" idx="14"/>
          </p:nvPr>
        </p:nvSpPr>
        <p:spPr>
          <a:xfrm>
            <a:off x="1165167" y="2550141"/>
            <a:ext cx="896020" cy="2572188"/>
          </a:xfrm>
        </p:spPr>
        <p:txBody>
          <a:bodyPr>
            <a:normAutofit/>
          </a:bodyPr>
          <a:lstStyle>
            <a:lvl1pPr marL="0" indent="0">
              <a:buNone/>
              <a:defRPr sz="700"/>
            </a:lvl1pPr>
          </a:lstStyle>
          <a:p>
            <a:endParaRPr lang="en-US" dirty="0"/>
          </a:p>
        </p:txBody>
      </p:sp>
      <p:sp>
        <p:nvSpPr>
          <p:cNvPr id="25" name="Picture Placeholder 16"/>
          <p:cNvSpPr>
            <a:spLocks noGrp="1" noChangeAspect="1"/>
          </p:cNvSpPr>
          <p:nvPr>
            <p:ph type="pic" sz="quarter" idx="10"/>
          </p:nvPr>
        </p:nvSpPr>
        <p:spPr>
          <a:xfrm>
            <a:off x="2252868" y="2267919"/>
            <a:ext cx="1889744" cy="3369467"/>
          </a:xfrm>
        </p:spPr>
        <p:txBody>
          <a:bodyPr>
            <a:normAutofit/>
          </a:bodyPr>
          <a:lstStyle>
            <a:lvl1pPr marL="0" indent="0">
              <a:buNone/>
              <a:defRPr sz="7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5"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6"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TextBox 17"/>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1369943220"/>
      </p:ext>
    </p:extLst>
  </p:cSld>
  <p:clrMapOvr>
    <a:masterClrMapping/>
  </p:clrMapOvr>
  <mc:AlternateContent xmlns:mc="http://schemas.openxmlformats.org/markup-compatibility/2006" xmlns:p14="http://schemas.microsoft.com/office/powerpoint/2010/main">
    <mc:Choice Requires="p14">
      <p:transition spd="slow" p14:dur="1500"/>
    </mc:Choice>
    <mc:Fallback xmlns="">
      <p:transition spd="slow"/>
    </mc:Fallback>
  </mc:AlternateContent>
  <p:timing>
    <p:tnLst>
      <p:par>
        <p:cT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38" name="Picture Placeholder 16"/>
          <p:cNvSpPr>
            <a:spLocks noGrp="1" noChangeAspect="1"/>
          </p:cNvSpPr>
          <p:nvPr>
            <p:ph type="pic" sz="quarter" idx="13"/>
          </p:nvPr>
        </p:nvSpPr>
        <p:spPr>
          <a:xfrm>
            <a:off x="7036984" y="2394392"/>
            <a:ext cx="1006768" cy="2385050"/>
          </a:xfrm>
        </p:spPr>
        <p:txBody>
          <a:bodyPr>
            <a:normAutofit/>
          </a:bodyPr>
          <a:lstStyle>
            <a:lvl1pPr marL="0" indent="0">
              <a:buNone/>
              <a:defRPr sz="600"/>
            </a:lvl1pPr>
          </a:lstStyle>
          <a:p>
            <a:endParaRPr lang="en-US" dirty="0"/>
          </a:p>
        </p:txBody>
      </p:sp>
      <p:sp>
        <p:nvSpPr>
          <p:cNvPr id="39" name="Picture Placeholder 16"/>
          <p:cNvSpPr>
            <a:spLocks noGrp="1" noChangeAspect="1"/>
          </p:cNvSpPr>
          <p:nvPr>
            <p:ph type="pic" sz="quarter" idx="14"/>
          </p:nvPr>
        </p:nvSpPr>
        <p:spPr>
          <a:xfrm>
            <a:off x="4047873" y="2393726"/>
            <a:ext cx="920404" cy="2385050"/>
          </a:xfrm>
        </p:spPr>
        <p:txBody>
          <a:bodyPr>
            <a:normAutofit/>
          </a:bodyPr>
          <a:lstStyle>
            <a:lvl1pPr marL="0" indent="0">
              <a:buNone/>
              <a:defRPr sz="600"/>
            </a:lvl1pPr>
          </a:lstStyle>
          <a:p>
            <a:endParaRPr lang="en-US" dirty="0"/>
          </a:p>
        </p:txBody>
      </p:sp>
      <p:sp>
        <p:nvSpPr>
          <p:cNvPr id="25" name="Picture Placeholder 16"/>
          <p:cNvSpPr>
            <a:spLocks noGrp="1" noChangeAspect="1"/>
          </p:cNvSpPr>
          <p:nvPr>
            <p:ph type="pic" sz="quarter" idx="10"/>
          </p:nvPr>
        </p:nvSpPr>
        <p:spPr>
          <a:xfrm>
            <a:off x="5140484" y="2174790"/>
            <a:ext cx="1747046" cy="3114540"/>
          </a:xfrm>
        </p:spPr>
        <p:txBody>
          <a:bodyPr>
            <a:normAutofit/>
          </a:bodyPr>
          <a:lstStyle>
            <a:lvl1pPr marL="0" indent="0">
              <a:buNone/>
              <a:defRPr sz="600"/>
            </a:lvl1pPr>
          </a:lstStyle>
          <a:p>
            <a:endParaRPr lang="en-US" dirty="0"/>
          </a:p>
        </p:txBody>
      </p:sp>
      <p:grpSp>
        <p:nvGrpSpPr>
          <p:cNvPr id="8" name="Group 7"/>
          <p:cNvGrpSpPr/>
          <p:nvPr userDrawn="1"/>
        </p:nvGrpSpPr>
        <p:grpSpPr>
          <a:xfrm>
            <a:off x="11517842" y="273543"/>
            <a:ext cx="461915" cy="413370"/>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defTabSz="914217" fontAlgn="auto">
                <a:spcBef>
                  <a:spcPts val="0"/>
                </a:spcBef>
                <a:spcAft>
                  <a:spcPts val="0"/>
                </a:spcAft>
              </a:pPr>
              <a:endParaRPr lang="id-ID" sz="1800">
                <a:solidFill>
                  <a:prstClr val="white"/>
                </a:solidFill>
              </a:endParaRPr>
            </a:p>
          </p:txBody>
        </p:sp>
      </p:grpSp>
      <p:sp>
        <p:nvSpPr>
          <p:cNvPr id="12" name="TextBox 11"/>
          <p:cNvSpPr txBox="1"/>
          <p:nvPr userDrawn="1"/>
        </p:nvSpPr>
        <p:spPr>
          <a:xfrm>
            <a:off x="11553914" y="303535"/>
            <a:ext cx="389779" cy="292351"/>
          </a:xfrm>
          <a:prstGeom prst="rect">
            <a:avLst/>
          </a:prstGeom>
          <a:noFill/>
        </p:spPr>
        <p:txBody>
          <a:bodyPr wrap="none" lIns="91404" tIns="45702" rIns="91404" bIns="45702" rtlCol="0">
            <a:spAutoFit/>
          </a:bodyPr>
          <a:lstStyle/>
          <a:p>
            <a:pPr algn="ctr" defTabSz="914217" fontAlgn="auto">
              <a:spcBef>
                <a:spcPts val="0"/>
              </a:spcBef>
              <a:spcAft>
                <a:spcPts val="0"/>
              </a:spcAft>
            </a:pPr>
            <a:fld id="{260E2A6B-A809-4840-BF14-8648BC0BDF87}" type="slidenum">
              <a:rPr lang="id-ID" sz="1300" smtClean="0">
                <a:solidFill>
                  <a:prstClr val="white"/>
                </a:solidFill>
                <a:latin typeface="Lato Regular"/>
                <a:cs typeface="Lato Regular"/>
              </a:rPr>
              <a:pPr algn="ctr" defTabSz="914217" fontAlgn="auto">
                <a:spcBef>
                  <a:spcPts val="0"/>
                </a:spcBef>
                <a:spcAft>
                  <a:spcPts val="0"/>
                </a:spcAft>
              </a:pPr>
              <a:t>‹#›</a:t>
            </a:fld>
            <a:endParaRPr lang="id-ID" sz="1300" dirty="0">
              <a:solidFill>
                <a:prstClr val="white"/>
              </a:solidFill>
              <a:latin typeface="Lato Regular"/>
              <a:cs typeface="Lato Regular"/>
            </a:endParaRPr>
          </a:p>
        </p:txBody>
      </p:sp>
      <p:sp>
        <p:nvSpPr>
          <p:cNvPr id="14" name="Freeform 30"/>
          <p:cNvSpPr>
            <a:spLocks noChangeArrowheads="1"/>
          </p:cNvSpPr>
          <p:nvPr userDrawn="1"/>
        </p:nvSpPr>
        <p:spPr bwMode="auto">
          <a:xfrm>
            <a:off x="10931083" y="6481334"/>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7" name="Freeform 38"/>
          <p:cNvSpPr>
            <a:spLocks noChangeArrowheads="1"/>
          </p:cNvSpPr>
          <p:nvPr userDrawn="1"/>
        </p:nvSpPr>
        <p:spPr bwMode="auto">
          <a:xfrm>
            <a:off x="10981568" y="6519434"/>
            <a:ext cx="62548"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8" name="Freeform 30"/>
          <p:cNvSpPr>
            <a:spLocks noChangeArrowheads="1"/>
          </p:cNvSpPr>
          <p:nvPr userDrawn="1"/>
        </p:nvSpPr>
        <p:spPr bwMode="auto">
          <a:xfrm>
            <a:off x="11139160" y="6481115"/>
            <a:ext cx="175251" cy="178676"/>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19" name="Freeform 38"/>
          <p:cNvSpPr>
            <a:spLocks noChangeArrowheads="1"/>
          </p:cNvSpPr>
          <p:nvPr userDrawn="1"/>
        </p:nvSpPr>
        <p:spPr bwMode="auto">
          <a:xfrm flipH="1">
            <a:off x="11185500" y="6519215"/>
            <a:ext cx="62219" cy="108388"/>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pPr defTabSz="914217" fontAlgn="auto">
              <a:spcBef>
                <a:spcPts val="0"/>
              </a:spcBef>
              <a:spcAft>
                <a:spcPts val="0"/>
              </a:spcAft>
            </a:pPr>
            <a:endParaRPr lang="en-US" sz="1800" dirty="0">
              <a:solidFill>
                <a:srgbClr val="445469"/>
              </a:solidFill>
              <a:latin typeface="Calibri Light"/>
              <a:cs typeface="+mn-cs"/>
            </a:endParaRPr>
          </a:p>
        </p:txBody>
      </p:sp>
      <p:sp>
        <p:nvSpPr>
          <p:cNvPr id="20" name="TextBox 19"/>
          <p:cNvSpPr txBox="1"/>
          <p:nvPr userDrawn="1"/>
        </p:nvSpPr>
        <p:spPr>
          <a:xfrm>
            <a:off x="812902" y="6417211"/>
            <a:ext cx="1828025" cy="276999"/>
          </a:xfrm>
          <a:prstGeom prst="rect">
            <a:avLst/>
          </a:prstGeom>
          <a:noFill/>
        </p:spPr>
        <p:txBody>
          <a:bodyPr wrap="square" rtlCol="0">
            <a:spAutoFit/>
          </a:bodyPr>
          <a:lstStyle/>
          <a:p>
            <a:pPr defTabSz="914217" fontAlgn="auto">
              <a:spcBef>
                <a:spcPts val="0"/>
              </a:spcBef>
              <a:spcAft>
                <a:spcPts val="0"/>
              </a:spcAft>
            </a:pPr>
            <a:r>
              <a:rPr lang="id-ID" sz="1200" b="1" dirty="0" smtClean="0">
                <a:solidFill>
                  <a:srgbClr val="445469"/>
                </a:solidFill>
                <a:latin typeface="Lato Regular"/>
                <a:cs typeface="Lato Regular"/>
              </a:rPr>
              <a:t>Impresario </a:t>
            </a:r>
            <a:r>
              <a:rPr lang="id-ID" sz="1200" dirty="0" smtClean="0">
                <a:solidFill>
                  <a:srgbClr val="445469"/>
                </a:solidFill>
                <a:latin typeface="Lato Light"/>
                <a:cs typeface="Lato Light"/>
              </a:rPr>
              <a:t>Slides</a:t>
            </a:r>
            <a:endParaRPr lang="id-ID" sz="1200" dirty="0">
              <a:solidFill>
                <a:srgbClr val="445469"/>
              </a:solidFill>
              <a:latin typeface="Lato Light"/>
              <a:cs typeface="Lato Light"/>
            </a:endParaRPr>
          </a:p>
        </p:txBody>
      </p:sp>
    </p:spTree>
    <p:extLst>
      <p:ext uri="{BB962C8B-B14F-4D97-AF65-F5344CB8AC3E}">
        <p14:creationId xmlns:p14="http://schemas.microsoft.com/office/powerpoint/2010/main" val="237883177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12192001" cy="6858000"/>
          </a:xfrm>
          <a:effectLst/>
        </p:spPr>
        <p:txBody>
          <a:bodyPr>
            <a:normAutofit/>
          </a:bodyPr>
          <a:lstStyle>
            <a:lvl1pPr marL="0" indent="0">
              <a:buNone/>
              <a:defRPr sz="21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6407711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937540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solidFill>
            <a:schemeClr val="bg1">
              <a:lumMod val="85000"/>
            </a:schemeClr>
          </a:solidFill>
        </p:spPr>
        <p:txBody>
          <a:bodyPr/>
          <a:lstStyle/>
          <a:p>
            <a:endParaRPr lang="en-AU"/>
          </a:p>
        </p:txBody>
      </p:sp>
      <p:sp>
        <p:nvSpPr>
          <p:cNvPr id="9" name="Picture Placeholder 7"/>
          <p:cNvSpPr>
            <a:spLocks noGrp="1"/>
          </p:cNvSpPr>
          <p:nvPr>
            <p:ph type="pic" sz="quarter" idx="14"/>
          </p:nvPr>
        </p:nvSpPr>
        <p:spPr>
          <a:xfrm>
            <a:off x="3028950" y="1943100"/>
            <a:ext cx="6096000" cy="4914900"/>
          </a:xfrm>
          <a:solidFill>
            <a:schemeClr val="bg2">
              <a:lumMod val="25000"/>
            </a:schemeClr>
          </a:solidFill>
        </p:spPr>
        <p:txBody>
          <a:bodyPr/>
          <a:lstStyle/>
          <a:p>
            <a:endParaRPr lang="en-AU"/>
          </a:p>
        </p:txBody>
      </p:sp>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AU"/>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smtClean="0"/>
              <a:t>Click to edit Master subtitle style</a:t>
            </a:r>
            <a:endParaRPr lang="en-AU" dirty="0"/>
          </a:p>
        </p:txBody>
      </p:sp>
      <p:sp>
        <p:nvSpPr>
          <p:cNvPr id="4" name="Date Placeholder 3"/>
          <p:cNvSpPr>
            <a:spLocks noGrp="1"/>
          </p:cNvSpPr>
          <p:nvPr>
            <p:ph type="dt" sz="half" idx="10"/>
          </p:nvPr>
        </p:nvSpPr>
        <p:spPr/>
        <p:txBody>
          <a:bodyPr/>
          <a:lstStyle/>
          <a:p>
            <a:fld id="{4FC403C9-F794-7040-9A2C-0BA72E05D716}"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42387841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500" fill="hold"/>
                                        <p:tgtEl>
                                          <p:spTgt spid="8"/>
                                        </p:tgtEl>
                                        <p:attrNameLst>
                                          <p:attrName>ppt_w</p:attrName>
                                        </p:attrNameLst>
                                      </p:cBhvr>
                                      <p:tavLst>
                                        <p:tav tm="0">
                                          <p:val>
                                            <p:fltVal val="0"/>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778000" y="1996719"/>
            <a:ext cx="4307472" cy="839020"/>
          </a:xfrm>
        </p:spPr>
        <p:txBody>
          <a:bodyPr>
            <a:noAutofit/>
          </a:bodyPr>
          <a:lstStyle>
            <a:lvl1pPr algn="r">
              <a:defRPr sz="6000">
                <a:solidFill>
                  <a:schemeClr val="tx1">
                    <a:lumMod val="75000"/>
                    <a:lumOff val="25000"/>
                  </a:schemeClr>
                </a:solidFill>
              </a:defRPr>
            </a:lvl1pPr>
          </a:lstStyle>
          <a:p>
            <a:r>
              <a:rPr lang="id-ID" dirty="0" smtClean="0"/>
              <a:t>TITLE</a:t>
            </a:r>
            <a:endParaRPr lang="en-AU" dirty="0"/>
          </a:p>
        </p:txBody>
      </p:sp>
      <p:sp>
        <p:nvSpPr>
          <p:cNvPr id="3" name="Content Placeholder 2"/>
          <p:cNvSpPr>
            <a:spLocks noGrp="1"/>
          </p:cNvSpPr>
          <p:nvPr>
            <p:ph idx="1"/>
          </p:nvPr>
        </p:nvSpPr>
        <p:spPr>
          <a:xfrm>
            <a:off x="1788528" y="2758235"/>
            <a:ext cx="4307472" cy="1425158"/>
          </a:xfrm>
        </p:spPr>
        <p:txBody>
          <a:bodyPr>
            <a:normAutofit/>
          </a:bodyPr>
          <a:lstStyle>
            <a:lvl1pPr algn="r">
              <a:defRPr sz="2000">
                <a:solidFill>
                  <a:schemeClr val="tx1">
                    <a:lumMod val="50000"/>
                    <a:lumOff val="50000"/>
                  </a:schemeClr>
                </a:solidFill>
              </a:defRPr>
            </a:lvl1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3371B13E-977A-8142-8D75-BFEA8527B0AB}"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Picture Placeholder 7"/>
          <p:cNvSpPr>
            <a:spLocks noGrp="1"/>
          </p:cNvSpPr>
          <p:nvPr>
            <p:ph type="pic" sz="quarter" idx="13" hasCustomPrompt="1"/>
          </p:nvPr>
        </p:nvSpPr>
        <p:spPr>
          <a:xfrm>
            <a:off x="0" y="0"/>
            <a:ext cx="12192000" cy="1989138"/>
          </a:xfrm>
          <a:solidFill>
            <a:schemeClr val="bg1">
              <a:lumMod val="85000"/>
            </a:schemeClr>
          </a:solidFill>
        </p:spPr>
        <p:txBody>
          <a:bodyPr>
            <a:normAutofit/>
          </a:bodyPr>
          <a:lstStyle>
            <a:lvl1pPr>
              <a:defRPr sz="1000"/>
            </a:lvl1pPr>
          </a:lstStyle>
          <a:p>
            <a:r>
              <a:rPr lang="id-ID" dirty="0" smtClean="0"/>
              <a:t>Pic here</a:t>
            </a:r>
            <a:endParaRPr lang="en-AU" dirty="0"/>
          </a:p>
        </p:txBody>
      </p:sp>
      <p:sp>
        <p:nvSpPr>
          <p:cNvPr id="10" name="Picture Placeholder 9"/>
          <p:cNvSpPr>
            <a:spLocks noGrp="1"/>
          </p:cNvSpPr>
          <p:nvPr>
            <p:ph type="pic" sz="quarter" idx="14"/>
          </p:nvPr>
        </p:nvSpPr>
        <p:spPr>
          <a:xfrm rot="21079909">
            <a:off x="7010400" y="1587500"/>
            <a:ext cx="1976438" cy="1976438"/>
          </a:xfrm>
          <a:solidFill>
            <a:schemeClr val="bg1">
              <a:lumMod val="75000"/>
            </a:schemeClr>
          </a:solidFill>
        </p:spPr>
        <p:txBody>
          <a:bodyPr/>
          <a:lstStyle/>
          <a:p>
            <a:endParaRPr lang="en-AU"/>
          </a:p>
        </p:txBody>
      </p:sp>
      <p:sp>
        <p:nvSpPr>
          <p:cNvPr id="16" name="Picture Placeholder 15"/>
          <p:cNvSpPr>
            <a:spLocks noGrp="1"/>
          </p:cNvSpPr>
          <p:nvPr>
            <p:ph type="pic" sz="quarter" idx="16" hasCustomPrompt="1"/>
          </p:nvPr>
        </p:nvSpPr>
        <p:spPr>
          <a:xfrm>
            <a:off x="7010400" y="1583575"/>
            <a:ext cx="1976438" cy="63291"/>
          </a:xfrm>
          <a:solidFill>
            <a:schemeClr val="accent1"/>
          </a:solidFill>
        </p:spPr>
        <p:txBody>
          <a:bodyPr>
            <a:noAutofit/>
          </a:bodyPr>
          <a:lstStyle>
            <a:lvl1pPr algn="r">
              <a:defRPr sz="500"/>
            </a:lvl1pPr>
          </a:lstStyle>
          <a:p>
            <a:r>
              <a:rPr lang="id-ID" dirty="0" smtClean="0"/>
              <a:t>Nopic</a:t>
            </a:r>
            <a:endParaRPr lang="en-AU" dirty="0"/>
          </a:p>
        </p:txBody>
      </p:sp>
      <p:sp>
        <p:nvSpPr>
          <p:cNvPr id="18" name="Picture Placeholder 15"/>
          <p:cNvSpPr>
            <a:spLocks noGrp="1"/>
          </p:cNvSpPr>
          <p:nvPr>
            <p:ph type="pic" sz="quarter" idx="17" hasCustomPrompt="1"/>
          </p:nvPr>
        </p:nvSpPr>
        <p:spPr>
          <a:xfrm rot="16200000">
            <a:off x="6053827" y="2538457"/>
            <a:ext cx="1976438" cy="63291"/>
          </a:xfrm>
          <a:solidFill>
            <a:schemeClr val="accent2"/>
          </a:solidFill>
        </p:spPr>
        <p:txBody>
          <a:bodyPr>
            <a:noAutofit/>
          </a:bodyPr>
          <a:lstStyle>
            <a:lvl1pPr algn="r">
              <a:defRPr sz="500"/>
            </a:lvl1pPr>
          </a:lstStyle>
          <a:p>
            <a:r>
              <a:rPr lang="id-ID" dirty="0" smtClean="0"/>
              <a:t>Nopic</a:t>
            </a:r>
            <a:endParaRPr lang="en-AU" dirty="0"/>
          </a:p>
        </p:txBody>
      </p:sp>
      <p:sp>
        <p:nvSpPr>
          <p:cNvPr id="19" name="Picture Placeholder 15"/>
          <p:cNvSpPr>
            <a:spLocks noGrp="1"/>
          </p:cNvSpPr>
          <p:nvPr>
            <p:ph type="pic" sz="quarter" idx="18" hasCustomPrompt="1"/>
          </p:nvPr>
        </p:nvSpPr>
        <p:spPr>
          <a:xfrm rot="16200000">
            <a:off x="7966974" y="2538458"/>
            <a:ext cx="1976438" cy="63291"/>
          </a:xfrm>
          <a:solidFill>
            <a:schemeClr val="accent4"/>
          </a:solidFill>
        </p:spPr>
        <p:txBody>
          <a:bodyPr>
            <a:noAutofit/>
          </a:bodyPr>
          <a:lstStyle>
            <a:lvl1pPr algn="r">
              <a:defRPr sz="500"/>
            </a:lvl1pPr>
          </a:lstStyle>
          <a:p>
            <a:r>
              <a:rPr lang="id-ID" dirty="0" smtClean="0"/>
              <a:t>Nopic</a:t>
            </a:r>
            <a:endParaRPr lang="en-AU" dirty="0"/>
          </a:p>
        </p:txBody>
      </p:sp>
      <p:sp>
        <p:nvSpPr>
          <p:cNvPr id="20" name="Picture Placeholder 15"/>
          <p:cNvSpPr>
            <a:spLocks noGrp="1"/>
          </p:cNvSpPr>
          <p:nvPr>
            <p:ph type="pic" sz="quarter" idx="19" hasCustomPrompt="1"/>
          </p:nvPr>
        </p:nvSpPr>
        <p:spPr>
          <a:xfrm>
            <a:off x="7010400" y="3523186"/>
            <a:ext cx="1976438" cy="63291"/>
          </a:xfrm>
          <a:solidFill>
            <a:schemeClr val="accent5"/>
          </a:solidFill>
        </p:spPr>
        <p:txBody>
          <a:bodyPr>
            <a:noAutofit/>
          </a:bodyPr>
          <a:lstStyle>
            <a:lvl1pPr algn="r">
              <a:defRPr sz="500"/>
            </a:lvl1pPr>
          </a:lstStyle>
          <a:p>
            <a:r>
              <a:rPr lang="id-ID" dirty="0" smtClean="0"/>
              <a:t>Nopic</a:t>
            </a:r>
            <a:endParaRPr lang="en-AU" dirty="0"/>
          </a:p>
        </p:txBody>
      </p:sp>
      <p:sp>
        <p:nvSpPr>
          <p:cNvPr id="22" name="Text Placeholder 21"/>
          <p:cNvSpPr>
            <a:spLocks noGrp="1"/>
          </p:cNvSpPr>
          <p:nvPr>
            <p:ph type="body" sz="quarter" idx="20"/>
          </p:nvPr>
        </p:nvSpPr>
        <p:spPr>
          <a:xfrm>
            <a:off x="6872288" y="4073525"/>
            <a:ext cx="3109912"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1"/>
          </p:nvPr>
        </p:nvSpPr>
        <p:spPr>
          <a:xfrm>
            <a:off x="6872288" y="4482636"/>
            <a:ext cx="3109912"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6"/>
          <p:cNvSpPr>
            <a:spLocks noGrp="1"/>
          </p:cNvSpPr>
          <p:nvPr>
            <p:ph type="body" sz="quarter" idx="22"/>
          </p:nvPr>
        </p:nvSpPr>
        <p:spPr>
          <a:xfrm>
            <a:off x="2526297" y="1603582"/>
            <a:ext cx="3559175" cy="372856"/>
          </a:xfrm>
        </p:spPr>
        <p:txBody>
          <a:bodyPr>
            <a:noAutofit/>
          </a:bodyPr>
          <a:lstStyle>
            <a:lvl1pPr algn="r">
              <a:defRPr sz="2800">
                <a:solidFill>
                  <a:schemeClr val="tx1">
                    <a:lumMod val="65000"/>
                    <a:lumOff val="35000"/>
                  </a:schemeClr>
                </a:solidFill>
                <a:latin typeface="+mj-lt"/>
              </a:defRPr>
            </a:lvl1pPr>
          </a:lstStyle>
          <a:p>
            <a:pPr lvl="0"/>
            <a:endParaRPr lang="en-AU" dirty="0"/>
          </a:p>
        </p:txBody>
      </p:sp>
    </p:spTree>
    <p:extLst>
      <p:ext uri="{BB962C8B-B14F-4D97-AF65-F5344CB8AC3E}">
        <p14:creationId xmlns:p14="http://schemas.microsoft.com/office/powerpoint/2010/main" val="18185699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24">
                                            <p:txEl>
                                              <p:pRg st="0" end="0"/>
                                            </p:txEl>
                                          </p:spTgt>
                                        </p:tgtEl>
                                        <p:attrNameLst>
                                          <p:attrName>style.visibility</p:attrName>
                                        </p:attrNameLst>
                                      </p:cBhvr>
                                      <p:to>
                                        <p:strVal val="visible"/>
                                      </p:to>
                                    </p:set>
                                    <p:animEffect transition="in" filter="fade">
                                      <p:cBhvr>
                                        <p:cTn id="13" dur="500"/>
                                        <p:tgtEl>
                                          <p:spTgt spid="24">
                                            <p:txEl>
                                              <p:pRg st="0" end="0"/>
                                            </p:txEl>
                                          </p:spTgt>
                                        </p:tgtEl>
                                      </p:cBhvr>
                                    </p:animEffect>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anim calcmode="lin" valueType="num">
                                      <p:cBhvr>
                                        <p:cTn id="18" dur="500" fill="hold"/>
                                        <p:tgtEl>
                                          <p:spTgt spid="2"/>
                                        </p:tgtEl>
                                        <p:attrNameLst>
                                          <p:attrName>ppt_x</p:attrName>
                                        </p:attrNameLst>
                                      </p:cBhvr>
                                      <p:tavLst>
                                        <p:tav tm="0">
                                          <p:val>
                                            <p:strVal val="#ppt_x"/>
                                          </p:val>
                                        </p:tav>
                                        <p:tav tm="100000">
                                          <p:val>
                                            <p:strVal val="#ppt_x"/>
                                          </p:val>
                                        </p:tav>
                                      </p:tavLst>
                                    </p:anim>
                                    <p:anim calcmode="lin" valueType="num">
                                      <p:cBhvr>
                                        <p:cTn id="19" dur="5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500"/>
                                        <p:tgtEl>
                                          <p:spTgt spid="1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up)">
                                      <p:cBhvr>
                                        <p:cTn id="34" dur="500"/>
                                        <p:tgtEl>
                                          <p:spTgt spid="1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right)">
                                      <p:cBhvr>
                                        <p:cTn id="37" dur="500"/>
                                        <p:tgtEl>
                                          <p:spTgt spid="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down)">
                                      <p:cBhvr>
                                        <p:cTn id="40" dur="500"/>
                                        <p:tgtEl>
                                          <p:spTgt spid="18"/>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22">
                                            <p:txEl>
                                              <p:pRg st="0" end="0"/>
                                            </p:txEl>
                                          </p:spTgt>
                                        </p:tgtEl>
                                        <p:attrNameLst>
                                          <p:attrName>style.visibility</p:attrName>
                                        </p:attrNameLst>
                                      </p:cBhvr>
                                      <p:to>
                                        <p:strVal val="visible"/>
                                      </p:to>
                                    </p:set>
                                    <p:anim calcmode="lin" valueType="num">
                                      <p:cBhvr>
                                        <p:cTn id="4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22">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23">
                                            <p:txEl>
                                              <p:pRg st="0" end="0"/>
                                            </p:txEl>
                                          </p:spTgt>
                                        </p:tgtEl>
                                        <p:attrNameLst>
                                          <p:attrName>style.visibility</p:attrName>
                                        </p:attrNameLst>
                                      </p:cBhvr>
                                      <p:to>
                                        <p:strVal val="visible"/>
                                      </p:to>
                                    </p:set>
                                    <p:animEffect transition="in" filter="fade">
                                      <p:cBhvr>
                                        <p:cTn id="50" dur="500"/>
                                        <p:tgtEl>
                                          <p:spTgt spid="23">
                                            <p:txEl>
                                              <p:pRg st="0" end="0"/>
                                            </p:txEl>
                                          </p:spTgt>
                                        </p:tgtEl>
                                      </p:cBhvr>
                                    </p:animEffect>
                                    <p:anim calcmode="lin" valueType="num">
                                      <p:cBhvr>
                                        <p:cTn id="5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10" grpId="0" animBg="1"/>
      <p:bldP spid="16" grpId="0" animBg="1"/>
      <p:bldP spid="18" grpId="0" animBg="1"/>
      <p:bldP spid="19" grpId="0" animBg="1"/>
      <p:bldP spid="20"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Lst>
  </p:timing>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7389C745-B6F0-4743-AC1D-4D6E725D6A6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28872036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EC15CE2B-2096-F242-92F7-6F796C34860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7" name="Picture Placeholder 16"/>
          <p:cNvSpPr>
            <a:spLocks noGrp="1"/>
          </p:cNvSpPr>
          <p:nvPr>
            <p:ph type="pic" sz="quarter" idx="14" hasCustomPrompt="1"/>
          </p:nvPr>
        </p:nvSpPr>
        <p:spPr>
          <a:xfrm>
            <a:off x="1839095" y="2048259"/>
            <a:ext cx="2886714" cy="3313449"/>
          </a:xfrm>
          <a:custGeom>
            <a:avLst/>
            <a:gdLst>
              <a:gd name="connsiteX0" fmla="*/ 947087 w 3533533"/>
              <a:gd name="connsiteY0" fmla="*/ 1224307 h 4055885"/>
              <a:gd name="connsiteX1" fmla="*/ 1170091 w 3533533"/>
              <a:gd name="connsiteY1" fmla="*/ 1352331 h 4055885"/>
              <a:gd name="connsiteX2" fmla="*/ 2355380 w 3533533"/>
              <a:gd name="connsiteY2" fmla="*/ 3719063 h 4055885"/>
              <a:gd name="connsiteX3" fmla="*/ 2251556 w 3533533"/>
              <a:gd name="connsiteY3" fmla="*/ 4031211 h 4055885"/>
              <a:gd name="connsiteX4" fmla="*/ 2251557 w 3533533"/>
              <a:gd name="connsiteY4" fmla="*/ 4031210 h 4055885"/>
              <a:gd name="connsiteX5" fmla="*/ 1939409 w 3533533"/>
              <a:gd name="connsiteY5" fmla="*/ 3927386 h 4055885"/>
              <a:gd name="connsiteX6" fmla="*/ 754120 w 3533533"/>
              <a:gd name="connsiteY6" fmla="*/ 1560655 h 4055885"/>
              <a:gd name="connsiteX7" fmla="*/ 857943 w 3533533"/>
              <a:gd name="connsiteY7" fmla="*/ 1248507 h 4055885"/>
              <a:gd name="connsiteX8" fmla="*/ 947087 w 3533533"/>
              <a:gd name="connsiteY8" fmla="*/ 1224307 h 4055885"/>
              <a:gd name="connsiteX9" fmla="*/ 217642 w 3533533"/>
              <a:gd name="connsiteY9" fmla="*/ 943467 h 4055885"/>
              <a:gd name="connsiteX10" fmla="*/ 440647 w 3533533"/>
              <a:gd name="connsiteY10" fmla="*/ 1071491 h 4055885"/>
              <a:gd name="connsiteX11" fmla="*/ 1625936 w 3533533"/>
              <a:gd name="connsiteY11" fmla="*/ 3438223 h 4055885"/>
              <a:gd name="connsiteX12" fmla="*/ 1522111 w 3533533"/>
              <a:gd name="connsiteY12" fmla="*/ 3750371 h 4055885"/>
              <a:gd name="connsiteX13" fmla="*/ 1522112 w 3533533"/>
              <a:gd name="connsiteY13" fmla="*/ 3750370 h 4055885"/>
              <a:gd name="connsiteX14" fmla="*/ 1209964 w 3533533"/>
              <a:gd name="connsiteY14" fmla="*/ 3646546 h 4055885"/>
              <a:gd name="connsiteX15" fmla="*/ 24675 w 3533533"/>
              <a:gd name="connsiteY15" fmla="*/ 1279815 h 4055885"/>
              <a:gd name="connsiteX16" fmla="*/ 128499 w 3533533"/>
              <a:gd name="connsiteY16" fmla="*/ 967667 h 4055885"/>
              <a:gd name="connsiteX17" fmla="*/ 217642 w 3533533"/>
              <a:gd name="connsiteY17" fmla="*/ 943467 h 4055885"/>
              <a:gd name="connsiteX18" fmla="*/ 1888548 w 3533533"/>
              <a:gd name="connsiteY18" fmla="*/ 752811 h 4055885"/>
              <a:gd name="connsiteX19" fmla="*/ 2111553 w 3533533"/>
              <a:gd name="connsiteY19" fmla="*/ 880835 h 4055885"/>
              <a:gd name="connsiteX20" fmla="*/ 3296841 w 3533533"/>
              <a:gd name="connsiteY20" fmla="*/ 3247567 h 4055885"/>
              <a:gd name="connsiteX21" fmla="*/ 3193017 w 3533533"/>
              <a:gd name="connsiteY21" fmla="*/ 3559715 h 4055885"/>
              <a:gd name="connsiteX22" fmla="*/ 3193018 w 3533533"/>
              <a:gd name="connsiteY22" fmla="*/ 3559714 h 4055885"/>
              <a:gd name="connsiteX23" fmla="*/ 2880870 w 3533533"/>
              <a:gd name="connsiteY23" fmla="*/ 3455890 h 4055885"/>
              <a:gd name="connsiteX24" fmla="*/ 1695581 w 3533533"/>
              <a:gd name="connsiteY24" fmla="*/ 1089159 h 4055885"/>
              <a:gd name="connsiteX25" fmla="*/ 1799405 w 3533533"/>
              <a:gd name="connsiteY25" fmla="*/ 777011 h 4055885"/>
              <a:gd name="connsiteX26" fmla="*/ 1888548 w 3533533"/>
              <a:gd name="connsiteY26" fmla="*/ 752811 h 4055885"/>
              <a:gd name="connsiteX27" fmla="*/ 1011122 w 3533533"/>
              <a:gd name="connsiteY27" fmla="*/ 176488 h 4055885"/>
              <a:gd name="connsiteX28" fmla="*/ 1234126 w 3533533"/>
              <a:gd name="connsiteY28" fmla="*/ 304512 h 4055885"/>
              <a:gd name="connsiteX29" fmla="*/ 2419415 w 3533533"/>
              <a:gd name="connsiteY29" fmla="*/ 2671244 h 4055885"/>
              <a:gd name="connsiteX30" fmla="*/ 2315591 w 3533533"/>
              <a:gd name="connsiteY30" fmla="*/ 2983392 h 4055885"/>
              <a:gd name="connsiteX31" fmla="*/ 2315592 w 3533533"/>
              <a:gd name="connsiteY31" fmla="*/ 2983391 h 4055885"/>
              <a:gd name="connsiteX32" fmla="*/ 2003444 w 3533533"/>
              <a:gd name="connsiteY32" fmla="*/ 2879567 h 4055885"/>
              <a:gd name="connsiteX33" fmla="*/ 818154 w 3533533"/>
              <a:gd name="connsiteY33" fmla="*/ 512836 h 4055885"/>
              <a:gd name="connsiteX34" fmla="*/ 921978 w 3533533"/>
              <a:gd name="connsiteY34" fmla="*/ 200688 h 4055885"/>
              <a:gd name="connsiteX35" fmla="*/ 1011122 w 3533533"/>
              <a:gd name="connsiteY35" fmla="*/ 176488 h 4055885"/>
              <a:gd name="connsiteX36" fmla="*/ 2100564 w 3533533"/>
              <a:gd name="connsiteY36" fmla="*/ 475 h 4055885"/>
              <a:gd name="connsiteX37" fmla="*/ 2323569 w 3533533"/>
              <a:gd name="connsiteY37" fmla="*/ 128499 h 4055885"/>
              <a:gd name="connsiteX38" fmla="*/ 3508858 w 3533533"/>
              <a:gd name="connsiteY38" fmla="*/ 2495231 h 4055885"/>
              <a:gd name="connsiteX39" fmla="*/ 3405034 w 3533533"/>
              <a:gd name="connsiteY39" fmla="*/ 2807379 h 4055885"/>
              <a:gd name="connsiteX40" fmla="*/ 3405034 w 3533533"/>
              <a:gd name="connsiteY40" fmla="*/ 2807378 h 4055885"/>
              <a:gd name="connsiteX41" fmla="*/ 3092887 w 3533533"/>
              <a:gd name="connsiteY41" fmla="*/ 2703554 h 4055885"/>
              <a:gd name="connsiteX42" fmla="*/ 1907597 w 3533533"/>
              <a:gd name="connsiteY42" fmla="*/ 336823 h 4055885"/>
              <a:gd name="connsiteX43" fmla="*/ 2011421 w 3533533"/>
              <a:gd name="connsiteY43" fmla="*/ 24675 h 4055885"/>
              <a:gd name="connsiteX44" fmla="*/ 2100564 w 3533533"/>
              <a:gd name="connsiteY44" fmla="*/ 475 h 4055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33533" h="4055885">
                <a:moveTo>
                  <a:pt x="947087" y="1224307"/>
                </a:moveTo>
                <a:cubicBezTo>
                  <a:pt x="1037548" y="1218495"/>
                  <a:pt x="1126946" y="1266180"/>
                  <a:pt x="1170091" y="1352331"/>
                </a:cubicBezTo>
                <a:cubicBezTo>
                  <a:pt x="1565188" y="2141242"/>
                  <a:pt x="1960283" y="2930152"/>
                  <a:pt x="2355380" y="3719063"/>
                </a:cubicBezTo>
                <a:cubicBezTo>
                  <a:pt x="2412907" y="3833931"/>
                  <a:pt x="2366424" y="3973684"/>
                  <a:pt x="2251556" y="4031211"/>
                </a:cubicBezTo>
                <a:lnTo>
                  <a:pt x="2251557" y="4031210"/>
                </a:lnTo>
                <a:cubicBezTo>
                  <a:pt x="2136689" y="4088737"/>
                  <a:pt x="1996936" y="4042254"/>
                  <a:pt x="1939409" y="3927386"/>
                </a:cubicBezTo>
                <a:lnTo>
                  <a:pt x="754120" y="1560655"/>
                </a:lnTo>
                <a:cubicBezTo>
                  <a:pt x="696592" y="1445787"/>
                  <a:pt x="743075" y="1306034"/>
                  <a:pt x="857943" y="1248507"/>
                </a:cubicBezTo>
                <a:cubicBezTo>
                  <a:pt x="886660" y="1234125"/>
                  <a:pt x="916933" y="1226244"/>
                  <a:pt x="947087" y="1224307"/>
                </a:cubicBezTo>
                <a:close/>
                <a:moveTo>
                  <a:pt x="217642" y="943467"/>
                </a:moveTo>
                <a:cubicBezTo>
                  <a:pt x="308104" y="937655"/>
                  <a:pt x="397501" y="985340"/>
                  <a:pt x="440647" y="1071491"/>
                </a:cubicBezTo>
                <a:cubicBezTo>
                  <a:pt x="835743" y="1860402"/>
                  <a:pt x="1230839" y="2649312"/>
                  <a:pt x="1625936" y="3438223"/>
                </a:cubicBezTo>
                <a:cubicBezTo>
                  <a:pt x="1683463" y="3553091"/>
                  <a:pt x="1636980" y="3692844"/>
                  <a:pt x="1522111" y="3750371"/>
                </a:cubicBezTo>
                <a:lnTo>
                  <a:pt x="1522112" y="3750370"/>
                </a:lnTo>
                <a:cubicBezTo>
                  <a:pt x="1407244" y="3807897"/>
                  <a:pt x="1267491" y="3761414"/>
                  <a:pt x="1209964" y="3646546"/>
                </a:cubicBezTo>
                <a:lnTo>
                  <a:pt x="24675" y="1279815"/>
                </a:lnTo>
                <a:cubicBezTo>
                  <a:pt x="-32852" y="1164947"/>
                  <a:pt x="13631" y="1025194"/>
                  <a:pt x="128499" y="967667"/>
                </a:cubicBezTo>
                <a:cubicBezTo>
                  <a:pt x="157216" y="953285"/>
                  <a:pt x="187488" y="945404"/>
                  <a:pt x="217642" y="943467"/>
                </a:cubicBezTo>
                <a:close/>
                <a:moveTo>
                  <a:pt x="1888548" y="752811"/>
                </a:moveTo>
                <a:cubicBezTo>
                  <a:pt x="1979010" y="747000"/>
                  <a:pt x="2068407" y="794684"/>
                  <a:pt x="2111553" y="880835"/>
                </a:cubicBezTo>
                <a:cubicBezTo>
                  <a:pt x="2506649" y="1669746"/>
                  <a:pt x="2901745" y="2458656"/>
                  <a:pt x="3296841" y="3247567"/>
                </a:cubicBezTo>
                <a:cubicBezTo>
                  <a:pt x="3354369" y="3362435"/>
                  <a:pt x="3307885" y="3502188"/>
                  <a:pt x="3193017" y="3559715"/>
                </a:cubicBezTo>
                <a:lnTo>
                  <a:pt x="3193018" y="3559714"/>
                </a:lnTo>
                <a:cubicBezTo>
                  <a:pt x="3078150" y="3617241"/>
                  <a:pt x="2938397" y="3570758"/>
                  <a:pt x="2880870" y="3455890"/>
                </a:cubicBezTo>
                <a:lnTo>
                  <a:pt x="1695581" y="1089159"/>
                </a:lnTo>
                <a:cubicBezTo>
                  <a:pt x="1638053" y="974291"/>
                  <a:pt x="1684537" y="834539"/>
                  <a:pt x="1799405" y="777011"/>
                </a:cubicBezTo>
                <a:cubicBezTo>
                  <a:pt x="1828122" y="762629"/>
                  <a:pt x="1858394" y="754748"/>
                  <a:pt x="1888548" y="752811"/>
                </a:cubicBezTo>
                <a:close/>
                <a:moveTo>
                  <a:pt x="1011122" y="176488"/>
                </a:moveTo>
                <a:cubicBezTo>
                  <a:pt x="1101583" y="170677"/>
                  <a:pt x="1190981" y="218361"/>
                  <a:pt x="1234126" y="304512"/>
                </a:cubicBezTo>
                <a:cubicBezTo>
                  <a:pt x="1629223" y="1093423"/>
                  <a:pt x="2024319" y="1882334"/>
                  <a:pt x="2419415" y="2671244"/>
                </a:cubicBezTo>
                <a:cubicBezTo>
                  <a:pt x="2476943" y="2786112"/>
                  <a:pt x="2430459" y="2925865"/>
                  <a:pt x="2315591" y="2983392"/>
                </a:cubicBezTo>
                <a:lnTo>
                  <a:pt x="2315592" y="2983391"/>
                </a:lnTo>
                <a:cubicBezTo>
                  <a:pt x="2200724" y="3040918"/>
                  <a:pt x="2060971" y="2994435"/>
                  <a:pt x="2003444" y="2879567"/>
                </a:cubicBezTo>
                <a:lnTo>
                  <a:pt x="818154" y="512836"/>
                </a:lnTo>
                <a:cubicBezTo>
                  <a:pt x="760627" y="397969"/>
                  <a:pt x="807110" y="258216"/>
                  <a:pt x="921978" y="200688"/>
                </a:cubicBezTo>
                <a:cubicBezTo>
                  <a:pt x="950695" y="186307"/>
                  <a:pt x="980968" y="178425"/>
                  <a:pt x="1011122" y="176488"/>
                </a:cubicBezTo>
                <a:close/>
                <a:moveTo>
                  <a:pt x="2100564" y="475"/>
                </a:moveTo>
                <a:cubicBezTo>
                  <a:pt x="2191026" y="-5336"/>
                  <a:pt x="2280424" y="42348"/>
                  <a:pt x="2323569" y="128499"/>
                </a:cubicBezTo>
                <a:cubicBezTo>
                  <a:pt x="2718666" y="917410"/>
                  <a:pt x="3113761" y="1706320"/>
                  <a:pt x="3508858" y="2495231"/>
                </a:cubicBezTo>
                <a:cubicBezTo>
                  <a:pt x="3566385" y="2610099"/>
                  <a:pt x="3519902" y="2749852"/>
                  <a:pt x="3405034" y="2807379"/>
                </a:cubicBezTo>
                <a:lnTo>
                  <a:pt x="3405034" y="2807378"/>
                </a:lnTo>
                <a:cubicBezTo>
                  <a:pt x="3290167" y="2864905"/>
                  <a:pt x="3150414" y="2818422"/>
                  <a:pt x="3092887" y="2703554"/>
                </a:cubicBezTo>
                <a:lnTo>
                  <a:pt x="1907597" y="336823"/>
                </a:lnTo>
                <a:cubicBezTo>
                  <a:pt x="1850070" y="221955"/>
                  <a:pt x="1896553" y="82203"/>
                  <a:pt x="2011421" y="24675"/>
                </a:cubicBezTo>
                <a:cubicBezTo>
                  <a:pt x="2040138" y="10293"/>
                  <a:pt x="2070410" y="2412"/>
                  <a:pt x="2100564" y="475"/>
                </a:cubicBezTo>
                <a:close/>
              </a:path>
            </a:pathLst>
          </a:custGeom>
          <a:solidFill>
            <a:schemeClr val="bg1">
              <a:lumMod val="85000"/>
            </a:schemeClr>
          </a:solidFill>
        </p:spPr>
        <p:txBody>
          <a:bodyPr wrap="square">
            <a:noAutofit/>
          </a:bodyPr>
          <a:lstStyle>
            <a:lvl1pPr>
              <a:defRPr baseline="0"/>
            </a:lvl1pPr>
          </a:lstStyle>
          <a:p>
            <a:r>
              <a:rPr lang="id-ID" dirty="0" smtClean="0"/>
              <a:t>Pic here</a:t>
            </a:r>
            <a:endParaRPr lang="en-AU" dirty="0"/>
          </a:p>
        </p:txBody>
      </p:sp>
      <p:sp>
        <p:nvSpPr>
          <p:cNvPr id="18" name="Text Placeholder 21"/>
          <p:cNvSpPr>
            <a:spLocks noGrp="1"/>
          </p:cNvSpPr>
          <p:nvPr>
            <p:ph type="body" sz="quarter" idx="21"/>
          </p:nvPr>
        </p:nvSpPr>
        <p:spPr>
          <a:xfrm>
            <a:off x="1727496" y="5567867"/>
            <a:ext cx="3109912" cy="291162"/>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0"/>
          </p:nvPr>
        </p:nvSpPr>
        <p:spPr>
          <a:xfrm>
            <a:off x="7315633" y="2417115"/>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2"/>
          </p:nvPr>
        </p:nvSpPr>
        <p:spPr>
          <a:xfrm>
            <a:off x="7315633" y="2715386"/>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3"/>
          </p:nvPr>
        </p:nvSpPr>
        <p:spPr>
          <a:xfrm>
            <a:off x="7315633" y="3436112"/>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24"/>
          </p:nvPr>
        </p:nvSpPr>
        <p:spPr>
          <a:xfrm>
            <a:off x="7315633" y="3734383"/>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5"/>
          </p:nvPr>
        </p:nvSpPr>
        <p:spPr>
          <a:xfrm>
            <a:off x="7315633" y="4449520"/>
            <a:ext cx="4396942" cy="256811"/>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6"/>
          </p:nvPr>
        </p:nvSpPr>
        <p:spPr>
          <a:xfrm>
            <a:off x="7315633" y="4747791"/>
            <a:ext cx="4396942" cy="448573"/>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Oval 24"/>
          <p:cNvSpPr/>
          <p:nvPr userDrawn="1"/>
        </p:nvSpPr>
        <p:spPr>
          <a:xfrm>
            <a:off x="6059039" y="6567361"/>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6" name="Oval 25"/>
          <p:cNvSpPr/>
          <p:nvPr userDrawn="1"/>
        </p:nvSpPr>
        <p:spPr>
          <a:xfrm>
            <a:off x="5867450" y="6278852"/>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Oval 26"/>
          <p:cNvSpPr/>
          <p:nvPr userDrawn="1"/>
        </p:nvSpPr>
        <p:spPr>
          <a:xfrm>
            <a:off x="6104759" y="6188934"/>
            <a:ext cx="130810" cy="13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8" name="Oval 27"/>
          <p:cNvSpPr/>
          <p:nvPr userDrawn="1"/>
        </p:nvSpPr>
        <p:spPr>
          <a:xfrm>
            <a:off x="6276844" y="6207097"/>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Oval 28"/>
          <p:cNvSpPr/>
          <p:nvPr userDrawn="1"/>
        </p:nvSpPr>
        <p:spPr>
          <a:xfrm>
            <a:off x="5932674" y="5972031"/>
            <a:ext cx="196034" cy="19603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Oval 29"/>
          <p:cNvSpPr/>
          <p:nvPr userDrawn="1"/>
        </p:nvSpPr>
        <p:spPr>
          <a:xfrm>
            <a:off x="6194113" y="5651678"/>
            <a:ext cx="414701" cy="41470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1" name="Oval 30"/>
          <p:cNvSpPr/>
          <p:nvPr userDrawn="1"/>
        </p:nvSpPr>
        <p:spPr>
          <a:xfrm>
            <a:off x="5655825" y="5288725"/>
            <a:ext cx="538288" cy="53828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Tree>
    <p:extLst>
      <p:ext uri="{BB962C8B-B14F-4D97-AF65-F5344CB8AC3E}">
        <p14:creationId xmlns:p14="http://schemas.microsoft.com/office/powerpoint/2010/main" val="27103383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2000"/>
                            </p:stCondLst>
                            <p:childTnLst>
                              <p:par>
                                <p:cTn id="23" presetID="42" presetClass="entr" presetSubtype="0" fill="hold" grpId="0" nodeType="afterEffect" nodePh="1">
                                  <p:stCondLst>
                                    <p:cond delay="0"/>
                                  </p:stCondLst>
                                  <p:endCondLst>
                                    <p:cond evt="begin" delay="0">
                                      <p:tn val="23"/>
                                    </p:cond>
                                  </p:endCondLst>
                                  <p:childTnLst>
                                    <p:set>
                                      <p:cBhvr>
                                        <p:cTn id="24" dur="1" fill="hold">
                                          <p:stCondLst>
                                            <p:cond delay="0"/>
                                          </p:stCondLst>
                                        </p:cTn>
                                        <p:tgtEl>
                                          <p:spTgt spid="18">
                                            <p:txEl>
                                              <p:pRg st="0" end="0"/>
                                            </p:txEl>
                                          </p:spTgt>
                                        </p:tgtEl>
                                        <p:attrNameLst>
                                          <p:attrName>style.visibility</p:attrName>
                                        </p:attrNameLst>
                                      </p:cBhvr>
                                      <p:to>
                                        <p:strVal val="visible"/>
                                      </p:to>
                                    </p:set>
                                    <p:animEffect transition="in" filter="fade">
                                      <p:cBhvr>
                                        <p:cTn id="25" dur="500"/>
                                        <p:tgtEl>
                                          <p:spTgt spid="18">
                                            <p:txEl>
                                              <p:pRg st="0" end="0"/>
                                            </p:txEl>
                                          </p:spTgt>
                                        </p:tgtEl>
                                      </p:cBhvr>
                                    </p:animEffect>
                                    <p:anim calcmode="lin" valueType="num">
                                      <p:cBhvr>
                                        <p:cTn id="2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4">
                                            <p:txEl>
                                              <p:pRg st="0" end="0"/>
                                            </p:txEl>
                                          </p:spTgt>
                                        </p:tgtEl>
                                        <p:attrNameLst>
                                          <p:attrName>style.visibility</p:attrName>
                                        </p:attrNameLst>
                                      </p:cBhvr>
                                      <p:to>
                                        <p:strVal val="visible"/>
                                      </p:to>
                                    </p:set>
                                    <p:anim calcmode="lin" valueType="num">
                                      <p:cBhvr>
                                        <p:cTn id="31"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4">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fade">
                                      <p:cBhvr>
                                        <p:cTn id="37" dur="500"/>
                                        <p:tgtEl>
                                          <p:spTgt spid="15">
                                            <p:txEl>
                                              <p:pRg st="0" end="0"/>
                                            </p:txEl>
                                          </p:spTgt>
                                        </p:tgtEl>
                                      </p:cBhvr>
                                    </p:animEffect>
                                    <p:anim calcmode="lin" valueType="num">
                                      <p:cBhvr>
                                        <p:cTn id="3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1">
                                            <p:txEl>
                                              <p:pRg st="0" end="0"/>
                                            </p:txEl>
                                          </p:spTgt>
                                        </p:tgtEl>
                                        <p:attrNameLst>
                                          <p:attrName>style.visibility</p:attrName>
                                        </p:attrNameLst>
                                      </p:cBhvr>
                                      <p:to>
                                        <p:strVal val="visible"/>
                                      </p:to>
                                    </p:set>
                                    <p:anim calcmode="lin" valueType="num">
                                      <p:cBhvr>
                                        <p:cTn id="4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1">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1">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anim calcmode="lin" valueType="num">
                                      <p:cBhvr>
                                        <p:cTn id="5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45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 calcmode="lin" valueType="num">
                                      <p:cBhvr>
                                        <p:cTn id="55"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56"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57" dur="500"/>
                                        <p:tgtEl>
                                          <p:spTgt spid="23">
                                            <p:txEl>
                                              <p:pRg st="0" end="0"/>
                                            </p:txEl>
                                          </p:spTgt>
                                        </p:tgtEl>
                                      </p:cBhvr>
                                    </p:animEffect>
                                  </p:childTnLst>
                                </p:cTn>
                              </p:par>
                            </p:childTnLst>
                          </p:cTn>
                        </p:par>
                        <p:par>
                          <p:cTn id="58" fill="hold">
                            <p:stCondLst>
                              <p:cond delay="5000"/>
                            </p:stCondLst>
                            <p:childTnLst>
                              <p:par>
                                <p:cTn id="59" presetID="42" presetClass="entr" presetSubtype="0" fill="hold" grpId="0" nodeType="afterEffect" nodePh="1">
                                  <p:stCondLst>
                                    <p:cond delay="0"/>
                                  </p:stCondLst>
                                  <p:endCondLst>
                                    <p:cond evt="begin" delay="0">
                                      <p:tn val="59"/>
                                    </p:cond>
                                  </p:end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anim calcmode="lin" valueType="num">
                                      <p:cBhvr>
                                        <p:cTn id="62"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5500"/>
                            </p:stCondLst>
                            <p:childTnLst>
                              <p:par>
                                <p:cTn id="65" presetID="42"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anim calcmode="lin" valueType="num">
                                      <p:cBhvr>
                                        <p:cTn id="68" dur="500" fill="hold"/>
                                        <p:tgtEl>
                                          <p:spTgt spid="25"/>
                                        </p:tgtEl>
                                        <p:attrNameLst>
                                          <p:attrName>ppt_x</p:attrName>
                                        </p:attrNameLst>
                                      </p:cBhvr>
                                      <p:tavLst>
                                        <p:tav tm="0">
                                          <p:val>
                                            <p:strVal val="#ppt_x"/>
                                          </p:val>
                                        </p:tav>
                                        <p:tav tm="100000">
                                          <p:val>
                                            <p:strVal val="#ppt_x"/>
                                          </p:val>
                                        </p:tav>
                                      </p:tavLst>
                                    </p:anim>
                                    <p:anim calcmode="lin" valueType="num">
                                      <p:cBhvr>
                                        <p:cTn id="69" dur="500" fill="hold"/>
                                        <p:tgtEl>
                                          <p:spTgt spid="25"/>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anim calcmode="lin" valueType="num">
                                      <p:cBhvr>
                                        <p:cTn id="73" dur="500" fill="hold"/>
                                        <p:tgtEl>
                                          <p:spTgt spid="26"/>
                                        </p:tgtEl>
                                        <p:attrNameLst>
                                          <p:attrName>ppt_x</p:attrName>
                                        </p:attrNameLst>
                                      </p:cBhvr>
                                      <p:tavLst>
                                        <p:tav tm="0">
                                          <p:val>
                                            <p:strVal val="#ppt_x"/>
                                          </p:val>
                                        </p:tav>
                                        <p:tav tm="100000">
                                          <p:val>
                                            <p:strVal val="#ppt_x"/>
                                          </p:val>
                                        </p:tav>
                                      </p:tavLst>
                                    </p:anim>
                                    <p:anim calcmode="lin" valueType="num">
                                      <p:cBhvr>
                                        <p:cTn id="74" dur="500" fill="hold"/>
                                        <p:tgtEl>
                                          <p:spTgt spid="2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anim calcmode="lin" valueType="num">
                                      <p:cBhvr>
                                        <p:cTn id="78" dur="500" fill="hold"/>
                                        <p:tgtEl>
                                          <p:spTgt spid="27"/>
                                        </p:tgtEl>
                                        <p:attrNameLst>
                                          <p:attrName>ppt_x</p:attrName>
                                        </p:attrNameLst>
                                      </p:cBhvr>
                                      <p:tavLst>
                                        <p:tav tm="0">
                                          <p:val>
                                            <p:strVal val="#ppt_x"/>
                                          </p:val>
                                        </p:tav>
                                        <p:tav tm="100000">
                                          <p:val>
                                            <p:strVal val="#ppt_x"/>
                                          </p:val>
                                        </p:tav>
                                      </p:tavLst>
                                    </p:anim>
                                    <p:anim calcmode="lin" valueType="num">
                                      <p:cBhvr>
                                        <p:cTn id="79" dur="500" fill="hold"/>
                                        <p:tgtEl>
                                          <p:spTgt spid="27"/>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anim calcmode="lin" valueType="num">
                                      <p:cBhvr>
                                        <p:cTn id="83" dur="500" fill="hold"/>
                                        <p:tgtEl>
                                          <p:spTgt spid="28"/>
                                        </p:tgtEl>
                                        <p:attrNameLst>
                                          <p:attrName>ppt_x</p:attrName>
                                        </p:attrNameLst>
                                      </p:cBhvr>
                                      <p:tavLst>
                                        <p:tav tm="0">
                                          <p:val>
                                            <p:strVal val="#ppt_x"/>
                                          </p:val>
                                        </p:tav>
                                        <p:tav tm="100000">
                                          <p:val>
                                            <p:strVal val="#ppt_x"/>
                                          </p:val>
                                        </p:tav>
                                      </p:tavLst>
                                    </p:anim>
                                    <p:anim calcmode="lin" valueType="num">
                                      <p:cBhvr>
                                        <p:cTn id="84" dur="500" fill="hold"/>
                                        <p:tgtEl>
                                          <p:spTgt spid="28"/>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anim calcmode="lin" valueType="num">
                                      <p:cBhvr>
                                        <p:cTn id="88" dur="500" fill="hold"/>
                                        <p:tgtEl>
                                          <p:spTgt spid="29"/>
                                        </p:tgtEl>
                                        <p:attrNameLst>
                                          <p:attrName>ppt_x</p:attrName>
                                        </p:attrNameLst>
                                      </p:cBhvr>
                                      <p:tavLst>
                                        <p:tav tm="0">
                                          <p:val>
                                            <p:strVal val="#ppt_x"/>
                                          </p:val>
                                        </p:tav>
                                        <p:tav tm="100000">
                                          <p:val>
                                            <p:strVal val="#ppt_x"/>
                                          </p:val>
                                        </p:tav>
                                      </p:tavLst>
                                    </p:anim>
                                    <p:anim calcmode="lin" valueType="num">
                                      <p:cBhvr>
                                        <p:cTn id="89" dur="500" fill="hold"/>
                                        <p:tgtEl>
                                          <p:spTgt spid="29"/>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fade">
                                      <p:cBhvr>
                                        <p:cTn id="92" dur="500"/>
                                        <p:tgtEl>
                                          <p:spTgt spid="30"/>
                                        </p:tgtEl>
                                      </p:cBhvr>
                                    </p:animEffect>
                                    <p:anim calcmode="lin" valueType="num">
                                      <p:cBhvr>
                                        <p:cTn id="93" dur="500" fill="hold"/>
                                        <p:tgtEl>
                                          <p:spTgt spid="30"/>
                                        </p:tgtEl>
                                        <p:attrNameLst>
                                          <p:attrName>ppt_x</p:attrName>
                                        </p:attrNameLst>
                                      </p:cBhvr>
                                      <p:tavLst>
                                        <p:tav tm="0">
                                          <p:val>
                                            <p:strVal val="#ppt_x"/>
                                          </p:val>
                                        </p:tav>
                                        <p:tav tm="100000">
                                          <p:val>
                                            <p:strVal val="#ppt_x"/>
                                          </p:val>
                                        </p:tav>
                                      </p:tavLst>
                                    </p:anim>
                                    <p:anim calcmode="lin" valueType="num">
                                      <p:cBhvr>
                                        <p:cTn id="94" dur="500" fill="hold"/>
                                        <p:tgtEl>
                                          <p:spTgt spid="30"/>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anim calcmode="lin" valueType="num">
                                      <p:cBhvr>
                                        <p:cTn id="98" dur="500" fill="hold"/>
                                        <p:tgtEl>
                                          <p:spTgt spid="31"/>
                                        </p:tgtEl>
                                        <p:attrNameLst>
                                          <p:attrName>ppt_x</p:attrName>
                                        </p:attrNameLst>
                                      </p:cBhvr>
                                      <p:tavLst>
                                        <p:tav tm="0">
                                          <p:val>
                                            <p:strVal val="#ppt_x"/>
                                          </p:val>
                                        </p:tav>
                                        <p:tav tm="100000">
                                          <p:val>
                                            <p:strVal val="#ppt_x"/>
                                          </p:val>
                                        </p:tav>
                                      </p:tavLst>
                                    </p:anim>
                                    <p:anim calcmode="lin" valueType="num">
                                      <p:cBhvr>
                                        <p:cTn id="99" dur="5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7" grpId="0" animBg="1"/>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 calcmode="lin" valueType="num">
                      <p:cBhvr>
                        <p:cTn dur="500" fill="hold"/>
                        <p:tgtEl>
                          <p:spTgt spid="14"/>
                        </p:tgtEl>
                        <p:attrNameLst>
                          <p:attrName>ppt_w</p:attrName>
                        </p:attrNameLst>
                      </p:cBhvr>
                      <p:tavLst>
                        <p:tav tm="0">
                          <p:val>
                            <p:fltVal val="0"/>
                          </p:val>
                        </p:tav>
                        <p:tav tm="100000">
                          <p:val>
                            <p:strVal val="#ppt_w"/>
                          </p:val>
                        </p:tav>
                      </p:tavLst>
                    </p:anim>
                    <p:anim calcmode="lin" valueType="num">
                      <p:cBhvr>
                        <p:cTn dur="500" fill="hold"/>
                        <p:tgtEl>
                          <p:spTgt spid="14"/>
                        </p:tgtEl>
                        <p:attrNameLst>
                          <p:attrName>ppt_h</p:attrName>
                        </p:attrNameLst>
                      </p:cBhvr>
                      <p:tavLst>
                        <p:tav tm="0">
                          <p:val>
                            <p:fltVal val="0"/>
                          </p:val>
                        </p:tav>
                        <p:tav tm="100000">
                          <p:val>
                            <p:strVal val="#ppt_h"/>
                          </p:val>
                        </p:tav>
                      </p:tavLst>
                    </p:anim>
                    <p:animEffect transition="in" filter="fade">
                      <p:cBhvr>
                        <p:cTn dur="500"/>
                        <p:tgtEl>
                          <p:spTgt spid="14"/>
                        </p:tgtEl>
                      </p:cBhvr>
                    </p:animEffect>
                  </p:childTnLst>
                </p:cTn>
              </p:par>
            </p:tnLst>
          </p:tmpl>
        </p:tmplLst>
      </p:bldP>
      <p:bldP spid="1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anim calcmode="lin" valueType="num">
                      <p:cBhvr>
                        <p:cTn dur="500" fill="hold"/>
                        <p:tgtEl>
                          <p:spTgt spid="15"/>
                        </p:tgtEl>
                        <p:attrNameLst>
                          <p:attrName>ppt_x</p:attrName>
                        </p:attrNameLst>
                      </p:cBhvr>
                      <p:tavLst>
                        <p:tav tm="0">
                          <p:val>
                            <p:strVal val="#ppt_x"/>
                          </p:val>
                        </p:tav>
                        <p:tav tm="100000">
                          <p:val>
                            <p:strVal val="#ppt_x"/>
                          </p:val>
                        </p:tav>
                      </p:tavLst>
                    </p:anim>
                    <p:anim calcmode="lin" valueType="num">
                      <p:cBhvr>
                        <p:cTn dur="500" fill="hold"/>
                        <p:tgtEl>
                          <p:spTgt spid="15"/>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 calcmode="lin" valueType="num">
                      <p:cBhvr>
                        <p:cTn dur="500" fill="hold"/>
                        <p:tgtEl>
                          <p:spTgt spid="21"/>
                        </p:tgtEl>
                        <p:attrNameLst>
                          <p:attrName>ppt_w</p:attrName>
                        </p:attrNameLst>
                      </p:cBhvr>
                      <p:tavLst>
                        <p:tav tm="0">
                          <p:val>
                            <p:fltVal val="0"/>
                          </p:val>
                        </p:tav>
                        <p:tav tm="100000">
                          <p:val>
                            <p:strVal val="#ppt_w"/>
                          </p:val>
                        </p:tav>
                      </p:tavLst>
                    </p:anim>
                    <p:anim calcmode="lin" valueType="num">
                      <p:cBhvr>
                        <p:cTn dur="500" fill="hold"/>
                        <p:tgtEl>
                          <p:spTgt spid="21"/>
                        </p:tgtEl>
                        <p:attrNameLst>
                          <p:attrName>ppt_h</p:attrName>
                        </p:attrNameLst>
                      </p:cBhvr>
                      <p:tavLst>
                        <p:tav tm="0">
                          <p:val>
                            <p:fltVal val="0"/>
                          </p:val>
                        </p:tav>
                        <p:tav tm="100000">
                          <p:val>
                            <p:strVal val="#ppt_h"/>
                          </p:val>
                        </p:tav>
                      </p:tavLst>
                    </p:anim>
                    <p:animEffect transition="in" filter="fade">
                      <p:cBhvr>
                        <p:cTn dur="500"/>
                        <p:tgtEl>
                          <p:spTgt spid="21"/>
                        </p:tgtEl>
                      </p:cBhvr>
                    </p:animEffect>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animBg="1"/>
      <p:bldP spid="27" grpId="0" animBg="1"/>
      <p:bldP spid="28" grpId="0" animBg="1"/>
      <p:bldP spid="29" grpId="0" animBg="1"/>
      <p:bldP spid="30" grpId="0" animBg="1"/>
      <p:bldP spid="31" grpId="0" animBg="1"/>
    </p:bldLst>
  </p:timing>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C3F85291-CA36-7D47-9F35-17E1ED6E8DA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18266677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7"/>
          <p:cNvSpPr>
            <a:spLocks noGrp="1"/>
          </p:cNvSpPr>
          <p:nvPr>
            <p:ph type="pic" sz="quarter" idx="14" hasCustomPrompt="1"/>
          </p:nvPr>
        </p:nvSpPr>
        <p:spPr>
          <a:xfrm>
            <a:off x="0" y="0"/>
            <a:ext cx="40386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515F87C-AF58-C34F-9A57-5839303CED04}"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5" name="Picture Placeholder 34"/>
          <p:cNvSpPr>
            <a:spLocks noGrp="1"/>
          </p:cNvSpPr>
          <p:nvPr>
            <p:ph type="pic" sz="quarter" idx="15" hasCustomPrompt="1"/>
          </p:nvPr>
        </p:nvSpPr>
        <p:spPr>
          <a:xfrm>
            <a:off x="2768558" y="2247607"/>
            <a:ext cx="1435225" cy="1418415"/>
          </a:xfrm>
          <a:custGeom>
            <a:avLst/>
            <a:gdLst>
              <a:gd name="connsiteX0" fmla="*/ 1419184 w 1435225"/>
              <a:gd name="connsiteY0" fmla="*/ 0 h 1418415"/>
              <a:gd name="connsiteX1" fmla="*/ 1435225 w 1435225"/>
              <a:gd name="connsiteY1" fmla="*/ 810 h 1418415"/>
              <a:gd name="connsiteX2" fmla="*/ 1435225 w 1435225"/>
              <a:gd name="connsiteY2" fmla="*/ 138129 h 1418415"/>
              <a:gd name="connsiteX3" fmla="*/ 1419184 w 1435225"/>
              <a:gd name="connsiteY3" fmla="*/ 137319 h 1418415"/>
              <a:gd name="connsiteX4" fmla="*/ 143897 w 1435225"/>
              <a:gd name="connsiteY4" fmla="*/ 1288158 h 1418415"/>
              <a:gd name="connsiteX5" fmla="*/ 137319 w 1435225"/>
              <a:gd name="connsiteY5" fmla="*/ 1418415 h 1418415"/>
              <a:gd name="connsiteX6" fmla="*/ 0 w 1435225"/>
              <a:gd name="connsiteY6" fmla="*/ 1418415 h 1418415"/>
              <a:gd name="connsiteX7" fmla="*/ 7287 w 1435225"/>
              <a:gd name="connsiteY7" fmla="*/ 1274118 h 1418415"/>
              <a:gd name="connsiteX8" fmla="*/ 1419184 w 1435225"/>
              <a:gd name="connsiteY8"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225" h="1418415">
                <a:moveTo>
                  <a:pt x="1419184" y="0"/>
                </a:moveTo>
                <a:lnTo>
                  <a:pt x="1435225" y="810"/>
                </a:lnTo>
                <a:lnTo>
                  <a:pt x="1435225" y="138129"/>
                </a:lnTo>
                <a:lnTo>
                  <a:pt x="1419184" y="137319"/>
                </a:lnTo>
                <a:cubicBezTo>
                  <a:pt x="755456" y="137319"/>
                  <a:pt x="209543" y="641749"/>
                  <a:pt x="143897" y="1288158"/>
                </a:cubicBezTo>
                <a:lnTo>
                  <a:pt x="137319" y="1418415"/>
                </a:lnTo>
                <a:lnTo>
                  <a:pt x="0" y="1418415"/>
                </a:lnTo>
                <a:lnTo>
                  <a:pt x="7287" y="1274118"/>
                </a:lnTo>
                <a:cubicBezTo>
                  <a:pt x="79965" y="558465"/>
                  <a:pt x="684357" y="0"/>
                  <a:pt x="1419184" y="0"/>
                </a:cubicBezTo>
                <a:close/>
              </a:path>
            </a:pathLst>
          </a:custGeom>
          <a:solidFill>
            <a:schemeClr val="accent2"/>
          </a:solidFill>
          <a:ln>
            <a:noFill/>
          </a:ln>
        </p:spPr>
        <p:txBody>
          <a:bodyPr wrap="square">
            <a:noAutofit/>
          </a:bodyPr>
          <a:lstStyle>
            <a:lvl1pPr>
              <a:defRPr sz="800"/>
            </a:lvl1pPr>
          </a:lstStyle>
          <a:p>
            <a:r>
              <a:rPr lang="id-ID" dirty="0" smtClean="0"/>
              <a:t>Nopic</a:t>
            </a:r>
            <a:endParaRPr lang="en-AU" dirty="0"/>
          </a:p>
        </p:txBody>
      </p:sp>
      <p:sp>
        <p:nvSpPr>
          <p:cNvPr id="40" name="Picture Placeholder 39"/>
          <p:cNvSpPr>
            <a:spLocks noGrp="1"/>
          </p:cNvSpPr>
          <p:nvPr>
            <p:ph type="pic" sz="quarter" idx="16" hasCustomPrompt="1"/>
          </p:nvPr>
        </p:nvSpPr>
        <p:spPr>
          <a:xfrm>
            <a:off x="4203783" y="2247608"/>
            <a:ext cx="1403184" cy="1418415"/>
          </a:xfrm>
          <a:custGeom>
            <a:avLst/>
            <a:gdLst>
              <a:gd name="connsiteX0" fmla="*/ 0 w 1403184"/>
              <a:gd name="connsiteY0" fmla="*/ 0 h 1418415"/>
              <a:gd name="connsiteX1" fmla="*/ 129067 w 1403184"/>
              <a:gd name="connsiteY1" fmla="*/ 6517 h 1418415"/>
              <a:gd name="connsiteX2" fmla="*/ 1403184 w 1403184"/>
              <a:gd name="connsiteY2" fmla="*/ 1418415 h 1418415"/>
              <a:gd name="connsiteX3" fmla="*/ 1265865 w 1403184"/>
              <a:gd name="connsiteY3" fmla="*/ 1418415 h 1418415"/>
              <a:gd name="connsiteX4" fmla="*/ 115027 w 1403184"/>
              <a:gd name="connsiteY4" fmla="*/ 143128 h 1418415"/>
              <a:gd name="connsiteX5" fmla="*/ 0 w 1403184"/>
              <a:gd name="connsiteY5" fmla="*/ 137319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184" h="1418415">
                <a:moveTo>
                  <a:pt x="0" y="0"/>
                </a:moveTo>
                <a:lnTo>
                  <a:pt x="129067" y="6517"/>
                </a:lnTo>
                <a:cubicBezTo>
                  <a:pt x="844719" y="79196"/>
                  <a:pt x="1403184" y="683588"/>
                  <a:pt x="1403184" y="1418415"/>
                </a:cubicBezTo>
                <a:lnTo>
                  <a:pt x="1265865" y="1418415"/>
                </a:lnTo>
                <a:cubicBezTo>
                  <a:pt x="1265865" y="754687"/>
                  <a:pt x="761435" y="208774"/>
                  <a:pt x="115027" y="143128"/>
                </a:cubicBezTo>
                <a:lnTo>
                  <a:pt x="0" y="137319"/>
                </a:lnTo>
                <a:close/>
              </a:path>
            </a:pathLst>
          </a:custGeom>
          <a:solidFill>
            <a:schemeClr val="accent4"/>
          </a:solidFill>
          <a:ln>
            <a:noFill/>
          </a:ln>
        </p:spPr>
        <p:txBody>
          <a:bodyPr wrap="square">
            <a:noAutofit/>
          </a:bodyPr>
          <a:lstStyle>
            <a:lvl1pPr algn="r">
              <a:defRPr sz="800"/>
            </a:lvl1pPr>
          </a:lstStyle>
          <a:p>
            <a:r>
              <a:rPr lang="id-ID" dirty="0" smtClean="0"/>
              <a:t>Nopic</a:t>
            </a:r>
            <a:endParaRPr lang="en-AU" dirty="0"/>
          </a:p>
        </p:txBody>
      </p:sp>
      <p:sp>
        <p:nvSpPr>
          <p:cNvPr id="43" name="Picture Placeholder 42"/>
          <p:cNvSpPr>
            <a:spLocks noGrp="1"/>
          </p:cNvSpPr>
          <p:nvPr>
            <p:ph type="pic" sz="quarter" idx="17" hasCustomPrompt="1"/>
          </p:nvPr>
        </p:nvSpPr>
        <p:spPr>
          <a:xfrm>
            <a:off x="2768517" y="3664402"/>
            <a:ext cx="1435266" cy="1420035"/>
          </a:xfrm>
          <a:custGeom>
            <a:avLst/>
            <a:gdLst>
              <a:gd name="connsiteX0" fmla="*/ 41 w 1435266"/>
              <a:gd name="connsiteY0" fmla="*/ 0 h 1420035"/>
              <a:gd name="connsiteX1" fmla="*/ 137360 w 1435266"/>
              <a:gd name="connsiteY1" fmla="*/ 0 h 1420035"/>
              <a:gd name="connsiteX2" fmla="*/ 137319 w 1435266"/>
              <a:gd name="connsiteY2" fmla="*/ 810 h 1420035"/>
              <a:gd name="connsiteX3" fmla="*/ 1419225 w 1435266"/>
              <a:gd name="connsiteY3" fmla="*/ 1282716 h 1420035"/>
              <a:gd name="connsiteX4" fmla="*/ 1435266 w 1435266"/>
              <a:gd name="connsiteY4" fmla="*/ 1281906 h 1420035"/>
              <a:gd name="connsiteX5" fmla="*/ 1435266 w 1435266"/>
              <a:gd name="connsiteY5" fmla="*/ 1419225 h 1420035"/>
              <a:gd name="connsiteX6" fmla="*/ 1419225 w 1435266"/>
              <a:gd name="connsiteY6" fmla="*/ 1420035 h 1420035"/>
              <a:gd name="connsiteX7" fmla="*/ 0 w 1435266"/>
              <a:gd name="connsiteY7" fmla="*/ 810 h 142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266" h="1420035">
                <a:moveTo>
                  <a:pt x="41" y="0"/>
                </a:moveTo>
                <a:lnTo>
                  <a:pt x="137360" y="0"/>
                </a:lnTo>
                <a:lnTo>
                  <a:pt x="137319" y="810"/>
                </a:lnTo>
                <a:cubicBezTo>
                  <a:pt x="137319" y="708787"/>
                  <a:pt x="711248" y="1282716"/>
                  <a:pt x="1419225" y="1282716"/>
                </a:cubicBezTo>
                <a:lnTo>
                  <a:pt x="1435266" y="1281906"/>
                </a:lnTo>
                <a:lnTo>
                  <a:pt x="1435266" y="1419225"/>
                </a:lnTo>
                <a:lnTo>
                  <a:pt x="1419225" y="1420035"/>
                </a:lnTo>
                <a:cubicBezTo>
                  <a:pt x="635409" y="1420035"/>
                  <a:pt x="0" y="784626"/>
                  <a:pt x="0" y="810"/>
                </a:cubicBezTo>
                <a:close/>
              </a:path>
            </a:pathLst>
          </a:custGeom>
          <a:solidFill>
            <a:schemeClr val="accent1"/>
          </a:solidFill>
          <a:ln>
            <a:noFill/>
          </a:ln>
        </p:spPr>
        <p:txBody>
          <a:bodyPr wrap="square">
            <a:noAutofit/>
          </a:bodyPr>
          <a:lstStyle>
            <a:lvl1pPr>
              <a:defRPr sz="800"/>
            </a:lvl1pPr>
          </a:lstStyle>
          <a:p>
            <a:r>
              <a:rPr lang="id-ID" dirty="0" smtClean="0"/>
              <a:t>Nopic</a:t>
            </a:r>
            <a:endParaRPr lang="en-AU" dirty="0"/>
          </a:p>
        </p:txBody>
      </p:sp>
      <p:sp>
        <p:nvSpPr>
          <p:cNvPr id="46" name="Picture Placeholder 45"/>
          <p:cNvSpPr>
            <a:spLocks noGrp="1"/>
          </p:cNvSpPr>
          <p:nvPr>
            <p:ph type="pic" sz="quarter" idx="18" hasCustomPrompt="1"/>
          </p:nvPr>
        </p:nvSpPr>
        <p:spPr>
          <a:xfrm>
            <a:off x="4203783" y="3666022"/>
            <a:ext cx="1403184" cy="1418415"/>
          </a:xfrm>
          <a:custGeom>
            <a:avLst/>
            <a:gdLst>
              <a:gd name="connsiteX0" fmla="*/ 1265865 w 1403184"/>
              <a:gd name="connsiteY0" fmla="*/ 0 h 1418415"/>
              <a:gd name="connsiteX1" fmla="*/ 1403184 w 1403184"/>
              <a:gd name="connsiteY1" fmla="*/ 0 h 1418415"/>
              <a:gd name="connsiteX2" fmla="*/ 129067 w 1403184"/>
              <a:gd name="connsiteY2" fmla="*/ 1411898 h 1418415"/>
              <a:gd name="connsiteX3" fmla="*/ 0 w 1403184"/>
              <a:gd name="connsiteY3" fmla="*/ 1418415 h 1418415"/>
              <a:gd name="connsiteX4" fmla="*/ 0 w 1403184"/>
              <a:gd name="connsiteY4" fmla="*/ 1281096 h 1418415"/>
              <a:gd name="connsiteX5" fmla="*/ 115027 w 1403184"/>
              <a:gd name="connsiteY5" fmla="*/ 1275288 h 1418415"/>
              <a:gd name="connsiteX6" fmla="*/ 1265865 w 1403184"/>
              <a:gd name="connsiteY6" fmla="*/ 0 h 141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184" h="1418415">
                <a:moveTo>
                  <a:pt x="1265865" y="0"/>
                </a:moveTo>
                <a:lnTo>
                  <a:pt x="1403184" y="0"/>
                </a:lnTo>
                <a:cubicBezTo>
                  <a:pt x="1403184" y="734828"/>
                  <a:pt x="844719" y="1339219"/>
                  <a:pt x="129067" y="1411898"/>
                </a:cubicBezTo>
                <a:lnTo>
                  <a:pt x="0" y="1418415"/>
                </a:lnTo>
                <a:lnTo>
                  <a:pt x="0" y="1281096"/>
                </a:lnTo>
                <a:lnTo>
                  <a:pt x="115027" y="1275288"/>
                </a:lnTo>
                <a:cubicBezTo>
                  <a:pt x="761435" y="1209641"/>
                  <a:pt x="1265865" y="663729"/>
                  <a:pt x="1265865" y="0"/>
                </a:cubicBezTo>
                <a:close/>
              </a:path>
            </a:pathLst>
          </a:custGeom>
          <a:solidFill>
            <a:schemeClr val="accent5"/>
          </a:solidFill>
          <a:ln>
            <a:noFill/>
          </a:ln>
        </p:spPr>
        <p:txBody>
          <a:bodyPr wrap="square">
            <a:noAutofit/>
          </a:bodyPr>
          <a:lstStyle>
            <a:lvl1pPr>
              <a:defRPr sz="800"/>
            </a:lvl1pPr>
          </a:lstStyle>
          <a:p>
            <a:r>
              <a:rPr lang="id-ID" dirty="0" smtClean="0"/>
              <a:t>Nopic</a:t>
            </a:r>
            <a:endParaRPr lang="en-AU" dirty="0"/>
          </a:p>
        </p:txBody>
      </p:sp>
      <p:sp>
        <p:nvSpPr>
          <p:cNvPr id="50" name="Picture Placeholder 49"/>
          <p:cNvSpPr>
            <a:spLocks noGrp="1"/>
          </p:cNvSpPr>
          <p:nvPr>
            <p:ph type="pic" sz="quarter" idx="19" hasCustomPrompt="1"/>
          </p:nvPr>
        </p:nvSpPr>
        <p:spPr>
          <a:xfrm>
            <a:off x="2941304" y="2416943"/>
            <a:ext cx="2492875" cy="2494587"/>
          </a:xfrm>
          <a:custGeom>
            <a:avLst/>
            <a:gdLst>
              <a:gd name="connsiteX0" fmla="*/ 1103672 w 2207344"/>
              <a:gd name="connsiteY0" fmla="*/ 0 h 2208860"/>
              <a:gd name="connsiteX1" fmla="*/ 2207344 w 2207344"/>
              <a:gd name="connsiteY1" fmla="*/ 1104430 h 2208860"/>
              <a:gd name="connsiteX2" fmla="*/ 1103672 w 2207344"/>
              <a:gd name="connsiteY2" fmla="*/ 2208860 h 2208860"/>
              <a:gd name="connsiteX3" fmla="*/ 0 w 2207344"/>
              <a:gd name="connsiteY3" fmla="*/ 1104430 h 2208860"/>
              <a:gd name="connsiteX4" fmla="*/ 1103672 w 2207344"/>
              <a:gd name="connsiteY4" fmla="*/ 0 h 220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344" h="2208860">
                <a:moveTo>
                  <a:pt x="1103672" y="0"/>
                </a:moveTo>
                <a:cubicBezTo>
                  <a:pt x="1713213" y="0"/>
                  <a:pt x="2207344" y="494470"/>
                  <a:pt x="2207344" y="1104430"/>
                </a:cubicBezTo>
                <a:cubicBezTo>
                  <a:pt x="2207344" y="1714390"/>
                  <a:pt x="1713213" y="2208860"/>
                  <a:pt x="1103672" y="2208860"/>
                </a:cubicBezTo>
                <a:cubicBezTo>
                  <a:pt x="494131" y="2208860"/>
                  <a:pt x="0" y="1714390"/>
                  <a:pt x="0" y="1104430"/>
                </a:cubicBezTo>
                <a:cubicBezTo>
                  <a:pt x="0" y="494470"/>
                  <a:pt x="494131" y="0"/>
                  <a:pt x="1103672" y="0"/>
                </a:cubicBezTo>
                <a:close/>
              </a:path>
            </a:pathLst>
          </a:custGeom>
          <a:solidFill>
            <a:schemeClr val="accent3"/>
          </a:solidFill>
        </p:spPr>
        <p:txBody>
          <a:bodyPr wrap="square">
            <a:noAutofit/>
          </a:bodyPr>
          <a:lstStyle>
            <a:lvl1pPr>
              <a:defRPr/>
            </a:lvl1pPr>
          </a:lstStyle>
          <a:p>
            <a:r>
              <a:rPr lang="id-ID" dirty="0" smtClean="0"/>
              <a:t>Nopic</a:t>
            </a:r>
            <a:endParaRPr lang="en-AU" dirty="0"/>
          </a:p>
        </p:txBody>
      </p:sp>
      <p:sp>
        <p:nvSpPr>
          <p:cNvPr id="51" name="Text Placeholder 21"/>
          <p:cNvSpPr>
            <a:spLocks noGrp="1"/>
          </p:cNvSpPr>
          <p:nvPr>
            <p:ph type="body" sz="quarter" idx="20"/>
          </p:nvPr>
        </p:nvSpPr>
        <p:spPr>
          <a:xfrm>
            <a:off x="6095999" y="198658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2" name="Text Placeholder 21"/>
          <p:cNvSpPr>
            <a:spLocks noGrp="1"/>
          </p:cNvSpPr>
          <p:nvPr>
            <p:ph type="body" sz="quarter" idx="21"/>
          </p:nvPr>
        </p:nvSpPr>
        <p:spPr>
          <a:xfrm>
            <a:off x="6095999" y="2395699"/>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3" name="Text Placeholder 21"/>
          <p:cNvSpPr>
            <a:spLocks noGrp="1"/>
          </p:cNvSpPr>
          <p:nvPr>
            <p:ph type="body" sz="quarter" idx="22" hasCustomPrompt="1"/>
          </p:nvPr>
        </p:nvSpPr>
        <p:spPr>
          <a:xfrm>
            <a:off x="6122109" y="4374419"/>
            <a:ext cx="5616575" cy="360363"/>
          </a:xfrm>
        </p:spPr>
        <p:txBody>
          <a:bodyPr>
            <a:noAutofit/>
          </a:bodyPr>
          <a:lstStyle>
            <a:lvl1pPr>
              <a:defRPr sz="60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a:t>
            </a:r>
            <a:endParaRPr lang="en-AU" dirty="0"/>
          </a:p>
        </p:txBody>
      </p:sp>
      <p:sp>
        <p:nvSpPr>
          <p:cNvPr id="54" name="Text Placeholder 21"/>
          <p:cNvSpPr>
            <a:spLocks noGrp="1"/>
          </p:cNvSpPr>
          <p:nvPr>
            <p:ph type="body" sz="quarter" idx="23"/>
          </p:nvPr>
        </p:nvSpPr>
        <p:spPr>
          <a:xfrm>
            <a:off x="6122109" y="4828372"/>
            <a:ext cx="5616575" cy="1337478"/>
          </a:xfrm>
        </p:spPr>
        <p:txBody>
          <a:bodyPr>
            <a:normAutofit/>
          </a:bodyPr>
          <a:lstStyle>
            <a:lvl1pPr>
              <a:defRPr sz="1400" i="1">
                <a:solidFill>
                  <a:schemeClr val="tx1">
                    <a:lumMod val="75000"/>
                    <a:lumOff val="25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7714079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50"/>
                                        </p:tgtEl>
                                        <p:attrNameLst>
                                          <p:attrName>style.visibility</p:attrName>
                                        </p:attrNameLst>
                                      </p:cBhvr>
                                      <p:to>
                                        <p:strVal val="visible"/>
                                      </p:to>
                                    </p:set>
                                    <p:animEffect transition="in" filter="fade">
                                      <p:cBhvr>
                                        <p:cTn id="27" dur="500"/>
                                        <p:tgtEl>
                                          <p:spTgt spid="50"/>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wipe(down)">
                                      <p:cBhvr>
                                        <p:cTn id="31" dur="500"/>
                                        <p:tgtEl>
                                          <p:spTgt spid="35"/>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500"/>
                                        <p:tgtEl>
                                          <p:spTgt spid="40"/>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wipe(up)">
                                      <p:cBhvr>
                                        <p:cTn id="37" dur="500"/>
                                        <p:tgtEl>
                                          <p:spTgt spid="4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500"/>
                                        <p:tgtEl>
                                          <p:spTgt spid="43"/>
                                        </p:tgtEl>
                                      </p:cBhvr>
                                    </p:animEffect>
                                  </p:childTnLst>
                                </p:cTn>
                              </p:par>
                            </p:childTnLst>
                          </p:cTn>
                        </p:par>
                        <p:par>
                          <p:cTn id="41" fill="hold">
                            <p:stCondLst>
                              <p:cond delay="3000"/>
                            </p:stCondLst>
                            <p:childTnLst>
                              <p:par>
                                <p:cTn id="42" presetID="53" presetClass="entr" presetSubtype="16" fill="hold" grpId="0" nodeType="afterEffect" nodePh="1">
                                  <p:stCondLst>
                                    <p:cond delay="0"/>
                                  </p:stCondLst>
                                  <p:endCondLst>
                                    <p:cond evt="begin" delay="0">
                                      <p:tn val="42"/>
                                    </p:cond>
                                  </p:endCondLst>
                                  <p:childTnLst>
                                    <p:set>
                                      <p:cBhvr>
                                        <p:cTn id="43" dur="1" fill="hold">
                                          <p:stCondLst>
                                            <p:cond delay="0"/>
                                          </p:stCondLst>
                                        </p:cTn>
                                        <p:tgtEl>
                                          <p:spTgt spid="51">
                                            <p:txEl>
                                              <p:pRg st="0" end="0"/>
                                            </p:txEl>
                                          </p:spTgt>
                                        </p:tgtEl>
                                        <p:attrNameLst>
                                          <p:attrName>style.visibility</p:attrName>
                                        </p:attrNameLst>
                                      </p:cBhvr>
                                      <p:to>
                                        <p:strVal val="visible"/>
                                      </p:to>
                                    </p:set>
                                    <p:anim calcmode="lin" valueType="num">
                                      <p:cBhvr>
                                        <p:cTn id="44" dur="500" fill="hold"/>
                                        <p:tgtEl>
                                          <p:spTgt spid="51">
                                            <p:txEl>
                                              <p:pRg st="0" end="0"/>
                                            </p:txEl>
                                          </p:spTgt>
                                        </p:tgtEl>
                                        <p:attrNameLst>
                                          <p:attrName>ppt_w</p:attrName>
                                        </p:attrNameLst>
                                      </p:cBhvr>
                                      <p:tavLst>
                                        <p:tav tm="0">
                                          <p:val>
                                            <p:fltVal val="0"/>
                                          </p:val>
                                        </p:tav>
                                        <p:tav tm="100000">
                                          <p:val>
                                            <p:strVal val="#ppt_w"/>
                                          </p:val>
                                        </p:tav>
                                      </p:tavLst>
                                    </p:anim>
                                    <p:anim calcmode="lin" valueType="num">
                                      <p:cBhvr>
                                        <p:cTn id="45" dur="500" fill="hold"/>
                                        <p:tgtEl>
                                          <p:spTgt spid="51">
                                            <p:txEl>
                                              <p:pRg st="0" end="0"/>
                                            </p:txEl>
                                          </p:spTgt>
                                        </p:tgtEl>
                                        <p:attrNameLst>
                                          <p:attrName>ppt_h</p:attrName>
                                        </p:attrNameLst>
                                      </p:cBhvr>
                                      <p:tavLst>
                                        <p:tav tm="0">
                                          <p:val>
                                            <p:fltVal val="0"/>
                                          </p:val>
                                        </p:tav>
                                        <p:tav tm="100000">
                                          <p:val>
                                            <p:strVal val="#ppt_h"/>
                                          </p:val>
                                        </p:tav>
                                      </p:tavLst>
                                    </p:anim>
                                    <p:animEffect transition="in" filter="fade">
                                      <p:cBhvr>
                                        <p:cTn id="46" dur="500"/>
                                        <p:tgtEl>
                                          <p:spTgt spid="51">
                                            <p:txEl>
                                              <p:pRg st="0" end="0"/>
                                            </p:txEl>
                                          </p:spTgt>
                                        </p:tgtEl>
                                      </p:cBhvr>
                                    </p:animEffect>
                                  </p:childTnLst>
                                </p:cTn>
                              </p:par>
                            </p:childTnLst>
                          </p:cTn>
                        </p:par>
                        <p:par>
                          <p:cTn id="47" fill="hold">
                            <p:stCondLst>
                              <p:cond delay="3500"/>
                            </p:stCondLst>
                            <p:childTnLst>
                              <p:par>
                                <p:cTn id="48" presetID="42" presetClass="entr" presetSubtype="0" fill="hold" grpId="0" nodeType="afterEffect" nodePh="1">
                                  <p:stCondLst>
                                    <p:cond delay="0"/>
                                  </p:stCondLst>
                                  <p:endCondLst>
                                    <p:cond evt="begin" delay="0">
                                      <p:tn val="48"/>
                                    </p:cond>
                                  </p:endCondLst>
                                  <p:childTnLst>
                                    <p:set>
                                      <p:cBhvr>
                                        <p:cTn id="49" dur="1" fill="hold">
                                          <p:stCondLst>
                                            <p:cond delay="0"/>
                                          </p:stCondLst>
                                        </p:cTn>
                                        <p:tgtEl>
                                          <p:spTgt spid="52">
                                            <p:txEl>
                                              <p:pRg st="0" end="0"/>
                                            </p:txEl>
                                          </p:spTgt>
                                        </p:tgtEl>
                                        <p:attrNameLst>
                                          <p:attrName>style.visibility</p:attrName>
                                        </p:attrNameLst>
                                      </p:cBhvr>
                                      <p:to>
                                        <p:strVal val="visible"/>
                                      </p:to>
                                    </p:set>
                                    <p:animEffect transition="in" filter="fade">
                                      <p:cBhvr>
                                        <p:cTn id="50" dur="500"/>
                                        <p:tgtEl>
                                          <p:spTgt spid="52">
                                            <p:txEl>
                                              <p:pRg st="0" end="0"/>
                                            </p:txEl>
                                          </p:spTgt>
                                        </p:tgtEl>
                                      </p:cBhvr>
                                    </p:animEffect>
                                    <p:anim calcmode="lin" valueType="num">
                                      <p:cBhvr>
                                        <p:cTn id="5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52" dur="50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53">
                                            <p:txEl>
                                              <p:pRg st="0" end="0"/>
                                            </p:txEl>
                                          </p:spTgt>
                                        </p:tgtEl>
                                        <p:attrNameLst>
                                          <p:attrName>style.visibility</p:attrName>
                                        </p:attrNameLst>
                                      </p:cBhvr>
                                      <p:to>
                                        <p:strVal val="visible"/>
                                      </p:to>
                                    </p:set>
                                    <p:anim calcmode="lin" valueType="num">
                                      <p:cBhvr>
                                        <p:cTn id="56" dur="500" fill="hold"/>
                                        <p:tgtEl>
                                          <p:spTgt spid="53">
                                            <p:txEl>
                                              <p:pRg st="0" end="0"/>
                                            </p:txEl>
                                          </p:spTgt>
                                        </p:tgtEl>
                                        <p:attrNameLst>
                                          <p:attrName>ppt_w</p:attrName>
                                        </p:attrNameLst>
                                      </p:cBhvr>
                                      <p:tavLst>
                                        <p:tav tm="0">
                                          <p:val>
                                            <p:fltVal val="0"/>
                                          </p:val>
                                        </p:tav>
                                        <p:tav tm="100000">
                                          <p:val>
                                            <p:strVal val="#ppt_w"/>
                                          </p:val>
                                        </p:tav>
                                      </p:tavLst>
                                    </p:anim>
                                    <p:anim calcmode="lin" valueType="num">
                                      <p:cBhvr>
                                        <p:cTn id="57" dur="500" fill="hold"/>
                                        <p:tgtEl>
                                          <p:spTgt spid="53">
                                            <p:txEl>
                                              <p:pRg st="0" end="0"/>
                                            </p:txEl>
                                          </p:spTgt>
                                        </p:tgtEl>
                                        <p:attrNameLst>
                                          <p:attrName>ppt_h</p:attrName>
                                        </p:attrNameLst>
                                      </p:cBhvr>
                                      <p:tavLst>
                                        <p:tav tm="0">
                                          <p:val>
                                            <p:fltVal val="0"/>
                                          </p:val>
                                        </p:tav>
                                        <p:tav tm="100000">
                                          <p:val>
                                            <p:strVal val="#ppt_h"/>
                                          </p:val>
                                        </p:tav>
                                      </p:tavLst>
                                    </p:anim>
                                    <p:animEffect transition="in" filter="fade">
                                      <p:cBhvr>
                                        <p:cTn id="58" dur="500"/>
                                        <p:tgtEl>
                                          <p:spTgt spid="53">
                                            <p:txEl>
                                              <p:pRg st="0" end="0"/>
                                            </p:txEl>
                                          </p:spTgt>
                                        </p:tgtEl>
                                      </p:cBhvr>
                                    </p:animEffect>
                                  </p:childTnLst>
                                </p:cTn>
                              </p:par>
                            </p:childTnLst>
                          </p:cTn>
                        </p:par>
                        <p:par>
                          <p:cTn id="59" fill="hold">
                            <p:stCondLst>
                              <p:cond delay="4500"/>
                            </p:stCondLst>
                            <p:childTnLst>
                              <p:par>
                                <p:cTn id="60" presetID="53" presetClass="entr" presetSubtype="16" fill="hold" grpId="0" nodeType="afterEffect" nodePh="1">
                                  <p:stCondLst>
                                    <p:cond delay="0"/>
                                  </p:stCondLst>
                                  <p:endCondLst>
                                    <p:cond evt="begin" delay="0">
                                      <p:tn val="60"/>
                                    </p:cond>
                                  </p:endCondLst>
                                  <p:childTnLst>
                                    <p:set>
                                      <p:cBhvr>
                                        <p:cTn id="61" dur="1" fill="hold">
                                          <p:stCondLst>
                                            <p:cond delay="0"/>
                                          </p:stCondLst>
                                        </p:cTn>
                                        <p:tgtEl>
                                          <p:spTgt spid="54">
                                            <p:txEl>
                                              <p:pRg st="0" end="0"/>
                                            </p:txEl>
                                          </p:spTgt>
                                        </p:tgtEl>
                                        <p:attrNameLst>
                                          <p:attrName>style.visibility</p:attrName>
                                        </p:attrNameLst>
                                      </p:cBhvr>
                                      <p:to>
                                        <p:strVal val="visible"/>
                                      </p:to>
                                    </p:set>
                                    <p:anim calcmode="lin" valueType="num">
                                      <p:cBhvr>
                                        <p:cTn id="62" dur="500" fill="hold"/>
                                        <p:tgtEl>
                                          <p:spTgt spid="54">
                                            <p:txEl>
                                              <p:pRg st="0" end="0"/>
                                            </p:txEl>
                                          </p:spTgt>
                                        </p:tgtEl>
                                        <p:attrNameLst>
                                          <p:attrName>ppt_w</p:attrName>
                                        </p:attrNameLst>
                                      </p:cBhvr>
                                      <p:tavLst>
                                        <p:tav tm="0">
                                          <p:val>
                                            <p:fltVal val="0"/>
                                          </p:val>
                                        </p:tav>
                                        <p:tav tm="100000">
                                          <p:val>
                                            <p:strVal val="#ppt_w"/>
                                          </p:val>
                                        </p:tav>
                                      </p:tavLst>
                                    </p:anim>
                                    <p:anim calcmode="lin" valueType="num">
                                      <p:cBhvr>
                                        <p:cTn id="63" dur="500" fill="hold"/>
                                        <p:tgtEl>
                                          <p:spTgt spid="54">
                                            <p:txEl>
                                              <p:pRg st="0" end="0"/>
                                            </p:txEl>
                                          </p:spTgt>
                                        </p:tgtEl>
                                        <p:attrNameLst>
                                          <p:attrName>ppt_h</p:attrName>
                                        </p:attrNameLst>
                                      </p:cBhvr>
                                      <p:tavLst>
                                        <p:tav tm="0">
                                          <p:val>
                                            <p:fltVal val="0"/>
                                          </p:val>
                                        </p:tav>
                                        <p:tav tm="100000">
                                          <p:val>
                                            <p:strVal val="#ppt_h"/>
                                          </p:val>
                                        </p:tav>
                                      </p:tavLst>
                                    </p:anim>
                                    <p:animEffect transition="in" filter="fade">
                                      <p:cBhvr>
                                        <p:cTn id="64"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5" grpId="0" animBg="1"/>
      <p:bldP spid="40" grpId="0" animBg="1"/>
      <p:bldP spid="43" grpId="0" animBg="1"/>
      <p:bldP spid="46" grpId="0" animBg="1"/>
      <p:bldP spid="50" grpId="0" animBg="1"/>
      <p:bldP spid="5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 calcmode="lin" valueType="num">
                      <p:cBhvr>
                        <p:cTn dur="500" fill="hold"/>
                        <p:tgtEl>
                          <p:spTgt spid="51"/>
                        </p:tgtEl>
                        <p:attrNameLst>
                          <p:attrName>ppt_w</p:attrName>
                        </p:attrNameLst>
                      </p:cBhvr>
                      <p:tavLst>
                        <p:tav tm="0">
                          <p:val>
                            <p:fltVal val="0"/>
                          </p:val>
                        </p:tav>
                        <p:tav tm="100000">
                          <p:val>
                            <p:strVal val="#ppt_w"/>
                          </p:val>
                        </p:tav>
                      </p:tavLst>
                    </p:anim>
                    <p:anim calcmode="lin" valueType="num">
                      <p:cBhvr>
                        <p:cTn dur="500" fill="hold"/>
                        <p:tgtEl>
                          <p:spTgt spid="51"/>
                        </p:tgtEl>
                        <p:attrNameLst>
                          <p:attrName>ppt_h</p:attrName>
                        </p:attrNameLst>
                      </p:cBhvr>
                      <p:tavLst>
                        <p:tav tm="0">
                          <p:val>
                            <p:fltVal val="0"/>
                          </p:val>
                        </p:tav>
                        <p:tav tm="100000">
                          <p:val>
                            <p:strVal val="#ppt_h"/>
                          </p:val>
                        </p:tav>
                      </p:tavLst>
                    </p:anim>
                    <p:animEffect transition="in" filter="fade">
                      <p:cBhvr>
                        <p:cTn dur="500"/>
                        <p:tgtEl>
                          <p:spTgt spid="51"/>
                        </p:tgtEl>
                      </p:cBhvr>
                    </p:animEffect>
                  </p:childTnLst>
                </p:cTn>
              </p:par>
            </p:tnLst>
          </p:tmpl>
        </p:tmplLst>
      </p:bldP>
      <p:bldP spid="5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anim calcmode="lin" valueType="num">
                      <p:cBhvr>
                        <p:cTn dur="500" fill="hold"/>
                        <p:tgtEl>
                          <p:spTgt spid="52"/>
                        </p:tgtEl>
                        <p:attrNameLst>
                          <p:attrName>ppt_x</p:attrName>
                        </p:attrNameLst>
                      </p:cBhvr>
                      <p:tavLst>
                        <p:tav tm="0">
                          <p:val>
                            <p:strVal val="#ppt_x"/>
                          </p:val>
                        </p:tav>
                        <p:tav tm="100000">
                          <p:val>
                            <p:strVal val="#ppt_x"/>
                          </p:val>
                        </p:tav>
                      </p:tavLst>
                    </p:anim>
                    <p:anim calcmode="lin" valueType="num">
                      <p:cBhvr>
                        <p:cTn dur="50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53" presetClass="entr" presetSubtype="16"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 calcmode="lin" valueType="num">
                      <p:cBhvr>
                        <p:cTn dur="500" fill="hold"/>
                        <p:tgtEl>
                          <p:spTgt spid="53"/>
                        </p:tgtEl>
                        <p:attrNameLst>
                          <p:attrName>ppt_w</p:attrName>
                        </p:attrNameLst>
                      </p:cBhvr>
                      <p:tavLst>
                        <p:tav tm="0">
                          <p:val>
                            <p:fltVal val="0"/>
                          </p:val>
                        </p:tav>
                        <p:tav tm="100000">
                          <p:val>
                            <p:strVal val="#ppt_w"/>
                          </p:val>
                        </p:tav>
                      </p:tavLst>
                    </p:anim>
                    <p:anim calcmode="lin" valueType="num">
                      <p:cBhvr>
                        <p:cTn dur="500" fill="hold"/>
                        <p:tgtEl>
                          <p:spTgt spid="53"/>
                        </p:tgtEl>
                        <p:attrNameLst>
                          <p:attrName>ppt_h</p:attrName>
                        </p:attrNameLst>
                      </p:cBhvr>
                      <p:tavLst>
                        <p:tav tm="0">
                          <p:val>
                            <p:fltVal val="0"/>
                          </p:val>
                        </p:tav>
                        <p:tav tm="100000">
                          <p:val>
                            <p:strVal val="#ppt_h"/>
                          </p:val>
                        </p:tav>
                      </p:tavLst>
                    </p:anim>
                    <p:animEffect transition="in" filter="fade">
                      <p:cBhvr>
                        <p:cTn dur="500"/>
                        <p:tgtEl>
                          <p:spTgt spid="53"/>
                        </p:tgtEl>
                      </p:cBhvr>
                    </p:animEffect>
                  </p:childTnLst>
                </p:cTn>
              </p:par>
            </p:tnLst>
          </p:tmpl>
        </p:tmplLst>
      </p:bldP>
      <p:bldP spid="5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 calcmode="lin" valueType="num">
                      <p:cBhvr>
                        <p:cTn dur="500" fill="hold"/>
                        <p:tgtEl>
                          <p:spTgt spid="54"/>
                        </p:tgtEl>
                        <p:attrNameLst>
                          <p:attrName>ppt_w</p:attrName>
                        </p:attrNameLst>
                      </p:cBhvr>
                      <p:tavLst>
                        <p:tav tm="0">
                          <p:val>
                            <p:fltVal val="0"/>
                          </p:val>
                        </p:tav>
                        <p:tav tm="100000">
                          <p:val>
                            <p:strVal val="#ppt_w"/>
                          </p:val>
                        </p:tav>
                      </p:tavLst>
                    </p:anim>
                    <p:anim calcmode="lin" valueType="num">
                      <p:cBhvr>
                        <p:cTn dur="500" fill="hold"/>
                        <p:tgtEl>
                          <p:spTgt spid="54"/>
                        </p:tgtEl>
                        <p:attrNameLst>
                          <p:attrName>ppt_h</p:attrName>
                        </p:attrNameLst>
                      </p:cBhvr>
                      <p:tavLst>
                        <p:tav tm="0">
                          <p:val>
                            <p:fltVal val="0"/>
                          </p:val>
                        </p:tav>
                        <p:tav tm="100000">
                          <p:val>
                            <p:strVal val="#ppt_h"/>
                          </p:val>
                        </p:tav>
                      </p:tavLst>
                    </p:anim>
                    <p:animEffect transition="in" filter="fade">
                      <p:cBhvr>
                        <p:cTn dur="500"/>
                        <p:tgtEl>
                          <p:spTgt spid="54"/>
                        </p:tgtEl>
                      </p:cBhvr>
                    </p:animEffect>
                  </p:childTnLst>
                </p:cTn>
              </p:par>
            </p:tnLst>
          </p:tmpl>
        </p:tmplLst>
      </p:bldP>
    </p:bldLst>
  </p:timing>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912D5756-18CB-C846-8B3D-B7B46415A720}"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9" name="Picture Placeholder 24"/>
          <p:cNvSpPr>
            <a:spLocks noGrp="1"/>
          </p:cNvSpPr>
          <p:nvPr>
            <p:ph type="pic" sz="quarter" idx="14" hasCustomPrompt="1"/>
          </p:nvPr>
        </p:nvSpPr>
        <p:spPr>
          <a:xfrm>
            <a:off x="7758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0" name="Picture Placeholder 24"/>
          <p:cNvSpPr>
            <a:spLocks noGrp="1"/>
          </p:cNvSpPr>
          <p:nvPr>
            <p:ph type="pic" sz="quarter" idx="15" hasCustomPrompt="1"/>
          </p:nvPr>
        </p:nvSpPr>
        <p:spPr>
          <a:xfrm>
            <a:off x="35952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1" name="Picture Placeholder 24"/>
          <p:cNvSpPr>
            <a:spLocks noGrp="1"/>
          </p:cNvSpPr>
          <p:nvPr>
            <p:ph type="pic" sz="quarter" idx="16" hasCustomPrompt="1"/>
          </p:nvPr>
        </p:nvSpPr>
        <p:spPr>
          <a:xfrm>
            <a:off x="64146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2" name="Picture Placeholder 24"/>
          <p:cNvSpPr>
            <a:spLocks noGrp="1"/>
          </p:cNvSpPr>
          <p:nvPr>
            <p:ph type="pic" sz="quarter" idx="17" hasCustomPrompt="1"/>
          </p:nvPr>
        </p:nvSpPr>
        <p:spPr>
          <a:xfrm>
            <a:off x="9234052" y="1921135"/>
            <a:ext cx="2166842" cy="2166842"/>
          </a:xfrm>
          <a:custGeom>
            <a:avLst/>
            <a:gdLst>
              <a:gd name="connsiteX0" fmla="*/ 1342864 w 2685728"/>
              <a:gd name="connsiteY0" fmla="*/ 0 h 2685728"/>
              <a:gd name="connsiteX1" fmla="*/ 1590895 w 2685728"/>
              <a:gd name="connsiteY1" fmla="*/ 102738 h 2685728"/>
              <a:gd name="connsiteX2" fmla="*/ 2582990 w 2685728"/>
              <a:gd name="connsiteY2" fmla="*/ 1094833 h 2685728"/>
              <a:gd name="connsiteX3" fmla="*/ 2582990 w 2685728"/>
              <a:gd name="connsiteY3" fmla="*/ 1590895 h 2685728"/>
              <a:gd name="connsiteX4" fmla="*/ 1590895 w 2685728"/>
              <a:gd name="connsiteY4" fmla="*/ 2582990 h 2685728"/>
              <a:gd name="connsiteX5" fmla="*/ 1094833 w 2685728"/>
              <a:gd name="connsiteY5" fmla="*/ 2582990 h 2685728"/>
              <a:gd name="connsiteX6" fmla="*/ 102738 w 2685728"/>
              <a:gd name="connsiteY6" fmla="*/ 1590895 h 2685728"/>
              <a:gd name="connsiteX7" fmla="*/ 102738 w 2685728"/>
              <a:gd name="connsiteY7" fmla="*/ 1094833 h 2685728"/>
              <a:gd name="connsiteX8" fmla="*/ 1094833 w 2685728"/>
              <a:gd name="connsiteY8" fmla="*/ 102738 h 2685728"/>
              <a:gd name="connsiteX9" fmla="*/ 1342864 w 2685728"/>
              <a:gd name="connsiteY9" fmla="*/ 0 h 268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5728" h="2685728">
                <a:moveTo>
                  <a:pt x="1342864" y="0"/>
                </a:moveTo>
                <a:cubicBezTo>
                  <a:pt x="1432634" y="0"/>
                  <a:pt x="1522403" y="34246"/>
                  <a:pt x="1590895" y="102738"/>
                </a:cubicBezTo>
                <a:lnTo>
                  <a:pt x="2582990" y="1094833"/>
                </a:lnTo>
                <a:cubicBezTo>
                  <a:pt x="2719974" y="1231817"/>
                  <a:pt x="2719974" y="1453912"/>
                  <a:pt x="2582990" y="1590895"/>
                </a:cubicBezTo>
                <a:lnTo>
                  <a:pt x="1590895" y="2582990"/>
                </a:lnTo>
                <a:cubicBezTo>
                  <a:pt x="1453912" y="2719974"/>
                  <a:pt x="1231817" y="2719974"/>
                  <a:pt x="1094833" y="2582990"/>
                </a:cubicBezTo>
                <a:lnTo>
                  <a:pt x="102738" y="1590895"/>
                </a:lnTo>
                <a:cubicBezTo>
                  <a:pt x="-34246" y="1453912"/>
                  <a:pt x="-34246" y="1231817"/>
                  <a:pt x="102738" y="1094833"/>
                </a:cubicBezTo>
                <a:lnTo>
                  <a:pt x="1094833" y="102738"/>
                </a:lnTo>
                <a:cubicBezTo>
                  <a:pt x="1163325" y="34246"/>
                  <a:pt x="1253094" y="0"/>
                  <a:pt x="1342864" y="0"/>
                </a:cubicBezTo>
                <a:close/>
              </a:path>
            </a:pathLst>
          </a:custGeom>
          <a:solidFill>
            <a:schemeClr val="bg1">
              <a:lumMod val="85000"/>
            </a:schemeClr>
          </a:solidFill>
          <a:ln w="76200">
            <a:solidFill>
              <a:schemeClr val="bg1"/>
            </a:solidFill>
          </a:ln>
          <a:effectLst>
            <a:outerShdw blurRad="50800" dist="38100" dir="2700000" algn="tl" rotWithShape="0">
              <a:prstClr val="black">
                <a:alpha val="40000"/>
              </a:prstClr>
            </a:outerShdw>
          </a:effectLst>
        </p:spPr>
        <p:txBody>
          <a:bodyPr wrap="square">
            <a:noAutofit/>
          </a:bodyPr>
          <a:lstStyle>
            <a:lvl1pPr>
              <a:defRPr baseline="0"/>
            </a:lvl1pPr>
          </a:lstStyle>
          <a:p>
            <a:r>
              <a:rPr lang="id-ID" dirty="0" smtClean="0"/>
              <a:t>Pic here</a:t>
            </a:r>
            <a:endParaRPr lang="en-AU" dirty="0"/>
          </a:p>
        </p:txBody>
      </p:sp>
      <p:sp>
        <p:nvSpPr>
          <p:cNvPr id="13" name="Text Placeholder 21"/>
          <p:cNvSpPr>
            <a:spLocks noGrp="1"/>
          </p:cNvSpPr>
          <p:nvPr>
            <p:ph type="body" sz="quarter" idx="20"/>
          </p:nvPr>
        </p:nvSpPr>
        <p:spPr>
          <a:xfrm>
            <a:off x="928685"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4" name="Text Placeholder 21"/>
          <p:cNvSpPr>
            <a:spLocks noGrp="1"/>
          </p:cNvSpPr>
          <p:nvPr>
            <p:ph type="body" sz="quarter" idx="22"/>
          </p:nvPr>
        </p:nvSpPr>
        <p:spPr>
          <a:xfrm>
            <a:off x="928685"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4"/>
          </p:nvPr>
        </p:nvSpPr>
        <p:spPr>
          <a:xfrm>
            <a:off x="374115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26"/>
          </p:nvPr>
        </p:nvSpPr>
        <p:spPr>
          <a:xfrm>
            <a:off x="6609049"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3887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28"/>
          </p:nvPr>
        </p:nvSpPr>
        <p:spPr>
          <a:xfrm>
            <a:off x="9428447" y="4687002"/>
            <a:ext cx="1814513" cy="284472"/>
          </a:xfrm>
        </p:spPr>
        <p:txBody>
          <a:bodyPr>
            <a:normAutofit/>
          </a:bodyPr>
          <a:lstStyle>
            <a:lvl1pPr algn="ctr">
              <a:defRPr sz="1000" b="1" i="1">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50129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5" name="Group 24"/>
          <p:cNvGrpSpPr/>
          <p:nvPr userDrawn="1"/>
        </p:nvGrpSpPr>
        <p:grpSpPr>
          <a:xfrm>
            <a:off x="1548795" y="5922241"/>
            <a:ext cx="615286" cy="184176"/>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9"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0"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1"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2" name="Group 31"/>
          <p:cNvGrpSpPr/>
          <p:nvPr userDrawn="1"/>
        </p:nvGrpSpPr>
        <p:grpSpPr>
          <a:xfrm>
            <a:off x="4371030" y="5929154"/>
            <a:ext cx="615286" cy="184176"/>
            <a:chOff x="3872969" y="5806923"/>
            <a:chExt cx="1724341" cy="516155"/>
          </a:xfrm>
        </p:grpSpPr>
        <p:sp>
          <p:nvSpPr>
            <p:cNvPr id="33" name="Oval 32"/>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4" name="Oval 33"/>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5" name="Oval 34"/>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7"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8"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39" name="Group 38"/>
          <p:cNvGrpSpPr/>
          <p:nvPr userDrawn="1"/>
        </p:nvGrpSpPr>
        <p:grpSpPr>
          <a:xfrm>
            <a:off x="7190430" y="5922241"/>
            <a:ext cx="615286" cy="184176"/>
            <a:chOff x="3872969" y="5806923"/>
            <a:chExt cx="1724341" cy="516155"/>
          </a:xfrm>
        </p:grpSpPr>
        <p:sp>
          <p:nvSpPr>
            <p:cNvPr id="40" name="Oval 39"/>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1" name="Oval 40"/>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4"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5"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6" name="Group 45"/>
          <p:cNvGrpSpPr/>
          <p:nvPr userDrawn="1"/>
        </p:nvGrpSpPr>
        <p:grpSpPr>
          <a:xfrm>
            <a:off x="10028060" y="5922241"/>
            <a:ext cx="615286" cy="184176"/>
            <a:chOff x="3872969" y="5806923"/>
            <a:chExt cx="1724341" cy="516155"/>
          </a:xfrm>
        </p:grpSpPr>
        <p:sp>
          <p:nvSpPr>
            <p:cNvPr id="47" name="Oval 46"/>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8" name="Oval 47"/>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1"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2"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17387752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par>
                          <p:cTn id="30" fill="hold">
                            <p:stCondLst>
                              <p:cond delay="2500"/>
                            </p:stCondLst>
                            <p:childTnLst>
                              <p:par>
                                <p:cTn id="31" presetID="53" presetClass="entr" presetSubtype="16"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fltVal val="0"/>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animEffect transition="in" filter="fade">
                                      <p:cBhvr>
                                        <p:cTn id="41" dur="500"/>
                                        <p:tgtEl>
                                          <p:spTgt spid="12"/>
                                        </p:tgtEl>
                                      </p:cBhvr>
                                    </p:animEffect>
                                  </p:childTnLst>
                                </p:cTn>
                              </p:par>
                            </p:childTnLst>
                          </p:cTn>
                        </p:par>
                        <p:par>
                          <p:cTn id="42" fill="hold">
                            <p:stCondLst>
                              <p:cond delay="3500"/>
                            </p:stCondLst>
                            <p:childTnLst>
                              <p:par>
                                <p:cTn id="43" presetID="53" presetClass="entr" presetSubtype="16" fill="hold" grpId="0" nodeType="afterEffect" nodePh="1">
                                  <p:stCondLst>
                                    <p:cond delay="0"/>
                                  </p:stCondLst>
                                  <p:endCondLst>
                                    <p:cond evt="begin" delay="0">
                                      <p:tn val="43"/>
                                    </p:cond>
                                  </p:end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p:cTn id="45"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46"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47" dur="500"/>
                                        <p:tgtEl>
                                          <p:spTgt spid="13">
                                            <p:txEl>
                                              <p:pRg st="0" end="0"/>
                                            </p:txEl>
                                          </p:spTgt>
                                        </p:tgtEl>
                                      </p:cBhvr>
                                    </p:animEffect>
                                  </p:childTnLst>
                                </p:cTn>
                              </p:par>
                            </p:childTnLst>
                          </p:cTn>
                        </p:par>
                        <p:par>
                          <p:cTn id="48" fill="hold">
                            <p:stCondLst>
                              <p:cond delay="4000"/>
                            </p:stCondLst>
                            <p:childTnLst>
                              <p:par>
                                <p:cTn id="49" presetID="42"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xEl>
                                              <p:pRg st="0" end="0"/>
                                            </p:txEl>
                                          </p:spTgt>
                                        </p:tgtEl>
                                        <p:attrNameLst>
                                          <p:attrName>style.visibility</p:attrName>
                                        </p:attrNameLst>
                                      </p:cBhvr>
                                      <p:to>
                                        <p:strVal val="visible"/>
                                      </p:to>
                                    </p:set>
                                    <p:animEffect transition="in" filter="fade">
                                      <p:cBhvr>
                                        <p:cTn id="51" dur="500"/>
                                        <p:tgtEl>
                                          <p:spTgt spid="14">
                                            <p:txEl>
                                              <p:pRg st="0" end="0"/>
                                            </p:txEl>
                                          </p:spTgt>
                                        </p:tgtEl>
                                      </p:cBhvr>
                                    </p:animEffect>
                                    <p:anim calcmode="lin" valueType="num">
                                      <p:cBhvr>
                                        <p:cTn id="5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53" dur="5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1">
                                            <p:txEl>
                                              <p:pRg st="0" end="0"/>
                                            </p:txEl>
                                          </p:spTgt>
                                        </p:tgtEl>
                                        <p:attrNameLst>
                                          <p:attrName>style.visibility</p:attrName>
                                        </p:attrNameLst>
                                      </p:cBhvr>
                                      <p:to>
                                        <p:strVal val="visible"/>
                                      </p:to>
                                    </p:set>
                                    <p:animEffect transition="in" filter="fade">
                                      <p:cBhvr>
                                        <p:cTn id="57" dur="500"/>
                                        <p:tgtEl>
                                          <p:spTgt spid="21">
                                            <p:txEl>
                                              <p:pRg st="0" end="0"/>
                                            </p:txEl>
                                          </p:spTgt>
                                        </p:tgtEl>
                                      </p:cBhvr>
                                    </p:animEffect>
                                    <p:anim calcmode="lin" valueType="num">
                                      <p:cBhvr>
                                        <p:cTn id="5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par>
                          <p:cTn id="64" fill="hold">
                            <p:stCondLst>
                              <p:cond delay="55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5">
                                            <p:txEl>
                                              <p:pRg st="0" end="0"/>
                                            </p:txEl>
                                          </p:spTgt>
                                        </p:tgtEl>
                                        <p:attrNameLst>
                                          <p:attrName>style.visibility</p:attrName>
                                        </p:attrNameLst>
                                      </p:cBhvr>
                                      <p:to>
                                        <p:strVal val="visible"/>
                                      </p:to>
                                    </p:set>
                                    <p:anim calcmode="lin" valueType="num">
                                      <p:cBhvr>
                                        <p:cTn id="6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5">
                                            <p:txEl>
                                              <p:pRg st="0" end="0"/>
                                            </p:txEl>
                                          </p:spTgt>
                                        </p:tgtEl>
                                      </p:cBhvr>
                                    </p:animEffect>
                                  </p:childTnLst>
                                </p:cTn>
                              </p:par>
                            </p:childTnLst>
                          </p:cTn>
                        </p:par>
                        <p:par>
                          <p:cTn id="70" fill="hold">
                            <p:stCondLst>
                              <p:cond delay="60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16">
                                            <p:txEl>
                                              <p:pRg st="0" end="0"/>
                                            </p:txEl>
                                          </p:spTgt>
                                        </p:tgtEl>
                                        <p:attrNameLst>
                                          <p:attrName>style.visibility</p:attrName>
                                        </p:attrNameLst>
                                      </p:cBhvr>
                                      <p:to>
                                        <p:strVal val="visible"/>
                                      </p:to>
                                    </p:set>
                                    <p:animEffect transition="in" filter="fade">
                                      <p:cBhvr>
                                        <p:cTn id="73" dur="500"/>
                                        <p:tgtEl>
                                          <p:spTgt spid="16">
                                            <p:txEl>
                                              <p:pRg st="0" end="0"/>
                                            </p:txEl>
                                          </p:spTgt>
                                        </p:tgtEl>
                                      </p:cBhvr>
                                    </p:animEffect>
                                    <p:anim calcmode="lin" valueType="num">
                                      <p:cBhvr>
                                        <p:cTn id="7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42" presetClass="entr" presetSubtype="0" fill="hold" grpId="0" nodeType="afterEffect" nodePh="1">
                                  <p:stCondLst>
                                    <p:cond delay="0"/>
                                  </p:stCondLst>
                                  <p:endCondLst>
                                    <p:cond evt="begin" delay="0">
                                      <p:tn val="77"/>
                                    </p:cond>
                                  </p:endCondLst>
                                  <p:childTnLst>
                                    <p:set>
                                      <p:cBhvr>
                                        <p:cTn id="78" dur="1" fill="hold">
                                          <p:stCondLst>
                                            <p:cond delay="0"/>
                                          </p:stCondLst>
                                        </p:cTn>
                                        <p:tgtEl>
                                          <p:spTgt spid="22">
                                            <p:txEl>
                                              <p:pRg st="0" end="0"/>
                                            </p:txEl>
                                          </p:spTgt>
                                        </p:tgtEl>
                                        <p:attrNameLst>
                                          <p:attrName>style.visibility</p:attrName>
                                        </p:attrNameLst>
                                      </p:cBhvr>
                                      <p:to>
                                        <p:strVal val="visible"/>
                                      </p:to>
                                    </p:set>
                                    <p:animEffect transition="in" filter="fade">
                                      <p:cBhvr>
                                        <p:cTn id="79" dur="500"/>
                                        <p:tgtEl>
                                          <p:spTgt spid="22">
                                            <p:txEl>
                                              <p:pRg st="0" end="0"/>
                                            </p:txEl>
                                          </p:spTgt>
                                        </p:tgtEl>
                                      </p:cBhvr>
                                    </p:animEffect>
                                    <p:anim calcmode="lin" valueType="num">
                                      <p:cBhvr>
                                        <p:cTn id="8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81"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2"/>
                                        </p:tgtEl>
                                        <p:attrNameLst>
                                          <p:attrName>style.visibility</p:attrName>
                                        </p:attrNameLst>
                                      </p:cBhvr>
                                      <p:to>
                                        <p:strVal val="visible"/>
                                      </p:to>
                                    </p:set>
                                    <p:animEffect transition="in" filter="fade">
                                      <p:cBhvr>
                                        <p:cTn id="85" dur="500"/>
                                        <p:tgtEl>
                                          <p:spTgt spid="32"/>
                                        </p:tgtEl>
                                      </p:cBhvr>
                                    </p:animEffect>
                                  </p:childTnLst>
                                </p:cTn>
                              </p:par>
                            </p:childTnLst>
                          </p:cTn>
                        </p:par>
                        <p:par>
                          <p:cTn id="86" fill="hold">
                            <p:stCondLst>
                              <p:cond delay="7500"/>
                            </p:stCondLst>
                            <p:childTnLst>
                              <p:par>
                                <p:cTn id="87" presetID="53" presetClass="entr" presetSubtype="16" fill="hold" grpId="0" nodeType="afterEffect" nodePh="1">
                                  <p:stCondLst>
                                    <p:cond delay="0"/>
                                  </p:stCondLst>
                                  <p:endCondLst>
                                    <p:cond evt="begin" delay="0">
                                      <p:tn val="87"/>
                                    </p:cond>
                                  </p:endCondLst>
                                  <p:childTnLst>
                                    <p:set>
                                      <p:cBhvr>
                                        <p:cTn id="88" dur="1" fill="hold">
                                          <p:stCondLst>
                                            <p:cond delay="0"/>
                                          </p:stCondLst>
                                        </p:cTn>
                                        <p:tgtEl>
                                          <p:spTgt spid="17">
                                            <p:txEl>
                                              <p:pRg st="0" end="0"/>
                                            </p:txEl>
                                          </p:spTgt>
                                        </p:tgtEl>
                                        <p:attrNameLst>
                                          <p:attrName>style.visibility</p:attrName>
                                        </p:attrNameLst>
                                      </p:cBhvr>
                                      <p:to>
                                        <p:strVal val="visible"/>
                                      </p:to>
                                    </p:set>
                                    <p:anim calcmode="lin" valueType="num">
                                      <p:cBhvr>
                                        <p:cTn id="89"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90"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1" dur="500"/>
                                        <p:tgtEl>
                                          <p:spTgt spid="17">
                                            <p:txEl>
                                              <p:pRg st="0" end="0"/>
                                            </p:txEl>
                                          </p:spTgt>
                                        </p:tgtEl>
                                      </p:cBhvr>
                                    </p:animEffect>
                                  </p:childTnLst>
                                </p:cTn>
                              </p:par>
                            </p:childTnLst>
                          </p:cTn>
                        </p:par>
                        <p:par>
                          <p:cTn id="92" fill="hold">
                            <p:stCondLst>
                              <p:cond delay="8000"/>
                            </p:stCondLst>
                            <p:childTnLst>
                              <p:par>
                                <p:cTn id="93" presetID="42" presetClass="entr" presetSubtype="0" fill="hold" grpId="0" nodeType="afterEffect" nodePh="1">
                                  <p:stCondLst>
                                    <p:cond delay="0"/>
                                  </p:stCondLst>
                                  <p:endCondLst>
                                    <p:cond evt="begin" delay="0">
                                      <p:tn val="93"/>
                                    </p:cond>
                                  </p:endCondLst>
                                  <p:childTnLst>
                                    <p:set>
                                      <p:cBhvr>
                                        <p:cTn id="94" dur="1" fill="hold">
                                          <p:stCondLst>
                                            <p:cond delay="0"/>
                                          </p:stCondLst>
                                        </p:cTn>
                                        <p:tgtEl>
                                          <p:spTgt spid="18">
                                            <p:txEl>
                                              <p:pRg st="0" end="0"/>
                                            </p:txEl>
                                          </p:spTgt>
                                        </p:tgtEl>
                                        <p:attrNameLst>
                                          <p:attrName>style.visibility</p:attrName>
                                        </p:attrNameLst>
                                      </p:cBhvr>
                                      <p:to>
                                        <p:strVal val="visible"/>
                                      </p:to>
                                    </p:set>
                                    <p:animEffect transition="in" filter="fade">
                                      <p:cBhvr>
                                        <p:cTn id="95" dur="500"/>
                                        <p:tgtEl>
                                          <p:spTgt spid="18">
                                            <p:txEl>
                                              <p:pRg st="0" end="0"/>
                                            </p:txEl>
                                          </p:spTgt>
                                        </p:tgtEl>
                                      </p:cBhvr>
                                    </p:animEffect>
                                    <p:anim calcmode="lin" valueType="num">
                                      <p:cBhvr>
                                        <p:cTn id="96"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97"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23">
                                            <p:txEl>
                                              <p:pRg st="0" end="0"/>
                                            </p:txEl>
                                          </p:spTgt>
                                        </p:tgtEl>
                                        <p:attrNameLst>
                                          <p:attrName>style.visibility</p:attrName>
                                        </p:attrNameLst>
                                      </p:cBhvr>
                                      <p:to>
                                        <p:strVal val="visible"/>
                                      </p:to>
                                    </p:set>
                                    <p:animEffect transition="in" filter="fade">
                                      <p:cBhvr>
                                        <p:cTn id="101" dur="500"/>
                                        <p:tgtEl>
                                          <p:spTgt spid="23">
                                            <p:txEl>
                                              <p:pRg st="0" end="0"/>
                                            </p:txEl>
                                          </p:spTgt>
                                        </p:tgtEl>
                                      </p:cBhvr>
                                    </p:animEffect>
                                    <p:anim calcmode="lin" valueType="num">
                                      <p:cBhvr>
                                        <p:cTn id="10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10" presetClass="entr" presetSubtype="0"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Effect transition="in" filter="fade">
                                      <p:cBhvr>
                                        <p:cTn id="107" dur="500"/>
                                        <p:tgtEl>
                                          <p:spTgt spid="39"/>
                                        </p:tgtEl>
                                      </p:cBhvr>
                                    </p:animEffect>
                                  </p:childTnLst>
                                </p:cTn>
                              </p:par>
                            </p:childTnLst>
                          </p:cTn>
                        </p:par>
                        <p:par>
                          <p:cTn id="108" fill="hold">
                            <p:stCondLst>
                              <p:cond delay="9500"/>
                            </p:stCondLst>
                            <p:childTnLst>
                              <p:par>
                                <p:cTn id="109" presetID="53" presetClass="entr" presetSubtype="16" fill="hold" grpId="0" nodeType="afterEffect" nodePh="1">
                                  <p:stCondLst>
                                    <p:cond delay="0"/>
                                  </p:stCondLst>
                                  <p:endCondLst>
                                    <p:cond evt="begin" delay="0">
                                      <p:tn val="109"/>
                                    </p:cond>
                                  </p:endCondLst>
                                  <p:childTnLst>
                                    <p:set>
                                      <p:cBhvr>
                                        <p:cTn id="110" dur="1" fill="hold">
                                          <p:stCondLst>
                                            <p:cond delay="0"/>
                                          </p:stCondLst>
                                        </p:cTn>
                                        <p:tgtEl>
                                          <p:spTgt spid="19">
                                            <p:txEl>
                                              <p:pRg st="0" end="0"/>
                                            </p:txEl>
                                          </p:spTgt>
                                        </p:tgtEl>
                                        <p:attrNameLst>
                                          <p:attrName>style.visibility</p:attrName>
                                        </p:attrNameLst>
                                      </p:cBhvr>
                                      <p:to>
                                        <p:strVal val="visible"/>
                                      </p:to>
                                    </p:set>
                                    <p:anim calcmode="lin" valueType="num">
                                      <p:cBhvr>
                                        <p:cTn id="111"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12"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13" dur="500"/>
                                        <p:tgtEl>
                                          <p:spTgt spid="19">
                                            <p:txEl>
                                              <p:pRg st="0" end="0"/>
                                            </p:txEl>
                                          </p:spTgt>
                                        </p:tgtEl>
                                      </p:cBhvr>
                                    </p:animEffect>
                                  </p:childTnLst>
                                </p:cTn>
                              </p:par>
                            </p:childTnLst>
                          </p:cTn>
                        </p:par>
                        <p:par>
                          <p:cTn id="114" fill="hold">
                            <p:stCondLst>
                              <p:cond delay="10000"/>
                            </p:stCondLst>
                            <p:childTnLst>
                              <p:par>
                                <p:cTn id="115" presetID="42" presetClass="entr" presetSubtype="0" fill="hold" grpId="0" nodeType="afterEffect" nodePh="1">
                                  <p:stCondLst>
                                    <p:cond delay="0"/>
                                  </p:stCondLst>
                                  <p:endCondLst>
                                    <p:cond evt="begin" delay="0">
                                      <p:tn val="115"/>
                                    </p:cond>
                                  </p:endCondLst>
                                  <p:childTnLst>
                                    <p:set>
                                      <p:cBhvr>
                                        <p:cTn id="116" dur="1" fill="hold">
                                          <p:stCondLst>
                                            <p:cond delay="0"/>
                                          </p:stCondLst>
                                        </p:cTn>
                                        <p:tgtEl>
                                          <p:spTgt spid="20">
                                            <p:txEl>
                                              <p:pRg st="0" end="0"/>
                                            </p:txEl>
                                          </p:spTgt>
                                        </p:tgtEl>
                                        <p:attrNameLst>
                                          <p:attrName>style.visibility</p:attrName>
                                        </p:attrNameLst>
                                      </p:cBhvr>
                                      <p:to>
                                        <p:strVal val="visible"/>
                                      </p:to>
                                    </p:set>
                                    <p:animEffect transition="in" filter="fade">
                                      <p:cBhvr>
                                        <p:cTn id="117" dur="500"/>
                                        <p:tgtEl>
                                          <p:spTgt spid="20">
                                            <p:txEl>
                                              <p:pRg st="0" end="0"/>
                                            </p:txEl>
                                          </p:spTgt>
                                        </p:tgtEl>
                                      </p:cBhvr>
                                    </p:animEffect>
                                    <p:anim calcmode="lin" valueType="num">
                                      <p:cBhvr>
                                        <p:cTn id="11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19"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120" fill="hold">
                            <p:stCondLst>
                              <p:cond delay="10500"/>
                            </p:stCondLst>
                            <p:childTnLst>
                              <p:par>
                                <p:cTn id="121" presetID="42" presetClass="entr" presetSubtype="0" fill="hold" grpId="0" nodeType="afterEffect" nodePh="1">
                                  <p:stCondLst>
                                    <p:cond delay="0"/>
                                  </p:stCondLst>
                                  <p:endCondLst>
                                    <p:cond evt="begin" delay="0">
                                      <p:tn val="121"/>
                                    </p:cond>
                                  </p:endCondLst>
                                  <p:childTnLst>
                                    <p:set>
                                      <p:cBhvr>
                                        <p:cTn id="122" dur="1" fill="hold">
                                          <p:stCondLst>
                                            <p:cond delay="0"/>
                                          </p:stCondLst>
                                        </p:cTn>
                                        <p:tgtEl>
                                          <p:spTgt spid="24">
                                            <p:txEl>
                                              <p:pRg st="0" end="0"/>
                                            </p:txEl>
                                          </p:spTgt>
                                        </p:tgtEl>
                                        <p:attrNameLst>
                                          <p:attrName>style.visibility</p:attrName>
                                        </p:attrNameLst>
                                      </p:cBhvr>
                                      <p:to>
                                        <p:strVal val="visible"/>
                                      </p:to>
                                    </p:set>
                                    <p:animEffect transition="in" filter="fade">
                                      <p:cBhvr>
                                        <p:cTn id="123" dur="500"/>
                                        <p:tgtEl>
                                          <p:spTgt spid="24">
                                            <p:txEl>
                                              <p:pRg st="0" end="0"/>
                                            </p:txEl>
                                          </p:spTgt>
                                        </p:tgtEl>
                                      </p:cBhvr>
                                    </p:animEffect>
                                    <p:anim calcmode="lin" valueType="num">
                                      <p:cBhvr>
                                        <p:cTn id="12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2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26" fill="hold">
                            <p:stCondLst>
                              <p:cond delay="11000"/>
                            </p:stCondLst>
                            <p:childTnLst>
                              <p:par>
                                <p:cTn id="127" presetID="10" presetClass="entr" presetSubtype="0"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Effect transition="in" filter="fade">
                                      <p:cBhvr>
                                        <p:cTn id="12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9" grpId="0" animBg="1"/>
      <p:bldP spid="10" grpId="0" animBg="1"/>
      <p:bldP spid="11" grpId="0" animBg="1"/>
      <p:bldP spid="12" grpId="0" animBg="1"/>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anim calcmode="lin" valueType="num">
                      <p:cBhvr>
                        <p:cTn dur="500" fill="hold"/>
                        <p:tgtEl>
                          <p:spTgt spid="14"/>
                        </p:tgtEl>
                        <p:attrNameLst>
                          <p:attrName>ppt_x</p:attrName>
                        </p:attrNameLst>
                      </p:cBhvr>
                      <p:tavLst>
                        <p:tav tm="0">
                          <p:val>
                            <p:strVal val="#ppt_x"/>
                          </p:val>
                        </p:tav>
                        <p:tav tm="100000">
                          <p:val>
                            <p:strVal val="#ppt_x"/>
                          </p:val>
                        </p:tav>
                      </p:tavLst>
                    </p:anim>
                    <p:anim calcmode="lin" valueType="num">
                      <p:cBhvr>
                        <p:cTn dur="500" fill="hold"/>
                        <p:tgtEl>
                          <p:spTgt spid="14"/>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5B36BD22-D959-0B48-AFA6-8E4C4C67D35B}"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928685"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5" name="Text Placeholder 21"/>
          <p:cNvSpPr>
            <a:spLocks noGrp="1"/>
          </p:cNvSpPr>
          <p:nvPr>
            <p:ph type="body" sz="quarter" idx="23"/>
          </p:nvPr>
        </p:nvSpPr>
        <p:spPr>
          <a:xfrm>
            <a:off x="374115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25"/>
          </p:nvPr>
        </p:nvSpPr>
        <p:spPr>
          <a:xfrm>
            <a:off x="6609049"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27"/>
          </p:nvPr>
        </p:nvSpPr>
        <p:spPr>
          <a:xfrm>
            <a:off x="9428447" y="4122030"/>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928685"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0"/>
          </p:nvPr>
        </p:nvSpPr>
        <p:spPr>
          <a:xfrm>
            <a:off x="374115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31"/>
          </p:nvPr>
        </p:nvSpPr>
        <p:spPr>
          <a:xfrm>
            <a:off x="6609049"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32"/>
          </p:nvPr>
        </p:nvSpPr>
        <p:spPr>
          <a:xfrm>
            <a:off x="9428447" y="4428734"/>
            <a:ext cx="1814513" cy="87351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124607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3" name="Picture Placeholder 30"/>
          <p:cNvSpPr>
            <a:spLocks noGrp="1"/>
          </p:cNvSpPr>
          <p:nvPr>
            <p:ph type="pic" sz="quarter" idx="34" hasCustomPrompt="1"/>
          </p:nvPr>
        </p:nvSpPr>
        <p:spPr>
          <a:xfrm>
            <a:off x="4038600"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5" name="Picture Placeholder 30"/>
          <p:cNvSpPr>
            <a:spLocks noGrp="1"/>
          </p:cNvSpPr>
          <p:nvPr>
            <p:ph type="pic" sz="quarter" idx="35" hasCustomPrompt="1"/>
          </p:nvPr>
        </p:nvSpPr>
        <p:spPr>
          <a:xfrm>
            <a:off x="6834187" y="2009148"/>
            <a:ext cx="1233487" cy="1695450"/>
          </a:xfrm>
          <a:solidFill>
            <a:schemeClr val="bg1">
              <a:lumMod val="85000"/>
            </a:schemeClr>
          </a:solidFill>
        </p:spPr>
        <p:txBody>
          <a:bodyPr/>
          <a:lstStyle>
            <a:lvl1pPr>
              <a:defRPr/>
            </a:lvl1pPr>
          </a:lstStyle>
          <a:p>
            <a:r>
              <a:rPr lang="id-ID" dirty="0" smtClean="0"/>
              <a:t>Pic here</a:t>
            </a:r>
            <a:endParaRPr lang="en-AU" dirty="0"/>
          </a:p>
        </p:txBody>
      </p:sp>
      <p:sp>
        <p:nvSpPr>
          <p:cNvPr id="37" name="Picture Placeholder 30"/>
          <p:cNvSpPr>
            <a:spLocks noGrp="1"/>
          </p:cNvSpPr>
          <p:nvPr>
            <p:ph type="pic" sz="quarter" idx="36" hasCustomPrompt="1"/>
          </p:nvPr>
        </p:nvSpPr>
        <p:spPr>
          <a:xfrm>
            <a:off x="9712442" y="2009148"/>
            <a:ext cx="1233487" cy="1695450"/>
          </a:xfrm>
          <a:solidFill>
            <a:schemeClr val="bg1">
              <a:lumMod val="85000"/>
            </a:schemeClr>
          </a:solidFill>
        </p:spPr>
        <p:txBody>
          <a:bodyPr/>
          <a:lstStyle>
            <a:lvl1pPr>
              <a:defRPr/>
            </a:lvl1pPr>
          </a:lstStyle>
          <a:p>
            <a:r>
              <a:rPr lang="id-ID" dirty="0" smtClean="0"/>
              <a:t>Pic here</a:t>
            </a:r>
            <a:endParaRPr lang="en-AU" dirty="0"/>
          </a:p>
        </p:txBody>
      </p:sp>
      <p:grpSp>
        <p:nvGrpSpPr>
          <p:cNvPr id="25" name="Group 24"/>
          <p:cNvGrpSpPr/>
          <p:nvPr userDrawn="1"/>
        </p:nvGrpSpPr>
        <p:grpSpPr>
          <a:xfrm>
            <a:off x="973770" y="5352142"/>
            <a:ext cx="1724341" cy="516155"/>
            <a:chOff x="3872969" y="5806923"/>
            <a:chExt cx="1724341" cy="516155"/>
          </a:xfrm>
        </p:grpSpPr>
        <p:sp>
          <p:nvSpPr>
            <p:cNvPr id="26" name="Oval 25"/>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7" name="Oval 26"/>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Oval 27"/>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0"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38"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39"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0" name="Group 39"/>
          <p:cNvGrpSpPr/>
          <p:nvPr userDrawn="1"/>
        </p:nvGrpSpPr>
        <p:grpSpPr>
          <a:xfrm>
            <a:off x="3793172" y="5361672"/>
            <a:ext cx="1724341" cy="516155"/>
            <a:chOff x="3872969" y="5806923"/>
            <a:chExt cx="1724341" cy="516155"/>
          </a:xfrm>
        </p:grpSpPr>
        <p:sp>
          <p:nvSpPr>
            <p:cNvPr id="41" name="Oval 40"/>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2" name="Oval 41"/>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3" name="Oval 42"/>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4"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45"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46"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47" name="Group 46"/>
          <p:cNvGrpSpPr/>
          <p:nvPr userDrawn="1"/>
        </p:nvGrpSpPr>
        <p:grpSpPr>
          <a:xfrm>
            <a:off x="6654134" y="5352141"/>
            <a:ext cx="1724341" cy="516155"/>
            <a:chOff x="3872969" y="5806923"/>
            <a:chExt cx="1724341" cy="516155"/>
          </a:xfrm>
        </p:grpSpPr>
        <p:sp>
          <p:nvSpPr>
            <p:cNvPr id="48" name="Oval 47"/>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49" name="Oval 48"/>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0" name="Oval 49"/>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2"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53"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grpSp>
        <p:nvGrpSpPr>
          <p:cNvPr id="54" name="Group 53"/>
          <p:cNvGrpSpPr/>
          <p:nvPr userDrawn="1"/>
        </p:nvGrpSpPr>
        <p:grpSpPr>
          <a:xfrm>
            <a:off x="9473536" y="5361672"/>
            <a:ext cx="1724341" cy="516155"/>
            <a:chOff x="3872969" y="5806923"/>
            <a:chExt cx="1724341" cy="516155"/>
          </a:xfrm>
        </p:grpSpPr>
        <p:sp>
          <p:nvSpPr>
            <p:cNvPr id="55" name="Oval 54"/>
            <p:cNvSpPr/>
            <p:nvPr/>
          </p:nvSpPr>
          <p:spPr>
            <a:xfrm>
              <a:off x="3872969"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6" name="Oval 55"/>
            <p:cNvSpPr/>
            <p:nvPr/>
          </p:nvSpPr>
          <p:spPr>
            <a:xfrm>
              <a:off x="4477062"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7" name="Oval 56"/>
            <p:cNvSpPr/>
            <p:nvPr/>
          </p:nvSpPr>
          <p:spPr>
            <a:xfrm>
              <a:off x="5081155" y="5806923"/>
              <a:ext cx="516155" cy="516155"/>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8" name="Freeform 63"/>
            <p:cNvSpPr>
              <a:spLocks/>
            </p:cNvSpPr>
            <p:nvPr/>
          </p:nvSpPr>
          <p:spPr bwMode="auto">
            <a:xfrm>
              <a:off x="4576091" y="5937921"/>
              <a:ext cx="318095" cy="261714"/>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sp>
          <p:nvSpPr>
            <p:cNvPr id="59" name="Freeform 21"/>
            <p:cNvSpPr>
              <a:spLocks/>
            </p:cNvSpPr>
            <p:nvPr/>
          </p:nvSpPr>
          <p:spPr bwMode="auto">
            <a:xfrm>
              <a:off x="5235659" y="5934143"/>
              <a:ext cx="207145" cy="261714"/>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pPr fontAlgn="auto">
                <a:spcBef>
                  <a:spcPts val="0"/>
                </a:spcBef>
                <a:spcAft>
                  <a:spcPts val="0"/>
                </a:spcAft>
              </a:pPr>
              <a:endParaRPr lang="en-US" sz="2400" dirty="0">
                <a:solidFill>
                  <a:prstClr val="black"/>
                </a:solidFill>
                <a:latin typeface="Roboto Lt"/>
                <a:cs typeface="+mn-cs"/>
              </a:endParaRPr>
            </a:p>
          </p:txBody>
        </p:sp>
        <p:sp>
          <p:nvSpPr>
            <p:cNvPr id="60" name="Freeform 62"/>
            <p:cNvSpPr>
              <a:spLocks/>
            </p:cNvSpPr>
            <p:nvPr/>
          </p:nvSpPr>
          <p:spPr bwMode="auto">
            <a:xfrm>
              <a:off x="4063583" y="5934143"/>
              <a:ext cx="134925" cy="261714"/>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prstClr val="black"/>
                </a:solidFill>
                <a:latin typeface="Roboto Lt"/>
                <a:cs typeface="+mn-cs"/>
              </a:endParaRPr>
            </a:p>
          </p:txBody>
        </p:sp>
      </p:grpSp>
    </p:spTree>
    <p:extLst>
      <p:ext uri="{BB962C8B-B14F-4D97-AF65-F5344CB8AC3E}">
        <p14:creationId xmlns:p14="http://schemas.microsoft.com/office/powerpoint/2010/main" val="38075107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anim calcmode="lin" valueType="num">
                                      <p:cBhvr>
                                        <p:cTn id="46" dur="500" fill="hold"/>
                                        <p:tgtEl>
                                          <p:spTgt spid="33"/>
                                        </p:tgtEl>
                                        <p:attrNameLst>
                                          <p:attrName>ppt_x</p:attrName>
                                        </p:attrNameLst>
                                      </p:cBhvr>
                                      <p:tavLst>
                                        <p:tav tm="0">
                                          <p:val>
                                            <p:strVal val="#ppt_x"/>
                                          </p:val>
                                        </p:tav>
                                        <p:tav tm="100000">
                                          <p:val>
                                            <p:strVal val="#ppt_x"/>
                                          </p:val>
                                        </p:tav>
                                      </p:tavLst>
                                    </p:anim>
                                    <p:anim calcmode="lin" valueType="num">
                                      <p:cBhvr>
                                        <p:cTn id="47" dur="500" fill="hold"/>
                                        <p:tgtEl>
                                          <p:spTgt spid="33"/>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53" presetClass="entr" presetSubtype="16" fill="hold" grpId="0" nodeType="afterEffect" nodePh="1">
                                  <p:stCondLst>
                                    <p:cond delay="0"/>
                                  </p:stCondLst>
                                  <p:endCondLst>
                                    <p:cond evt="begin" delay="0">
                                      <p:tn val="49"/>
                                    </p:cond>
                                  </p:end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p:cTn id="51"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52"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53" dur="500"/>
                                        <p:tgtEl>
                                          <p:spTgt spid="15">
                                            <p:txEl>
                                              <p:pRg st="0" end="0"/>
                                            </p:txEl>
                                          </p:spTgt>
                                        </p:tgtEl>
                                      </p:cBhvr>
                                    </p:animEffect>
                                  </p:childTnLst>
                                </p:cTn>
                              </p:par>
                            </p:childTnLst>
                          </p:cTn>
                        </p:par>
                        <p:par>
                          <p:cTn id="54" fill="hold">
                            <p:stCondLst>
                              <p:cond delay="4500"/>
                            </p:stCondLst>
                            <p:childTnLst>
                              <p:par>
                                <p:cTn id="55" presetID="42" presetClass="entr" presetSubtype="0" fill="hold" grpId="0" nodeType="afterEffect" nodePh="1">
                                  <p:stCondLst>
                                    <p:cond delay="0"/>
                                  </p:stCondLst>
                                  <p:endCondLst>
                                    <p:cond evt="begin" delay="0">
                                      <p:tn val="55"/>
                                    </p:cond>
                                  </p:end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anim calcmode="lin" valueType="num">
                                      <p:cBhvr>
                                        <p:cTn id="5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59" dur="500" fill="hold"/>
                                        <p:tgtEl>
                                          <p:spTgt spid="22">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53" presetClass="entr" presetSubtype="16"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p:cTn id="63" dur="500" fill="hold"/>
                                        <p:tgtEl>
                                          <p:spTgt spid="40"/>
                                        </p:tgtEl>
                                        <p:attrNameLst>
                                          <p:attrName>ppt_w</p:attrName>
                                        </p:attrNameLst>
                                      </p:cBhvr>
                                      <p:tavLst>
                                        <p:tav tm="0">
                                          <p:val>
                                            <p:fltVal val="0"/>
                                          </p:val>
                                        </p:tav>
                                        <p:tav tm="100000">
                                          <p:val>
                                            <p:strVal val="#ppt_w"/>
                                          </p:val>
                                        </p:tav>
                                      </p:tavLst>
                                    </p:anim>
                                    <p:anim calcmode="lin" valueType="num">
                                      <p:cBhvr>
                                        <p:cTn id="64" dur="500" fill="hold"/>
                                        <p:tgtEl>
                                          <p:spTgt spid="40"/>
                                        </p:tgtEl>
                                        <p:attrNameLst>
                                          <p:attrName>ppt_h</p:attrName>
                                        </p:attrNameLst>
                                      </p:cBhvr>
                                      <p:tavLst>
                                        <p:tav tm="0">
                                          <p:val>
                                            <p:fltVal val="0"/>
                                          </p:val>
                                        </p:tav>
                                        <p:tav tm="100000">
                                          <p:val>
                                            <p:strVal val="#ppt_h"/>
                                          </p:val>
                                        </p:tav>
                                      </p:tavLst>
                                    </p:anim>
                                    <p:animEffect transition="in" filter="fade">
                                      <p:cBhvr>
                                        <p:cTn id="65" dur="500"/>
                                        <p:tgtEl>
                                          <p:spTgt spid="40"/>
                                        </p:tgtEl>
                                      </p:cBhvr>
                                    </p:animEffect>
                                  </p:childTnLst>
                                </p:cTn>
                              </p:par>
                            </p:childTnLst>
                          </p:cTn>
                        </p:par>
                        <p:par>
                          <p:cTn id="66" fill="hold">
                            <p:stCondLst>
                              <p:cond delay="5500"/>
                            </p:stCondLst>
                            <p:childTnLst>
                              <p:par>
                                <p:cTn id="67" presetID="42" presetClass="entr" presetSubtype="0"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anim calcmode="lin" valueType="num">
                                      <p:cBhvr>
                                        <p:cTn id="70" dur="500" fill="hold"/>
                                        <p:tgtEl>
                                          <p:spTgt spid="35"/>
                                        </p:tgtEl>
                                        <p:attrNameLst>
                                          <p:attrName>ppt_x</p:attrName>
                                        </p:attrNameLst>
                                      </p:cBhvr>
                                      <p:tavLst>
                                        <p:tav tm="0">
                                          <p:val>
                                            <p:strVal val="#ppt_x"/>
                                          </p:val>
                                        </p:tav>
                                        <p:tav tm="100000">
                                          <p:val>
                                            <p:strVal val="#ppt_x"/>
                                          </p:val>
                                        </p:tav>
                                      </p:tavLst>
                                    </p:anim>
                                    <p:anim calcmode="lin" valueType="num">
                                      <p:cBhvr>
                                        <p:cTn id="71" dur="500" fill="hold"/>
                                        <p:tgtEl>
                                          <p:spTgt spid="35"/>
                                        </p:tgtEl>
                                        <p:attrNameLst>
                                          <p:attrName>ppt_y</p:attrName>
                                        </p:attrNameLst>
                                      </p:cBhvr>
                                      <p:tavLst>
                                        <p:tav tm="0">
                                          <p:val>
                                            <p:strVal val="#ppt_y+.1"/>
                                          </p:val>
                                        </p:tav>
                                        <p:tav tm="100000">
                                          <p:val>
                                            <p:strVal val="#ppt_y"/>
                                          </p:val>
                                        </p:tav>
                                      </p:tavLst>
                                    </p:anim>
                                  </p:childTnLst>
                                </p:cTn>
                              </p:par>
                            </p:childTnLst>
                          </p:cTn>
                        </p:par>
                        <p:par>
                          <p:cTn id="72" fill="hold">
                            <p:stCondLst>
                              <p:cond delay="60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17">
                                            <p:txEl>
                                              <p:pRg st="0" end="0"/>
                                            </p:txEl>
                                          </p:spTgt>
                                        </p:tgtEl>
                                        <p:attrNameLst>
                                          <p:attrName>style.visibility</p:attrName>
                                        </p:attrNameLst>
                                      </p:cBhvr>
                                      <p:to>
                                        <p:strVal val="visible"/>
                                      </p:to>
                                    </p:set>
                                    <p:anim calcmode="lin" valueType="num">
                                      <p:cBhvr>
                                        <p:cTn id="75"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17">
                                            <p:txEl>
                                              <p:pRg st="0" end="0"/>
                                            </p:txEl>
                                          </p:spTgt>
                                        </p:tgtEl>
                                      </p:cBhvr>
                                    </p:animEffect>
                                  </p:childTnLst>
                                </p:cTn>
                              </p:par>
                            </p:childTnLst>
                          </p:cTn>
                        </p:par>
                        <p:par>
                          <p:cTn id="78" fill="hold">
                            <p:stCondLst>
                              <p:cond delay="6500"/>
                            </p:stCondLst>
                            <p:childTnLst>
                              <p:par>
                                <p:cTn id="79" presetID="42" presetClass="entr" presetSubtype="0" fill="hold" grpId="0" nodeType="afterEffect" nodePh="1">
                                  <p:stCondLst>
                                    <p:cond delay="0"/>
                                  </p:stCondLst>
                                  <p:endCondLst>
                                    <p:cond evt="begin" delay="0">
                                      <p:tn val="79"/>
                                    </p:cond>
                                  </p:endCondLst>
                                  <p:childTnLst>
                                    <p:set>
                                      <p:cBhvr>
                                        <p:cTn id="80" dur="1" fill="hold">
                                          <p:stCondLst>
                                            <p:cond delay="0"/>
                                          </p:stCondLst>
                                        </p:cTn>
                                        <p:tgtEl>
                                          <p:spTgt spid="23">
                                            <p:txEl>
                                              <p:pRg st="0" end="0"/>
                                            </p:txEl>
                                          </p:spTgt>
                                        </p:tgtEl>
                                        <p:attrNameLst>
                                          <p:attrName>style.visibility</p:attrName>
                                        </p:attrNameLst>
                                      </p:cBhvr>
                                      <p:to>
                                        <p:strVal val="visible"/>
                                      </p:to>
                                    </p:set>
                                    <p:animEffect transition="in" filter="fade">
                                      <p:cBhvr>
                                        <p:cTn id="81" dur="500"/>
                                        <p:tgtEl>
                                          <p:spTgt spid="23">
                                            <p:txEl>
                                              <p:pRg st="0" end="0"/>
                                            </p:txEl>
                                          </p:spTgt>
                                        </p:tgtEl>
                                      </p:cBhvr>
                                    </p:animEffect>
                                    <p:anim calcmode="lin" valueType="num">
                                      <p:cBhvr>
                                        <p:cTn id="82"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83"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7000"/>
                            </p:stCondLst>
                            <p:childTnLst>
                              <p:par>
                                <p:cTn id="85" presetID="53" presetClass="entr" presetSubtype="16" fill="hold" nodeType="after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p:cTn id="87" dur="500" fill="hold"/>
                                        <p:tgtEl>
                                          <p:spTgt spid="47"/>
                                        </p:tgtEl>
                                        <p:attrNameLst>
                                          <p:attrName>ppt_w</p:attrName>
                                        </p:attrNameLst>
                                      </p:cBhvr>
                                      <p:tavLst>
                                        <p:tav tm="0">
                                          <p:val>
                                            <p:fltVal val="0"/>
                                          </p:val>
                                        </p:tav>
                                        <p:tav tm="100000">
                                          <p:val>
                                            <p:strVal val="#ppt_w"/>
                                          </p:val>
                                        </p:tav>
                                      </p:tavLst>
                                    </p:anim>
                                    <p:anim calcmode="lin" valueType="num">
                                      <p:cBhvr>
                                        <p:cTn id="88" dur="500" fill="hold"/>
                                        <p:tgtEl>
                                          <p:spTgt spid="47"/>
                                        </p:tgtEl>
                                        <p:attrNameLst>
                                          <p:attrName>ppt_h</p:attrName>
                                        </p:attrNameLst>
                                      </p:cBhvr>
                                      <p:tavLst>
                                        <p:tav tm="0">
                                          <p:val>
                                            <p:fltVal val="0"/>
                                          </p:val>
                                        </p:tav>
                                        <p:tav tm="100000">
                                          <p:val>
                                            <p:strVal val="#ppt_h"/>
                                          </p:val>
                                        </p:tav>
                                      </p:tavLst>
                                    </p:anim>
                                    <p:animEffect transition="in" filter="fade">
                                      <p:cBhvr>
                                        <p:cTn id="89" dur="500"/>
                                        <p:tgtEl>
                                          <p:spTgt spid="47"/>
                                        </p:tgtEl>
                                      </p:cBhvr>
                                    </p:animEffect>
                                  </p:childTnLst>
                                </p:cTn>
                              </p:par>
                            </p:childTnLst>
                          </p:cTn>
                        </p:par>
                        <p:par>
                          <p:cTn id="90" fill="hold">
                            <p:stCondLst>
                              <p:cond delay="7500"/>
                            </p:stCondLst>
                            <p:childTnLst>
                              <p:par>
                                <p:cTn id="91" presetID="42"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anim calcmode="lin" valueType="num">
                                      <p:cBhvr>
                                        <p:cTn id="94" dur="500" fill="hold"/>
                                        <p:tgtEl>
                                          <p:spTgt spid="37"/>
                                        </p:tgtEl>
                                        <p:attrNameLst>
                                          <p:attrName>ppt_x</p:attrName>
                                        </p:attrNameLst>
                                      </p:cBhvr>
                                      <p:tavLst>
                                        <p:tav tm="0">
                                          <p:val>
                                            <p:strVal val="#ppt_x"/>
                                          </p:val>
                                        </p:tav>
                                        <p:tav tm="100000">
                                          <p:val>
                                            <p:strVal val="#ppt_x"/>
                                          </p:val>
                                        </p:tav>
                                      </p:tavLst>
                                    </p:anim>
                                    <p:anim calcmode="lin" valueType="num">
                                      <p:cBhvr>
                                        <p:cTn id="95" dur="500" fill="hold"/>
                                        <p:tgtEl>
                                          <p:spTgt spid="37"/>
                                        </p:tgtEl>
                                        <p:attrNameLst>
                                          <p:attrName>ppt_y</p:attrName>
                                        </p:attrNameLst>
                                      </p:cBhvr>
                                      <p:tavLst>
                                        <p:tav tm="0">
                                          <p:val>
                                            <p:strVal val="#ppt_y+.1"/>
                                          </p:val>
                                        </p:tav>
                                        <p:tav tm="100000">
                                          <p:val>
                                            <p:strVal val="#ppt_y"/>
                                          </p:val>
                                        </p:tav>
                                      </p:tavLst>
                                    </p:anim>
                                  </p:childTnLst>
                                </p:cTn>
                              </p:par>
                            </p:childTnLst>
                          </p:cTn>
                        </p:par>
                        <p:par>
                          <p:cTn id="96" fill="hold">
                            <p:stCondLst>
                              <p:cond delay="8000"/>
                            </p:stCondLst>
                            <p:childTnLst>
                              <p:par>
                                <p:cTn id="97" presetID="53" presetClass="entr" presetSubtype="16" fill="hold" grpId="0" nodeType="afterEffect" nodePh="1">
                                  <p:stCondLst>
                                    <p:cond delay="0"/>
                                  </p:stCondLst>
                                  <p:endCondLst>
                                    <p:cond evt="begin" delay="0">
                                      <p:tn val="97"/>
                                    </p:cond>
                                  </p:endCondLst>
                                  <p:childTnLst>
                                    <p:set>
                                      <p:cBhvr>
                                        <p:cTn id="98" dur="1" fill="hold">
                                          <p:stCondLst>
                                            <p:cond delay="0"/>
                                          </p:stCondLst>
                                        </p:cTn>
                                        <p:tgtEl>
                                          <p:spTgt spid="19">
                                            <p:txEl>
                                              <p:pRg st="0" end="0"/>
                                            </p:txEl>
                                          </p:spTgt>
                                        </p:tgtEl>
                                        <p:attrNameLst>
                                          <p:attrName>style.visibility</p:attrName>
                                        </p:attrNameLst>
                                      </p:cBhvr>
                                      <p:to>
                                        <p:strVal val="visible"/>
                                      </p:to>
                                    </p:set>
                                    <p:anim calcmode="lin" valueType="num">
                                      <p:cBhvr>
                                        <p:cTn id="99"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100"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101" dur="500"/>
                                        <p:tgtEl>
                                          <p:spTgt spid="19">
                                            <p:txEl>
                                              <p:pRg st="0" end="0"/>
                                            </p:txEl>
                                          </p:spTgt>
                                        </p:tgtEl>
                                      </p:cBhvr>
                                    </p:animEffect>
                                  </p:childTnLst>
                                </p:cTn>
                              </p:par>
                            </p:childTnLst>
                          </p:cTn>
                        </p:par>
                        <p:par>
                          <p:cTn id="102" fill="hold">
                            <p:stCondLst>
                              <p:cond delay="8500"/>
                            </p:stCondLst>
                            <p:childTnLst>
                              <p:par>
                                <p:cTn id="103" presetID="42" presetClass="entr" presetSubtype="0" fill="hold" grpId="0" nodeType="afterEffect" nodePh="1">
                                  <p:stCondLst>
                                    <p:cond delay="0"/>
                                  </p:stCondLst>
                                  <p:endCondLst>
                                    <p:cond evt="begin" delay="0">
                                      <p:tn val="103"/>
                                    </p:cond>
                                  </p:endCondLst>
                                  <p:childTnLst>
                                    <p:set>
                                      <p:cBhvr>
                                        <p:cTn id="104" dur="1" fill="hold">
                                          <p:stCondLst>
                                            <p:cond delay="0"/>
                                          </p:stCondLst>
                                        </p:cTn>
                                        <p:tgtEl>
                                          <p:spTgt spid="24">
                                            <p:txEl>
                                              <p:pRg st="0" end="0"/>
                                            </p:txEl>
                                          </p:spTgt>
                                        </p:tgtEl>
                                        <p:attrNameLst>
                                          <p:attrName>style.visibility</p:attrName>
                                        </p:attrNameLst>
                                      </p:cBhvr>
                                      <p:to>
                                        <p:strVal val="visible"/>
                                      </p:to>
                                    </p:set>
                                    <p:animEffect transition="in" filter="fade">
                                      <p:cBhvr>
                                        <p:cTn id="105" dur="500"/>
                                        <p:tgtEl>
                                          <p:spTgt spid="24">
                                            <p:txEl>
                                              <p:pRg st="0" end="0"/>
                                            </p:txEl>
                                          </p:spTgt>
                                        </p:tgtEl>
                                      </p:cBhvr>
                                    </p:animEffect>
                                    <p:anim calcmode="lin" valueType="num">
                                      <p:cBhvr>
                                        <p:cTn id="10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07"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108" fill="hold">
                            <p:stCondLst>
                              <p:cond delay="9000"/>
                            </p:stCondLst>
                            <p:childTnLst>
                              <p:par>
                                <p:cTn id="109" presetID="53" presetClass="entr" presetSubtype="16"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500" fill="hold"/>
                                        <p:tgtEl>
                                          <p:spTgt spid="54"/>
                                        </p:tgtEl>
                                        <p:attrNameLst>
                                          <p:attrName>ppt_w</p:attrName>
                                        </p:attrNameLst>
                                      </p:cBhvr>
                                      <p:tavLst>
                                        <p:tav tm="0">
                                          <p:val>
                                            <p:fltVal val="0"/>
                                          </p:val>
                                        </p:tav>
                                        <p:tav tm="100000">
                                          <p:val>
                                            <p:strVal val="#ppt_w"/>
                                          </p:val>
                                        </p:tav>
                                      </p:tavLst>
                                    </p:anim>
                                    <p:anim calcmode="lin" valueType="num">
                                      <p:cBhvr>
                                        <p:cTn id="112" dur="500" fill="hold"/>
                                        <p:tgtEl>
                                          <p:spTgt spid="54"/>
                                        </p:tgtEl>
                                        <p:attrNameLst>
                                          <p:attrName>ppt_h</p:attrName>
                                        </p:attrNameLst>
                                      </p:cBhvr>
                                      <p:tavLst>
                                        <p:tav tm="0">
                                          <p:val>
                                            <p:fltVal val="0"/>
                                          </p:val>
                                        </p:tav>
                                        <p:tav tm="100000">
                                          <p:val>
                                            <p:strVal val="#ppt_h"/>
                                          </p:val>
                                        </p:tav>
                                      </p:tavLst>
                                    </p:anim>
                                    <p:animEffect transition="in" filter="fade">
                                      <p:cBhvr>
                                        <p:cTn id="11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anim calcmode="lin" valueType="num">
                      <p:cBhvr>
                        <p:cTn dur="500" fill="hold"/>
                        <p:tgtEl>
                          <p:spTgt spid="22"/>
                        </p:tgtEl>
                        <p:attrNameLst>
                          <p:attrName>ppt_x</p:attrName>
                        </p:attrNameLst>
                      </p:cBhvr>
                      <p:tavLst>
                        <p:tav tm="0">
                          <p:val>
                            <p:strVal val="#ppt_x"/>
                          </p:val>
                        </p:tav>
                        <p:tav tm="100000">
                          <p:val>
                            <p:strVal val="#ppt_x"/>
                          </p:val>
                        </p:tav>
                      </p:tavLst>
                    </p:anim>
                    <p:anim calcmode="lin" valueType="num">
                      <p:cBhvr>
                        <p:cTn dur="5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31" grpId="0" animBg="1"/>
      <p:bldP spid="33" grpId="0" animBg="1"/>
      <p:bldP spid="35" grpId="0" animBg="1"/>
      <p:bldP spid="37" grpId="0" animBg="1"/>
    </p:bld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60AFBE13-CD3F-124C-A424-B21D06AAE045}"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153400" y="5316142"/>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153400" y="5593818"/>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Picture Placeholder 30"/>
          <p:cNvSpPr>
            <a:spLocks noGrp="1"/>
          </p:cNvSpPr>
          <p:nvPr>
            <p:ph type="pic" sz="quarter" idx="33" hasCustomPrompt="1"/>
          </p:nvPr>
        </p:nvSpPr>
        <p:spPr>
          <a:xfrm>
            <a:off x="8153400" y="1898601"/>
            <a:ext cx="2492492" cy="3145782"/>
          </a:xfrm>
          <a:solidFill>
            <a:schemeClr val="bg1">
              <a:lumMod val="85000"/>
            </a:schemeClr>
          </a:solidFill>
        </p:spPr>
        <p:txBody>
          <a:bodyPr/>
          <a:lstStyle>
            <a:lvl1pPr>
              <a:defRPr/>
            </a:lvl1pPr>
          </a:lstStyle>
          <a:p>
            <a:r>
              <a:rPr lang="id-ID" dirty="0" smtClean="0"/>
              <a:t>Pic here</a:t>
            </a:r>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97100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2542601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3">
                                            <p:txEl>
                                              <p:pRg st="0" end="0"/>
                                            </p:txEl>
                                          </p:spTgt>
                                        </p:tgtEl>
                                        <p:attrNameLst>
                                          <p:attrName>style.visibility</p:attrName>
                                        </p:attrNameLst>
                                      </p:cBhvr>
                                      <p:to>
                                        <p:strVal val="visible"/>
                                      </p:to>
                                    </p:set>
                                    <p:anim calcmode="lin" valueType="num">
                                      <p:cBhvr>
                                        <p:cTn id="27"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3">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21">
                                            <p:txEl>
                                              <p:pRg st="0" end="0"/>
                                            </p:txEl>
                                          </p:spTgt>
                                        </p:tgtEl>
                                        <p:attrNameLst>
                                          <p:attrName>style.visibility</p:attrName>
                                        </p:attrNameLst>
                                      </p:cBhvr>
                                      <p:to>
                                        <p:strVal val="visible"/>
                                      </p:to>
                                    </p:set>
                                    <p:animEffect transition="in" filter="fade">
                                      <p:cBhvr>
                                        <p:cTn id="33" dur="500"/>
                                        <p:tgtEl>
                                          <p:spTgt spid="21">
                                            <p:txEl>
                                              <p:pRg st="0" end="0"/>
                                            </p:txEl>
                                          </p:spTgt>
                                        </p:tgtEl>
                                      </p:cBhvr>
                                    </p:animEffect>
                                    <p:anim calcmode="lin" valueType="num">
                                      <p:cBhvr>
                                        <p:cTn id="34"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p:cTn id="3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25">
                                            <p:txEl>
                                              <p:pRg st="0" end="0"/>
                                            </p:txEl>
                                          </p:spTgt>
                                        </p:tgtEl>
                                      </p:cBhvr>
                                    </p:animEffect>
                                  </p:childTnLst>
                                </p:cTn>
                              </p:par>
                            </p:childTnLst>
                          </p:cTn>
                        </p:par>
                        <p:par>
                          <p:cTn id="42" fill="hold">
                            <p:stCondLst>
                              <p:cond delay="35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500"/>
                                        <p:tgtEl>
                                          <p:spTgt spid="26">
                                            <p:txEl>
                                              <p:pRg st="0" end="0"/>
                                            </p:txEl>
                                          </p:spTgt>
                                        </p:tgtEl>
                                      </p:cBhvr>
                                    </p:animEffect>
                                    <p:anim calcmode="lin" valueType="num">
                                      <p:cBhvr>
                                        <p:cTn id="46"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31"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7"/>
          <p:cNvSpPr>
            <a:spLocks noGrp="1"/>
          </p:cNvSpPr>
          <p:nvPr>
            <p:ph type="pic" sz="quarter" idx="14" hasCustomPrompt="1"/>
          </p:nvPr>
        </p:nvSpPr>
        <p:spPr>
          <a:xfrm>
            <a:off x="0" y="0"/>
            <a:ext cx="12192000" cy="685800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7" name="Picture Placeholder 16"/>
          <p:cNvSpPr>
            <a:spLocks noGrp="1"/>
          </p:cNvSpPr>
          <p:nvPr>
            <p:ph type="pic" sz="quarter" idx="35" hasCustomPrompt="1"/>
          </p:nvPr>
        </p:nvSpPr>
        <p:spPr>
          <a:xfrm>
            <a:off x="-228600" y="-247650"/>
            <a:ext cx="7616332" cy="7296150"/>
          </a:xfrm>
          <a:custGeom>
            <a:avLst/>
            <a:gdLst>
              <a:gd name="connsiteX0" fmla="*/ 0 w 7373178"/>
              <a:gd name="connsiteY0" fmla="*/ 0 h 6858000"/>
              <a:gd name="connsiteX1" fmla="*/ 6921578 w 7373178"/>
              <a:gd name="connsiteY1" fmla="*/ 0 h 6858000"/>
              <a:gd name="connsiteX2" fmla="*/ 6822196 w 7373178"/>
              <a:gd name="connsiteY2" fmla="*/ 188338 h 6858000"/>
              <a:gd name="connsiteX3" fmla="*/ 6788524 w 7373178"/>
              <a:gd name="connsiteY3" fmla="*/ 5808780 h 6858000"/>
              <a:gd name="connsiteX4" fmla="*/ 7247696 w 7373178"/>
              <a:gd name="connsiteY4" fmla="*/ 6667831 h 6858000"/>
              <a:gd name="connsiteX5" fmla="*/ 7373178 w 7373178"/>
              <a:gd name="connsiteY5" fmla="*/ 6858000 h 6858000"/>
              <a:gd name="connsiteX6" fmla="*/ 0 w 7373178"/>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3178" h="6858000">
                <a:moveTo>
                  <a:pt x="0" y="0"/>
                </a:moveTo>
                <a:lnTo>
                  <a:pt x="6921578" y="0"/>
                </a:lnTo>
                <a:lnTo>
                  <a:pt x="6822196" y="188338"/>
                </a:lnTo>
                <a:cubicBezTo>
                  <a:pt x="6006786" y="1830158"/>
                  <a:pt x="5931281" y="3899984"/>
                  <a:pt x="6788524" y="5808780"/>
                </a:cubicBezTo>
                <a:cubicBezTo>
                  <a:pt x="6923879" y="6110169"/>
                  <a:pt x="7077682" y="6396843"/>
                  <a:pt x="7247696" y="6667831"/>
                </a:cubicBezTo>
                <a:lnTo>
                  <a:pt x="7373178" y="6858000"/>
                </a:lnTo>
                <a:lnTo>
                  <a:pt x="0" y="6858000"/>
                </a:lnTo>
                <a:close/>
              </a:path>
            </a:pathLst>
          </a:custGeom>
          <a:solidFill>
            <a:schemeClr val="accent4">
              <a:alpha val="35000"/>
            </a:schemeClr>
          </a:solidFill>
          <a:ln w="76200">
            <a:solidFill>
              <a:schemeClr val="bg1"/>
            </a:solidFill>
          </a:ln>
        </p:spPr>
        <p:txBody>
          <a:bodyPr wrap="square">
            <a:noAutofit/>
          </a:bodyPr>
          <a:lstStyle>
            <a:lvl1pPr>
              <a:defRPr sz="1000" baseline="0"/>
            </a:lvl1pPr>
          </a:lstStyle>
          <a:p>
            <a:r>
              <a:rPr lang="id-ID" dirty="0" smtClean="0"/>
              <a:t>Pic here</a:t>
            </a:r>
            <a:endParaRPr lang="en-AU" dirty="0"/>
          </a:p>
        </p:txBody>
      </p:sp>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703E47F-D2E1-C440-99FF-8250F4F01AE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3" name="Text Placeholder 21"/>
          <p:cNvSpPr>
            <a:spLocks noGrp="1"/>
          </p:cNvSpPr>
          <p:nvPr>
            <p:ph type="body" sz="quarter" idx="20"/>
          </p:nvPr>
        </p:nvSpPr>
        <p:spPr>
          <a:xfrm>
            <a:off x="8303907" y="5417740"/>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29"/>
          </p:nvPr>
        </p:nvSpPr>
        <p:spPr>
          <a:xfrm>
            <a:off x="8303907" y="5695416"/>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5" name="Text Placeholder 21"/>
          <p:cNvSpPr>
            <a:spLocks noGrp="1"/>
          </p:cNvSpPr>
          <p:nvPr>
            <p:ph type="body" sz="quarter" idx="34"/>
          </p:nvPr>
        </p:nvSpPr>
        <p:spPr>
          <a:xfrm>
            <a:off x="479425" y="2048885"/>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1"/>
          </p:nvPr>
        </p:nvSpPr>
        <p:spPr>
          <a:xfrm>
            <a:off x="479425" y="2457996"/>
            <a:ext cx="5616575" cy="1285330"/>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3392009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Effect transition="in" filter="fade">
                                      <p:cBhvr>
                                        <p:cTn id="23" dur="500"/>
                                        <p:tgtEl>
                                          <p:spTgt spid="14"/>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2500"/>
                            </p:stCondLst>
                            <p:childTnLst>
                              <p:par>
                                <p:cTn id="29" presetID="53" presetClass="entr" presetSubtype="16" fill="hold" grpId="0" nodeType="afterEffect" nodePh="1">
                                  <p:stCondLst>
                                    <p:cond delay="0"/>
                                  </p:stCondLst>
                                  <p:endCondLst>
                                    <p:cond evt="begin" delay="0">
                                      <p:tn val="29"/>
                                    </p:cond>
                                  </p:endCondLst>
                                  <p:childTnLst>
                                    <p:set>
                                      <p:cBhvr>
                                        <p:cTn id="30" dur="1" fill="hold">
                                          <p:stCondLst>
                                            <p:cond delay="0"/>
                                          </p:stCondLst>
                                        </p:cTn>
                                        <p:tgtEl>
                                          <p:spTgt spid="13">
                                            <p:txEl>
                                              <p:pRg st="0" end="0"/>
                                            </p:txEl>
                                          </p:spTgt>
                                        </p:tgtEl>
                                        <p:attrNameLst>
                                          <p:attrName>style.visibility</p:attrName>
                                        </p:attrNameLst>
                                      </p:cBhvr>
                                      <p:to>
                                        <p:strVal val="visible"/>
                                      </p:to>
                                    </p:set>
                                    <p:anim calcmode="lin" valueType="num">
                                      <p:cBhvr>
                                        <p:cTn id="31" dur="500" fill="hold"/>
                                        <p:tgtEl>
                                          <p:spTgt spid="13">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13">
                                            <p:txEl>
                                              <p:pRg st="0" end="0"/>
                                            </p:txEl>
                                          </p:spTgt>
                                        </p:tgtEl>
                                        <p:attrNameLst>
                                          <p:attrName>ppt_h</p:attrName>
                                        </p:attrNameLst>
                                      </p:cBhvr>
                                      <p:tavLst>
                                        <p:tav tm="0">
                                          <p:val>
                                            <p:fltVal val="0"/>
                                          </p:val>
                                        </p:tav>
                                        <p:tav tm="100000">
                                          <p:val>
                                            <p:strVal val="#ppt_h"/>
                                          </p:val>
                                        </p:tav>
                                      </p:tavLst>
                                    </p:anim>
                                    <p:animEffect transition="in" filter="fade">
                                      <p:cBhvr>
                                        <p:cTn id="33" dur="500"/>
                                        <p:tgtEl>
                                          <p:spTgt spid="13">
                                            <p:txEl>
                                              <p:pRg st="0" end="0"/>
                                            </p:txEl>
                                          </p:spTgt>
                                        </p:tgtEl>
                                      </p:cBhvr>
                                    </p:animEffect>
                                  </p:childTnLst>
                                </p:cTn>
                              </p:par>
                            </p:childTnLst>
                          </p:cTn>
                        </p:par>
                        <p:par>
                          <p:cTn id="34" fill="hold">
                            <p:stCondLst>
                              <p:cond delay="3000"/>
                            </p:stCondLst>
                            <p:childTnLst>
                              <p:par>
                                <p:cTn id="35" presetID="42" presetClass="entr" presetSubtype="0" fill="hold" grpId="0" nodeType="afterEffect" nodePh="1">
                                  <p:stCondLst>
                                    <p:cond delay="0"/>
                                  </p:stCondLst>
                                  <p:endCondLst>
                                    <p:cond evt="begin" delay="0">
                                      <p:tn val="35"/>
                                    </p:cond>
                                  </p:endCondLst>
                                  <p:childTnLst>
                                    <p:set>
                                      <p:cBhvr>
                                        <p:cTn id="36" dur="1" fill="hold">
                                          <p:stCondLst>
                                            <p:cond delay="0"/>
                                          </p:stCondLst>
                                        </p:cTn>
                                        <p:tgtEl>
                                          <p:spTgt spid="21">
                                            <p:txEl>
                                              <p:pRg st="0" end="0"/>
                                            </p:txEl>
                                          </p:spTgt>
                                        </p:tgtEl>
                                        <p:attrNameLst>
                                          <p:attrName>style.visibility</p:attrName>
                                        </p:attrNameLst>
                                      </p:cBhvr>
                                      <p:to>
                                        <p:strVal val="visible"/>
                                      </p:to>
                                    </p:set>
                                    <p:animEffect transition="in" filter="fade">
                                      <p:cBhvr>
                                        <p:cTn id="37" dur="500"/>
                                        <p:tgtEl>
                                          <p:spTgt spid="21">
                                            <p:txEl>
                                              <p:pRg st="0" end="0"/>
                                            </p:txEl>
                                          </p:spTgt>
                                        </p:tgtEl>
                                      </p:cBhvr>
                                    </p:animEffect>
                                    <p:anim calcmode="lin" valueType="num">
                                      <p:cBhvr>
                                        <p:cTn id="3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3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nodePh="1">
                                  <p:stCondLst>
                                    <p:cond delay="0"/>
                                  </p:stCondLst>
                                  <p:endCondLst>
                                    <p:cond evt="begin" delay="0">
                                      <p:tn val="41"/>
                                    </p:cond>
                                  </p:end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p:cTn id="43"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25">
                                            <p:txEl>
                                              <p:pRg st="0" end="0"/>
                                            </p:txEl>
                                          </p:spTgt>
                                        </p:tgtEl>
                                      </p:cBhvr>
                                    </p:animEffect>
                                  </p:childTnLst>
                                </p:cTn>
                              </p:par>
                            </p:childTnLst>
                          </p:cTn>
                        </p:par>
                        <p:par>
                          <p:cTn id="46" fill="hold">
                            <p:stCondLst>
                              <p:cond delay="4000"/>
                            </p:stCondLst>
                            <p:childTnLst>
                              <p:par>
                                <p:cTn id="47" presetID="42" presetClass="entr" presetSubtype="0" fill="hold" grpId="0" nodeType="afterEffect" nodePh="1">
                                  <p:stCondLst>
                                    <p:cond delay="0"/>
                                  </p:stCondLst>
                                  <p:endCondLst>
                                    <p:cond evt="begin" delay="0">
                                      <p:tn val="47"/>
                                    </p:cond>
                                  </p:end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fade">
                                      <p:cBhvr>
                                        <p:cTn id="49" dur="500"/>
                                        <p:tgtEl>
                                          <p:spTgt spid="26">
                                            <p:txEl>
                                              <p:pRg st="0" end="0"/>
                                            </p:txEl>
                                          </p:spTgt>
                                        </p:tgtEl>
                                      </p:cBhvr>
                                    </p:animEffect>
                                    <p:anim calcmode="lin" valueType="num">
                                      <p:cBhvr>
                                        <p:cTn id="5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1"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7" grpId="0" animBg="1"/>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3"/>
                        </p:tgtEl>
                        <p:attrNameLst>
                          <p:attrName>style.visibility</p:attrName>
                        </p:attrNameLst>
                      </p:cBhvr>
                      <p:to>
                        <p:strVal val="visible"/>
                      </p:to>
                    </p:set>
                    <p:anim calcmode="lin" valueType="num">
                      <p:cBhvr>
                        <p:cTn dur="500" fill="hold"/>
                        <p:tgtEl>
                          <p:spTgt spid="13"/>
                        </p:tgtEl>
                        <p:attrNameLst>
                          <p:attrName>ppt_w</p:attrName>
                        </p:attrNameLst>
                      </p:cBhvr>
                      <p:tavLst>
                        <p:tav tm="0">
                          <p:val>
                            <p:fltVal val="0"/>
                          </p:val>
                        </p:tav>
                        <p:tav tm="100000">
                          <p:val>
                            <p:strVal val="#ppt_w"/>
                          </p:val>
                        </p:tav>
                      </p:tavLst>
                    </p:anim>
                    <p:anim calcmode="lin" valueType="num">
                      <p:cBhvr>
                        <p:cTn dur="500" fill="hold"/>
                        <p:tgtEl>
                          <p:spTgt spid="13"/>
                        </p:tgtEl>
                        <p:attrNameLst>
                          <p:attrName>ppt_h</p:attrName>
                        </p:attrNameLst>
                      </p:cBhvr>
                      <p:tavLst>
                        <p:tav tm="0">
                          <p:val>
                            <p:fltVal val="0"/>
                          </p:val>
                        </p:tav>
                        <p:tav tm="100000">
                          <p:val>
                            <p:strVal val="#ppt_h"/>
                          </p:val>
                        </p:tav>
                      </p:tavLst>
                    </p:anim>
                    <p:animEffect transition="in" filter="fade">
                      <p:cBhvr>
                        <p:cTn dur="500"/>
                        <p:tgtEl>
                          <p:spTgt spid="13"/>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88B709AE-D5FE-D54B-9B0D-184F0B80825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9" name="Picture Placeholder 38"/>
          <p:cNvSpPr>
            <a:spLocks noGrp="1"/>
          </p:cNvSpPr>
          <p:nvPr>
            <p:ph type="pic" sz="quarter" idx="14"/>
          </p:nvPr>
        </p:nvSpPr>
        <p:spPr>
          <a:xfrm>
            <a:off x="1031972" y="2625206"/>
            <a:ext cx="1919046" cy="1872751"/>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0" name="Picture Placeholder 39"/>
          <p:cNvSpPr>
            <a:spLocks noGrp="1"/>
          </p:cNvSpPr>
          <p:nvPr>
            <p:ph type="pic" sz="quarter" idx="15"/>
          </p:nvPr>
        </p:nvSpPr>
        <p:spPr>
          <a:xfrm flipH="1">
            <a:off x="3913909" y="510524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a:p>
        </p:txBody>
      </p:sp>
      <p:sp>
        <p:nvSpPr>
          <p:cNvPr id="41" name="Picture Placeholder 40"/>
          <p:cNvSpPr>
            <a:spLocks noGrp="1"/>
          </p:cNvSpPr>
          <p:nvPr>
            <p:ph type="pic" sz="quarter" idx="16"/>
          </p:nvPr>
        </p:nvSpPr>
        <p:spPr>
          <a:xfrm flipH="1">
            <a:off x="3913908" y="1877961"/>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2" name="Picture Placeholder 41"/>
          <p:cNvSpPr>
            <a:spLocks noGrp="1"/>
          </p:cNvSpPr>
          <p:nvPr>
            <p:ph type="pic" sz="quarter" idx="17"/>
          </p:nvPr>
        </p:nvSpPr>
        <p:spPr>
          <a:xfrm flipH="1">
            <a:off x="4191001" y="3495474"/>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cxnSp>
        <p:nvCxnSpPr>
          <p:cNvPr id="12" name="Curved Connector 11"/>
          <p:cNvCxnSpPr/>
          <p:nvPr userDrawn="1"/>
        </p:nvCxnSpPr>
        <p:spPr>
          <a:xfrm flipV="1">
            <a:off x="3016827" y="2482812"/>
            <a:ext cx="831271" cy="750746"/>
          </a:xfrm>
          <a:prstGeom prst="curvedConnector3">
            <a:avLst>
              <a:gd name="adj1" fmla="val 42552"/>
            </a:avLst>
          </a:prstGeom>
          <a:ln w="63500">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Curved Connector 42"/>
          <p:cNvCxnSpPr/>
          <p:nvPr userDrawn="1"/>
        </p:nvCxnSpPr>
        <p:spPr>
          <a:xfrm>
            <a:off x="3054763" y="3447034"/>
            <a:ext cx="1052417" cy="466216"/>
          </a:xfrm>
          <a:prstGeom prst="curvedConnector3">
            <a:avLst>
              <a:gd name="adj1" fmla="val 50000"/>
            </a:avLst>
          </a:prstGeom>
          <a:ln w="63500">
            <a:solidFill>
              <a:schemeClr val="accent2"/>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urved Connector 46"/>
          <p:cNvCxnSpPr/>
          <p:nvPr userDrawn="1"/>
        </p:nvCxnSpPr>
        <p:spPr>
          <a:xfrm rot="16200000" flipH="1">
            <a:off x="2903902" y="3831001"/>
            <a:ext cx="1285559" cy="983837"/>
          </a:xfrm>
          <a:prstGeom prst="curvedConnector3">
            <a:avLst>
              <a:gd name="adj1" fmla="val 50000"/>
            </a:avLst>
          </a:prstGeom>
          <a:ln w="63500">
            <a:solidFill>
              <a:schemeClr val="accent3"/>
            </a:solidFill>
            <a:tailEnd type="triangle" w="med" len="med"/>
          </a:ln>
        </p:spPr>
        <p:style>
          <a:lnRef idx="1">
            <a:schemeClr val="accent1"/>
          </a:lnRef>
          <a:fillRef idx="0">
            <a:schemeClr val="accent1"/>
          </a:fillRef>
          <a:effectRef idx="0">
            <a:schemeClr val="accent1"/>
          </a:effectRef>
          <a:fontRef idx="minor">
            <a:schemeClr val="tx1"/>
          </a:fontRef>
        </p:style>
      </p:cxnSp>
      <p:sp>
        <p:nvSpPr>
          <p:cNvPr id="15" name="Text Placeholder 21"/>
          <p:cNvSpPr>
            <a:spLocks noGrp="1"/>
          </p:cNvSpPr>
          <p:nvPr>
            <p:ph type="body" sz="quarter" idx="20"/>
          </p:nvPr>
        </p:nvSpPr>
        <p:spPr>
          <a:xfrm>
            <a:off x="727364" y="4731063"/>
            <a:ext cx="2492492"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27364" y="5008739"/>
            <a:ext cx="2492492"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7" name="Text Placeholder 21"/>
          <p:cNvSpPr>
            <a:spLocks noGrp="1"/>
          </p:cNvSpPr>
          <p:nvPr>
            <p:ph type="body" sz="quarter" idx="30"/>
          </p:nvPr>
        </p:nvSpPr>
        <p:spPr>
          <a:xfrm>
            <a:off x="4984173" y="1985429"/>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1"/>
          </p:nvPr>
        </p:nvSpPr>
        <p:spPr>
          <a:xfrm>
            <a:off x="4984173" y="2263105"/>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2"/>
          </p:nvPr>
        </p:nvSpPr>
        <p:spPr>
          <a:xfrm>
            <a:off x="5347857" y="3720474"/>
            <a:ext cx="1959723" cy="228072"/>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3"/>
          </p:nvPr>
        </p:nvSpPr>
        <p:spPr>
          <a:xfrm>
            <a:off x="5347857" y="3998149"/>
            <a:ext cx="1959723" cy="29348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4"/>
          </p:nvPr>
        </p:nvSpPr>
        <p:spPr>
          <a:xfrm>
            <a:off x="4984173" y="5377600"/>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5"/>
          </p:nvPr>
        </p:nvSpPr>
        <p:spPr>
          <a:xfrm>
            <a:off x="4984173" y="5655276"/>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cxnSp>
        <p:nvCxnSpPr>
          <p:cNvPr id="31" name="Curved Connector 30"/>
          <p:cNvCxnSpPr/>
          <p:nvPr userDrawn="1"/>
        </p:nvCxnSpPr>
        <p:spPr>
          <a:xfrm flipV="1">
            <a:off x="7470570" y="2732683"/>
            <a:ext cx="1396339" cy="1062006"/>
          </a:xfrm>
          <a:prstGeom prst="curvedConnector3">
            <a:avLst>
              <a:gd name="adj1" fmla="val 50000"/>
            </a:avLst>
          </a:prstGeom>
          <a:ln w="63500">
            <a:solidFill>
              <a:schemeClr val="accent5"/>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Curved Connector 31"/>
          <p:cNvCxnSpPr/>
          <p:nvPr userDrawn="1"/>
        </p:nvCxnSpPr>
        <p:spPr>
          <a:xfrm>
            <a:off x="7459981" y="3998149"/>
            <a:ext cx="1140030" cy="0"/>
          </a:xfrm>
          <a:prstGeom prst="straightConnector1">
            <a:avLst/>
          </a:prstGeom>
          <a:ln w="63500">
            <a:solidFill>
              <a:schemeClr val="accent4"/>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5" name="Curved Connector 34"/>
          <p:cNvCxnSpPr/>
          <p:nvPr userDrawn="1"/>
        </p:nvCxnSpPr>
        <p:spPr>
          <a:xfrm>
            <a:off x="7455230" y="4220040"/>
            <a:ext cx="1396339" cy="1062006"/>
          </a:xfrm>
          <a:prstGeom prst="curvedConnector3">
            <a:avLst>
              <a:gd name="adj1" fmla="val 50000"/>
            </a:avLst>
          </a:prstGeom>
          <a:ln w="63500">
            <a:solidFill>
              <a:schemeClr val="accent6"/>
            </a:solidFill>
            <a:tailEnd type="triangle" w="med" len="med"/>
          </a:ln>
        </p:spPr>
        <p:style>
          <a:lnRef idx="1">
            <a:schemeClr val="accent1"/>
          </a:lnRef>
          <a:fillRef idx="0">
            <a:schemeClr val="accent1"/>
          </a:fillRef>
          <a:effectRef idx="0">
            <a:schemeClr val="accent1"/>
          </a:effectRef>
          <a:fontRef idx="minor">
            <a:schemeClr val="tx1"/>
          </a:fontRef>
        </p:style>
      </p:cxnSp>
      <p:sp>
        <p:nvSpPr>
          <p:cNvPr id="36" name="Picture Placeholder 40"/>
          <p:cNvSpPr>
            <a:spLocks noGrp="1"/>
          </p:cNvSpPr>
          <p:nvPr>
            <p:ph type="pic" sz="quarter" idx="36"/>
          </p:nvPr>
        </p:nvSpPr>
        <p:spPr>
          <a:xfrm flipH="1">
            <a:off x="8891349" y="1938226"/>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7" name="Picture Placeholder 40"/>
          <p:cNvSpPr>
            <a:spLocks noGrp="1"/>
          </p:cNvSpPr>
          <p:nvPr>
            <p:ph type="pic" sz="quarter" idx="37"/>
          </p:nvPr>
        </p:nvSpPr>
        <p:spPr>
          <a:xfrm flipH="1">
            <a:off x="8860669" y="3517733"/>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38" name="Picture Placeholder 40"/>
          <p:cNvSpPr>
            <a:spLocks noGrp="1"/>
          </p:cNvSpPr>
          <p:nvPr>
            <p:ph type="pic" sz="quarter" idx="38"/>
          </p:nvPr>
        </p:nvSpPr>
        <p:spPr>
          <a:xfrm flipH="1">
            <a:off x="8891349" y="5189755"/>
            <a:ext cx="1004455" cy="980224"/>
          </a:xfrm>
          <a:custGeom>
            <a:avLst/>
            <a:gdLst>
              <a:gd name="connsiteX0" fmla="*/ 661920 w 1782809"/>
              <a:gd name="connsiteY0" fmla="*/ 0 h 1739801"/>
              <a:gd name="connsiteX1" fmla="*/ 872621 w 1782809"/>
              <a:gd name="connsiteY1" fmla="*/ 112029 h 1739801"/>
              <a:gd name="connsiteX2" fmla="*/ 878174 w 1782809"/>
              <a:gd name="connsiteY2" fmla="*/ 122259 h 1739801"/>
              <a:gd name="connsiteX3" fmla="*/ 888662 w 1782809"/>
              <a:gd name="connsiteY3" fmla="*/ 120659 h 1739801"/>
              <a:gd name="connsiteX4" fmla="*/ 965961 w 1782809"/>
              <a:gd name="connsiteY4" fmla="*/ 116755 h 1739801"/>
              <a:gd name="connsiteX5" fmla="*/ 1326326 w 1782809"/>
              <a:gd name="connsiteY5" fmla="*/ 208003 h 1739801"/>
              <a:gd name="connsiteX6" fmla="*/ 1367203 w 1782809"/>
              <a:gd name="connsiteY6" fmla="*/ 232837 h 1739801"/>
              <a:gd name="connsiteX7" fmla="*/ 1376243 w 1782809"/>
              <a:gd name="connsiteY7" fmla="*/ 225379 h 1739801"/>
              <a:gd name="connsiteX8" fmla="*/ 1518310 w 1782809"/>
              <a:gd name="connsiteY8" fmla="*/ 181983 h 1739801"/>
              <a:gd name="connsiteX9" fmla="*/ 1772407 w 1782809"/>
              <a:gd name="connsiteY9" fmla="*/ 436079 h 1739801"/>
              <a:gd name="connsiteX10" fmla="*/ 1697983 w 1782809"/>
              <a:gd name="connsiteY10" fmla="*/ 615753 h 1739801"/>
              <a:gd name="connsiteX11" fmla="*/ 1681257 w 1782809"/>
              <a:gd name="connsiteY11" fmla="*/ 629554 h 1739801"/>
              <a:gd name="connsiteX12" fmla="*/ 1687993 w 1782809"/>
              <a:gd name="connsiteY12" fmla="*/ 647960 h 1739801"/>
              <a:gd name="connsiteX13" fmla="*/ 1721982 w 1782809"/>
              <a:gd name="connsiteY13" fmla="*/ 872777 h 1739801"/>
              <a:gd name="connsiteX14" fmla="*/ 1718079 w 1782809"/>
              <a:gd name="connsiteY14" fmla="*/ 950076 h 1739801"/>
              <a:gd name="connsiteX15" fmla="*/ 1708911 w 1782809"/>
              <a:gd name="connsiteY15" fmla="*/ 1010143 h 1739801"/>
              <a:gd name="connsiteX16" fmla="*/ 1739413 w 1782809"/>
              <a:gd name="connsiteY16" fmla="*/ 1047112 h 1739801"/>
              <a:gd name="connsiteX17" fmla="*/ 1782809 w 1782809"/>
              <a:gd name="connsiteY17" fmla="*/ 1189180 h 1739801"/>
              <a:gd name="connsiteX18" fmla="*/ 1528713 w 1782809"/>
              <a:gd name="connsiteY18" fmla="*/ 1443276 h 1739801"/>
              <a:gd name="connsiteX19" fmla="*/ 1477504 w 1782809"/>
              <a:gd name="connsiteY19" fmla="*/ 1438114 h 1739801"/>
              <a:gd name="connsiteX20" fmla="*/ 1469464 w 1782809"/>
              <a:gd name="connsiteY20" fmla="*/ 1435618 h 1739801"/>
              <a:gd name="connsiteX21" fmla="*/ 1446861 w 1782809"/>
              <a:gd name="connsiteY21" fmla="*/ 1456160 h 1739801"/>
              <a:gd name="connsiteX22" fmla="*/ 1033711 w 1782809"/>
              <a:gd name="connsiteY22" fmla="*/ 1625805 h 1739801"/>
              <a:gd name="connsiteX23" fmla="*/ 972376 w 1782809"/>
              <a:gd name="connsiteY23" fmla="*/ 1628515 h 1739801"/>
              <a:gd name="connsiteX24" fmla="*/ 941962 w 1782809"/>
              <a:gd name="connsiteY24" fmla="*/ 1665378 h 1739801"/>
              <a:gd name="connsiteX25" fmla="*/ 762288 w 1782809"/>
              <a:gd name="connsiteY25" fmla="*/ 1739801 h 1739801"/>
              <a:gd name="connsiteX26" fmla="*/ 508192 w 1782809"/>
              <a:gd name="connsiteY26" fmla="*/ 1485705 h 1739801"/>
              <a:gd name="connsiteX27" fmla="*/ 509460 w 1782809"/>
              <a:gd name="connsiteY27" fmla="*/ 1473124 h 1739801"/>
              <a:gd name="connsiteX28" fmla="*/ 457628 w 1782809"/>
              <a:gd name="connsiteY28" fmla="*/ 1432399 h 1739801"/>
              <a:gd name="connsiteX29" fmla="*/ 269351 w 1782809"/>
              <a:gd name="connsiteY29" fmla="*/ 1167055 h 1739801"/>
              <a:gd name="connsiteX30" fmla="*/ 256837 w 1782809"/>
              <a:gd name="connsiteY30" fmla="*/ 1132864 h 1739801"/>
              <a:gd name="connsiteX31" fmla="*/ 254096 w 1782809"/>
              <a:gd name="connsiteY31" fmla="*/ 1133141 h 1739801"/>
              <a:gd name="connsiteX32" fmla="*/ 0 w 1782809"/>
              <a:gd name="connsiteY32" fmla="*/ 879044 h 1739801"/>
              <a:gd name="connsiteX33" fmla="*/ 202887 w 1782809"/>
              <a:gd name="connsiteY33" fmla="*/ 630110 h 1739801"/>
              <a:gd name="connsiteX34" fmla="*/ 252284 w 1782809"/>
              <a:gd name="connsiteY34" fmla="*/ 625130 h 1739801"/>
              <a:gd name="connsiteX35" fmla="*/ 269351 w 1782809"/>
              <a:gd name="connsiteY35" fmla="*/ 578499 h 1739801"/>
              <a:gd name="connsiteX36" fmla="*/ 339055 w 1782809"/>
              <a:gd name="connsiteY36" fmla="*/ 450078 h 1739801"/>
              <a:gd name="connsiteX37" fmla="*/ 425429 w 1782809"/>
              <a:gd name="connsiteY37" fmla="*/ 345392 h 1739801"/>
              <a:gd name="connsiteX38" fmla="*/ 412986 w 1782809"/>
              <a:gd name="connsiteY38" fmla="*/ 305306 h 1739801"/>
              <a:gd name="connsiteX39" fmla="*/ 407824 w 1782809"/>
              <a:gd name="connsiteY39" fmla="*/ 254096 h 1739801"/>
              <a:gd name="connsiteX40" fmla="*/ 661920 w 1782809"/>
              <a:gd name="connsiteY40" fmla="*/ 0 h 173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2809" h="1739801">
                <a:moveTo>
                  <a:pt x="661920" y="0"/>
                </a:moveTo>
                <a:cubicBezTo>
                  <a:pt x="749628" y="0"/>
                  <a:pt x="826958" y="44438"/>
                  <a:pt x="872621" y="112029"/>
                </a:cubicBezTo>
                <a:lnTo>
                  <a:pt x="878174" y="122259"/>
                </a:lnTo>
                <a:lnTo>
                  <a:pt x="888662" y="120659"/>
                </a:lnTo>
                <a:cubicBezTo>
                  <a:pt x="914077" y="118078"/>
                  <a:pt x="939864" y="116755"/>
                  <a:pt x="965961" y="116755"/>
                </a:cubicBezTo>
                <a:cubicBezTo>
                  <a:pt x="1096442" y="116755"/>
                  <a:pt x="1219202" y="149810"/>
                  <a:pt x="1326326" y="208003"/>
                </a:cubicBezTo>
                <a:lnTo>
                  <a:pt x="1367203" y="232837"/>
                </a:lnTo>
                <a:lnTo>
                  <a:pt x="1376243" y="225379"/>
                </a:lnTo>
                <a:cubicBezTo>
                  <a:pt x="1416796" y="197981"/>
                  <a:pt x="1465685" y="181983"/>
                  <a:pt x="1518310" y="181983"/>
                </a:cubicBezTo>
                <a:cubicBezTo>
                  <a:pt x="1658644" y="181983"/>
                  <a:pt x="1772407" y="295746"/>
                  <a:pt x="1772407" y="436079"/>
                </a:cubicBezTo>
                <a:cubicBezTo>
                  <a:pt x="1772407" y="506246"/>
                  <a:pt x="1743966" y="569770"/>
                  <a:pt x="1697983" y="615753"/>
                </a:cubicBezTo>
                <a:lnTo>
                  <a:pt x="1681257" y="629554"/>
                </a:lnTo>
                <a:lnTo>
                  <a:pt x="1687993" y="647960"/>
                </a:lnTo>
                <a:cubicBezTo>
                  <a:pt x="1710083" y="718979"/>
                  <a:pt x="1721982" y="794489"/>
                  <a:pt x="1721982" y="872777"/>
                </a:cubicBezTo>
                <a:cubicBezTo>
                  <a:pt x="1721982" y="898874"/>
                  <a:pt x="1720660" y="924661"/>
                  <a:pt x="1718079" y="950076"/>
                </a:cubicBezTo>
                <a:lnTo>
                  <a:pt x="1708911" y="1010143"/>
                </a:lnTo>
                <a:lnTo>
                  <a:pt x="1739413" y="1047112"/>
                </a:lnTo>
                <a:cubicBezTo>
                  <a:pt x="1766811" y="1087666"/>
                  <a:pt x="1782809" y="1136555"/>
                  <a:pt x="1782809" y="1189180"/>
                </a:cubicBezTo>
                <a:cubicBezTo>
                  <a:pt x="1782809" y="1329513"/>
                  <a:pt x="1669046" y="1443276"/>
                  <a:pt x="1528713" y="1443276"/>
                </a:cubicBezTo>
                <a:cubicBezTo>
                  <a:pt x="1511171" y="1443276"/>
                  <a:pt x="1494045" y="1441498"/>
                  <a:pt x="1477504" y="1438114"/>
                </a:cubicBezTo>
                <a:lnTo>
                  <a:pt x="1469464" y="1435618"/>
                </a:lnTo>
                <a:lnTo>
                  <a:pt x="1446861" y="1456160"/>
                </a:lnTo>
                <a:cubicBezTo>
                  <a:pt x="1332511" y="1550530"/>
                  <a:pt x="1189943" y="1611930"/>
                  <a:pt x="1033711" y="1625805"/>
                </a:cubicBezTo>
                <a:lnTo>
                  <a:pt x="972376" y="1628515"/>
                </a:lnTo>
                <a:lnTo>
                  <a:pt x="941962" y="1665378"/>
                </a:lnTo>
                <a:cubicBezTo>
                  <a:pt x="895980" y="1711361"/>
                  <a:pt x="832455" y="1739801"/>
                  <a:pt x="762288" y="1739801"/>
                </a:cubicBezTo>
                <a:cubicBezTo>
                  <a:pt x="621955" y="1739801"/>
                  <a:pt x="508192" y="1626038"/>
                  <a:pt x="508192" y="1485705"/>
                </a:cubicBezTo>
                <a:lnTo>
                  <a:pt x="509460" y="1473124"/>
                </a:lnTo>
                <a:lnTo>
                  <a:pt x="457628" y="1432399"/>
                </a:lnTo>
                <a:cubicBezTo>
                  <a:pt x="377073" y="1359182"/>
                  <a:pt x="312390" y="1268811"/>
                  <a:pt x="269351" y="1167055"/>
                </a:cubicBezTo>
                <a:lnTo>
                  <a:pt x="256837" y="1132864"/>
                </a:lnTo>
                <a:lnTo>
                  <a:pt x="254096" y="1133141"/>
                </a:lnTo>
                <a:cubicBezTo>
                  <a:pt x="113763" y="1133141"/>
                  <a:pt x="0" y="1019378"/>
                  <a:pt x="0" y="879044"/>
                </a:cubicBezTo>
                <a:cubicBezTo>
                  <a:pt x="0" y="756252"/>
                  <a:pt x="87099" y="653803"/>
                  <a:pt x="202887" y="630110"/>
                </a:cubicBezTo>
                <a:lnTo>
                  <a:pt x="252284" y="625130"/>
                </a:lnTo>
                <a:lnTo>
                  <a:pt x="269351" y="578499"/>
                </a:lnTo>
                <a:cubicBezTo>
                  <a:pt x="288479" y="533275"/>
                  <a:pt x="311883" y="490299"/>
                  <a:pt x="339055" y="450078"/>
                </a:cubicBezTo>
                <a:lnTo>
                  <a:pt x="425429" y="345392"/>
                </a:lnTo>
                <a:lnTo>
                  <a:pt x="412986" y="305306"/>
                </a:lnTo>
                <a:cubicBezTo>
                  <a:pt x="409601" y="288764"/>
                  <a:pt x="407824" y="271638"/>
                  <a:pt x="407824" y="254096"/>
                </a:cubicBezTo>
                <a:cubicBezTo>
                  <a:pt x="407824" y="113763"/>
                  <a:pt x="521586" y="0"/>
                  <a:pt x="661920" y="0"/>
                </a:cubicBezTo>
                <a:close/>
              </a:path>
            </a:pathLst>
          </a:custGeom>
          <a:solidFill>
            <a:schemeClr val="bg1">
              <a:lumMod val="85000"/>
            </a:schemeClr>
          </a:solidFill>
        </p:spPr>
        <p:txBody>
          <a:bodyPr wrap="square">
            <a:noAutofit/>
          </a:bodyPr>
          <a:lstStyle/>
          <a:p>
            <a:endParaRPr lang="en-AU" dirty="0"/>
          </a:p>
        </p:txBody>
      </p:sp>
      <p:sp>
        <p:nvSpPr>
          <p:cNvPr id="44" name="Text Placeholder 21"/>
          <p:cNvSpPr>
            <a:spLocks noGrp="1"/>
          </p:cNvSpPr>
          <p:nvPr>
            <p:ph type="body" sz="quarter" idx="39"/>
          </p:nvPr>
        </p:nvSpPr>
        <p:spPr>
          <a:xfrm>
            <a:off x="9975125" y="2355972"/>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40"/>
          </p:nvPr>
        </p:nvSpPr>
        <p:spPr>
          <a:xfrm>
            <a:off x="9975125" y="2633648"/>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41"/>
          </p:nvPr>
        </p:nvSpPr>
        <p:spPr>
          <a:xfrm>
            <a:off x="9975125" y="3907067"/>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42"/>
          </p:nvPr>
        </p:nvSpPr>
        <p:spPr>
          <a:xfrm>
            <a:off x="9975125" y="4184743"/>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43"/>
          </p:nvPr>
        </p:nvSpPr>
        <p:spPr>
          <a:xfrm>
            <a:off x="9975125" y="5398106"/>
            <a:ext cx="1950027" cy="256811"/>
          </a:xfrm>
        </p:spPr>
        <p:txBody>
          <a:bodyPr>
            <a:noAutofit/>
          </a:bodyPr>
          <a:lstStyle>
            <a:lvl1pPr algn="ctr">
              <a:defRPr sz="140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44"/>
          </p:nvPr>
        </p:nvSpPr>
        <p:spPr>
          <a:xfrm>
            <a:off x="9975125" y="5675782"/>
            <a:ext cx="1950027" cy="330467"/>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6038149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22" presetClass="entr" presetSubtype="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left)">
                                      <p:cBhvr>
                                        <p:cTn id="39" dur="500"/>
                                        <p:tgtEl>
                                          <p:spTgt spid="12"/>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40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17">
                                            <p:txEl>
                                              <p:pRg st="0" end="0"/>
                                            </p:txEl>
                                          </p:spTgt>
                                        </p:tgtEl>
                                        <p:attrNameLst>
                                          <p:attrName>style.visibility</p:attrName>
                                        </p:attrNameLst>
                                      </p:cBhvr>
                                      <p:to>
                                        <p:strVal val="visible"/>
                                      </p:to>
                                    </p:set>
                                    <p:anim calcmode="lin" valueType="num">
                                      <p:cBhvr>
                                        <p:cTn id="4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17">
                                            <p:txEl>
                                              <p:pRg st="0" end="0"/>
                                            </p:txEl>
                                          </p:spTgt>
                                        </p:tgtEl>
                                      </p:cBhvr>
                                    </p:animEffect>
                                  </p:childTnLst>
                                </p:cTn>
                              </p:par>
                            </p:childTnLst>
                          </p:cTn>
                        </p:par>
                        <p:par>
                          <p:cTn id="50" fill="hold">
                            <p:stCondLst>
                              <p:cond delay="45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18">
                                            <p:txEl>
                                              <p:pRg st="0" end="0"/>
                                            </p:txEl>
                                          </p:spTgt>
                                        </p:tgtEl>
                                        <p:attrNameLst>
                                          <p:attrName>style.visibility</p:attrName>
                                        </p:attrNameLst>
                                      </p:cBhvr>
                                      <p:to>
                                        <p:strVal val="visible"/>
                                      </p:to>
                                    </p:set>
                                    <p:animEffect transition="in" filter="fade">
                                      <p:cBhvr>
                                        <p:cTn id="53" dur="500"/>
                                        <p:tgtEl>
                                          <p:spTgt spid="18">
                                            <p:txEl>
                                              <p:pRg st="0" end="0"/>
                                            </p:txEl>
                                          </p:spTgt>
                                        </p:tgtEl>
                                      </p:cBhvr>
                                    </p:animEffect>
                                    <p:anim calcmode="lin" valueType="num">
                                      <p:cBhvr>
                                        <p:cTn id="5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5000"/>
                            </p:stCondLst>
                            <p:childTnLst>
                              <p:par>
                                <p:cTn id="57" presetID="22" presetClass="entr" presetSubtype="8"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wipe(left)">
                                      <p:cBhvr>
                                        <p:cTn id="59" dur="500"/>
                                        <p:tgtEl>
                                          <p:spTgt spid="43"/>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60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19">
                                            <p:txEl>
                                              <p:pRg st="0" end="0"/>
                                            </p:txEl>
                                          </p:spTgt>
                                        </p:tgtEl>
                                        <p:attrNameLst>
                                          <p:attrName>style.visibility</p:attrName>
                                        </p:attrNameLst>
                                      </p:cBhvr>
                                      <p:to>
                                        <p:strVal val="visible"/>
                                      </p:to>
                                    </p:set>
                                    <p:anim calcmode="lin" valueType="num">
                                      <p:cBhvr>
                                        <p:cTn id="67"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68"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69" dur="500"/>
                                        <p:tgtEl>
                                          <p:spTgt spid="19">
                                            <p:txEl>
                                              <p:pRg st="0" end="0"/>
                                            </p:txEl>
                                          </p:spTgt>
                                        </p:tgtEl>
                                      </p:cBhvr>
                                    </p:animEffect>
                                  </p:childTnLst>
                                </p:cTn>
                              </p:par>
                            </p:childTnLst>
                          </p:cTn>
                        </p:par>
                        <p:par>
                          <p:cTn id="70" fill="hold">
                            <p:stCondLst>
                              <p:cond delay="6500"/>
                            </p:stCondLst>
                            <p:childTnLst>
                              <p:par>
                                <p:cTn id="71" presetID="42" presetClass="entr" presetSubtype="0" fill="hold" grpId="0" nodeType="afterEffect" nodePh="1">
                                  <p:stCondLst>
                                    <p:cond delay="0"/>
                                  </p:stCondLst>
                                  <p:endCondLst>
                                    <p:cond evt="begin" delay="0">
                                      <p:tn val="71"/>
                                    </p:cond>
                                  </p:endCondLst>
                                  <p:childTnLst>
                                    <p:set>
                                      <p:cBhvr>
                                        <p:cTn id="72" dur="1" fill="hold">
                                          <p:stCondLst>
                                            <p:cond delay="0"/>
                                          </p:stCondLst>
                                        </p:cTn>
                                        <p:tgtEl>
                                          <p:spTgt spid="20">
                                            <p:txEl>
                                              <p:pRg st="0" end="0"/>
                                            </p:txEl>
                                          </p:spTgt>
                                        </p:tgtEl>
                                        <p:attrNameLst>
                                          <p:attrName>style.visibility</p:attrName>
                                        </p:attrNameLst>
                                      </p:cBhvr>
                                      <p:to>
                                        <p:strVal val="visible"/>
                                      </p:to>
                                    </p:set>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75" dur="50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76" fill="hold">
                            <p:stCondLst>
                              <p:cond delay="7000"/>
                            </p:stCondLst>
                            <p:childTnLst>
                              <p:par>
                                <p:cTn id="77" presetID="22" presetClass="entr" presetSubtype="8" fill="hold"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left)">
                                      <p:cBhvr>
                                        <p:cTn id="79" dur="500"/>
                                        <p:tgtEl>
                                          <p:spTgt spid="47"/>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28">
                                            <p:txEl>
                                              <p:pRg st="0" end="0"/>
                                            </p:txEl>
                                          </p:spTgt>
                                        </p:tgtEl>
                                        <p:attrNameLst>
                                          <p:attrName>style.visibility</p:attrName>
                                        </p:attrNameLst>
                                      </p:cBhvr>
                                      <p:to>
                                        <p:strVal val="visible"/>
                                      </p:to>
                                    </p:set>
                                    <p:anim calcmode="lin" valueType="num">
                                      <p:cBhvr>
                                        <p:cTn id="87"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28">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500"/>
                                        <p:tgtEl>
                                          <p:spTgt spid="29">
                                            <p:txEl>
                                              <p:pRg st="0" end="0"/>
                                            </p:txEl>
                                          </p:spTgt>
                                        </p:tgtEl>
                                      </p:cBhvr>
                                    </p:animEffect>
                                    <p:anim calcmode="lin" valueType="num">
                                      <p:cBhvr>
                                        <p:cTn id="94"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9000"/>
                            </p:stCondLst>
                            <p:childTnLst>
                              <p:par>
                                <p:cTn id="97" presetID="22" presetClass="entr" presetSubtype="8" fill="hold"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wipe(left)">
                                      <p:cBhvr>
                                        <p:cTn id="99" dur="500"/>
                                        <p:tgtEl>
                                          <p:spTgt spid="31"/>
                                        </p:tgtEl>
                                      </p:cBhvr>
                                    </p:animEffect>
                                  </p:childTnLst>
                                </p:cTn>
                              </p:par>
                            </p:childTnLst>
                          </p:cTn>
                        </p:par>
                        <p:par>
                          <p:cTn id="100" fill="hold">
                            <p:stCondLst>
                              <p:cond delay="9500"/>
                            </p:stCondLst>
                            <p:childTnLst>
                              <p:par>
                                <p:cTn id="101" presetID="22" presetClass="entr" presetSubtype="8" fill="hold"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wipe(left)">
                                      <p:cBhvr>
                                        <p:cTn id="103" dur="500"/>
                                        <p:tgtEl>
                                          <p:spTgt spid="32"/>
                                        </p:tgtEl>
                                      </p:cBhvr>
                                    </p:animEffect>
                                  </p:childTnLst>
                                </p:cTn>
                              </p:par>
                            </p:childTnLst>
                          </p:cTn>
                        </p:par>
                        <p:par>
                          <p:cTn id="104" fill="hold">
                            <p:stCondLst>
                              <p:cond delay="10000"/>
                            </p:stCondLst>
                            <p:childTnLst>
                              <p:par>
                                <p:cTn id="105" presetID="22" presetClass="entr" presetSubtype="8" fill="hold" nodeType="after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wipe(left)">
                                      <p:cBhvr>
                                        <p:cTn id="107" dur="500"/>
                                        <p:tgtEl>
                                          <p:spTgt spid="35"/>
                                        </p:tgtEl>
                                      </p:cBhvr>
                                    </p:animEffect>
                                  </p:childTnLst>
                                </p:cTn>
                              </p:par>
                            </p:childTnLst>
                          </p:cTn>
                        </p:par>
                        <p:par>
                          <p:cTn id="108" fill="hold">
                            <p:stCondLst>
                              <p:cond delay="105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1000"/>
                            </p:stCondLst>
                            <p:childTnLst>
                              <p:par>
                                <p:cTn id="113" presetID="53" presetClass="entr" presetSubtype="16" fill="hold" grpId="0" nodeType="afterEffect" nodePh="1">
                                  <p:stCondLst>
                                    <p:cond delay="0"/>
                                  </p:stCondLst>
                                  <p:endCondLst>
                                    <p:cond evt="begin" delay="0">
                                      <p:tn val="113"/>
                                    </p:cond>
                                  </p:endCondLst>
                                  <p:childTnLst>
                                    <p:set>
                                      <p:cBhvr>
                                        <p:cTn id="114" dur="1" fill="hold">
                                          <p:stCondLst>
                                            <p:cond delay="0"/>
                                          </p:stCondLst>
                                        </p:cTn>
                                        <p:tgtEl>
                                          <p:spTgt spid="44">
                                            <p:txEl>
                                              <p:pRg st="0" end="0"/>
                                            </p:txEl>
                                          </p:spTgt>
                                        </p:tgtEl>
                                        <p:attrNameLst>
                                          <p:attrName>style.visibility</p:attrName>
                                        </p:attrNameLst>
                                      </p:cBhvr>
                                      <p:to>
                                        <p:strVal val="visible"/>
                                      </p:to>
                                    </p:set>
                                    <p:anim calcmode="lin" valueType="num">
                                      <p:cBhvr>
                                        <p:cTn id="11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11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117" dur="500"/>
                                        <p:tgtEl>
                                          <p:spTgt spid="44">
                                            <p:txEl>
                                              <p:pRg st="0" end="0"/>
                                            </p:txEl>
                                          </p:spTgt>
                                        </p:tgtEl>
                                      </p:cBhvr>
                                    </p:animEffect>
                                  </p:childTnLst>
                                </p:cTn>
                              </p:par>
                            </p:childTnLst>
                          </p:cTn>
                        </p:par>
                        <p:par>
                          <p:cTn id="118" fill="hold">
                            <p:stCondLst>
                              <p:cond delay="11500"/>
                            </p:stCondLst>
                            <p:childTnLst>
                              <p:par>
                                <p:cTn id="119" presetID="42" presetClass="entr" presetSubtype="0" fill="hold" grpId="0" nodeType="afterEffect" nodePh="1">
                                  <p:stCondLst>
                                    <p:cond delay="0"/>
                                  </p:stCondLst>
                                  <p:endCondLst>
                                    <p:cond evt="begin" delay="0">
                                      <p:tn val="119"/>
                                    </p:cond>
                                  </p:endCondLst>
                                  <p:childTnLst>
                                    <p:set>
                                      <p:cBhvr>
                                        <p:cTn id="120" dur="1" fill="hold">
                                          <p:stCondLst>
                                            <p:cond delay="0"/>
                                          </p:stCondLst>
                                        </p:cTn>
                                        <p:tgtEl>
                                          <p:spTgt spid="45">
                                            <p:txEl>
                                              <p:pRg st="0" end="0"/>
                                            </p:txEl>
                                          </p:spTgt>
                                        </p:tgtEl>
                                        <p:attrNameLst>
                                          <p:attrName>style.visibility</p:attrName>
                                        </p:attrNameLst>
                                      </p:cBhvr>
                                      <p:to>
                                        <p:strVal val="visible"/>
                                      </p:to>
                                    </p:set>
                                    <p:animEffect transition="in" filter="fade">
                                      <p:cBhvr>
                                        <p:cTn id="121" dur="500"/>
                                        <p:tgtEl>
                                          <p:spTgt spid="45">
                                            <p:txEl>
                                              <p:pRg st="0" end="0"/>
                                            </p:txEl>
                                          </p:spTgt>
                                        </p:tgtEl>
                                      </p:cBhvr>
                                    </p:animEffect>
                                    <p:anim calcmode="lin" valueType="num">
                                      <p:cBhvr>
                                        <p:cTn id="12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2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124" fill="hold">
                            <p:stCondLst>
                              <p:cond delay="12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2500"/>
                            </p:stCondLst>
                            <p:childTnLst>
                              <p:par>
                                <p:cTn id="129" presetID="53" presetClass="entr" presetSubtype="16" fill="hold" grpId="0" nodeType="afterEffect" nodePh="1">
                                  <p:stCondLst>
                                    <p:cond delay="0"/>
                                  </p:stCondLst>
                                  <p:endCondLst>
                                    <p:cond evt="begin" delay="0">
                                      <p:tn val="129"/>
                                    </p:cond>
                                  </p:endCondLst>
                                  <p:childTnLst>
                                    <p:set>
                                      <p:cBhvr>
                                        <p:cTn id="130" dur="1" fill="hold">
                                          <p:stCondLst>
                                            <p:cond delay="0"/>
                                          </p:stCondLst>
                                        </p:cTn>
                                        <p:tgtEl>
                                          <p:spTgt spid="46">
                                            <p:txEl>
                                              <p:pRg st="0" end="0"/>
                                            </p:txEl>
                                          </p:spTgt>
                                        </p:tgtEl>
                                        <p:attrNameLst>
                                          <p:attrName>style.visibility</p:attrName>
                                        </p:attrNameLst>
                                      </p:cBhvr>
                                      <p:to>
                                        <p:strVal val="visible"/>
                                      </p:to>
                                    </p:set>
                                    <p:anim calcmode="lin" valueType="num">
                                      <p:cBhvr>
                                        <p:cTn id="131"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132"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133" dur="500"/>
                                        <p:tgtEl>
                                          <p:spTgt spid="46">
                                            <p:txEl>
                                              <p:pRg st="0" end="0"/>
                                            </p:txEl>
                                          </p:spTgt>
                                        </p:tgtEl>
                                      </p:cBhvr>
                                    </p:animEffect>
                                  </p:childTnLst>
                                </p:cTn>
                              </p:par>
                            </p:childTnLst>
                          </p:cTn>
                        </p:par>
                        <p:par>
                          <p:cTn id="134" fill="hold">
                            <p:stCondLst>
                              <p:cond delay="13000"/>
                            </p:stCondLst>
                            <p:childTnLst>
                              <p:par>
                                <p:cTn id="135" presetID="42" presetClass="entr" presetSubtype="0" fill="hold" grpId="0" nodeType="afterEffect" nodePh="1">
                                  <p:stCondLst>
                                    <p:cond delay="0"/>
                                  </p:stCondLst>
                                  <p:endCondLst>
                                    <p:cond evt="begin" delay="0">
                                      <p:tn val="135"/>
                                    </p:cond>
                                  </p:endCondLst>
                                  <p:childTnLst>
                                    <p:set>
                                      <p:cBhvr>
                                        <p:cTn id="136" dur="1" fill="hold">
                                          <p:stCondLst>
                                            <p:cond delay="0"/>
                                          </p:stCondLst>
                                        </p:cTn>
                                        <p:tgtEl>
                                          <p:spTgt spid="48">
                                            <p:txEl>
                                              <p:pRg st="0" end="0"/>
                                            </p:txEl>
                                          </p:spTgt>
                                        </p:tgtEl>
                                        <p:attrNameLst>
                                          <p:attrName>style.visibility</p:attrName>
                                        </p:attrNameLst>
                                      </p:cBhvr>
                                      <p:to>
                                        <p:strVal val="visible"/>
                                      </p:to>
                                    </p:set>
                                    <p:animEffect transition="in" filter="fade">
                                      <p:cBhvr>
                                        <p:cTn id="137" dur="500"/>
                                        <p:tgtEl>
                                          <p:spTgt spid="48">
                                            <p:txEl>
                                              <p:pRg st="0" end="0"/>
                                            </p:txEl>
                                          </p:spTgt>
                                        </p:tgtEl>
                                      </p:cBhvr>
                                    </p:animEffect>
                                    <p:anim calcmode="lin" valueType="num">
                                      <p:cBhvr>
                                        <p:cTn id="138" dur="50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9" dur="50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140" fill="hold">
                            <p:stCondLst>
                              <p:cond delay="13500"/>
                            </p:stCondLst>
                            <p:childTnLst>
                              <p:par>
                                <p:cTn id="141" presetID="10" presetClass="entr" presetSubtype="0" fill="hold" grpId="0" nodeType="after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fade">
                                      <p:cBhvr>
                                        <p:cTn id="143" dur="500"/>
                                        <p:tgtEl>
                                          <p:spTgt spid="38"/>
                                        </p:tgtEl>
                                      </p:cBhvr>
                                    </p:animEffect>
                                  </p:childTnLst>
                                </p:cTn>
                              </p:par>
                            </p:childTnLst>
                          </p:cTn>
                        </p:par>
                        <p:par>
                          <p:cTn id="144" fill="hold">
                            <p:stCondLst>
                              <p:cond delay="14000"/>
                            </p:stCondLst>
                            <p:childTnLst>
                              <p:par>
                                <p:cTn id="145" presetID="53" presetClass="entr" presetSubtype="16" fill="hold" grpId="0" nodeType="afterEffect" nodePh="1">
                                  <p:stCondLst>
                                    <p:cond delay="0"/>
                                  </p:stCondLst>
                                  <p:endCondLst>
                                    <p:cond evt="begin" delay="0">
                                      <p:tn val="145"/>
                                    </p:cond>
                                  </p:endCondLst>
                                  <p:childTnLst>
                                    <p:set>
                                      <p:cBhvr>
                                        <p:cTn id="146" dur="1" fill="hold">
                                          <p:stCondLst>
                                            <p:cond delay="0"/>
                                          </p:stCondLst>
                                        </p:cTn>
                                        <p:tgtEl>
                                          <p:spTgt spid="49">
                                            <p:txEl>
                                              <p:pRg st="0" end="0"/>
                                            </p:txEl>
                                          </p:spTgt>
                                        </p:tgtEl>
                                        <p:attrNameLst>
                                          <p:attrName>style.visibility</p:attrName>
                                        </p:attrNameLst>
                                      </p:cBhvr>
                                      <p:to>
                                        <p:strVal val="visible"/>
                                      </p:to>
                                    </p:set>
                                    <p:anim calcmode="lin" valueType="num">
                                      <p:cBhvr>
                                        <p:cTn id="147" dur="500" fill="hold"/>
                                        <p:tgtEl>
                                          <p:spTgt spid="49">
                                            <p:txEl>
                                              <p:pRg st="0" end="0"/>
                                            </p:txEl>
                                          </p:spTgt>
                                        </p:tgtEl>
                                        <p:attrNameLst>
                                          <p:attrName>ppt_w</p:attrName>
                                        </p:attrNameLst>
                                      </p:cBhvr>
                                      <p:tavLst>
                                        <p:tav tm="0">
                                          <p:val>
                                            <p:fltVal val="0"/>
                                          </p:val>
                                        </p:tav>
                                        <p:tav tm="100000">
                                          <p:val>
                                            <p:strVal val="#ppt_w"/>
                                          </p:val>
                                        </p:tav>
                                      </p:tavLst>
                                    </p:anim>
                                    <p:anim calcmode="lin" valueType="num">
                                      <p:cBhvr>
                                        <p:cTn id="148" dur="500" fill="hold"/>
                                        <p:tgtEl>
                                          <p:spTgt spid="49">
                                            <p:txEl>
                                              <p:pRg st="0" end="0"/>
                                            </p:txEl>
                                          </p:spTgt>
                                        </p:tgtEl>
                                        <p:attrNameLst>
                                          <p:attrName>ppt_h</p:attrName>
                                        </p:attrNameLst>
                                      </p:cBhvr>
                                      <p:tavLst>
                                        <p:tav tm="0">
                                          <p:val>
                                            <p:fltVal val="0"/>
                                          </p:val>
                                        </p:tav>
                                        <p:tav tm="100000">
                                          <p:val>
                                            <p:strVal val="#ppt_h"/>
                                          </p:val>
                                        </p:tav>
                                      </p:tavLst>
                                    </p:anim>
                                    <p:animEffect transition="in" filter="fade">
                                      <p:cBhvr>
                                        <p:cTn id="149" dur="500"/>
                                        <p:tgtEl>
                                          <p:spTgt spid="49">
                                            <p:txEl>
                                              <p:pRg st="0" end="0"/>
                                            </p:txEl>
                                          </p:spTgt>
                                        </p:tgtEl>
                                      </p:cBhvr>
                                    </p:animEffect>
                                  </p:childTnLst>
                                </p:cTn>
                              </p:par>
                            </p:childTnLst>
                          </p:cTn>
                        </p:par>
                        <p:par>
                          <p:cTn id="150" fill="hold">
                            <p:stCondLst>
                              <p:cond delay="14500"/>
                            </p:stCondLst>
                            <p:childTnLst>
                              <p:par>
                                <p:cTn id="151" presetID="42" presetClass="entr" presetSubtype="0" fill="hold" grpId="0" nodeType="afterEffect" nodePh="1">
                                  <p:stCondLst>
                                    <p:cond delay="0"/>
                                  </p:stCondLst>
                                  <p:endCondLst>
                                    <p:cond evt="begin" delay="0">
                                      <p:tn val="151"/>
                                    </p:cond>
                                  </p:endCondLst>
                                  <p:childTnLst>
                                    <p:set>
                                      <p:cBhvr>
                                        <p:cTn id="152" dur="1" fill="hold">
                                          <p:stCondLst>
                                            <p:cond delay="0"/>
                                          </p:stCondLst>
                                        </p:cTn>
                                        <p:tgtEl>
                                          <p:spTgt spid="50">
                                            <p:txEl>
                                              <p:pRg st="0" end="0"/>
                                            </p:txEl>
                                          </p:spTgt>
                                        </p:tgtEl>
                                        <p:attrNameLst>
                                          <p:attrName>style.visibility</p:attrName>
                                        </p:attrNameLst>
                                      </p:cBhvr>
                                      <p:to>
                                        <p:strVal val="visible"/>
                                      </p:to>
                                    </p:set>
                                    <p:animEffect transition="in" filter="fade">
                                      <p:cBhvr>
                                        <p:cTn id="153" dur="500"/>
                                        <p:tgtEl>
                                          <p:spTgt spid="50">
                                            <p:txEl>
                                              <p:pRg st="0" end="0"/>
                                            </p:txEl>
                                          </p:spTgt>
                                        </p:tgtEl>
                                      </p:cBhvr>
                                    </p:animEffect>
                                    <p:anim calcmode="lin" valueType="num">
                                      <p:cBhvr>
                                        <p:cTn id="154"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55" dur="50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9" grpId="0" animBg="1"/>
      <p:bldP spid="40" grpId="0" animBg="1"/>
      <p:bldP spid="41" grpId="0" animBg="1"/>
      <p:bldP spid="42"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7"/>
                        </p:tgtEl>
                        <p:attrNameLst>
                          <p:attrName>style.visibility</p:attrName>
                        </p:attrNameLst>
                      </p:cBhvr>
                      <p:to>
                        <p:strVal val="visible"/>
                      </p:to>
                    </p:set>
                    <p:anim calcmode="lin" valueType="num">
                      <p:cBhvr>
                        <p:cTn dur="500" fill="hold"/>
                        <p:tgtEl>
                          <p:spTgt spid="17"/>
                        </p:tgtEl>
                        <p:attrNameLst>
                          <p:attrName>ppt_w</p:attrName>
                        </p:attrNameLst>
                      </p:cBhvr>
                      <p:tavLst>
                        <p:tav tm="0">
                          <p:val>
                            <p:fltVal val="0"/>
                          </p:val>
                        </p:tav>
                        <p:tav tm="100000">
                          <p:val>
                            <p:strVal val="#ppt_w"/>
                          </p:val>
                        </p:tav>
                      </p:tavLst>
                    </p:anim>
                    <p:anim calcmode="lin" valueType="num">
                      <p:cBhvr>
                        <p:cTn dur="500" fill="hold"/>
                        <p:tgtEl>
                          <p:spTgt spid="17"/>
                        </p:tgtEl>
                        <p:attrNameLst>
                          <p:attrName>ppt_h</p:attrName>
                        </p:attrNameLst>
                      </p:cBhvr>
                      <p:tavLst>
                        <p:tav tm="0">
                          <p:val>
                            <p:fltVal val="0"/>
                          </p:val>
                        </p:tav>
                        <p:tav tm="100000">
                          <p:val>
                            <p:strVal val="#ppt_h"/>
                          </p:val>
                        </p:tav>
                      </p:tavLst>
                    </p:anim>
                    <p:animEffect transition="in" filter="fade">
                      <p:cBhvr>
                        <p:cTn dur="500"/>
                        <p:tgtEl>
                          <p:spTgt spid="17"/>
                        </p:tgtEl>
                      </p:cBhvr>
                    </p:animEffect>
                  </p:childTnLst>
                </p:cTn>
              </p:par>
            </p:tnLst>
          </p:tmpl>
        </p:tmplLst>
      </p:bldP>
      <p:bldP spid="1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 calcmode="lin" valueType="num">
                      <p:cBhvr>
                        <p:cTn dur="500" fill="hold"/>
                        <p:tgtEl>
                          <p:spTgt spid="19"/>
                        </p:tgtEl>
                        <p:attrNameLst>
                          <p:attrName>ppt_w</p:attrName>
                        </p:attrNameLst>
                      </p:cBhvr>
                      <p:tavLst>
                        <p:tav tm="0">
                          <p:val>
                            <p:fltVal val="0"/>
                          </p:val>
                        </p:tav>
                        <p:tav tm="100000">
                          <p:val>
                            <p:strVal val="#ppt_w"/>
                          </p:val>
                        </p:tav>
                      </p:tavLst>
                    </p:anim>
                    <p:anim calcmode="lin" valueType="num">
                      <p:cBhvr>
                        <p:cTn dur="500" fill="hold"/>
                        <p:tgtEl>
                          <p:spTgt spid="19"/>
                        </p:tgtEl>
                        <p:attrNameLst>
                          <p:attrName>ppt_h</p:attrName>
                        </p:attrNameLst>
                      </p:cBhvr>
                      <p:tavLst>
                        <p:tav tm="0">
                          <p:val>
                            <p:fltVal val="0"/>
                          </p:val>
                        </p:tav>
                        <p:tav tm="100000">
                          <p:val>
                            <p:strVal val="#ppt_h"/>
                          </p:val>
                        </p:tav>
                      </p:tavLst>
                    </p:anim>
                    <p:animEffect transition="in" filter="fade">
                      <p:cBhvr>
                        <p:cTn dur="500"/>
                        <p:tgtEl>
                          <p:spTgt spid="19"/>
                        </p:tgtEl>
                      </p:cBhvr>
                    </p:animEffect>
                  </p:childTnLst>
                </p:cTn>
              </p:par>
            </p:tnLst>
          </p:tmpl>
        </p:tmplLst>
      </p:bldP>
      <p:bldP spid="2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anim calcmode="lin" valueType="num">
                      <p:cBhvr>
                        <p:cTn dur="500" fill="hold"/>
                        <p:tgtEl>
                          <p:spTgt spid="20"/>
                        </p:tgtEl>
                        <p:attrNameLst>
                          <p:attrName>ppt_x</p:attrName>
                        </p:attrNameLst>
                      </p:cBhvr>
                      <p:tavLst>
                        <p:tav tm="0">
                          <p:val>
                            <p:strVal val="#ppt_x"/>
                          </p:val>
                        </p:tav>
                        <p:tav tm="100000">
                          <p:val>
                            <p:strVal val="#ppt_x"/>
                          </p:val>
                        </p:tav>
                      </p:tavLst>
                    </p:anim>
                    <p:anim calcmode="lin" valueType="num">
                      <p:cBhvr>
                        <p:cTn dur="500" fill="hold"/>
                        <p:tgtEl>
                          <p:spTgt spid="20"/>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6" grpId="0" animBg="1"/>
      <p:bldP spid="37" grpId="0" animBg="1"/>
      <p:bldP spid="38"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8"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anim calcmode="lin" valueType="num">
                      <p:cBhvr>
                        <p:cTn dur="500" fill="hold"/>
                        <p:tgtEl>
                          <p:spTgt spid="48"/>
                        </p:tgtEl>
                        <p:attrNameLst>
                          <p:attrName>ppt_x</p:attrName>
                        </p:attrNameLst>
                      </p:cBhvr>
                      <p:tavLst>
                        <p:tav tm="0">
                          <p:val>
                            <p:strVal val="#ppt_x"/>
                          </p:val>
                        </p:tav>
                        <p:tav tm="100000">
                          <p:val>
                            <p:strVal val="#ppt_x"/>
                          </p:val>
                        </p:tav>
                      </p:tavLst>
                    </p:anim>
                    <p:anim calcmode="lin" valueType="num">
                      <p:cBhvr>
                        <p:cTn dur="50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 calcmode="lin" valueType="num">
                      <p:cBhvr>
                        <p:cTn dur="500" fill="hold"/>
                        <p:tgtEl>
                          <p:spTgt spid="49"/>
                        </p:tgtEl>
                        <p:attrNameLst>
                          <p:attrName>ppt_w</p:attrName>
                        </p:attrNameLst>
                      </p:cBhvr>
                      <p:tavLst>
                        <p:tav tm="0">
                          <p:val>
                            <p:fltVal val="0"/>
                          </p:val>
                        </p:tav>
                        <p:tav tm="100000">
                          <p:val>
                            <p:strVal val="#ppt_w"/>
                          </p:val>
                        </p:tav>
                      </p:tavLst>
                    </p:anim>
                    <p:anim calcmode="lin" valueType="num">
                      <p:cBhvr>
                        <p:cTn dur="500" fill="hold"/>
                        <p:tgtEl>
                          <p:spTgt spid="49"/>
                        </p:tgtEl>
                        <p:attrNameLst>
                          <p:attrName>ppt_h</p:attrName>
                        </p:attrNameLst>
                      </p:cBhvr>
                      <p:tavLst>
                        <p:tav tm="0">
                          <p:val>
                            <p:fltVal val="0"/>
                          </p:val>
                        </p:tav>
                        <p:tav tm="100000">
                          <p:val>
                            <p:strVal val="#ppt_h"/>
                          </p:val>
                        </p:tav>
                      </p:tavLst>
                    </p:anim>
                    <p:animEffect transition="in" filter="fade">
                      <p:cBhvr>
                        <p:cTn dur="500"/>
                        <p:tgtEl>
                          <p:spTgt spid="49"/>
                        </p:tgtEl>
                      </p:cBhvr>
                    </p:animEffect>
                  </p:childTnLst>
                </p:cTn>
              </p:par>
            </p:tnLst>
          </p:tmpl>
        </p:tmplLst>
      </p:bldP>
      <p:bldP spid="5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anim calcmode="lin" valueType="num">
                      <p:cBhvr>
                        <p:cTn dur="500" fill="hold"/>
                        <p:tgtEl>
                          <p:spTgt spid="50"/>
                        </p:tgtEl>
                        <p:attrNameLst>
                          <p:attrName>ppt_x</p:attrName>
                        </p:attrNameLst>
                      </p:cBhvr>
                      <p:tavLst>
                        <p:tav tm="0">
                          <p:val>
                            <p:strVal val="#ppt_x"/>
                          </p:val>
                        </p:tav>
                        <p:tav tm="100000">
                          <p:val>
                            <p:strVal val="#ppt_x"/>
                          </p:val>
                        </p:tav>
                      </p:tavLst>
                    </p:anim>
                    <p:anim calcmode="lin" valueType="num">
                      <p:cBhvr>
                        <p:cTn dur="500" fill="hold"/>
                        <p:tgtEl>
                          <p:spTgt spid="5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C2ACE786-47C1-FE41-ADA3-ABD180A9EC9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6" name="Rectangle 5"/>
          <p:cNvSpPr/>
          <p:nvPr userDrawn="1"/>
        </p:nvSpPr>
        <p:spPr>
          <a:xfrm rot="20700000">
            <a:off x="1558637" y="2070541"/>
            <a:ext cx="1510146" cy="182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Rectangle 8"/>
          <p:cNvSpPr/>
          <p:nvPr userDrawn="1"/>
        </p:nvSpPr>
        <p:spPr>
          <a:xfrm rot="900000">
            <a:off x="1558636" y="2070541"/>
            <a:ext cx="1510146" cy="1828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Picture Placeholder 17"/>
          <p:cNvSpPr>
            <a:spLocks noGrp="1"/>
          </p:cNvSpPr>
          <p:nvPr>
            <p:ph type="pic" sz="quarter" idx="15"/>
          </p:nvPr>
        </p:nvSpPr>
        <p:spPr>
          <a:xfrm>
            <a:off x="1558637"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19" name="Rectangle 18"/>
          <p:cNvSpPr/>
          <p:nvPr userDrawn="1"/>
        </p:nvSpPr>
        <p:spPr>
          <a:xfrm rot="20700000">
            <a:off x="5346295" y="2070541"/>
            <a:ext cx="1510146" cy="18288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rot="900000">
            <a:off x="5346294" y="2070541"/>
            <a:ext cx="1510146" cy="182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1" name="Picture Placeholder 20"/>
          <p:cNvSpPr>
            <a:spLocks noGrp="1"/>
          </p:cNvSpPr>
          <p:nvPr>
            <p:ph type="pic" sz="quarter" idx="16"/>
          </p:nvPr>
        </p:nvSpPr>
        <p:spPr>
          <a:xfrm>
            <a:off x="5346295" y="2042755"/>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2" name="Rectangle 21"/>
          <p:cNvSpPr/>
          <p:nvPr userDrawn="1"/>
        </p:nvSpPr>
        <p:spPr>
          <a:xfrm rot="20700000">
            <a:off x="9133955" y="2049759"/>
            <a:ext cx="1510146" cy="18288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3" name="Rectangle 22"/>
          <p:cNvSpPr/>
          <p:nvPr userDrawn="1"/>
        </p:nvSpPr>
        <p:spPr>
          <a:xfrm rot="900000">
            <a:off x="9133954" y="2049759"/>
            <a:ext cx="1510146" cy="18288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4" name="Picture Placeholder 23"/>
          <p:cNvSpPr>
            <a:spLocks noGrp="1"/>
          </p:cNvSpPr>
          <p:nvPr>
            <p:ph type="pic" sz="quarter" idx="17"/>
          </p:nvPr>
        </p:nvSpPr>
        <p:spPr>
          <a:xfrm>
            <a:off x="9133955" y="2021973"/>
            <a:ext cx="1510148" cy="1828800"/>
          </a:xfrm>
          <a:custGeom>
            <a:avLst/>
            <a:gdLst>
              <a:gd name="connsiteX0" fmla="*/ 0 w 1510148"/>
              <a:gd name="connsiteY0" fmla="*/ 0 h 1828800"/>
              <a:gd name="connsiteX1" fmla="*/ 1510148 w 1510148"/>
              <a:gd name="connsiteY1" fmla="*/ 0 h 1828800"/>
              <a:gd name="connsiteX2" fmla="*/ 1510148 w 1510148"/>
              <a:gd name="connsiteY2" fmla="*/ 1828800 h 1828800"/>
              <a:gd name="connsiteX3" fmla="*/ 0 w 1510148"/>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1510148" h="1828800">
                <a:moveTo>
                  <a:pt x="0" y="0"/>
                </a:moveTo>
                <a:lnTo>
                  <a:pt x="1510148" y="0"/>
                </a:lnTo>
                <a:lnTo>
                  <a:pt x="1510148" y="1828800"/>
                </a:lnTo>
                <a:lnTo>
                  <a:pt x="0" y="1828800"/>
                </a:lnTo>
                <a:close/>
              </a:path>
            </a:pathLst>
          </a:custGeom>
          <a:solidFill>
            <a:schemeClr val="bg1">
              <a:lumMod val="85000"/>
            </a:schemeClr>
          </a:solidFill>
        </p:spPr>
        <p:txBody>
          <a:bodyPr wrap="square">
            <a:noAutofit/>
          </a:bodyPr>
          <a:lstStyle/>
          <a:p>
            <a:endParaRPr lang="en-AU"/>
          </a:p>
        </p:txBody>
      </p:sp>
      <p:sp>
        <p:nvSpPr>
          <p:cNvPr id="25" name="Text Placeholder 21"/>
          <p:cNvSpPr>
            <a:spLocks noGrp="1"/>
          </p:cNvSpPr>
          <p:nvPr>
            <p:ph type="body" sz="quarter" idx="20"/>
          </p:nvPr>
        </p:nvSpPr>
        <p:spPr>
          <a:xfrm>
            <a:off x="1347700"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29"/>
          </p:nvPr>
        </p:nvSpPr>
        <p:spPr>
          <a:xfrm>
            <a:off x="1347700"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30"/>
          </p:nvPr>
        </p:nvSpPr>
        <p:spPr>
          <a:xfrm>
            <a:off x="5188743"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31"/>
          </p:nvPr>
        </p:nvSpPr>
        <p:spPr>
          <a:xfrm>
            <a:off x="5188743"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2"/>
          </p:nvPr>
        </p:nvSpPr>
        <p:spPr>
          <a:xfrm>
            <a:off x="9029786" y="441513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1" name="Text Placeholder 21"/>
          <p:cNvSpPr>
            <a:spLocks noGrp="1"/>
          </p:cNvSpPr>
          <p:nvPr>
            <p:ph type="body" sz="quarter" idx="33"/>
          </p:nvPr>
        </p:nvSpPr>
        <p:spPr>
          <a:xfrm>
            <a:off x="9029786" y="472183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4450076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25">
                                            <p:txEl>
                                              <p:pRg st="0" end="0"/>
                                            </p:txEl>
                                          </p:spTgt>
                                        </p:tgtEl>
                                        <p:attrNameLst>
                                          <p:attrName>style.visibility</p:attrName>
                                        </p:attrNameLst>
                                      </p:cBhvr>
                                      <p:to>
                                        <p:strVal val="visible"/>
                                      </p:to>
                                    </p:set>
                                    <p:anim calcmode="lin" valueType="num">
                                      <p:cBhvr>
                                        <p:cTn id="35"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25">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fade">
                                      <p:cBhvr>
                                        <p:cTn id="41" dur="500"/>
                                        <p:tgtEl>
                                          <p:spTgt spid="26">
                                            <p:txEl>
                                              <p:pRg st="0" end="0"/>
                                            </p:txEl>
                                          </p:spTgt>
                                        </p:tgtEl>
                                      </p:cBhvr>
                                    </p:animEffect>
                                    <p:anim calcmode="lin" valueType="num">
                                      <p:cBhvr>
                                        <p:cTn id="4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26">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p:cTn id="55" dur="500" fill="hold"/>
                                        <p:tgtEl>
                                          <p:spTgt spid="21"/>
                                        </p:tgtEl>
                                        <p:attrNameLst>
                                          <p:attrName>ppt_w</p:attrName>
                                        </p:attrNameLst>
                                      </p:cBhvr>
                                      <p:tavLst>
                                        <p:tav tm="0">
                                          <p:val>
                                            <p:fltVal val="0"/>
                                          </p:val>
                                        </p:tav>
                                        <p:tav tm="100000">
                                          <p:val>
                                            <p:strVal val="#ppt_w"/>
                                          </p:val>
                                        </p:tav>
                                      </p:tavLst>
                                    </p:anim>
                                    <p:anim calcmode="lin" valueType="num">
                                      <p:cBhvr>
                                        <p:cTn id="56" dur="500" fill="hold"/>
                                        <p:tgtEl>
                                          <p:spTgt spid="21"/>
                                        </p:tgtEl>
                                        <p:attrNameLst>
                                          <p:attrName>ppt_h</p:attrName>
                                        </p:attrNameLst>
                                      </p:cBhvr>
                                      <p:tavLst>
                                        <p:tav tm="0">
                                          <p:val>
                                            <p:fltVal val="0"/>
                                          </p:val>
                                        </p:tav>
                                        <p:tav tm="100000">
                                          <p:val>
                                            <p:strVal val="#ppt_h"/>
                                          </p:val>
                                        </p:tav>
                                      </p:tavLst>
                                    </p:anim>
                                    <p:animEffect transition="in" filter="fade">
                                      <p:cBhvr>
                                        <p:cTn id="57" dur="500"/>
                                        <p:tgtEl>
                                          <p:spTgt spid="21"/>
                                        </p:tgtEl>
                                      </p:cBhvr>
                                    </p:animEffect>
                                  </p:childTnLst>
                                </p:cTn>
                              </p:par>
                            </p:childTnLst>
                          </p:cTn>
                        </p:par>
                        <p:par>
                          <p:cTn id="58" fill="hold">
                            <p:stCondLst>
                              <p:cond delay="55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28">
                                            <p:txEl>
                                              <p:pRg st="0" end="0"/>
                                            </p:txEl>
                                          </p:spTgt>
                                        </p:tgtEl>
                                        <p:attrNameLst>
                                          <p:attrName>style.visibility</p:attrName>
                                        </p:attrNameLst>
                                      </p:cBhvr>
                                      <p:to>
                                        <p:strVal val="visible"/>
                                      </p:to>
                                    </p:set>
                                    <p:anim calcmode="lin" valueType="num">
                                      <p:cBhvr>
                                        <p:cTn id="6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3" dur="500"/>
                                        <p:tgtEl>
                                          <p:spTgt spid="28">
                                            <p:txEl>
                                              <p:pRg st="0" end="0"/>
                                            </p:txEl>
                                          </p:spTgt>
                                        </p:tgtEl>
                                      </p:cBhvr>
                                    </p:animEffect>
                                  </p:childTnLst>
                                </p:cTn>
                              </p:par>
                            </p:childTnLst>
                          </p:cTn>
                        </p:par>
                        <p:par>
                          <p:cTn id="64" fill="hold">
                            <p:stCondLst>
                              <p:cond delay="6000"/>
                            </p:stCondLst>
                            <p:childTnLst>
                              <p:par>
                                <p:cTn id="65" presetID="42" presetClass="entr" presetSubtype="0" fill="hold" grpId="0" nodeType="afterEffect" nodePh="1">
                                  <p:stCondLst>
                                    <p:cond delay="0"/>
                                  </p:stCondLst>
                                  <p:endCondLst>
                                    <p:cond evt="begin" delay="0">
                                      <p:tn val="65"/>
                                    </p:cond>
                                  </p:end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500"/>
                                        <p:tgtEl>
                                          <p:spTgt spid="29">
                                            <p:txEl>
                                              <p:pRg st="0" end="0"/>
                                            </p:txEl>
                                          </p:spTgt>
                                        </p:tgtEl>
                                      </p:cBhvr>
                                    </p:animEffect>
                                    <p:anim calcmode="lin" valueType="num">
                                      <p:cBhvr>
                                        <p:cTn id="68"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50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500"/>
                                        <p:tgtEl>
                                          <p:spTgt spid="22"/>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par>
                          <p:cTn id="78" fill="hold">
                            <p:stCondLst>
                              <p:cond delay="7500"/>
                            </p:stCondLst>
                            <p:childTnLst>
                              <p:par>
                                <p:cTn id="79" presetID="53" presetClass="entr" presetSubtype="16" fill="hold" grpId="0" nodeType="after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p:cTn id="81" dur="500" fill="hold"/>
                                        <p:tgtEl>
                                          <p:spTgt spid="24"/>
                                        </p:tgtEl>
                                        <p:attrNameLst>
                                          <p:attrName>ppt_w</p:attrName>
                                        </p:attrNameLst>
                                      </p:cBhvr>
                                      <p:tavLst>
                                        <p:tav tm="0">
                                          <p:val>
                                            <p:fltVal val="0"/>
                                          </p:val>
                                        </p:tav>
                                        <p:tav tm="100000">
                                          <p:val>
                                            <p:strVal val="#ppt_w"/>
                                          </p:val>
                                        </p:tav>
                                      </p:tavLst>
                                    </p:anim>
                                    <p:anim calcmode="lin" valueType="num">
                                      <p:cBhvr>
                                        <p:cTn id="82" dur="500" fill="hold"/>
                                        <p:tgtEl>
                                          <p:spTgt spid="24"/>
                                        </p:tgtEl>
                                        <p:attrNameLst>
                                          <p:attrName>ppt_h</p:attrName>
                                        </p:attrNameLst>
                                      </p:cBhvr>
                                      <p:tavLst>
                                        <p:tav tm="0">
                                          <p:val>
                                            <p:fltVal val="0"/>
                                          </p:val>
                                        </p:tav>
                                        <p:tav tm="100000">
                                          <p:val>
                                            <p:strVal val="#ppt_h"/>
                                          </p:val>
                                        </p:tav>
                                      </p:tavLst>
                                    </p:anim>
                                    <p:animEffect transition="in" filter="fade">
                                      <p:cBhvr>
                                        <p:cTn id="83" dur="500"/>
                                        <p:tgtEl>
                                          <p:spTgt spid="24"/>
                                        </p:tgtEl>
                                      </p:cBhvr>
                                    </p:animEffect>
                                  </p:childTnLst>
                                </p:cTn>
                              </p:par>
                            </p:childTnLst>
                          </p:cTn>
                        </p:par>
                        <p:par>
                          <p:cTn id="84" fill="hold">
                            <p:stCondLst>
                              <p:cond delay="8000"/>
                            </p:stCondLst>
                            <p:childTnLst>
                              <p:par>
                                <p:cTn id="85" presetID="53" presetClass="entr" presetSubtype="16" fill="hold" grpId="0" nodeType="afterEffect" nodePh="1">
                                  <p:stCondLst>
                                    <p:cond delay="0"/>
                                  </p:stCondLst>
                                  <p:endCondLst>
                                    <p:cond evt="begin" delay="0">
                                      <p:tn val="85"/>
                                    </p:cond>
                                  </p:endCondLst>
                                  <p:childTnLst>
                                    <p:set>
                                      <p:cBhvr>
                                        <p:cTn id="86" dur="1" fill="hold">
                                          <p:stCondLst>
                                            <p:cond delay="0"/>
                                          </p:stCondLst>
                                        </p:cTn>
                                        <p:tgtEl>
                                          <p:spTgt spid="30">
                                            <p:txEl>
                                              <p:pRg st="0" end="0"/>
                                            </p:txEl>
                                          </p:spTgt>
                                        </p:tgtEl>
                                        <p:attrNameLst>
                                          <p:attrName>style.visibility</p:attrName>
                                        </p:attrNameLst>
                                      </p:cBhvr>
                                      <p:to>
                                        <p:strVal val="visible"/>
                                      </p:to>
                                    </p:set>
                                    <p:anim calcmode="lin" valueType="num">
                                      <p:cBhvr>
                                        <p:cTn id="87"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8"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9" dur="500"/>
                                        <p:tgtEl>
                                          <p:spTgt spid="30">
                                            <p:txEl>
                                              <p:pRg st="0" end="0"/>
                                            </p:txEl>
                                          </p:spTgt>
                                        </p:tgtEl>
                                      </p:cBhvr>
                                    </p:animEffect>
                                  </p:childTnLst>
                                </p:cTn>
                              </p:par>
                            </p:childTnLst>
                          </p:cTn>
                        </p:par>
                        <p:par>
                          <p:cTn id="90" fill="hold">
                            <p:stCondLst>
                              <p:cond delay="8500"/>
                            </p:stCondLst>
                            <p:childTnLst>
                              <p:par>
                                <p:cTn id="91" presetID="42" presetClass="entr" presetSubtype="0" fill="hold" grpId="0" nodeType="afterEffect" nodePh="1">
                                  <p:stCondLst>
                                    <p:cond delay="0"/>
                                  </p:stCondLst>
                                  <p:endCondLst>
                                    <p:cond evt="begin" delay="0">
                                      <p:tn val="91"/>
                                    </p:cond>
                                  </p:endCondLst>
                                  <p:childTnLst>
                                    <p:set>
                                      <p:cBhvr>
                                        <p:cTn id="92" dur="1" fill="hold">
                                          <p:stCondLst>
                                            <p:cond delay="0"/>
                                          </p:stCondLst>
                                        </p:cTn>
                                        <p:tgtEl>
                                          <p:spTgt spid="31">
                                            <p:txEl>
                                              <p:pRg st="0" end="0"/>
                                            </p:txEl>
                                          </p:spTgt>
                                        </p:tgtEl>
                                        <p:attrNameLst>
                                          <p:attrName>style.visibility</p:attrName>
                                        </p:attrNameLst>
                                      </p:cBhvr>
                                      <p:to>
                                        <p:strVal val="visible"/>
                                      </p:to>
                                    </p:set>
                                    <p:animEffect transition="in" filter="fade">
                                      <p:cBhvr>
                                        <p:cTn id="93" dur="500"/>
                                        <p:tgtEl>
                                          <p:spTgt spid="31">
                                            <p:txEl>
                                              <p:pRg st="0" end="0"/>
                                            </p:txEl>
                                          </p:spTgt>
                                        </p:tgtEl>
                                      </p:cBhvr>
                                    </p:animEffect>
                                    <p:anim calcmode="lin" valueType="num">
                                      <p:cBhvr>
                                        <p:cTn id="94"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95"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6" grpId="0" animBg="1"/>
      <p:bldP spid="9" grpId="0" animBg="1"/>
      <p:bldP spid="18" grpId="0" animBg="1"/>
      <p:bldP spid="19" grpId="0" animBg="1"/>
      <p:bldP spid="20" grpId="0" animBg="1"/>
      <p:bldP spid="21" grpId="0" animBg="1"/>
      <p:bldP spid="22" grpId="0" animBg="1"/>
      <p:bldP spid="23" grpId="0" animBg="1"/>
      <p:bldP spid="24" grpId="0" animBg="1"/>
      <p:bldP spid="2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5"/>
                        </p:tgtEl>
                        <p:attrNameLst>
                          <p:attrName>style.visibility</p:attrName>
                        </p:attrNameLst>
                      </p:cBhvr>
                      <p:to>
                        <p:strVal val="visible"/>
                      </p:to>
                    </p:set>
                    <p:anim calcmode="lin" valueType="num">
                      <p:cBhvr>
                        <p:cTn dur="500" fill="hold"/>
                        <p:tgtEl>
                          <p:spTgt spid="25"/>
                        </p:tgtEl>
                        <p:attrNameLst>
                          <p:attrName>ppt_w</p:attrName>
                        </p:attrNameLst>
                      </p:cBhvr>
                      <p:tavLst>
                        <p:tav tm="0">
                          <p:val>
                            <p:fltVal val="0"/>
                          </p:val>
                        </p:tav>
                        <p:tav tm="100000">
                          <p:val>
                            <p:strVal val="#ppt_w"/>
                          </p:val>
                        </p:tav>
                      </p:tavLst>
                    </p:anim>
                    <p:anim calcmode="lin" valueType="num">
                      <p:cBhvr>
                        <p:cTn dur="500" fill="hold"/>
                        <p:tgtEl>
                          <p:spTgt spid="25"/>
                        </p:tgtEl>
                        <p:attrNameLst>
                          <p:attrName>ppt_h</p:attrName>
                        </p:attrNameLst>
                      </p:cBhvr>
                      <p:tavLst>
                        <p:tav tm="0">
                          <p:val>
                            <p:fltVal val="0"/>
                          </p:val>
                        </p:tav>
                        <p:tav tm="100000">
                          <p:val>
                            <p:strVal val="#ppt_h"/>
                          </p:val>
                        </p:tav>
                      </p:tavLst>
                    </p:anim>
                    <p:animEffect transition="in" filter="fade">
                      <p:cBhvr>
                        <p:cTn dur="500"/>
                        <p:tgtEl>
                          <p:spTgt spid="25"/>
                        </p:tgtEl>
                      </p:cBhvr>
                    </p:animEffect>
                  </p:childTnLst>
                </p:cTn>
              </p:par>
            </p:tnLst>
          </p:tmpl>
        </p:tmplLst>
      </p:bldP>
      <p:bldP spid="2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anim calcmode="lin" valueType="num">
                      <p:cBhvr>
                        <p:cTn dur="500" fill="hold"/>
                        <p:tgtEl>
                          <p:spTgt spid="26"/>
                        </p:tgtEl>
                        <p:attrNameLst>
                          <p:attrName>ppt_x</p:attrName>
                        </p:attrNameLst>
                      </p:cBhvr>
                      <p:tavLst>
                        <p:tav tm="0">
                          <p:val>
                            <p:strVal val="#ppt_x"/>
                          </p:val>
                        </p:tav>
                        <p:tav tm="100000">
                          <p:val>
                            <p:strVal val="#ppt_x"/>
                          </p:val>
                        </p:tav>
                      </p:tavLst>
                    </p:anim>
                    <p:anim calcmode="lin" valueType="num">
                      <p:cBhvr>
                        <p:cTn dur="500" fill="hold"/>
                        <p:tgtEl>
                          <p:spTgt spid="26"/>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anim calcmode="lin" valueType="num">
                      <p:cBhvr>
                        <p:cTn dur="500" fill="hold"/>
                        <p:tgtEl>
                          <p:spTgt spid="29"/>
                        </p:tgtEl>
                        <p:attrNameLst>
                          <p:attrName>ppt_x</p:attrName>
                        </p:attrNameLst>
                      </p:cBhvr>
                      <p:tavLst>
                        <p:tav tm="0">
                          <p:val>
                            <p:strVal val="#ppt_x"/>
                          </p:val>
                        </p:tav>
                        <p:tav tm="100000">
                          <p:val>
                            <p:strVal val="#ppt_x"/>
                          </p:val>
                        </p:tav>
                      </p:tavLst>
                    </p:anim>
                    <p:anim calcmode="lin" valueType="num">
                      <p:cBhvr>
                        <p:cTn dur="50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DA0D38E8-E942-3544-90AA-4B107BFAFE0D}"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3" name="Freeform 22"/>
          <p:cNvSpPr/>
          <p:nvPr userDrawn="1"/>
        </p:nvSpPr>
        <p:spPr>
          <a:xfrm>
            <a:off x="713492" y="2456421"/>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7" name="Picture Placeholder 16"/>
          <p:cNvSpPr>
            <a:spLocks noGrp="1"/>
          </p:cNvSpPr>
          <p:nvPr>
            <p:ph type="pic" sz="quarter" idx="13"/>
          </p:nvPr>
        </p:nvSpPr>
        <p:spPr>
          <a:xfrm>
            <a:off x="809647" y="2542735"/>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4" name="Freeform 23"/>
          <p:cNvSpPr/>
          <p:nvPr userDrawn="1"/>
        </p:nvSpPr>
        <p:spPr>
          <a:xfrm>
            <a:off x="3663045"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5" name="Picture Placeholder 24"/>
          <p:cNvSpPr>
            <a:spLocks noGrp="1"/>
          </p:cNvSpPr>
          <p:nvPr>
            <p:ph type="pic" sz="quarter" idx="14"/>
          </p:nvPr>
        </p:nvSpPr>
        <p:spPr>
          <a:xfrm>
            <a:off x="3759200"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a:p>
        </p:txBody>
      </p:sp>
      <p:sp>
        <p:nvSpPr>
          <p:cNvPr id="26" name="Freeform 25"/>
          <p:cNvSpPr/>
          <p:nvPr userDrawn="1"/>
        </p:nvSpPr>
        <p:spPr>
          <a:xfrm>
            <a:off x="9562151" y="2453684"/>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7" name="Picture Placeholder 26"/>
          <p:cNvSpPr>
            <a:spLocks noGrp="1"/>
          </p:cNvSpPr>
          <p:nvPr>
            <p:ph type="pic" sz="quarter" idx="15"/>
          </p:nvPr>
        </p:nvSpPr>
        <p:spPr>
          <a:xfrm>
            <a:off x="9658306" y="2539998"/>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28" name="Freeform 27"/>
          <p:cNvSpPr/>
          <p:nvPr userDrawn="1"/>
        </p:nvSpPr>
        <p:spPr>
          <a:xfrm>
            <a:off x="6612598" y="2456420"/>
            <a:ext cx="1964841" cy="1945159"/>
          </a:xfrm>
          <a:custGeom>
            <a:avLst/>
            <a:gdLst>
              <a:gd name="connsiteX0" fmla="*/ 1150436 w 1964841"/>
              <a:gd name="connsiteY0" fmla="*/ 0 h 1945159"/>
              <a:gd name="connsiteX1" fmla="*/ 1610594 w 1964841"/>
              <a:gd name="connsiteY1" fmla="*/ 305013 h 1945159"/>
              <a:gd name="connsiteX2" fmla="*/ 1633316 w 1964841"/>
              <a:gd name="connsiteY2" fmla="*/ 378214 h 1945159"/>
              <a:gd name="connsiteX3" fmla="*/ 1659828 w 1964841"/>
              <a:gd name="connsiteY3" fmla="*/ 386444 h 1945159"/>
              <a:gd name="connsiteX4" fmla="*/ 1964841 w 1964841"/>
              <a:gd name="connsiteY4" fmla="*/ 846601 h 1945159"/>
              <a:gd name="connsiteX5" fmla="*/ 1925596 w 1964841"/>
              <a:gd name="connsiteY5" fmla="*/ 1040991 h 1945159"/>
              <a:gd name="connsiteX6" fmla="*/ 1919536 w 1964841"/>
              <a:gd name="connsiteY6" fmla="*/ 1052155 h 1945159"/>
              <a:gd name="connsiteX7" fmla="*/ 1920944 w 1964841"/>
              <a:gd name="connsiteY7" fmla="*/ 1059512 h 1945159"/>
              <a:gd name="connsiteX8" fmla="*/ 1924956 w 1964841"/>
              <a:gd name="connsiteY8" fmla="*/ 1123118 h 1945159"/>
              <a:gd name="connsiteX9" fmla="*/ 1778684 w 1964841"/>
              <a:gd name="connsiteY9" fmla="*/ 1476249 h 1945159"/>
              <a:gd name="connsiteX10" fmla="*/ 1761362 w 1964841"/>
              <a:gd name="connsiteY10" fmla="*/ 1490542 h 1945159"/>
              <a:gd name="connsiteX11" fmla="*/ 1757309 w 1964841"/>
              <a:gd name="connsiteY11" fmla="*/ 1530745 h 1945159"/>
              <a:gd name="connsiteX12" fmla="*/ 1268052 w 1964841"/>
              <a:gd name="connsiteY12" fmla="*/ 1929501 h 1945159"/>
              <a:gd name="connsiteX13" fmla="*/ 1073662 w 1964841"/>
              <a:gd name="connsiteY13" fmla="*/ 1890256 h 1945159"/>
              <a:gd name="connsiteX14" fmla="*/ 1039885 w 1964841"/>
              <a:gd name="connsiteY14" fmla="*/ 1871923 h 1945159"/>
              <a:gd name="connsiteX15" fmla="*/ 998147 w 1964841"/>
              <a:gd name="connsiteY15" fmla="*/ 1895913 h 1945159"/>
              <a:gd name="connsiteX16" fmla="*/ 781635 w 1964841"/>
              <a:gd name="connsiteY16" fmla="*/ 1945159 h 1945159"/>
              <a:gd name="connsiteX17" fmla="*/ 321477 w 1964841"/>
              <a:gd name="connsiteY17" fmla="*/ 1640147 h 1945159"/>
              <a:gd name="connsiteX18" fmla="*/ 300660 w 1964841"/>
              <a:gd name="connsiteY18" fmla="*/ 1573084 h 1945159"/>
              <a:gd name="connsiteX19" fmla="*/ 220182 w 1964841"/>
              <a:gd name="connsiteY19" fmla="*/ 1529402 h 1945159"/>
              <a:gd name="connsiteX20" fmla="*/ 0 w 1964841"/>
              <a:gd name="connsiteY20" fmla="*/ 1115289 h 1945159"/>
              <a:gd name="connsiteX21" fmla="*/ 146272 w 1964841"/>
              <a:gd name="connsiteY21" fmla="*/ 762158 h 1945159"/>
              <a:gd name="connsiteX22" fmla="*/ 151038 w 1964841"/>
              <a:gd name="connsiteY22" fmla="*/ 758225 h 1945159"/>
              <a:gd name="connsiteX23" fmla="*/ 133236 w 1964841"/>
              <a:gd name="connsiteY23" fmla="*/ 700876 h 1945159"/>
              <a:gd name="connsiteX24" fmla="*/ 123090 w 1964841"/>
              <a:gd name="connsiteY24" fmla="*/ 600229 h 1945159"/>
              <a:gd name="connsiteX25" fmla="*/ 622493 w 1964841"/>
              <a:gd name="connsiteY25" fmla="*/ 100826 h 1945159"/>
              <a:gd name="connsiteX26" fmla="*/ 723140 w 1964841"/>
              <a:gd name="connsiteY26" fmla="*/ 110972 h 1945159"/>
              <a:gd name="connsiteX27" fmla="*/ 808117 w 1964841"/>
              <a:gd name="connsiteY27" fmla="*/ 137351 h 1945159"/>
              <a:gd name="connsiteX28" fmla="*/ 871215 w 1964841"/>
              <a:gd name="connsiteY28" fmla="*/ 85290 h 1945159"/>
              <a:gd name="connsiteX29" fmla="*/ 1150436 w 1964841"/>
              <a:gd name="connsiteY29" fmla="*/ 0 h 194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64841" h="1945159">
                <a:moveTo>
                  <a:pt x="1150436" y="0"/>
                </a:moveTo>
                <a:cubicBezTo>
                  <a:pt x="1357296" y="0"/>
                  <a:pt x="1534780" y="125770"/>
                  <a:pt x="1610594" y="305013"/>
                </a:cubicBezTo>
                <a:lnTo>
                  <a:pt x="1633316" y="378214"/>
                </a:lnTo>
                <a:lnTo>
                  <a:pt x="1659828" y="386444"/>
                </a:lnTo>
                <a:cubicBezTo>
                  <a:pt x="1839072" y="462257"/>
                  <a:pt x="1964841" y="639741"/>
                  <a:pt x="1964841" y="846601"/>
                </a:cubicBezTo>
                <a:cubicBezTo>
                  <a:pt x="1964841" y="915554"/>
                  <a:pt x="1950867" y="981244"/>
                  <a:pt x="1925596" y="1040991"/>
                </a:cubicBezTo>
                <a:lnTo>
                  <a:pt x="1919536" y="1052155"/>
                </a:lnTo>
                <a:lnTo>
                  <a:pt x="1920944" y="1059512"/>
                </a:lnTo>
                <a:cubicBezTo>
                  <a:pt x="1923591" y="1080341"/>
                  <a:pt x="1924956" y="1101570"/>
                  <a:pt x="1924956" y="1123118"/>
                </a:cubicBezTo>
                <a:cubicBezTo>
                  <a:pt x="1924956" y="1261025"/>
                  <a:pt x="1869059" y="1385875"/>
                  <a:pt x="1778684" y="1476249"/>
                </a:cubicBezTo>
                <a:lnTo>
                  <a:pt x="1761362" y="1490542"/>
                </a:lnTo>
                <a:lnTo>
                  <a:pt x="1757309" y="1530745"/>
                </a:lnTo>
                <a:cubicBezTo>
                  <a:pt x="1710742" y="1758315"/>
                  <a:pt x="1509388" y="1929501"/>
                  <a:pt x="1268052" y="1929501"/>
                </a:cubicBezTo>
                <a:cubicBezTo>
                  <a:pt x="1199099" y="1929501"/>
                  <a:pt x="1133410" y="1915527"/>
                  <a:pt x="1073662" y="1890256"/>
                </a:cubicBezTo>
                <a:lnTo>
                  <a:pt x="1039885" y="1871923"/>
                </a:lnTo>
                <a:lnTo>
                  <a:pt x="998147" y="1895913"/>
                </a:lnTo>
                <a:cubicBezTo>
                  <a:pt x="932649" y="1927473"/>
                  <a:pt x="859208" y="1945159"/>
                  <a:pt x="781635" y="1945159"/>
                </a:cubicBezTo>
                <a:cubicBezTo>
                  <a:pt x="574775" y="1945159"/>
                  <a:pt x="397291" y="1819390"/>
                  <a:pt x="321477" y="1640147"/>
                </a:cubicBezTo>
                <a:lnTo>
                  <a:pt x="300660" y="1573084"/>
                </a:lnTo>
                <a:lnTo>
                  <a:pt x="220182" y="1529402"/>
                </a:lnTo>
                <a:cubicBezTo>
                  <a:pt x="87340" y="1439656"/>
                  <a:pt x="0" y="1287672"/>
                  <a:pt x="0" y="1115289"/>
                </a:cubicBezTo>
                <a:cubicBezTo>
                  <a:pt x="0" y="977383"/>
                  <a:pt x="55897" y="852532"/>
                  <a:pt x="146272" y="762158"/>
                </a:cubicBezTo>
                <a:lnTo>
                  <a:pt x="151038" y="758225"/>
                </a:lnTo>
                <a:lnTo>
                  <a:pt x="133236" y="700876"/>
                </a:lnTo>
                <a:cubicBezTo>
                  <a:pt x="126584" y="668366"/>
                  <a:pt x="123090" y="634706"/>
                  <a:pt x="123090" y="600229"/>
                </a:cubicBezTo>
                <a:cubicBezTo>
                  <a:pt x="123090" y="324416"/>
                  <a:pt x="346680" y="100826"/>
                  <a:pt x="622493" y="100826"/>
                </a:cubicBezTo>
                <a:cubicBezTo>
                  <a:pt x="656970" y="100826"/>
                  <a:pt x="690630" y="104320"/>
                  <a:pt x="723140" y="110972"/>
                </a:cubicBezTo>
                <a:lnTo>
                  <a:pt x="808117" y="137351"/>
                </a:lnTo>
                <a:lnTo>
                  <a:pt x="871215" y="85290"/>
                </a:lnTo>
                <a:cubicBezTo>
                  <a:pt x="950920" y="31443"/>
                  <a:pt x="1047006" y="0"/>
                  <a:pt x="11504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9" name="Picture Placeholder 28"/>
          <p:cNvSpPr>
            <a:spLocks noGrp="1"/>
          </p:cNvSpPr>
          <p:nvPr>
            <p:ph type="pic" sz="quarter" idx="16"/>
          </p:nvPr>
        </p:nvSpPr>
        <p:spPr>
          <a:xfrm>
            <a:off x="6708753" y="2542734"/>
            <a:ext cx="1772530" cy="1772530"/>
          </a:xfrm>
          <a:custGeom>
            <a:avLst/>
            <a:gdLst>
              <a:gd name="connsiteX0" fmla="*/ 886265 w 1772530"/>
              <a:gd name="connsiteY0" fmla="*/ 0 h 1772530"/>
              <a:gd name="connsiteX1" fmla="*/ 1772530 w 1772530"/>
              <a:gd name="connsiteY1" fmla="*/ 886265 h 1772530"/>
              <a:gd name="connsiteX2" fmla="*/ 886265 w 1772530"/>
              <a:gd name="connsiteY2" fmla="*/ 1772530 h 1772530"/>
              <a:gd name="connsiteX3" fmla="*/ 0 w 1772530"/>
              <a:gd name="connsiteY3" fmla="*/ 886265 h 1772530"/>
              <a:gd name="connsiteX4" fmla="*/ 886265 w 1772530"/>
              <a:gd name="connsiteY4" fmla="*/ 0 h 1772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2530" h="1772530">
                <a:moveTo>
                  <a:pt x="886265" y="0"/>
                </a:moveTo>
                <a:cubicBezTo>
                  <a:pt x="1375736" y="0"/>
                  <a:pt x="1772530" y="396794"/>
                  <a:pt x="1772530" y="886265"/>
                </a:cubicBezTo>
                <a:cubicBezTo>
                  <a:pt x="1772530" y="1375736"/>
                  <a:pt x="1375736" y="1772530"/>
                  <a:pt x="886265" y="1772530"/>
                </a:cubicBezTo>
                <a:cubicBezTo>
                  <a:pt x="396794" y="1772530"/>
                  <a:pt x="0" y="1375736"/>
                  <a:pt x="0" y="886265"/>
                </a:cubicBezTo>
                <a:cubicBezTo>
                  <a:pt x="0" y="396794"/>
                  <a:pt x="396794" y="0"/>
                  <a:pt x="886265" y="0"/>
                </a:cubicBezTo>
                <a:close/>
              </a:path>
            </a:pathLst>
          </a:custGeom>
          <a:solidFill>
            <a:schemeClr val="bg1">
              <a:lumMod val="85000"/>
            </a:schemeClr>
          </a:solidFill>
        </p:spPr>
        <p:txBody>
          <a:bodyPr wrap="square">
            <a:noAutofit/>
          </a:bodyPr>
          <a:lstStyle/>
          <a:p>
            <a:endParaRPr lang="en-AU" dirty="0"/>
          </a:p>
        </p:txBody>
      </p:sp>
      <p:sp>
        <p:nvSpPr>
          <p:cNvPr id="15" name="Text Placeholder 21"/>
          <p:cNvSpPr>
            <a:spLocks noGrp="1"/>
          </p:cNvSpPr>
          <p:nvPr>
            <p:ph type="body" sz="quarter" idx="20"/>
          </p:nvPr>
        </p:nvSpPr>
        <p:spPr>
          <a:xfrm>
            <a:off x="71349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9"/>
          </p:nvPr>
        </p:nvSpPr>
        <p:spPr>
          <a:xfrm>
            <a:off x="71349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8" name="Text Placeholder 21"/>
          <p:cNvSpPr>
            <a:spLocks noGrp="1"/>
          </p:cNvSpPr>
          <p:nvPr>
            <p:ph type="body" sz="quarter" idx="30"/>
          </p:nvPr>
        </p:nvSpPr>
        <p:spPr>
          <a:xfrm>
            <a:off x="3717217"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9" name="Text Placeholder 21"/>
          <p:cNvSpPr>
            <a:spLocks noGrp="1"/>
          </p:cNvSpPr>
          <p:nvPr>
            <p:ph type="body" sz="quarter" idx="31"/>
          </p:nvPr>
        </p:nvSpPr>
        <p:spPr>
          <a:xfrm>
            <a:off x="3717217"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0" name="Text Placeholder 21"/>
          <p:cNvSpPr>
            <a:spLocks noGrp="1"/>
          </p:cNvSpPr>
          <p:nvPr>
            <p:ph type="body" sz="quarter" idx="32"/>
          </p:nvPr>
        </p:nvSpPr>
        <p:spPr>
          <a:xfrm>
            <a:off x="6720942" y="4547044"/>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1" name="Text Placeholder 21"/>
          <p:cNvSpPr>
            <a:spLocks noGrp="1"/>
          </p:cNvSpPr>
          <p:nvPr>
            <p:ph type="body" sz="quarter" idx="33"/>
          </p:nvPr>
        </p:nvSpPr>
        <p:spPr>
          <a:xfrm>
            <a:off x="6720942" y="4853748"/>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2" name="Text Placeholder 21"/>
          <p:cNvSpPr>
            <a:spLocks noGrp="1"/>
          </p:cNvSpPr>
          <p:nvPr>
            <p:ph type="body" sz="quarter" idx="34"/>
          </p:nvPr>
        </p:nvSpPr>
        <p:spPr>
          <a:xfrm>
            <a:off x="9724667" y="4546572"/>
            <a:ext cx="1814513"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0" name="Text Placeholder 21"/>
          <p:cNvSpPr>
            <a:spLocks noGrp="1"/>
          </p:cNvSpPr>
          <p:nvPr>
            <p:ph type="body" sz="quarter" idx="35"/>
          </p:nvPr>
        </p:nvSpPr>
        <p:spPr>
          <a:xfrm>
            <a:off x="9724667" y="4853276"/>
            <a:ext cx="1814513"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1883908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p:cTn id="21" dur="500" fill="hold"/>
                                        <p:tgtEl>
                                          <p:spTgt spid="17"/>
                                        </p:tgtEl>
                                        <p:attrNameLst>
                                          <p:attrName>ppt_w</p:attrName>
                                        </p:attrNameLst>
                                      </p:cBhvr>
                                      <p:tavLst>
                                        <p:tav tm="0">
                                          <p:val>
                                            <p:fltVal val="0"/>
                                          </p:val>
                                        </p:tav>
                                        <p:tav tm="100000">
                                          <p:val>
                                            <p:strVal val="#ppt_w"/>
                                          </p:val>
                                        </p:tav>
                                      </p:tavLst>
                                    </p:anim>
                                    <p:anim calcmode="lin" valueType="num">
                                      <p:cBhvr>
                                        <p:cTn id="22" dur="500" fill="hold"/>
                                        <p:tgtEl>
                                          <p:spTgt spid="17"/>
                                        </p:tgtEl>
                                        <p:attrNameLst>
                                          <p:attrName>ppt_h</p:attrName>
                                        </p:attrNameLst>
                                      </p:cBhvr>
                                      <p:tavLst>
                                        <p:tav tm="0">
                                          <p:val>
                                            <p:fltVal val="0"/>
                                          </p:val>
                                        </p:tav>
                                        <p:tav tm="100000">
                                          <p:val>
                                            <p:strVal val="#ppt_h"/>
                                          </p:val>
                                        </p:tav>
                                      </p:tavLst>
                                    </p:anim>
                                    <p:animEffect transition="in" filter="fade">
                                      <p:cBhvr>
                                        <p:cTn id="23" dur="500"/>
                                        <p:tgtEl>
                                          <p:spTgt spid="17"/>
                                        </p:tgtEl>
                                      </p:cBhvr>
                                    </p:animEffect>
                                  </p:childTnLst>
                                </p:cTn>
                              </p:par>
                            </p:childTnLst>
                          </p:cTn>
                        </p:par>
                        <p:par>
                          <p:cTn id="24" fill="hold">
                            <p:stCondLst>
                              <p:cond delay="2000"/>
                            </p:stCondLst>
                            <p:childTnLst>
                              <p:par>
                                <p:cTn id="25" presetID="53" presetClass="entr" presetSubtype="16" fill="hold" grpId="0" nodeType="afterEffect" nodePh="1">
                                  <p:stCondLst>
                                    <p:cond delay="0"/>
                                  </p:stCondLst>
                                  <p:endCondLst>
                                    <p:cond evt="begin" delay="0">
                                      <p:tn val="25"/>
                                    </p:cond>
                                  </p:end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p:cTn id="27"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28"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42" presetClass="entr" presetSubtype="0" fill="hold" grpId="0" nodeType="afterEffect" nodePh="1">
                                  <p:stCondLst>
                                    <p:cond delay="0"/>
                                  </p:stCondLst>
                                  <p:endCondLst>
                                    <p:cond evt="begin" delay="0">
                                      <p:tn val="31"/>
                                    </p:cond>
                                  </p:end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500"/>
                                        <p:tgtEl>
                                          <p:spTgt spid="16">
                                            <p:txEl>
                                              <p:pRg st="0" end="0"/>
                                            </p:txEl>
                                          </p:spTgt>
                                        </p:tgtEl>
                                      </p:cBhvr>
                                    </p:animEffect>
                                    <p:anim calcmode="lin" valueType="num">
                                      <p:cBhvr>
                                        <p:cTn id="34"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18">
                                            <p:txEl>
                                              <p:pRg st="0" end="0"/>
                                            </p:txEl>
                                          </p:spTgt>
                                        </p:tgtEl>
                                        <p:attrNameLst>
                                          <p:attrName>style.visibility</p:attrName>
                                        </p:attrNameLst>
                                      </p:cBhvr>
                                      <p:to>
                                        <p:strVal val="visible"/>
                                      </p:to>
                                    </p:set>
                                    <p:anim calcmode="lin" valueType="num">
                                      <p:cBhvr>
                                        <p:cTn id="49"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18">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19">
                                            <p:txEl>
                                              <p:pRg st="0" end="0"/>
                                            </p:txEl>
                                          </p:spTgt>
                                        </p:tgtEl>
                                        <p:attrNameLst>
                                          <p:attrName>style.visibility</p:attrName>
                                        </p:attrNameLst>
                                      </p:cBhvr>
                                      <p:to>
                                        <p:strVal val="visible"/>
                                      </p:to>
                                    </p:set>
                                    <p:animEffect transition="in" filter="fade">
                                      <p:cBhvr>
                                        <p:cTn id="55" dur="500"/>
                                        <p:tgtEl>
                                          <p:spTgt spid="19">
                                            <p:txEl>
                                              <p:pRg st="0" end="0"/>
                                            </p:txEl>
                                          </p:spTgt>
                                        </p:tgtEl>
                                      </p:cBhvr>
                                    </p:animEffect>
                                    <p:anim calcmode="lin" valueType="num">
                                      <p:cBhvr>
                                        <p:cTn id="56"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 calcmode="lin" valueType="num">
                                      <p:cBhvr>
                                        <p:cTn id="65" dur="500" fill="hold"/>
                                        <p:tgtEl>
                                          <p:spTgt spid="29"/>
                                        </p:tgtEl>
                                        <p:attrNameLst>
                                          <p:attrName>ppt_w</p:attrName>
                                        </p:attrNameLst>
                                      </p:cBhvr>
                                      <p:tavLst>
                                        <p:tav tm="0">
                                          <p:val>
                                            <p:fltVal val="0"/>
                                          </p:val>
                                        </p:tav>
                                        <p:tav tm="100000">
                                          <p:val>
                                            <p:strVal val="#ppt_w"/>
                                          </p:val>
                                        </p:tav>
                                      </p:tavLst>
                                    </p:anim>
                                    <p:anim calcmode="lin" valueType="num">
                                      <p:cBhvr>
                                        <p:cTn id="66" dur="500" fill="hold"/>
                                        <p:tgtEl>
                                          <p:spTgt spid="29"/>
                                        </p:tgtEl>
                                        <p:attrNameLst>
                                          <p:attrName>ppt_h</p:attrName>
                                        </p:attrNameLst>
                                      </p:cBhvr>
                                      <p:tavLst>
                                        <p:tav tm="0">
                                          <p:val>
                                            <p:fltVal val="0"/>
                                          </p:val>
                                        </p:tav>
                                        <p:tav tm="100000">
                                          <p:val>
                                            <p:strVal val="#ppt_h"/>
                                          </p:val>
                                        </p:tav>
                                      </p:tavLst>
                                    </p:anim>
                                    <p:animEffect transition="in" filter="fade">
                                      <p:cBhvr>
                                        <p:cTn id="67" dur="500"/>
                                        <p:tgtEl>
                                          <p:spTgt spid="29"/>
                                        </p:tgtEl>
                                      </p:cBhvr>
                                    </p:animEffect>
                                  </p:childTnLst>
                                </p:cTn>
                              </p:par>
                            </p:childTnLst>
                          </p:cTn>
                        </p:par>
                        <p:par>
                          <p:cTn id="68" fill="hold">
                            <p:stCondLst>
                              <p:cond delay="6000"/>
                            </p:stCondLst>
                            <p:childTnLst>
                              <p:par>
                                <p:cTn id="69" presetID="53" presetClass="entr" presetSubtype="16" fill="hold" grpId="0" nodeType="afterEffect" nodePh="1">
                                  <p:stCondLst>
                                    <p:cond delay="0"/>
                                  </p:stCondLst>
                                  <p:endCondLst>
                                    <p:cond evt="begin" delay="0">
                                      <p:tn val="69"/>
                                    </p:cond>
                                  </p:end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childTnLst>
                                </p:cTn>
                              </p:par>
                            </p:childTnLst>
                          </p:cTn>
                        </p:par>
                        <p:par>
                          <p:cTn id="74" fill="hold">
                            <p:stCondLst>
                              <p:cond delay="6500"/>
                            </p:stCondLst>
                            <p:childTnLst>
                              <p:par>
                                <p:cTn id="75" presetID="42" presetClass="entr" presetSubtype="0" fill="hold" grpId="0" nodeType="afterEffect" nodePh="1">
                                  <p:stCondLst>
                                    <p:cond delay="0"/>
                                  </p:stCondLst>
                                  <p:endCondLst>
                                    <p:cond evt="begin" delay="0">
                                      <p:tn val="75"/>
                                    </p:cond>
                                  </p:endCondLst>
                                  <p:childTnLst>
                                    <p:set>
                                      <p:cBhvr>
                                        <p:cTn id="76" dur="1" fill="hold">
                                          <p:stCondLst>
                                            <p:cond delay="0"/>
                                          </p:stCondLst>
                                        </p:cTn>
                                        <p:tgtEl>
                                          <p:spTgt spid="21">
                                            <p:txEl>
                                              <p:pRg st="0" end="0"/>
                                            </p:txEl>
                                          </p:spTgt>
                                        </p:tgtEl>
                                        <p:attrNameLst>
                                          <p:attrName>style.visibility</p:attrName>
                                        </p:attrNameLst>
                                      </p:cBhvr>
                                      <p:to>
                                        <p:strVal val="visible"/>
                                      </p:to>
                                    </p:set>
                                    <p:animEffect transition="in" filter="fade">
                                      <p:cBhvr>
                                        <p:cTn id="77" dur="500"/>
                                        <p:tgtEl>
                                          <p:spTgt spid="21">
                                            <p:txEl>
                                              <p:pRg st="0" end="0"/>
                                            </p:txEl>
                                          </p:spTgt>
                                        </p:tgtEl>
                                      </p:cBhvr>
                                    </p:animEffect>
                                    <p:anim calcmode="lin" valueType="num">
                                      <p:cBhvr>
                                        <p:cTn id="78"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79" dur="50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fade">
                                      <p:cBhvr>
                                        <p:cTn id="83" dur="500"/>
                                        <p:tgtEl>
                                          <p:spTgt spid="26"/>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p:cTn id="87" dur="500" fill="hold"/>
                                        <p:tgtEl>
                                          <p:spTgt spid="27"/>
                                        </p:tgtEl>
                                        <p:attrNameLst>
                                          <p:attrName>ppt_w</p:attrName>
                                        </p:attrNameLst>
                                      </p:cBhvr>
                                      <p:tavLst>
                                        <p:tav tm="0">
                                          <p:val>
                                            <p:fltVal val="0"/>
                                          </p:val>
                                        </p:tav>
                                        <p:tav tm="100000">
                                          <p:val>
                                            <p:strVal val="#ppt_w"/>
                                          </p:val>
                                        </p:tav>
                                      </p:tavLst>
                                    </p:anim>
                                    <p:anim calcmode="lin" valueType="num">
                                      <p:cBhvr>
                                        <p:cTn id="88" dur="500" fill="hold"/>
                                        <p:tgtEl>
                                          <p:spTgt spid="27"/>
                                        </p:tgtEl>
                                        <p:attrNameLst>
                                          <p:attrName>ppt_h</p:attrName>
                                        </p:attrNameLst>
                                      </p:cBhvr>
                                      <p:tavLst>
                                        <p:tav tm="0">
                                          <p:val>
                                            <p:fltVal val="0"/>
                                          </p:val>
                                        </p:tav>
                                        <p:tav tm="100000">
                                          <p:val>
                                            <p:strVal val="#ppt_h"/>
                                          </p:val>
                                        </p:tav>
                                      </p:tavLst>
                                    </p:anim>
                                    <p:animEffect transition="in" filter="fade">
                                      <p:cBhvr>
                                        <p:cTn id="89" dur="500"/>
                                        <p:tgtEl>
                                          <p:spTgt spid="27"/>
                                        </p:tgtEl>
                                      </p:cBhvr>
                                    </p:animEffect>
                                  </p:childTnLst>
                                </p:cTn>
                              </p:par>
                            </p:childTnLst>
                          </p:cTn>
                        </p:par>
                        <p:par>
                          <p:cTn id="90" fill="hold">
                            <p:stCondLst>
                              <p:cond delay="8000"/>
                            </p:stCondLst>
                            <p:childTnLst>
                              <p:par>
                                <p:cTn id="91" presetID="53" presetClass="entr" presetSubtype="16" fill="hold" grpId="0" nodeType="afterEffect" nodePh="1">
                                  <p:stCondLst>
                                    <p:cond delay="0"/>
                                  </p:stCondLst>
                                  <p:endCondLst>
                                    <p:cond evt="begin" delay="0">
                                      <p:tn val="91"/>
                                    </p:cond>
                                  </p:endCondLst>
                                  <p:childTnLst>
                                    <p:set>
                                      <p:cBhvr>
                                        <p:cTn id="92" dur="1" fill="hold">
                                          <p:stCondLst>
                                            <p:cond delay="0"/>
                                          </p:stCondLst>
                                        </p:cTn>
                                        <p:tgtEl>
                                          <p:spTgt spid="22">
                                            <p:txEl>
                                              <p:pRg st="0" end="0"/>
                                            </p:txEl>
                                          </p:spTgt>
                                        </p:tgtEl>
                                        <p:attrNameLst>
                                          <p:attrName>style.visibility</p:attrName>
                                        </p:attrNameLst>
                                      </p:cBhvr>
                                      <p:to>
                                        <p:strVal val="visible"/>
                                      </p:to>
                                    </p:set>
                                    <p:anim calcmode="lin" valueType="num">
                                      <p:cBhvr>
                                        <p:cTn id="93"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94"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5" dur="500"/>
                                        <p:tgtEl>
                                          <p:spTgt spid="22">
                                            <p:txEl>
                                              <p:pRg st="0" end="0"/>
                                            </p:txEl>
                                          </p:spTgt>
                                        </p:tgtEl>
                                      </p:cBhvr>
                                    </p:animEffect>
                                  </p:childTnLst>
                                </p:cTn>
                              </p:par>
                            </p:childTnLst>
                          </p:cTn>
                        </p:par>
                        <p:par>
                          <p:cTn id="96" fill="hold">
                            <p:stCondLst>
                              <p:cond delay="8500"/>
                            </p:stCondLst>
                            <p:childTnLst>
                              <p:par>
                                <p:cTn id="97" presetID="42" presetClass="entr" presetSubtype="0" fill="hold" grpId="0" nodeType="afterEffect" nodePh="1">
                                  <p:stCondLst>
                                    <p:cond delay="0"/>
                                  </p:stCondLst>
                                  <p:endCondLst>
                                    <p:cond evt="begin" delay="0">
                                      <p:tn val="97"/>
                                    </p:cond>
                                  </p:endCondLst>
                                  <p:childTnLst>
                                    <p:set>
                                      <p:cBhvr>
                                        <p:cTn id="98" dur="1" fill="hold">
                                          <p:stCondLst>
                                            <p:cond delay="0"/>
                                          </p:stCondLst>
                                        </p:cTn>
                                        <p:tgtEl>
                                          <p:spTgt spid="30">
                                            <p:txEl>
                                              <p:pRg st="0" end="0"/>
                                            </p:txEl>
                                          </p:spTgt>
                                        </p:tgtEl>
                                        <p:attrNameLst>
                                          <p:attrName>style.visibility</p:attrName>
                                        </p:attrNameLst>
                                      </p:cBhvr>
                                      <p:to>
                                        <p:strVal val="visible"/>
                                      </p:to>
                                    </p:set>
                                    <p:animEffect transition="in" filter="fade">
                                      <p:cBhvr>
                                        <p:cTn id="99" dur="500"/>
                                        <p:tgtEl>
                                          <p:spTgt spid="30">
                                            <p:txEl>
                                              <p:pRg st="0" end="0"/>
                                            </p:txEl>
                                          </p:spTgt>
                                        </p:tgtEl>
                                      </p:cBhvr>
                                    </p:animEffect>
                                    <p:anim calcmode="lin" valueType="num">
                                      <p:cBhvr>
                                        <p:cTn id="100"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1" dur="5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23" grpId="0" animBg="1"/>
      <p:bldP spid="17" grpId="0" animBg="1"/>
      <p:bldP spid="24" grpId="0" animBg="1"/>
      <p:bldP spid="25" grpId="0" animBg="1"/>
      <p:bldP spid="26" grpId="0" animBg="1"/>
      <p:bldP spid="27" grpId="0" animBg="1"/>
      <p:bldP spid="28" grpId="0" animBg="1"/>
      <p:bldP spid="29"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8"/>
                        </p:tgtEl>
                        <p:attrNameLst>
                          <p:attrName>style.visibility</p:attrName>
                        </p:attrNameLst>
                      </p:cBhvr>
                      <p:to>
                        <p:strVal val="visible"/>
                      </p:to>
                    </p:set>
                    <p:anim calcmode="lin" valueType="num">
                      <p:cBhvr>
                        <p:cTn dur="500" fill="hold"/>
                        <p:tgtEl>
                          <p:spTgt spid="18"/>
                        </p:tgtEl>
                        <p:attrNameLst>
                          <p:attrName>ppt_w</p:attrName>
                        </p:attrNameLst>
                      </p:cBhvr>
                      <p:tavLst>
                        <p:tav tm="0">
                          <p:val>
                            <p:fltVal val="0"/>
                          </p:val>
                        </p:tav>
                        <p:tav tm="100000">
                          <p:val>
                            <p:strVal val="#ppt_w"/>
                          </p:val>
                        </p:tav>
                      </p:tavLst>
                    </p:anim>
                    <p:anim calcmode="lin" valueType="num">
                      <p:cBhvr>
                        <p:cTn dur="500" fill="hold"/>
                        <p:tgtEl>
                          <p:spTgt spid="18"/>
                        </p:tgtEl>
                        <p:attrNameLst>
                          <p:attrName>ppt_h</p:attrName>
                        </p:attrNameLst>
                      </p:cBhvr>
                      <p:tavLst>
                        <p:tav tm="0">
                          <p:val>
                            <p:fltVal val="0"/>
                          </p:val>
                        </p:tav>
                        <p:tav tm="100000">
                          <p:val>
                            <p:strVal val="#ppt_h"/>
                          </p:val>
                        </p:tav>
                      </p:tavLst>
                    </p:anim>
                    <p:animEffect transition="in" filter="fade">
                      <p:cBhvr>
                        <p:cTn dur="500"/>
                        <p:tgtEl>
                          <p:spTgt spid="18"/>
                        </p:tgtEl>
                      </p:cBhvr>
                    </p:animEffect>
                  </p:childTnLst>
                </p:cTn>
              </p:par>
            </p:tnLst>
          </p:tmpl>
        </p:tmplLst>
      </p:bldP>
      <p:bldP spid="1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0"/>
                        </p:tgtEl>
                        <p:attrNameLst>
                          <p:attrName>style.visibility</p:attrName>
                        </p:attrNameLst>
                      </p:cBhvr>
                      <p:to>
                        <p:strVal val="visible"/>
                      </p:to>
                    </p:set>
                    <p:anim calcmode="lin" valueType="num">
                      <p:cBhvr>
                        <p:cTn dur="500" fill="hold"/>
                        <p:tgtEl>
                          <p:spTgt spid="20"/>
                        </p:tgtEl>
                        <p:attrNameLst>
                          <p:attrName>ppt_w</p:attrName>
                        </p:attrNameLst>
                      </p:cBhvr>
                      <p:tavLst>
                        <p:tav tm="0">
                          <p:val>
                            <p:fltVal val="0"/>
                          </p:val>
                        </p:tav>
                        <p:tav tm="100000">
                          <p:val>
                            <p:strVal val="#ppt_w"/>
                          </p:val>
                        </p:tav>
                      </p:tavLst>
                    </p:anim>
                    <p:anim calcmode="lin" valueType="num">
                      <p:cBhvr>
                        <p:cTn dur="500" fill="hold"/>
                        <p:tgtEl>
                          <p:spTgt spid="20"/>
                        </p:tgtEl>
                        <p:attrNameLst>
                          <p:attrName>ppt_h</p:attrName>
                        </p:attrNameLst>
                      </p:cBhvr>
                      <p:tavLst>
                        <p:tav tm="0">
                          <p:val>
                            <p:fltVal val="0"/>
                          </p:val>
                        </p:tav>
                        <p:tav tm="100000">
                          <p:val>
                            <p:strVal val="#ppt_h"/>
                          </p:val>
                        </p:tav>
                      </p:tavLst>
                    </p:anim>
                    <p:animEffect transition="in" filter="fade">
                      <p:cBhvr>
                        <p:cTn dur="500"/>
                        <p:tgtEl>
                          <p:spTgt spid="20"/>
                        </p:tgtEl>
                      </p:cBhvr>
                    </p:animEffect>
                  </p:childTnLst>
                </p:cTn>
              </p:par>
            </p:tnLst>
          </p:tmpl>
        </p:tmplLst>
      </p:bldP>
      <p:bldP spid="2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anim calcmode="lin" valueType="num">
                      <p:cBhvr>
                        <p:cTn dur="500" fill="hold"/>
                        <p:tgtEl>
                          <p:spTgt spid="21"/>
                        </p:tgtEl>
                        <p:attrNameLst>
                          <p:attrName>ppt_x</p:attrName>
                        </p:attrNameLst>
                      </p:cBhvr>
                      <p:tavLst>
                        <p:tav tm="0">
                          <p:val>
                            <p:strVal val="#ppt_x"/>
                          </p:val>
                        </p:tav>
                        <p:tav tm="100000">
                          <p:val>
                            <p:strVal val="#ppt_x"/>
                          </p:val>
                        </p:tav>
                      </p:tavLst>
                    </p:anim>
                    <p:anim calcmode="lin" valueType="num">
                      <p:cBhvr>
                        <p:cTn dur="500" fill="hold"/>
                        <p:tgtEl>
                          <p:spTgt spid="21"/>
                        </p:tgtEl>
                        <p:attrNameLst>
                          <p:attrName>ppt_y</p:attrName>
                        </p:attrNameLst>
                      </p:cBhvr>
                      <p:tavLst>
                        <p:tav tm="0">
                          <p:val>
                            <p:strVal val="#ppt_y+.1"/>
                          </p:val>
                        </p:tav>
                        <p:tav tm="100000">
                          <p:val>
                            <p:strVal val="#ppt_y"/>
                          </p:val>
                        </p:tav>
                      </p:tavLst>
                    </p:anim>
                  </p:childTnLst>
                </p:cTn>
              </p:par>
            </p:tnLst>
          </p:tmpl>
        </p:tmplLst>
      </p:bldP>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30"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anim calcmode="lin" valueType="num">
                      <p:cBhvr>
                        <p:cTn dur="500" fill="hold"/>
                        <p:tgtEl>
                          <p:spTgt spid="30"/>
                        </p:tgtEl>
                        <p:attrNameLst>
                          <p:attrName>ppt_x</p:attrName>
                        </p:attrNameLst>
                      </p:cBhvr>
                      <p:tavLst>
                        <p:tav tm="0">
                          <p:val>
                            <p:strVal val="#ppt_x"/>
                          </p:val>
                        </p:tav>
                        <p:tav tm="100000">
                          <p:val>
                            <p:strVal val="#ppt_x"/>
                          </p:val>
                        </p:tav>
                      </p:tavLst>
                    </p:anim>
                    <p:anim calcmode="lin" valueType="num">
                      <p:cBhvr>
                        <p:cTn dur="500" fill="hold"/>
                        <p:tgtEl>
                          <p:spTgt spid="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7C95577D-A702-D248-A831-AC2409085D46}"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1" name="Picture Placeholder 30"/>
          <p:cNvSpPr>
            <a:spLocks noGrp="1"/>
          </p:cNvSpPr>
          <p:nvPr>
            <p:ph type="pic" sz="quarter" idx="33" hasCustomPrompt="1"/>
          </p:nvPr>
        </p:nvSpPr>
        <p:spPr>
          <a:xfrm>
            <a:off x="30898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25" name="Picture Placeholder 30"/>
          <p:cNvSpPr>
            <a:spLocks noGrp="1"/>
          </p:cNvSpPr>
          <p:nvPr>
            <p:ph type="pic" sz="quarter" idx="34" hasCustomPrompt="1"/>
          </p:nvPr>
        </p:nvSpPr>
        <p:spPr>
          <a:xfrm>
            <a:off x="308985"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2" name="Picture Placeholder 30"/>
          <p:cNvSpPr>
            <a:spLocks noGrp="1"/>
          </p:cNvSpPr>
          <p:nvPr>
            <p:ph type="pic" sz="quarter" idx="35" hasCustomPrompt="1"/>
          </p:nvPr>
        </p:nvSpPr>
        <p:spPr>
          <a:xfrm>
            <a:off x="4209040"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4209040" y="4300488"/>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4" name="Picture Placeholder 30"/>
          <p:cNvSpPr>
            <a:spLocks noGrp="1"/>
          </p:cNvSpPr>
          <p:nvPr>
            <p:ph type="pic" sz="quarter" idx="37" hasCustomPrompt="1"/>
          </p:nvPr>
        </p:nvSpPr>
        <p:spPr>
          <a:xfrm>
            <a:off x="8109095" y="1987212"/>
            <a:ext cx="3773920" cy="2183006"/>
          </a:xfrm>
          <a:solidFill>
            <a:schemeClr val="bg1">
              <a:lumMod val="85000"/>
            </a:schemeClr>
          </a:solidFill>
        </p:spPr>
        <p:txBody>
          <a:bodyPr/>
          <a:lstStyle>
            <a:lvl1pPr>
              <a:defRPr/>
            </a:lvl1pPr>
          </a:lstStyle>
          <a:p>
            <a:r>
              <a:rPr lang="id-ID" dirty="0" smtClean="0"/>
              <a:t>Pic here</a:t>
            </a:r>
            <a:endParaRPr lang="en-AU" dirty="0"/>
          </a:p>
        </p:txBody>
      </p:sp>
      <p:sp>
        <p:nvSpPr>
          <p:cNvPr id="45" name="Picture Placeholder 30"/>
          <p:cNvSpPr>
            <a:spLocks noGrp="1"/>
          </p:cNvSpPr>
          <p:nvPr>
            <p:ph type="pic" sz="quarter" idx="38" hasCustomPrompt="1"/>
          </p:nvPr>
        </p:nvSpPr>
        <p:spPr>
          <a:xfrm>
            <a:off x="8109095" y="4300488"/>
            <a:ext cx="3773920" cy="2183006"/>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28773219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anim calcmode="lin" valueType="num">
                                      <p:cBhvr>
                                        <p:cTn id="22" dur="500" fill="hold"/>
                                        <p:tgtEl>
                                          <p:spTgt spid="31"/>
                                        </p:tgtEl>
                                        <p:attrNameLst>
                                          <p:attrName>ppt_x</p:attrName>
                                        </p:attrNameLst>
                                      </p:cBhvr>
                                      <p:tavLst>
                                        <p:tav tm="0">
                                          <p:val>
                                            <p:strVal val="#ppt_x"/>
                                          </p:val>
                                        </p:tav>
                                        <p:tav tm="100000">
                                          <p:val>
                                            <p:strVal val="#ppt_x"/>
                                          </p:val>
                                        </p:tav>
                                      </p:tavLst>
                                    </p:anim>
                                    <p:anim calcmode="lin" valueType="num">
                                      <p:cBhvr>
                                        <p:cTn id="23" dur="500" fill="hold"/>
                                        <p:tgtEl>
                                          <p:spTgt spid="3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anim calcmode="lin" valueType="num">
                                      <p:cBhvr>
                                        <p:cTn id="28" dur="500" fill="hold"/>
                                        <p:tgtEl>
                                          <p:spTgt spid="25"/>
                                        </p:tgtEl>
                                        <p:attrNameLst>
                                          <p:attrName>ppt_x</p:attrName>
                                        </p:attrNameLst>
                                      </p:cBhvr>
                                      <p:tavLst>
                                        <p:tav tm="0">
                                          <p:val>
                                            <p:strVal val="#ppt_x"/>
                                          </p:val>
                                        </p:tav>
                                        <p:tav tm="100000">
                                          <p:val>
                                            <p:strVal val="#ppt_x"/>
                                          </p:val>
                                        </p:tav>
                                      </p:tavLst>
                                    </p:anim>
                                    <p:anim calcmode="lin" valueType="num">
                                      <p:cBhvr>
                                        <p:cTn id="29" dur="500" fill="hold"/>
                                        <p:tgtEl>
                                          <p:spTgt spid="2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anim calcmode="lin" valueType="num">
                                      <p:cBhvr>
                                        <p:cTn id="34" dur="500" fill="hold"/>
                                        <p:tgtEl>
                                          <p:spTgt spid="42"/>
                                        </p:tgtEl>
                                        <p:attrNameLst>
                                          <p:attrName>ppt_x</p:attrName>
                                        </p:attrNameLst>
                                      </p:cBhvr>
                                      <p:tavLst>
                                        <p:tav tm="0">
                                          <p:val>
                                            <p:strVal val="#ppt_x"/>
                                          </p:val>
                                        </p:tav>
                                        <p:tav tm="100000">
                                          <p:val>
                                            <p:strVal val="#ppt_x"/>
                                          </p:val>
                                        </p:tav>
                                      </p:tavLst>
                                    </p:anim>
                                    <p:anim calcmode="lin" valueType="num">
                                      <p:cBhvr>
                                        <p:cTn id="35" dur="500" fill="hold"/>
                                        <p:tgtEl>
                                          <p:spTgt spid="42"/>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500"/>
                                        <p:tgtEl>
                                          <p:spTgt spid="43"/>
                                        </p:tgtEl>
                                      </p:cBhvr>
                                    </p:animEffect>
                                    <p:anim calcmode="lin" valueType="num">
                                      <p:cBhvr>
                                        <p:cTn id="40" dur="500" fill="hold"/>
                                        <p:tgtEl>
                                          <p:spTgt spid="43"/>
                                        </p:tgtEl>
                                        <p:attrNameLst>
                                          <p:attrName>ppt_x</p:attrName>
                                        </p:attrNameLst>
                                      </p:cBhvr>
                                      <p:tavLst>
                                        <p:tav tm="0">
                                          <p:val>
                                            <p:strVal val="#ppt_x"/>
                                          </p:val>
                                        </p:tav>
                                        <p:tav tm="100000">
                                          <p:val>
                                            <p:strVal val="#ppt_x"/>
                                          </p:val>
                                        </p:tav>
                                      </p:tavLst>
                                    </p:anim>
                                    <p:anim calcmode="lin" valueType="num">
                                      <p:cBhvr>
                                        <p:cTn id="41" dur="500" fill="hold"/>
                                        <p:tgtEl>
                                          <p:spTgt spid="43"/>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anim calcmode="lin" valueType="num">
                                      <p:cBhvr>
                                        <p:cTn id="46" dur="500" fill="hold"/>
                                        <p:tgtEl>
                                          <p:spTgt spid="44"/>
                                        </p:tgtEl>
                                        <p:attrNameLst>
                                          <p:attrName>ppt_x</p:attrName>
                                        </p:attrNameLst>
                                      </p:cBhvr>
                                      <p:tavLst>
                                        <p:tav tm="0">
                                          <p:val>
                                            <p:strVal val="#ppt_x"/>
                                          </p:val>
                                        </p:tav>
                                        <p:tav tm="100000">
                                          <p:val>
                                            <p:strVal val="#ppt_x"/>
                                          </p:val>
                                        </p:tav>
                                      </p:tavLst>
                                    </p:anim>
                                    <p:anim calcmode="lin" valueType="num">
                                      <p:cBhvr>
                                        <p:cTn id="47" dur="500" fill="hold"/>
                                        <p:tgtEl>
                                          <p:spTgt spid="44"/>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fade">
                                      <p:cBhvr>
                                        <p:cTn id="51" dur="500"/>
                                        <p:tgtEl>
                                          <p:spTgt spid="45"/>
                                        </p:tgtEl>
                                      </p:cBhvr>
                                    </p:animEffect>
                                    <p:anim calcmode="lin" valueType="num">
                                      <p:cBhvr>
                                        <p:cTn id="52" dur="500" fill="hold"/>
                                        <p:tgtEl>
                                          <p:spTgt spid="45"/>
                                        </p:tgtEl>
                                        <p:attrNameLst>
                                          <p:attrName>ppt_x</p:attrName>
                                        </p:attrNameLst>
                                      </p:cBhvr>
                                      <p:tavLst>
                                        <p:tav tm="0">
                                          <p:val>
                                            <p:strVal val="#ppt_x"/>
                                          </p:val>
                                        </p:tav>
                                        <p:tav tm="100000">
                                          <p:val>
                                            <p:strVal val="#ppt_x"/>
                                          </p:val>
                                        </p:tav>
                                      </p:tavLst>
                                    </p:anim>
                                    <p:anim calcmode="lin" valueType="num">
                                      <p:cBhvr>
                                        <p:cTn id="53" dur="5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31" grpId="0" animBg="1"/>
      <p:bldP spid="25" grpId="0" animBg="1"/>
      <p:bldP spid="42" grpId="0" animBg="1"/>
      <p:bldP spid="43" grpId="0" animBg="1"/>
      <p:bldP spid="44" grpId="0" animBg="1"/>
      <p:bldP spid="45" grpId="0" animBg="1"/>
    </p:bldLst>
  </p:timing>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7883662C-4CF5-2F47-93F7-6338503D7D58}"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42" name="Picture Placeholder 30"/>
          <p:cNvSpPr>
            <a:spLocks noGrp="1"/>
          </p:cNvSpPr>
          <p:nvPr>
            <p:ph type="pic" sz="quarter" idx="35" hasCustomPrompt="1"/>
          </p:nvPr>
        </p:nvSpPr>
        <p:spPr>
          <a:xfrm>
            <a:off x="507135"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43" name="Picture Placeholder 30"/>
          <p:cNvSpPr>
            <a:spLocks noGrp="1"/>
          </p:cNvSpPr>
          <p:nvPr>
            <p:ph type="pic" sz="quarter" idx="36" hasCustomPrompt="1"/>
          </p:nvPr>
        </p:nvSpPr>
        <p:spPr>
          <a:xfrm>
            <a:off x="507134"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6" name="Picture Placeholder 30"/>
          <p:cNvSpPr>
            <a:spLocks noGrp="1"/>
          </p:cNvSpPr>
          <p:nvPr>
            <p:ph type="pic" sz="quarter" idx="37" hasCustomPrompt="1"/>
          </p:nvPr>
        </p:nvSpPr>
        <p:spPr>
          <a:xfrm>
            <a:off x="6179133" y="198347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17" name="Picture Placeholder 30"/>
          <p:cNvSpPr>
            <a:spLocks noGrp="1"/>
          </p:cNvSpPr>
          <p:nvPr>
            <p:ph type="pic" sz="quarter" idx="38" hasCustomPrompt="1"/>
          </p:nvPr>
        </p:nvSpPr>
        <p:spPr>
          <a:xfrm>
            <a:off x="6179132" y="4342054"/>
            <a:ext cx="5519593" cy="2183006"/>
          </a:xfrm>
          <a:solidFill>
            <a:schemeClr val="bg1">
              <a:lumMod val="85000"/>
            </a:schemeClr>
          </a:solidFill>
        </p:spPr>
        <p:txBody>
          <a:bodyPr/>
          <a:lstStyle>
            <a:lvl1pPr>
              <a:defRPr/>
            </a:lvl1pPr>
          </a:lstStyle>
          <a:p>
            <a:r>
              <a:rPr lang="id-ID" dirty="0" smtClean="0"/>
              <a:t>Pic here</a:t>
            </a:r>
            <a:endParaRPr lang="en-AU" dirty="0"/>
          </a:p>
        </p:txBody>
      </p:sp>
      <p:sp>
        <p:nvSpPr>
          <p:cNvPr id="21" name="Picture Placeholder 20"/>
          <p:cNvSpPr>
            <a:spLocks noGrp="1"/>
          </p:cNvSpPr>
          <p:nvPr>
            <p:ph type="pic" sz="quarter" idx="39" hasCustomPrompt="1"/>
          </p:nvPr>
        </p:nvSpPr>
        <p:spPr>
          <a:xfrm>
            <a:off x="4731330" y="2893088"/>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6"/>
                  <a:pt x="2743200" y="1371600"/>
                </a:cubicBezTo>
                <a:cubicBezTo>
                  <a:pt x="2743200" y="2129114"/>
                  <a:pt x="2129114" y="2743200"/>
                  <a:pt x="1371600" y="2743200"/>
                </a:cubicBezTo>
                <a:cubicBezTo>
                  <a:pt x="614086" y="2743200"/>
                  <a:pt x="0" y="2129114"/>
                  <a:pt x="0" y="1371600"/>
                </a:cubicBezTo>
                <a:cubicBezTo>
                  <a:pt x="0" y="614086"/>
                  <a:pt x="614086" y="0"/>
                  <a:pt x="1371600" y="0"/>
                </a:cubicBezTo>
                <a:close/>
              </a:path>
            </a:pathLst>
          </a:custGeom>
          <a:solidFill>
            <a:schemeClr val="accent4"/>
          </a:solidFill>
        </p:spPr>
        <p:txBody>
          <a:bodyPr wrap="square">
            <a:noAutofit/>
          </a:bodyPr>
          <a:lstStyle>
            <a:lvl1pPr algn="r">
              <a:defRPr sz="1000"/>
            </a:lvl1pPr>
          </a:lstStyle>
          <a:p>
            <a:r>
              <a:rPr lang="id-ID" dirty="0" smtClean="0"/>
              <a:t>Nopic</a:t>
            </a:r>
            <a:endParaRPr lang="en-AU" dirty="0"/>
          </a:p>
        </p:txBody>
      </p:sp>
      <p:sp>
        <p:nvSpPr>
          <p:cNvPr id="22" name="Text Placeholder 21"/>
          <p:cNvSpPr>
            <a:spLocks noGrp="1"/>
          </p:cNvSpPr>
          <p:nvPr>
            <p:ph type="body" sz="quarter" idx="20"/>
          </p:nvPr>
        </p:nvSpPr>
        <p:spPr>
          <a:xfrm>
            <a:off x="4731331" y="3492745"/>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Text Placeholder 21"/>
          <p:cNvSpPr>
            <a:spLocks noGrp="1"/>
          </p:cNvSpPr>
          <p:nvPr>
            <p:ph type="body" sz="quarter" idx="29"/>
          </p:nvPr>
        </p:nvSpPr>
        <p:spPr>
          <a:xfrm>
            <a:off x="4731331" y="3799449"/>
            <a:ext cx="2743200" cy="1304045"/>
          </a:xfrm>
        </p:spPr>
        <p:txBody>
          <a:bodyPr>
            <a:norm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5200195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anim calcmode="lin" valueType="num">
                                      <p:cBhvr>
                                        <p:cTn id="22" dur="500" fill="hold"/>
                                        <p:tgtEl>
                                          <p:spTgt spid="42"/>
                                        </p:tgtEl>
                                        <p:attrNameLst>
                                          <p:attrName>ppt_x</p:attrName>
                                        </p:attrNameLst>
                                      </p:cBhvr>
                                      <p:tavLst>
                                        <p:tav tm="0">
                                          <p:val>
                                            <p:strVal val="#ppt_x"/>
                                          </p:val>
                                        </p:tav>
                                        <p:tav tm="100000">
                                          <p:val>
                                            <p:strVal val="#ppt_x"/>
                                          </p:val>
                                        </p:tav>
                                      </p:tavLst>
                                    </p:anim>
                                    <p:anim calcmode="lin" valueType="num">
                                      <p:cBhvr>
                                        <p:cTn id="23" dur="500" fill="hold"/>
                                        <p:tgtEl>
                                          <p:spTgt spid="42"/>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anim calcmode="lin" valueType="num">
                                      <p:cBhvr>
                                        <p:cTn id="28" dur="500" fill="hold"/>
                                        <p:tgtEl>
                                          <p:spTgt spid="43"/>
                                        </p:tgtEl>
                                        <p:attrNameLst>
                                          <p:attrName>ppt_x</p:attrName>
                                        </p:attrNameLst>
                                      </p:cBhvr>
                                      <p:tavLst>
                                        <p:tav tm="0">
                                          <p:val>
                                            <p:strVal val="#ppt_x"/>
                                          </p:val>
                                        </p:tav>
                                        <p:tav tm="100000">
                                          <p:val>
                                            <p:strVal val="#ppt_x"/>
                                          </p:val>
                                        </p:tav>
                                      </p:tavLst>
                                    </p:anim>
                                    <p:anim calcmode="lin" valueType="num">
                                      <p:cBhvr>
                                        <p:cTn id="29" dur="500" fill="hold"/>
                                        <p:tgtEl>
                                          <p:spTgt spid="4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anim calcmode="lin" valueType="num">
                                      <p:cBhvr>
                                        <p:cTn id="34" dur="500" fill="hold"/>
                                        <p:tgtEl>
                                          <p:spTgt spid="16"/>
                                        </p:tgtEl>
                                        <p:attrNameLst>
                                          <p:attrName>ppt_x</p:attrName>
                                        </p:attrNameLst>
                                      </p:cBhvr>
                                      <p:tavLst>
                                        <p:tav tm="0">
                                          <p:val>
                                            <p:strVal val="#ppt_x"/>
                                          </p:val>
                                        </p:tav>
                                        <p:tav tm="100000">
                                          <p:val>
                                            <p:strVal val="#ppt_x"/>
                                          </p:val>
                                        </p:tav>
                                      </p:tavLst>
                                    </p:anim>
                                    <p:anim calcmode="lin" valueType="num">
                                      <p:cBhvr>
                                        <p:cTn id="35" dur="500" fill="hold"/>
                                        <p:tgtEl>
                                          <p:spTgt spid="16"/>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anim calcmode="lin" valueType="num">
                                      <p:cBhvr>
                                        <p:cTn id="40" dur="500" fill="hold"/>
                                        <p:tgtEl>
                                          <p:spTgt spid="17"/>
                                        </p:tgtEl>
                                        <p:attrNameLst>
                                          <p:attrName>ppt_x</p:attrName>
                                        </p:attrNameLst>
                                      </p:cBhvr>
                                      <p:tavLst>
                                        <p:tav tm="0">
                                          <p:val>
                                            <p:strVal val="#ppt_x"/>
                                          </p:val>
                                        </p:tav>
                                        <p:tav tm="100000">
                                          <p:val>
                                            <p:strVal val="#ppt_x"/>
                                          </p:val>
                                        </p:tav>
                                      </p:tavLst>
                                    </p:anim>
                                    <p:anim calcmode="lin" valueType="num">
                                      <p:cBhvr>
                                        <p:cTn id="41" dur="500" fill="hold"/>
                                        <p:tgtEl>
                                          <p:spTgt spid="17"/>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000"/>
                            </p:stCondLst>
                            <p:childTnLst>
                              <p:par>
                                <p:cTn id="47" presetID="53" presetClass="entr" presetSubtype="16" fill="hold" grpId="0" nodeType="afterEffect" nodePh="1">
                                  <p:stCondLst>
                                    <p:cond delay="0"/>
                                  </p:stCondLst>
                                  <p:endCondLst>
                                    <p:cond evt="begin" delay="0">
                                      <p:tn val="47"/>
                                    </p:cond>
                                  </p:end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p:cTn id="49"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50"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51" dur="500"/>
                                        <p:tgtEl>
                                          <p:spTgt spid="22">
                                            <p:txEl>
                                              <p:pRg st="0" end="0"/>
                                            </p:txEl>
                                          </p:spTgt>
                                        </p:tgtEl>
                                      </p:cBhvr>
                                    </p:animEffect>
                                  </p:childTnLst>
                                </p:cTn>
                              </p:par>
                            </p:childTnLst>
                          </p:cTn>
                        </p:par>
                        <p:par>
                          <p:cTn id="52" fill="hold">
                            <p:stCondLst>
                              <p:cond delay="4500"/>
                            </p:stCondLst>
                            <p:childTnLst>
                              <p:par>
                                <p:cTn id="53" presetID="42" presetClass="entr" presetSubtype="0" fill="hold" grpId="0" nodeType="afterEffect" nodePh="1">
                                  <p:stCondLst>
                                    <p:cond delay="0"/>
                                  </p:stCondLst>
                                  <p:endCondLst>
                                    <p:cond evt="begin" delay="0">
                                      <p:tn val="53"/>
                                    </p:cond>
                                  </p:endCondLst>
                                  <p:childTnLst>
                                    <p:set>
                                      <p:cBhvr>
                                        <p:cTn id="54" dur="1" fill="hold">
                                          <p:stCondLst>
                                            <p:cond delay="0"/>
                                          </p:stCondLst>
                                        </p:cTn>
                                        <p:tgtEl>
                                          <p:spTgt spid="23">
                                            <p:txEl>
                                              <p:pRg st="0" end="0"/>
                                            </p:txEl>
                                          </p:spTgt>
                                        </p:tgtEl>
                                        <p:attrNameLst>
                                          <p:attrName>style.visibility</p:attrName>
                                        </p:attrNameLst>
                                      </p:cBhvr>
                                      <p:to>
                                        <p:strVal val="visible"/>
                                      </p:to>
                                    </p:set>
                                    <p:animEffect transition="in" filter="fade">
                                      <p:cBhvr>
                                        <p:cTn id="55" dur="500"/>
                                        <p:tgtEl>
                                          <p:spTgt spid="23">
                                            <p:txEl>
                                              <p:pRg st="0" end="0"/>
                                            </p:txEl>
                                          </p:spTgt>
                                        </p:tgtEl>
                                      </p:cBhvr>
                                    </p:animEffect>
                                    <p:anim calcmode="lin" valueType="num">
                                      <p:cBhvr>
                                        <p:cTn id="5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7" dur="50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16" grpId="0" animBg="1"/>
      <p:bldP spid="17" grpId="0" animBg="1"/>
      <p:bldP spid="21" grpId="0" animBg="1"/>
      <p:bldP spid="2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2"/>
                        </p:tgtEl>
                        <p:attrNameLst>
                          <p:attrName>style.visibility</p:attrName>
                        </p:attrNameLst>
                      </p:cBhvr>
                      <p:to>
                        <p:strVal val="visible"/>
                      </p:to>
                    </p:set>
                    <p:anim calcmode="lin" valueType="num">
                      <p:cBhvr>
                        <p:cTn dur="500" fill="hold"/>
                        <p:tgtEl>
                          <p:spTgt spid="22"/>
                        </p:tgtEl>
                        <p:attrNameLst>
                          <p:attrName>ppt_w</p:attrName>
                        </p:attrNameLst>
                      </p:cBhvr>
                      <p:tavLst>
                        <p:tav tm="0">
                          <p:val>
                            <p:fltVal val="0"/>
                          </p:val>
                        </p:tav>
                        <p:tav tm="100000">
                          <p:val>
                            <p:strVal val="#ppt_w"/>
                          </p:val>
                        </p:tav>
                      </p:tavLst>
                    </p:anim>
                    <p:anim calcmode="lin" valueType="num">
                      <p:cBhvr>
                        <p:cTn dur="500" fill="hold"/>
                        <p:tgtEl>
                          <p:spTgt spid="22"/>
                        </p:tgtEl>
                        <p:attrNameLst>
                          <p:attrName>ppt_h</p:attrName>
                        </p:attrNameLst>
                      </p:cBhvr>
                      <p:tavLst>
                        <p:tav tm="0">
                          <p:val>
                            <p:fltVal val="0"/>
                          </p:val>
                        </p:tav>
                        <p:tav tm="100000">
                          <p:val>
                            <p:strVal val="#ppt_h"/>
                          </p:val>
                        </p:tav>
                      </p:tavLst>
                    </p:anim>
                    <p:animEffect transition="in" filter="fade">
                      <p:cBhvr>
                        <p:cTn dur="500"/>
                        <p:tgtEl>
                          <p:spTgt spid="22"/>
                        </p:tgtEl>
                      </p:cBhvr>
                    </p:animEffect>
                  </p:childTnLst>
                </p:cTn>
              </p:par>
            </p:tnLst>
          </p:tmpl>
        </p:tmplLst>
      </p:bldP>
      <p:bldP spid="23"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anim calcmode="lin" valueType="num">
                      <p:cBhvr>
                        <p:cTn dur="500" fill="hold"/>
                        <p:tgtEl>
                          <p:spTgt spid="23"/>
                        </p:tgtEl>
                        <p:attrNameLst>
                          <p:attrName>ppt_x</p:attrName>
                        </p:attrNameLst>
                      </p:cBhvr>
                      <p:tavLst>
                        <p:tav tm="0">
                          <p:val>
                            <p:strVal val="#ppt_x"/>
                          </p:val>
                        </p:tav>
                        <p:tav tm="100000">
                          <p:val>
                            <p:strVal val="#ppt_x"/>
                          </p:val>
                        </p:tav>
                      </p:tavLst>
                    </p:anim>
                    <p:anim calcmode="lin" valueType="num">
                      <p:cBhvr>
                        <p:cTn dur="500" fill="hold"/>
                        <p:tgtEl>
                          <p:spTgt spid="2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1" name="Rounded Rectangle 30"/>
          <p:cNvSpPr/>
          <p:nvPr userDrawn="1"/>
        </p:nvSpPr>
        <p:spPr>
          <a:xfrm>
            <a:off x="83723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0" name="Rounded Rectangle 29"/>
          <p:cNvSpPr/>
          <p:nvPr userDrawn="1"/>
        </p:nvSpPr>
        <p:spPr>
          <a:xfrm>
            <a:off x="47147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6" name="Rounded Rectangle 5"/>
          <p:cNvSpPr/>
          <p:nvPr userDrawn="1"/>
        </p:nvSpPr>
        <p:spPr>
          <a:xfrm>
            <a:off x="1057131" y="4003119"/>
            <a:ext cx="2762538" cy="2022764"/>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 name="Date Placeholder 2"/>
          <p:cNvSpPr>
            <a:spLocks noGrp="1"/>
          </p:cNvSpPr>
          <p:nvPr>
            <p:ph type="dt" sz="half" idx="10"/>
          </p:nvPr>
        </p:nvSpPr>
        <p:spPr/>
        <p:txBody>
          <a:bodyPr/>
          <a:lstStyle/>
          <a:p>
            <a:fld id="{87A359B5-C888-6842-9E4E-71E0CB1FD462}"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10571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9" name="Picture Placeholder 30"/>
          <p:cNvSpPr>
            <a:spLocks noGrp="1"/>
          </p:cNvSpPr>
          <p:nvPr>
            <p:ph type="pic" sz="quarter" idx="37" hasCustomPrompt="1"/>
          </p:nvPr>
        </p:nvSpPr>
        <p:spPr>
          <a:xfrm>
            <a:off x="47147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0" name="Picture Placeholder 30"/>
          <p:cNvSpPr>
            <a:spLocks noGrp="1"/>
          </p:cNvSpPr>
          <p:nvPr>
            <p:ph type="pic" sz="quarter" idx="38" hasCustomPrompt="1"/>
          </p:nvPr>
        </p:nvSpPr>
        <p:spPr>
          <a:xfrm>
            <a:off x="8372331" y="2078182"/>
            <a:ext cx="2762538" cy="2701636"/>
          </a:xfrm>
          <a:solidFill>
            <a:schemeClr val="bg1">
              <a:lumMod val="85000"/>
            </a:schemeClr>
          </a:solidFill>
        </p:spPr>
        <p:txBody>
          <a:bodyPr/>
          <a:lstStyle>
            <a:lvl1pPr>
              <a:defRPr/>
            </a:lvl1pPr>
          </a:lstStyle>
          <a:p>
            <a:r>
              <a:rPr lang="id-ID" dirty="0" smtClean="0"/>
              <a:t>Pic here</a:t>
            </a:r>
            <a:endParaRPr lang="en-AU" dirty="0"/>
          </a:p>
        </p:txBody>
      </p:sp>
      <p:sp>
        <p:nvSpPr>
          <p:cNvPr id="24" name="Picture Placeholder 30"/>
          <p:cNvSpPr>
            <a:spLocks noGrp="1"/>
          </p:cNvSpPr>
          <p:nvPr>
            <p:ph type="pic" sz="quarter" idx="39" hasCustomPrompt="1"/>
          </p:nvPr>
        </p:nvSpPr>
        <p:spPr>
          <a:xfrm>
            <a:off x="1057131" y="4142509"/>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5" name="Picture Placeholder 30"/>
          <p:cNvSpPr>
            <a:spLocks noGrp="1"/>
          </p:cNvSpPr>
          <p:nvPr>
            <p:ph type="pic" sz="quarter" idx="40" hasCustomPrompt="1"/>
          </p:nvPr>
        </p:nvSpPr>
        <p:spPr>
          <a:xfrm>
            <a:off x="4714731" y="4142509"/>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26" name="Picture Placeholder 30"/>
          <p:cNvSpPr>
            <a:spLocks noGrp="1"/>
          </p:cNvSpPr>
          <p:nvPr>
            <p:ph type="pic" sz="quarter" idx="41" hasCustomPrompt="1"/>
          </p:nvPr>
        </p:nvSpPr>
        <p:spPr>
          <a:xfrm>
            <a:off x="8372331" y="4142509"/>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1057131" y="4332757"/>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8" name="Text Placeholder 21"/>
          <p:cNvSpPr>
            <a:spLocks noGrp="1"/>
          </p:cNvSpPr>
          <p:nvPr>
            <p:ph type="body" sz="quarter" idx="42"/>
          </p:nvPr>
        </p:nvSpPr>
        <p:spPr>
          <a:xfrm>
            <a:off x="4734069"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9" name="Text Placeholder 21"/>
          <p:cNvSpPr>
            <a:spLocks noGrp="1"/>
          </p:cNvSpPr>
          <p:nvPr>
            <p:ph type="body" sz="quarter" idx="43"/>
          </p:nvPr>
        </p:nvSpPr>
        <p:spPr>
          <a:xfrm>
            <a:off x="8372331" y="4332756"/>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3" name="Text Placeholder 21"/>
          <p:cNvSpPr>
            <a:spLocks noGrp="1"/>
          </p:cNvSpPr>
          <p:nvPr>
            <p:ph type="body" sz="quarter" idx="44"/>
          </p:nvPr>
        </p:nvSpPr>
        <p:spPr>
          <a:xfrm>
            <a:off x="1057131" y="5014501"/>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4" name="Text Placeholder 21"/>
          <p:cNvSpPr>
            <a:spLocks noGrp="1"/>
          </p:cNvSpPr>
          <p:nvPr>
            <p:ph type="body" sz="quarter" idx="45"/>
          </p:nvPr>
        </p:nvSpPr>
        <p:spPr>
          <a:xfrm>
            <a:off x="469539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5" name="Text Placeholder 21"/>
          <p:cNvSpPr>
            <a:spLocks noGrp="1"/>
          </p:cNvSpPr>
          <p:nvPr>
            <p:ph type="body" sz="quarter" idx="46"/>
          </p:nvPr>
        </p:nvSpPr>
        <p:spPr>
          <a:xfrm>
            <a:off x="8380703" y="5014500"/>
            <a:ext cx="2743200" cy="682675"/>
          </a:xfrm>
        </p:spPr>
        <p:txBody>
          <a:bodyPr>
            <a:noAutofit/>
          </a:bodyPr>
          <a:lstStyle>
            <a:lvl1pPr algn="ctr">
              <a:defRPr sz="1200">
                <a:solidFill>
                  <a:schemeClr val="bg1"/>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1091175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anim calcmode="lin" valueType="num">
                                      <p:cBhvr>
                                        <p:cTn id="18" dur="500" fill="hold"/>
                                        <p:tgtEl>
                                          <p:spTgt spid="43"/>
                                        </p:tgtEl>
                                        <p:attrNameLst>
                                          <p:attrName>ppt_x</p:attrName>
                                        </p:attrNameLst>
                                      </p:cBhvr>
                                      <p:tavLst>
                                        <p:tav tm="0">
                                          <p:val>
                                            <p:strVal val="#ppt_x"/>
                                          </p:val>
                                        </p:tav>
                                        <p:tav tm="100000">
                                          <p:val>
                                            <p:strVal val="#ppt_x"/>
                                          </p:val>
                                        </p:tav>
                                      </p:tavLst>
                                    </p:anim>
                                    <p:anim calcmode="lin" valueType="num">
                                      <p:cBhvr>
                                        <p:cTn id="19" dur="500" fill="hold"/>
                                        <p:tgtEl>
                                          <p:spTgt spid="43"/>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anim calcmode="lin" valueType="num">
                                      <p:cBhvr>
                                        <p:cTn id="24" dur="500" fill="hold"/>
                                        <p:tgtEl>
                                          <p:spTgt spid="19"/>
                                        </p:tgtEl>
                                        <p:attrNameLst>
                                          <p:attrName>ppt_x</p:attrName>
                                        </p:attrNameLst>
                                      </p:cBhvr>
                                      <p:tavLst>
                                        <p:tav tm="0">
                                          <p:val>
                                            <p:strVal val="#ppt_x"/>
                                          </p:val>
                                        </p:tav>
                                        <p:tav tm="100000">
                                          <p:val>
                                            <p:strVal val="#ppt_x"/>
                                          </p:val>
                                        </p:tav>
                                      </p:tavLst>
                                    </p:anim>
                                    <p:anim calcmode="lin" valueType="num">
                                      <p:cBhvr>
                                        <p:cTn id="25" dur="500" fill="hold"/>
                                        <p:tgtEl>
                                          <p:spTgt spid="19"/>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anim calcmode="lin" valueType="num">
                                      <p:cBhvr>
                                        <p:cTn id="30" dur="500" fill="hold"/>
                                        <p:tgtEl>
                                          <p:spTgt spid="20"/>
                                        </p:tgtEl>
                                        <p:attrNameLst>
                                          <p:attrName>ppt_x</p:attrName>
                                        </p:attrNameLst>
                                      </p:cBhvr>
                                      <p:tavLst>
                                        <p:tav tm="0">
                                          <p:val>
                                            <p:strVal val="#ppt_x"/>
                                          </p:val>
                                        </p:tav>
                                        <p:tav tm="100000">
                                          <p:val>
                                            <p:strVal val="#ppt_x"/>
                                          </p:val>
                                        </p:tav>
                                      </p:tavLst>
                                    </p:anim>
                                    <p:anim calcmode="lin" valueType="num">
                                      <p:cBhvr>
                                        <p:cTn id="31" dur="500" fill="hold"/>
                                        <p:tgtEl>
                                          <p:spTgt spid="2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anim calcmode="lin" valueType="num">
                                      <p:cBhvr>
                                        <p:cTn id="36" dur="500" fill="hold"/>
                                        <p:tgtEl>
                                          <p:spTgt spid="24"/>
                                        </p:tgtEl>
                                        <p:attrNameLst>
                                          <p:attrName>ppt_x</p:attrName>
                                        </p:attrNameLst>
                                      </p:cBhvr>
                                      <p:tavLst>
                                        <p:tav tm="0">
                                          <p:val>
                                            <p:strVal val="#ppt_x"/>
                                          </p:val>
                                        </p:tav>
                                        <p:tav tm="100000">
                                          <p:val>
                                            <p:strVal val="#ppt_x"/>
                                          </p:val>
                                        </p:tav>
                                      </p:tavLst>
                                    </p:anim>
                                    <p:anim calcmode="lin" valueType="num">
                                      <p:cBhvr>
                                        <p:cTn id="37" dur="500" fill="hold"/>
                                        <p:tgtEl>
                                          <p:spTgt spid="24"/>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anim calcmode="lin" valueType="num">
                                      <p:cBhvr>
                                        <p:cTn id="42" dur="500" fill="hold"/>
                                        <p:tgtEl>
                                          <p:spTgt spid="25"/>
                                        </p:tgtEl>
                                        <p:attrNameLst>
                                          <p:attrName>ppt_x</p:attrName>
                                        </p:attrNameLst>
                                      </p:cBhvr>
                                      <p:tavLst>
                                        <p:tav tm="0">
                                          <p:val>
                                            <p:strVal val="#ppt_x"/>
                                          </p:val>
                                        </p:tav>
                                        <p:tav tm="100000">
                                          <p:val>
                                            <p:strVal val="#ppt_x"/>
                                          </p:val>
                                        </p:tav>
                                      </p:tavLst>
                                    </p:anim>
                                    <p:anim calcmode="lin" valueType="num">
                                      <p:cBhvr>
                                        <p:cTn id="43" dur="500" fill="hold"/>
                                        <p:tgtEl>
                                          <p:spTgt spid="25"/>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anim calcmode="lin" valueType="num">
                                      <p:cBhvr>
                                        <p:cTn id="48" dur="500" fill="hold"/>
                                        <p:tgtEl>
                                          <p:spTgt spid="26"/>
                                        </p:tgtEl>
                                        <p:attrNameLst>
                                          <p:attrName>ppt_x</p:attrName>
                                        </p:attrNameLst>
                                      </p:cBhvr>
                                      <p:tavLst>
                                        <p:tav tm="0">
                                          <p:val>
                                            <p:strVal val="#ppt_x"/>
                                          </p:val>
                                        </p:tav>
                                        <p:tav tm="100000">
                                          <p:val>
                                            <p:strVal val="#ppt_x"/>
                                          </p:val>
                                        </p:tav>
                                      </p:tavLst>
                                    </p:anim>
                                    <p:anim calcmode="lin" valueType="num">
                                      <p:cBhvr>
                                        <p:cTn id="49" dur="500" fill="hold"/>
                                        <p:tgtEl>
                                          <p:spTgt spid="26"/>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27">
                                            <p:txEl>
                                              <p:pRg st="0" end="0"/>
                                            </p:txEl>
                                          </p:spTgt>
                                        </p:tgtEl>
                                        <p:attrNameLst>
                                          <p:attrName>style.visibility</p:attrName>
                                        </p:attrNameLst>
                                      </p:cBhvr>
                                      <p:to>
                                        <p:strVal val="visible"/>
                                      </p:to>
                                    </p:set>
                                    <p:anim calcmode="lin" valueType="num">
                                      <p:cBhvr>
                                        <p:cTn id="5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27">
                                            <p:txEl>
                                              <p:pRg st="0" end="0"/>
                                            </p:txEl>
                                          </p:spTgt>
                                        </p:tgtEl>
                                      </p:cBhvr>
                                    </p:animEffect>
                                  </p:childTnLst>
                                </p:cTn>
                              </p:par>
                            </p:childTnLst>
                          </p:cTn>
                        </p:par>
                        <p:par>
                          <p:cTn id="56" fill="hold">
                            <p:stCondLst>
                              <p:cond delay="5000"/>
                            </p:stCondLst>
                            <p:childTnLst>
                              <p:par>
                                <p:cTn id="57" presetID="53" presetClass="entr" presetSubtype="16" fill="hold" grpId="0" nodeType="afterEffect" nodePh="1">
                                  <p:stCondLst>
                                    <p:cond delay="0"/>
                                  </p:stCondLst>
                                  <p:endCondLst>
                                    <p:cond evt="begin" delay="0">
                                      <p:tn val="57"/>
                                    </p:cond>
                                  </p:endCondLst>
                                  <p:childTnLst>
                                    <p:set>
                                      <p:cBhvr>
                                        <p:cTn id="58" dur="1" fill="hold">
                                          <p:stCondLst>
                                            <p:cond delay="0"/>
                                          </p:stCondLst>
                                        </p:cTn>
                                        <p:tgtEl>
                                          <p:spTgt spid="28">
                                            <p:txEl>
                                              <p:pRg st="0" end="0"/>
                                            </p:txEl>
                                          </p:spTgt>
                                        </p:tgtEl>
                                        <p:attrNameLst>
                                          <p:attrName>style.visibility</p:attrName>
                                        </p:attrNameLst>
                                      </p:cBhvr>
                                      <p:to>
                                        <p:strVal val="visible"/>
                                      </p:to>
                                    </p:set>
                                    <p:anim calcmode="lin" valueType="num">
                                      <p:cBhvr>
                                        <p:cTn id="59"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8">
                                            <p:txEl>
                                              <p:pRg st="0" end="0"/>
                                            </p:txEl>
                                          </p:spTgt>
                                        </p:tgtEl>
                                      </p:cBhvr>
                                    </p:animEffect>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29">
                                            <p:txEl>
                                              <p:pRg st="0" end="0"/>
                                            </p:txEl>
                                          </p:spTgt>
                                        </p:tgtEl>
                                        <p:attrNameLst>
                                          <p:attrName>style.visibility</p:attrName>
                                        </p:attrNameLst>
                                      </p:cBhvr>
                                      <p:to>
                                        <p:strVal val="visible"/>
                                      </p:to>
                                    </p:set>
                                    <p:anim calcmode="lin" valueType="num">
                                      <p:cBhvr>
                                        <p:cTn id="65"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9">
                                            <p:txEl>
                                              <p:pRg st="0" end="0"/>
                                            </p:txEl>
                                          </p:spTgt>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Effect transition="in" filter="fade">
                                      <p:cBhvr>
                                        <p:cTn id="71" dur="500"/>
                                        <p:tgtEl>
                                          <p:spTgt spid="6"/>
                                        </p:tgtEl>
                                      </p:cBhvr>
                                    </p:animEffect>
                                  </p:childTnLst>
                                </p:cTn>
                              </p:par>
                            </p:childTnLst>
                          </p:cTn>
                        </p:par>
                        <p:par>
                          <p:cTn id="72" fill="hold">
                            <p:stCondLst>
                              <p:cond delay="6500"/>
                            </p:stCondLst>
                            <p:childTnLst>
                              <p:par>
                                <p:cTn id="73" presetID="53" presetClass="entr" presetSubtype="16" fill="hold" grpId="0" nodeType="afterEffect" nodePh="1">
                                  <p:stCondLst>
                                    <p:cond delay="0"/>
                                  </p:stCondLst>
                                  <p:endCondLst>
                                    <p:cond evt="begin" delay="0">
                                      <p:tn val="73"/>
                                    </p:cond>
                                  </p:endCondLst>
                                  <p:childTnLst>
                                    <p:set>
                                      <p:cBhvr>
                                        <p:cTn id="74" dur="1" fill="hold">
                                          <p:stCondLst>
                                            <p:cond delay="0"/>
                                          </p:stCondLst>
                                        </p:cTn>
                                        <p:tgtEl>
                                          <p:spTgt spid="33">
                                            <p:txEl>
                                              <p:pRg st="0" end="0"/>
                                            </p:txEl>
                                          </p:spTgt>
                                        </p:tgtEl>
                                        <p:attrNameLst>
                                          <p:attrName>style.visibility</p:attrName>
                                        </p:attrNameLst>
                                      </p:cBhvr>
                                      <p:to>
                                        <p:strVal val="visible"/>
                                      </p:to>
                                    </p:set>
                                    <p:anim calcmode="lin" valueType="num">
                                      <p:cBhvr>
                                        <p:cTn id="75" dur="500" fill="hold"/>
                                        <p:tgtEl>
                                          <p:spTgt spid="33">
                                            <p:txEl>
                                              <p:pRg st="0" end="0"/>
                                            </p:txEl>
                                          </p:spTgt>
                                        </p:tgtEl>
                                        <p:attrNameLst>
                                          <p:attrName>ppt_w</p:attrName>
                                        </p:attrNameLst>
                                      </p:cBhvr>
                                      <p:tavLst>
                                        <p:tav tm="0">
                                          <p:val>
                                            <p:fltVal val="0"/>
                                          </p:val>
                                        </p:tav>
                                        <p:tav tm="100000">
                                          <p:val>
                                            <p:strVal val="#ppt_w"/>
                                          </p:val>
                                        </p:tav>
                                      </p:tavLst>
                                    </p:anim>
                                    <p:anim calcmode="lin" valueType="num">
                                      <p:cBhvr>
                                        <p:cTn id="76" dur="500" fill="hold"/>
                                        <p:tgtEl>
                                          <p:spTgt spid="33">
                                            <p:txEl>
                                              <p:pRg st="0" end="0"/>
                                            </p:txEl>
                                          </p:spTgt>
                                        </p:tgtEl>
                                        <p:attrNameLst>
                                          <p:attrName>ppt_h</p:attrName>
                                        </p:attrNameLst>
                                      </p:cBhvr>
                                      <p:tavLst>
                                        <p:tav tm="0">
                                          <p:val>
                                            <p:fltVal val="0"/>
                                          </p:val>
                                        </p:tav>
                                        <p:tav tm="100000">
                                          <p:val>
                                            <p:strVal val="#ppt_h"/>
                                          </p:val>
                                        </p:tav>
                                      </p:tavLst>
                                    </p:anim>
                                    <p:animEffect transition="in" filter="fade">
                                      <p:cBhvr>
                                        <p:cTn id="77" dur="500"/>
                                        <p:tgtEl>
                                          <p:spTgt spid="33">
                                            <p:txEl>
                                              <p:pRg st="0" end="0"/>
                                            </p:txEl>
                                          </p:spTgt>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75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34">
                                            <p:txEl>
                                              <p:pRg st="0" end="0"/>
                                            </p:txEl>
                                          </p:spTgt>
                                        </p:tgtEl>
                                        <p:attrNameLst>
                                          <p:attrName>style.visibility</p:attrName>
                                        </p:attrNameLst>
                                      </p:cBhvr>
                                      <p:to>
                                        <p:strVal val="visible"/>
                                      </p:to>
                                    </p:set>
                                    <p:anim calcmode="lin" valueType="num">
                                      <p:cBhvr>
                                        <p:cTn id="85" dur="500" fill="hold"/>
                                        <p:tgtEl>
                                          <p:spTgt spid="34">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34">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34">
                                            <p:txEl>
                                              <p:pRg st="0" end="0"/>
                                            </p:txEl>
                                          </p:spTgt>
                                        </p:tgtEl>
                                      </p:cBhvr>
                                    </p:animEffect>
                                  </p:childTnLst>
                                </p:cTn>
                              </p:par>
                            </p:childTnLst>
                          </p:cTn>
                        </p:par>
                        <p:par>
                          <p:cTn id="88" fill="hold">
                            <p:stCondLst>
                              <p:cond delay="8000"/>
                            </p:stCondLst>
                            <p:childTnLst>
                              <p:par>
                                <p:cTn id="89" presetID="10" presetClass="entr" presetSubtype="0" fill="hold" grpId="0" nodeType="after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par>
                          <p:cTn id="92" fill="hold">
                            <p:stCondLst>
                              <p:cond delay="85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35">
                                            <p:txEl>
                                              <p:pRg st="0" end="0"/>
                                            </p:txEl>
                                          </p:spTgt>
                                        </p:tgtEl>
                                        <p:attrNameLst>
                                          <p:attrName>style.visibility</p:attrName>
                                        </p:attrNameLst>
                                      </p:cBhvr>
                                      <p:to>
                                        <p:strVal val="visible"/>
                                      </p:to>
                                    </p:set>
                                    <p:anim calcmode="lin" valueType="num">
                                      <p:cBhvr>
                                        <p:cTn id="95" dur="500" fill="hold"/>
                                        <p:tgtEl>
                                          <p:spTgt spid="35">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35">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6" grpId="0" animBg="1"/>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19" grpId="0" animBg="1"/>
      <p:bldP spid="20" grpId="0" animBg="1"/>
      <p:bldP spid="24" grpId="0" animBg="1"/>
      <p:bldP spid="25" grpId="0" animBg="1"/>
      <p:bldP spid="26"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3"/>
                        </p:tgtEl>
                        <p:attrNameLst>
                          <p:attrName>style.visibility</p:attrName>
                        </p:attrNameLst>
                      </p:cBhvr>
                      <p:to>
                        <p:strVal val="visible"/>
                      </p:to>
                    </p:set>
                    <p:anim calcmode="lin" valueType="num">
                      <p:cBhvr>
                        <p:cTn dur="500" fill="hold"/>
                        <p:tgtEl>
                          <p:spTgt spid="33"/>
                        </p:tgtEl>
                        <p:attrNameLst>
                          <p:attrName>ppt_w</p:attrName>
                        </p:attrNameLst>
                      </p:cBhvr>
                      <p:tavLst>
                        <p:tav tm="0">
                          <p:val>
                            <p:fltVal val="0"/>
                          </p:val>
                        </p:tav>
                        <p:tav tm="100000">
                          <p:val>
                            <p:strVal val="#ppt_w"/>
                          </p:val>
                        </p:tav>
                      </p:tavLst>
                    </p:anim>
                    <p:anim calcmode="lin" valueType="num">
                      <p:cBhvr>
                        <p:cTn dur="500" fill="hold"/>
                        <p:tgtEl>
                          <p:spTgt spid="33"/>
                        </p:tgtEl>
                        <p:attrNameLst>
                          <p:attrName>ppt_h</p:attrName>
                        </p:attrNameLst>
                      </p:cBhvr>
                      <p:tavLst>
                        <p:tav tm="0">
                          <p:val>
                            <p:fltVal val="0"/>
                          </p:val>
                        </p:tav>
                        <p:tav tm="100000">
                          <p:val>
                            <p:strVal val="#ppt_h"/>
                          </p:val>
                        </p:tav>
                      </p:tavLst>
                    </p:anim>
                    <p:animEffect transition="in" filter="fade">
                      <p:cBhvr>
                        <p:cTn dur="500"/>
                        <p:tgtEl>
                          <p:spTgt spid="33"/>
                        </p:tgtEl>
                      </p:cBhvr>
                    </p:animEffect>
                  </p:childTnLst>
                </p:cTn>
              </p:par>
            </p:tnLst>
          </p:tmpl>
        </p:tmplLst>
      </p:bldP>
      <p:bldP spid="3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4"/>
                        </p:tgtEl>
                        <p:attrNameLst>
                          <p:attrName>style.visibility</p:attrName>
                        </p:attrNameLst>
                      </p:cBhvr>
                      <p:to>
                        <p:strVal val="visible"/>
                      </p:to>
                    </p:set>
                    <p:anim calcmode="lin" valueType="num">
                      <p:cBhvr>
                        <p:cTn dur="500" fill="hold"/>
                        <p:tgtEl>
                          <p:spTgt spid="34"/>
                        </p:tgtEl>
                        <p:attrNameLst>
                          <p:attrName>ppt_w</p:attrName>
                        </p:attrNameLst>
                      </p:cBhvr>
                      <p:tavLst>
                        <p:tav tm="0">
                          <p:val>
                            <p:fltVal val="0"/>
                          </p:val>
                        </p:tav>
                        <p:tav tm="100000">
                          <p:val>
                            <p:strVal val="#ppt_w"/>
                          </p:val>
                        </p:tav>
                      </p:tavLst>
                    </p:anim>
                    <p:anim calcmode="lin" valueType="num">
                      <p:cBhvr>
                        <p:cTn dur="500" fill="hold"/>
                        <p:tgtEl>
                          <p:spTgt spid="34"/>
                        </p:tgtEl>
                        <p:attrNameLst>
                          <p:attrName>ppt_h</p:attrName>
                        </p:attrNameLst>
                      </p:cBhvr>
                      <p:tavLst>
                        <p:tav tm="0">
                          <p:val>
                            <p:fltVal val="0"/>
                          </p:val>
                        </p:tav>
                        <p:tav tm="100000">
                          <p:val>
                            <p:strVal val="#ppt_h"/>
                          </p:val>
                        </p:tav>
                      </p:tavLst>
                    </p:anim>
                    <p:animEffect transition="in" filter="fade">
                      <p:cBhvr>
                        <p:cTn dur="500"/>
                        <p:tgtEl>
                          <p:spTgt spid="34"/>
                        </p:tgtEl>
                      </p:cBhvr>
                    </p:animEffect>
                  </p:childTnLst>
                </p:cTn>
              </p:par>
            </p:tnLst>
          </p:tmpl>
        </p:tmplLst>
      </p:bldP>
      <p:bldP spid="3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 calcmode="lin" valueType="num">
                      <p:cBhvr>
                        <p:cTn dur="500" fill="hold"/>
                        <p:tgtEl>
                          <p:spTgt spid="35"/>
                        </p:tgtEl>
                        <p:attrNameLst>
                          <p:attrName>ppt_w</p:attrName>
                        </p:attrNameLst>
                      </p:cBhvr>
                      <p:tavLst>
                        <p:tav tm="0">
                          <p:val>
                            <p:fltVal val="0"/>
                          </p:val>
                        </p:tav>
                        <p:tav tm="100000">
                          <p:val>
                            <p:strVal val="#ppt_w"/>
                          </p:val>
                        </p:tav>
                      </p:tavLst>
                    </p:anim>
                    <p:anim calcmode="lin" valueType="num">
                      <p:cBhvr>
                        <p:cTn dur="500" fill="hold"/>
                        <p:tgtEl>
                          <p:spTgt spid="35"/>
                        </p:tgtEl>
                        <p:attrNameLst>
                          <p:attrName>ppt_h</p:attrName>
                        </p:attrNameLst>
                      </p:cBhvr>
                      <p:tavLst>
                        <p:tav tm="0">
                          <p:val>
                            <p:fltVal val="0"/>
                          </p:val>
                        </p:tav>
                        <p:tav tm="100000">
                          <p:val>
                            <p:strVal val="#ppt_h"/>
                          </p:val>
                        </p:tav>
                      </p:tavLst>
                    </p:anim>
                    <p:animEffect transition="in" filter="fade">
                      <p:cBhvr>
                        <p:cTn dur="500"/>
                        <p:tgtEl>
                          <p:spTgt spid="35"/>
                        </p:tgtEl>
                      </p:cBhvr>
                    </p:animEffect>
                  </p:childTnLst>
                </p:cTn>
              </p:par>
            </p:tnLst>
          </p:tmpl>
        </p:tmplLst>
      </p:bldP>
    </p:bldLst>
  </p:timing>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3E40B1BF-C98B-0449-BEAC-6577CE32943E}"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43" name="Picture Placeholder 30"/>
          <p:cNvSpPr>
            <a:spLocks noGrp="1"/>
          </p:cNvSpPr>
          <p:nvPr>
            <p:ph type="pic" sz="quarter" idx="36" hasCustomPrompt="1"/>
          </p:nvPr>
        </p:nvSpPr>
        <p:spPr>
          <a:xfrm>
            <a:off x="590262" y="1729839"/>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4" name="Picture Placeholder 30"/>
          <p:cNvSpPr>
            <a:spLocks noGrp="1"/>
          </p:cNvSpPr>
          <p:nvPr>
            <p:ph type="pic" sz="quarter" idx="39" hasCustomPrompt="1"/>
          </p:nvPr>
        </p:nvSpPr>
        <p:spPr>
          <a:xfrm>
            <a:off x="590262" y="3794166"/>
            <a:ext cx="2762538" cy="637309"/>
          </a:xfrm>
          <a:solidFill>
            <a:schemeClr val="accent1"/>
          </a:solidFill>
        </p:spPr>
        <p:txBody>
          <a:bodyPr>
            <a:normAutofit/>
          </a:bodyPr>
          <a:lstStyle>
            <a:lvl1pPr algn="r">
              <a:defRPr sz="1050"/>
            </a:lvl1pPr>
          </a:lstStyle>
          <a:p>
            <a:r>
              <a:rPr lang="id-ID" dirty="0" smtClean="0"/>
              <a:t>Nopic</a:t>
            </a:r>
            <a:endParaRPr lang="en-AU" dirty="0"/>
          </a:p>
        </p:txBody>
      </p:sp>
      <p:sp>
        <p:nvSpPr>
          <p:cNvPr id="27" name="Text Placeholder 21"/>
          <p:cNvSpPr>
            <a:spLocks noGrp="1"/>
          </p:cNvSpPr>
          <p:nvPr>
            <p:ph type="body" sz="quarter" idx="20"/>
          </p:nvPr>
        </p:nvSpPr>
        <p:spPr>
          <a:xfrm>
            <a:off x="590262"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3" name="Picture Placeholder 30"/>
          <p:cNvSpPr>
            <a:spLocks noGrp="1"/>
          </p:cNvSpPr>
          <p:nvPr>
            <p:ph type="pic" sz="quarter" idx="40" hasCustomPrompt="1"/>
          </p:nvPr>
        </p:nvSpPr>
        <p:spPr>
          <a:xfrm>
            <a:off x="3352800" y="3794166"/>
            <a:ext cx="2762538" cy="637309"/>
          </a:xfrm>
          <a:solidFill>
            <a:schemeClr val="accent2"/>
          </a:solidFill>
        </p:spPr>
        <p:txBody>
          <a:bodyPr>
            <a:normAutofit/>
          </a:bodyPr>
          <a:lstStyle>
            <a:lvl1pPr algn="r">
              <a:defRPr sz="1050"/>
            </a:lvl1pPr>
          </a:lstStyle>
          <a:p>
            <a:r>
              <a:rPr lang="id-ID" dirty="0" smtClean="0"/>
              <a:t>Nopic</a:t>
            </a:r>
            <a:endParaRPr lang="en-AU" dirty="0"/>
          </a:p>
        </p:txBody>
      </p:sp>
      <p:sp>
        <p:nvSpPr>
          <p:cNvPr id="32" name="Text Placeholder 21"/>
          <p:cNvSpPr>
            <a:spLocks noGrp="1"/>
          </p:cNvSpPr>
          <p:nvPr>
            <p:ph type="body" sz="quarter" idx="41"/>
          </p:nvPr>
        </p:nvSpPr>
        <p:spPr>
          <a:xfrm>
            <a:off x="3352800" y="3984414"/>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6" name="Picture Placeholder 30"/>
          <p:cNvSpPr>
            <a:spLocks noGrp="1"/>
          </p:cNvSpPr>
          <p:nvPr>
            <p:ph type="pic" sz="quarter" idx="42" hasCustomPrompt="1"/>
          </p:nvPr>
        </p:nvSpPr>
        <p:spPr>
          <a:xfrm>
            <a:off x="6115338" y="3782703"/>
            <a:ext cx="2762538" cy="637309"/>
          </a:xfrm>
          <a:solidFill>
            <a:schemeClr val="accent3"/>
          </a:solidFill>
        </p:spPr>
        <p:txBody>
          <a:bodyPr>
            <a:normAutofit/>
          </a:bodyPr>
          <a:lstStyle>
            <a:lvl1pPr algn="r">
              <a:defRPr sz="1050"/>
            </a:lvl1pPr>
          </a:lstStyle>
          <a:p>
            <a:r>
              <a:rPr lang="id-ID" dirty="0" smtClean="0"/>
              <a:t>Nopic</a:t>
            </a:r>
            <a:endParaRPr lang="en-AU" dirty="0"/>
          </a:p>
        </p:txBody>
      </p:sp>
      <p:sp>
        <p:nvSpPr>
          <p:cNvPr id="37" name="Text Placeholder 21"/>
          <p:cNvSpPr>
            <a:spLocks noGrp="1"/>
          </p:cNvSpPr>
          <p:nvPr>
            <p:ph type="body" sz="quarter" idx="43"/>
          </p:nvPr>
        </p:nvSpPr>
        <p:spPr>
          <a:xfrm>
            <a:off x="61153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38" name="Picture Placeholder 30"/>
          <p:cNvSpPr>
            <a:spLocks noGrp="1"/>
          </p:cNvSpPr>
          <p:nvPr>
            <p:ph type="pic" sz="quarter" idx="44" hasCustomPrompt="1"/>
          </p:nvPr>
        </p:nvSpPr>
        <p:spPr>
          <a:xfrm>
            <a:off x="3352800" y="4431473"/>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39" name="Picture Placeholder 30"/>
          <p:cNvSpPr>
            <a:spLocks noGrp="1"/>
          </p:cNvSpPr>
          <p:nvPr>
            <p:ph type="pic" sz="quarter" idx="45" hasCustomPrompt="1"/>
          </p:nvPr>
        </p:nvSpPr>
        <p:spPr>
          <a:xfrm>
            <a:off x="6115338" y="1726630"/>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0" name="Picture Placeholder 30"/>
          <p:cNvSpPr>
            <a:spLocks noGrp="1"/>
          </p:cNvSpPr>
          <p:nvPr>
            <p:ph type="pic" sz="quarter" idx="46" hasCustomPrompt="1"/>
          </p:nvPr>
        </p:nvSpPr>
        <p:spPr>
          <a:xfrm>
            <a:off x="8858538" y="3782703"/>
            <a:ext cx="2762538" cy="637309"/>
          </a:xfrm>
          <a:solidFill>
            <a:schemeClr val="accent4"/>
          </a:solidFill>
        </p:spPr>
        <p:txBody>
          <a:bodyPr>
            <a:normAutofit/>
          </a:bodyPr>
          <a:lstStyle>
            <a:lvl1pPr algn="r">
              <a:defRPr sz="1050"/>
            </a:lvl1pPr>
          </a:lstStyle>
          <a:p>
            <a:r>
              <a:rPr lang="id-ID" dirty="0" smtClean="0"/>
              <a:t>Nopic</a:t>
            </a:r>
            <a:endParaRPr lang="en-AU" dirty="0"/>
          </a:p>
        </p:txBody>
      </p:sp>
      <p:sp>
        <p:nvSpPr>
          <p:cNvPr id="41" name="Text Placeholder 21"/>
          <p:cNvSpPr>
            <a:spLocks noGrp="1"/>
          </p:cNvSpPr>
          <p:nvPr>
            <p:ph type="body" sz="quarter" idx="47"/>
          </p:nvPr>
        </p:nvSpPr>
        <p:spPr>
          <a:xfrm>
            <a:off x="8858538" y="3972951"/>
            <a:ext cx="2743200" cy="256811"/>
          </a:xfrm>
        </p:spPr>
        <p:txBody>
          <a:bodyPr/>
          <a:lstStyle>
            <a:lvl1pPr algn="ctr">
              <a:defRPr>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2" name="Picture Placeholder 30"/>
          <p:cNvSpPr>
            <a:spLocks noGrp="1"/>
          </p:cNvSpPr>
          <p:nvPr>
            <p:ph type="pic" sz="quarter" idx="48" hasCustomPrompt="1"/>
          </p:nvPr>
        </p:nvSpPr>
        <p:spPr>
          <a:xfrm>
            <a:off x="8848869" y="4408547"/>
            <a:ext cx="2762538" cy="2064325"/>
          </a:xfrm>
          <a:solidFill>
            <a:schemeClr val="bg1">
              <a:lumMod val="85000"/>
            </a:schemeClr>
          </a:solidFill>
        </p:spPr>
        <p:txBody>
          <a:bodyPr/>
          <a:lstStyle>
            <a:lvl1pPr>
              <a:defRPr/>
            </a:lvl1pPr>
          </a:lstStyle>
          <a:p>
            <a:r>
              <a:rPr lang="id-ID" dirty="0" smtClean="0"/>
              <a:t>Pic here</a:t>
            </a:r>
            <a:endParaRPr lang="en-AU" dirty="0"/>
          </a:p>
        </p:txBody>
      </p:sp>
      <p:sp>
        <p:nvSpPr>
          <p:cNvPr id="44" name="Text Placeholder 21"/>
          <p:cNvSpPr>
            <a:spLocks noGrp="1"/>
          </p:cNvSpPr>
          <p:nvPr>
            <p:ph type="body" sz="quarter" idx="49"/>
          </p:nvPr>
        </p:nvSpPr>
        <p:spPr>
          <a:xfrm>
            <a:off x="628994"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5" name="Text Placeholder 21"/>
          <p:cNvSpPr>
            <a:spLocks noGrp="1"/>
          </p:cNvSpPr>
          <p:nvPr>
            <p:ph type="body" sz="quarter" idx="29"/>
          </p:nvPr>
        </p:nvSpPr>
        <p:spPr>
          <a:xfrm>
            <a:off x="628994"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6" name="Text Placeholder 21"/>
          <p:cNvSpPr>
            <a:spLocks noGrp="1"/>
          </p:cNvSpPr>
          <p:nvPr>
            <p:ph type="body" sz="quarter" idx="50"/>
          </p:nvPr>
        </p:nvSpPr>
        <p:spPr>
          <a:xfrm>
            <a:off x="3536364"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7" name="Text Placeholder 21"/>
          <p:cNvSpPr>
            <a:spLocks noGrp="1"/>
          </p:cNvSpPr>
          <p:nvPr>
            <p:ph type="body" sz="quarter" idx="51"/>
          </p:nvPr>
        </p:nvSpPr>
        <p:spPr>
          <a:xfrm>
            <a:off x="3536364"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8" name="Text Placeholder 21"/>
          <p:cNvSpPr>
            <a:spLocks noGrp="1"/>
          </p:cNvSpPr>
          <p:nvPr>
            <p:ph type="body" sz="quarter" idx="52"/>
          </p:nvPr>
        </p:nvSpPr>
        <p:spPr>
          <a:xfrm>
            <a:off x="6294067" y="4555101"/>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49" name="Text Placeholder 21"/>
          <p:cNvSpPr>
            <a:spLocks noGrp="1"/>
          </p:cNvSpPr>
          <p:nvPr>
            <p:ph type="body" sz="quarter" idx="53"/>
          </p:nvPr>
        </p:nvSpPr>
        <p:spPr>
          <a:xfrm>
            <a:off x="6294067" y="4861805"/>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0" name="Text Placeholder 21"/>
          <p:cNvSpPr>
            <a:spLocks noGrp="1"/>
          </p:cNvSpPr>
          <p:nvPr>
            <p:ph type="body" sz="quarter" idx="54"/>
          </p:nvPr>
        </p:nvSpPr>
        <p:spPr>
          <a:xfrm>
            <a:off x="9061440" y="1936648"/>
            <a:ext cx="2376072" cy="256811"/>
          </a:xfrm>
        </p:spPr>
        <p:txBody>
          <a:bodyPr/>
          <a:lstStyle>
            <a:lvl1pPr algn="ct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51" name="Text Placeholder 21"/>
          <p:cNvSpPr>
            <a:spLocks noGrp="1"/>
          </p:cNvSpPr>
          <p:nvPr>
            <p:ph type="body" sz="quarter" idx="55"/>
          </p:nvPr>
        </p:nvSpPr>
        <p:spPr>
          <a:xfrm>
            <a:off x="9061440" y="2243352"/>
            <a:ext cx="2376072" cy="1304045"/>
          </a:xfrm>
        </p:spPr>
        <p:txBody>
          <a:bodyPr>
            <a:normAutofit/>
          </a:bodyPr>
          <a:lstStyle>
            <a:lvl1pPr algn="ct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Tree>
    <p:extLst>
      <p:ext uri="{BB962C8B-B14F-4D97-AF65-F5344CB8AC3E}">
        <p14:creationId xmlns:p14="http://schemas.microsoft.com/office/powerpoint/2010/main" val="27072000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anim calcmode="lin" valueType="num">
                                      <p:cBhvr>
                                        <p:cTn id="18" dur="500" fill="hold"/>
                                        <p:tgtEl>
                                          <p:spTgt spid="24"/>
                                        </p:tgtEl>
                                        <p:attrNameLst>
                                          <p:attrName>ppt_x</p:attrName>
                                        </p:attrNameLst>
                                      </p:cBhvr>
                                      <p:tavLst>
                                        <p:tav tm="0">
                                          <p:val>
                                            <p:strVal val="#ppt_x"/>
                                          </p:val>
                                        </p:tav>
                                        <p:tav tm="100000">
                                          <p:val>
                                            <p:strVal val="#ppt_x"/>
                                          </p:val>
                                        </p:tav>
                                      </p:tavLst>
                                    </p:anim>
                                    <p:anim calcmode="lin" valueType="num">
                                      <p:cBhvr>
                                        <p:cTn id="19" dur="5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nodePh="1">
                                  <p:stCondLst>
                                    <p:cond delay="0"/>
                                  </p:stCondLst>
                                  <p:endCondLst>
                                    <p:cond evt="begin" delay="0">
                                      <p:tn val="21"/>
                                    </p:cond>
                                  </p:endCondLst>
                                  <p:childTnLst>
                                    <p:set>
                                      <p:cBhvr>
                                        <p:cTn id="22" dur="1" fill="hold">
                                          <p:stCondLst>
                                            <p:cond delay="0"/>
                                          </p:stCondLst>
                                        </p:cTn>
                                        <p:tgtEl>
                                          <p:spTgt spid="27">
                                            <p:txEl>
                                              <p:pRg st="0" end="0"/>
                                            </p:txEl>
                                          </p:spTgt>
                                        </p:tgtEl>
                                        <p:attrNameLst>
                                          <p:attrName>style.visibility</p:attrName>
                                        </p:attrNameLst>
                                      </p:cBhvr>
                                      <p:to>
                                        <p:strVal val="visible"/>
                                      </p:to>
                                    </p:set>
                                    <p:anim calcmode="lin" valueType="num">
                                      <p:cBhvr>
                                        <p:cTn id="23"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25" dur="500"/>
                                        <p:tgtEl>
                                          <p:spTgt spid="27">
                                            <p:txEl>
                                              <p:pRg st="0" end="0"/>
                                            </p:txEl>
                                          </p:spTgt>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fade">
                                      <p:cBhvr>
                                        <p:cTn id="29" dur="500"/>
                                        <p:tgtEl>
                                          <p:spTgt spid="43"/>
                                        </p:tgtEl>
                                      </p:cBhvr>
                                    </p:animEffect>
                                    <p:anim calcmode="lin" valueType="num">
                                      <p:cBhvr>
                                        <p:cTn id="30" dur="500" fill="hold"/>
                                        <p:tgtEl>
                                          <p:spTgt spid="43"/>
                                        </p:tgtEl>
                                        <p:attrNameLst>
                                          <p:attrName>ppt_x</p:attrName>
                                        </p:attrNameLst>
                                      </p:cBhvr>
                                      <p:tavLst>
                                        <p:tav tm="0">
                                          <p:val>
                                            <p:strVal val="#ppt_x"/>
                                          </p:val>
                                        </p:tav>
                                        <p:tav tm="100000">
                                          <p:val>
                                            <p:strVal val="#ppt_x"/>
                                          </p:val>
                                        </p:tav>
                                      </p:tavLst>
                                    </p:anim>
                                    <p:anim calcmode="lin" valueType="num">
                                      <p:cBhvr>
                                        <p:cTn id="31" dur="500" fill="hold"/>
                                        <p:tgtEl>
                                          <p:spTgt spid="4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nodePh="1">
                                  <p:stCondLst>
                                    <p:cond delay="0"/>
                                  </p:stCondLst>
                                  <p:endCondLst>
                                    <p:cond evt="begin" delay="0">
                                      <p:tn val="33"/>
                                    </p:cond>
                                  </p:endCondLst>
                                  <p:childTnLst>
                                    <p:set>
                                      <p:cBhvr>
                                        <p:cTn id="34" dur="1" fill="hold">
                                          <p:stCondLst>
                                            <p:cond delay="0"/>
                                          </p:stCondLst>
                                        </p:cTn>
                                        <p:tgtEl>
                                          <p:spTgt spid="44">
                                            <p:txEl>
                                              <p:pRg st="0" end="0"/>
                                            </p:txEl>
                                          </p:spTgt>
                                        </p:tgtEl>
                                        <p:attrNameLst>
                                          <p:attrName>style.visibility</p:attrName>
                                        </p:attrNameLst>
                                      </p:cBhvr>
                                      <p:to>
                                        <p:strVal val="visible"/>
                                      </p:to>
                                    </p:set>
                                    <p:anim calcmode="lin" valueType="num">
                                      <p:cBhvr>
                                        <p:cTn id="35" dur="500" fill="hold"/>
                                        <p:tgtEl>
                                          <p:spTgt spid="44">
                                            <p:txEl>
                                              <p:pRg st="0" end="0"/>
                                            </p:txEl>
                                          </p:spTgt>
                                        </p:tgtEl>
                                        <p:attrNameLst>
                                          <p:attrName>ppt_w</p:attrName>
                                        </p:attrNameLst>
                                      </p:cBhvr>
                                      <p:tavLst>
                                        <p:tav tm="0">
                                          <p:val>
                                            <p:fltVal val="0"/>
                                          </p:val>
                                        </p:tav>
                                        <p:tav tm="100000">
                                          <p:val>
                                            <p:strVal val="#ppt_w"/>
                                          </p:val>
                                        </p:tav>
                                      </p:tavLst>
                                    </p:anim>
                                    <p:anim calcmode="lin" valueType="num">
                                      <p:cBhvr>
                                        <p:cTn id="36" dur="500" fill="hold"/>
                                        <p:tgtEl>
                                          <p:spTgt spid="44">
                                            <p:txEl>
                                              <p:pRg st="0" end="0"/>
                                            </p:txEl>
                                          </p:spTgt>
                                        </p:tgtEl>
                                        <p:attrNameLst>
                                          <p:attrName>ppt_h</p:attrName>
                                        </p:attrNameLst>
                                      </p:cBhvr>
                                      <p:tavLst>
                                        <p:tav tm="0">
                                          <p:val>
                                            <p:fltVal val="0"/>
                                          </p:val>
                                        </p:tav>
                                        <p:tav tm="100000">
                                          <p:val>
                                            <p:strVal val="#ppt_h"/>
                                          </p:val>
                                        </p:tav>
                                      </p:tavLst>
                                    </p:anim>
                                    <p:animEffect transition="in" filter="fade">
                                      <p:cBhvr>
                                        <p:cTn id="37" dur="500"/>
                                        <p:tgtEl>
                                          <p:spTgt spid="44">
                                            <p:txEl>
                                              <p:pRg st="0" end="0"/>
                                            </p:txEl>
                                          </p:spTgt>
                                        </p:tgtEl>
                                      </p:cBhvr>
                                    </p:animEffect>
                                  </p:childTnLst>
                                </p:cTn>
                              </p:par>
                            </p:childTnLst>
                          </p:cTn>
                        </p:par>
                        <p:par>
                          <p:cTn id="38" fill="hold">
                            <p:stCondLst>
                              <p:cond delay="3500"/>
                            </p:stCondLst>
                            <p:childTnLst>
                              <p:par>
                                <p:cTn id="39" presetID="42" presetClass="entr" presetSubtype="0" fill="hold" grpId="0" nodeType="afterEffect" nodePh="1">
                                  <p:stCondLst>
                                    <p:cond delay="0"/>
                                  </p:stCondLst>
                                  <p:endCondLst>
                                    <p:cond evt="begin" delay="0">
                                      <p:tn val="39"/>
                                    </p:cond>
                                  </p:endCondLst>
                                  <p:childTnLst>
                                    <p:set>
                                      <p:cBhvr>
                                        <p:cTn id="40" dur="1" fill="hold">
                                          <p:stCondLst>
                                            <p:cond delay="0"/>
                                          </p:stCondLst>
                                        </p:cTn>
                                        <p:tgtEl>
                                          <p:spTgt spid="45">
                                            <p:txEl>
                                              <p:pRg st="0" end="0"/>
                                            </p:txEl>
                                          </p:spTgt>
                                        </p:tgtEl>
                                        <p:attrNameLst>
                                          <p:attrName>style.visibility</p:attrName>
                                        </p:attrNameLst>
                                      </p:cBhvr>
                                      <p:to>
                                        <p:strVal val="visible"/>
                                      </p:to>
                                    </p:set>
                                    <p:animEffect transition="in" filter="fade">
                                      <p:cBhvr>
                                        <p:cTn id="41" dur="500"/>
                                        <p:tgtEl>
                                          <p:spTgt spid="45">
                                            <p:txEl>
                                              <p:pRg st="0" end="0"/>
                                            </p:txEl>
                                          </p:spTgt>
                                        </p:tgtEl>
                                      </p:cBhvr>
                                    </p:animEffect>
                                    <p:anim calcmode="lin" valueType="num">
                                      <p:cBhvr>
                                        <p:cTn id="42"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43" dur="50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42" presetClass="entr" presetSubtype="0" fill="hold" grpId="0" nodeType="after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500"/>
                                        <p:tgtEl>
                                          <p:spTgt spid="23"/>
                                        </p:tgtEl>
                                      </p:cBhvr>
                                    </p:animEffect>
                                    <p:anim calcmode="lin" valueType="num">
                                      <p:cBhvr>
                                        <p:cTn id="48" dur="500" fill="hold"/>
                                        <p:tgtEl>
                                          <p:spTgt spid="23"/>
                                        </p:tgtEl>
                                        <p:attrNameLst>
                                          <p:attrName>ppt_x</p:attrName>
                                        </p:attrNameLst>
                                      </p:cBhvr>
                                      <p:tavLst>
                                        <p:tav tm="0">
                                          <p:val>
                                            <p:strVal val="#ppt_x"/>
                                          </p:val>
                                        </p:tav>
                                        <p:tav tm="100000">
                                          <p:val>
                                            <p:strVal val="#ppt_x"/>
                                          </p:val>
                                        </p:tav>
                                      </p:tavLst>
                                    </p:anim>
                                    <p:anim calcmode="lin" valueType="num">
                                      <p:cBhvr>
                                        <p:cTn id="49" dur="500" fill="hold"/>
                                        <p:tgtEl>
                                          <p:spTgt spid="23"/>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53" presetClass="entr" presetSubtype="16" fill="hold" grpId="0" nodeType="afterEffect" nodePh="1">
                                  <p:stCondLst>
                                    <p:cond delay="0"/>
                                  </p:stCondLst>
                                  <p:endCondLst>
                                    <p:cond evt="begin" delay="0">
                                      <p:tn val="51"/>
                                    </p:cond>
                                  </p:end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p:cTn id="5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54" dur="500" fill="hold"/>
                                        <p:tgtEl>
                                          <p:spTgt spid="32">
                                            <p:txEl>
                                              <p:pRg st="0" end="0"/>
                                            </p:txEl>
                                          </p:spTgt>
                                        </p:tgtEl>
                                        <p:attrNameLst>
                                          <p:attrName>ppt_h</p:attrName>
                                        </p:attrNameLst>
                                      </p:cBhvr>
                                      <p:tavLst>
                                        <p:tav tm="0">
                                          <p:val>
                                            <p:fltVal val="0"/>
                                          </p:val>
                                        </p:tav>
                                        <p:tav tm="100000">
                                          <p:val>
                                            <p:strVal val="#ppt_h"/>
                                          </p:val>
                                        </p:tav>
                                      </p:tavLst>
                                    </p:anim>
                                    <p:animEffect transition="in" filter="fade">
                                      <p:cBhvr>
                                        <p:cTn id="55" dur="500"/>
                                        <p:tgtEl>
                                          <p:spTgt spid="32">
                                            <p:txEl>
                                              <p:pRg st="0" end="0"/>
                                            </p:txEl>
                                          </p:spTgt>
                                        </p:tgtEl>
                                      </p:cBhvr>
                                    </p:animEffect>
                                  </p:childTnLst>
                                </p:cTn>
                              </p:par>
                            </p:childTnLst>
                          </p:cTn>
                        </p:par>
                        <p:par>
                          <p:cTn id="56" fill="hold">
                            <p:stCondLst>
                              <p:cond delay="5000"/>
                            </p:stCondLst>
                            <p:childTnLst>
                              <p:par>
                                <p:cTn id="57" presetID="47" presetClass="entr" presetSubtype="0"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anim calcmode="lin" valueType="num">
                                      <p:cBhvr>
                                        <p:cTn id="60" dur="500" fill="hold"/>
                                        <p:tgtEl>
                                          <p:spTgt spid="38"/>
                                        </p:tgtEl>
                                        <p:attrNameLst>
                                          <p:attrName>ppt_x</p:attrName>
                                        </p:attrNameLst>
                                      </p:cBhvr>
                                      <p:tavLst>
                                        <p:tav tm="0">
                                          <p:val>
                                            <p:strVal val="#ppt_x"/>
                                          </p:val>
                                        </p:tav>
                                        <p:tav tm="100000">
                                          <p:val>
                                            <p:strVal val="#ppt_x"/>
                                          </p:val>
                                        </p:tav>
                                      </p:tavLst>
                                    </p:anim>
                                    <p:anim calcmode="lin" valueType="num">
                                      <p:cBhvr>
                                        <p:cTn id="61" dur="500" fill="hold"/>
                                        <p:tgtEl>
                                          <p:spTgt spid="38"/>
                                        </p:tgtEl>
                                        <p:attrNameLst>
                                          <p:attrName>ppt_y</p:attrName>
                                        </p:attrNameLst>
                                      </p:cBhvr>
                                      <p:tavLst>
                                        <p:tav tm="0">
                                          <p:val>
                                            <p:strVal val="#ppt_y-.1"/>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nodePh="1">
                                  <p:stCondLst>
                                    <p:cond delay="0"/>
                                  </p:stCondLst>
                                  <p:endCondLst>
                                    <p:cond evt="begin" delay="0">
                                      <p:tn val="63"/>
                                    </p:cond>
                                  </p:endCondLst>
                                  <p:childTnLst>
                                    <p:set>
                                      <p:cBhvr>
                                        <p:cTn id="64" dur="1" fill="hold">
                                          <p:stCondLst>
                                            <p:cond delay="0"/>
                                          </p:stCondLst>
                                        </p:cTn>
                                        <p:tgtEl>
                                          <p:spTgt spid="46">
                                            <p:txEl>
                                              <p:pRg st="0" end="0"/>
                                            </p:txEl>
                                          </p:spTgt>
                                        </p:tgtEl>
                                        <p:attrNameLst>
                                          <p:attrName>style.visibility</p:attrName>
                                        </p:attrNameLst>
                                      </p:cBhvr>
                                      <p:to>
                                        <p:strVal val="visible"/>
                                      </p:to>
                                    </p:set>
                                    <p:anim calcmode="lin" valueType="num">
                                      <p:cBhvr>
                                        <p:cTn id="65" dur="500" fill="hold"/>
                                        <p:tgtEl>
                                          <p:spTgt spid="46">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46">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46">
                                            <p:txEl>
                                              <p:pRg st="0" end="0"/>
                                            </p:txEl>
                                          </p:spTgt>
                                        </p:tgtEl>
                                      </p:cBhvr>
                                    </p:animEffect>
                                  </p:childTnLst>
                                </p:cTn>
                              </p:par>
                            </p:childTnLst>
                          </p:cTn>
                        </p:par>
                        <p:par>
                          <p:cTn id="68" fill="hold">
                            <p:stCondLst>
                              <p:cond delay="6000"/>
                            </p:stCondLst>
                            <p:childTnLst>
                              <p:par>
                                <p:cTn id="69" presetID="42" presetClass="entr" presetSubtype="0" fill="hold" grpId="0" nodeType="afterEffect" nodePh="1">
                                  <p:stCondLst>
                                    <p:cond delay="0"/>
                                  </p:stCondLst>
                                  <p:endCondLst>
                                    <p:cond evt="begin" delay="0">
                                      <p:tn val="69"/>
                                    </p:cond>
                                  </p:endCondLst>
                                  <p:childTnLst>
                                    <p:set>
                                      <p:cBhvr>
                                        <p:cTn id="70" dur="1" fill="hold">
                                          <p:stCondLst>
                                            <p:cond delay="0"/>
                                          </p:stCondLst>
                                        </p:cTn>
                                        <p:tgtEl>
                                          <p:spTgt spid="47">
                                            <p:txEl>
                                              <p:pRg st="0" end="0"/>
                                            </p:txEl>
                                          </p:spTgt>
                                        </p:tgtEl>
                                        <p:attrNameLst>
                                          <p:attrName>style.visibility</p:attrName>
                                        </p:attrNameLst>
                                      </p:cBhvr>
                                      <p:to>
                                        <p:strVal val="visible"/>
                                      </p:to>
                                    </p:set>
                                    <p:animEffect transition="in" filter="fade">
                                      <p:cBhvr>
                                        <p:cTn id="71" dur="500"/>
                                        <p:tgtEl>
                                          <p:spTgt spid="47">
                                            <p:txEl>
                                              <p:pRg st="0" end="0"/>
                                            </p:txEl>
                                          </p:spTgt>
                                        </p:tgtEl>
                                      </p:cBhvr>
                                    </p:animEffect>
                                    <p:anim calcmode="lin" valueType="num">
                                      <p:cBhvr>
                                        <p:cTn id="72"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3" dur="500" fill="hold"/>
                                        <p:tgtEl>
                                          <p:spTgt spid="47">
                                            <p:txEl>
                                              <p:pRg st="0" end="0"/>
                                            </p:txEl>
                                          </p:spTgt>
                                        </p:tgtEl>
                                        <p:attrNameLst>
                                          <p:attrName>ppt_y</p:attrName>
                                        </p:attrNameLst>
                                      </p:cBhvr>
                                      <p:tavLst>
                                        <p:tav tm="0">
                                          <p:val>
                                            <p:strVal val="#ppt_y+.1"/>
                                          </p:val>
                                        </p:tav>
                                        <p:tav tm="100000">
                                          <p:val>
                                            <p:strVal val="#ppt_y"/>
                                          </p:val>
                                        </p:tav>
                                      </p:tavLst>
                                    </p:anim>
                                  </p:childTnLst>
                                </p:cTn>
                              </p:par>
                            </p:childTnLst>
                          </p:cTn>
                        </p:par>
                        <p:par>
                          <p:cTn id="74" fill="hold">
                            <p:stCondLst>
                              <p:cond delay="6500"/>
                            </p:stCondLst>
                            <p:childTnLst>
                              <p:par>
                                <p:cTn id="75" presetID="42" presetClass="entr" presetSubtype="0"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Effect transition="in" filter="fade">
                                      <p:cBhvr>
                                        <p:cTn id="77" dur="500"/>
                                        <p:tgtEl>
                                          <p:spTgt spid="36"/>
                                        </p:tgtEl>
                                      </p:cBhvr>
                                    </p:animEffect>
                                    <p:anim calcmode="lin" valueType="num">
                                      <p:cBhvr>
                                        <p:cTn id="78" dur="500" fill="hold"/>
                                        <p:tgtEl>
                                          <p:spTgt spid="36"/>
                                        </p:tgtEl>
                                        <p:attrNameLst>
                                          <p:attrName>ppt_x</p:attrName>
                                        </p:attrNameLst>
                                      </p:cBhvr>
                                      <p:tavLst>
                                        <p:tav tm="0">
                                          <p:val>
                                            <p:strVal val="#ppt_x"/>
                                          </p:val>
                                        </p:tav>
                                        <p:tav tm="100000">
                                          <p:val>
                                            <p:strVal val="#ppt_x"/>
                                          </p:val>
                                        </p:tav>
                                      </p:tavLst>
                                    </p:anim>
                                    <p:anim calcmode="lin" valueType="num">
                                      <p:cBhvr>
                                        <p:cTn id="79" dur="500" fill="hold"/>
                                        <p:tgtEl>
                                          <p:spTgt spid="36"/>
                                        </p:tgtEl>
                                        <p:attrNameLst>
                                          <p:attrName>ppt_y</p:attrName>
                                        </p:attrNameLst>
                                      </p:cBhvr>
                                      <p:tavLst>
                                        <p:tav tm="0">
                                          <p:val>
                                            <p:strVal val="#ppt_y+.1"/>
                                          </p:val>
                                        </p:tav>
                                        <p:tav tm="100000">
                                          <p:val>
                                            <p:strVal val="#ppt_y"/>
                                          </p:val>
                                        </p:tav>
                                      </p:tavLst>
                                    </p:anim>
                                  </p:childTnLst>
                                </p:cTn>
                              </p:par>
                            </p:childTnLst>
                          </p:cTn>
                        </p:par>
                        <p:par>
                          <p:cTn id="80" fill="hold">
                            <p:stCondLst>
                              <p:cond delay="7000"/>
                            </p:stCondLst>
                            <p:childTnLst>
                              <p:par>
                                <p:cTn id="81" presetID="53" presetClass="entr" presetSubtype="16" fill="hold" grpId="0" nodeType="afterEffect" nodePh="1">
                                  <p:stCondLst>
                                    <p:cond delay="0"/>
                                  </p:stCondLst>
                                  <p:endCondLst>
                                    <p:cond evt="begin" delay="0">
                                      <p:tn val="81"/>
                                    </p:cond>
                                  </p:endCondLst>
                                  <p:childTnLst>
                                    <p:set>
                                      <p:cBhvr>
                                        <p:cTn id="82" dur="1" fill="hold">
                                          <p:stCondLst>
                                            <p:cond delay="0"/>
                                          </p:stCondLst>
                                        </p:cTn>
                                        <p:tgtEl>
                                          <p:spTgt spid="37">
                                            <p:txEl>
                                              <p:pRg st="0" end="0"/>
                                            </p:txEl>
                                          </p:spTgt>
                                        </p:tgtEl>
                                        <p:attrNameLst>
                                          <p:attrName>style.visibility</p:attrName>
                                        </p:attrNameLst>
                                      </p:cBhvr>
                                      <p:to>
                                        <p:strVal val="visible"/>
                                      </p:to>
                                    </p:set>
                                    <p:anim calcmode="lin" valueType="num">
                                      <p:cBhvr>
                                        <p:cTn id="83"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7">
                                            <p:txEl>
                                              <p:pRg st="0" end="0"/>
                                            </p:txEl>
                                          </p:spTgt>
                                        </p:tgtEl>
                                      </p:cBhvr>
                                    </p:animEffect>
                                  </p:childTnLst>
                                </p:cTn>
                              </p:par>
                            </p:childTnLst>
                          </p:cTn>
                        </p:par>
                        <p:par>
                          <p:cTn id="86" fill="hold">
                            <p:stCondLst>
                              <p:cond delay="7500"/>
                            </p:stCondLst>
                            <p:childTnLst>
                              <p:par>
                                <p:cTn id="87" presetID="42"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anim calcmode="lin" valueType="num">
                                      <p:cBhvr>
                                        <p:cTn id="90" dur="500" fill="hold"/>
                                        <p:tgtEl>
                                          <p:spTgt spid="39"/>
                                        </p:tgtEl>
                                        <p:attrNameLst>
                                          <p:attrName>ppt_x</p:attrName>
                                        </p:attrNameLst>
                                      </p:cBhvr>
                                      <p:tavLst>
                                        <p:tav tm="0">
                                          <p:val>
                                            <p:strVal val="#ppt_x"/>
                                          </p:val>
                                        </p:tav>
                                        <p:tav tm="100000">
                                          <p:val>
                                            <p:strVal val="#ppt_x"/>
                                          </p:val>
                                        </p:tav>
                                      </p:tavLst>
                                    </p:anim>
                                    <p:anim calcmode="lin" valueType="num">
                                      <p:cBhvr>
                                        <p:cTn id="91" dur="500" fill="hold"/>
                                        <p:tgtEl>
                                          <p:spTgt spid="39"/>
                                        </p:tgtEl>
                                        <p:attrNameLst>
                                          <p:attrName>ppt_y</p:attrName>
                                        </p:attrNameLst>
                                      </p:cBhvr>
                                      <p:tavLst>
                                        <p:tav tm="0">
                                          <p:val>
                                            <p:strVal val="#ppt_y+.1"/>
                                          </p:val>
                                        </p:tav>
                                        <p:tav tm="100000">
                                          <p:val>
                                            <p:strVal val="#ppt_y"/>
                                          </p:val>
                                        </p:tav>
                                      </p:tavLst>
                                    </p:anim>
                                  </p:childTnLst>
                                </p:cTn>
                              </p:par>
                            </p:childTnLst>
                          </p:cTn>
                        </p:par>
                        <p:par>
                          <p:cTn id="92" fill="hold">
                            <p:stCondLst>
                              <p:cond delay="8000"/>
                            </p:stCondLst>
                            <p:childTnLst>
                              <p:par>
                                <p:cTn id="93" presetID="53" presetClass="entr" presetSubtype="16" fill="hold" grpId="0" nodeType="afterEffect" nodePh="1">
                                  <p:stCondLst>
                                    <p:cond delay="0"/>
                                  </p:stCondLst>
                                  <p:endCondLst>
                                    <p:cond evt="begin" delay="0">
                                      <p:tn val="93"/>
                                    </p:cond>
                                  </p:endCondLst>
                                  <p:childTnLst>
                                    <p:set>
                                      <p:cBhvr>
                                        <p:cTn id="94" dur="1" fill="hold">
                                          <p:stCondLst>
                                            <p:cond delay="0"/>
                                          </p:stCondLst>
                                        </p:cTn>
                                        <p:tgtEl>
                                          <p:spTgt spid="48">
                                            <p:txEl>
                                              <p:pRg st="0" end="0"/>
                                            </p:txEl>
                                          </p:spTgt>
                                        </p:tgtEl>
                                        <p:attrNameLst>
                                          <p:attrName>style.visibility</p:attrName>
                                        </p:attrNameLst>
                                      </p:cBhvr>
                                      <p:to>
                                        <p:strVal val="visible"/>
                                      </p:to>
                                    </p:set>
                                    <p:anim calcmode="lin" valueType="num">
                                      <p:cBhvr>
                                        <p:cTn id="95" dur="500" fill="hold"/>
                                        <p:tgtEl>
                                          <p:spTgt spid="48">
                                            <p:txEl>
                                              <p:pRg st="0" end="0"/>
                                            </p:txEl>
                                          </p:spTgt>
                                        </p:tgtEl>
                                        <p:attrNameLst>
                                          <p:attrName>ppt_w</p:attrName>
                                        </p:attrNameLst>
                                      </p:cBhvr>
                                      <p:tavLst>
                                        <p:tav tm="0">
                                          <p:val>
                                            <p:fltVal val="0"/>
                                          </p:val>
                                        </p:tav>
                                        <p:tav tm="100000">
                                          <p:val>
                                            <p:strVal val="#ppt_w"/>
                                          </p:val>
                                        </p:tav>
                                      </p:tavLst>
                                    </p:anim>
                                    <p:anim calcmode="lin" valueType="num">
                                      <p:cBhvr>
                                        <p:cTn id="96" dur="500" fill="hold"/>
                                        <p:tgtEl>
                                          <p:spTgt spid="48">
                                            <p:txEl>
                                              <p:pRg st="0" end="0"/>
                                            </p:txEl>
                                          </p:spTgt>
                                        </p:tgtEl>
                                        <p:attrNameLst>
                                          <p:attrName>ppt_h</p:attrName>
                                        </p:attrNameLst>
                                      </p:cBhvr>
                                      <p:tavLst>
                                        <p:tav tm="0">
                                          <p:val>
                                            <p:fltVal val="0"/>
                                          </p:val>
                                        </p:tav>
                                        <p:tav tm="100000">
                                          <p:val>
                                            <p:strVal val="#ppt_h"/>
                                          </p:val>
                                        </p:tav>
                                      </p:tavLst>
                                    </p:anim>
                                    <p:animEffect transition="in" filter="fade">
                                      <p:cBhvr>
                                        <p:cTn id="97" dur="500"/>
                                        <p:tgtEl>
                                          <p:spTgt spid="48">
                                            <p:txEl>
                                              <p:pRg st="0" end="0"/>
                                            </p:txEl>
                                          </p:spTgt>
                                        </p:tgtEl>
                                      </p:cBhvr>
                                    </p:animEffect>
                                  </p:childTnLst>
                                </p:cTn>
                              </p:par>
                            </p:childTnLst>
                          </p:cTn>
                        </p:par>
                        <p:par>
                          <p:cTn id="98" fill="hold">
                            <p:stCondLst>
                              <p:cond delay="8500"/>
                            </p:stCondLst>
                            <p:childTnLst>
                              <p:par>
                                <p:cTn id="99" presetID="42" presetClass="entr" presetSubtype="0" fill="hold" grpId="0" nodeType="afterEffect" nodePh="1">
                                  <p:stCondLst>
                                    <p:cond delay="0"/>
                                  </p:stCondLst>
                                  <p:endCondLst>
                                    <p:cond evt="begin" delay="0">
                                      <p:tn val="99"/>
                                    </p:cond>
                                  </p:endCondLst>
                                  <p:childTnLst>
                                    <p:set>
                                      <p:cBhvr>
                                        <p:cTn id="100" dur="1" fill="hold">
                                          <p:stCondLst>
                                            <p:cond delay="0"/>
                                          </p:stCondLst>
                                        </p:cTn>
                                        <p:tgtEl>
                                          <p:spTgt spid="49">
                                            <p:txEl>
                                              <p:pRg st="0" end="0"/>
                                            </p:txEl>
                                          </p:spTgt>
                                        </p:tgtEl>
                                        <p:attrNameLst>
                                          <p:attrName>style.visibility</p:attrName>
                                        </p:attrNameLst>
                                      </p:cBhvr>
                                      <p:to>
                                        <p:strVal val="visible"/>
                                      </p:to>
                                    </p:set>
                                    <p:animEffect transition="in" filter="fade">
                                      <p:cBhvr>
                                        <p:cTn id="101" dur="500"/>
                                        <p:tgtEl>
                                          <p:spTgt spid="49">
                                            <p:txEl>
                                              <p:pRg st="0" end="0"/>
                                            </p:txEl>
                                          </p:spTgt>
                                        </p:tgtEl>
                                      </p:cBhvr>
                                    </p:animEffect>
                                    <p:anim calcmode="lin" valueType="num">
                                      <p:cBhvr>
                                        <p:cTn id="102"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3" dur="50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04" fill="hold">
                            <p:stCondLst>
                              <p:cond delay="9000"/>
                            </p:stCondLst>
                            <p:childTnLst>
                              <p:par>
                                <p:cTn id="105" presetID="42"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anim calcmode="lin" valueType="num">
                                      <p:cBhvr>
                                        <p:cTn id="108" dur="500" fill="hold"/>
                                        <p:tgtEl>
                                          <p:spTgt spid="40"/>
                                        </p:tgtEl>
                                        <p:attrNameLst>
                                          <p:attrName>ppt_x</p:attrName>
                                        </p:attrNameLst>
                                      </p:cBhvr>
                                      <p:tavLst>
                                        <p:tav tm="0">
                                          <p:val>
                                            <p:strVal val="#ppt_x"/>
                                          </p:val>
                                        </p:tav>
                                        <p:tav tm="100000">
                                          <p:val>
                                            <p:strVal val="#ppt_x"/>
                                          </p:val>
                                        </p:tav>
                                      </p:tavLst>
                                    </p:anim>
                                    <p:anim calcmode="lin" valueType="num">
                                      <p:cBhvr>
                                        <p:cTn id="109" dur="500" fill="hold"/>
                                        <p:tgtEl>
                                          <p:spTgt spid="40"/>
                                        </p:tgtEl>
                                        <p:attrNameLst>
                                          <p:attrName>ppt_y</p:attrName>
                                        </p:attrNameLst>
                                      </p:cBhvr>
                                      <p:tavLst>
                                        <p:tav tm="0">
                                          <p:val>
                                            <p:strVal val="#ppt_y+.1"/>
                                          </p:val>
                                        </p:tav>
                                        <p:tav tm="100000">
                                          <p:val>
                                            <p:strVal val="#ppt_y"/>
                                          </p:val>
                                        </p:tav>
                                      </p:tavLst>
                                    </p:anim>
                                  </p:childTnLst>
                                </p:cTn>
                              </p:par>
                            </p:childTnLst>
                          </p:cTn>
                        </p:par>
                        <p:par>
                          <p:cTn id="110" fill="hold">
                            <p:stCondLst>
                              <p:cond delay="9500"/>
                            </p:stCondLst>
                            <p:childTnLst>
                              <p:par>
                                <p:cTn id="111" presetID="53" presetClass="entr" presetSubtype="16" fill="hold" grpId="0" nodeType="afterEffect" nodePh="1">
                                  <p:stCondLst>
                                    <p:cond delay="0"/>
                                  </p:stCondLst>
                                  <p:endCondLst>
                                    <p:cond evt="begin" delay="0">
                                      <p:tn val="111"/>
                                    </p:cond>
                                  </p:endCondLst>
                                  <p:childTnLst>
                                    <p:set>
                                      <p:cBhvr>
                                        <p:cTn id="112" dur="1" fill="hold">
                                          <p:stCondLst>
                                            <p:cond delay="0"/>
                                          </p:stCondLst>
                                        </p:cTn>
                                        <p:tgtEl>
                                          <p:spTgt spid="41">
                                            <p:txEl>
                                              <p:pRg st="0" end="0"/>
                                            </p:txEl>
                                          </p:spTgt>
                                        </p:tgtEl>
                                        <p:attrNameLst>
                                          <p:attrName>style.visibility</p:attrName>
                                        </p:attrNameLst>
                                      </p:cBhvr>
                                      <p:to>
                                        <p:strVal val="visible"/>
                                      </p:to>
                                    </p:set>
                                    <p:anim calcmode="lin" valueType="num">
                                      <p:cBhvr>
                                        <p:cTn id="113" dur="500" fill="hold"/>
                                        <p:tgtEl>
                                          <p:spTgt spid="41">
                                            <p:txEl>
                                              <p:pRg st="0" end="0"/>
                                            </p:txEl>
                                          </p:spTgt>
                                        </p:tgtEl>
                                        <p:attrNameLst>
                                          <p:attrName>ppt_w</p:attrName>
                                        </p:attrNameLst>
                                      </p:cBhvr>
                                      <p:tavLst>
                                        <p:tav tm="0">
                                          <p:val>
                                            <p:fltVal val="0"/>
                                          </p:val>
                                        </p:tav>
                                        <p:tav tm="100000">
                                          <p:val>
                                            <p:strVal val="#ppt_w"/>
                                          </p:val>
                                        </p:tav>
                                      </p:tavLst>
                                    </p:anim>
                                    <p:anim calcmode="lin" valueType="num">
                                      <p:cBhvr>
                                        <p:cTn id="114" dur="500" fill="hold"/>
                                        <p:tgtEl>
                                          <p:spTgt spid="41">
                                            <p:txEl>
                                              <p:pRg st="0" end="0"/>
                                            </p:txEl>
                                          </p:spTgt>
                                        </p:tgtEl>
                                        <p:attrNameLst>
                                          <p:attrName>ppt_h</p:attrName>
                                        </p:attrNameLst>
                                      </p:cBhvr>
                                      <p:tavLst>
                                        <p:tav tm="0">
                                          <p:val>
                                            <p:fltVal val="0"/>
                                          </p:val>
                                        </p:tav>
                                        <p:tav tm="100000">
                                          <p:val>
                                            <p:strVal val="#ppt_h"/>
                                          </p:val>
                                        </p:tav>
                                      </p:tavLst>
                                    </p:anim>
                                    <p:animEffect transition="in" filter="fade">
                                      <p:cBhvr>
                                        <p:cTn id="115" dur="500"/>
                                        <p:tgtEl>
                                          <p:spTgt spid="41">
                                            <p:txEl>
                                              <p:pRg st="0" end="0"/>
                                            </p:txEl>
                                          </p:spTgt>
                                        </p:tgtEl>
                                      </p:cBhvr>
                                    </p:animEffect>
                                  </p:childTnLst>
                                </p:cTn>
                              </p:par>
                            </p:childTnLst>
                          </p:cTn>
                        </p:par>
                        <p:par>
                          <p:cTn id="116" fill="hold">
                            <p:stCondLst>
                              <p:cond delay="10000"/>
                            </p:stCondLst>
                            <p:childTnLst>
                              <p:par>
                                <p:cTn id="117" presetID="47"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anim calcmode="lin" valueType="num">
                                      <p:cBhvr>
                                        <p:cTn id="120" dur="500" fill="hold"/>
                                        <p:tgtEl>
                                          <p:spTgt spid="42"/>
                                        </p:tgtEl>
                                        <p:attrNameLst>
                                          <p:attrName>ppt_x</p:attrName>
                                        </p:attrNameLst>
                                      </p:cBhvr>
                                      <p:tavLst>
                                        <p:tav tm="0">
                                          <p:val>
                                            <p:strVal val="#ppt_x"/>
                                          </p:val>
                                        </p:tav>
                                        <p:tav tm="100000">
                                          <p:val>
                                            <p:strVal val="#ppt_x"/>
                                          </p:val>
                                        </p:tav>
                                      </p:tavLst>
                                    </p:anim>
                                    <p:anim calcmode="lin" valueType="num">
                                      <p:cBhvr>
                                        <p:cTn id="121" dur="500" fill="hold"/>
                                        <p:tgtEl>
                                          <p:spTgt spid="42"/>
                                        </p:tgtEl>
                                        <p:attrNameLst>
                                          <p:attrName>ppt_y</p:attrName>
                                        </p:attrNameLst>
                                      </p:cBhvr>
                                      <p:tavLst>
                                        <p:tav tm="0">
                                          <p:val>
                                            <p:strVal val="#ppt_y-.1"/>
                                          </p:val>
                                        </p:tav>
                                        <p:tav tm="100000">
                                          <p:val>
                                            <p:strVal val="#ppt_y"/>
                                          </p:val>
                                        </p:tav>
                                      </p:tavLst>
                                    </p:anim>
                                  </p:childTnLst>
                                </p:cTn>
                              </p:par>
                            </p:childTnLst>
                          </p:cTn>
                        </p:par>
                        <p:par>
                          <p:cTn id="122" fill="hold">
                            <p:stCondLst>
                              <p:cond delay="10500"/>
                            </p:stCondLst>
                            <p:childTnLst>
                              <p:par>
                                <p:cTn id="123" presetID="53" presetClass="entr" presetSubtype="16" fill="hold" grpId="0" nodeType="afterEffect" nodePh="1">
                                  <p:stCondLst>
                                    <p:cond delay="0"/>
                                  </p:stCondLst>
                                  <p:endCondLst>
                                    <p:cond evt="begin" delay="0">
                                      <p:tn val="123"/>
                                    </p:cond>
                                  </p:endCondLst>
                                  <p:childTnLst>
                                    <p:set>
                                      <p:cBhvr>
                                        <p:cTn id="124" dur="1" fill="hold">
                                          <p:stCondLst>
                                            <p:cond delay="0"/>
                                          </p:stCondLst>
                                        </p:cTn>
                                        <p:tgtEl>
                                          <p:spTgt spid="50">
                                            <p:txEl>
                                              <p:pRg st="0" end="0"/>
                                            </p:txEl>
                                          </p:spTgt>
                                        </p:tgtEl>
                                        <p:attrNameLst>
                                          <p:attrName>style.visibility</p:attrName>
                                        </p:attrNameLst>
                                      </p:cBhvr>
                                      <p:to>
                                        <p:strVal val="visible"/>
                                      </p:to>
                                    </p:set>
                                    <p:anim calcmode="lin" valueType="num">
                                      <p:cBhvr>
                                        <p:cTn id="125" dur="500" fill="hold"/>
                                        <p:tgtEl>
                                          <p:spTgt spid="50">
                                            <p:txEl>
                                              <p:pRg st="0" end="0"/>
                                            </p:txEl>
                                          </p:spTgt>
                                        </p:tgtEl>
                                        <p:attrNameLst>
                                          <p:attrName>ppt_w</p:attrName>
                                        </p:attrNameLst>
                                      </p:cBhvr>
                                      <p:tavLst>
                                        <p:tav tm="0">
                                          <p:val>
                                            <p:fltVal val="0"/>
                                          </p:val>
                                        </p:tav>
                                        <p:tav tm="100000">
                                          <p:val>
                                            <p:strVal val="#ppt_w"/>
                                          </p:val>
                                        </p:tav>
                                      </p:tavLst>
                                    </p:anim>
                                    <p:anim calcmode="lin" valueType="num">
                                      <p:cBhvr>
                                        <p:cTn id="126" dur="500" fill="hold"/>
                                        <p:tgtEl>
                                          <p:spTgt spid="50">
                                            <p:txEl>
                                              <p:pRg st="0" end="0"/>
                                            </p:txEl>
                                          </p:spTgt>
                                        </p:tgtEl>
                                        <p:attrNameLst>
                                          <p:attrName>ppt_h</p:attrName>
                                        </p:attrNameLst>
                                      </p:cBhvr>
                                      <p:tavLst>
                                        <p:tav tm="0">
                                          <p:val>
                                            <p:fltVal val="0"/>
                                          </p:val>
                                        </p:tav>
                                        <p:tav tm="100000">
                                          <p:val>
                                            <p:strVal val="#ppt_h"/>
                                          </p:val>
                                        </p:tav>
                                      </p:tavLst>
                                    </p:anim>
                                    <p:animEffect transition="in" filter="fade">
                                      <p:cBhvr>
                                        <p:cTn id="127" dur="500"/>
                                        <p:tgtEl>
                                          <p:spTgt spid="50">
                                            <p:txEl>
                                              <p:pRg st="0" end="0"/>
                                            </p:txEl>
                                          </p:spTgt>
                                        </p:tgtEl>
                                      </p:cBhvr>
                                    </p:animEffect>
                                  </p:childTnLst>
                                </p:cTn>
                              </p:par>
                            </p:childTnLst>
                          </p:cTn>
                        </p:par>
                        <p:par>
                          <p:cTn id="128" fill="hold">
                            <p:stCondLst>
                              <p:cond delay="11000"/>
                            </p:stCondLst>
                            <p:childTnLst>
                              <p:par>
                                <p:cTn id="129" presetID="42" presetClass="entr" presetSubtype="0" fill="hold" grpId="0" nodeType="afterEffect" nodePh="1">
                                  <p:stCondLst>
                                    <p:cond delay="0"/>
                                  </p:stCondLst>
                                  <p:endCondLst>
                                    <p:cond evt="begin" delay="0">
                                      <p:tn val="129"/>
                                    </p:cond>
                                  </p:endCondLst>
                                  <p:childTnLst>
                                    <p:set>
                                      <p:cBhvr>
                                        <p:cTn id="130" dur="1" fill="hold">
                                          <p:stCondLst>
                                            <p:cond delay="0"/>
                                          </p:stCondLst>
                                        </p:cTn>
                                        <p:tgtEl>
                                          <p:spTgt spid="51">
                                            <p:txEl>
                                              <p:pRg st="0" end="0"/>
                                            </p:txEl>
                                          </p:spTgt>
                                        </p:tgtEl>
                                        <p:attrNameLst>
                                          <p:attrName>style.visibility</p:attrName>
                                        </p:attrNameLst>
                                      </p:cBhvr>
                                      <p:to>
                                        <p:strVal val="visible"/>
                                      </p:to>
                                    </p:set>
                                    <p:animEffect transition="in" filter="fade">
                                      <p:cBhvr>
                                        <p:cTn id="131" dur="500"/>
                                        <p:tgtEl>
                                          <p:spTgt spid="51">
                                            <p:txEl>
                                              <p:pRg st="0" end="0"/>
                                            </p:txEl>
                                          </p:spTgt>
                                        </p:tgtEl>
                                      </p:cBhvr>
                                    </p:animEffect>
                                    <p:anim calcmode="lin" valueType="num">
                                      <p:cBhvr>
                                        <p:cTn id="13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33" dur="50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4" grpId="0" animBg="1"/>
      <p:bldP spid="2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3" grpId="0" animBg="1"/>
      <p:bldP spid="32"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2"/>
                        </p:tgtEl>
                        <p:attrNameLst>
                          <p:attrName>style.visibility</p:attrName>
                        </p:attrNameLst>
                      </p:cBhvr>
                      <p:to>
                        <p:strVal val="visible"/>
                      </p:to>
                    </p:set>
                    <p:anim calcmode="lin" valueType="num">
                      <p:cBhvr>
                        <p:cTn dur="500" fill="hold"/>
                        <p:tgtEl>
                          <p:spTgt spid="32"/>
                        </p:tgtEl>
                        <p:attrNameLst>
                          <p:attrName>ppt_w</p:attrName>
                        </p:attrNameLst>
                      </p:cBhvr>
                      <p:tavLst>
                        <p:tav tm="0">
                          <p:val>
                            <p:fltVal val="0"/>
                          </p:val>
                        </p:tav>
                        <p:tav tm="100000">
                          <p:val>
                            <p:strVal val="#ppt_w"/>
                          </p:val>
                        </p:tav>
                      </p:tavLst>
                    </p:anim>
                    <p:anim calcmode="lin" valueType="num">
                      <p:cBhvr>
                        <p:cTn dur="500" fill="hold"/>
                        <p:tgtEl>
                          <p:spTgt spid="32"/>
                        </p:tgtEl>
                        <p:attrNameLst>
                          <p:attrName>ppt_h</p:attrName>
                        </p:attrNameLst>
                      </p:cBhvr>
                      <p:tavLst>
                        <p:tav tm="0">
                          <p:val>
                            <p:fltVal val="0"/>
                          </p:val>
                        </p:tav>
                        <p:tav tm="100000">
                          <p:val>
                            <p:strVal val="#ppt_h"/>
                          </p:val>
                        </p:tav>
                      </p:tavLst>
                    </p:anim>
                    <p:animEffect transition="in" filter="fade">
                      <p:cBhvr>
                        <p:cTn dur="500"/>
                        <p:tgtEl>
                          <p:spTgt spid="32"/>
                        </p:tgtEl>
                      </p:cBhvr>
                    </p:animEffect>
                  </p:childTnLst>
                </p:cTn>
              </p:par>
            </p:tnLst>
          </p:tmpl>
        </p:tmplLst>
      </p:bldP>
      <p:bldP spid="36" grpId="0" animBg="1"/>
      <p:bldP spid="37"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fltVal val="0"/>
                          </p:val>
                        </p:tav>
                        <p:tav tm="100000">
                          <p:val>
                            <p:strVal val="#ppt_w"/>
                          </p:val>
                        </p:tav>
                      </p:tavLst>
                    </p:anim>
                    <p:anim calcmode="lin" valueType="num">
                      <p:cBhvr>
                        <p:cTn dur="500" fill="hold"/>
                        <p:tgtEl>
                          <p:spTgt spid="37"/>
                        </p:tgtEl>
                        <p:attrNameLst>
                          <p:attrName>ppt_h</p:attrName>
                        </p:attrNameLst>
                      </p:cBhvr>
                      <p:tavLst>
                        <p:tav tm="0">
                          <p:val>
                            <p:fltVal val="0"/>
                          </p:val>
                        </p:tav>
                        <p:tav tm="100000">
                          <p:val>
                            <p:strVal val="#ppt_h"/>
                          </p:val>
                        </p:tav>
                      </p:tavLst>
                    </p:anim>
                    <p:animEffect transition="in" filter="fade">
                      <p:cBhvr>
                        <p:cTn dur="500"/>
                        <p:tgtEl>
                          <p:spTgt spid="37"/>
                        </p:tgtEl>
                      </p:cBhvr>
                    </p:animEffect>
                  </p:childTnLst>
                </p:cTn>
              </p:par>
            </p:tnLst>
          </p:tmpl>
        </p:tmplLst>
      </p:bldP>
      <p:bldP spid="38" grpId="0" animBg="1"/>
      <p:bldP spid="39" grpId="0" animBg="1"/>
      <p:bldP spid="40" grpId="0" animBg="1"/>
      <p:bldP spid="41"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 calcmode="lin" valueType="num">
                      <p:cBhvr>
                        <p:cTn dur="500" fill="hold"/>
                        <p:tgtEl>
                          <p:spTgt spid="41"/>
                        </p:tgtEl>
                        <p:attrNameLst>
                          <p:attrName>ppt_w</p:attrName>
                        </p:attrNameLst>
                      </p:cBhvr>
                      <p:tavLst>
                        <p:tav tm="0">
                          <p:val>
                            <p:fltVal val="0"/>
                          </p:val>
                        </p:tav>
                        <p:tav tm="100000">
                          <p:val>
                            <p:strVal val="#ppt_w"/>
                          </p:val>
                        </p:tav>
                      </p:tavLst>
                    </p:anim>
                    <p:anim calcmode="lin" valueType="num">
                      <p:cBhvr>
                        <p:cTn dur="500" fill="hold"/>
                        <p:tgtEl>
                          <p:spTgt spid="41"/>
                        </p:tgtEl>
                        <p:attrNameLst>
                          <p:attrName>ppt_h</p:attrName>
                        </p:attrNameLst>
                      </p:cBhvr>
                      <p:tavLst>
                        <p:tav tm="0">
                          <p:val>
                            <p:fltVal val="0"/>
                          </p:val>
                        </p:tav>
                        <p:tav tm="100000">
                          <p:val>
                            <p:strVal val="#ppt_h"/>
                          </p:val>
                        </p:tav>
                      </p:tavLst>
                    </p:anim>
                    <p:animEffect transition="in" filter="fade">
                      <p:cBhvr>
                        <p:cTn dur="500"/>
                        <p:tgtEl>
                          <p:spTgt spid="41"/>
                        </p:tgtEl>
                      </p:cBhvr>
                    </p:animEffect>
                  </p:childTnLst>
                </p:cTn>
              </p:par>
            </p:tnLst>
          </p:tmpl>
        </p:tmplLst>
      </p:bldP>
      <p:bldP spid="42" grpId="0" animBg="1"/>
      <p:bldP spid="44"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4"/>
                        </p:tgtEl>
                        <p:attrNameLst>
                          <p:attrName>style.visibility</p:attrName>
                        </p:attrNameLst>
                      </p:cBhvr>
                      <p:to>
                        <p:strVal val="visible"/>
                      </p:to>
                    </p:set>
                    <p:anim calcmode="lin" valueType="num">
                      <p:cBhvr>
                        <p:cTn dur="500" fill="hold"/>
                        <p:tgtEl>
                          <p:spTgt spid="44"/>
                        </p:tgtEl>
                        <p:attrNameLst>
                          <p:attrName>ppt_w</p:attrName>
                        </p:attrNameLst>
                      </p:cBhvr>
                      <p:tavLst>
                        <p:tav tm="0">
                          <p:val>
                            <p:fltVal val="0"/>
                          </p:val>
                        </p:tav>
                        <p:tav tm="100000">
                          <p:val>
                            <p:strVal val="#ppt_w"/>
                          </p:val>
                        </p:tav>
                      </p:tavLst>
                    </p:anim>
                    <p:anim calcmode="lin" valueType="num">
                      <p:cBhvr>
                        <p:cTn dur="500" fill="hold"/>
                        <p:tgtEl>
                          <p:spTgt spid="44"/>
                        </p:tgtEl>
                        <p:attrNameLst>
                          <p:attrName>ppt_h</p:attrName>
                        </p:attrNameLst>
                      </p:cBhvr>
                      <p:tavLst>
                        <p:tav tm="0">
                          <p:val>
                            <p:fltVal val="0"/>
                          </p:val>
                        </p:tav>
                        <p:tav tm="100000">
                          <p:val>
                            <p:strVal val="#ppt_h"/>
                          </p:val>
                        </p:tav>
                      </p:tavLst>
                    </p:anim>
                    <p:animEffect transition="in" filter="fade">
                      <p:cBhvr>
                        <p:cTn dur="500"/>
                        <p:tgtEl>
                          <p:spTgt spid="44"/>
                        </p:tgtEl>
                      </p:cBhvr>
                    </p:animEffect>
                  </p:childTnLst>
                </p:cTn>
              </p:par>
            </p:tnLst>
          </p:tmpl>
        </p:tmplLst>
      </p:bldP>
      <p:bldP spid="45"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anim calcmode="lin" valueType="num">
                      <p:cBhvr>
                        <p:cTn dur="500" fill="hold"/>
                        <p:tgtEl>
                          <p:spTgt spid="45"/>
                        </p:tgtEl>
                        <p:attrNameLst>
                          <p:attrName>ppt_x</p:attrName>
                        </p:attrNameLst>
                      </p:cBhvr>
                      <p:tavLst>
                        <p:tav tm="0">
                          <p:val>
                            <p:strVal val="#ppt_x"/>
                          </p:val>
                        </p:tav>
                        <p:tav tm="100000">
                          <p:val>
                            <p:strVal val="#ppt_x"/>
                          </p:val>
                        </p:tav>
                      </p:tavLst>
                    </p:anim>
                    <p:anim calcmode="lin" valueType="num">
                      <p:cBhvr>
                        <p:cTn dur="50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6"/>
                        </p:tgtEl>
                        <p:attrNameLst>
                          <p:attrName>style.visibility</p:attrName>
                        </p:attrNameLst>
                      </p:cBhvr>
                      <p:to>
                        <p:strVal val="visible"/>
                      </p:to>
                    </p:set>
                    <p:anim calcmode="lin" valueType="num">
                      <p:cBhvr>
                        <p:cTn dur="500" fill="hold"/>
                        <p:tgtEl>
                          <p:spTgt spid="46"/>
                        </p:tgtEl>
                        <p:attrNameLst>
                          <p:attrName>ppt_w</p:attrName>
                        </p:attrNameLst>
                      </p:cBhvr>
                      <p:tavLst>
                        <p:tav tm="0">
                          <p:val>
                            <p:fltVal val="0"/>
                          </p:val>
                        </p:tav>
                        <p:tav tm="100000">
                          <p:val>
                            <p:strVal val="#ppt_w"/>
                          </p:val>
                        </p:tav>
                      </p:tavLst>
                    </p:anim>
                    <p:anim calcmode="lin" valueType="num">
                      <p:cBhvr>
                        <p:cTn dur="500" fill="hold"/>
                        <p:tgtEl>
                          <p:spTgt spid="46"/>
                        </p:tgtEl>
                        <p:attrNameLst>
                          <p:attrName>ppt_h</p:attrName>
                        </p:attrNameLst>
                      </p:cBhvr>
                      <p:tavLst>
                        <p:tav tm="0">
                          <p:val>
                            <p:fltVal val="0"/>
                          </p:val>
                        </p:tav>
                        <p:tav tm="100000">
                          <p:val>
                            <p:strVal val="#ppt_h"/>
                          </p:val>
                        </p:tav>
                      </p:tavLst>
                    </p:anim>
                    <p:animEffect transition="in" filter="fade">
                      <p:cBhvr>
                        <p:cTn dur="500"/>
                        <p:tgtEl>
                          <p:spTgt spid="46"/>
                        </p:tgtEl>
                      </p:cBhvr>
                    </p:animEffect>
                  </p:childTnLst>
                </p:cTn>
              </p:par>
            </p:tnLst>
          </p:tmpl>
        </p:tmplLst>
      </p:bldP>
      <p:bldP spid="47"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anim calcmode="lin" valueType="num">
                      <p:cBhvr>
                        <p:cTn dur="500" fill="hold"/>
                        <p:tgtEl>
                          <p:spTgt spid="47"/>
                        </p:tgtEl>
                        <p:attrNameLst>
                          <p:attrName>ppt_x</p:attrName>
                        </p:attrNameLst>
                      </p:cBhvr>
                      <p:tavLst>
                        <p:tav tm="0">
                          <p:val>
                            <p:strVal val="#ppt_x"/>
                          </p:val>
                        </p:tav>
                        <p:tav tm="100000">
                          <p:val>
                            <p:strVal val="#ppt_x"/>
                          </p:val>
                        </p:tav>
                      </p:tavLst>
                    </p:anim>
                    <p:anim calcmode="lin" valueType="num">
                      <p:cBhvr>
                        <p:cTn dur="50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48"/>
                        </p:tgtEl>
                        <p:attrNameLst>
                          <p:attrName>style.visibility</p:attrName>
                        </p:attrNameLst>
                      </p:cBhvr>
                      <p:to>
                        <p:strVal val="visible"/>
                      </p:to>
                    </p:set>
                    <p:anim calcmode="lin" valueType="num">
                      <p:cBhvr>
                        <p:cTn dur="500" fill="hold"/>
                        <p:tgtEl>
                          <p:spTgt spid="48"/>
                        </p:tgtEl>
                        <p:attrNameLst>
                          <p:attrName>ppt_w</p:attrName>
                        </p:attrNameLst>
                      </p:cBhvr>
                      <p:tavLst>
                        <p:tav tm="0">
                          <p:val>
                            <p:fltVal val="0"/>
                          </p:val>
                        </p:tav>
                        <p:tav tm="100000">
                          <p:val>
                            <p:strVal val="#ppt_w"/>
                          </p:val>
                        </p:tav>
                      </p:tavLst>
                    </p:anim>
                    <p:anim calcmode="lin" valueType="num">
                      <p:cBhvr>
                        <p:cTn dur="500" fill="hold"/>
                        <p:tgtEl>
                          <p:spTgt spid="48"/>
                        </p:tgtEl>
                        <p:attrNameLst>
                          <p:attrName>ppt_h</p:attrName>
                        </p:attrNameLst>
                      </p:cBhvr>
                      <p:tavLst>
                        <p:tav tm="0">
                          <p:val>
                            <p:fltVal val="0"/>
                          </p:val>
                        </p:tav>
                        <p:tav tm="100000">
                          <p:val>
                            <p:strVal val="#ppt_h"/>
                          </p:val>
                        </p:tav>
                      </p:tavLst>
                    </p:anim>
                    <p:animEffect transition="in" filter="fade">
                      <p:cBhvr>
                        <p:cTn dur="500"/>
                        <p:tgtEl>
                          <p:spTgt spid="48"/>
                        </p:tgtEl>
                      </p:cBhvr>
                    </p:animEffect>
                  </p:childTnLst>
                </p:cTn>
              </p:par>
            </p:tnLst>
          </p:tmpl>
        </p:tmplLst>
      </p:bldP>
      <p:bldP spid="49"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anim calcmode="lin" valueType="num">
                      <p:cBhvr>
                        <p:cTn dur="500" fill="hold"/>
                        <p:tgtEl>
                          <p:spTgt spid="49"/>
                        </p:tgtEl>
                        <p:attrNameLst>
                          <p:attrName>ppt_x</p:attrName>
                        </p:attrNameLst>
                      </p:cBhvr>
                      <p:tavLst>
                        <p:tav tm="0">
                          <p:val>
                            <p:strVal val="#ppt_x"/>
                          </p:val>
                        </p:tav>
                        <p:tav tm="100000">
                          <p:val>
                            <p:strVal val="#ppt_x"/>
                          </p:val>
                        </p:tav>
                      </p:tavLst>
                    </p:anim>
                    <p:anim calcmode="lin" valueType="num">
                      <p:cBhvr>
                        <p:cTn dur="50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50"/>
                        </p:tgtEl>
                        <p:attrNameLst>
                          <p:attrName>style.visibility</p:attrName>
                        </p:attrNameLst>
                      </p:cBhvr>
                      <p:to>
                        <p:strVal val="visible"/>
                      </p:to>
                    </p:set>
                    <p:anim calcmode="lin" valueType="num">
                      <p:cBhvr>
                        <p:cTn dur="500" fill="hold"/>
                        <p:tgtEl>
                          <p:spTgt spid="50"/>
                        </p:tgtEl>
                        <p:attrNameLst>
                          <p:attrName>ppt_w</p:attrName>
                        </p:attrNameLst>
                      </p:cBhvr>
                      <p:tavLst>
                        <p:tav tm="0">
                          <p:val>
                            <p:fltVal val="0"/>
                          </p:val>
                        </p:tav>
                        <p:tav tm="100000">
                          <p:val>
                            <p:strVal val="#ppt_w"/>
                          </p:val>
                        </p:tav>
                      </p:tavLst>
                    </p:anim>
                    <p:anim calcmode="lin" valueType="num">
                      <p:cBhvr>
                        <p:cTn dur="500" fill="hold"/>
                        <p:tgtEl>
                          <p:spTgt spid="50"/>
                        </p:tgtEl>
                        <p:attrNameLst>
                          <p:attrName>ppt_h</p:attrName>
                        </p:attrNameLst>
                      </p:cBhvr>
                      <p:tavLst>
                        <p:tav tm="0">
                          <p:val>
                            <p:fltVal val="0"/>
                          </p:val>
                        </p:tav>
                        <p:tav tm="100000">
                          <p:val>
                            <p:strVal val="#ppt_h"/>
                          </p:val>
                        </p:tav>
                      </p:tavLst>
                    </p:anim>
                    <p:animEffect transition="in" filter="fade">
                      <p:cBhvr>
                        <p:cTn dur="500"/>
                        <p:tgtEl>
                          <p:spTgt spid="50"/>
                        </p:tgtEl>
                      </p:cBhvr>
                    </p:animEffect>
                  </p:childTnLst>
                </p:cTn>
              </p:par>
            </p:tnLst>
          </p:tmpl>
        </p:tmplLst>
      </p:bldP>
      <p:bldP spid="51"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anim calcmode="lin" valueType="num">
                      <p:cBhvr>
                        <p:cTn dur="500" fill="hold"/>
                        <p:tgtEl>
                          <p:spTgt spid="51"/>
                        </p:tgtEl>
                        <p:attrNameLst>
                          <p:attrName>ppt_x</p:attrName>
                        </p:attrNameLst>
                      </p:cBhvr>
                      <p:tavLst>
                        <p:tav tm="0">
                          <p:val>
                            <p:strVal val="#ppt_x"/>
                          </p:val>
                        </p:tav>
                        <p:tav tm="100000">
                          <p:val>
                            <p:strVal val="#ppt_x"/>
                          </p:val>
                        </p:tav>
                      </p:tavLst>
                    </p:anim>
                    <p:anim calcmode="lin" valueType="num">
                      <p:cBhvr>
                        <p:cTn dur="500" fill="hold"/>
                        <p:tgtEl>
                          <p:spTgt spid="5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9" name="Rectangle 8"/>
          <p:cNvSpPr/>
          <p:nvPr userDrawn="1"/>
        </p:nvSpPr>
        <p:spPr>
          <a:xfrm>
            <a:off x="-158750" y="2006600"/>
            <a:ext cx="12509500" cy="4159250"/>
          </a:xfrm>
          <a:prstGeom prst="rect">
            <a:avLst/>
          </a:prstGeom>
          <a:solidFill>
            <a:schemeClr val="tx1">
              <a:lumMod val="75000"/>
              <a:lumOff val="2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 name="Title 1"/>
          <p:cNvSpPr>
            <a:spLocks noGrp="1"/>
          </p:cNvSpPr>
          <p:nvPr>
            <p:ph type="title" hasCustomPrompt="1"/>
          </p:nvPr>
        </p:nvSpPr>
        <p:spPr>
          <a:xfrm>
            <a:off x="479425" y="692150"/>
            <a:ext cx="11233150" cy="405130"/>
          </a:xfrm>
        </p:spPr>
        <p:txBody>
          <a:bodyPr/>
          <a:lstStyle>
            <a:lvl1pPr algn="ct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2FB212AE-5F5B-D04B-9A21-DB0D6A54AC2A}"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lgn="ctr">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Picture Placeholder 6"/>
          <p:cNvSpPr>
            <a:spLocks noGrp="1"/>
          </p:cNvSpPr>
          <p:nvPr>
            <p:ph type="pic" sz="quarter" idx="13"/>
          </p:nvPr>
        </p:nvSpPr>
        <p:spPr>
          <a:xfrm>
            <a:off x="3505200" y="2006600"/>
            <a:ext cx="5181600" cy="4159250"/>
          </a:xfrm>
          <a:solidFill>
            <a:schemeClr val="bg1">
              <a:lumMod val="85000"/>
            </a:schemeClr>
          </a:solidFill>
          <a:ln w="57150">
            <a:solidFill>
              <a:schemeClr val="bg1"/>
            </a:solidFill>
          </a:ln>
        </p:spPr>
        <p:txBody>
          <a:bodyPr/>
          <a:lstStyle/>
          <a:p>
            <a:endParaRPr lang="en-AU"/>
          </a:p>
        </p:txBody>
      </p:sp>
    </p:spTree>
    <p:extLst>
      <p:ext uri="{BB962C8B-B14F-4D97-AF65-F5344CB8AC3E}">
        <p14:creationId xmlns:p14="http://schemas.microsoft.com/office/powerpoint/2010/main" val="22515648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Lst>
  </p:timing>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838200" y="692150"/>
            <a:ext cx="4687664" cy="3679952"/>
          </a:xfrm>
          <a:solidFill>
            <a:schemeClr val="bg1">
              <a:lumMod val="85000"/>
            </a:schemeClr>
          </a:solidFill>
          <a:ln w="57150">
            <a:solidFill>
              <a:schemeClr val="bg1"/>
            </a:solidFill>
          </a:ln>
        </p:spPr>
        <p:txBody>
          <a:bodyPr/>
          <a:lstStyle/>
          <a:p>
            <a:endParaRPr lang="en-AU" dirty="0"/>
          </a:p>
        </p:txBody>
      </p:sp>
      <p:sp>
        <p:nvSpPr>
          <p:cNvPr id="12" name="Picture Placeholder 6"/>
          <p:cNvSpPr>
            <a:spLocks noGrp="1"/>
          </p:cNvSpPr>
          <p:nvPr>
            <p:ph type="pic" sz="quarter" idx="14"/>
          </p:nvPr>
        </p:nvSpPr>
        <p:spPr>
          <a:xfrm>
            <a:off x="838200" y="4372102"/>
            <a:ext cx="1175430" cy="972340"/>
          </a:xfrm>
          <a:solidFill>
            <a:schemeClr val="bg1">
              <a:lumMod val="85000"/>
            </a:schemeClr>
          </a:solidFill>
          <a:ln w="57150">
            <a:solidFill>
              <a:schemeClr val="bg1"/>
            </a:solidFill>
          </a:ln>
        </p:spPr>
        <p:txBody>
          <a:bodyPr/>
          <a:lstStyle/>
          <a:p>
            <a:endParaRPr lang="en-AU"/>
          </a:p>
        </p:txBody>
      </p:sp>
      <p:sp>
        <p:nvSpPr>
          <p:cNvPr id="13" name="Picture Placeholder 6"/>
          <p:cNvSpPr>
            <a:spLocks noGrp="1"/>
          </p:cNvSpPr>
          <p:nvPr>
            <p:ph type="pic" sz="quarter" idx="15"/>
          </p:nvPr>
        </p:nvSpPr>
        <p:spPr>
          <a:xfrm>
            <a:off x="1999574" y="4372102"/>
            <a:ext cx="1175430" cy="972340"/>
          </a:xfrm>
          <a:solidFill>
            <a:schemeClr val="bg1">
              <a:lumMod val="85000"/>
            </a:schemeClr>
          </a:solidFill>
          <a:ln w="57150">
            <a:solidFill>
              <a:schemeClr val="bg1"/>
            </a:solidFill>
          </a:ln>
        </p:spPr>
        <p:txBody>
          <a:bodyPr/>
          <a:lstStyle/>
          <a:p>
            <a:endParaRPr lang="en-AU"/>
          </a:p>
        </p:txBody>
      </p:sp>
      <p:sp>
        <p:nvSpPr>
          <p:cNvPr id="2" name="Title 1"/>
          <p:cNvSpPr>
            <a:spLocks noGrp="1"/>
          </p:cNvSpPr>
          <p:nvPr>
            <p:ph type="title" hasCustomPrompt="1"/>
          </p:nvPr>
        </p:nvSpPr>
        <p:spPr>
          <a:xfrm>
            <a:off x="6096000" y="692150"/>
            <a:ext cx="5616574" cy="970396"/>
          </a:xfrm>
        </p:spPr>
        <p:txBody>
          <a:bodyPr/>
          <a:lstStyle>
            <a:lvl1pPr algn="l">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081D4B42-103B-1E49-A777-30502AC90C4F}"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6096000" y="1702911"/>
            <a:ext cx="5616575" cy="272983"/>
          </a:xfrm>
        </p:spPr>
        <p:txBody>
          <a:bodyPr>
            <a:normAutofit/>
          </a:bodyPr>
          <a:lstStyle>
            <a:lvl1pPr marL="0" indent="0" algn="l">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14" name="Picture Placeholder 6"/>
          <p:cNvSpPr>
            <a:spLocks noGrp="1"/>
          </p:cNvSpPr>
          <p:nvPr>
            <p:ph type="pic" sz="quarter" idx="16"/>
          </p:nvPr>
        </p:nvSpPr>
        <p:spPr>
          <a:xfrm>
            <a:off x="3175004" y="4372102"/>
            <a:ext cx="1175430" cy="972340"/>
          </a:xfrm>
          <a:solidFill>
            <a:schemeClr val="bg1">
              <a:lumMod val="85000"/>
            </a:schemeClr>
          </a:solidFill>
          <a:ln w="57150">
            <a:solidFill>
              <a:schemeClr val="bg1"/>
            </a:solidFill>
          </a:ln>
        </p:spPr>
        <p:txBody>
          <a:bodyPr/>
          <a:lstStyle/>
          <a:p>
            <a:endParaRPr lang="en-AU"/>
          </a:p>
        </p:txBody>
      </p:sp>
      <p:sp>
        <p:nvSpPr>
          <p:cNvPr id="15" name="Picture Placeholder 6"/>
          <p:cNvSpPr>
            <a:spLocks noGrp="1"/>
          </p:cNvSpPr>
          <p:nvPr>
            <p:ph type="pic" sz="quarter" idx="17"/>
          </p:nvPr>
        </p:nvSpPr>
        <p:spPr>
          <a:xfrm>
            <a:off x="4350434" y="4372102"/>
            <a:ext cx="1175430" cy="972340"/>
          </a:xfrm>
          <a:solidFill>
            <a:schemeClr val="bg1">
              <a:lumMod val="85000"/>
            </a:schemeClr>
          </a:solidFill>
          <a:ln w="57150">
            <a:solidFill>
              <a:schemeClr val="bg1"/>
            </a:solidFill>
          </a:ln>
        </p:spPr>
        <p:txBody>
          <a:bodyPr/>
          <a:lstStyle/>
          <a:p>
            <a:endParaRPr lang="en-AU"/>
          </a:p>
        </p:txBody>
      </p:sp>
      <p:sp>
        <p:nvSpPr>
          <p:cNvPr id="23" name="Text Placeholder 21"/>
          <p:cNvSpPr>
            <a:spLocks noGrp="1"/>
          </p:cNvSpPr>
          <p:nvPr>
            <p:ph type="body" sz="quarter" idx="34"/>
          </p:nvPr>
        </p:nvSpPr>
        <p:spPr>
          <a:xfrm>
            <a:off x="6099595" y="2959028"/>
            <a:ext cx="5616575" cy="360363"/>
          </a:xfrm>
        </p:spPr>
        <p:txBody>
          <a:bodyPr/>
          <a:lstStyle>
            <a:lvl1pPr>
              <a:defRPr>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4" name="Text Placeholder 21"/>
          <p:cNvSpPr>
            <a:spLocks noGrp="1"/>
          </p:cNvSpPr>
          <p:nvPr>
            <p:ph type="body" sz="quarter" idx="21"/>
          </p:nvPr>
        </p:nvSpPr>
        <p:spPr>
          <a:xfrm>
            <a:off x="6099595" y="3368138"/>
            <a:ext cx="5616575" cy="2674864"/>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26" name="Text Placeholder 21"/>
          <p:cNvSpPr>
            <a:spLocks noGrp="1"/>
          </p:cNvSpPr>
          <p:nvPr>
            <p:ph type="body" sz="quarter" idx="35" hasCustomPrompt="1"/>
          </p:nvPr>
        </p:nvSpPr>
        <p:spPr>
          <a:xfrm>
            <a:off x="2943025" y="2171676"/>
            <a:ext cx="478016" cy="720899"/>
          </a:xfrm>
        </p:spPr>
        <p:txBody>
          <a:bodyPr>
            <a:noAutofit/>
          </a:bodyPr>
          <a:lstStyle>
            <a:lvl1pPr>
              <a:defRPr sz="54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1</a:t>
            </a:r>
            <a:endParaRPr lang="en-AU" dirty="0"/>
          </a:p>
        </p:txBody>
      </p:sp>
      <p:sp>
        <p:nvSpPr>
          <p:cNvPr id="27" name="Text Placeholder 21"/>
          <p:cNvSpPr>
            <a:spLocks noGrp="1"/>
          </p:cNvSpPr>
          <p:nvPr>
            <p:ph type="body" sz="quarter" idx="36" hasCustomPrompt="1"/>
          </p:nvPr>
        </p:nvSpPr>
        <p:spPr>
          <a:xfrm>
            <a:off x="1186835"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2</a:t>
            </a:r>
            <a:endParaRPr lang="en-AU" dirty="0"/>
          </a:p>
        </p:txBody>
      </p:sp>
      <p:sp>
        <p:nvSpPr>
          <p:cNvPr id="28" name="Text Placeholder 21"/>
          <p:cNvSpPr>
            <a:spLocks noGrp="1"/>
          </p:cNvSpPr>
          <p:nvPr>
            <p:ph type="body" sz="quarter" idx="37" hasCustomPrompt="1"/>
          </p:nvPr>
        </p:nvSpPr>
        <p:spPr>
          <a:xfrm>
            <a:off x="2348209"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3</a:t>
            </a:r>
            <a:endParaRPr lang="en-AU" dirty="0"/>
          </a:p>
        </p:txBody>
      </p:sp>
      <p:sp>
        <p:nvSpPr>
          <p:cNvPr id="29" name="Text Placeholder 21"/>
          <p:cNvSpPr>
            <a:spLocks noGrp="1"/>
          </p:cNvSpPr>
          <p:nvPr>
            <p:ph type="body" sz="quarter" idx="38" hasCustomPrompt="1"/>
          </p:nvPr>
        </p:nvSpPr>
        <p:spPr>
          <a:xfrm>
            <a:off x="3518358"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4</a:t>
            </a:r>
            <a:endParaRPr lang="en-AU" dirty="0"/>
          </a:p>
        </p:txBody>
      </p:sp>
      <p:sp>
        <p:nvSpPr>
          <p:cNvPr id="30" name="Text Placeholder 21"/>
          <p:cNvSpPr>
            <a:spLocks noGrp="1"/>
          </p:cNvSpPr>
          <p:nvPr>
            <p:ph type="body" sz="quarter" idx="39" hasCustomPrompt="1"/>
          </p:nvPr>
        </p:nvSpPr>
        <p:spPr>
          <a:xfrm>
            <a:off x="4699141" y="4644385"/>
            <a:ext cx="478016" cy="427774"/>
          </a:xfrm>
        </p:spPr>
        <p:txBody>
          <a:bodyPr>
            <a:noAutofit/>
          </a:bodyPr>
          <a:lstStyle>
            <a:lvl1pPr>
              <a:defRPr sz="3200" b="1">
                <a:solidFill>
                  <a:schemeClr val="bg1"/>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r>
              <a:rPr lang="id-ID" dirty="0" smtClean="0"/>
              <a:t>5</a:t>
            </a:r>
            <a:endParaRPr lang="en-AU" dirty="0"/>
          </a:p>
        </p:txBody>
      </p:sp>
    </p:spTree>
    <p:extLst>
      <p:ext uri="{BB962C8B-B14F-4D97-AF65-F5344CB8AC3E}">
        <p14:creationId xmlns:p14="http://schemas.microsoft.com/office/powerpoint/2010/main" val="24743955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animEffect transition="in" filter="fade">
                                      <p:cBhvr>
                                        <p:cTn id="43" dur="500"/>
                                        <p:tgtEl>
                                          <p:spTgt spid="15"/>
                                        </p:tgtEl>
                                      </p:cBhvr>
                                    </p:animEffect>
                                  </p:childTnLst>
                                </p:cTn>
                              </p:par>
                            </p:childTnLst>
                          </p:cTn>
                        </p:par>
                        <p:par>
                          <p:cTn id="44" fill="hold">
                            <p:stCondLst>
                              <p:cond delay="3500"/>
                            </p:stCondLst>
                            <p:childTnLst>
                              <p:par>
                                <p:cTn id="45" presetID="53" presetClass="entr" presetSubtype="16" fill="hold" grpId="0" nodeType="afterEffect" nodePh="1">
                                  <p:stCondLst>
                                    <p:cond delay="0"/>
                                  </p:stCondLst>
                                  <p:endCondLst>
                                    <p:cond evt="begin" delay="0">
                                      <p:tn val="45"/>
                                    </p:cond>
                                  </p:endCondLst>
                                  <p:childTnLst>
                                    <p:set>
                                      <p:cBhvr>
                                        <p:cTn id="46" dur="1" fill="hold">
                                          <p:stCondLst>
                                            <p:cond delay="0"/>
                                          </p:stCondLst>
                                        </p:cTn>
                                        <p:tgtEl>
                                          <p:spTgt spid="23">
                                            <p:txEl>
                                              <p:pRg st="0" end="0"/>
                                            </p:txEl>
                                          </p:spTgt>
                                        </p:tgtEl>
                                        <p:attrNameLst>
                                          <p:attrName>style.visibility</p:attrName>
                                        </p:attrNameLst>
                                      </p:cBhvr>
                                      <p:to>
                                        <p:strVal val="visible"/>
                                      </p:to>
                                    </p:set>
                                    <p:anim calcmode="lin" valueType="num">
                                      <p:cBhvr>
                                        <p:cTn id="47" dur="500" fill="hold"/>
                                        <p:tgtEl>
                                          <p:spTgt spid="23">
                                            <p:txEl>
                                              <p:pRg st="0" end="0"/>
                                            </p:txEl>
                                          </p:spTgt>
                                        </p:tgtEl>
                                        <p:attrNameLst>
                                          <p:attrName>ppt_w</p:attrName>
                                        </p:attrNameLst>
                                      </p:cBhvr>
                                      <p:tavLst>
                                        <p:tav tm="0">
                                          <p:val>
                                            <p:fltVal val="0"/>
                                          </p:val>
                                        </p:tav>
                                        <p:tav tm="100000">
                                          <p:val>
                                            <p:strVal val="#ppt_w"/>
                                          </p:val>
                                        </p:tav>
                                      </p:tavLst>
                                    </p:anim>
                                    <p:anim calcmode="lin" valueType="num">
                                      <p:cBhvr>
                                        <p:cTn id="48" dur="500" fill="hold"/>
                                        <p:tgtEl>
                                          <p:spTgt spid="23">
                                            <p:txEl>
                                              <p:pRg st="0" end="0"/>
                                            </p:txEl>
                                          </p:spTgt>
                                        </p:tgtEl>
                                        <p:attrNameLst>
                                          <p:attrName>ppt_h</p:attrName>
                                        </p:attrNameLst>
                                      </p:cBhvr>
                                      <p:tavLst>
                                        <p:tav tm="0">
                                          <p:val>
                                            <p:fltVal val="0"/>
                                          </p:val>
                                        </p:tav>
                                        <p:tav tm="100000">
                                          <p:val>
                                            <p:strVal val="#ppt_h"/>
                                          </p:val>
                                        </p:tav>
                                      </p:tavLst>
                                    </p:anim>
                                    <p:animEffect transition="in" filter="fade">
                                      <p:cBhvr>
                                        <p:cTn id="49" dur="500"/>
                                        <p:tgtEl>
                                          <p:spTgt spid="23">
                                            <p:txEl>
                                              <p:pRg st="0" end="0"/>
                                            </p:txEl>
                                          </p:spTgt>
                                        </p:tgtEl>
                                      </p:cBhvr>
                                    </p:animEffect>
                                  </p:childTnLst>
                                </p:cTn>
                              </p:par>
                            </p:childTnLst>
                          </p:cTn>
                        </p:par>
                        <p:par>
                          <p:cTn id="50" fill="hold">
                            <p:stCondLst>
                              <p:cond delay="4000"/>
                            </p:stCondLst>
                            <p:childTnLst>
                              <p:par>
                                <p:cTn id="51" presetID="42" presetClass="entr" presetSubtype="0" fill="hold" grpId="0" nodeType="afterEffect" nodePh="1">
                                  <p:stCondLst>
                                    <p:cond delay="0"/>
                                  </p:stCondLst>
                                  <p:endCondLst>
                                    <p:cond evt="begin" delay="0">
                                      <p:tn val="51"/>
                                    </p:cond>
                                  </p:end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500"/>
                                        <p:tgtEl>
                                          <p:spTgt spid="24">
                                            <p:txEl>
                                              <p:pRg st="0" end="0"/>
                                            </p:txEl>
                                          </p:spTgt>
                                        </p:tgtEl>
                                      </p:cBhvr>
                                    </p:animEffect>
                                    <p:anim calcmode="lin" valueType="num">
                                      <p:cBhvr>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50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6">
                                            <p:txEl>
                                              <p:pRg st="0" end="0"/>
                                            </p:txEl>
                                          </p:spTgt>
                                        </p:tgtEl>
                                        <p:attrNameLst>
                                          <p:attrName>style.visibility</p:attrName>
                                        </p:attrNameLst>
                                      </p:cBhvr>
                                      <p:to>
                                        <p:strVal val="visible"/>
                                      </p:to>
                                    </p:set>
                                    <p:anim calcmode="lin" valueType="num">
                                      <p:cBhvr>
                                        <p:cTn id="59"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60"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61" dur="500"/>
                                        <p:tgtEl>
                                          <p:spTgt spid="26">
                                            <p:txEl>
                                              <p:pRg st="0" end="0"/>
                                            </p:txEl>
                                          </p:spTgt>
                                        </p:tgtEl>
                                      </p:cBhvr>
                                    </p:animEffect>
                                  </p:childTnLst>
                                </p:cTn>
                              </p:par>
                            </p:childTnLst>
                          </p:cTn>
                        </p:par>
                        <p:par>
                          <p:cTn id="62" fill="hold">
                            <p:stCondLst>
                              <p:cond delay="5000"/>
                            </p:stCondLst>
                            <p:childTnLst>
                              <p:par>
                                <p:cTn id="63" presetID="53" presetClass="entr" presetSubtype="16" fill="hold" grpId="0" nodeType="afterEffect">
                                  <p:stCondLst>
                                    <p:cond delay="0"/>
                                  </p:stCondLst>
                                  <p:childTnLst>
                                    <p:set>
                                      <p:cBhvr>
                                        <p:cTn id="64" dur="1" fill="hold">
                                          <p:stCondLst>
                                            <p:cond delay="0"/>
                                          </p:stCondLst>
                                        </p:cTn>
                                        <p:tgtEl>
                                          <p:spTgt spid="27">
                                            <p:txEl>
                                              <p:pRg st="0" end="0"/>
                                            </p:txEl>
                                          </p:spTgt>
                                        </p:tgtEl>
                                        <p:attrNameLst>
                                          <p:attrName>style.visibility</p:attrName>
                                        </p:attrNameLst>
                                      </p:cBhvr>
                                      <p:to>
                                        <p:strVal val="visible"/>
                                      </p:to>
                                    </p:set>
                                    <p:anim calcmode="lin" valueType="num">
                                      <p:cBhvr>
                                        <p:cTn id="65" dur="500" fill="hold"/>
                                        <p:tgtEl>
                                          <p:spTgt spid="27">
                                            <p:txEl>
                                              <p:pRg st="0" end="0"/>
                                            </p:txEl>
                                          </p:spTgt>
                                        </p:tgtEl>
                                        <p:attrNameLst>
                                          <p:attrName>ppt_w</p:attrName>
                                        </p:attrNameLst>
                                      </p:cBhvr>
                                      <p:tavLst>
                                        <p:tav tm="0">
                                          <p:val>
                                            <p:fltVal val="0"/>
                                          </p:val>
                                        </p:tav>
                                        <p:tav tm="100000">
                                          <p:val>
                                            <p:strVal val="#ppt_w"/>
                                          </p:val>
                                        </p:tav>
                                      </p:tavLst>
                                    </p:anim>
                                    <p:anim calcmode="lin" valueType="num">
                                      <p:cBhvr>
                                        <p:cTn id="66" dur="500" fill="hold"/>
                                        <p:tgtEl>
                                          <p:spTgt spid="27">
                                            <p:txEl>
                                              <p:pRg st="0" end="0"/>
                                            </p:txEl>
                                          </p:spTgt>
                                        </p:tgtEl>
                                        <p:attrNameLst>
                                          <p:attrName>ppt_h</p:attrName>
                                        </p:attrNameLst>
                                      </p:cBhvr>
                                      <p:tavLst>
                                        <p:tav tm="0">
                                          <p:val>
                                            <p:fltVal val="0"/>
                                          </p:val>
                                        </p:tav>
                                        <p:tav tm="100000">
                                          <p:val>
                                            <p:strVal val="#ppt_h"/>
                                          </p:val>
                                        </p:tav>
                                      </p:tavLst>
                                    </p:anim>
                                    <p:animEffect transition="in" filter="fade">
                                      <p:cBhvr>
                                        <p:cTn id="67" dur="500"/>
                                        <p:tgtEl>
                                          <p:spTgt spid="27">
                                            <p:txEl>
                                              <p:pRg st="0" end="0"/>
                                            </p:txEl>
                                          </p:spTgt>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8">
                                            <p:txEl>
                                              <p:pRg st="0" end="0"/>
                                            </p:txEl>
                                          </p:spTgt>
                                        </p:tgtEl>
                                        <p:attrNameLst>
                                          <p:attrName>style.visibility</p:attrName>
                                        </p:attrNameLst>
                                      </p:cBhvr>
                                      <p:to>
                                        <p:strVal val="visible"/>
                                      </p:to>
                                    </p:set>
                                    <p:anim calcmode="lin" valueType="num">
                                      <p:cBhvr>
                                        <p:cTn id="71" dur="500" fill="hold"/>
                                        <p:tgtEl>
                                          <p:spTgt spid="28">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8">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8">
                                            <p:txEl>
                                              <p:pRg st="0" end="0"/>
                                            </p:txEl>
                                          </p:spTgt>
                                        </p:tgtEl>
                                      </p:cBhvr>
                                    </p:animEffect>
                                  </p:childTnLst>
                                </p:cTn>
                              </p:par>
                            </p:childTnLst>
                          </p:cTn>
                        </p:par>
                        <p:par>
                          <p:cTn id="74" fill="hold">
                            <p:stCondLst>
                              <p:cond delay="6000"/>
                            </p:stCondLst>
                            <p:childTnLst>
                              <p:par>
                                <p:cTn id="75" presetID="53" presetClass="entr" presetSubtype="16" fill="hold" grpId="0" nodeType="afterEffect">
                                  <p:stCondLst>
                                    <p:cond delay="0"/>
                                  </p:stCondLst>
                                  <p:childTnLst>
                                    <p:set>
                                      <p:cBhvr>
                                        <p:cTn id="76" dur="1" fill="hold">
                                          <p:stCondLst>
                                            <p:cond delay="0"/>
                                          </p:stCondLst>
                                        </p:cTn>
                                        <p:tgtEl>
                                          <p:spTgt spid="29">
                                            <p:txEl>
                                              <p:pRg st="0" end="0"/>
                                            </p:txEl>
                                          </p:spTgt>
                                        </p:tgtEl>
                                        <p:attrNameLst>
                                          <p:attrName>style.visibility</p:attrName>
                                        </p:attrNameLst>
                                      </p:cBhvr>
                                      <p:to>
                                        <p:strVal val="visible"/>
                                      </p:to>
                                    </p:set>
                                    <p:anim calcmode="lin" valueType="num">
                                      <p:cBhvr>
                                        <p:cTn id="77" dur="500" fill="hold"/>
                                        <p:tgtEl>
                                          <p:spTgt spid="29">
                                            <p:txEl>
                                              <p:pRg st="0" end="0"/>
                                            </p:txEl>
                                          </p:spTgt>
                                        </p:tgtEl>
                                        <p:attrNameLst>
                                          <p:attrName>ppt_w</p:attrName>
                                        </p:attrNameLst>
                                      </p:cBhvr>
                                      <p:tavLst>
                                        <p:tav tm="0">
                                          <p:val>
                                            <p:fltVal val="0"/>
                                          </p:val>
                                        </p:tav>
                                        <p:tav tm="100000">
                                          <p:val>
                                            <p:strVal val="#ppt_w"/>
                                          </p:val>
                                        </p:tav>
                                      </p:tavLst>
                                    </p:anim>
                                    <p:anim calcmode="lin" valueType="num">
                                      <p:cBhvr>
                                        <p:cTn id="78" dur="500" fill="hold"/>
                                        <p:tgtEl>
                                          <p:spTgt spid="29">
                                            <p:txEl>
                                              <p:pRg st="0" end="0"/>
                                            </p:txEl>
                                          </p:spTgt>
                                        </p:tgtEl>
                                        <p:attrNameLst>
                                          <p:attrName>ppt_h</p:attrName>
                                        </p:attrNameLst>
                                      </p:cBhvr>
                                      <p:tavLst>
                                        <p:tav tm="0">
                                          <p:val>
                                            <p:fltVal val="0"/>
                                          </p:val>
                                        </p:tav>
                                        <p:tav tm="100000">
                                          <p:val>
                                            <p:strVal val="#ppt_h"/>
                                          </p:val>
                                        </p:tav>
                                      </p:tavLst>
                                    </p:anim>
                                    <p:animEffect transition="in" filter="fade">
                                      <p:cBhvr>
                                        <p:cTn id="79" dur="500"/>
                                        <p:tgtEl>
                                          <p:spTgt spid="29">
                                            <p:txEl>
                                              <p:pRg st="0" end="0"/>
                                            </p:txEl>
                                          </p:spTgt>
                                        </p:tgtEl>
                                      </p:cBhvr>
                                    </p:animEffect>
                                  </p:childTnLst>
                                </p:cTn>
                              </p:par>
                            </p:childTnLst>
                          </p:cTn>
                        </p:par>
                        <p:par>
                          <p:cTn id="80" fill="hold">
                            <p:stCondLst>
                              <p:cond delay="6500"/>
                            </p:stCondLst>
                            <p:childTnLst>
                              <p:par>
                                <p:cTn id="81" presetID="53" presetClass="entr" presetSubtype="16" fill="hold" grpId="0" nodeType="afterEffect">
                                  <p:stCondLst>
                                    <p:cond delay="0"/>
                                  </p:stCondLst>
                                  <p:childTnLst>
                                    <p:set>
                                      <p:cBhvr>
                                        <p:cTn id="82" dur="1" fill="hold">
                                          <p:stCondLst>
                                            <p:cond delay="0"/>
                                          </p:stCondLst>
                                        </p:cTn>
                                        <p:tgtEl>
                                          <p:spTgt spid="30">
                                            <p:txEl>
                                              <p:pRg st="0" end="0"/>
                                            </p:txEl>
                                          </p:spTgt>
                                        </p:tgtEl>
                                        <p:attrNameLst>
                                          <p:attrName>style.visibility</p:attrName>
                                        </p:attrNameLst>
                                      </p:cBhvr>
                                      <p:to>
                                        <p:strVal val="visible"/>
                                      </p:to>
                                    </p:set>
                                    <p:anim calcmode="lin" valueType="num">
                                      <p:cBhvr>
                                        <p:cTn id="83" dur="500" fill="hold"/>
                                        <p:tgtEl>
                                          <p:spTgt spid="30">
                                            <p:txEl>
                                              <p:pRg st="0" end="0"/>
                                            </p:txEl>
                                          </p:spTgt>
                                        </p:tgtEl>
                                        <p:attrNameLst>
                                          <p:attrName>ppt_w</p:attrName>
                                        </p:attrNameLst>
                                      </p:cBhvr>
                                      <p:tavLst>
                                        <p:tav tm="0">
                                          <p:val>
                                            <p:fltVal val="0"/>
                                          </p:val>
                                        </p:tav>
                                        <p:tav tm="100000">
                                          <p:val>
                                            <p:strVal val="#ppt_w"/>
                                          </p:val>
                                        </p:tav>
                                      </p:tavLst>
                                    </p:anim>
                                    <p:anim calcmode="lin" valueType="num">
                                      <p:cBhvr>
                                        <p:cTn id="84" dur="500" fill="hold"/>
                                        <p:tgtEl>
                                          <p:spTgt spid="30">
                                            <p:txEl>
                                              <p:pRg st="0" end="0"/>
                                            </p:txEl>
                                          </p:spTgt>
                                        </p:tgtEl>
                                        <p:attrNameLst>
                                          <p:attrName>ppt_h</p:attrName>
                                        </p:attrNameLst>
                                      </p:cBhvr>
                                      <p:tavLst>
                                        <p:tav tm="0">
                                          <p:val>
                                            <p:fltVal val="0"/>
                                          </p:val>
                                        </p:tav>
                                        <p:tav tm="100000">
                                          <p:val>
                                            <p:strVal val="#ppt_h"/>
                                          </p:val>
                                        </p:tav>
                                      </p:tavLst>
                                    </p:anim>
                                    <p:animEffect transition="in" filter="fade">
                                      <p:cBhvr>
                                        <p:cTn id="85"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13" grpId="0" animBg="1"/>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14" grpId="0" animBg="1"/>
      <p:bldP spid="15" grpId="0" animBg="1"/>
      <p:bldP spid="23"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23"/>
                        </p:tgtEl>
                        <p:attrNameLst>
                          <p:attrName>style.visibility</p:attrName>
                        </p:attrNameLst>
                      </p:cBhvr>
                      <p:to>
                        <p:strVal val="visible"/>
                      </p:to>
                    </p:set>
                    <p:anim calcmode="lin" valueType="num">
                      <p:cBhvr>
                        <p:cTn dur="500" fill="hold"/>
                        <p:tgtEl>
                          <p:spTgt spid="23"/>
                        </p:tgtEl>
                        <p:attrNameLst>
                          <p:attrName>ppt_w</p:attrName>
                        </p:attrNameLst>
                      </p:cBhvr>
                      <p:tavLst>
                        <p:tav tm="0">
                          <p:val>
                            <p:fltVal val="0"/>
                          </p:val>
                        </p:tav>
                        <p:tav tm="100000">
                          <p:val>
                            <p:strVal val="#ppt_w"/>
                          </p:val>
                        </p:tav>
                      </p:tavLst>
                    </p:anim>
                    <p:anim calcmode="lin" valueType="num">
                      <p:cBhvr>
                        <p:cTn dur="500" fill="hold"/>
                        <p:tgtEl>
                          <p:spTgt spid="23"/>
                        </p:tgtEl>
                        <p:attrNameLst>
                          <p:attrName>ppt_h</p:attrName>
                        </p:attrNameLst>
                      </p:cBhvr>
                      <p:tavLst>
                        <p:tav tm="0">
                          <p:val>
                            <p:fltVal val="0"/>
                          </p:val>
                        </p:tav>
                        <p:tav tm="100000">
                          <p:val>
                            <p:strVal val="#ppt_h"/>
                          </p:val>
                        </p:tav>
                      </p:tavLst>
                    </p:anim>
                    <p:animEffect transition="in" filter="fade">
                      <p:cBhvr>
                        <p:cTn dur="500"/>
                        <p:tgtEl>
                          <p:spTgt spid="23"/>
                        </p:tgtEl>
                      </p:cBhvr>
                    </p:animEffect>
                  </p:childTnLst>
                </p:cTn>
              </p:par>
            </p:tnLst>
          </p:tmpl>
        </p:tmplLst>
      </p:bldP>
      <p:bldP spid="24"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anim calcmode="lin" valueType="num">
                      <p:cBhvr>
                        <p:cTn dur="500" fill="hold"/>
                        <p:tgtEl>
                          <p:spTgt spid="24"/>
                        </p:tgtEl>
                        <p:attrNameLst>
                          <p:attrName>ppt_x</p:attrName>
                        </p:attrNameLst>
                      </p:cBhvr>
                      <p:tavLst>
                        <p:tav tm="0">
                          <p:val>
                            <p:strVal val="#ppt_x"/>
                          </p:val>
                        </p:tav>
                        <p:tav tm="100000">
                          <p:val>
                            <p:strVal val="#ppt_x"/>
                          </p:val>
                        </p:tav>
                      </p:tavLst>
                    </p:anim>
                    <p:anim calcmode="lin" valueType="num">
                      <p:cBhvr>
                        <p:cTn dur="500" fill="hold"/>
                        <p:tgtEl>
                          <p:spTgt spid="24"/>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53" presetClass="entr" presetSubtype="16"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p:cTn dur="500" fill="hold"/>
                        <p:tgtEl>
                          <p:spTgt spid="26"/>
                        </p:tgtEl>
                        <p:attrNameLst>
                          <p:attrName>ppt_w</p:attrName>
                        </p:attrNameLst>
                      </p:cBhvr>
                      <p:tavLst>
                        <p:tav tm="0">
                          <p:val>
                            <p:fltVal val="0"/>
                          </p:val>
                        </p:tav>
                        <p:tav tm="100000">
                          <p:val>
                            <p:strVal val="#ppt_w"/>
                          </p:val>
                        </p:tav>
                      </p:tavLst>
                    </p:anim>
                    <p:anim calcmode="lin" valueType="num">
                      <p:cBhvr>
                        <p:cTn dur="500" fill="hold"/>
                        <p:tgtEl>
                          <p:spTgt spid="26"/>
                        </p:tgtEl>
                        <p:attrNameLst>
                          <p:attrName>ppt_h</p:attrName>
                        </p:attrNameLst>
                      </p:cBhvr>
                      <p:tavLst>
                        <p:tav tm="0">
                          <p:val>
                            <p:fltVal val="0"/>
                          </p:val>
                        </p:tav>
                        <p:tav tm="100000">
                          <p:val>
                            <p:strVal val="#ppt_h"/>
                          </p:val>
                        </p:tav>
                      </p:tavLst>
                    </p:anim>
                    <p:animEffect transition="in" filter="fade">
                      <p:cBhvr>
                        <p:cTn dur="500"/>
                        <p:tgtEl>
                          <p:spTgt spid="26"/>
                        </p:tgtEl>
                      </p:cBhvr>
                    </p:animEffect>
                  </p:childTnLst>
                </p:cTn>
              </p:par>
            </p:tnLst>
          </p:tmpl>
        </p:tmplLst>
      </p:bldP>
      <p:bldP spid="27" grpId="0" build="p">
        <p:tmplLst>
          <p:tmpl lvl="1">
            <p:tnLst>
              <p:par>
                <p:cTn presetID="53" presetClass="entr" presetSubtype="16"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p:cTn dur="500" fill="hold"/>
                        <p:tgtEl>
                          <p:spTgt spid="27"/>
                        </p:tgtEl>
                        <p:attrNameLst>
                          <p:attrName>ppt_w</p:attrName>
                        </p:attrNameLst>
                      </p:cBhvr>
                      <p:tavLst>
                        <p:tav tm="0">
                          <p:val>
                            <p:fltVal val="0"/>
                          </p:val>
                        </p:tav>
                        <p:tav tm="100000">
                          <p:val>
                            <p:strVal val="#ppt_w"/>
                          </p:val>
                        </p:tav>
                      </p:tavLst>
                    </p:anim>
                    <p:anim calcmode="lin" valueType="num">
                      <p:cBhvr>
                        <p:cTn dur="500" fill="hold"/>
                        <p:tgtEl>
                          <p:spTgt spid="27"/>
                        </p:tgtEl>
                        <p:attrNameLst>
                          <p:attrName>ppt_h</p:attrName>
                        </p:attrNameLst>
                      </p:cBhvr>
                      <p:tavLst>
                        <p:tav tm="0">
                          <p:val>
                            <p:fltVal val="0"/>
                          </p:val>
                        </p:tav>
                        <p:tav tm="100000">
                          <p:val>
                            <p:strVal val="#ppt_h"/>
                          </p:val>
                        </p:tav>
                      </p:tavLst>
                    </p:anim>
                    <p:animEffect transition="in" filter="fade">
                      <p:cBhvr>
                        <p:cTn dur="500"/>
                        <p:tgtEl>
                          <p:spTgt spid="27"/>
                        </p:tgtEl>
                      </p:cBhvr>
                    </p:animEffect>
                  </p:childTnLst>
                </p:cTn>
              </p:par>
            </p:tnLst>
          </p:tmpl>
        </p:tmplLst>
      </p:bldP>
      <p:bldP spid="28" grpId="0" build="p">
        <p:tmplLst>
          <p:tmpl lvl="1">
            <p:tnLst>
              <p:par>
                <p:cTn presetID="53" presetClass="entr" presetSubtype="16"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p:cTn dur="500" fill="hold"/>
                        <p:tgtEl>
                          <p:spTgt spid="28"/>
                        </p:tgtEl>
                        <p:attrNameLst>
                          <p:attrName>ppt_w</p:attrName>
                        </p:attrNameLst>
                      </p:cBhvr>
                      <p:tavLst>
                        <p:tav tm="0">
                          <p:val>
                            <p:fltVal val="0"/>
                          </p:val>
                        </p:tav>
                        <p:tav tm="100000">
                          <p:val>
                            <p:strVal val="#ppt_w"/>
                          </p:val>
                        </p:tav>
                      </p:tavLst>
                    </p:anim>
                    <p:anim calcmode="lin" valueType="num">
                      <p:cBhvr>
                        <p:cTn dur="500" fill="hold"/>
                        <p:tgtEl>
                          <p:spTgt spid="28"/>
                        </p:tgtEl>
                        <p:attrNameLst>
                          <p:attrName>ppt_h</p:attrName>
                        </p:attrNameLst>
                      </p:cBhvr>
                      <p:tavLst>
                        <p:tav tm="0">
                          <p:val>
                            <p:fltVal val="0"/>
                          </p:val>
                        </p:tav>
                        <p:tav tm="100000">
                          <p:val>
                            <p:strVal val="#ppt_h"/>
                          </p:val>
                        </p:tav>
                      </p:tavLst>
                    </p:anim>
                    <p:animEffect transition="in" filter="fade">
                      <p:cBhvr>
                        <p:cTn dur="500"/>
                        <p:tgtEl>
                          <p:spTgt spid="28"/>
                        </p:tgtEl>
                      </p:cBhvr>
                    </p:animEffect>
                  </p:childTnLst>
                </p:cTn>
              </p:par>
            </p:tnLst>
          </p:tmpl>
        </p:tmplLst>
      </p:bldP>
      <p:bldP spid="29" grpId="0" build="p">
        <p:tmplLst>
          <p:tmpl lvl="1">
            <p:tnLst>
              <p:par>
                <p:cTn presetID="53" presetClass="entr" presetSubtype="16"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500" fill="hold"/>
                        <p:tgtEl>
                          <p:spTgt spid="29"/>
                        </p:tgtEl>
                        <p:attrNameLst>
                          <p:attrName>ppt_w</p:attrName>
                        </p:attrNameLst>
                      </p:cBhvr>
                      <p:tavLst>
                        <p:tav tm="0">
                          <p:val>
                            <p:fltVal val="0"/>
                          </p:val>
                        </p:tav>
                        <p:tav tm="100000">
                          <p:val>
                            <p:strVal val="#ppt_w"/>
                          </p:val>
                        </p:tav>
                      </p:tavLst>
                    </p:anim>
                    <p:anim calcmode="lin" valueType="num">
                      <p:cBhvr>
                        <p:cTn dur="500" fill="hold"/>
                        <p:tgtEl>
                          <p:spTgt spid="29"/>
                        </p:tgtEl>
                        <p:attrNameLst>
                          <p:attrName>ppt_h</p:attrName>
                        </p:attrNameLst>
                      </p:cBhvr>
                      <p:tavLst>
                        <p:tav tm="0">
                          <p:val>
                            <p:fltVal val="0"/>
                          </p:val>
                        </p:tav>
                        <p:tav tm="100000">
                          <p:val>
                            <p:strVal val="#ppt_h"/>
                          </p:val>
                        </p:tav>
                      </p:tavLst>
                    </p:anim>
                    <p:animEffect transition="in" filter="fade">
                      <p:cBhvr>
                        <p:cTn dur="500"/>
                        <p:tgtEl>
                          <p:spTgt spid="29"/>
                        </p:tgtEl>
                      </p:cBhvr>
                    </p:animEffect>
                  </p:childTnLst>
                </p:cTn>
              </p:par>
            </p:tnLst>
          </p:tmpl>
        </p:tmplLst>
      </p:bldP>
      <p:bldP spid="30" grpId="0" build="p">
        <p:tmplLst>
          <p:tmpl lvl="1">
            <p:tnLst>
              <p:par>
                <p:cTn presetID="53" presetClass="entr" presetSubtype="16"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p:cTn dur="500" fill="hold"/>
                        <p:tgtEl>
                          <p:spTgt spid="30"/>
                        </p:tgtEl>
                        <p:attrNameLst>
                          <p:attrName>ppt_w</p:attrName>
                        </p:attrNameLst>
                      </p:cBhvr>
                      <p:tavLst>
                        <p:tav tm="0">
                          <p:val>
                            <p:fltVal val="0"/>
                          </p:val>
                        </p:tav>
                        <p:tav tm="100000">
                          <p:val>
                            <p:strVal val="#ppt_w"/>
                          </p:val>
                        </p:tav>
                      </p:tavLst>
                    </p:anim>
                    <p:anim calcmode="lin" valueType="num">
                      <p:cBhvr>
                        <p:cTn dur="500" fill="hold"/>
                        <p:tgtEl>
                          <p:spTgt spid="30"/>
                        </p:tgtEl>
                        <p:attrNameLst>
                          <p:attrName>ppt_h</p:attrName>
                        </p:attrNameLst>
                      </p:cBhvr>
                      <p:tavLst>
                        <p:tav tm="0">
                          <p:val>
                            <p:fltVal val="0"/>
                          </p:val>
                        </p:tav>
                        <p:tav tm="100000">
                          <p:val>
                            <p:strVal val="#ppt_h"/>
                          </p:val>
                        </p:tav>
                      </p:tavLst>
                    </p:anim>
                    <p:animEffect transition="in" filter="fade">
                      <p:cBhvr>
                        <p:cTn dur="500"/>
                        <p:tgtEl>
                          <p:spTgt spid="30"/>
                        </p:tgtEl>
                      </p:cBhvr>
                    </p:animEffect>
                  </p:childTnLst>
                </p:cTn>
              </p:par>
            </p:tnLst>
          </p:tmpl>
        </p:tmplLst>
      </p:bldP>
    </p:bld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673352"/>
            <a:ext cx="4605193" cy="1559213"/>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F853106D-E65A-1E46-8BF1-1859117D1637}"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7" name="Text Placeholder 6"/>
          <p:cNvSpPr>
            <a:spLocks noGrp="1"/>
          </p:cNvSpPr>
          <p:nvPr>
            <p:ph type="body" sz="quarter" idx="13"/>
          </p:nvPr>
        </p:nvSpPr>
        <p:spPr>
          <a:xfrm>
            <a:off x="479424" y="2394613"/>
            <a:ext cx="2164273" cy="458854"/>
          </a:xfrm>
        </p:spPr>
        <p:txBody>
          <a:bodyPr/>
          <a:lstStyle>
            <a:lvl1pPr>
              <a:defRPr>
                <a:solidFill>
                  <a:schemeClr val="tx1">
                    <a:lumMod val="65000"/>
                    <a:lumOff val="35000"/>
                  </a:schemeClr>
                </a:solidFill>
                <a:latin typeface="+mj-lt"/>
              </a:defRPr>
            </a:lvl1pPr>
          </a:lstStyle>
          <a:p>
            <a:pPr lvl="0"/>
            <a:endParaRPr lang="en-AU" dirty="0"/>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41915745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anim calcmode="lin" valueType="num">
                                      <p:cBhvr>
                                        <p:cTn id="16"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41C7AA78-CB24-6244-9B8B-8D26AF865D62}"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7" name="Rectangle 6"/>
          <p:cNvSpPr/>
          <p:nvPr userDrawn="1"/>
        </p:nvSpPr>
        <p:spPr>
          <a:xfrm>
            <a:off x="1714500" y="1695450"/>
            <a:ext cx="10477500" cy="7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9" name="Isosceles Triangle 8"/>
          <p:cNvSpPr/>
          <p:nvPr userDrawn="1"/>
        </p:nvSpPr>
        <p:spPr>
          <a:xfrm rot="10800000">
            <a:off x="1890032" y="1731450"/>
            <a:ext cx="516618" cy="25281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0" name="Picture Placeholder 7"/>
          <p:cNvSpPr>
            <a:spLocks noGrp="1"/>
          </p:cNvSpPr>
          <p:nvPr>
            <p:ph type="pic" sz="quarter" idx="14" hasCustomPrompt="1"/>
          </p:nvPr>
        </p:nvSpPr>
        <p:spPr>
          <a:xfrm>
            <a:off x="0" y="2365620"/>
            <a:ext cx="5389418" cy="4492380"/>
          </a:xfrm>
          <a:solidFill>
            <a:schemeClr val="bg1">
              <a:lumMod val="85000"/>
            </a:schemeClr>
          </a:solidFill>
        </p:spPr>
        <p:txBody>
          <a:bodyPr>
            <a:normAutofit/>
          </a:bodyPr>
          <a:lstStyle>
            <a:lvl1pPr>
              <a:defRPr sz="1000" baseline="0"/>
            </a:lvl1pPr>
          </a:lstStyle>
          <a:p>
            <a:r>
              <a:rPr lang="id-ID" dirty="0" smtClean="0"/>
              <a:t>Pic here</a:t>
            </a:r>
            <a:endParaRPr lang="en-AU" dirty="0"/>
          </a:p>
        </p:txBody>
      </p:sp>
      <p:sp>
        <p:nvSpPr>
          <p:cNvPr id="13" name="Picture Placeholder 12"/>
          <p:cNvSpPr>
            <a:spLocks noGrp="1"/>
          </p:cNvSpPr>
          <p:nvPr>
            <p:ph type="pic" sz="quarter" idx="15" hasCustomPrompt="1"/>
          </p:nvPr>
        </p:nvSpPr>
        <p:spPr>
          <a:xfrm>
            <a:off x="4905829" y="2931885"/>
            <a:ext cx="878115" cy="878115"/>
          </a:xfrm>
          <a:custGeom>
            <a:avLst/>
            <a:gdLst>
              <a:gd name="connsiteX0" fmla="*/ 595086 w 1190172"/>
              <a:gd name="connsiteY0" fmla="*/ 0 h 1190172"/>
              <a:gd name="connsiteX1" fmla="*/ 1190172 w 1190172"/>
              <a:gd name="connsiteY1" fmla="*/ 595086 h 1190172"/>
              <a:gd name="connsiteX2" fmla="*/ 595086 w 1190172"/>
              <a:gd name="connsiteY2" fmla="*/ 1190172 h 1190172"/>
              <a:gd name="connsiteX3" fmla="*/ 0 w 1190172"/>
              <a:gd name="connsiteY3" fmla="*/ 595086 h 1190172"/>
              <a:gd name="connsiteX4" fmla="*/ 595086 w 1190172"/>
              <a:gd name="connsiteY4" fmla="*/ 0 h 119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172" h="1190172">
                <a:moveTo>
                  <a:pt x="595086" y="0"/>
                </a:moveTo>
                <a:cubicBezTo>
                  <a:pt x="923743" y="0"/>
                  <a:pt x="1190172" y="266429"/>
                  <a:pt x="1190172" y="595086"/>
                </a:cubicBezTo>
                <a:cubicBezTo>
                  <a:pt x="1190172" y="923743"/>
                  <a:pt x="923743" y="1190172"/>
                  <a:pt x="595086" y="1190172"/>
                </a:cubicBezTo>
                <a:cubicBezTo>
                  <a:pt x="266429" y="1190172"/>
                  <a:pt x="0" y="923743"/>
                  <a:pt x="0" y="595086"/>
                </a:cubicBezTo>
                <a:cubicBezTo>
                  <a:pt x="0" y="266429"/>
                  <a:pt x="266429" y="0"/>
                  <a:pt x="595086" y="0"/>
                </a:cubicBezTo>
                <a:close/>
              </a:path>
            </a:pathLst>
          </a:custGeom>
          <a:solidFill>
            <a:schemeClr val="accent4"/>
          </a:solidFill>
          <a:ln w="76200">
            <a:solidFill>
              <a:schemeClr val="bg1"/>
            </a:solidFill>
          </a:ln>
          <a:effectLst>
            <a:outerShdw blurRad="50800" dist="38100" dir="8100000" algn="tr" rotWithShape="0">
              <a:prstClr val="black">
                <a:alpha val="40000"/>
              </a:prstClr>
            </a:outerShdw>
          </a:effectLst>
        </p:spPr>
        <p:txBody>
          <a:bodyPr wrap="square">
            <a:noAutofit/>
          </a:bodyPr>
          <a:lstStyle>
            <a:lvl1pPr>
              <a:defRPr sz="1000"/>
            </a:lvl1pPr>
          </a:lstStyle>
          <a:p>
            <a:r>
              <a:rPr lang="id-ID" dirty="0" smtClean="0"/>
              <a:t>Nopic</a:t>
            </a:r>
            <a:endParaRPr lang="en-AU" dirty="0"/>
          </a:p>
        </p:txBody>
      </p:sp>
      <p:sp>
        <p:nvSpPr>
          <p:cNvPr id="15" name="Text Placeholder 21"/>
          <p:cNvSpPr>
            <a:spLocks noGrp="1"/>
          </p:cNvSpPr>
          <p:nvPr>
            <p:ph type="body" sz="quarter" idx="20"/>
          </p:nvPr>
        </p:nvSpPr>
        <p:spPr>
          <a:xfrm>
            <a:off x="6096000" y="2934950"/>
            <a:ext cx="5616575" cy="360363"/>
          </a:xfrm>
        </p:spPr>
        <p:txBody>
          <a:bodyPr/>
          <a:lstStyle>
            <a:lvl1pPr>
              <a:defRPr baseline="0">
                <a:solidFill>
                  <a:schemeClr val="tx1">
                    <a:lumMod val="75000"/>
                    <a:lumOff val="25000"/>
                  </a:schemeClr>
                </a:solidFill>
                <a:latin typeface="+mj-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sp>
        <p:nvSpPr>
          <p:cNvPr id="16" name="Text Placeholder 21"/>
          <p:cNvSpPr>
            <a:spLocks noGrp="1"/>
          </p:cNvSpPr>
          <p:nvPr>
            <p:ph type="body" sz="quarter" idx="21"/>
          </p:nvPr>
        </p:nvSpPr>
        <p:spPr>
          <a:xfrm>
            <a:off x="6096000" y="3344061"/>
            <a:ext cx="5616575" cy="1391908"/>
          </a:xfrm>
        </p:spPr>
        <p:txBody>
          <a:bodyPr>
            <a:normAutofit/>
          </a:bodyPr>
          <a:lstStyle>
            <a:lvl1pPr>
              <a:defRPr sz="1200">
                <a:solidFill>
                  <a:schemeClr val="tx1">
                    <a:lumMod val="50000"/>
                    <a:lumOff val="50000"/>
                  </a:schemeClr>
                </a:solidFill>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AU" dirty="0"/>
          </a:p>
        </p:txBody>
      </p:sp>
      <p:grpSp>
        <p:nvGrpSpPr>
          <p:cNvPr id="21" name="Group 20"/>
          <p:cNvGrpSpPr/>
          <p:nvPr userDrawn="1"/>
        </p:nvGrpSpPr>
        <p:grpSpPr>
          <a:xfrm>
            <a:off x="0" y="2256968"/>
            <a:ext cx="5389418" cy="108652"/>
            <a:chOff x="0" y="2256968"/>
            <a:chExt cx="5721120" cy="108652"/>
          </a:xfrm>
        </p:grpSpPr>
        <p:sp>
          <p:nvSpPr>
            <p:cNvPr id="17" name="Rectangle 16"/>
            <p:cNvSpPr/>
            <p:nvPr userDrawn="1"/>
          </p:nvSpPr>
          <p:spPr>
            <a:xfrm>
              <a:off x="0" y="2257620"/>
              <a:ext cx="14478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8" name="Rectangle 17"/>
            <p:cNvSpPr/>
            <p:nvPr userDrawn="1"/>
          </p:nvSpPr>
          <p:spPr>
            <a:xfrm>
              <a:off x="1424440" y="2257620"/>
              <a:ext cx="14478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19" name="Rectangle 18"/>
            <p:cNvSpPr/>
            <p:nvPr userDrawn="1"/>
          </p:nvSpPr>
          <p:spPr>
            <a:xfrm>
              <a:off x="2872240" y="2256968"/>
              <a:ext cx="14478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20" name="Rectangle 19"/>
            <p:cNvSpPr/>
            <p:nvPr userDrawn="1"/>
          </p:nvSpPr>
          <p:spPr>
            <a:xfrm>
              <a:off x="4273320" y="2256968"/>
              <a:ext cx="14478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15746330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right)">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par>
                          <p:cTn id="36" fill="hold">
                            <p:stCondLst>
                              <p:cond delay="3500"/>
                            </p:stCondLst>
                            <p:childTnLst>
                              <p:par>
                                <p:cTn id="37" presetID="53" presetClass="entr" presetSubtype="16" fill="hold" grpId="0" nodeType="afterEffect" nodePh="1">
                                  <p:stCondLst>
                                    <p:cond delay="0"/>
                                  </p:stCondLst>
                                  <p:endCondLst>
                                    <p:cond evt="begin" delay="0">
                                      <p:tn val="37"/>
                                    </p:cond>
                                  </p:end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p:cTn id="39"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15">
                                            <p:txEl>
                                              <p:pRg st="0" end="0"/>
                                            </p:txEl>
                                          </p:spTgt>
                                        </p:tgtEl>
                                      </p:cBhvr>
                                    </p:animEffect>
                                  </p:childTnLst>
                                </p:cTn>
                              </p:par>
                            </p:childTnLst>
                          </p:cTn>
                        </p:par>
                        <p:par>
                          <p:cTn id="42" fill="hold">
                            <p:stCondLst>
                              <p:cond delay="4000"/>
                            </p:stCondLst>
                            <p:childTnLst>
                              <p:par>
                                <p:cTn id="43" presetID="42" presetClass="entr" presetSubtype="0" fill="hold" grpId="0" nodeType="afterEffect" nodePh="1">
                                  <p:stCondLst>
                                    <p:cond delay="0"/>
                                  </p:stCondLst>
                                  <p:endCondLst>
                                    <p:cond evt="begin" delay="0">
                                      <p:tn val="43"/>
                                    </p:cond>
                                  </p:endCondLst>
                                  <p:childTnLst>
                                    <p:set>
                                      <p:cBhvr>
                                        <p:cTn id="44" dur="1" fill="hold">
                                          <p:stCondLst>
                                            <p:cond delay="0"/>
                                          </p:stCondLst>
                                        </p:cTn>
                                        <p:tgtEl>
                                          <p:spTgt spid="16">
                                            <p:txEl>
                                              <p:pRg st="0" end="0"/>
                                            </p:txEl>
                                          </p:spTgt>
                                        </p:tgtEl>
                                        <p:attrNameLst>
                                          <p:attrName>style.visibility</p:attrName>
                                        </p:attrNameLst>
                                      </p:cBhvr>
                                      <p:to>
                                        <p:strVal val="visible"/>
                                      </p:to>
                                    </p:set>
                                    <p:animEffect transition="in" filter="fade">
                                      <p:cBhvr>
                                        <p:cTn id="45" dur="500"/>
                                        <p:tgtEl>
                                          <p:spTgt spid="16">
                                            <p:txEl>
                                              <p:pRg st="0" end="0"/>
                                            </p:txEl>
                                          </p:spTgt>
                                        </p:tgtEl>
                                      </p:cBhvr>
                                    </p:animEffect>
                                    <p:anim calcmode="lin" valueType="num">
                                      <p:cBhvr>
                                        <p:cTn id="46"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47" dur="50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P spid="7" grpId="0" animBg="1"/>
      <p:bldP spid="9" grpId="0" animBg="1"/>
      <p:bldP spid="10" grpId="0" animBg="1"/>
      <p:bldP spid="13" grpId="0" animBg="1"/>
      <p:bldP spid="15" grpId="0" build="p">
        <p:tmplLst>
          <p:tmpl lvl="1">
            <p:tnLst>
              <p:par>
                <p:cTn presetID="53" presetClass="entr" presetSubtype="16" fill="hold" nodeType="afterEffect" nodePh="1">
                  <p:stCondLst>
                    <p:cond delay="0"/>
                  </p:stCondLst>
                  <p:endCondLst>
                    <p:cond delay="0"/>
                  </p:endCondLst>
                  <p:childTnLst>
                    <p:set>
                      <p:cBhvr>
                        <p:cTn dur="1" fill="hold">
                          <p:stCondLst>
                            <p:cond delay="0"/>
                          </p:stCondLst>
                        </p:cTn>
                        <p:tgtEl>
                          <p:spTgt spid="15"/>
                        </p:tgtEl>
                        <p:attrNameLst>
                          <p:attrName>style.visibility</p:attrName>
                        </p:attrNameLst>
                      </p:cBhvr>
                      <p:to>
                        <p:strVal val="visible"/>
                      </p:to>
                    </p:set>
                    <p:anim calcmode="lin" valueType="num">
                      <p:cBhvr>
                        <p:cTn dur="500" fill="hold"/>
                        <p:tgtEl>
                          <p:spTgt spid="15"/>
                        </p:tgtEl>
                        <p:attrNameLst>
                          <p:attrName>ppt_w</p:attrName>
                        </p:attrNameLst>
                      </p:cBhvr>
                      <p:tavLst>
                        <p:tav tm="0">
                          <p:val>
                            <p:fltVal val="0"/>
                          </p:val>
                        </p:tav>
                        <p:tav tm="100000">
                          <p:val>
                            <p:strVal val="#ppt_w"/>
                          </p:val>
                        </p:tav>
                      </p:tavLst>
                    </p:anim>
                    <p:anim calcmode="lin" valueType="num">
                      <p:cBhvr>
                        <p:cTn dur="500" fill="hold"/>
                        <p:tgtEl>
                          <p:spTgt spid="15"/>
                        </p:tgtEl>
                        <p:attrNameLst>
                          <p:attrName>ppt_h</p:attrName>
                        </p:attrNameLst>
                      </p:cBhvr>
                      <p:tavLst>
                        <p:tav tm="0">
                          <p:val>
                            <p:fltVal val="0"/>
                          </p:val>
                        </p:tav>
                        <p:tav tm="100000">
                          <p:val>
                            <p:strVal val="#ppt_h"/>
                          </p:val>
                        </p:tav>
                      </p:tavLst>
                    </p:anim>
                    <p:animEffect transition="in" filter="fade">
                      <p:cBhvr>
                        <p:cTn dur="500"/>
                        <p:tgtEl>
                          <p:spTgt spid="15"/>
                        </p:tgtEl>
                      </p:cBhvr>
                    </p:animEffect>
                  </p:childTnLst>
                </p:cTn>
              </p:par>
            </p:tnLst>
          </p:tmpl>
        </p:tmplLst>
      </p:bldP>
      <p:bldP spid="16" grpId="0" build="p">
        <p:tmplLst>
          <p:tmpl lvl="1">
            <p:tnLst>
              <p:par>
                <p:cTn presetID="42" presetClass="entr" presetSubtype="0" fill="hold" nodeType="afterEffect" nodePh="1">
                  <p:stCondLst>
                    <p:cond delay="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anim calcmode="lin" valueType="num">
                      <p:cBhvr>
                        <p:cTn dur="500" fill="hold"/>
                        <p:tgtEl>
                          <p:spTgt spid="16"/>
                        </p:tgtEl>
                        <p:attrNameLst>
                          <p:attrName>ppt_x</p:attrName>
                        </p:attrNameLst>
                      </p:cBhvr>
                      <p:tavLst>
                        <p:tav tm="0">
                          <p:val>
                            <p:strVal val="#ppt_x"/>
                          </p:val>
                        </p:tav>
                        <p:tav tm="100000">
                          <p:val>
                            <p:strVal val="#ppt_x"/>
                          </p:val>
                        </p:tav>
                      </p:tavLst>
                    </p:anim>
                    <p:anim calcmode="lin" valueType="num">
                      <p:cBhvr>
                        <p:cTn dur="500" fill="hold"/>
                        <p:tgtEl>
                          <p:spTgt spid="16"/>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42419718-7560-6245-BDA1-D39D3574FE50}"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grpSp>
        <p:nvGrpSpPr>
          <p:cNvPr id="6" name="Group 5"/>
          <p:cNvGrpSpPr/>
          <p:nvPr userDrawn="1"/>
        </p:nvGrpSpPr>
        <p:grpSpPr>
          <a:xfrm>
            <a:off x="0" y="2827606"/>
            <a:ext cx="6136175" cy="4030394"/>
            <a:chOff x="1017405" y="2693983"/>
            <a:chExt cx="6794663" cy="4462905"/>
          </a:xfrm>
        </p:grpSpPr>
        <p:grpSp>
          <p:nvGrpSpPr>
            <p:cNvPr id="7" name="Group 6"/>
            <p:cNvGrpSpPr/>
            <p:nvPr/>
          </p:nvGrpSpPr>
          <p:grpSpPr>
            <a:xfrm>
              <a:off x="1017405" y="2693983"/>
              <a:ext cx="6794663" cy="4462905"/>
              <a:chOff x="1017405" y="2693983"/>
              <a:chExt cx="6794663" cy="4462905"/>
            </a:xfrm>
          </p:grpSpPr>
          <p:sp>
            <p:nvSpPr>
              <p:cNvPr id="9" name="AutoShape 1"/>
              <p:cNvSpPr>
                <a:spLocks/>
              </p:cNvSpPr>
              <p:nvPr/>
            </p:nvSpPr>
            <p:spPr bwMode="auto">
              <a:xfrm>
                <a:off x="1017405" y="2693983"/>
                <a:ext cx="6794663" cy="4462905"/>
              </a:xfrm>
              <a:prstGeom prst="roundRect">
                <a:avLst>
                  <a:gd name="adj" fmla="val 1292"/>
                </a:avLst>
              </a:prstGeom>
              <a:solidFill>
                <a:srgbClr val="343434"/>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0" name="Rectangle 2"/>
              <p:cNvSpPr>
                <a:spLocks/>
              </p:cNvSpPr>
              <p:nvPr/>
            </p:nvSpPr>
            <p:spPr bwMode="auto">
              <a:xfrm>
                <a:off x="1017405" y="3024940"/>
                <a:ext cx="6794663" cy="315914"/>
              </a:xfrm>
              <a:prstGeom prst="rect">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1" name="AutoShape 3"/>
              <p:cNvSpPr>
                <a:spLocks/>
              </p:cNvSpPr>
              <p:nvPr/>
            </p:nvSpPr>
            <p:spPr bwMode="auto">
              <a:xfrm>
                <a:off x="2035351" y="2779231"/>
                <a:ext cx="2064459" cy="561624"/>
              </a:xfrm>
              <a:prstGeom prst="roundRect">
                <a:avLst>
                  <a:gd name="adj" fmla="val 11986"/>
                </a:avLst>
              </a:prstGeom>
              <a:solidFill>
                <a:srgbClr val="CDCDCD"/>
              </a:solidFill>
              <a:ln w="25400" cap="flat">
                <a:solidFill>
                  <a:srgbClr val="CDCDCD"/>
                </a:solid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2" name="Oval 4"/>
              <p:cNvSpPr>
                <a:spLocks/>
              </p:cNvSpPr>
              <p:nvPr/>
            </p:nvSpPr>
            <p:spPr bwMode="auto">
              <a:xfrm>
                <a:off x="1137753" y="2814331"/>
                <a:ext cx="95903" cy="95276"/>
              </a:xfrm>
              <a:prstGeom prst="ellipse">
                <a:avLst/>
              </a:prstGeom>
              <a:solidFill>
                <a:schemeClr val="accent1"/>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3" name="Oval 5"/>
              <p:cNvSpPr>
                <a:spLocks/>
              </p:cNvSpPr>
              <p:nvPr/>
            </p:nvSpPr>
            <p:spPr bwMode="auto">
              <a:xfrm>
                <a:off x="1307620"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4"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sp>
            <p:nvSpPr>
              <p:cNvPr id="15" name="Rectangle 11"/>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pPr fontAlgn="auto">
                  <a:spcBef>
                    <a:spcPts val="0"/>
                  </a:spcBef>
                  <a:spcAft>
                    <a:spcPts val="0"/>
                  </a:spcAft>
                </a:pPr>
                <a:endParaRPr lang="id-ID" dirty="0">
                  <a:solidFill>
                    <a:prstClr val="black"/>
                  </a:solidFill>
                  <a:latin typeface="Roboto Lt"/>
                  <a:cs typeface="+mn-cs"/>
                </a:endParaRPr>
              </a:p>
            </p:txBody>
          </p:sp>
          <p:sp>
            <p:nvSpPr>
              <p:cNvPr id="16" name="Freeform 9"/>
              <p:cNvSpPr>
                <a:spLocks/>
              </p:cNvSpPr>
              <p:nvPr/>
            </p:nvSpPr>
            <p:spPr bwMode="auto">
              <a:xfrm rot="18900000">
                <a:off x="3964946" y="2855903"/>
                <a:ext cx="99496" cy="99498"/>
              </a:xfrm>
              <a:custGeom>
                <a:avLst/>
                <a:gdLst>
                  <a:gd name="T0" fmla="*/ 42 w 64"/>
                  <a:gd name="T1" fmla="*/ 0 h 64"/>
                  <a:gd name="T2" fmla="*/ 21 w 64"/>
                  <a:gd name="T3" fmla="*/ 0 h 64"/>
                  <a:gd name="T4" fmla="*/ 21 w 64"/>
                  <a:gd name="T5" fmla="*/ 21 h 64"/>
                  <a:gd name="T6" fmla="*/ 0 w 64"/>
                  <a:gd name="T7" fmla="*/ 21 h 64"/>
                  <a:gd name="T8" fmla="*/ 0 w 64"/>
                  <a:gd name="T9" fmla="*/ 42 h 64"/>
                  <a:gd name="T10" fmla="*/ 21 w 64"/>
                  <a:gd name="T11" fmla="*/ 42 h 64"/>
                  <a:gd name="T12" fmla="*/ 21 w 64"/>
                  <a:gd name="T13" fmla="*/ 64 h 64"/>
                  <a:gd name="T14" fmla="*/ 42 w 64"/>
                  <a:gd name="T15" fmla="*/ 64 h 64"/>
                  <a:gd name="T16" fmla="*/ 42 w 64"/>
                  <a:gd name="T17" fmla="*/ 42 h 64"/>
                  <a:gd name="T18" fmla="*/ 64 w 64"/>
                  <a:gd name="T19" fmla="*/ 42 h 64"/>
                  <a:gd name="T20" fmla="*/ 64 w 64"/>
                  <a:gd name="T21" fmla="*/ 21 h 64"/>
                  <a:gd name="T22" fmla="*/ 42 w 64"/>
                  <a:gd name="T23" fmla="*/ 21 h 64"/>
                  <a:gd name="T24" fmla="*/ 42 w 64"/>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64">
                    <a:moveTo>
                      <a:pt x="42" y="0"/>
                    </a:moveTo>
                    <a:lnTo>
                      <a:pt x="21" y="0"/>
                    </a:lnTo>
                    <a:lnTo>
                      <a:pt x="21" y="21"/>
                    </a:lnTo>
                    <a:lnTo>
                      <a:pt x="0" y="21"/>
                    </a:lnTo>
                    <a:lnTo>
                      <a:pt x="0" y="42"/>
                    </a:lnTo>
                    <a:lnTo>
                      <a:pt x="21" y="42"/>
                    </a:lnTo>
                    <a:lnTo>
                      <a:pt x="21" y="64"/>
                    </a:lnTo>
                    <a:lnTo>
                      <a:pt x="42" y="64"/>
                    </a:lnTo>
                    <a:lnTo>
                      <a:pt x="42" y="42"/>
                    </a:lnTo>
                    <a:lnTo>
                      <a:pt x="64" y="42"/>
                    </a:lnTo>
                    <a:lnTo>
                      <a:pt x="64" y="21"/>
                    </a:lnTo>
                    <a:lnTo>
                      <a:pt x="42" y="21"/>
                    </a:lnTo>
                    <a:lnTo>
                      <a:pt x="42" y="0"/>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nvGrpSpPr>
              <p:cNvPr id="17" name="Group 16"/>
              <p:cNvGrpSpPr/>
              <p:nvPr/>
            </p:nvGrpSpPr>
            <p:grpSpPr>
              <a:xfrm>
                <a:off x="7494380" y="2779230"/>
                <a:ext cx="155357" cy="155272"/>
                <a:chOff x="4763" y="0"/>
                <a:chExt cx="2900362" cy="2898775"/>
              </a:xfrm>
              <a:solidFill>
                <a:schemeClr val="bg1">
                  <a:lumMod val="50000"/>
                </a:schemeClr>
              </a:solidFill>
            </p:grpSpPr>
            <p:sp>
              <p:nvSpPr>
                <p:cNvPr id="20"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1"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2"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3"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4"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5"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6"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7"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28"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grpSp>
          <p:sp>
            <p:nvSpPr>
              <p:cNvPr id="18"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Roboto Lt"/>
                  <a:cs typeface="+mn-cs"/>
                </a:endParaRPr>
              </a:p>
            </p:txBody>
          </p:sp>
          <p:sp>
            <p:nvSpPr>
              <p:cNvPr id="19"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pPr fontAlgn="auto">
                  <a:spcBef>
                    <a:spcPts val="0"/>
                  </a:spcBef>
                  <a:spcAft>
                    <a:spcPts val="0"/>
                  </a:spcAft>
                </a:pPr>
                <a:endParaRPr lang="id-ID">
                  <a:solidFill>
                    <a:prstClr val="black"/>
                  </a:solidFill>
                  <a:latin typeface="Roboto Lt"/>
                  <a:cs typeface="+mn-cs"/>
                </a:endParaRPr>
              </a:p>
            </p:txBody>
          </p:sp>
        </p:grpSp>
        <p:sp>
          <p:nvSpPr>
            <p:cNvPr id="8" name="TextBox 7"/>
            <p:cNvSpPr txBox="1"/>
            <p:nvPr/>
          </p:nvSpPr>
          <p:spPr>
            <a:xfrm>
              <a:off x="2353072" y="3063038"/>
              <a:ext cx="1372295" cy="223997"/>
            </a:xfrm>
            <a:prstGeom prst="rect">
              <a:avLst/>
            </a:prstGeom>
            <a:noFill/>
          </p:spPr>
          <p:txBody>
            <a:bodyPr wrap="none" rtlCol="0">
              <a:spAutoFit/>
            </a:bodyPr>
            <a:lstStyle/>
            <a:p>
              <a:pPr fontAlgn="auto">
                <a:spcBef>
                  <a:spcPts val="0"/>
                </a:spcBef>
                <a:spcAft>
                  <a:spcPts val="0"/>
                </a:spcAft>
              </a:pPr>
              <a:r>
                <a:rPr lang="id-ID" sz="900" dirty="0" smtClean="0">
                  <a:solidFill>
                    <a:prstClr val="white">
                      <a:lumMod val="65000"/>
                    </a:prstClr>
                  </a:solidFill>
                  <a:latin typeface="Roboto"/>
                  <a:cs typeface="+mn-cs"/>
                </a:rPr>
                <a:t>www.designcorner.com</a:t>
              </a:r>
              <a:endParaRPr lang="id-ID" sz="900" dirty="0">
                <a:solidFill>
                  <a:prstClr val="white">
                    <a:lumMod val="65000"/>
                  </a:prstClr>
                </a:solidFill>
                <a:latin typeface="Roboto"/>
                <a:cs typeface="+mn-cs"/>
              </a:endParaRPr>
            </a:p>
          </p:txBody>
        </p:sp>
      </p:grpSp>
      <p:sp>
        <p:nvSpPr>
          <p:cNvPr id="29"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0" name="Text Placeholder 6"/>
          <p:cNvSpPr>
            <a:spLocks noGrp="1"/>
          </p:cNvSpPr>
          <p:nvPr>
            <p:ph type="body" sz="quarter" idx="13"/>
          </p:nvPr>
        </p:nvSpPr>
        <p:spPr>
          <a:xfrm>
            <a:off x="479425" y="393700"/>
            <a:ext cx="3559175" cy="273050"/>
          </a:xfrm>
        </p:spPr>
        <p:txBody>
          <a:bodyPr/>
          <a:lstStyle>
            <a:lvl1pPr>
              <a:defRPr>
                <a:solidFill>
                  <a:schemeClr val="tx1">
                    <a:lumMod val="65000"/>
                    <a:lumOff val="35000"/>
                  </a:schemeClr>
                </a:solidFill>
                <a:latin typeface="+mj-lt"/>
              </a:defRPr>
            </a:lvl1pPr>
          </a:lstStyle>
          <a:p>
            <a:pPr lvl="0"/>
            <a:endParaRPr lang="en-AU" dirty="0"/>
          </a:p>
        </p:txBody>
      </p:sp>
      <p:sp>
        <p:nvSpPr>
          <p:cNvPr id="31"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32" name="Picture Placeholder 30"/>
          <p:cNvSpPr>
            <a:spLocks noGrp="1"/>
          </p:cNvSpPr>
          <p:nvPr>
            <p:ph type="pic" sz="quarter" idx="36" hasCustomPrompt="1"/>
          </p:nvPr>
        </p:nvSpPr>
        <p:spPr>
          <a:xfrm>
            <a:off x="-1" y="3411787"/>
            <a:ext cx="6136175" cy="3446213"/>
          </a:xfrm>
          <a:solidFill>
            <a:schemeClr val="bg1">
              <a:lumMod val="85000"/>
            </a:schemeClr>
          </a:solidFill>
        </p:spPr>
        <p:txBody>
          <a:bodyPr/>
          <a:lstStyle>
            <a:lvl1pPr>
              <a:defRPr/>
            </a:lvl1pPr>
          </a:lstStyle>
          <a:p>
            <a:r>
              <a:rPr lang="id-ID" dirty="0" smtClean="0"/>
              <a:t>Pic here</a:t>
            </a:r>
            <a:endParaRPr lang="en-AU" dirty="0"/>
          </a:p>
        </p:txBody>
      </p:sp>
    </p:spTree>
    <p:extLst>
      <p:ext uri="{BB962C8B-B14F-4D97-AF65-F5344CB8AC3E}">
        <p14:creationId xmlns:p14="http://schemas.microsoft.com/office/powerpoint/2010/main" val="196856854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0">
                                            <p:txEl>
                                              <p:pRg st="0" end="0"/>
                                            </p:txEl>
                                          </p:spTgt>
                                        </p:tgtEl>
                                        <p:attrNameLst>
                                          <p:attrName>style.visibility</p:attrName>
                                        </p:attrNameLst>
                                      </p:cBhvr>
                                      <p:to>
                                        <p:strVal val="visible"/>
                                      </p:to>
                                    </p:set>
                                    <p:animEffect transition="in" filter="fade">
                                      <p:cBhvr>
                                        <p:cTn id="7" dur="500"/>
                                        <p:tgtEl>
                                          <p:spTgt spid="30">
                                            <p:txEl>
                                              <p:pRg st="0" end="0"/>
                                            </p:txEl>
                                          </p:spTgt>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000"/>
                            </p:stCondLst>
                            <p:childTnLst>
                              <p:par>
                                <p:cTn id="13" presetID="42" presetClass="entr" presetSubtype="0" fill="hold" grpId="0" nodeType="after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anim calcmode="lin" valueType="num">
                                      <p:cBhvr>
                                        <p:cTn id="16"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7" dur="50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42"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par>
                          <p:cTn id="24" fill="hold">
                            <p:stCondLst>
                              <p:cond delay="3500"/>
                            </p:stCondLst>
                            <p:childTnLst>
                              <p:par>
                                <p:cTn id="25" presetID="42"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anim calcmode="lin" valueType="num">
                                      <p:cBhvr>
                                        <p:cTn id="28" dur="500" fill="hold"/>
                                        <p:tgtEl>
                                          <p:spTgt spid="32"/>
                                        </p:tgtEl>
                                        <p:attrNameLst>
                                          <p:attrName>ppt_x</p:attrName>
                                        </p:attrNameLst>
                                      </p:cBhvr>
                                      <p:tavLst>
                                        <p:tav tm="0">
                                          <p:val>
                                            <p:strVal val="#ppt_x"/>
                                          </p:val>
                                        </p:tav>
                                        <p:tav tm="100000">
                                          <p:val>
                                            <p:strVal val="#ppt_x"/>
                                          </p:val>
                                        </p:tav>
                                      </p:tavLst>
                                    </p:anim>
                                    <p:anim calcmode="lin" valueType="num">
                                      <p:cBhvr>
                                        <p:cTn id="2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42" presetClass="entr" presetSubtype="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anim calcmode="lin" valueType="num">
                      <p:cBhvr>
                        <p:cTn dur="500" fill="hold"/>
                        <p:tgtEl>
                          <p:spTgt spid="31"/>
                        </p:tgtEl>
                        <p:attrNameLst>
                          <p:attrName>ppt_x</p:attrName>
                        </p:attrNameLst>
                      </p:cBhvr>
                      <p:tavLst>
                        <p:tav tm="0">
                          <p:val>
                            <p:strVal val="#ppt_x"/>
                          </p:val>
                        </p:tav>
                        <p:tav tm="100000">
                          <p:val>
                            <p:strVal val="#ppt_x"/>
                          </p:val>
                        </p:tav>
                      </p:tavLst>
                    </p:anim>
                    <p:anim calcmode="lin" valueType="num">
                      <p:cBhvr>
                        <p:cTn dur="50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Lst>
  </p:timing>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A0FDC462-F6B5-4841-862F-0199AB1F324C}"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15" name="Title 1"/>
          <p:cNvSpPr>
            <a:spLocks noGrp="1"/>
          </p:cNvSpPr>
          <p:nvPr>
            <p:ph type="title" hasCustomPrompt="1"/>
          </p:nvPr>
        </p:nvSpPr>
        <p:spPr>
          <a:xfrm>
            <a:off x="479425" y="692150"/>
            <a:ext cx="11233150" cy="405130"/>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18" name="Text Placeholder 2"/>
          <p:cNvSpPr>
            <a:spLocks noGrp="1"/>
          </p:cNvSpPr>
          <p:nvPr>
            <p:ph type="body" idx="1"/>
          </p:nvPr>
        </p:nvSpPr>
        <p:spPr>
          <a:xfrm>
            <a:off x="479425" y="1154764"/>
            <a:ext cx="11233150"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
        <p:nvSpPr>
          <p:cNvPr id="28" name="Picture Placeholder 30"/>
          <p:cNvSpPr>
            <a:spLocks noGrp="1"/>
          </p:cNvSpPr>
          <p:nvPr>
            <p:ph type="pic" sz="quarter" idx="36" hasCustomPrompt="1"/>
          </p:nvPr>
        </p:nvSpPr>
        <p:spPr>
          <a:xfrm>
            <a:off x="1"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29" name="Picture Placeholder 30"/>
          <p:cNvSpPr>
            <a:spLocks noGrp="1"/>
          </p:cNvSpPr>
          <p:nvPr>
            <p:ph type="pic" sz="quarter" idx="37" hasCustomPrompt="1"/>
          </p:nvPr>
        </p:nvSpPr>
        <p:spPr>
          <a:xfrm>
            <a:off x="0" y="4464733"/>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0" name="Picture Placeholder 30"/>
          <p:cNvSpPr>
            <a:spLocks noGrp="1"/>
          </p:cNvSpPr>
          <p:nvPr>
            <p:ph type="pic" sz="quarter" idx="38" hasCustomPrompt="1"/>
          </p:nvPr>
        </p:nvSpPr>
        <p:spPr>
          <a:xfrm>
            <a:off x="4038600" y="2071466"/>
            <a:ext cx="4038600" cy="2393267"/>
          </a:xfrm>
          <a:solidFill>
            <a:schemeClr val="bg1">
              <a:lumMod val="85000"/>
            </a:schemeClr>
          </a:solidFill>
        </p:spPr>
        <p:txBody>
          <a:bodyPr/>
          <a:lstStyle>
            <a:lvl1pPr>
              <a:defRPr/>
            </a:lvl1pPr>
          </a:lstStyle>
          <a:p>
            <a:r>
              <a:rPr lang="id-ID" dirty="0" smtClean="0"/>
              <a:t>Pic here</a:t>
            </a:r>
            <a:endParaRPr lang="en-AU" dirty="0"/>
          </a:p>
        </p:txBody>
      </p:sp>
      <p:sp>
        <p:nvSpPr>
          <p:cNvPr id="31" name="Picture Placeholder 30"/>
          <p:cNvSpPr>
            <a:spLocks noGrp="1"/>
          </p:cNvSpPr>
          <p:nvPr>
            <p:ph type="pic" sz="quarter" idx="39" hasCustomPrompt="1"/>
          </p:nvPr>
        </p:nvSpPr>
        <p:spPr>
          <a:xfrm>
            <a:off x="4038599" y="4464733"/>
            <a:ext cx="4038600" cy="2393267"/>
          </a:xfrm>
          <a:solidFill>
            <a:schemeClr val="bg1">
              <a:lumMod val="85000"/>
            </a:schemeClr>
          </a:solidFill>
        </p:spPr>
        <p:txBody>
          <a:bodyPr/>
          <a:lstStyle>
            <a:lvl1pPr>
              <a:defRPr/>
            </a:lvl1pPr>
          </a:lstStyle>
          <a:p>
            <a:r>
              <a:rPr lang="id-ID" dirty="0" smtClean="0"/>
              <a:t>Pic here</a:t>
            </a:r>
            <a:endParaRPr lang="en-AU" dirty="0"/>
          </a:p>
        </p:txBody>
      </p:sp>
      <p:grpSp>
        <p:nvGrpSpPr>
          <p:cNvPr id="6" name="Group 5"/>
          <p:cNvGrpSpPr/>
          <p:nvPr userDrawn="1"/>
        </p:nvGrpSpPr>
        <p:grpSpPr>
          <a:xfrm>
            <a:off x="8077197" y="2071466"/>
            <a:ext cx="4114803" cy="4786534"/>
            <a:chOff x="8077197" y="2071466"/>
            <a:chExt cx="4114803" cy="3172804"/>
          </a:xfrm>
        </p:grpSpPr>
        <p:sp>
          <p:nvSpPr>
            <p:cNvPr id="2" name="Rectangle 1"/>
            <p:cNvSpPr/>
            <p:nvPr userDrawn="1"/>
          </p:nvSpPr>
          <p:spPr>
            <a:xfrm>
              <a:off x="8077199" y="2071466"/>
              <a:ext cx="4114801" cy="8023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3" name="Rectangle 32"/>
            <p:cNvSpPr/>
            <p:nvPr userDrawn="1"/>
          </p:nvSpPr>
          <p:spPr>
            <a:xfrm>
              <a:off x="8077198" y="2866917"/>
              <a:ext cx="4114801" cy="8023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4" name="Rectangle 33"/>
            <p:cNvSpPr/>
            <p:nvPr userDrawn="1"/>
          </p:nvSpPr>
          <p:spPr>
            <a:xfrm>
              <a:off x="8077197" y="3657868"/>
              <a:ext cx="4114801" cy="8023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35" name="Rectangle 34"/>
            <p:cNvSpPr/>
            <p:nvPr userDrawn="1"/>
          </p:nvSpPr>
          <p:spPr>
            <a:xfrm>
              <a:off x="8077199" y="4441907"/>
              <a:ext cx="4114801" cy="8023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spTree>
    <p:extLst>
      <p:ext uri="{BB962C8B-B14F-4D97-AF65-F5344CB8AC3E}">
        <p14:creationId xmlns:p14="http://schemas.microsoft.com/office/powerpoint/2010/main" val="28814545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8">
                                            <p:txEl>
                                              <p:pRg st="0" end="0"/>
                                            </p:txEl>
                                          </p:spTgt>
                                        </p:tgtEl>
                                        <p:attrNameLst>
                                          <p:attrName>style.visibility</p:attrName>
                                        </p:attrNameLst>
                                      </p:cBhvr>
                                      <p:to>
                                        <p:strVal val="visible"/>
                                      </p:to>
                                    </p:set>
                                    <p:animEffect transition="in" filter="fade">
                                      <p:cBhvr>
                                        <p:cTn id="11" dur="500"/>
                                        <p:tgtEl>
                                          <p:spTgt spid="18">
                                            <p:txEl>
                                              <p:pRg st="0" end="0"/>
                                            </p:txEl>
                                          </p:spTgt>
                                        </p:tgtEl>
                                      </p:cBhvr>
                                    </p:animEffect>
                                    <p:anim calcmode="lin" valueType="num">
                                      <p:cBhvr>
                                        <p:cTn id="1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anim calcmode="lin" valueType="num">
                                      <p:cBhvr>
                                        <p:cTn id="18" dur="500" fill="hold"/>
                                        <p:tgtEl>
                                          <p:spTgt spid="28"/>
                                        </p:tgtEl>
                                        <p:attrNameLst>
                                          <p:attrName>ppt_x</p:attrName>
                                        </p:attrNameLst>
                                      </p:cBhvr>
                                      <p:tavLst>
                                        <p:tav tm="0">
                                          <p:val>
                                            <p:strVal val="#ppt_x"/>
                                          </p:val>
                                        </p:tav>
                                        <p:tav tm="100000">
                                          <p:val>
                                            <p:strVal val="#ppt_x"/>
                                          </p:val>
                                        </p:tav>
                                      </p:tavLst>
                                    </p:anim>
                                    <p:anim calcmode="lin" valueType="num">
                                      <p:cBhvr>
                                        <p:cTn id="19" dur="500" fill="hold"/>
                                        <p:tgtEl>
                                          <p:spTgt spid="28"/>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anim calcmode="lin" valueType="num">
                                      <p:cBhvr>
                                        <p:cTn id="24" dur="500" fill="hold"/>
                                        <p:tgtEl>
                                          <p:spTgt spid="29"/>
                                        </p:tgtEl>
                                        <p:attrNameLst>
                                          <p:attrName>ppt_x</p:attrName>
                                        </p:attrNameLst>
                                      </p:cBhvr>
                                      <p:tavLst>
                                        <p:tav tm="0">
                                          <p:val>
                                            <p:strVal val="#ppt_x"/>
                                          </p:val>
                                        </p:tav>
                                        <p:tav tm="100000">
                                          <p:val>
                                            <p:strVal val="#ppt_x"/>
                                          </p:val>
                                        </p:tav>
                                      </p:tavLst>
                                    </p:anim>
                                    <p:anim calcmode="lin" valueType="num">
                                      <p:cBhvr>
                                        <p:cTn id="25" dur="500" fill="hold"/>
                                        <p:tgtEl>
                                          <p:spTgt spid="29"/>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anim calcmode="lin" valueType="num">
                                      <p:cBhvr>
                                        <p:cTn id="30" dur="500" fill="hold"/>
                                        <p:tgtEl>
                                          <p:spTgt spid="30"/>
                                        </p:tgtEl>
                                        <p:attrNameLst>
                                          <p:attrName>ppt_x</p:attrName>
                                        </p:attrNameLst>
                                      </p:cBhvr>
                                      <p:tavLst>
                                        <p:tav tm="0">
                                          <p:val>
                                            <p:strVal val="#ppt_x"/>
                                          </p:val>
                                        </p:tav>
                                        <p:tav tm="100000">
                                          <p:val>
                                            <p:strVal val="#ppt_x"/>
                                          </p:val>
                                        </p:tav>
                                      </p:tavLst>
                                    </p:anim>
                                    <p:anim calcmode="lin" valueType="num">
                                      <p:cBhvr>
                                        <p:cTn id="31" dur="500" fill="hold"/>
                                        <p:tgtEl>
                                          <p:spTgt spid="3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anim calcmode="lin" valueType="num">
                                      <p:cBhvr>
                                        <p:cTn id="36" dur="500" fill="hold"/>
                                        <p:tgtEl>
                                          <p:spTgt spid="31"/>
                                        </p:tgtEl>
                                        <p:attrNameLst>
                                          <p:attrName>ppt_x</p:attrName>
                                        </p:attrNameLst>
                                      </p:cBhvr>
                                      <p:tavLst>
                                        <p:tav tm="0">
                                          <p:val>
                                            <p:strVal val="#ppt_x"/>
                                          </p:val>
                                        </p:tav>
                                        <p:tav tm="100000">
                                          <p:val>
                                            <p:strVal val="#ppt_x"/>
                                          </p:val>
                                        </p:tav>
                                      </p:tavLst>
                                    </p:anim>
                                    <p:anim calcmode="lin" valueType="num">
                                      <p:cBhvr>
                                        <p:cTn id="37" dur="500" fill="hold"/>
                                        <p:tgtEl>
                                          <p:spTgt spid="31"/>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8"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left)">
                                      <p:cBhvr>
                                        <p:cTn id="4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8" grpId="0" build="p">
        <p:tmplLst>
          <p:tmpl lvl="1">
            <p:tnLst>
              <p:par>
                <p:cTn presetID="42"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anim calcmode="lin" valueType="num">
                      <p:cBhvr>
                        <p:cTn dur="500" fill="hold"/>
                        <p:tgtEl>
                          <p:spTgt spid="18"/>
                        </p:tgtEl>
                        <p:attrNameLst>
                          <p:attrName>ppt_x</p:attrName>
                        </p:attrNameLst>
                      </p:cBhvr>
                      <p:tavLst>
                        <p:tav tm="0">
                          <p:val>
                            <p:strVal val="#ppt_x"/>
                          </p:val>
                        </p:tav>
                        <p:tav tm="100000">
                          <p:val>
                            <p:strVal val="#ppt_x"/>
                          </p:val>
                        </p:tav>
                      </p:tavLst>
                    </p:anim>
                    <p:anim calcmode="lin" valueType="num">
                      <p:cBhvr>
                        <p:cTn dur="500" fill="hold"/>
                        <p:tgtEl>
                          <p:spTgt spid="18"/>
                        </p:tgtEl>
                        <p:attrNameLst>
                          <p:attrName>ppt_y</p:attrName>
                        </p:attrNameLst>
                      </p:cBhvr>
                      <p:tavLst>
                        <p:tav tm="0">
                          <p:val>
                            <p:strVal val="#ppt_y+.1"/>
                          </p:val>
                        </p:tav>
                        <p:tav tm="100000">
                          <p:val>
                            <p:strVal val="#ppt_y"/>
                          </p:val>
                        </p:tav>
                      </p:tavLst>
                    </p:anim>
                  </p:childTnLst>
                </p:cTn>
              </p:par>
            </p:tnLst>
          </p:tmpl>
        </p:tmplLst>
      </p:bldP>
      <p:bldP spid="28" grpId="0" animBg="1"/>
      <p:bldP spid="29" grpId="0" animBg="1"/>
      <p:bldP spid="30" grpId="0" animBg="1"/>
      <p:bldP spid="31" grpId="0" animBg="1"/>
    </p:bldLst>
  </p:timing>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9425" y="2549236"/>
            <a:ext cx="4605193" cy="1683329"/>
          </a:xfrm>
        </p:spPr>
        <p:txBody>
          <a:bodyPr/>
          <a:lstStyle>
            <a:lvl1pPr>
              <a:defRPr b="1">
                <a:solidFill>
                  <a:schemeClr val="tx1">
                    <a:lumMod val="75000"/>
                    <a:lumOff val="25000"/>
                  </a:schemeClr>
                </a:solidFill>
              </a:defRPr>
            </a:lvl1pPr>
          </a:lstStyle>
          <a:p>
            <a:r>
              <a:rPr lang="en-US" dirty="0" smtClean="0"/>
              <a:t>CLICK TO EDIT MASTER TITLE STYLE</a:t>
            </a:r>
            <a:endParaRPr lang="en-AU" dirty="0"/>
          </a:p>
        </p:txBody>
      </p:sp>
      <p:sp>
        <p:nvSpPr>
          <p:cNvPr id="3" name="Date Placeholder 2"/>
          <p:cNvSpPr>
            <a:spLocks noGrp="1"/>
          </p:cNvSpPr>
          <p:nvPr>
            <p:ph type="dt" sz="half" idx="10"/>
          </p:nvPr>
        </p:nvSpPr>
        <p:spPr/>
        <p:txBody>
          <a:bodyPr/>
          <a:lstStyle/>
          <a:p>
            <a:fld id="{852FFD7B-B692-1240-BB51-E0B670F3F8E1}"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
        <p:nvSpPr>
          <p:cNvPr id="8" name="Text Placeholder 2"/>
          <p:cNvSpPr>
            <a:spLocks noGrp="1"/>
          </p:cNvSpPr>
          <p:nvPr>
            <p:ph type="body" idx="1"/>
          </p:nvPr>
        </p:nvSpPr>
        <p:spPr>
          <a:xfrm>
            <a:off x="479424" y="4418436"/>
            <a:ext cx="4605193" cy="272983"/>
          </a:xfrm>
        </p:spPr>
        <p:txBody>
          <a:bodyPr>
            <a:normAutofit/>
          </a:bodyPr>
          <a:lstStyle>
            <a:lvl1pPr marL="0" indent="0">
              <a:buNone/>
              <a:defRPr sz="1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smtClean="0"/>
              <a:t>Click to edit Master text styles</a:t>
            </a:r>
          </a:p>
        </p:txBody>
      </p:sp>
    </p:spTree>
    <p:extLst>
      <p:ext uri="{BB962C8B-B14F-4D97-AF65-F5344CB8AC3E}">
        <p14:creationId xmlns:p14="http://schemas.microsoft.com/office/powerpoint/2010/main" val="5575407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8">
                                            <p:txEl>
                                              <p:pRg st="0" end="0"/>
                                            </p:txEl>
                                          </p:spTgt>
                                        </p:tgtEl>
                                        <p:attrNameLst>
                                          <p:attrName>style.visibility</p:attrName>
                                        </p:attrNameLst>
                                      </p:cBhvr>
                                      <p:to>
                                        <p:strVal val="visible"/>
                                      </p:to>
                                    </p:set>
                                    <p:animEffect transition="in" filter="fade">
                                      <p:cBhvr>
                                        <p:cTn id="11" dur="500"/>
                                        <p:tgtEl>
                                          <p:spTgt spid="8">
                                            <p:txEl>
                                              <p:pRg st="0" end="0"/>
                                            </p:txEl>
                                          </p:spTgt>
                                        </p:tgtEl>
                                      </p:cBhvr>
                                    </p:animEffect>
                                    <p:anim calcmode="lin" valueType="num">
                                      <p:cBhvr>
                                        <p:cTn id="12"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13" dur="5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build="p">
        <p:tmplLst>
          <p:tmpl lvl="1">
            <p:tnLst>
              <p:par>
                <p:cTn presetID="42" presetClass="entr" presetSubtype="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500"/>
                        <p:tgtEl>
                          <p:spTgt spid="8"/>
                        </p:tgtEl>
                      </p:cBhvr>
                    </p:animEffect>
                    <p:anim calcmode="lin" valueType="num">
                      <p:cBhvr>
                        <p:cTn dur="500" fill="hold"/>
                        <p:tgtEl>
                          <p:spTgt spid="8"/>
                        </p:tgtEl>
                        <p:attrNameLst>
                          <p:attrName>ppt_x</p:attrName>
                        </p:attrNameLst>
                      </p:cBhvr>
                      <p:tavLst>
                        <p:tav tm="0">
                          <p:val>
                            <p:strVal val="#ppt_x"/>
                          </p:val>
                        </p:tav>
                        <p:tav tm="100000">
                          <p:val>
                            <p:strVal val="#ppt_x"/>
                          </p:val>
                        </p:tav>
                      </p:tavLst>
                    </p:anim>
                    <p:anim calcmode="lin" valueType="num">
                      <p:cBhvr>
                        <p:cTn dur="500" fill="hold"/>
                        <p:tgtEl>
                          <p:spTgt spid="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8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A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3B7CFAC-5465-9B4A-B894-AA33B84D473F}"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592384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B2187E3D-9474-344B-BF34-7270A039A8CE}"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7472772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A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57E471B8-FDD2-4B40-B961-6802A8BDD428}" type="datetime1">
              <a:rPr lang="en-US" smtClean="0">
                <a:solidFill>
                  <a:prstClr val="black">
                    <a:tint val="75000"/>
                  </a:prstClr>
                </a:solidFill>
              </a:rPr>
              <a:t>9/22/16</a:t>
            </a:fld>
            <a:endParaRPr lang="en-AU">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9" name="Slide Number Placeholder 8"/>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3759943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206FD711-C630-B143-8988-F4C4D2EAEE20}" type="datetime1">
              <a:rPr lang="en-US" smtClean="0">
                <a:solidFill>
                  <a:prstClr val="black">
                    <a:tint val="75000"/>
                  </a:prstClr>
                </a:solidFill>
              </a:rPr>
              <a:t>9/22/16</a:t>
            </a:fld>
            <a:endParaRPr lang="en-AU">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5" name="Slide Number Placeholder 4"/>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5785051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D556108-D4D5-2A41-96D4-E8DF5D6205A7}" type="datetime1">
              <a:rPr lang="en-US" smtClean="0">
                <a:solidFill>
                  <a:prstClr val="black">
                    <a:tint val="75000"/>
                  </a:prstClr>
                </a:solidFill>
              </a:rPr>
              <a:t>9/22/16</a:t>
            </a:fld>
            <a:endParaRPr lang="en-AU">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4" name="Slide Number Placeholder 3"/>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8082618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8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E65A976-C3BC-C04C-8C75-695A36E05F34}"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10280653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A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E559D13-B86F-814B-A9A1-4FF358CD40F6}" type="datetime1">
              <a:rPr lang="en-US" smtClean="0">
                <a:solidFill>
                  <a:prstClr val="black">
                    <a:tint val="75000"/>
                  </a:prstClr>
                </a:solidFill>
              </a:rPr>
              <a:t>9/22/16</a:t>
            </a:fld>
            <a:endParaRPr lang="en-AU">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7" name="Slide Number Placeholder 6"/>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23513581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4ACDEFA2-5CB0-6A46-AA65-5B024AACD30A}"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7452045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912EC3A8-7FFF-874F-95A7-E4510E5F6CF2}" type="datetime1">
              <a:rPr lang="en-US" smtClean="0">
                <a:solidFill>
                  <a:prstClr val="black">
                    <a:tint val="75000"/>
                  </a:prstClr>
                </a:solidFill>
              </a:rPr>
              <a:t>9/22/16</a:t>
            </a:fld>
            <a:endParaRPr lang="en-AU">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
        <p:nvSpPr>
          <p:cNvPr id="6" name="Slide Number Placeholder 5"/>
          <p:cNvSpPr>
            <a:spLocks noGrp="1"/>
          </p:cNvSpPr>
          <p:nvPr>
            <p:ph type="sldNum" sz="quarter" idx="12"/>
          </p:nvPr>
        </p:nvSpPr>
        <p:spPr/>
        <p:txBody>
          <a:bodyPr/>
          <a:lstStyle/>
          <a:p>
            <a:fld id="{B2368EEF-F8D6-448A-9AF0-691E77075A3E}" type="slidenum">
              <a:rPr lang="en-AU" smtClean="0">
                <a:solidFill>
                  <a:prstClr val="black">
                    <a:tint val="75000"/>
                  </a:prstClr>
                </a:solidFill>
              </a:rPr>
              <a:pPr/>
              <a:t>‹#›</a:t>
            </a:fld>
            <a:endParaRPr lang="en-AU">
              <a:solidFill>
                <a:prstClr val="black">
                  <a:tint val="75000"/>
                </a:prstClr>
              </a:solidFill>
            </a:endParaRPr>
          </a:p>
        </p:txBody>
      </p:sp>
    </p:spTree>
    <p:extLst>
      <p:ext uri="{BB962C8B-B14F-4D97-AF65-F5344CB8AC3E}">
        <p14:creationId xmlns:p14="http://schemas.microsoft.com/office/powerpoint/2010/main" val="39118249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3.xml><?xml version="1.0" encoding="utf-8"?>
<p:sldLayout xmlns:a="http://schemas.openxmlformats.org/drawingml/2006/main" xmlns:r="http://schemas.openxmlformats.org/officeDocument/2006/relationships" xmlns:p="http://schemas.openxmlformats.org/presentationml/2006/main" userDrawn="1">
  <p:cSld name="Wide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1"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7321941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04.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dirty="0"/>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2C27282-BD00-0C49-86B8-E04E36577BAD}" type="datetime1">
              <a:rPr lang="en-US" smtClean="0">
                <a:solidFill>
                  <a:srgbClr val="5C5C5C"/>
                </a:solidFill>
                <a:latin typeface="Calibri" panose="020F0502020204030204"/>
                <a:cs typeface="+mn-cs"/>
              </a:rPr>
              <a:t>9/22/16</a:t>
            </a:fld>
            <a:endParaRPr lang="id-ID">
              <a:solidFill>
                <a:srgbClr val="5C5C5C"/>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3A7C0087-F7CD-4F5D-A7CF-BCE4DC7AC152}" type="slidenum">
              <a:rPr lang="id-ID" smtClean="0">
                <a:solidFill>
                  <a:srgbClr val="5C5C5C"/>
                </a:solidFill>
                <a:latin typeface="Calibri" panose="020F0502020204030204"/>
                <a:cs typeface="+mn-cs"/>
              </a:rPr>
              <a:pPr fontAlgn="auto">
                <a:spcBef>
                  <a:spcPts val="0"/>
                </a:spcBef>
                <a:spcAft>
                  <a:spcPts val="0"/>
                </a:spcAft>
              </a:pPr>
              <a:t>‹#›</a:t>
            </a:fld>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38935111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5.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8552431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6.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0" y="0"/>
            <a:ext cx="6819900" cy="6858000"/>
          </a:xfrm>
        </p:spPr>
        <p:txBody>
          <a:bodyPr/>
          <a:lstStyle/>
          <a:p>
            <a:endParaRPr lang="en-IN"/>
          </a:p>
        </p:txBody>
      </p:sp>
      <p:sp>
        <p:nvSpPr>
          <p:cNvPr id="3" name="Slide Number Placeholder 5"/>
          <p:cNvSpPr>
            <a:spLocks noGrp="1"/>
          </p:cNvSpPr>
          <p:nvPr>
            <p:ph type="sldNum" sz="quarter" idx="4"/>
          </p:nvPr>
        </p:nvSpPr>
        <p:spPr>
          <a:xfrm>
            <a:off x="11841956" y="80168"/>
            <a:ext cx="273050" cy="182563"/>
          </a:xfrm>
          <a:prstGeom prst="rect">
            <a:avLst/>
          </a:prstGeom>
          <a:solidFill>
            <a:schemeClr val="accent6">
              <a:lumMod val="50000"/>
            </a:schemeClr>
          </a:solidFill>
        </p:spPr>
        <p:txBody>
          <a:bodyPr vert="horz" lIns="0" tIns="0" rIns="0" bIns="0" rtlCol="0" anchor="ctr"/>
          <a:lstStyle>
            <a:lvl1pPr algn="ctr">
              <a:defRPr sz="10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fld id="{01E2D508-0D33-4BED-97DE-1BBAD8E96F9E}" type="slidenum">
              <a:rPr lang="en-IN" smtClean="0">
                <a:solidFill>
                  <a:prstClr val="white"/>
                </a:solidFill>
              </a:rPr>
              <a:pPr/>
              <a:t>‹#›</a:t>
            </a:fld>
            <a:endParaRPr lang="en-IN">
              <a:solidFill>
                <a:prstClr val="white"/>
              </a:solidFill>
            </a:endParaRPr>
          </a:p>
        </p:txBody>
      </p:sp>
    </p:spTree>
    <p:extLst>
      <p:ext uri="{BB962C8B-B14F-4D97-AF65-F5344CB8AC3E}">
        <p14:creationId xmlns:p14="http://schemas.microsoft.com/office/powerpoint/2010/main" val="3947820874"/>
      </p:ext>
    </p:extLst>
  </p:cSld>
  <p:clrMapOvr>
    <a:masterClrMapping/>
  </p:clrMapOvr>
  <p:transition spd="slow"/>
  <p:timing>
    <p:tnLst>
      <p:par>
        <p:cTn id="1" dur="indefinite" restart="never" nodeType="tmRoot"/>
      </p:par>
    </p:tnLst>
  </p:timing>
</p:sldLayout>
</file>

<file path=ppt/slideLayouts/slideLayout907.xml><?xml version="1.0" encoding="utf-8"?>
<p:sldLayout xmlns:a="http://schemas.openxmlformats.org/drawingml/2006/main" xmlns:r="http://schemas.openxmlformats.org/officeDocument/2006/relationships" xmlns:p="http://schemas.openxmlformats.org/presentationml/2006/main" userDrawn="1">
  <p:cSld name="Welcome">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571501" y="2145734"/>
            <a:ext cx="4508500" cy="431780"/>
          </a:xfrm>
          <a:prstGeom prst="rect">
            <a:avLst/>
          </a:prstGeom>
        </p:spPr>
        <p:txBody>
          <a:bodyPr vert="horz" lIns="0" tIns="40504" rIns="0" bIns="40504" anchor="ctr"/>
          <a:lstStyle>
            <a:lvl1pPr marL="0" indent="0" algn="l">
              <a:lnSpc>
                <a:spcPct val="100000"/>
              </a:lnSpc>
              <a:spcBef>
                <a:spcPts val="0"/>
              </a:spcBef>
              <a:buNone/>
              <a:defRPr sz="3000" b="1">
                <a:solidFill>
                  <a:schemeClr val="tx1">
                    <a:lumMod val="75000"/>
                    <a:lumOff val="25000"/>
                  </a:schemeClr>
                </a:solidFill>
                <a:latin typeface="Lato Light"/>
                <a:cs typeface="Lato Light"/>
              </a:defRPr>
            </a:lvl1pPr>
          </a:lstStyle>
          <a:p>
            <a:pPr lvl="0"/>
            <a:r>
              <a:rPr lang="es-ES_tradnl" dirty="0" smtClean="0"/>
              <a:t>WELCOME</a:t>
            </a:r>
          </a:p>
        </p:txBody>
      </p:sp>
      <p:sp>
        <p:nvSpPr>
          <p:cNvPr id="9" name="Text Placeholder 7"/>
          <p:cNvSpPr>
            <a:spLocks noGrp="1"/>
          </p:cNvSpPr>
          <p:nvPr>
            <p:ph type="body" sz="quarter" idx="11" hasCustomPrompt="1"/>
          </p:nvPr>
        </p:nvSpPr>
        <p:spPr>
          <a:xfrm>
            <a:off x="571501" y="2810812"/>
            <a:ext cx="4508500" cy="228451"/>
          </a:xfrm>
          <a:prstGeom prst="rect">
            <a:avLst/>
          </a:prstGeom>
        </p:spPr>
        <p:txBody>
          <a:bodyPr vert="horz" lIns="0" tIns="40504" rIns="0" bIns="40504" anchor="ctr"/>
          <a:lstStyle>
            <a:lvl1pPr marL="0" indent="0" algn="l">
              <a:lnSpc>
                <a:spcPct val="100000"/>
              </a:lnSpc>
              <a:spcBef>
                <a:spcPts val="0"/>
              </a:spcBef>
              <a:spcAft>
                <a:spcPts val="0"/>
              </a:spcAft>
              <a:buNone/>
              <a:defRPr sz="1440" b="0">
                <a:solidFill>
                  <a:schemeClr val="accent3"/>
                </a:solidFill>
                <a:latin typeface="Lato Light"/>
                <a:cs typeface="Lato Light"/>
              </a:defRPr>
            </a:lvl1pPr>
          </a:lstStyle>
          <a:p>
            <a:pPr lvl="0"/>
            <a:r>
              <a:rPr lang="es-ES_tradnl" dirty="0" err="1" smtClean="0"/>
              <a:t>Subtitle</a:t>
            </a:r>
            <a:r>
              <a:rPr lang="es-ES_tradnl" dirty="0" smtClean="0"/>
              <a:t> </a:t>
            </a:r>
            <a:r>
              <a:rPr lang="es-ES_tradnl" dirty="0" err="1" smtClean="0"/>
              <a:t>Example</a:t>
            </a:r>
            <a:r>
              <a:rPr lang="es-ES_tradnl" dirty="0" smtClean="0"/>
              <a:t> </a:t>
            </a:r>
            <a:r>
              <a:rPr lang="es-ES_tradnl" dirty="0" err="1" smtClean="0"/>
              <a:t>Here</a:t>
            </a:r>
            <a:endParaRPr lang="es-ES_tradnl" dirty="0" smtClean="0"/>
          </a:p>
        </p:txBody>
      </p:sp>
      <p:grpSp>
        <p:nvGrpSpPr>
          <p:cNvPr id="3" name="Group 2"/>
          <p:cNvGrpSpPr/>
          <p:nvPr userDrawn="1"/>
        </p:nvGrpSpPr>
        <p:grpSpPr>
          <a:xfrm>
            <a:off x="571501" y="2676173"/>
            <a:ext cx="4511963" cy="43200"/>
            <a:chOff x="428625" y="3767667"/>
            <a:chExt cx="3263900" cy="69400"/>
          </a:xfrm>
        </p:grpSpPr>
        <p:sp>
          <p:nvSpPr>
            <p:cNvPr id="2" name="Rectangle 1"/>
            <p:cNvSpPr/>
            <p:nvPr userDrawn="1"/>
          </p:nvSpPr>
          <p:spPr>
            <a:xfrm>
              <a:off x="428625" y="3767667"/>
              <a:ext cx="815975" cy="69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5" name="Rectangle 4"/>
            <p:cNvSpPr/>
            <p:nvPr userDrawn="1"/>
          </p:nvSpPr>
          <p:spPr>
            <a:xfrm>
              <a:off x="1244600" y="3767667"/>
              <a:ext cx="815975" cy="69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6" name="Rectangle 5"/>
            <p:cNvSpPr/>
            <p:nvPr userDrawn="1"/>
          </p:nvSpPr>
          <p:spPr>
            <a:xfrm>
              <a:off x="2060575" y="3767667"/>
              <a:ext cx="815975" cy="69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Rectangle 6"/>
            <p:cNvSpPr/>
            <p:nvPr userDrawn="1"/>
          </p:nvSpPr>
          <p:spPr>
            <a:xfrm>
              <a:off x="2876550" y="3767667"/>
              <a:ext cx="815975" cy="69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grpSp>
      <p:sp>
        <p:nvSpPr>
          <p:cNvPr id="10" name="Text Placeholder 2"/>
          <p:cNvSpPr>
            <a:spLocks noGrp="1"/>
          </p:cNvSpPr>
          <p:nvPr>
            <p:ph type="body" sz="quarter" idx="16" hasCustomPrompt="1"/>
          </p:nvPr>
        </p:nvSpPr>
        <p:spPr>
          <a:xfrm>
            <a:off x="591962" y="3141787"/>
            <a:ext cx="4488039" cy="1887384"/>
          </a:xfrm>
          <a:prstGeom prst="rect">
            <a:avLst/>
          </a:prstGeom>
        </p:spPr>
        <p:txBody>
          <a:bodyPr vert="horz" lIns="0" tIns="0" rIns="0" bIns="0"/>
          <a:lstStyle>
            <a:lvl1pPr marL="0" indent="0" algn="just">
              <a:lnSpc>
                <a:spcPct val="130000"/>
              </a:lnSpc>
              <a:buNone/>
              <a:defRPr sz="1080">
                <a:solidFill>
                  <a:schemeClr val="tx1">
                    <a:lumMod val="50000"/>
                    <a:lumOff val="50000"/>
                  </a:schemeClr>
                </a:solidFill>
                <a:latin typeface="Lato Regular"/>
                <a:cs typeface="Lato Regular"/>
              </a:defRPr>
            </a:lvl1pPr>
          </a:lstStyle>
          <a:p>
            <a:pPr lvl="0"/>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consectetur</a:t>
            </a:r>
            <a:r>
              <a:rPr lang="en-US" dirty="0" smtClean="0"/>
              <a:t> </a:t>
            </a:r>
            <a:r>
              <a:rPr lang="en-US" dirty="0" err="1" smtClean="0"/>
              <a:t>adipiscing</a:t>
            </a:r>
            <a:r>
              <a:rPr lang="en-US" dirty="0" smtClean="0"/>
              <a:t> </a:t>
            </a:r>
            <a:r>
              <a:rPr lang="en-US" dirty="0" err="1" smtClean="0"/>
              <a:t>elit</a:t>
            </a:r>
            <a:r>
              <a:rPr lang="en-US" dirty="0" smtClean="0"/>
              <a:t>. </a:t>
            </a:r>
            <a:r>
              <a:rPr lang="en-US" dirty="0" err="1" smtClean="0"/>
              <a:t>Fusce</a:t>
            </a:r>
            <a:r>
              <a:rPr lang="en-US" dirty="0" smtClean="0"/>
              <a:t> </a:t>
            </a:r>
            <a:r>
              <a:rPr lang="en-US" dirty="0" err="1" smtClean="0"/>
              <a:t>diam</a:t>
            </a:r>
            <a:r>
              <a:rPr lang="en-US" dirty="0" smtClean="0"/>
              <a:t> </a:t>
            </a:r>
            <a:r>
              <a:rPr lang="en-US" dirty="0" err="1" smtClean="0"/>
              <a:t>tortor</a:t>
            </a:r>
            <a:r>
              <a:rPr lang="en-US" dirty="0" smtClean="0"/>
              <a:t>, </a:t>
            </a:r>
            <a:r>
              <a:rPr lang="en-US" dirty="0" err="1" smtClean="0"/>
              <a:t>mattis</a:t>
            </a:r>
            <a:r>
              <a:rPr lang="en-US" dirty="0" smtClean="0"/>
              <a:t> </a:t>
            </a:r>
            <a:r>
              <a:rPr lang="en-US" dirty="0" err="1" smtClean="0"/>
              <a:t>quis</a:t>
            </a:r>
            <a:r>
              <a:rPr lang="en-US" dirty="0" smtClean="0"/>
              <a:t> </a:t>
            </a:r>
            <a:r>
              <a:rPr lang="en-US" dirty="0" err="1" smtClean="0"/>
              <a:t>dapibus</a:t>
            </a:r>
            <a:r>
              <a:rPr lang="en-US" dirty="0" smtClean="0"/>
              <a:t> vitae, </a:t>
            </a:r>
            <a:r>
              <a:rPr lang="en-US" dirty="0" err="1" smtClean="0"/>
              <a:t>euismod</a:t>
            </a:r>
            <a:r>
              <a:rPr lang="en-US" dirty="0" smtClean="0"/>
              <a:t> non </a:t>
            </a:r>
            <a:r>
              <a:rPr lang="en-US" dirty="0" err="1" smtClean="0"/>
              <a:t>purus</a:t>
            </a:r>
            <a:r>
              <a:rPr lang="en-US" dirty="0" smtClean="0"/>
              <a:t>. Maecenas </a:t>
            </a:r>
            <a:r>
              <a:rPr lang="en-US" dirty="0" err="1" smtClean="0"/>
              <a:t>ut</a:t>
            </a:r>
            <a:r>
              <a:rPr lang="en-US" dirty="0" smtClean="0"/>
              <a:t> lacus </a:t>
            </a:r>
            <a:r>
              <a:rPr lang="en-US" dirty="0" err="1" smtClean="0"/>
              <a:t>nec</a:t>
            </a:r>
            <a:r>
              <a:rPr lang="en-US" dirty="0" smtClean="0"/>
              <a:t> </a:t>
            </a:r>
            <a:r>
              <a:rPr lang="en-US" dirty="0" err="1" smtClean="0"/>
              <a:t>mauris</a:t>
            </a:r>
            <a:r>
              <a:rPr lang="en-US" dirty="0" smtClean="0"/>
              <a:t> </a:t>
            </a:r>
            <a:r>
              <a:rPr lang="en-US" dirty="0" err="1" smtClean="0"/>
              <a:t>feugiat</a:t>
            </a:r>
            <a:r>
              <a:rPr lang="en-US" dirty="0" smtClean="0"/>
              <a:t> </a:t>
            </a:r>
            <a:r>
              <a:rPr lang="en-US" dirty="0" err="1" smtClean="0"/>
              <a:t>tristique</a:t>
            </a:r>
            <a:r>
              <a:rPr lang="en-US" dirty="0" smtClean="0"/>
              <a:t> et in </a:t>
            </a:r>
            <a:r>
              <a:rPr lang="en-US" dirty="0" err="1" smtClean="0"/>
              <a:t>metus</a:t>
            </a:r>
            <a:r>
              <a:rPr lang="en-US" dirty="0" smtClean="0"/>
              <a:t>. </a:t>
            </a:r>
          </a:p>
          <a:p>
            <a:pPr lvl="0"/>
            <a:endParaRPr lang="en-US" dirty="0" smtClean="0"/>
          </a:p>
          <a:p>
            <a:pPr lvl="0"/>
            <a:r>
              <a:rPr lang="en-US" dirty="0" err="1" smtClean="0"/>
              <a:t>Duis</a:t>
            </a:r>
            <a:r>
              <a:rPr lang="en-US" dirty="0" smtClean="0"/>
              <a:t> </a:t>
            </a:r>
            <a:r>
              <a:rPr lang="en-US" dirty="0" err="1" smtClean="0"/>
              <a:t>congue</a:t>
            </a:r>
            <a:r>
              <a:rPr lang="en-US" dirty="0" smtClean="0"/>
              <a:t> </a:t>
            </a:r>
            <a:r>
              <a:rPr lang="en-US" dirty="0" err="1" smtClean="0"/>
              <a:t>eros</a:t>
            </a:r>
            <a:r>
              <a:rPr lang="en-US" dirty="0" smtClean="0"/>
              <a:t> </a:t>
            </a:r>
            <a:r>
              <a:rPr lang="en-US" dirty="0" err="1" smtClean="0"/>
              <a:t>vel</a:t>
            </a:r>
            <a:r>
              <a:rPr lang="en-US" dirty="0" smtClean="0"/>
              <a:t> </a:t>
            </a:r>
            <a:r>
              <a:rPr lang="en-US" dirty="0" err="1" smtClean="0"/>
              <a:t>lectus</a:t>
            </a:r>
            <a:r>
              <a:rPr lang="en-US" dirty="0" smtClean="0"/>
              <a:t> semper semper. </a:t>
            </a:r>
            <a:r>
              <a:rPr lang="en-US" dirty="0" err="1" smtClean="0"/>
              <a:t>Nullam</a:t>
            </a:r>
            <a:r>
              <a:rPr lang="en-US" dirty="0" smtClean="0"/>
              <a:t> </a:t>
            </a:r>
            <a:r>
              <a:rPr lang="en-US" dirty="0" err="1" smtClean="0"/>
              <a:t>finibus</a:t>
            </a:r>
            <a:r>
              <a:rPr lang="en-US" dirty="0" smtClean="0"/>
              <a:t> </a:t>
            </a:r>
            <a:r>
              <a:rPr lang="en-US" dirty="0" err="1" smtClean="0"/>
              <a:t>nisl</a:t>
            </a:r>
            <a:r>
              <a:rPr lang="en-US" dirty="0" smtClean="0"/>
              <a:t> </a:t>
            </a:r>
            <a:r>
              <a:rPr lang="en-US" dirty="0" err="1" smtClean="0"/>
              <a:t>ut</a:t>
            </a:r>
            <a:r>
              <a:rPr lang="en-US" dirty="0" smtClean="0"/>
              <a:t> ligula </a:t>
            </a:r>
            <a:r>
              <a:rPr lang="en-US" dirty="0" err="1" smtClean="0"/>
              <a:t>vestibulum</a:t>
            </a:r>
            <a:r>
              <a:rPr lang="en-US" dirty="0" smtClean="0"/>
              <a:t>, </a:t>
            </a:r>
            <a:r>
              <a:rPr lang="en-US" dirty="0" err="1" smtClean="0"/>
              <a:t>ut</a:t>
            </a:r>
            <a:r>
              <a:rPr lang="en-US" dirty="0" smtClean="0"/>
              <a:t> semper ex </a:t>
            </a:r>
            <a:r>
              <a:rPr lang="en-US" dirty="0" err="1" smtClean="0"/>
              <a:t>suscipit</a:t>
            </a:r>
            <a:r>
              <a:rPr lang="en-US" dirty="0" smtClean="0"/>
              <a:t>. </a:t>
            </a:r>
            <a:r>
              <a:rPr lang="en-US" dirty="0" err="1" smtClean="0"/>
              <a:t>Cras</a:t>
            </a:r>
            <a:r>
              <a:rPr lang="en-US" dirty="0" smtClean="0"/>
              <a:t> </a:t>
            </a:r>
            <a:r>
              <a:rPr lang="en-US" dirty="0" err="1" smtClean="0"/>
              <a:t>fringilla</a:t>
            </a:r>
            <a:r>
              <a:rPr lang="en-US" dirty="0" smtClean="0"/>
              <a:t> </a:t>
            </a:r>
            <a:r>
              <a:rPr lang="en-US" dirty="0" err="1" smtClean="0"/>
              <a:t>suscipit</a:t>
            </a:r>
            <a:r>
              <a:rPr lang="en-US" dirty="0" smtClean="0"/>
              <a:t> </a:t>
            </a:r>
            <a:r>
              <a:rPr lang="en-US" dirty="0" err="1" smtClean="0"/>
              <a:t>cursus</a:t>
            </a:r>
            <a:r>
              <a:rPr lang="en-US" dirty="0" smtClean="0"/>
              <a:t>. </a:t>
            </a:r>
            <a:r>
              <a:rPr lang="en-US" dirty="0" err="1" smtClean="0"/>
              <a:t>Aenean</a:t>
            </a:r>
            <a:r>
              <a:rPr lang="en-US" dirty="0" smtClean="0"/>
              <a:t> </a:t>
            </a:r>
            <a:r>
              <a:rPr lang="en-US" dirty="0" err="1" smtClean="0"/>
              <a:t>accumsan</a:t>
            </a:r>
            <a:r>
              <a:rPr lang="en-US" dirty="0" smtClean="0"/>
              <a:t> </a:t>
            </a:r>
            <a:r>
              <a:rPr lang="en-US" dirty="0" err="1" smtClean="0"/>
              <a:t>malesuada</a:t>
            </a:r>
            <a:r>
              <a:rPr lang="en-US" dirty="0" smtClean="0"/>
              <a:t> </a:t>
            </a:r>
            <a:r>
              <a:rPr lang="en-US" dirty="0" err="1" smtClean="0"/>
              <a:t>hendrerit</a:t>
            </a:r>
            <a:r>
              <a:rPr lang="en-US" dirty="0" smtClean="0"/>
              <a:t>. </a:t>
            </a:r>
            <a:r>
              <a:rPr lang="en-US" dirty="0" err="1" smtClean="0"/>
              <a:t>Morbi</a:t>
            </a:r>
            <a:r>
              <a:rPr lang="en-US" dirty="0" smtClean="0"/>
              <a:t> sit </a:t>
            </a:r>
            <a:r>
              <a:rPr lang="en-US" dirty="0" err="1" smtClean="0"/>
              <a:t>amet</a:t>
            </a:r>
            <a:r>
              <a:rPr lang="en-US" dirty="0" smtClean="0"/>
              <a:t> dolor ante. </a:t>
            </a:r>
            <a:r>
              <a:rPr lang="en-US" dirty="0" err="1" smtClean="0"/>
              <a:t>Duis</a:t>
            </a:r>
            <a:r>
              <a:rPr lang="en-US" dirty="0" smtClean="0"/>
              <a:t> </a:t>
            </a:r>
            <a:r>
              <a:rPr lang="en-US" dirty="0" err="1" smtClean="0"/>
              <a:t>quis</a:t>
            </a:r>
            <a:r>
              <a:rPr lang="en-US" dirty="0" smtClean="0"/>
              <a:t> </a:t>
            </a:r>
            <a:r>
              <a:rPr lang="en-US" dirty="0" err="1" smtClean="0"/>
              <a:t>viverra</a:t>
            </a:r>
            <a:r>
              <a:rPr lang="en-US" dirty="0" smtClean="0"/>
              <a:t> </a:t>
            </a:r>
            <a:r>
              <a:rPr lang="en-US" dirty="0" err="1" smtClean="0"/>
              <a:t>urna</a:t>
            </a:r>
            <a:r>
              <a:rPr lang="en-US" dirty="0" smtClean="0"/>
              <a:t>, in </a:t>
            </a:r>
            <a:r>
              <a:rPr lang="en-US" dirty="0" err="1" smtClean="0"/>
              <a:t>ultricies</a:t>
            </a:r>
            <a:r>
              <a:rPr lang="en-US" dirty="0" smtClean="0"/>
              <a:t> diam. </a:t>
            </a:r>
          </a:p>
        </p:txBody>
      </p:sp>
    </p:spTree>
    <p:extLst>
      <p:ext uri="{BB962C8B-B14F-4D97-AF65-F5344CB8AC3E}">
        <p14:creationId xmlns:p14="http://schemas.microsoft.com/office/powerpoint/2010/main" val="7799881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400"/>
                                        <p:tgtEl>
                                          <p:spTgt spid="8">
                                            <p:txEl>
                                              <p:pRg st="0" end="0"/>
                                            </p:txEl>
                                          </p:spTgt>
                                        </p:tgtEl>
                                      </p:cBhvr>
                                    </p:animEffect>
                                    <p:anim calcmode="lin" valueType="num">
                                      <p:cBhvr>
                                        <p:cTn id="8" dur="4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4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10" fill="hold">
                            <p:stCondLst>
                              <p:cond delay="600"/>
                            </p:stCondLst>
                            <p:childTnLst>
                              <p:par>
                                <p:cTn id="11" presetID="22" presetClass="entr" presetSubtype="8"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500"/>
                                        <p:tgtEl>
                                          <p:spTgt spid="3"/>
                                        </p:tgtEl>
                                      </p:cBhvr>
                                    </p:animEffect>
                                  </p:childTnLst>
                                </p:cTn>
                              </p:par>
                              <p:par>
                                <p:cTn id="14" presetID="42" presetClass="entr" presetSubtype="0" fill="hold" grpId="0" nodeType="withEffect">
                                  <p:stCondLst>
                                    <p:cond delay="200"/>
                                  </p:stCondLst>
                                  <p:childTnLst>
                                    <p:set>
                                      <p:cBhvr>
                                        <p:cTn id="15" dur="1" fill="hold">
                                          <p:stCondLst>
                                            <p:cond delay="0"/>
                                          </p:stCondLst>
                                        </p:cTn>
                                        <p:tgtEl>
                                          <p:spTgt spid="9">
                                            <p:txEl>
                                              <p:pRg st="0" end="0"/>
                                            </p:txEl>
                                          </p:spTgt>
                                        </p:tgtEl>
                                        <p:attrNameLst>
                                          <p:attrName>style.visibility</p:attrName>
                                        </p:attrNameLst>
                                      </p:cBhvr>
                                      <p:to>
                                        <p:strVal val="visible"/>
                                      </p:to>
                                    </p:set>
                                    <p:animEffect transition="in" filter="fade">
                                      <p:cBhvr>
                                        <p:cTn id="16" dur="500"/>
                                        <p:tgtEl>
                                          <p:spTgt spid="9">
                                            <p:txEl>
                                              <p:pRg st="0" end="0"/>
                                            </p:txEl>
                                          </p:spTgt>
                                        </p:tgtEl>
                                      </p:cBhvr>
                                    </p:animEffect>
                                    <p:anim calcmode="lin" valueType="num">
                                      <p:cBhvr>
                                        <p:cTn id="17"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8" dur="500" fill="hold"/>
                                        <p:tgtEl>
                                          <p:spTgt spid="9">
                                            <p:txEl>
                                              <p:pRg st="0" end="0"/>
                                            </p:txEl>
                                          </p:spTgt>
                                        </p:tgtEl>
                                        <p:attrNameLst>
                                          <p:attrName>ppt_y</p:attrName>
                                        </p:attrNameLst>
                                      </p:cBhvr>
                                      <p:tavLst>
                                        <p:tav tm="0">
                                          <p:val>
                                            <p:strVal val="#ppt_y+.1"/>
                                          </p:val>
                                        </p:tav>
                                        <p:tav tm="100000">
                                          <p:val>
                                            <p:strVal val="#ppt_y"/>
                                          </p:val>
                                        </p:tav>
                                      </p:tavLst>
                                    </p:anim>
                                  </p:childTnLst>
                                </p:cTn>
                              </p:par>
                              <p:par>
                                <p:cTn id="19" presetID="10" presetClass="entr" presetSubtype="0" fill="hold" grpId="0" nodeType="withEffect">
                                  <p:stCondLst>
                                    <p:cond delay="800"/>
                                  </p:stCondLst>
                                  <p:childTnLst>
                                    <p:set>
                                      <p:cBhvr>
                                        <p:cTn id="20" dur="1" fill="hold">
                                          <p:stCondLst>
                                            <p:cond delay="0"/>
                                          </p:stCondLst>
                                        </p:cTn>
                                        <p:tgtEl>
                                          <p:spTgt spid="10">
                                            <p:txEl>
                                              <p:pRg st="0" end="0"/>
                                            </p:txEl>
                                          </p:spTgt>
                                        </p:tgtEl>
                                        <p:attrNameLst>
                                          <p:attrName>style.visibility</p:attrName>
                                        </p:attrNameLst>
                                      </p:cBhvr>
                                      <p:to>
                                        <p:strVal val="visible"/>
                                      </p:to>
                                    </p:set>
                                    <p:animEffect transition="in" filter="fade">
                                      <p:cBhvr>
                                        <p:cTn id="21" dur="500"/>
                                        <p:tgtEl>
                                          <p:spTgt spid="10">
                                            <p:txEl>
                                              <p:pRg st="0" end="0"/>
                                            </p:txEl>
                                          </p:spTgt>
                                        </p:tgtEl>
                                      </p:cBhvr>
                                    </p:animEffect>
                                  </p:childTnLst>
                                </p:cTn>
                              </p:par>
                              <p:par>
                                <p:cTn id="22" presetID="10" presetClass="entr" presetSubtype="0" fill="hold" grpId="0" nodeType="withEffect">
                                  <p:stCondLst>
                                    <p:cond delay="800"/>
                                  </p:stCondLst>
                                  <p:childTnLst>
                                    <p:set>
                                      <p:cBhvr>
                                        <p:cTn id="23" dur="1" fill="hold">
                                          <p:stCondLst>
                                            <p:cond delay="0"/>
                                          </p:stCondLst>
                                        </p:cTn>
                                        <p:tgtEl>
                                          <p:spTgt spid="10">
                                            <p:txEl>
                                              <p:pRg st="2" end="2"/>
                                            </p:txEl>
                                          </p:spTgt>
                                        </p:tgtEl>
                                        <p:attrNameLst>
                                          <p:attrName>style.visibility</p:attrName>
                                        </p:attrNameLst>
                                      </p:cBhvr>
                                      <p:to>
                                        <p:strVal val="visible"/>
                                      </p:to>
                                    </p:set>
                                    <p:animEffect transition="in" filter="fade">
                                      <p:cBhvr>
                                        <p:cTn id="24" dur="500"/>
                                        <p:tgtEl>
                                          <p:spTgt spid="1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tmplLst>
          <p:tmpl lvl="1">
            <p:tnLst>
              <p:par>
                <p:cTn presetID="42" presetClass="entr" presetSubtype="0" fill="hold" nodeType="withEffect">
                  <p:stCondLst>
                    <p:cond delay="200"/>
                  </p:stCondLst>
                  <p:childTnLst>
                    <p:set>
                      <p:cBhvr>
                        <p:cTn dur="1" fill="hold">
                          <p:stCondLst>
                            <p:cond delay="0"/>
                          </p:stCondLst>
                        </p:cTn>
                        <p:tgtEl>
                          <p:spTgt spid="8"/>
                        </p:tgtEl>
                        <p:attrNameLst>
                          <p:attrName>style.visibility</p:attrName>
                        </p:attrNameLst>
                      </p:cBhvr>
                      <p:to>
                        <p:strVal val="visible"/>
                      </p:to>
                    </p:set>
                    <p:animEffect transition="in" filter="fade">
                      <p:cBhvr>
                        <p:cTn dur="400"/>
                        <p:tgtEl>
                          <p:spTgt spid="8"/>
                        </p:tgtEl>
                      </p:cBhvr>
                    </p:animEffect>
                    <p:anim calcmode="lin" valueType="num">
                      <p:cBhvr>
                        <p:cTn dur="400" fill="hold"/>
                        <p:tgtEl>
                          <p:spTgt spid="8"/>
                        </p:tgtEl>
                        <p:attrNameLst>
                          <p:attrName>ppt_x</p:attrName>
                        </p:attrNameLst>
                      </p:cBhvr>
                      <p:tavLst>
                        <p:tav tm="0">
                          <p:val>
                            <p:strVal val="#ppt_x"/>
                          </p:val>
                        </p:tav>
                        <p:tav tm="100000">
                          <p:val>
                            <p:strVal val="#ppt_x"/>
                          </p:val>
                        </p:tav>
                      </p:tavLst>
                    </p:anim>
                    <p:anim calcmode="lin" valueType="num">
                      <p:cBhvr>
                        <p:cTn dur="400" fill="hold"/>
                        <p:tgtEl>
                          <p:spTgt spid="8"/>
                        </p:tgtEl>
                        <p:attrNameLst>
                          <p:attrName>ppt_y</p:attrName>
                        </p:attrNameLst>
                      </p:cBhvr>
                      <p:tavLst>
                        <p:tav tm="0">
                          <p:val>
                            <p:strVal val="#ppt_y+.1"/>
                          </p:val>
                        </p:tav>
                        <p:tav tm="100000">
                          <p:val>
                            <p:strVal val="#ppt_y"/>
                          </p:val>
                        </p:tav>
                      </p:tavLst>
                    </p:anim>
                  </p:childTnLst>
                </p:cTn>
              </p:par>
            </p:tnLst>
          </p:tmpl>
        </p:tmplLst>
      </p:bldP>
      <p:bldP spid="9" grpId="0" build="p">
        <p:tmplLst>
          <p:tmpl lvl="1">
            <p:tnLst>
              <p:par>
                <p:cTn presetID="42" presetClass="entr" presetSubtype="0" fill="hold" nodeType="withEffect">
                  <p:stCondLst>
                    <p:cond delay="20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anim calcmode="lin" valueType="num">
                      <p:cBhvr>
                        <p:cTn dur="500" fill="hold"/>
                        <p:tgtEl>
                          <p:spTgt spid="9"/>
                        </p:tgtEl>
                        <p:attrNameLst>
                          <p:attrName>ppt_x</p:attrName>
                        </p:attrNameLst>
                      </p:cBhvr>
                      <p:tavLst>
                        <p:tav tm="0">
                          <p:val>
                            <p:strVal val="#ppt_x"/>
                          </p:val>
                        </p:tav>
                        <p:tav tm="100000">
                          <p:val>
                            <p:strVal val="#ppt_x"/>
                          </p:val>
                        </p:tav>
                      </p:tavLst>
                    </p:anim>
                    <p:anim calcmode="lin" valueType="num">
                      <p:cBhvr>
                        <p:cTn dur="500" fill="hold"/>
                        <p:tgtEl>
                          <p:spTgt spid="9"/>
                        </p:tgtEl>
                        <p:attrNameLst>
                          <p:attrName>ppt_y</p:attrName>
                        </p:attrNameLst>
                      </p:cBhvr>
                      <p:tavLst>
                        <p:tav tm="0">
                          <p:val>
                            <p:strVal val="#ppt_y+.1"/>
                          </p:val>
                        </p:tav>
                        <p:tav tm="100000">
                          <p:val>
                            <p:strVal val="#ppt_y"/>
                          </p:val>
                        </p:tav>
                      </p:tavLst>
                    </p:anim>
                  </p:childTnLst>
                </p:cTn>
              </p:par>
            </p:tnLst>
          </p:tmpl>
        </p:tmplLst>
      </p:bldP>
      <p:bldP spid="10" grpId="0" build="p">
        <p:tmplLst>
          <p:tmpl lvl="1">
            <p:tnLst>
              <p:par>
                <p:cTn presetID="10" presetClass="entr" presetSubtype="0" fill="hold" nodeType="withEffect">
                  <p:stCondLst>
                    <p:cond delay="80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908.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83C9F97F-DE5B-F044-ABEB-1C54E6395805}" type="datetime1">
              <a:rPr lang="en-US" smtClean="0">
                <a:solidFill>
                  <a:prstClr val="black">
                    <a:tint val="75000"/>
                  </a:prstClr>
                </a:solidFill>
              </a:rPr>
              <a:t>9/22/16</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48F63A3B-78C7-47BE-AE5E-E10140E04643}" type="slidenum">
              <a:rPr lang="en-US" smtClean="0">
                <a:solidFill>
                  <a:prstClr val="black">
                    <a:tint val="75000"/>
                  </a:prstClr>
                </a:solidFill>
              </a:rPr>
              <a:pPr/>
              <a:t>‹#›</a:t>
            </a:fld>
            <a:endParaRPr lang="en-US" dirty="0">
              <a:solidFill>
                <a:prstClr val="black">
                  <a:tint val="75000"/>
                </a:prstClr>
              </a:solidFill>
            </a:endParaRPr>
          </a:p>
        </p:txBody>
      </p:sp>
    </p:spTree>
    <p:extLst>
      <p:ext uri="{BB962C8B-B14F-4D97-AF65-F5344CB8AC3E}">
        <p14:creationId xmlns:p14="http://schemas.microsoft.com/office/powerpoint/2010/main" val="34648956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95ABAA86-B68F-F14E-B5B9-C87D5BC94F91}"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07335616"/>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58F04DD0-1A85-7B4E-A5F7-F838B2B7C74C}"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865074298"/>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E8CBFB2D-A137-724D-9627-DE26E20E9924}"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00799408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9544E3CB-9DAD-7949-AD24-2E4CAEB77087}"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03873789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F9FEFE0D-7C47-8545-932B-35048BACD680}"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83235329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1EFF3D7D-BDAE-C047-B76A-F8E98F983384}"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1926033342"/>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8C147652-3891-764C-B9E7-B8C1B566EE85}"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945035444"/>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458010E4-DECB-344A-ACA2-4A68D94F1628}"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3487196783"/>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C765DB4-1AFA-1046-8E04-5FC8E624CF22}"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807787185"/>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A7481F5-F5B9-B04A-9065-2FC8E17C6974}"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4268325769"/>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3C0580CB-2CBA-434C-A11F-EDF33671A405}" type="datetime1">
              <a:rPr lang="en-US" smtClean="0">
                <a:solidFill>
                  <a:prstClr val="black"/>
                </a:solidFill>
                <a:latin typeface="Calibri" panose="020F0502020204030204"/>
                <a:cs typeface="+mn-cs"/>
              </a:rPr>
              <a:t>9/22/16</a:t>
            </a:fld>
            <a:endParaRPr lang="en-US">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174A313-1641-4995-8538-0141801DED91}" type="slidenum">
              <a:rPr lang="en-US" smtClean="0">
                <a:solidFill>
                  <a:prstClr val="black"/>
                </a:solidFill>
                <a:latin typeface="Calibri" panose="020F0502020204030204"/>
                <a:cs typeface="+mn-cs"/>
              </a:rPr>
              <a:pPr fontAlgn="auto">
                <a:spcBef>
                  <a:spcPts val="0"/>
                </a:spcBef>
                <a:spcAft>
                  <a:spcPts val="0"/>
                </a:spcAft>
              </a:pPr>
              <a:t>‹#›</a:t>
            </a:fld>
            <a:endParaRPr lang="en-US">
              <a:solidFill>
                <a:prstClr val="black"/>
              </a:solidFill>
              <a:latin typeface="Calibri" panose="020F0502020204030204"/>
              <a:cs typeface="+mn-cs"/>
            </a:endParaRPr>
          </a:p>
        </p:txBody>
      </p:sp>
    </p:spTree>
    <p:extLst>
      <p:ext uri="{BB962C8B-B14F-4D97-AF65-F5344CB8AC3E}">
        <p14:creationId xmlns:p14="http://schemas.microsoft.com/office/powerpoint/2010/main" val="2786002507"/>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20.xml><?xml version="1.0" encoding="utf-8"?>
<p:sldLayout xmlns:a="http://schemas.openxmlformats.org/drawingml/2006/main" xmlns:r="http://schemas.openxmlformats.org/officeDocument/2006/relationships" xmlns:p="http://schemas.openxmlformats.org/presentationml/2006/main" userDrawn="1">
  <p:cSld name="Title and Foot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200" y="365125"/>
            <a:ext cx="10515600" cy="1325563"/>
          </a:xfrm>
          <a:prstGeom prst="rect">
            <a:avLst/>
          </a:prstGeo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a:xfrm>
            <a:off x="609600" y="8333734"/>
            <a:ext cx="2844800" cy="365125"/>
          </a:xfrm>
          <a:prstGeom prst="rect">
            <a:avLst/>
          </a:prstGeom>
        </p:spPr>
        <p:txBody>
          <a:bodyPr/>
          <a:lstStyle/>
          <a:p>
            <a:pPr fontAlgn="auto">
              <a:spcBef>
                <a:spcPts val="0"/>
              </a:spcBef>
              <a:spcAft>
                <a:spcPts val="0"/>
              </a:spcAft>
            </a:pPr>
            <a:fld id="{6F78275C-751C-2144-89CF-F55119FD208C}" type="datetime1">
              <a:rPr lang="en-US" smtClean="0">
                <a:solidFill>
                  <a:prstClr val="black"/>
                </a:solidFill>
                <a:latin typeface="Calibri" panose="020F0502020204030204"/>
                <a:cs typeface="+mn-cs"/>
              </a:rPr>
              <a:t>9/22/16</a:t>
            </a:fld>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D60D1EDE-7116-2443-9BDD-368CE5B37660}"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3448569910"/>
      </p:ext>
    </p:extLst>
  </p:cSld>
  <p:clrMapOvr>
    <a:masterClrMapping/>
  </p:clrMapOvr>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sldLayout>
</file>

<file path=ppt/slideLayouts/slideLayout9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fontAlgn="auto">
              <a:spcBef>
                <a:spcPts val="0"/>
              </a:spcBef>
              <a:spcAft>
                <a:spcPts val="0"/>
              </a:spcAft>
            </a:pPr>
            <a:fld id="{A8CD0610-836B-704C-A2E2-10E3C8B8A0D0}" type="datetime1">
              <a:rPr lang="en-US" smtClean="0">
                <a:solidFill>
                  <a:prstClr val="black"/>
                </a:solidFill>
                <a:latin typeface="Calibri" panose="020F0502020204030204"/>
                <a:cs typeface="+mn-cs"/>
              </a:rPr>
              <a:t>9/22/16</a:t>
            </a:fld>
            <a:endParaRPr lang="en-US" dirty="0">
              <a:solidFill>
                <a:prstClr val="black"/>
              </a:solidFill>
              <a:latin typeface="Calibri" panose="020F0502020204030204"/>
              <a:cs typeface="+mn-cs"/>
            </a:endParaRPr>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pPr fontAlgn="auto">
              <a:spcBef>
                <a:spcPts val="0"/>
              </a:spcBef>
              <a:spcAft>
                <a:spcPts val="0"/>
              </a:spcAft>
            </a:pPr>
            <a:r>
              <a:rPr lang="ar-SA" smtClean="0">
                <a:solidFill>
                  <a:prstClr val="black"/>
                </a:solidFill>
                <a:latin typeface="Calibri" panose="020F0502020204030204"/>
                <a:cs typeface="+mn-cs"/>
              </a:rPr>
              <a:t>موسوعة تكنولوجيا التعليم</a:t>
            </a:r>
            <a:endParaRPr lang="en-US" dirty="0">
              <a:solidFill>
                <a:prstClr val="black"/>
              </a:solidFill>
              <a:latin typeface="Calibri" panose="020F0502020204030204"/>
              <a:cs typeface="+mn-cs"/>
            </a:endParaRPr>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fontAlgn="auto">
              <a:spcBef>
                <a:spcPts val="0"/>
              </a:spcBef>
              <a:spcAft>
                <a:spcPts val="0"/>
              </a:spcAft>
            </a:pPr>
            <a:fld id="{2ED4C3CB-8FCE-4E6E-8BD4-52AFDB958BF7}" type="slidenum">
              <a:rPr lang="en-US" smtClean="0">
                <a:solidFill>
                  <a:prstClr val="black"/>
                </a:solidFill>
                <a:latin typeface="Calibri" panose="020F0502020204030204"/>
                <a:cs typeface="+mn-cs"/>
              </a:rPr>
              <a:pPr fontAlgn="auto">
                <a:spcBef>
                  <a:spcPts val="0"/>
                </a:spcBef>
                <a:spcAft>
                  <a:spcPts val="0"/>
                </a:spcAft>
              </a:pPr>
              <a:t>‹#›</a:t>
            </a:fld>
            <a:endParaRPr lang="en-US" dirty="0">
              <a:solidFill>
                <a:prstClr val="black"/>
              </a:solidFill>
              <a:latin typeface="Calibri" panose="020F0502020204030204"/>
              <a:cs typeface="+mn-cs"/>
            </a:endParaRPr>
          </a:p>
        </p:txBody>
      </p:sp>
    </p:spTree>
    <p:extLst>
      <p:ext uri="{BB962C8B-B14F-4D97-AF65-F5344CB8AC3E}">
        <p14:creationId xmlns:p14="http://schemas.microsoft.com/office/powerpoint/2010/main" val="22627848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442456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958656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4.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576548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5.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521389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6.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483535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7.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79493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6919125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29.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7558950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0.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1486216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1.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6097936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1_2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2"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24214596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3 Col Text">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1" y="942806"/>
            <a:ext cx="10984556"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
        <p:nvSpPr>
          <p:cNvPr id="3" name="Content Placeholder 2"/>
          <p:cNvSpPr>
            <a:spLocks noGrp="1"/>
          </p:cNvSpPr>
          <p:nvPr>
            <p:ph sz="quarter" idx="12"/>
          </p:nvPr>
        </p:nvSpPr>
        <p:spPr>
          <a:xfrm>
            <a:off x="531939" y="2005873"/>
            <a:ext cx="10984557" cy="4127500"/>
          </a:xfrm>
          <a:prstGeom prst="rect">
            <a:avLst/>
          </a:prstGeom>
        </p:spPr>
        <p:txBody>
          <a:bodyPr numCol="3" spcCol="365760"/>
          <a:lstStyle>
            <a:lvl1pPr marL="0" indent="0" algn="just">
              <a:buNone/>
              <a:defRPr sz="1600">
                <a:solidFill>
                  <a:schemeClr val="tx1">
                    <a:lumMod val="75000"/>
                    <a:lumOff val="25000"/>
                  </a:schemeClr>
                </a:solidFill>
                <a:latin typeface="Lato" panose="020F0502020204030203" pitchFamily="34" charset="0"/>
              </a:defRPr>
            </a:lvl1pPr>
            <a:lvl2pPr marL="457200" indent="0" algn="just">
              <a:buNone/>
              <a:defRPr sz="1600">
                <a:solidFill>
                  <a:schemeClr val="tx1">
                    <a:lumMod val="75000"/>
                    <a:lumOff val="25000"/>
                  </a:schemeClr>
                </a:solidFill>
                <a:latin typeface="Lato" panose="020F0502020204030203" pitchFamily="34" charset="0"/>
              </a:defRPr>
            </a:lvl2pPr>
            <a:lvl3pPr marL="914400" indent="0" algn="just">
              <a:buNone/>
              <a:defRPr sz="1600">
                <a:solidFill>
                  <a:schemeClr val="tx1">
                    <a:lumMod val="75000"/>
                    <a:lumOff val="25000"/>
                  </a:schemeClr>
                </a:solidFill>
                <a:latin typeface="Lato" panose="020F0502020204030203" pitchFamily="34" charset="0"/>
              </a:defRPr>
            </a:lvl3pPr>
            <a:lvl4pPr marL="1371600" indent="0" algn="just">
              <a:buNone/>
              <a:defRPr sz="1600">
                <a:solidFill>
                  <a:schemeClr val="tx1">
                    <a:lumMod val="75000"/>
                    <a:lumOff val="25000"/>
                  </a:schemeClr>
                </a:solidFill>
                <a:latin typeface="Lato" panose="020F0502020204030203" pitchFamily="34" charset="0"/>
              </a:defRPr>
            </a:lvl4pPr>
            <a:lvl5pPr marL="1828800" indent="0" algn="just">
              <a:buNone/>
              <a:defRPr sz="1600">
                <a:solidFill>
                  <a:schemeClr val="tx1">
                    <a:lumMod val="75000"/>
                    <a:lumOff val="25000"/>
                  </a:schemeClr>
                </a:solidFill>
                <a:latin typeface="Lato" panose="020F0502020204030203" pitchFamily="34" charset="0"/>
              </a:defRPr>
            </a:lvl5pPr>
          </a:lstStyle>
          <a:p>
            <a:pPr lvl="0"/>
            <a:endParaRPr lang="en-US" dirty="0" smtClean="0"/>
          </a:p>
        </p:txBody>
      </p:sp>
      <p:sp>
        <p:nvSpPr>
          <p:cNvPr id="6" name="Content Placeholder 2"/>
          <p:cNvSpPr>
            <a:spLocks noGrp="1"/>
          </p:cNvSpPr>
          <p:nvPr>
            <p:ph sz="quarter" idx="13"/>
          </p:nvPr>
        </p:nvSpPr>
        <p:spPr>
          <a:xfrm>
            <a:off x="531939" y="1402454"/>
            <a:ext cx="10984557" cy="572570"/>
          </a:xfrm>
          <a:prstGeom prst="rect">
            <a:avLst/>
          </a:prstGeom>
        </p:spPr>
        <p:txBody>
          <a:bodyPr/>
          <a:lstStyle>
            <a:lvl1pPr marL="0" indent="0">
              <a:buNone/>
              <a:defRPr sz="1600">
                <a:solidFill>
                  <a:schemeClr val="tx1">
                    <a:lumMod val="75000"/>
                    <a:lumOff val="25000"/>
                  </a:schemeClr>
                </a:solidFill>
                <a:latin typeface="Lato" panose="020F05020202040302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endParaRPr lang="en-US" dirty="0"/>
          </a:p>
        </p:txBody>
      </p:sp>
    </p:spTree>
    <p:extLst>
      <p:ext uri="{BB962C8B-B14F-4D97-AF65-F5344CB8AC3E}">
        <p14:creationId xmlns:p14="http://schemas.microsoft.com/office/powerpoint/2010/main" val="19277563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6686148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5.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5318457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6.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0536873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7.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0625765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8.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0544219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39.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457439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0.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0898985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1.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1163225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2.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2472056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3.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4429462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9799911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11059167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6.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2877862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7.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3945448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8.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2273686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49.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7632385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50.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29515978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51.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507226" y="382630"/>
            <a:ext cx="11009271" cy="642938"/>
          </a:xfrm>
          <a:prstGeom prst="rect">
            <a:avLst/>
          </a:prstGeom>
        </p:spPr>
        <p:txBody>
          <a:bodyPr/>
          <a:lstStyle>
            <a:lvl1pPr marL="0" indent="0">
              <a:buNone/>
              <a:defRPr sz="4400">
                <a:solidFill>
                  <a:schemeClr val="tx1">
                    <a:lumMod val="85000"/>
                    <a:lumOff val="15000"/>
                  </a:schemeClr>
                </a:solidFill>
                <a:latin typeface="Lato Medium"/>
              </a:defRPr>
            </a:lvl1pPr>
          </a:lstStyle>
          <a:p>
            <a:pPr lvl="0"/>
            <a:endParaRPr lang="en-US" dirty="0"/>
          </a:p>
        </p:txBody>
      </p:sp>
      <p:sp>
        <p:nvSpPr>
          <p:cNvPr id="11" name="Text Placeholder 9"/>
          <p:cNvSpPr>
            <a:spLocks noGrp="1"/>
          </p:cNvSpPr>
          <p:nvPr>
            <p:ph type="body" sz="quarter" idx="11"/>
          </p:nvPr>
        </p:nvSpPr>
        <p:spPr>
          <a:xfrm>
            <a:off x="531940" y="942806"/>
            <a:ext cx="10984557" cy="305229"/>
          </a:xfrm>
          <a:prstGeom prst="rect">
            <a:avLst/>
          </a:prstGeom>
        </p:spPr>
        <p:txBody>
          <a:bodyPr/>
          <a:lstStyle>
            <a:lvl1pPr marL="0" indent="0">
              <a:buNone/>
              <a:defRPr sz="1400">
                <a:solidFill>
                  <a:schemeClr val="bg1">
                    <a:lumMod val="50000"/>
                  </a:schemeClr>
                </a:solidFill>
                <a:latin typeface="Lato Light" panose="020F0302020204030203" pitchFamily="34" charset="0"/>
              </a:defRPr>
            </a:lvl1pPr>
          </a:lstStyle>
          <a:p>
            <a:pPr lvl="0"/>
            <a:endParaRPr lang="en-US" dirty="0"/>
          </a:p>
        </p:txBody>
      </p:sp>
    </p:spTree>
    <p:extLst>
      <p:ext uri="{BB962C8B-B14F-4D97-AF65-F5344CB8AC3E}">
        <p14:creationId xmlns:p14="http://schemas.microsoft.com/office/powerpoint/2010/main" val="988248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9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31C59775-9CA7-8A44-8F41-04E82F7EC3A8}"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7450961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6AB18A99-C5F8-BC45-A33C-72EF010D8111}"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7155371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3506FD66-AACE-C348-8366-1B30E28B3296}"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4538957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F3859022-067B-6842-9CC7-C7806415C3D7}"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5847960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B02E6080-B08B-7349-955A-2969922D87B3}" type="datetime1">
              <a:rPr lang="en-US" smtClean="0">
                <a:solidFill>
                  <a:prstClr val="black">
                    <a:tint val="75000"/>
                  </a:prstClr>
                </a:solidFill>
              </a:rPr>
              <a:t>9/22/16</a:t>
            </a:fld>
            <a:endParaRPr lang="id-ID">
              <a:solidFill>
                <a:prstClr val="black">
                  <a:tint val="75000"/>
                </a:prstClr>
              </a:solidFill>
            </a:endParaRPr>
          </a:p>
        </p:txBody>
      </p:sp>
      <p:sp>
        <p:nvSpPr>
          <p:cNvPr id="8" name="Footer Placeholder 7"/>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9" name="Slide Number Placeholder 8"/>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7846885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66A9F7C-AB03-6643-8516-36AD21D815FC}" type="datetime1">
              <a:rPr lang="en-US" smtClean="0">
                <a:solidFill>
                  <a:prstClr val="black">
                    <a:tint val="75000"/>
                  </a:prstClr>
                </a:solidFill>
              </a:rPr>
              <a:t>9/22/16</a:t>
            </a:fld>
            <a:endParaRPr lang="id-ID">
              <a:solidFill>
                <a:prstClr val="black">
                  <a:tint val="75000"/>
                </a:prstClr>
              </a:solidFill>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5" name="Slide Number Placeholder 4"/>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6191870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DB6C0BB-1943-8047-8B52-6FB3506E7FA8}" type="datetime1">
              <a:rPr lang="en-US" smtClean="0">
                <a:solidFill>
                  <a:prstClr val="black">
                    <a:tint val="75000"/>
                  </a:prstClr>
                </a:solidFill>
              </a:rPr>
              <a:t>9/22/16</a:t>
            </a:fld>
            <a:endParaRPr lang="id-ID">
              <a:solidFill>
                <a:prstClr val="black">
                  <a:tint val="75000"/>
                </a:prstClr>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4" name="Slide Number Placeholder 3"/>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6558127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85C0D79-B54D-824C-9983-987F66A8D88F}"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3492727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3776016-7F01-CB42-8BF9-677B838BC6E3}" type="datetime1">
              <a:rPr lang="en-US" smtClean="0">
                <a:solidFill>
                  <a:prstClr val="black">
                    <a:tint val="75000"/>
                  </a:prstClr>
                </a:solidFill>
              </a:rPr>
              <a:t>9/22/16</a:t>
            </a:fld>
            <a:endParaRPr lang="id-ID">
              <a:solidFill>
                <a:prstClr val="black">
                  <a:tint val="75000"/>
                </a:prstClr>
              </a:solidFill>
            </a:endParaRPr>
          </a:p>
        </p:txBody>
      </p:sp>
      <p:sp>
        <p:nvSpPr>
          <p:cNvPr id="6" name="Footer Placeholder 5"/>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7" name="Slide Number Placeholder 6"/>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23560063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042B8E22-CB5D-8C4C-83EA-B66C16E41491}"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4307217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DFC3F866-ABF7-3145-9F85-108D34D161AB}" type="datetime1">
              <a:rPr lang="en-US" smtClean="0">
                <a:solidFill>
                  <a:prstClr val="black">
                    <a:tint val="75000"/>
                  </a:prstClr>
                </a:solidFill>
              </a:rPr>
              <a:t>9/22/16</a:t>
            </a:fld>
            <a:endParaRPr lang="id-ID">
              <a:solidFill>
                <a:prstClr val="black">
                  <a:tint val="75000"/>
                </a:prstClr>
              </a:solidFill>
            </a:endParaRPr>
          </a:p>
        </p:txBody>
      </p:sp>
      <p:sp>
        <p:nvSpPr>
          <p:cNvPr id="5" name="Footer Placeholder 4"/>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
        <p:nvSpPr>
          <p:cNvPr id="6" name="Slide Number Placeholder 5"/>
          <p:cNvSpPr>
            <a:spLocks noGrp="1"/>
          </p:cNvSpPr>
          <p:nvPr>
            <p:ph type="sldNum" sz="quarter" idx="12"/>
          </p:nvPr>
        </p:nvSpPr>
        <p:spPr/>
        <p:txBody>
          <a:bodyPr/>
          <a:lstStyle/>
          <a:p>
            <a:fld id="{C9F2E319-0919-499D-AD1F-7963255D1003}" type="slidenum">
              <a:rPr lang="id-ID" smtClean="0">
                <a:solidFill>
                  <a:prstClr val="black">
                    <a:tint val="75000"/>
                  </a:prstClr>
                </a:solidFill>
              </a:rPr>
              <a:pPr/>
              <a:t>‹#›</a:t>
            </a:fld>
            <a:endParaRPr lang="id-ID">
              <a:solidFill>
                <a:prstClr val="black">
                  <a:tint val="75000"/>
                </a:prstClr>
              </a:solidFill>
            </a:endParaRPr>
          </a:p>
        </p:txBody>
      </p:sp>
    </p:spTree>
    <p:extLst>
      <p:ext uri="{BB962C8B-B14F-4D97-AF65-F5344CB8AC3E}">
        <p14:creationId xmlns:p14="http://schemas.microsoft.com/office/powerpoint/2010/main" val="16997651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theme" Target="../theme/theme1.xml"/><Relationship Id="rId15" Type="http://schemas.openxmlformats.org/officeDocument/2006/relationships/image" Target="../media/image1.jp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24.xml"/><Relationship Id="rId12" Type="http://schemas.openxmlformats.org/officeDocument/2006/relationships/theme" Target="../theme/theme2.xml"/><Relationship Id="rId13" Type="http://schemas.openxmlformats.org/officeDocument/2006/relationships/image" Target="../media/image1.jpg"/><Relationship Id="rId1" Type="http://schemas.openxmlformats.org/officeDocument/2006/relationships/slideLayout" Target="../slideLayouts/slideLayout14.xml"/><Relationship Id="rId2" Type="http://schemas.openxmlformats.org/officeDocument/2006/relationships/slideLayout" Target="../slideLayouts/slideLayout15.xml"/><Relationship Id="rId3" Type="http://schemas.openxmlformats.org/officeDocument/2006/relationships/slideLayout" Target="../slideLayouts/slideLayout16.xml"/><Relationship Id="rId4" Type="http://schemas.openxmlformats.org/officeDocument/2006/relationships/slideLayout" Target="../slideLayouts/slideLayout17.xml"/><Relationship Id="rId5" Type="http://schemas.openxmlformats.org/officeDocument/2006/relationships/slideLayout" Target="../slideLayouts/slideLayout18.xml"/><Relationship Id="rId6" Type="http://schemas.openxmlformats.org/officeDocument/2006/relationships/slideLayout" Target="../slideLayouts/slideLayout19.xml"/><Relationship Id="rId7" Type="http://schemas.openxmlformats.org/officeDocument/2006/relationships/slideLayout" Target="../slideLayouts/slideLayout20.xml"/><Relationship Id="rId8" Type="http://schemas.openxmlformats.org/officeDocument/2006/relationships/slideLayout" Target="../slideLayouts/slideLayout21.xml"/><Relationship Id="rId9" Type="http://schemas.openxmlformats.org/officeDocument/2006/relationships/slideLayout" Target="../slideLayouts/slideLayout22.xml"/><Relationship Id="rId10"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35.xml"/><Relationship Id="rId12" Type="http://schemas.openxmlformats.org/officeDocument/2006/relationships/theme" Target="../theme/theme3.xml"/><Relationship Id="rId13" Type="http://schemas.openxmlformats.org/officeDocument/2006/relationships/image" Target="../media/image1.jpg"/><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slideLayout" Target="../slideLayouts/slideLayout27.xml"/><Relationship Id="rId4" Type="http://schemas.openxmlformats.org/officeDocument/2006/relationships/slideLayout" Target="../slideLayouts/slideLayout28.xml"/><Relationship Id="rId5" Type="http://schemas.openxmlformats.org/officeDocument/2006/relationships/slideLayout" Target="../slideLayouts/slideLayout29.xml"/><Relationship Id="rId6" Type="http://schemas.openxmlformats.org/officeDocument/2006/relationships/slideLayout" Target="../slideLayouts/slideLayout30.xml"/><Relationship Id="rId7" Type="http://schemas.openxmlformats.org/officeDocument/2006/relationships/slideLayout" Target="../slideLayouts/slideLayout31.xml"/><Relationship Id="rId8" Type="http://schemas.openxmlformats.org/officeDocument/2006/relationships/slideLayout" Target="../slideLayouts/slideLayout32.xml"/><Relationship Id="rId9" Type="http://schemas.openxmlformats.org/officeDocument/2006/relationships/slideLayout" Target="../slideLayouts/slideLayout33.xml"/><Relationship Id="rId10" Type="http://schemas.openxmlformats.org/officeDocument/2006/relationships/slideLayout" Target="../slideLayouts/slideLayout34.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46.xml"/><Relationship Id="rId12" Type="http://schemas.openxmlformats.org/officeDocument/2006/relationships/theme" Target="../theme/theme4.xml"/><Relationship Id="rId13" Type="http://schemas.openxmlformats.org/officeDocument/2006/relationships/image" Target="../media/image1.jpg"/><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5" Type="http://schemas.openxmlformats.org/officeDocument/2006/relationships/slideLayout" Target="../slideLayouts/slideLayout40.xml"/><Relationship Id="rId6" Type="http://schemas.openxmlformats.org/officeDocument/2006/relationships/slideLayout" Target="../slideLayouts/slideLayout41.xml"/><Relationship Id="rId7" Type="http://schemas.openxmlformats.org/officeDocument/2006/relationships/slideLayout" Target="../slideLayouts/slideLayout42.xml"/><Relationship Id="rId8" Type="http://schemas.openxmlformats.org/officeDocument/2006/relationships/slideLayout" Target="../slideLayouts/slideLayout43.xml"/><Relationship Id="rId9" Type="http://schemas.openxmlformats.org/officeDocument/2006/relationships/slideLayout" Target="../slideLayouts/slideLayout44.xml"/><Relationship Id="rId10" Type="http://schemas.openxmlformats.org/officeDocument/2006/relationships/slideLayout" Target="../slideLayouts/slideLayout45.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66.xml"/><Relationship Id="rId21" Type="http://schemas.openxmlformats.org/officeDocument/2006/relationships/slideLayout" Target="../slideLayouts/slideLayout67.xml"/><Relationship Id="rId22" Type="http://schemas.openxmlformats.org/officeDocument/2006/relationships/slideLayout" Target="../slideLayouts/slideLayout68.xml"/><Relationship Id="rId23" Type="http://schemas.openxmlformats.org/officeDocument/2006/relationships/slideLayout" Target="../slideLayouts/slideLayout69.xml"/><Relationship Id="rId24" Type="http://schemas.openxmlformats.org/officeDocument/2006/relationships/slideLayout" Target="../slideLayouts/slideLayout70.xml"/><Relationship Id="rId25" Type="http://schemas.openxmlformats.org/officeDocument/2006/relationships/slideLayout" Target="../slideLayouts/slideLayout71.xml"/><Relationship Id="rId26" Type="http://schemas.openxmlformats.org/officeDocument/2006/relationships/slideLayout" Target="../slideLayouts/slideLayout72.xml"/><Relationship Id="rId27" Type="http://schemas.openxmlformats.org/officeDocument/2006/relationships/slideLayout" Target="../slideLayouts/slideLayout73.xml"/><Relationship Id="rId28" Type="http://schemas.openxmlformats.org/officeDocument/2006/relationships/slideLayout" Target="../slideLayouts/slideLayout74.xml"/><Relationship Id="rId29" Type="http://schemas.openxmlformats.org/officeDocument/2006/relationships/slideLayout" Target="../slideLayouts/slideLayout75.xml"/><Relationship Id="rId1" Type="http://schemas.openxmlformats.org/officeDocument/2006/relationships/slideLayout" Target="../slideLayouts/slideLayout47.xml"/><Relationship Id="rId2" Type="http://schemas.openxmlformats.org/officeDocument/2006/relationships/slideLayout" Target="../slideLayouts/slideLayout48.xml"/><Relationship Id="rId3" Type="http://schemas.openxmlformats.org/officeDocument/2006/relationships/slideLayout" Target="../slideLayouts/slideLayout49.xml"/><Relationship Id="rId4" Type="http://schemas.openxmlformats.org/officeDocument/2006/relationships/slideLayout" Target="../slideLayouts/slideLayout50.xml"/><Relationship Id="rId5" Type="http://schemas.openxmlformats.org/officeDocument/2006/relationships/slideLayout" Target="../slideLayouts/slideLayout51.xml"/><Relationship Id="rId30" Type="http://schemas.openxmlformats.org/officeDocument/2006/relationships/slideLayout" Target="../slideLayouts/slideLayout76.xml"/><Relationship Id="rId31" Type="http://schemas.openxmlformats.org/officeDocument/2006/relationships/slideLayout" Target="../slideLayouts/slideLayout77.xml"/><Relationship Id="rId32" Type="http://schemas.openxmlformats.org/officeDocument/2006/relationships/slideLayout" Target="../slideLayouts/slideLayout78.xml"/><Relationship Id="rId9" Type="http://schemas.openxmlformats.org/officeDocument/2006/relationships/slideLayout" Target="../slideLayouts/slideLayout55.xml"/><Relationship Id="rId6" Type="http://schemas.openxmlformats.org/officeDocument/2006/relationships/slideLayout" Target="../slideLayouts/slideLayout52.xml"/><Relationship Id="rId7" Type="http://schemas.openxmlformats.org/officeDocument/2006/relationships/slideLayout" Target="../slideLayouts/slideLayout53.xml"/><Relationship Id="rId8" Type="http://schemas.openxmlformats.org/officeDocument/2006/relationships/slideLayout" Target="../slideLayouts/slideLayout54.xml"/><Relationship Id="rId33" Type="http://schemas.openxmlformats.org/officeDocument/2006/relationships/slideLayout" Target="../slideLayouts/slideLayout79.xml"/><Relationship Id="rId34" Type="http://schemas.openxmlformats.org/officeDocument/2006/relationships/slideLayout" Target="../slideLayouts/slideLayout80.xml"/><Relationship Id="rId35" Type="http://schemas.openxmlformats.org/officeDocument/2006/relationships/slideLayout" Target="../slideLayouts/slideLayout81.xml"/><Relationship Id="rId36" Type="http://schemas.openxmlformats.org/officeDocument/2006/relationships/slideLayout" Target="../slideLayouts/slideLayout82.xml"/><Relationship Id="rId10" Type="http://schemas.openxmlformats.org/officeDocument/2006/relationships/slideLayout" Target="../slideLayouts/slideLayout56.xml"/><Relationship Id="rId11" Type="http://schemas.openxmlformats.org/officeDocument/2006/relationships/slideLayout" Target="../slideLayouts/slideLayout57.xml"/><Relationship Id="rId12" Type="http://schemas.openxmlformats.org/officeDocument/2006/relationships/slideLayout" Target="../slideLayouts/slideLayout58.xml"/><Relationship Id="rId13" Type="http://schemas.openxmlformats.org/officeDocument/2006/relationships/slideLayout" Target="../slideLayouts/slideLayout59.xml"/><Relationship Id="rId14" Type="http://schemas.openxmlformats.org/officeDocument/2006/relationships/slideLayout" Target="../slideLayouts/slideLayout60.xml"/><Relationship Id="rId15" Type="http://schemas.openxmlformats.org/officeDocument/2006/relationships/slideLayout" Target="../slideLayouts/slideLayout61.xml"/><Relationship Id="rId16" Type="http://schemas.openxmlformats.org/officeDocument/2006/relationships/slideLayout" Target="../slideLayouts/slideLayout62.xml"/><Relationship Id="rId17" Type="http://schemas.openxmlformats.org/officeDocument/2006/relationships/slideLayout" Target="../slideLayouts/slideLayout63.xml"/><Relationship Id="rId18" Type="http://schemas.openxmlformats.org/officeDocument/2006/relationships/slideLayout" Target="../slideLayouts/slideLayout64.xml"/><Relationship Id="rId19" Type="http://schemas.openxmlformats.org/officeDocument/2006/relationships/slideLayout" Target="../slideLayouts/slideLayout65.xml"/><Relationship Id="rId37" Type="http://schemas.openxmlformats.org/officeDocument/2006/relationships/theme" Target="../theme/theme5.xml"/><Relationship Id="rId38" Type="http://schemas.openxmlformats.org/officeDocument/2006/relationships/image" Target="../media/image1.jpg"/></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4" Type="http://schemas.openxmlformats.org/officeDocument/2006/relationships/image" Target="../media/image1.jpg"/><Relationship Id="rId1" Type="http://schemas.openxmlformats.org/officeDocument/2006/relationships/slideLayout" Target="../slideLayouts/slideLayout83.xml"/><Relationship Id="rId2" Type="http://schemas.openxmlformats.org/officeDocument/2006/relationships/slideLayout" Target="../slideLayouts/slideLayout84.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95.xml"/><Relationship Id="rId12" Type="http://schemas.openxmlformats.org/officeDocument/2006/relationships/theme" Target="../theme/theme7.xml"/><Relationship Id="rId13" Type="http://schemas.openxmlformats.org/officeDocument/2006/relationships/image" Target="../media/image1.jpg"/><Relationship Id="rId1" Type="http://schemas.openxmlformats.org/officeDocument/2006/relationships/slideLayout" Target="../slideLayouts/slideLayout85.xml"/><Relationship Id="rId2" Type="http://schemas.openxmlformats.org/officeDocument/2006/relationships/slideLayout" Target="../slideLayouts/slideLayout86.xml"/><Relationship Id="rId3" Type="http://schemas.openxmlformats.org/officeDocument/2006/relationships/slideLayout" Target="../slideLayouts/slideLayout87.xml"/><Relationship Id="rId4" Type="http://schemas.openxmlformats.org/officeDocument/2006/relationships/slideLayout" Target="../slideLayouts/slideLayout88.xml"/><Relationship Id="rId5" Type="http://schemas.openxmlformats.org/officeDocument/2006/relationships/slideLayout" Target="../slideLayouts/slideLayout89.xml"/><Relationship Id="rId6" Type="http://schemas.openxmlformats.org/officeDocument/2006/relationships/slideLayout" Target="../slideLayouts/slideLayout90.xml"/><Relationship Id="rId7" Type="http://schemas.openxmlformats.org/officeDocument/2006/relationships/slideLayout" Target="../slideLayouts/slideLayout91.xml"/><Relationship Id="rId8" Type="http://schemas.openxmlformats.org/officeDocument/2006/relationships/slideLayout" Target="../slideLayouts/slideLayout92.xml"/><Relationship Id="rId9" Type="http://schemas.openxmlformats.org/officeDocument/2006/relationships/slideLayout" Target="../slideLayouts/slideLayout93.xml"/><Relationship Id="rId10" Type="http://schemas.openxmlformats.org/officeDocument/2006/relationships/slideLayout" Target="../slideLayouts/slideLayout94.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106.xml"/><Relationship Id="rId12" Type="http://schemas.openxmlformats.org/officeDocument/2006/relationships/theme" Target="../theme/theme8.xml"/><Relationship Id="rId13" Type="http://schemas.openxmlformats.org/officeDocument/2006/relationships/image" Target="../media/image1.jpg"/><Relationship Id="rId1" Type="http://schemas.openxmlformats.org/officeDocument/2006/relationships/slideLayout" Target="../slideLayouts/slideLayout96.xml"/><Relationship Id="rId2" Type="http://schemas.openxmlformats.org/officeDocument/2006/relationships/slideLayout" Target="../slideLayouts/slideLayout97.xml"/><Relationship Id="rId3" Type="http://schemas.openxmlformats.org/officeDocument/2006/relationships/slideLayout" Target="../slideLayouts/slideLayout98.xml"/><Relationship Id="rId4" Type="http://schemas.openxmlformats.org/officeDocument/2006/relationships/slideLayout" Target="../slideLayouts/slideLayout99.xml"/><Relationship Id="rId5" Type="http://schemas.openxmlformats.org/officeDocument/2006/relationships/slideLayout" Target="../slideLayouts/slideLayout100.xml"/><Relationship Id="rId6" Type="http://schemas.openxmlformats.org/officeDocument/2006/relationships/slideLayout" Target="../slideLayouts/slideLayout101.xml"/><Relationship Id="rId7" Type="http://schemas.openxmlformats.org/officeDocument/2006/relationships/slideLayout" Target="../slideLayouts/slideLayout102.xml"/><Relationship Id="rId8" Type="http://schemas.openxmlformats.org/officeDocument/2006/relationships/slideLayout" Target="../slideLayouts/slideLayout103.xml"/><Relationship Id="rId9" Type="http://schemas.openxmlformats.org/officeDocument/2006/relationships/slideLayout" Target="../slideLayouts/slideLayout104.xml"/><Relationship Id="rId10" Type="http://schemas.openxmlformats.org/officeDocument/2006/relationships/slideLayout" Target="../slideLayouts/slideLayout105.xml"/></Relationships>
</file>

<file path=ppt/slideMasters/_rels/slideMaster9.xml.rels><?xml version="1.0" encoding="UTF-8" standalone="yes"?>
<Relationships xmlns="http://schemas.openxmlformats.org/package/2006/relationships"><Relationship Id="rId9" Type="http://schemas.openxmlformats.org/officeDocument/2006/relationships/slideLayout" Target="../slideLayouts/slideLayout115.xml"/><Relationship Id="rId20" Type="http://schemas.openxmlformats.org/officeDocument/2006/relationships/slideLayout" Target="../slideLayouts/slideLayout126.xml"/><Relationship Id="rId21" Type="http://schemas.openxmlformats.org/officeDocument/2006/relationships/slideLayout" Target="../slideLayouts/slideLayout127.xml"/><Relationship Id="rId22" Type="http://schemas.openxmlformats.org/officeDocument/2006/relationships/slideLayout" Target="../slideLayouts/slideLayout128.xml"/><Relationship Id="rId23" Type="http://schemas.openxmlformats.org/officeDocument/2006/relationships/theme" Target="../theme/theme9.xml"/><Relationship Id="rId24" Type="http://schemas.openxmlformats.org/officeDocument/2006/relationships/image" Target="../media/image1.jpg"/><Relationship Id="rId10" Type="http://schemas.openxmlformats.org/officeDocument/2006/relationships/slideLayout" Target="../slideLayouts/slideLayout116.xml"/><Relationship Id="rId11" Type="http://schemas.openxmlformats.org/officeDocument/2006/relationships/slideLayout" Target="../slideLayouts/slideLayout117.xml"/><Relationship Id="rId12" Type="http://schemas.openxmlformats.org/officeDocument/2006/relationships/slideLayout" Target="../slideLayouts/slideLayout118.xml"/><Relationship Id="rId13" Type="http://schemas.openxmlformats.org/officeDocument/2006/relationships/slideLayout" Target="../slideLayouts/slideLayout119.xml"/><Relationship Id="rId14" Type="http://schemas.openxmlformats.org/officeDocument/2006/relationships/slideLayout" Target="../slideLayouts/slideLayout120.xml"/><Relationship Id="rId15" Type="http://schemas.openxmlformats.org/officeDocument/2006/relationships/slideLayout" Target="../slideLayouts/slideLayout121.xml"/><Relationship Id="rId16" Type="http://schemas.openxmlformats.org/officeDocument/2006/relationships/slideLayout" Target="../slideLayouts/slideLayout122.xml"/><Relationship Id="rId17" Type="http://schemas.openxmlformats.org/officeDocument/2006/relationships/slideLayout" Target="../slideLayouts/slideLayout123.xml"/><Relationship Id="rId18" Type="http://schemas.openxmlformats.org/officeDocument/2006/relationships/slideLayout" Target="../slideLayouts/slideLayout124.xml"/><Relationship Id="rId19" Type="http://schemas.openxmlformats.org/officeDocument/2006/relationships/slideLayout" Target="../slideLayouts/slideLayout125.xml"/><Relationship Id="rId1" Type="http://schemas.openxmlformats.org/officeDocument/2006/relationships/slideLayout" Target="../slideLayouts/slideLayout107.xml"/><Relationship Id="rId2" Type="http://schemas.openxmlformats.org/officeDocument/2006/relationships/slideLayout" Target="../slideLayouts/slideLayout108.xml"/><Relationship Id="rId3" Type="http://schemas.openxmlformats.org/officeDocument/2006/relationships/slideLayout" Target="../slideLayouts/slideLayout109.xml"/><Relationship Id="rId4" Type="http://schemas.openxmlformats.org/officeDocument/2006/relationships/slideLayout" Target="../slideLayouts/slideLayout110.xml"/><Relationship Id="rId5" Type="http://schemas.openxmlformats.org/officeDocument/2006/relationships/slideLayout" Target="../slideLayouts/slideLayout111.xml"/><Relationship Id="rId6" Type="http://schemas.openxmlformats.org/officeDocument/2006/relationships/slideLayout" Target="../slideLayouts/slideLayout112.xml"/><Relationship Id="rId7" Type="http://schemas.openxmlformats.org/officeDocument/2006/relationships/slideLayout" Target="../slideLayouts/slideLayout113.xml"/><Relationship Id="rId8" Type="http://schemas.openxmlformats.org/officeDocument/2006/relationships/slideLayout" Target="../slideLayouts/slideLayout114.xml"/></Relationships>
</file>

<file path=ppt/slideMasters/_rels/slideMaster10.xml.rels><?xml version="1.0" encoding="UTF-8" standalone="yes"?>
<Relationships xmlns="http://schemas.openxmlformats.org/package/2006/relationships"><Relationship Id="rId9" Type="http://schemas.openxmlformats.org/officeDocument/2006/relationships/slideLayout" Target="../slideLayouts/slideLayout137.xml"/><Relationship Id="rId20" Type="http://schemas.openxmlformats.org/officeDocument/2006/relationships/slideLayout" Target="../slideLayouts/slideLayout148.xml"/><Relationship Id="rId21" Type="http://schemas.openxmlformats.org/officeDocument/2006/relationships/slideLayout" Target="../slideLayouts/slideLayout149.xml"/><Relationship Id="rId22" Type="http://schemas.openxmlformats.org/officeDocument/2006/relationships/slideLayout" Target="../slideLayouts/slideLayout150.xml"/><Relationship Id="rId23" Type="http://schemas.openxmlformats.org/officeDocument/2006/relationships/theme" Target="../theme/theme10.xml"/><Relationship Id="rId24" Type="http://schemas.openxmlformats.org/officeDocument/2006/relationships/image" Target="../media/image1.jpg"/><Relationship Id="rId10" Type="http://schemas.openxmlformats.org/officeDocument/2006/relationships/slideLayout" Target="../slideLayouts/slideLayout138.xml"/><Relationship Id="rId11" Type="http://schemas.openxmlformats.org/officeDocument/2006/relationships/slideLayout" Target="../slideLayouts/slideLayout139.xml"/><Relationship Id="rId12" Type="http://schemas.openxmlformats.org/officeDocument/2006/relationships/slideLayout" Target="../slideLayouts/slideLayout140.xml"/><Relationship Id="rId13" Type="http://schemas.openxmlformats.org/officeDocument/2006/relationships/slideLayout" Target="../slideLayouts/slideLayout141.xml"/><Relationship Id="rId14" Type="http://schemas.openxmlformats.org/officeDocument/2006/relationships/slideLayout" Target="../slideLayouts/slideLayout142.xml"/><Relationship Id="rId15" Type="http://schemas.openxmlformats.org/officeDocument/2006/relationships/slideLayout" Target="../slideLayouts/slideLayout143.xml"/><Relationship Id="rId16" Type="http://schemas.openxmlformats.org/officeDocument/2006/relationships/slideLayout" Target="../slideLayouts/slideLayout144.xml"/><Relationship Id="rId17" Type="http://schemas.openxmlformats.org/officeDocument/2006/relationships/slideLayout" Target="../slideLayouts/slideLayout145.xml"/><Relationship Id="rId18" Type="http://schemas.openxmlformats.org/officeDocument/2006/relationships/slideLayout" Target="../slideLayouts/slideLayout146.xml"/><Relationship Id="rId19" Type="http://schemas.openxmlformats.org/officeDocument/2006/relationships/slideLayout" Target="../slideLayouts/slideLayout147.xml"/><Relationship Id="rId1" Type="http://schemas.openxmlformats.org/officeDocument/2006/relationships/slideLayout" Target="../slideLayouts/slideLayout129.xml"/><Relationship Id="rId2" Type="http://schemas.openxmlformats.org/officeDocument/2006/relationships/slideLayout" Target="../slideLayouts/slideLayout130.xml"/><Relationship Id="rId3" Type="http://schemas.openxmlformats.org/officeDocument/2006/relationships/slideLayout" Target="../slideLayouts/slideLayout131.xml"/><Relationship Id="rId4" Type="http://schemas.openxmlformats.org/officeDocument/2006/relationships/slideLayout" Target="../slideLayouts/slideLayout132.xml"/><Relationship Id="rId5" Type="http://schemas.openxmlformats.org/officeDocument/2006/relationships/slideLayout" Target="../slideLayouts/slideLayout133.xml"/><Relationship Id="rId6" Type="http://schemas.openxmlformats.org/officeDocument/2006/relationships/slideLayout" Target="../slideLayouts/slideLayout134.xml"/><Relationship Id="rId7" Type="http://schemas.openxmlformats.org/officeDocument/2006/relationships/slideLayout" Target="../slideLayouts/slideLayout135.xml"/><Relationship Id="rId8" Type="http://schemas.openxmlformats.org/officeDocument/2006/relationships/slideLayout" Target="../slideLayouts/slideLayout136.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61.xml"/><Relationship Id="rId12" Type="http://schemas.openxmlformats.org/officeDocument/2006/relationships/theme" Target="../theme/theme11.xml"/><Relationship Id="rId13" Type="http://schemas.openxmlformats.org/officeDocument/2006/relationships/image" Target="../media/image1.jpg"/><Relationship Id="rId1" Type="http://schemas.openxmlformats.org/officeDocument/2006/relationships/slideLayout" Target="../slideLayouts/slideLayout151.xml"/><Relationship Id="rId2" Type="http://schemas.openxmlformats.org/officeDocument/2006/relationships/slideLayout" Target="../slideLayouts/slideLayout152.xml"/><Relationship Id="rId3" Type="http://schemas.openxmlformats.org/officeDocument/2006/relationships/slideLayout" Target="../slideLayouts/slideLayout153.xml"/><Relationship Id="rId4" Type="http://schemas.openxmlformats.org/officeDocument/2006/relationships/slideLayout" Target="../slideLayouts/slideLayout154.xml"/><Relationship Id="rId5" Type="http://schemas.openxmlformats.org/officeDocument/2006/relationships/slideLayout" Target="../slideLayouts/slideLayout155.xml"/><Relationship Id="rId6" Type="http://schemas.openxmlformats.org/officeDocument/2006/relationships/slideLayout" Target="../slideLayouts/slideLayout156.xml"/><Relationship Id="rId7" Type="http://schemas.openxmlformats.org/officeDocument/2006/relationships/slideLayout" Target="../slideLayouts/slideLayout157.xml"/><Relationship Id="rId8" Type="http://schemas.openxmlformats.org/officeDocument/2006/relationships/slideLayout" Target="../slideLayouts/slideLayout158.xml"/><Relationship Id="rId9" Type="http://schemas.openxmlformats.org/officeDocument/2006/relationships/slideLayout" Target="../slideLayouts/slideLayout159.xml"/><Relationship Id="rId10" Type="http://schemas.openxmlformats.org/officeDocument/2006/relationships/slideLayout" Target="../slideLayouts/slideLayout160.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72.xml"/><Relationship Id="rId12" Type="http://schemas.openxmlformats.org/officeDocument/2006/relationships/theme" Target="../theme/theme12.xml"/><Relationship Id="rId13" Type="http://schemas.openxmlformats.org/officeDocument/2006/relationships/image" Target="../media/image1.jpg"/><Relationship Id="rId1" Type="http://schemas.openxmlformats.org/officeDocument/2006/relationships/slideLayout" Target="../slideLayouts/slideLayout162.xml"/><Relationship Id="rId2" Type="http://schemas.openxmlformats.org/officeDocument/2006/relationships/slideLayout" Target="../slideLayouts/slideLayout163.xml"/><Relationship Id="rId3" Type="http://schemas.openxmlformats.org/officeDocument/2006/relationships/slideLayout" Target="../slideLayouts/slideLayout164.xml"/><Relationship Id="rId4" Type="http://schemas.openxmlformats.org/officeDocument/2006/relationships/slideLayout" Target="../slideLayouts/slideLayout165.xml"/><Relationship Id="rId5" Type="http://schemas.openxmlformats.org/officeDocument/2006/relationships/slideLayout" Target="../slideLayouts/slideLayout166.xml"/><Relationship Id="rId6" Type="http://schemas.openxmlformats.org/officeDocument/2006/relationships/slideLayout" Target="../slideLayouts/slideLayout167.xml"/><Relationship Id="rId7" Type="http://schemas.openxmlformats.org/officeDocument/2006/relationships/slideLayout" Target="../slideLayouts/slideLayout168.xml"/><Relationship Id="rId8" Type="http://schemas.openxmlformats.org/officeDocument/2006/relationships/slideLayout" Target="../slideLayouts/slideLayout169.xml"/><Relationship Id="rId9" Type="http://schemas.openxmlformats.org/officeDocument/2006/relationships/slideLayout" Target="../slideLayouts/slideLayout170.xml"/><Relationship Id="rId10" Type="http://schemas.openxmlformats.org/officeDocument/2006/relationships/slideLayout" Target="../slideLayouts/slideLayout171.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83.xml"/><Relationship Id="rId12" Type="http://schemas.openxmlformats.org/officeDocument/2006/relationships/theme" Target="../theme/theme13.xml"/><Relationship Id="rId13" Type="http://schemas.openxmlformats.org/officeDocument/2006/relationships/image" Target="../media/image1.jpg"/><Relationship Id="rId1" Type="http://schemas.openxmlformats.org/officeDocument/2006/relationships/slideLayout" Target="../slideLayouts/slideLayout173.xml"/><Relationship Id="rId2" Type="http://schemas.openxmlformats.org/officeDocument/2006/relationships/slideLayout" Target="../slideLayouts/slideLayout174.xml"/><Relationship Id="rId3" Type="http://schemas.openxmlformats.org/officeDocument/2006/relationships/slideLayout" Target="../slideLayouts/slideLayout175.xml"/><Relationship Id="rId4" Type="http://schemas.openxmlformats.org/officeDocument/2006/relationships/slideLayout" Target="../slideLayouts/slideLayout176.xml"/><Relationship Id="rId5" Type="http://schemas.openxmlformats.org/officeDocument/2006/relationships/slideLayout" Target="../slideLayouts/slideLayout177.xml"/><Relationship Id="rId6" Type="http://schemas.openxmlformats.org/officeDocument/2006/relationships/slideLayout" Target="../slideLayouts/slideLayout178.xml"/><Relationship Id="rId7" Type="http://schemas.openxmlformats.org/officeDocument/2006/relationships/slideLayout" Target="../slideLayouts/slideLayout179.xml"/><Relationship Id="rId8" Type="http://schemas.openxmlformats.org/officeDocument/2006/relationships/slideLayout" Target="../slideLayouts/slideLayout180.xml"/><Relationship Id="rId9" Type="http://schemas.openxmlformats.org/officeDocument/2006/relationships/slideLayout" Target="../slideLayouts/slideLayout181.xml"/><Relationship Id="rId10" Type="http://schemas.openxmlformats.org/officeDocument/2006/relationships/slideLayout" Target="../slideLayouts/slideLayout182.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94.xml"/><Relationship Id="rId12" Type="http://schemas.openxmlformats.org/officeDocument/2006/relationships/theme" Target="../theme/theme14.xml"/><Relationship Id="rId13" Type="http://schemas.openxmlformats.org/officeDocument/2006/relationships/image" Target="../media/image1.jpg"/><Relationship Id="rId1" Type="http://schemas.openxmlformats.org/officeDocument/2006/relationships/slideLayout" Target="../slideLayouts/slideLayout184.xml"/><Relationship Id="rId2" Type="http://schemas.openxmlformats.org/officeDocument/2006/relationships/slideLayout" Target="../slideLayouts/slideLayout185.xml"/><Relationship Id="rId3" Type="http://schemas.openxmlformats.org/officeDocument/2006/relationships/slideLayout" Target="../slideLayouts/slideLayout186.xml"/><Relationship Id="rId4" Type="http://schemas.openxmlformats.org/officeDocument/2006/relationships/slideLayout" Target="../slideLayouts/slideLayout187.xml"/><Relationship Id="rId5" Type="http://schemas.openxmlformats.org/officeDocument/2006/relationships/slideLayout" Target="../slideLayouts/slideLayout188.xml"/><Relationship Id="rId6" Type="http://schemas.openxmlformats.org/officeDocument/2006/relationships/slideLayout" Target="../slideLayouts/slideLayout189.xml"/><Relationship Id="rId7" Type="http://schemas.openxmlformats.org/officeDocument/2006/relationships/slideLayout" Target="../slideLayouts/slideLayout190.xml"/><Relationship Id="rId8" Type="http://schemas.openxmlformats.org/officeDocument/2006/relationships/slideLayout" Target="../slideLayouts/slideLayout191.xml"/><Relationship Id="rId9" Type="http://schemas.openxmlformats.org/officeDocument/2006/relationships/slideLayout" Target="../slideLayouts/slideLayout192.xml"/><Relationship Id="rId10" Type="http://schemas.openxmlformats.org/officeDocument/2006/relationships/slideLayout" Target="../slideLayouts/slideLayout193.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205.xml"/><Relationship Id="rId12" Type="http://schemas.openxmlformats.org/officeDocument/2006/relationships/theme" Target="../theme/theme15.xml"/><Relationship Id="rId13" Type="http://schemas.openxmlformats.org/officeDocument/2006/relationships/image" Target="../media/image1.jpg"/><Relationship Id="rId1" Type="http://schemas.openxmlformats.org/officeDocument/2006/relationships/slideLayout" Target="../slideLayouts/slideLayout195.xml"/><Relationship Id="rId2" Type="http://schemas.openxmlformats.org/officeDocument/2006/relationships/slideLayout" Target="../slideLayouts/slideLayout196.xml"/><Relationship Id="rId3" Type="http://schemas.openxmlformats.org/officeDocument/2006/relationships/slideLayout" Target="../slideLayouts/slideLayout197.xml"/><Relationship Id="rId4" Type="http://schemas.openxmlformats.org/officeDocument/2006/relationships/slideLayout" Target="../slideLayouts/slideLayout198.xml"/><Relationship Id="rId5" Type="http://schemas.openxmlformats.org/officeDocument/2006/relationships/slideLayout" Target="../slideLayouts/slideLayout199.xml"/><Relationship Id="rId6" Type="http://schemas.openxmlformats.org/officeDocument/2006/relationships/slideLayout" Target="../slideLayouts/slideLayout200.xml"/><Relationship Id="rId7" Type="http://schemas.openxmlformats.org/officeDocument/2006/relationships/slideLayout" Target="../slideLayouts/slideLayout201.xml"/><Relationship Id="rId8" Type="http://schemas.openxmlformats.org/officeDocument/2006/relationships/slideLayout" Target="../slideLayouts/slideLayout202.xml"/><Relationship Id="rId9" Type="http://schemas.openxmlformats.org/officeDocument/2006/relationships/slideLayout" Target="../slideLayouts/slideLayout203.xml"/><Relationship Id="rId10" Type="http://schemas.openxmlformats.org/officeDocument/2006/relationships/slideLayout" Target="../slideLayouts/slideLayout204.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216.xml"/><Relationship Id="rId12" Type="http://schemas.openxmlformats.org/officeDocument/2006/relationships/theme" Target="../theme/theme16.xml"/><Relationship Id="rId13" Type="http://schemas.openxmlformats.org/officeDocument/2006/relationships/image" Target="../media/image1.jpg"/><Relationship Id="rId1" Type="http://schemas.openxmlformats.org/officeDocument/2006/relationships/slideLayout" Target="../slideLayouts/slideLayout206.xml"/><Relationship Id="rId2" Type="http://schemas.openxmlformats.org/officeDocument/2006/relationships/slideLayout" Target="../slideLayouts/slideLayout207.xml"/><Relationship Id="rId3" Type="http://schemas.openxmlformats.org/officeDocument/2006/relationships/slideLayout" Target="../slideLayouts/slideLayout208.xml"/><Relationship Id="rId4" Type="http://schemas.openxmlformats.org/officeDocument/2006/relationships/slideLayout" Target="../slideLayouts/slideLayout209.xml"/><Relationship Id="rId5" Type="http://schemas.openxmlformats.org/officeDocument/2006/relationships/slideLayout" Target="../slideLayouts/slideLayout210.xml"/><Relationship Id="rId6" Type="http://schemas.openxmlformats.org/officeDocument/2006/relationships/slideLayout" Target="../slideLayouts/slideLayout211.xml"/><Relationship Id="rId7" Type="http://schemas.openxmlformats.org/officeDocument/2006/relationships/slideLayout" Target="../slideLayouts/slideLayout212.xml"/><Relationship Id="rId8" Type="http://schemas.openxmlformats.org/officeDocument/2006/relationships/slideLayout" Target="../slideLayouts/slideLayout213.xml"/><Relationship Id="rId9" Type="http://schemas.openxmlformats.org/officeDocument/2006/relationships/slideLayout" Target="../slideLayouts/slideLayout214.xml"/><Relationship Id="rId10" Type="http://schemas.openxmlformats.org/officeDocument/2006/relationships/slideLayout" Target="../slideLayouts/slideLayout215.xml"/></Relationships>
</file>

<file path=ppt/slideMasters/_rels/slideMaster17.xml.rels><?xml version="1.0" encoding="UTF-8" standalone="yes"?>
<Relationships xmlns="http://schemas.openxmlformats.org/package/2006/relationships"><Relationship Id="rId9" Type="http://schemas.openxmlformats.org/officeDocument/2006/relationships/slideLayout" Target="../slideLayouts/slideLayout225.xml"/><Relationship Id="rId20" Type="http://schemas.openxmlformats.org/officeDocument/2006/relationships/slideLayout" Target="../slideLayouts/slideLayout236.xml"/><Relationship Id="rId21" Type="http://schemas.openxmlformats.org/officeDocument/2006/relationships/slideLayout" Target="../slideLayouts/slideLayout237.xml"/><Relationship Id="rId22" Type="http://schemas.openxmlformats.org/officeDocument/2006/relationships/slideLayout" Target="../slideLayouts/slideLayout238.xml"/><Relationship Id="rId23" Type="http://schemas.openxmlformats.org/officeDocument/2006/relationships/slideLayout" Target="../slideLayouts/slideLayout239.xml"/><Relationship Id="rId24" Type="http://schemas.openxmlformats.org/officeDocument/2006/relationships/theme" Target="../theme/theme17.xml"/><Relationship Id="rId25" Type="http://schemas.openxmlformats.org/officeDocument/2006/relationships/image" Target="../media/image1.jpg"/><Relationship Id="rId10" Type="http://schemas.openxmlformats.org/officeDocument/2006/relationships/slideLayout" Target="../slideLayouts/slideLayout226.xml"/><Relationship Id="rId11" Type="http://schemas.openxmlformats.org/officeDocument/2006/relationships/slideLayout" Target="../slideLayouts/slideLayout227.xml"/><Relationship Id="rId12" Type="http://schemas.openxmlformats.org/officeDocument/2006/relationships/slideLayout" Target="../slideLayouts/slideLayout228.xml"/><Relationship Id="rId13" Type="http://schemas.openxmlformats.org/officeDocument/2006/relationships/slideLayout" Target="../slideLayouts/slideLayout229.xml"/><Relationship Id="rId14" Type="http://schemas.openxmlformats.org/officeDocument/2006/relationships/slideLayout" Target="../slideLayouts/slideLayout230.xml"/><Relationship Id="rId15" Type="http://schemas.openxmlformats.org/officeDocument/2006/relationships/slideLayout" Target="../slideLayouts/slideLayout231.xml"/><Relationship Id="rId16" Type="http://schemas.openxmlformats.org/officeDocument/2006/relationships/slideLayout" Target="../slideLayouts/slideLayout232.xml"/><Relationship Id="rId17" Type="http://schemas.openxmlformats.org/officeDocument/2006/relationships/slideLayout" Target="../slideLayouts/slideLayout233.xml"/><Relationship Id="rId18" Type="http://schemas.openxmlformats.org/officeDocument/2006/relationships/slideLayout" Target="../slideLayouts/slideLayout234.xml"/><Relationship Id="rId19" Type="http://schemas.openxmlformats.org/officeDocument/2006/relationships/slideLayout" Target="../slideLayouts/slideLayout235.xml"/><Relationship Id="rId1" Type="http://schemas.openxmlformats.org/officeDocument/2006/relationships/slideLayout" Target="../slideLayouts/slideLayout217.xml"/><Relationship Id="rId2" Type="http://schemas.openxmlformats.org/officeDocument/2006/relationships/slideLayout" Target="../slideLayouts/slideLayout218.xml"/><Relationship Id="rId3" Type="http://schemas.openxmlformats.org/officeDocument/2006/relationships/slideLayout" Target="../slideLayouts/slideLayout219.xml"/><Relationship Id="rId4" Type="http://schemas.openxmlformats.org/officeDocument/2006/relationships/slideLayout" Target="../slideLayouts/slideLayout220.xml"/><Relationship Id="rId5" Type="http://schemas.openxmlformats.org/officeDocument/2006/relationships/slideLayout" Target="../slideLayouts/slideLayout221.xml"/><Relationship Id="rId6" Type="http://schemas.openxmlformats.org/officeDocument/2006/relationships/slideLayout" Target="../slideLayouts/slideLayout222.xml"/><Relationship Id="rId7" Type="http://schemas.openxmlformats.org/officeDocument/2006/relationships/slideLayout" Target="../slideLayouts/slideLayout223.xml"/><Relationship Id="rId8" Type="http://schemas.openxmlformats.org/officeDocument/2006/relationships/slideLayout" Target="../slideLayouts/slideLayout224.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250.xml"/><Relationship Id="rId12" Type="http://schemas.openxmlformats.org/officeDocument/2006/relationships/theme" Target="../theme/theme18.xml"/><Relationship Id="rId13" Type="http://schemas.openxmlformats.org/officeDocument/2006/relationships/image" Target="../media/image1.jpg"/><Relationship Id="rId1" Type="http://schemas.openxmlformats.org/officeDocument/2006/relationships/slideLayout" Target="../slideLayouts/slideLayout240.xml"/><Relationship Id="rId2" Type="http://schemas.openxmlformats.org/officeDocument/2006/relationships/slideLayout" Target="../slideLayouts/slideLayout241.xml"/><Relationship Id="rId3" Type="http://schemas.openxmlformats.org/officeDocument/2006/relationships/slideLayout" Target="../slideLayouts/slideLayout242.xml"/><Relationship Id="rId4" Type="http://schemas.openxmlformats.org/officeDocument/2006/relationships/slideLayout" Target="../slideLayouts/slideLayout243.xml"/><Relationship Id="rId5" Type="http://schemas.openxmlformats.org/officeDocument/2006/relationships/slideLayout" Target="../slideLayouts/slideLayout244.xml"/><Relationship Id="rId6" Type="http://schemas.openxmlformats.org/officeDocument/2006/relationships/slideLayout" Target="../slideLayouts/slideLayout245.xml"/><Relationship Id="rId7" Type="http://schemas.openxmlformats.org/officeDocument/2006/relationships/slideLayout" Target="../slideLayouts/slideLayout246.xml"/><Relationship Id="rId8" Type="http://schemas.openxmlformats.org/officeDocument/2006/relationships/slideLayout" Target="../slideLayouts/slideLayout247.xml"/><Relationship Id="rId9" Type="http://schemas.openxmlformats.org/officeDocument/2006/relationships/slideLayout" Target="../slideLayouts/slideLayout248.xml"/><Relationship Id="rId10" Type="http://schemas.openxmlformats.org/officeDocument/2006/relationships/slideLayout" Target="../slideLayouts/slideLayout249.xml"/></Relationships>
</file>

<file path=ppt/slideMasters/_rels/slideMaster19.xml.rels><?xml version="1.0" encoding="UTF-8" standalone="yes"?>
<Relationships xmlns="http://schemas.openxmlformats.org/package/2006/relationships"><Relationship Id="rId9" Type="http://schemas.openxmlformats.org/officeDocument/2006/relationships/slideLayout" Target="../slideLayouts/slideLayout259.xml"/><Relationship Id="rId20" Type="http://schemas.openxmlformats.org/officeDocument/2006/relationships/slideLayout" Target="../slideLayouts/slideLayout270.xml"/><Relationship Id="rId21" Type="http://schemas.openxmlformats.org/officeDocument/2006/relationships/slideLayout" Target="../slideLayouts/slideLayout271.xml"/><Relationship Id="rId22" Type="http://schemas.openxmlformats.org/officeDocument/2006/relationships/slideLayout" Target="../slideLayouts/slideLayout272.xml"/><Relationship Id="rId23" Type="http://schemas.openxmlformats.org/officeDocument/2006/relationships/slideLayout" Target="../slideLayouts/slideLayout273.xml"/><Relationship Id="rId24" Type="http://schemas.openxmlformats.org/officeDocument/2006/relationships/slideLayout" Target="../slideLayouts/slideLayout274.xml"/><Relationship Id="rId25" Type="http://schemas.openxmlformats.org/officeDocument/2006/relationships/slideLayout" Target="../slideLayouts/slideLayout275.xml"/><Relationship Id="rId26" Type="http://schemas.openxmlformats.org/officeDocument/2006/relationships/theme" Target="../theme/theme19.xml"/><Relationship Id="rId27" Type="http://schemas.openxmlformats.org/officeDocument/2006/relationships/image" Target="../media/image1.jpg"/><Relationship Id="rId10" Type="http://schemas.openxmlformats.org/officeDocument/2006/relationships/slideLayout" Target="../slideLayouts/slideLayout260.xml"/><Relationship Id="rId11" Type="http://schemas.openxmlformats.org/officeDocument/2006/relationships/slideLayout" Target="../slideLayouts/slideLayout261.xml"/><Relationship Id="rId12" Type="http://schemas.openxmlformats.org/officeDocument/2006/relationships/slideLayout" Target="../slideLayouts/slideLayout262.xml"/><Relationship Id="rId13" Type="http://schemas.openxmlformats.org/officeDocument/2006/relationships/slideLayout" Target="../slideLayouts/slideLayout263.xml"/><Relationship Id="rId14" Type="http://schemas.openxmlformats.org/officeDocument/2006/relationships/slideLayout" Target="../slideLayouts/slideLayout264.xml"/><Relationship Id="rId15" Type="http://schemas.openxmlformats.org/officeDocument/2006/relationships/slideLayout" Target="../slideLayouts/slideLayout265.xml"/><Relationship Id="rId16" Type="http://schemas.openxmlformats.org/officeDocument/2006/relationships/slideLayout" Target="../slideLayouts/slideLayout266.xml"/><Relationship Id="rId17" Type="http://schemas.openxmlformats.org/officeDocument/2006/relationships/slideLayout" Target="../slideLayouts/slideLayout267.xml"/><Relationship Id="rId18" Type="http://schemas.openxmlformats.org/officeDocument/2006/relationships/slideLayout" Target="../slideLayouts/slideLayout268.xml"/><Relationship Id="rId19" Type="http://schemas.openxmlformats.org/officeDocument/2006/relationships/slideLayout" Target="../slideLayouts/slideLayout269.xml"/><Relationship Id="rId1" Type="http://schemas.openxmlformats.org/officeDocument/2006/relationships/slideLayout" Target="../slideLayouts/slideLayout251.xml"/><Relationship Id="rId2" Type="http://schemas.openxmlformats.org/officeDocument/2006/relationships/slideLayout" Target="../slideLayouts/slideLayout252.xml"/><Relationship Id="rId3" Type="http://schemas.openxmlformats.org/officeDocument/2006/relationships/slideLayout" Target="../slideLayouts/slideLayout253.xml"/><Relationship Id="rId4" Type="http://schemas.openxmlformats.org/officeDocument/2006/relationships/slideLayout" Target="../slideLayouts/slideLayout254.xml"/><Relationship Id="rId5" Type="http://schemas.openxmlformats.org/officeDocument/2006/relationships/slideLayout" Target="../slideLayouts/slideLayout255.xml"/><Relationship Id="rId6" Type="http://schemas.openxmlformats.org/officeDocument/2006/relationships/slideLayout" Target="../slideLayouts/slideLayout256.xml"/><Relationship Id="rId7" Type="http://schemas.openxmlformats.org/officeDocument/2006/relationships/slideLayout" Target="../slideLayouts/slideLayout257.xml"/><Relationship Id="rId8" Type="http://schemas.openxmlformats.org/officeDocument/2006/relationships/slideLayout" Target="../slideLayouts/slideLayout258.xml"/></Relationships>
</file>

<file path=ppt/slideMasters/_rels/slideMaster20.xml.rels><?xml version="1.0" encoding="UTF-8" standalone="yes"?>
<Relationships xmlns="http://schemas.openxmlformats.org/package/2006/relationships"><Relationship Id="rId9" Type="http://schemas.openxmlformats.org/officeDocument/2006/relationships/slideLayout" Target="../slideLayouts/slideLayout284.xml"/><Relationship Id="rId20" Type="http://schemas.openxmlformats.org/officeDocument/2006/relationships/slideLayout" Target="../slideLayouts/slideLayout295.xml"/><Relationship Id="rId21" Type="http://schemas.openxmlformats.org/officeDocument/2006/relationships/slideLayout" Target="../slideLayouts/slideLayout296.xml"/><Relationship Id="rId22" Type="http://schemas.openxmlformats.org/officeDocument/2006/relationships/slideLayout" Target="../slideLayouts/slideLayout297.xml"/><Relationship Id="rId23" Type="http://schemas.openxmlformats.org/officeDocument/2006/relationships/slideLayout" Target="../slideLayouts/slideLayout298.xml"/><Relationship Id="rId24" Type="http://schemas.openxmlformats.org/officeDocument/2006/relationships/slideLayout" Target="../slideLayouts/slideLayout299.xml"/><Relationship Id="rId25" Type="http://schemas.openxmlformats.org/officeDocument/2006/relationships/slideLayout" Target="../slideLayouts/slideLayout300.xml"/><Relationship Id="rId26" Type="http://schemas.openxmlformats.org/officeDocument/2006/relationships/theme" Target="../theme/theme20.xml"/><Relationship Id="rId27" Type="http://schemas.openxmlformats.org/officeDocument/2006/relationships/image" Target="../media/image1.jpg"/><Relationship Id="rId10" Type="http://schemas.openxmlformats.org/officeDocument/2006/relationships/slideLayout" Target="../slideLayouts/slideLayout285.xml"/><Relationship Id="rId11" Type="http://schemas.openxmlformats.org/officeDocument/2006/relationships/slideLayout" Target="../slideLayouts/slideLayout286.xml"/><Relationship Id="rId12" Type="http://schemas.openxmlformats.org/officeDocument/2006/relationships/slideLayout" Target="../slideLayouts/slideLayout287.xml"/><Relationship Id="rId13" Type="http://schemas.openxmlformats.org/officeDocument/2006/relationships/slideLayout" Target="../slideLayouts/slideLayout288.xml"/><Relationship Id="rId14" Type="http://schemas.openxmlformats.org/officeDocument/2006/relationships/slideLayout" Target="../slideLayouts/slideLayout289.xml"/><Relationship Id="rId15" Type="http://schemas.openxmlformats.org/officeDocument/2006/relationships/slideLayout" Target="../slideLayouts/slideLayout290.xml"/><Relationship Id="rId16" Type="http://schemas.openxmlformats.org/officeDocument/2006/relationships/slideLayout" Target="../slideLayouts/slideLayout291.xml"/><Relationship Id="rId17" Type="http://schemas.openxmlformats.org/officeDocument/2006/relationships/slideLayout" Target="../slideLayouts/slideLayout292.xml"/><Relationship Id="rId18" Type="http://schemas.openxmlformats.org/officeDocument/2006/relationships/slideLayout" Target="../slideLayouts/slideLayout293.xml"/><Relationship Id="rId19" Type="http://schemas.openxmlformats.org/officeDocument/2006/relationships/slideLayout" Target="../slideLayouts/slideLayout294.xml"/><Relationship Id="rId1" Type="http://schemas.openxmlformats.org/officeDocument/2006/relationships/slideLayout" Target="../slideLayouts/slideLayout276.xml"/><Relationship Id="rId2" Type="http://schemas.openxmlformats.org/officeDocument/2006/relationships/slideLayout" Target="../slideLayouts/slideLayout277.xml"/><Relationship Id="rId3" Type="http://schemas.openxmlformats.org/officeDocument/2006/relationships/slideLayout" Target="../slideLayouts/slideLayout278.xml"/><Relationship Id="rId4" Type="http://schemas.openxmlformats.org/officeDocument/2006/relationships/slideLayout" Target="../slideLayouts/slideLayout279.xml"/><Relationship Id="rId5" Type="http://schemas.openxmlformats.org/officeDocument/2006/relationships/slideLayout" Target="../slideLayouts/slideLayout280.xml"/><Relationship Id="rId6" Type="http://schemas.openxmlformats.org/officeDocument/2006/relationships/slideLayout" Target="../slideLayouts/slideLayout281.xml"/><Relationship Id="rId7" Type="http://schemas.openxmlformats.org/officeDocument/2006/relationships/slideLayout" Target="../slideLayouts/slideLayout282.xml"/><Relationship Id="rId8" Type="http://schemas.openxmlformats.org/officeDocument/2006/relationships/slideLayout" Target="../slideLayouts/slideLayout28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311.xml"/><Relationship Id="rId12" Type="http://schemas.openxmlformats.org/officeDocument/2006/relationships/theme" Target="../theme/theme21.xml"/><Relationship Id="rId13" Type="http://schemas.openxmlformats.org/officeDocument/2006/relationships/image" Target="../media/image1.jpg"/><Relationship Id="rId1" Type="http://schemas.openxmlformats.org/officeDocument/2006/relationships/slideLayout" Target="../slideLayouts/slideLayout301.xml"/><Relationship Id="rId2" Type="http://schemas.openxmlformats.org/officeDocument/2006/relationships/slideLayout" Target="../slideLayouts/slideLayout302.xml"/><Relationship Id="rId3" Type="http://schemas.openxmlformats.org/officeDocument/2006/relationships/slideLayout" Target="../slideLayouts/slideLayout303.xml"/><Relationship Id="rId4" Type="http://schemas.openxmlformats.org/officeDocument/2006/relationships/slideLayout" Target="../slideLayouts/slideLayout304.xml"/><Relationship Id="rId5" Type="http://schemas.openxmlformats.org/officeDocument/2006/relationships/slideLayout" Target="../slideLayouts/slideLayout305.xml"/><Relationship Id="rId6" Type="http://schemas.openxmlformats.org/officeDocument/2006/relationships/slideLayout" Target="../slideLayouts/slideLayout306.xml"/><Relationship Id="rId7" Type="http://schemas.openxmlformats.org/officeDocument/2006/relationships/slideLayout" Target="../slideLayouts/slideLayout307.xml"/><Relationship Id="rId8" Type="http://schemas.openxmlformats.org/officeDocument/2006/relationships/slideLayout" Target="../slideLayouts/slideLayout308.xml"/><Relationship Id="rId9" Type="http://schemas.openxmlformats.org/officeDocument/2006/relationships/slideLayout" Target="../slideLayouts/slideLayout309.xml"/><Relationship Id="rId10" Type="http://schemas.openxmlformats.org/officeDocument/2006/relationships/slideLayout" Target="../slideLayouts/slideLayout310.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322.xml"/><Relationship Id="rId12" Type="http://schemas.openxmlformats.org/officeDocument/2006/relationships/theme" Target="../theme/theme22.xml"/><Relationship Id="rId13" Type="http://schemas.openxmlformats.org/officeDocument/2006/relationships/image" Target="../media/image1.jpg"/><Relationship Id="rId1" Type="http://schemas.openxmlformats.org/officeDocument/2006/relationships/slideLayout" Target="../slideLayouts/slideLayout312.xml"/><Relationship Id="rId2" Type="http://schemas.openxmlformats.org/officeDocument/2006/relationships/slideLayout" Target="../slideLayouts/slideLayout313.xml"/><Relationship Id="rId3" Type="http://schemas.openxmlformats.org/officeDocument/2006/relationships/slideLayout" Target="../slideLayouts/slideLayout314.xml"/><Relationship Id="rId4" Type="http://schemas.openxmlformats.org/officeDocument/2006/relationships/slideLayout" Target="../slideLayouts/slideLayout315.xml"/><Relationship Id="rId5" Type="http://schemas.openxmlformats.org/officeDocument/2006/relationships/slideLayout" Target="../slideLayouts/slideLayout316.xml"/><Relationship Id="rId6" Type="http://schemas.openxmlformats.org/officeDocument/2006/relationships/slideLayout" Target="../slideLayouts/slideLayout317.xml"/><Relationship Id="rId7" Type="http://schemas.openxmlformats.org/officeDocument/2006/relationships/slideLayout" Target="../slideLayouts/slideLayout318.xml"/><Relationship Id="rId8" Type="http://schemas.openxmlformats.org/officeDocument/2006/relationships/slideLayout" Target="../slideLayouts/slideLayout319.xml"/><Relationship Id="rId9" Type="http://schemas.openxmlformats.org/officeDocument/2006/relationships/slideLayout" Target="../slideLayouts/slideLayout320.xml"/><Relationship Id="rId10" Type="http://schemas.openxmlformats.org/officeDocument/2006/relationships/slideLayout" Target="../slideLayouts/slideLayout321.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333.xml"/><Relationship Id="rId12" Type="http://schemas.openxmlformats.org/officeDocument/2006/relationships/theme" Target="../theme/theme23.xml"/><Relationship Id="rId13" Type="http://schemas.openxmlformats.org/officeDocument/2006/relationships/image" Target="../media/image1.jpg"/><Relationship Id="rId1" Type="http://schemas.openxmlformats.org/officeDocument/2006/relationships/slideLayout" Target="../slideLayouts/slideLayout323.xml"/><Relationship Id="rId2" Type="http://schemas.openxmlformats.org/officeDocument/2006/relationships/slideLayout" Target="../slideLayouts/slideLayout324.xml"/><Relationship Id="rId3" Type="http://schemas.openxmlformats.org/officeDocument/2006/relationships/slideLayout" Target="../slideLayouts/slideLayout325.xml"/><Relationship Id="rId4" Type="http://schemas.openxmlformats.org/officeDocument/2006/relationships/slideLayout" Target="../slideLayouts/slideLayout326.xml"/><Relationship Id="rId5" Type="http://schemas.openxmlformats.org/officeDocument/2006/relationships/slideLayout" Target="../slideLayouts/slideLayout327.xml"/><Relationship Id="rId6" Type="http://schemas.openxmlformats.org/officeDocument/2006/relationships/slideLayout" Target="../slideLayouts/slideLayout328.xml"/><Relationship Id="rId7" Type="http://schemas.openxmlformats.org/officeDocument/2006/relationships/slideLayout" Target="../slideLayouts/slideLayout329.xml"/><Relationship Id="rId8" Type="http://schemas.openxmlformats.org/officeDocument/2006/relationships/slideLayout" Target="../slideLayouts/slideLayout330.xml"/><Relationship Id="rId9" Type="http://schemas.openxmlformats.org/officeDocument/2006/relationships/slideLayout" Target="../slideLayouts/slideLayout331.xml"/><Relationship Id="rId10" Type="http://schemas.openxmlformats.org/officeDocument/2006/relationships/slideLayout" Target="../slideLayouts/slideLayout332.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344.xml"/><Relationship Id="rId12" Type="http://schemas.openxmlformats.org/officeDocument/2006/relationships/theme" Target="../theme/theme24.xml"/><Relationship Id="rId13" Type="http://schemas.openxmlformats.org/officeDocument/2006/relationships/image" Target="../media/image1.jpg"/><Relationship Id="rId1" Type="http://schemas.openxmlformats.org/officeDocument/2006/relationships/slideLayout" Target="../slideLayouts/slideLayout334.xml"/><Relationship Id="rId2" Type="http://schemas.openxmlformats.org/officeDocument/2006/relationships/slideLayout" Target="../slideLayouts/slideLayout335.xml"/><Relationship Id="rId3" Type="http://schemas.openxmlformats.org/officeDocument/2006/relationships/slideLayout" Target="../slideLayouts/slideLayout336.xml"/><Relationship Id="rId4" Type="http://schemas.openxmlformats.org/officeDocument/2006/relationships/slideLayout" Target="../slideLayouts/slideLayout337.xml"/><Relationship Id="rId5" Type="http://schemas.openxmlformats.org/officeDocument/2006/relationships/slideLayout" Target="../slideLayouts/slideLayout338.xml"/><Relationship Id="rId6" Type="http://schemas.openxmlformats.org/officeDocument/2006/relationships/slideLayout" Target="../slideLayouts/slideLayout339.xml"/><Relationship Id="rId7" Type="http://schemas.openxmlformats.org/officeDocument/2006/relationships/slideLayout" Target="../slideLayouts/slideLayout340.xml"/><Relationship Id="rId8" Type="http://schemas.openxmlformats.org/officeDocument/2006/relationships/slideLayout" Target="../slideLayouts/slideLayout341.xml"/><Relationship Id="rId9" Type="http://schemas.openxmlformats.org/officeDocument/2006/relationships/slideLayout" Target="../slideLayouts/slideLayout342.xml"/><Relationship Id="rId10" Type="http://schemas.openxmlformats.org/officeDocument/2006/relationships/slideLayout" Target="../slideLayouts/slideLayout343.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355.xml"/><Relationship Id="rId12" Type="http://schemas.openxmlformats.org/officeDocument/2006/relationships/theme" Target="../theme/theme25.xml"/><Relationship Id="rId13" Type="http://schemas.openxmlformats.org/officeDocument/2006/relationships/image" Target="../media/image1.jpg"/><Relationship Id="rId1" Type="http://schemas.openxmlformats.org/officeDocument/2006/relationships/slideLayout" Target="../slideLayouts/slideLayout345.xml"/><Relationship Id="rId2" Type="http://schemas.openxmlformats.org/officeDocument/2006/relationships/slideLayout" Target="../slideLayouts/slideLayout346.xml"/><Relationship Id="rId3" Type="http://schemas.openxmlformats.org/officeDocument/2006/relationships/slideLayout" Target="../slideLayouts/slideLayout347.xml"/><Relationship Id="rId4" Type="http://schemas.openxmlformats.org/officeDocument/2006/relationships/slideLayout" Target="../slideLayouts/slideLayout348.xml"/><Relationship Id="rId5" Type="http://schemas.openxmlformats.org/officeDocument/2006/relationships/slideLayout" Target="../slideLayouts/slideLayout349.xml"/><Relationship Id="rId6" Type="http://schemas.openxmlformats.org/officeDocument/2006/relationships/slideLayout" Target="../slideLayouts/slideLayout350.xml"/><Relationship Id="rId7" Type="http://schemas.openxmlformats.org/officeDocument/2006/relationships/slideLayout" Target="../slideLayouts/slideLayout351.xml"/><Relationship Id="rId8" Type="http://schemas.openxmlformats.org/officeDocument/2006/relationships/slideLayout" Target="../slideLayouts/slideLayout352.xml"/><Relationship Id="rId9" Type="http://schemas.openxmlformats.org/officeDocument/2006/relationships/slideLayout" Target="../slideLayouts/slideLayout353.xml"/><Relationship Id="rId10" Type="http://schemas.openxmlformats.org/officeDocument/2006/relationships/slideLayout" Target="../slideLayouts/slideLayout354.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366.xml"/><Relationship Id="rId12" Type="http://schemas.openxmlformats.org/officeDocument/2006/relationships/theme" Target="../theme/theme26.xml"/><Relationship Id="rId13" Type="http://schemas.openxmlformats.org/officeDocument/2006/relationships/image" Target="../media/image1.jpg"/><Relationship Id="rId1" Type="http://schemas.openxmlformats.org/officeDocument/2006/relationships/slideLayout" Target="../slideLayouts/slideLayout356.xml"/><Relationship Id="rId2" Type="http://schemas.openxmlformats.org/officeDocument/2006/relationships/slideLayout" Target="../slideLayouts/slideLayout357.xml"/><Relationship Id="rId3" Type="http://schemas.openxmlformats.org/officeDocument/2006/relationships/slideLayout" Target="../slideLayouts/slideLayout358.xml"/><Relationship Id="rId4" Type="http://schemas.openxmlformats.org/officeDocument/2006/relationships/slideLayout" Target="../slideLayouts/slideLayout359.xml"/><Relationship Id="rId5" Type="http://schemas.openxmlformats.org/officeDocument/2006/relationships/slideLayout" Target="../slideLayouts/slideLayout360.xml"/><Relationship Id="rId6" Type="http://schemas.openxmlformats.org/officeDocument/2006/relationships/slideLayout" Target="../slideLayouts/slideLayout361.xml"/><Relationship Id="rId7" Type="http://schemas.openxmlformats.org/officeDocument/2006/relationships/slideLayout" Target="../slideLayouts/slideLayout362.xml"/><Relationship Id="rId8" Type="http://schemas.openxmlformats.org/officeDocument/2006/relationships/slideLayout" Target="../slideLayouts/slideLayout363.xml"/><Relationship Id="rId9" Type="http://schemas.openxmlformats.org/officeDocument/2006/relationships/slideLayout" Target="../slideLayouts/slideLayout364.xml"/><Relationship Id="rId10" Type="http://schemas.openxmlformats.org/officeDocument/2006/relationships/slideLayout" Target="../slideLayouts/slideLayout365.xml"/></Relationships>
</file>

<file path=ppt/slideMasters/_rels/slideMaster27.xml.rels><?xml version="1.0" encoding="UTF-8" standalone="yes"?>
<Relationships xmlns="http://schemas.openxmlformats.org/package/2006/relationships"><Relationship Id="rId10" Type="http://schemas.openxmlformats.org/officeDocument/2006/relationships/slideLayout" Target="../slideLayouts/slideLayout376.xml"/><Relationship Id="rId11" Type="http://schemas.openxmlformats.org/officeDocument/2006/relationships/slideLayout" Target="../slideLayouts/slideLayout377.xml"/><Relationship Id="rId12" Type="http://schemas.openxmlformats.org/officeDocument/2006/relationships/slideLayout" Target="../slideLayouts/slideLayout378.xml"/><Relationship Id="rId13" Type="http://schemas.openxmlformats.org/officeDocument/2006/relationships/slideLayout" Target="../slideLayouts/slideLayout379.xml"/><Relationship Id="rId14" Type="http://schemas.openxmlformats.org/officeDocument/2006/relationships/slideLayout" Target="../slideLayouts/slideLayout380.xml"/><Relationship Id="rId15" Type="http://schemas.openxmlformats.org/officeDocument/2006/relationships/slideLayout" Target="../slideLayouts/slideLayout381.xml"/><Relationship Id="rId16" Type="http://schemas.openxmlformats.org/officeDocument/2006/relationships/slideLayout" Target="../slideLayouts/slideLayout382.xml"/><Relationship Id="rId17" Type="http://schemas.openxmlformats.org/officeDocument/2006/relationships/slideLayout" Target="../slideLayouts/slideLayout383.xml"/><Relationship Id="rId18" Type="http://schemas.openxmlformats.org/officeDocument/2006/relationships/slideLayout" Target="../slideLayouts/slideLayout384.xml"/><Relationship Id="rId19" Type="http://schemas.openxmlformats.org/officeDocument/2006/relationships/slideLayout" Target="../slideLayouts/slideLayout385.xml"/><Relationship Id="rId60" Type="http://schemas.openxmlformats.org/officeDocument/2006/relationships/slideLayout" Target="../slideLayouts/slideLayout426.xml"/><Relationship Id="rId61" Type="http://schemas.openxmlformats.org/officeDocument/2006/relationships/slideLayout" Target="../slideLayouts/slideLayout427.xml"/><Relationship Id="rId62" Type="http://schemas.openxmlformats.org/officeDocument/2006/relationships/slideLayout" Target="../slideLayouts/slideLayout428.xml"/><Relationship Id="rId63" Type="http://schemas.openxmlformats.org/officeDocument/2006/relationships/slideLayout" Target="../slideLayouts/slideLayout429.xml"/><Relationship Id="rId64" Type="http://schemas.openxmlformats.org/officeDocument/2006/relationships/slideLayout" Target="../slideLayouts/slideLayout430.xml"/><Relationship Id="rId65" Type="http://schemas.openxmlformats.org/officeDocument/2006/relationships/slideLayout" Target="../slideLayouts/slideLayout431.xml"/><Relationship Id="rId66" Type="http://schemas.openxmlformats.org/officeDocument/2006/relationships/slideLayout" Target="../slideLayouts/slideLayout432.xml"/><Relationship Id="rId67" Type="http://schemas.openxmlformats.org/officeDocument/2006/relationships/slideLayout" Target="../slideLayouts/slideLayout433.xml"/><Relationship Id="rId68" Type="http://schemas.openxmlformats.org/officeDocument/2006/relationships/slideLayout" Target="../slideLayouts/slideLayout434.xml"/><Relationship Id="rId69" Type="http://schemas.openxmlformats.org/officeDocument/2006/relationships/slideLayout" Target="../slideLayouts/slideLayout435.xml"/><Relationship Id="rId120" Type="http://schemas.openxmlformats.org/officeDocument/2006/relationships/slideLayout" Target="../slideLayouts/slideLayout486.xml"/><Relationship Id="rId121" Type="http://schemas.openxmlformats.org/officeDocument/2006/relationships/slideLayout" Target="../slideLayouts/slideLayout487.xml"/><Relationship Id="rId122" Type="http://schemas.openxmlformats.org/officeDocument/2006/relationships/slideLayout" Target="../slideLayouts/slideLayout488.xml"/><Relationship Id="rId123" Type="http://schemas.openxmlformats.org/officeDocument/2006/relationships/theme" Target="../theme/theme27.xml"/><Relationship Id="rId124" Type="http://schemas.openxmlformats.org/officeDocument/2006/relationships/image" Target="../media/image1.jpg"/><Relationship Id="rId40" Type="http://schemas.openxmlformats.org/officeDocument/2006/relationships/slideLayout" Target="../slideLayouts/slideLayout406.xml"/><Relationship Id="rId41" Type="http://schemas.openxmlformats.org/officeDocument/2006/relationships/slideLayout" Target="../slideLayouts/slideLayout407.xml"/><Relationship Id="rId42" Type="http://schemas.openxmlformats.org/officeDocument/2006/relationships/slideLayout" Target="../slideLayouts/slideLayout408.xml"/><Relationship Id="rId90" Type="http://schemas.openxmlformats.org/officeDocument/2006/relationships/slideLayout" Target="../slideLayouts/slideLayout456.xml"/><Relationship Id="rId91" Type="http://schemas.openxmlformats.org/officeDocument/2006/relationships/slideLayout" Target="../slideLayouts/slideLayout457.xml"/><Relationship Id="rId92" Type="http://schemas.openxmlformats.org/officeDocument/2006/relationships/slideLayout" Target="../slideLayouts/slideLayout458.xml"/><Relationship Id="rId93" Type="http://schemas.openxmlformats.org/officeDocument/2006/relationships/slideLayout" Target="../slideLayouts/slideLayout459.xml"/><Relationship Id="rId94" Type="http://schemas.openxmlformats.org/officeDocument/2006/relationships/slideLayout" Target="../slideLayouts/slideLayout460.xml"/><Relationship Id="rId95" Type="http://schemas.openxmlformats.org/officeDocument/2006/relationships/slideLayout" Target="../slideLayouts/slideLayout461.xml"/><Relationship Id="rId96" Type="http://schemas.openxmlformats.org/officeDocument/2006/relationships/slideLayout" Target="../slideLayouts/slideLayout462.xml"/><Relationship Id="rId101" Type="http://schemas.openxmlformats.org/officeDocument/2006/relationships/slideLayout" Target="../slideLayouts/slideLayout467.xml"/><Relationship Id="rId102" Type="http://schemas.openxmlformats.org/officeDocument/2006/relationships/slideLayout" Target="../slideLayouts/slideLayout468.xml"/><Relationship Id="rId103" Type="http://schemas.openxmlformats.org/officeDocument/2006/relationships/slideLayout" Target="../slideLayouts/slideLayout469.xml"/><Relationship Id="rId104" Type="http://schemas.openxmlformats.org/officeDocument/2006/relationships/slideLayout" Target="../slideLayouts/slideLayout470.xml"/><Relationship Id="rId105" Type="http://schemas.openxmlformats.org/officeDocument/2006/relationships/slideLayout" Target="../slideLayouts/slideLayout471.xml"/><Relationship Id="rId106" Type="http://schemas.openxmlformats.org/officeDocument/2006/relationships/slideLayout" Target="../slideLayouts/slideLayout472.xml"/><Relationship Id="rId107" Type="http://schemas.openxmlformats.org/officeDocument/2006/relationships/slideLayout" Target="../slideLayouts/slideLayout473.xml"/><Relationship Id="rId108" Type="http://schemas.openxmlformats.org/officeDocument/2006/relationships/slideLayout" Target="../slideLayouts/slideLayout474.xml"/><Relationship Id="rId109" Type="http://schemas.openxmlformats.org/officeDocument/2006/relationships/slideLayout" Target="../slideLayouts/slideLayout475.xml"/><Relationship Id="rId97" Type="http://schemas.openxmlformats.org/officeDocument/2006/relationships/slideLayout" Target="../slideLayouts/slideLayout463.xml"/><Relationship Id="rId98" Type="http://schemas.openxmlformats.org/officeDocument/2006/relationships/slideLayout" Target="../slideLayouts/slideLayout464.xml"/><Relationship Id="rId99" Type="http://schemas.openxmlformats.org/officeDocument/2006/relationships/slideLayout" Target="../slideLayouts/slideLayout465.xml"/><Relationship Id="rId43" Type="http://schemas.openxmlformats.org/officeDocument/2006/relationships/slideLayout" Target="../slideLayouts/slideLayout409.xml"/><Relationship Id="rId44" Type="http://schemas.openxmlformats.org/officeDocument/2006/relationships/slideLayout" Target="../slideLayouts/slideLayout410.xml"/><Relationship Id="rId45" Type="http://schemas.openxmlformats.org/officeDocument/2006/relationships/slideLayout" Target="../slideLayouts/slideLayout411.xml"/><Relationship Id="rId46" Type="http://schemas.openxmlformats.org/officeDocument/2006/relationships/slideLayout" Target="../slideLayouts/slideLayout412.xml"/><Relationship Id="rId47" Type="http://schemas.openxmlformats.org/officeDocument/2006/relationships/slideLayout" Target="../slideLayouts/slideLayout413.xml"/><Relationship Id="rId48" Type="http://schemas.openxmlformats.org/officeDocument/2006/relationships/slideLayout" Target="../slideLayouts/slideLayout414.xml"/><Relationship Id="rId49" Type="http://schemas.openxmlformats.org/officeDocument/2006/relationships/slideLayout" Target="../slideLayouts/slideLayout415.xml"/><Relationship Id="rId100" Type="http://schemas.openxmlformats.org/officeDocument/2006/relationships/slideLayout" Target="../slideLayouts/slideLayout466.xml"/><Relationship Id="rId20" Type="http://schemas.openxmlformats.org/officeDocument/2006/relationships/slideLayout" Target="../slideLayouts/slideLayout386.xml"/><Relationship Id="rId21" Type="http://schemas.openxmlformats.org/officeDocument/2006/relationships/slideLayout" Target="../slideLayouts/slideLayout387.xml"/><Relationship Id="rId22" Type="http://schemas.openxmlformats.org/officeDocument/2006/relationships/slideLayout" Target="../slideLayouts/slideLayout388.xml"/><Relationship Id="rId70" Type="http://schemas.openxmlformats.org/officeDocument/2006/relationships/slideLayout" Target="../slideLayouts/slideLayout436.xml"/><Relationship Id="rId71" Type="http://schemas.openxmlformats.org/officeDocument/2006/relationships/slideLayout" Target="../slideLayouts/slideLayout437.xml"/><Relationship Id="rId72" Type="http://schemas.openxmlformats.org/officeDocument/2006/relationships/slideLayout" Target="../slideLayouts/slideLayout438.xml"/><Relationship Id="rId73" Type="http://schemas.openxmlformats.org/officeDocument/2006/relationships/slideLayout" Target="../slideLayouts/slideLayout439.xml"/><Relationship Id="rId74" Type="http://schemas.openxmlformats.org/officeDocument/2006/relationships/slideLayout" Target="../slideLayouts/slideLayout440.xml"/><Relationship Id="rId75" Type="http://schemas.openxmlformats.org/officeDocument/2006/relationships/slideLayout" Target="../slideLayouts/slideLayout441.xml"/><Relationship Id="rId76" Type="http://schemas.openxmlformats.org/officeDocument/2006/relationships/slideLayout" Target="../slideLayouts/slideLayout442.xml"/><Relationship Id="rId77" Type="http://schemas.openxmlformats.org/officeDocument/2006/relationships/slideLayout" Target="../slideLayouts/slideLayout443.xml"/><Relationship Id="rId78" Type="http://schemas.openxmlformats.org/officeDocument/2006/relationships/slideLayout" Target="../slideLayouts/slideLayout444.xml"/><Relationship Id="rId79" Type="http://schemas.openxmlformats.org/officeDocument/2006/relationships/slideLayout" Target="../slideLayouts/slideLayout445.xml"/><Relationship Id="rId23" Type="http://schemas.openxmlformats.org/officeDocument/2006/relationships/slideLayout" Target="../slideLayouts/slideLayout389.xml"/><Relationship Id="rId24" Type="http://schemas.openxmlformats.org/officeDocument/2006/relationships/slideLayout" Target="../slideLayouts/slideLayout390.xml"/><Relationship Id="rId25" Type="http://schemas.openxmlformats.org/officeDocument/2006/relationships/slideLayout" Target="../slideLayouts/slideLayout391.xml"/><Relationship Id="rId26" Type="http://schemas.openxmlformats.org/officeDocument/2006/relationships/slideLayout" Target="../slideLayouts/slideLayout392.xml"/><Relationship Id="rId27" Type="http://schemas.openxmlformats.org/officeDocument/2006/relationships/slideLayout" Target="../slideLayouts/slideLayout393.xml"/><Relationship Id="rId28" Type="http://schemas.openxmlformats.org/officeDocument/2006/relationships/slideLayout" Target="../slideLayouts/slideLayout394.xml"/><Relationship Id="rId29" Type="http://schemas.openxmlformats.org/officeDocument/2006/relationships/slideLayout" Target="../slideLayouts/slideLayout395.xml"/><Relationship Id="rId1" Type="http://schemas.openxmlformats.org/officeDocument/2006/relationships/slideLayout" Target="../slideLayouts/slideLayout367.xml"/><Relationship Id="rId2" Type="http://schemas.openxmlformats.org/officeDocument/2006/relationships/slideLayout" Target="../slideLayouts/slideLayout368.xml"/><Relationship Id="rId3" Type="http://schemas.openxmlformats.org/officeDocument/2006/relationships/slideLayout" Target="../slideLayouts/slideLayout369.xml"/><Relationship Id="rId4" Type="http://schemas.openxmlformats.org/officeDocument/2006/relationships/slideLayout" Target="../slideLayouts/slideLayout370.xml"/><Relationship Id="rId5" Type="http://schemas.openxmlformats.org/officeDocument/2006/relationships/slideLayout" Target="../slideLayouts/slideLayout371.xml"/><Relationship Id="rId6" Type="http://schemas.openxmlformats.org/officeDocument/2006/relationships/slideLayout" Target="../slideLayouts/slideLayout372.xml"/><Relationship Id="rId7" Type="http://schemas.openxmlformats.org/officeDocument/2006/relationships/slideLayout" Target="../slideLayouts/slideLayout373.xml"/><Relationship Id="rId8" Type="http://schemas.openxmlformats.org/officeDocument/2006/relationships/slideLayout" Target="../slideLayouts/slideLayout374.xml"/><Relationship Id="rId9" Type="http://schemas.openxmlformats.org/officeDocument/2006/relationships/slideLayout" Target="../slideLayouts/slideLayout375.xml"/><Relationship Id="rId50" Type="http://schemas.openxmlformats.org/officeDocument/2006/relationships/slideLayout" Target="../slideLayouts/slideLayout416.xml"/><Relationship Id="rId51" Type="http://schemas.openxmlformats.org/officeDocument/2006/relationships/slideLayout" Target="../slideLayouts/slideLayout417.xml"/><Relationship Id="rId52" Type="http://schemas.openxmlformats.org/officeDocument/2006/relationships/slideLayout" Target="../slideLayouts/slideLayout418.xml"/><Relationship Id="rId53" Type="http://schemas.openxmlformats.org/officeDocument/2006/relationships/slideLayout" Target="../slideLayouts/slideLayout419.xml"/><Relationship Id="rId54" Type="http://schemas.openxmlformats.org/officeDocument/2006/relationships/slideLayout" Target="../slideLayouts/slideLayout420.xml"/><Relationship Id="rId55" Type="http://schemas.openxmlformats.org/officeDocument/2006/relationships/slideLayout" Target="../slideLayouts/slideLayout421.xml"/><Relationship Id="rId56" Type="http://schemas.openxmlformats.org/officeDocument/2006/relationships/slideLayout" Target="../slideLayouts/slideLayout422.xml"/><Relationship Id="rId57" Type="http://schemas.openxmlformats.org/officeDocument/2006/relationships/slideLayout" Target="../slideLayouts/slideLayout423.xml"/><Relationship Id="rId58" Type="http://schemas.openxmlformats.org/officeDocument/2006/relationships/slideLayout" Target="../slideLayouts/slideLayout424.xml"/><Relationship Id="rId59" Type="http://schemas.openxmlformats.org/officeDocument/2006/relationships/slideLayout" Target="../slideLayouts/slideLayout425.xml"/><Relationship Id="rId110" Type="http://schemas.openxmlformats.org/officeDocument/2006/relationships/slideLayout" Target="../slideLayouts/slideLayout476.xml"/><Relationship Id="rId111" Type="http://schemas.openxmlformats.org/officeDocument/2006/relationships/slideLayout" Target="../slideLayouts/slideLayout477.xml"/><Relationship Id="rId112" Type="http://schemas.openxmlformats.org/officeDocument/2006/relationships/slideLayout" Target="../slideLayouts/slideLayout478.xml"/><Relationship Id="rId113" Type="http://schemas.openxmlformats.org/officeDocument/2006/relationships/slideLayout" Target="../slideLayouts/slideLayout479.xml"/><Relationship Id="rId114" Type="http://schemas.openxmlformats.org/officeDocument/2006/relationships/slideLayout" Target="../slideLayouts/slideLayout480.xml"/><Relationship Id="rId115" Type="http://schemas.openxmlformats.org/officeDocument/2006/relationships/slideLayout" Target="../slideLayouts/slideLayout481.xml"/><Relationship Id="rId116" Type="http://schemas.openxmlformats.org/officeDocument/2006/relationships/slideLayout" Target="../slideLayouts/slideLayout482.xml"/><Relationship Id="rId117" Type="http://schemas.openxmlformats.org/officeDocument/2006/relationships/slideLayout" Target="../slideLayouts/slideLayout483.xml"/><Relationship Id="rId118" Type="http://schemas.openxmlformats.org/officeDocument/2006/relationships/slideLayout" Target="../slideLayouts/slideLayout484.xml"/><Relationship Id="rId119" Type="http://schemas.openxmlformats.org/officeDocument/2006/relationships/slideLayout" Target="../slideLayouts/slideLayout485.xml"/><Relationship Id="rId30" Type="http://schemas.openxmlformats.org/officeDocument/2006/relationships/slideLayout" Target="../slideLayouts/slideLayout396.xml"/><Relationship Id="rId31" Type="http://schemas.openxmlformats.org/officeDocument/2006/relationships/slideLayout" Target="../slideLayouts/slideLayout397.xml"/><Relationship Id="rId32" Type="http://schemas.openxmlformats.org/officeDocument/2006/relationships/slideLayout" Target="../slideLayouts/slideLayout398.xml"/><Relationship Id="rId33" Type="http://schemas.openxmlformats.org/officeDocument/2006/relationships/slideLayout" Target="../slideLayouts/slideLayout399.xml"/><Relationship Id="rId34" Type="http://schemas.openxmlformats.org/officeDocument/2006/relationships/slideLayout" Target="../slideLayouts/slideLayout400.xml"/><Relationship Id="rId35" Type="http://schemas.openxmlformats.org/officeDocument/2006/relationships/slideLayout" Target="../slideLayouts/slideLayout401.xml"/><Relationship Id="rId36" Type="http://schemas.openxmlformats.org/officeDocument/2006/relationships/slideLayout" Target="../slideLayouts/slideLayout402.xml"/><Relationship Id="rId37" Type="http://schemas.openxmlformats.org/officeDocument/2006/relationships/slideLayout" Target="../slideLayouts/slideLayout403.xml"/><Relationship Id="rId38" Type="http://schemas.openxmlformats.org/officeDocument/2006/relationships/slideLayout" Target="../slideLayouts/slideLayout404.xml"/><Relationship Id="rId39" Type="http://schemas.openxmlformats.org/officeDocument/2006/relationships/slideLayout" Target="../slideLayouts/slideLayout405.xml"/><Relationship Id="rId80" Type="http://schemas.openxmlformats.org/officeDocument/2006/relationships/slideLayout" Target="../slideLayouts/slideLayout446.xml"/><Relationship Id="rId81" Type="http://schemas.openxmlformats.org/officeDocument/2006/relationships/slideLayout" Target="../slideLayouts/slideLayout447.xml"/><Relationship Id="rId82" Type="http://schemas.openxmlformats.org/officeDocument/2006/relationships/slideLayout" Target="../slideLayouts/slideLayout448.xml"/><Relationship Id="rId83" Type="http://schemas.openxmlformats.org/officeDocument/2006/relationships/slideLayout" Target="../slideLayouts/slideLayout449.xml"/><Relationship Id="rId84" Type="http://schemas.openxmlformats.org/officeDocument/2006/relationships/slideLayout" Target="../slideLayouts/slideLayout450.xml"/><Relationship Id="rId85" Type="http://schemas.openxmlformats.org/officeDocument/2006/relationships/slideLayout" Target="../slideLayouts/slideLayout451.xml"/><Relationship Id="rId86" Type="http://schemas.openxmlformats.org/officeDocument/2006/relationships/slideLayout" Target="../slideLayouts/slideLayout452.xml"/><Relationship Id="rId87" Type="http://schemas.openxmlformats.org/officeDocument/2006/relationships/slideLayout" Target="../slideLayouts/slideLayout453.xml"/><Relationship Id="rId88" Type="http://schemas.openxmlformats.org/officeDocument/2006/relationships/slideLayout" Target="../slideLayouts/slideLayout454.xml"/><Relationship Id="rId89" Type="http://schemas.openxmlformats.org/officeDocument/2006/relationships/slideLayout" Target="../slideLayouts/slideLayout455.xml"/></Relationships>
</file>

<file path=ppt/slideMasters/_rels/slideMaster28.xml.rels><?xml version="1.0" encoding="UTF-8" standalone="yes"?>
<Relationships xmlns="http://schemas.openxmlformats.org/package/2006/relationships"><Relationship Id="rId9" Type="http://schemas.openxmlformats.org/officeDocument/2006/relationships/slideLayout" Target="../slideLayouts/slideLayout497.xml"/><Relationship Id="rId20" Type="http://schemas.openxmlformats.org/officeDocument/2006/relationships/slideLayout" Target="../slideLayouts/slideLayout508.xml"/><Relationship Id="rId21" Type="http://schemas.openxmlformats.org/officeDocument/2006/relationships/slideLayout" Target="../slideLayouts/slideLayout509.xml"/><Relationship Id="rId22" Type="http://schemas.openxmlformats.org/officeDocument/2006/relationships/slideLayout" Target="../slideLayouts/slideLayout510.xml"/><Relationship Id="rId23" Type="http://schemas.openxmlformats.org/officeDocument/2006/relationships/slideLayout" Target="../slideLayouts/slideLayout511.xml"/><Relationship Id="rId24" Type="http://schemas.openxmlformats.org/officeDocument/2006/relationships/slideLayout" Target="../slideLayouts/slideLayout512.xml"/><Relationship Id="rId25" Type="http://schemas.openxmlformats.org/officeDocument/2006/relationships/slideLayout" Target="../slideLayouts/slideLayout513.xml"/><Relationship Id="rId26" Type="http://schemas.openxmlformats.org/officeDocument/2006/relationships/slideLayout" Target="../slideLayouts/slideLayout514.xml"/><Relationship Id="rId27" Type="http://schemas.openxmlformats.org/officeDocument/2006/relationships/slideLayout" Target="../slideLayouts/slideLayout515.xml"/><Relationship Id="rId28" Type="http://schemas.openxmlformats.org/officeDocument/2006/relationships/slideLayout" Target="../slideLayouts/slideLayout516.xml"/><Relationship Id="rId29" Type="http://schemas.openxmlformats.org/officeDocument/2006/relationships/slideLayout" Target="../slideLayouts/slideLayout517.xml"/><Relationship Id="rId30" Type="http://schemas.openxmlformats.org/officeDocument/2006/relationships/slideLayout" Target="../slideLayouts/slideLayout518.xml"/><Relationship Id="rId31" Type="http://schemas.openxmlformats.org/officeDocument/2006/relationships/theme" Target="../theme/theme28.xml"/><Relationship Id="rId32" Type="http://schemas.openxmlformats.org/officeDocument/2006/relationships/image" Target="../media/image1.jpg"/><Relationship Id="rId10" Type="http://schemas.openxmlformats.org/officeDocument/2006/relationships/slideLayout" Target="../slideLayouts/slideLayout498.xml"/><Relationship Id="rId11" Type="http://schemas.openxmlformats.org/officeDocument/2006/relationships/slideLayout" Target="../slideLayouts/slideLayout499.xml"/><Relationship Id="rId12" Type="http://schemas.openxmlformats.org/officeDocument/2006/relationships/slideLayout" Target="../slideLayouts/slideLayout500.xml"/><Relationship Id="rId13" Type="http://schemas.openxmlformats.org/officeDocument/2006/relationships/slideLayout" Target="../slideLayouts/slideLayout501.xml"/><Relationship Id="rId14" Type="http://schemas.openxmlformats.org/officeDocument/2006/relationships/slideLayout" Target="../slideLayouts/slideLayout502.xml"/><Relationship Id="rId15" Type="http://schemas.openxmlformats.org/officeDocument/2006/relationships/slideLayout" Target="../slideLayouts/slideLayout503.xml"/><Relationship Id="rId16" Type="http://schemas.openxmlformats.org/officeDocument/2006/relationships/slideLayout" Target="../slideLayouts/slideLayout504.xml"/><Relationship Id="rId17" Type="http://schemas.openxmlformats.org/officeDocument/2006/relationships/slideLayout" Target="../slideLayouts/slideLayout505.xml"/><Relationship Id="rId18" Type="http://schemas.openxmlformats.org/officeDocument/2006/relationships/slideLayout" Target="../slideLayouts/slideLayout506.xml"/><Relationship Id="rId19" Type="http://schemas.openxmlformats.org/officeDocument/2006/relationships/slideLayout" Target="../slideLayouts/slideLayout507.xml"/><Relationship Id="rId1" Type="http://schemas.openxmlformats.org/officeDocument/2006/relationships/slideLayout" Target="../slideLayouts/slideLayout489.xml"/><Relationship Id="rId2" Type="http://schemas.openxmlformats.org/officeDocument/2006/relationships/slideLayout" Target="../slideLayouts/slideLayout490.xml"/><Relationship Id="rId3" Type="http://schemas.openxmlformats.org/officeDocument/2006/relationships/slideLayout" Target="../slideLayouts/slideLayout491.xml"/><Relationship Id="rId4" Type="http://schemas.openxmlformats.org/officeDocument/2006/relationships/slideLayout" Target="../slideLayouts/slideLayout492.xml"/><Relationship Id="rId5" Type="http://schemas.openxmlformats.org/officeDocument/2006/relationships/slideLayout" Target="../slideLayouts/slideLayout493.xml"/><Relationship Id="rId6" Type="http://schemas.openxmlformats.org/officeDocument/2006/relationships/slideLayout" Target="../slideLayouts/slideLayout494.xml"/><Relationship Id="rId7" Type="http://schemas.openxmlformats.org/officeDocument/2006/relationships/slideLayout" Target="../slideLayouts/slideLayout495.xml"/><Relationship Id="rId8" Type="http://schemas.openxmlformats.org/officeDocument/2006/relationships/slideLayout" Target="../slideLayouts/slideLayout496.xml"/></Relationships>
</file>

<file path=ppt/slideMasters/_rels/slideMaster29.xml.rels><?xml version="1.0" encoding="UTF-8" standalone="yes"?>
<Relationships xmlns="http://schemas.openxmlformats.org/package/2006/relationships"><Relationship Id="rId9" Type="http://schemas.openxmlformats.org/officeDocument/2006/relationships/slideLayout" Target="../slideLayouts/slideLayout527.xml"/><Relationship Id="rId20" Type="http://schemas.openxmlformats.org/officeDocument/2006/relationships/slideLayout" Target="../slideLayouts/slideLayout538.xml"/><Relationship Id="rId21" Type="http://schemas.openxmlformats.org/officeDocument/2006/relationships/slideLayout" Target="../slideLayouts/slideLayout539.xml"/><Relationship Id="rId22" Type="http://schemas.openxmlformats.org/officeDocument/2006/relationships/slideLayout" Target="../slideLayouts/slideLayout540.xml"/><Relationship Id="rId23" Type="http://schemas.openxmlformats.org/officeDocument/2006/relationships/slideLayout" Target="../slideLayouts/slideLayout541.xml"/><Relationship Id="rId24" Type="http://schemas.openxmlformats.org/officeDocument/2006/relationships/slideLayout" Target="../slideLayouts/slideLayout542.xml"/><Relationship Id="rId25" Type="http://schemas.openxmlformats.org/officeDocument/2006/relationships/slideLayout" Target="../slideLayouts/slideLayout543.xml"/><Relationship Id="rId26" Type="http://schemas.openxmlformats.org/officeDocument/2006/relationships/slideLayout" Target="../slideLayouts/slideLayout544.xml"/><Relationship Id="rId27" Type="http://schemas.openxmlformats.org/officeDocument/2006/relationships/slideLayout" Target="../slideLayouts/slideLayout545.xml"/><Relationship Id="rId28" Type="http://schemas.openxmlformats.org/officeDocument/2006/relationships/slideLayout" Target="../slideLayouts/slideLayout546.xml"/><Relationship Id="rId29" Type="http://schemas.openxmlformats.org/officeDocument/2006/relationships/slideLayout" Target="../slideLayouts/slideLayout547.xml"/><Relationship Id="rId30" Type="http://schemas.openxmlformats.org/officeDocument/2006/relationships/theme" Target="../theme/theme29.xml"/><Relationship Id="rId31" Type="http://schemas.openxmlformats.org/officeDocument/2006/relationships/image" Target="../media/image1.jpg"/><Relationship Id="rId10" Type="http://schemas.openxmlformats.org/officeDocument/2006/relationships/slideLayout" Target="../slideLayouts/slideLayout528.xml"/><Relationship Id="rId11" Type="http://schemas.openxmlformats.org/officeDocument/2006/relationships/slideLayout" Target="../slideLayouts/slideLayout529.xml"/><Relationship Id="rId12" Type="http://schemas.openxmlformats.org/officeDocument/2006/relationships/slideLayout" Target="../slideLayouts/slideLayout530.xml"/><Relationship Id="rId13" Type="http://schemas.openxmlformats.org/officeDocument/2006/relationships/slideLayout" Target="../slideLayouts/slideLayout531.xml"/><Relationship Id="rId14" Type="http://schemas.openxmlformats.org/officeDocument/2006/relationships/slideLayout" Target="../slideLayouts/slideLayout532.xml"/><Relationship Id="rId15" Type="http://schemas.openxmlformats.org/officeDocument/2006/relationships/slideLayout" Target="../slideLayouts/slideLayout533.xml"/><Relationship Id="rId16" Type="http://schemas.openxmlformats.org/officeDocument/2006/relationships/slideLayout" Target="../slideLayouts/slideLayout534.xml"/><Relationship Id="rId17" Type="http://schemas.openxmlformats.org/officeDocument/2006/relationships/slideLayout" Target="../slideLayouts/slideLayout535.xml"/><Relationship Id="rId18" Type="http://schemas.openxmlformats.org/officeDocument/2006/relationships/slideLayout" Target="../slideLayouts/slideLayout536.xml"/><Relationship Id="rId19" Type="http://schemas.openxmlformats.org/officeDocument/2006/relationships/slideLayout" Target="../slideLayouts/slideLayout537.xml"/><Relationship Id="rId1" Type="http://schemas.openxmlformats.org/officeDocument/2006/relationships/slideLayout" Target="../slideLayouts/slideLayout519.xml"/><Relationship Id="rId2" Type="http://schemas.openxmlformats.org/officeDocument/2006/relationships/slideLayout" Target="../slideLayouts/slideLayout520.xml"/><Relationship Id="rId3" Type="http://schemas.openxmlformats.org/officeDocument/2006/relationships/slideLayout" Target="../slideLayouts/slideLayout521.xml"/><Relationship Id="rId4" Type="http://schemas.openxmlformats.org/officeDocument/2006/relationships/slideLayout" Target="../slideLayouts/slideLayout522.xml"/><Relationship Id="rId5" Type="http://schemas.openxmlformats.org/officeDocument/2006/relationships/slideLayout" Target="../slideLayouts/slideLayout523.xml"/><Relationship Id="rId6" Type="http://schemas.openxmlformats.org/officeDocument/2006/relationships/slideLayout" Target="../slideLayouts/slideLayout524.xml"/><Relationship Id="rId7" Type="http://schemas.openxmlformats.org/officeDocument/2006/relationships/slideLayout" Target="../slideLayouts/slideLayout525.xml"/><Relationship Id="rId8" Type="http://schemas.openxmlformats.org/officeDocument/2006/relationships/slideLayout" Target="../slideLayouts/slideLayout526.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558.xml"/><Relationship Id="rId12" Type="http://schemas.openxmlformats.org/officeDocument/2006/relationships/theme" Target="../theme/theme30.xml"/><Relationship Id="rId13" Type="http://schemas.openxmlformats.org/officeDocument/2006/relationships/image" Target="../media/image1.jpg"/><Relationship Id="rId1" Type="http://schemas.openxmlformats.org/officeDocument/2006/relationships/slideLayout" Target="../slideLayouts/slideLayout548.xml"/><Relationship Id="rId2" Type="http://schemas.openxmlformats.org/officeDocument/2006/relationships/slideLayout" Target="../slideLayouts/slideLayout549.xml"/><Relationship Id="rId3" Type="http://schemas.openxmlformats.org/officeDocument/2006/relationships/slideLayout" Target="../slideLayouts/slideLayout550.xml"/><Relationship Id="rId4" Type="http://schemas.openxmlformats.org/officeDocument/2006/relationships/slideLayout" Target="../slideLayouts/slideLayout551.xml"/><Relationship Id="rId5" Type="http://schemas.openxmlformats.org/officeDocument/2006/relationships/slideLayout" Target="../slideLayouts/slideLayout552.xml"/><Relationship Id="rId6" Type="http://schemas.openxmlformats.org/officeDocument/2006/relationships/slideLayout" Target="../slideLayouts/slideLayout553.xml"/><Relationship Id="rId7" Type="http://schemas.openxmlformats.org/officeDocument/2006/relationships/slideLayout" Target="../slideLayouts/slideLayout554.xml"/><Relationship Id="rId8" Type="http://schemas.openxmlformats.org/officeDocument/2006/relationships/slideLayout" Target="../slideLayouts/slideLayout555.xml"/><Relationship Id="rId9" Type="http://schemas.openxmlformats.org/officeDocument/2006/relationships/slideLayout" Target="../slideLayouts/slideLayout556.xml"/><Relationship Id="rId10" Type="http://schemas.openxmlformats.org/officeDocument/2006/relationships/slideLayout" Target="../slideLayouts/slideLayout557.xml"/></Relationships>
</file>

<file path=ppt/slideMasters/_rels/slideMaster31.xml.rels><?xml version="1.0" encoding="UTF-8" standalone="yes"?>
<Relationships xmlns="http://schemas.openxmlformats.org/package/2006/relationships"><Relationship Id="rId20" Type="http://schemas.openxmlformats.org/officeDocument/2006/relationships/slideLayout" Target="../slideLayouts/slideLayout578.xml"/><Relationship Id="rId21" Type="http://schemas.openxmlformats.org/officeDocument/2006/relationships/slideLayout" Target="../slideLayouts/slideLayout579.xml"/><Relationship Id="rId22" Type="http://schemas.openxmlformats.org/officeDocument/2006/relationships/slideLayout" Target="../slideLayouts/slideLayout580.xml"/><Relationship Id="rId23" Type="http://schemas.openxmlformats.org/officeDocument/2006/relationships/slideLayout" Target="../slideLayouts/slideLayout581.xml"/><Relationship Id="rId24" Type="http://schemas.openxmlformats.org/officeDocument/2006/relationships/slideLayout" Target="../slideLayouts/slideLayout582.xml"/><Relationship Id="rId25" Type="http://schemas.openxmlformats.org/officeDocument/2006/relationships/slideLayout" Target="../slideLayouts/slideLayout583.xml"/><Relationship Id="rId26" Type="http://schemas.openxmlformats.org/officeDocument/2006/relationships/slideLayout" Target="../slideLayouts/slideLayout584.xml"/><Relationship Id="rId27" Type="http://schemas.openxmlformats.org/officeDocument/2006/relationships/slideLayout" Target="../slideLayouts/slideLayout585.xml"/><Relationship Id="rId28" Type="http://schemas.openxmlformats.org/officeDocument/2006/relationships/slideLayout" Target="../slideLayouts/slideLayout586.xml"/><Relationship Id="rId29" Type="http://schemas.openxmlformats.org/officeDocument/2006/relationships/slideLayout" Target="../slideLayouts/slideLayout587.xml"/><Relationship Id="rId1" Type="http://schemas.openxmlformats.org/officeDocument/2006/relationships/slideLayout" Target="../slideLayouts/slideLayout559.xml"/><Relationship Id="rId2" Type="http://schemas.openxmlformats.org/officeDocument/2006/relationships/slideLayout" Target="../slideLayouts/slideLayout560.xml"/><Relationship Id="rId3" Type="http://schemas.openxmlformats.org/officeDocument/2006/relationships/slideLayout" Target="../slideLayouts/slideLayout561.xml"/><Relationship Id="rId4" Type="http://schemas.openxmlformats.org/officeDocument/2006/relationships/slideLayout" Target="../slideLayouts/slideLayout562.xml"/><Relationship Id="rId5" Type="http://schemas.openxmlformats.org/officeDocument/2006/relationships/slideLayout" Target="../slideLayouts/slideLayout563.xml"/><Relationship Id="rId30" Type="http://schemas.openxmlformats.org/officeDocument/2006/relationships/slideLayout" Target="../slideLayouts/slideLayout588.xml"/><Relationship Id="rId31" Type="http://schemas.openxmlformats.org/officeDocument/2006/relationships/slideLayout" Target="../slideLayouts/slideLayout589.xml"/><Relationship Id="rId32" Type="http://schemas.openxmlformats.org/officeDocument/2006/relationships/slideLayout" Target="../slideLayouts/slideLayout590.xml"/><Relationship Id="rId9" Type="http://schemas.openxmlformats.org/officeDocument/2006/relationships/slideLayout" Target="../slideLayouts/slideLayout567.xml"/><Relationship Id="rId6" Type="http://schemas.openxmlformats.org/officeDocument/2006/relationships/slideLayout" Target="../slideLayouts/slideLayout564.xml"/><Relationship Id="rId7" Type="http://schemas.openxmlformats.org/officeDocument/2006/relationships/slideLayout" Target="../slideLayouts/slideLayout565.xml"/><Relationship Id="rId8" Type="http://schemas.openxmlformats.org/officeDocument/2006/relationships/slideLayout" Target="../slideLayouts/slideLayout566.xml"/><Relationship Id="rId33" Type="http://schemas.openxmlformats.org/officeDocument/2006/relationships/slideLayout" Target="../slideLayouts/slideLayout591.xml"/><Relationship Id="rId34" Type="http://schemas.openxmlformats.org/officeDocument/2006/relationships/slideLayout" Target="../slideLayouts/slideLayout592.xml"/><Relationship Id="rId35" Type="http://schemas.openxmlformats.org/officeDocument/2006/relationships/slideLayout" Target="../slideLayouts/slideLayout593.xml"/><Relationship Id="rId36" Type="http://schemas.openxmlformats.org/officeDocument/2006/relationships/theme" Target="../theme/theme31.xml"/><Relationship Id="rId10" Type="http://schemas.openxmlformats.org/officeDocument/2006/relationships/slideLayout" Target="../slideLayouts/slideLayout568.xml"/><Relationship Id="rId11" Type="http://schemas.openxmlformats.org/officeDocument/2006/relationships/slideLayout" Target="../slideLayouts/slideLayout569.xml"/><Relationship Id="rId12" Type="http://schemas.openxmlformats.org/officeDocument/2006/relationships/slideLayout" Target="../slideLayouts/slideLayout570.xml"/><Relationship Id="rId13" Type="http://schemas.openxmlformats.org/officeDocument/2006/relationships/slideLayout" Target="../slideLayouts/slideLayout571.xml"/><Relationship Id="rId14" Type="http://schemas.openxmlformats.org/officeDocument/2006/relationships/slideLayout" Target="../slideLayouts/slideLayout572.xml"/><Relationship Id="rId15" Type="http://schemas.openxmlformats.org/officeDocument/2006/relationships/slideLayout" Target="../slideLayouts/slideLayout573.xml"/><Relationship Id="rId16" Type="http://schemas.openxmlformats.org/officeDocument/2006/relationships/slideLayout" Target="../slideLayouts/slideLayout574.xml"/><Relationship Id="rId17" Type="http://schemas.openxmlformats.org/officeDocument/2006/relationships/slideLayout" Target="../slideLayouts/slideLayout575.xml"/><Relationship Id="rId18" Type="http://schemas.openxmlformats.org/officeDocument/2006/relationships/slideLayout" Target="../slideLayouts/slideLayout576.xml"/><Relationship Id="rId19" Type="http://schemas.openxmlformats.org/officeDocument/2006/relationships/slideLayout" Target="../slideLayouts/slideLayout577.xml"/><Relationship Id="rId37" Type="http://schemas.openxmlformats.org/officeDocument/2006/relationships/image" Target="../media/image1.jpg"/></Relationships>
</file>

<file path=ppt/slideMasters/_rels/slideMaster32.xml.rels><?xml version="1.0" encoding="UTF-8" standalone="yes"?>
<Relationships xmlns="http://schemas.openxmlformats.org/package/2006/relationships"><Relationship Id="rId20" Type="http://schemas.openxmlformats.org/officeDocument/2006/relationships/slideLayout" Target="../slideLayouts/slideLayout613.xml"/><Relationship Id="rId21" Type="http://schemas.openxmlformats.org/officeDocument/2006/relationships/slideLayout" Target="../slideLayouts/slideLayout614.xml"/><Relationship Id="rId22" Type="http://schemas.openxmlformats.org/officeDocument/2006/relationships/slideLayout" Target="../slideLayouts/slideLayout615.xml"/><Relationship Id="rId23" Type="http://schemas.openxmlformats.org/officeDocument/2006/relationships/slideLayout" Target="../slideLayouts/slideLayout616.xml"/><Relationship Id="rId24" Type="http://schemas.openxmlformats.org/officeDocument/2006/relationships/slideLayout" Target="../slideLayouts/slideLayout617.xml"/><Relationship Id="rId25" Type="http://schemas.openxmlformats.org/officeDocument/2006/relationships/slideLayout" Target="../slideLayouts/slideLayout618.xml"/><Relationship Id="rId26" Type="http://schemas.openxmlformats.org/officeDocument/2006/relationships/slideLayout" Target="../slideLayouts/slideLayout619.xml"/><Relationship Id="rId27" Type="http://schemas.openxmlformats.org/officeDocument/2006/relationships/slideLayout" Target="../slideLayouts/slideLayout620.xml"/><Relationship Id="rId28" Type="http://schemas.openxmlformats.org/officeDocument/2006/relationships/slideLayout" Target="../slideLayouts/slideLayout621.xml"/><Relationship Id="rId29" Type="http://schemas.openxmlformats.org/officeDocument/2006/relationships/slideLayout" Target="../slideLayouts/slideLayout622.xml"/><Relationship Id="rId1" Type="http://schemas.openxmlformats.org/officeDocument/2006/relationships/slideLayout" Target="../slideLayouts/slideLayout594.xml"/><Relationship Id="rId2" Type="http://schemas.openxmlformats.org/officeDocument/2006/relationships/slideLayout" Target="../slideLayouts/slideLayout595.xml"/><Relationship Id="rId3" Type="http://schemas.openxmlformats.org/officeDocument/2006/relationships/slideLayout" Target="../slideLayouts/slideLayout596.xml"/><Relationship Id="rId4" Type="http://schemas.openxmlformats.org/officeDocument/2006/relationships/slideLayout" Target="../slideLayouts/slideLayout597.xml"/><Relationship Id="rId5" Type="http://schemas.openxmlformats.org/officeDocument/2006/relationships/slideLayout" Target="../slideLayouts/slideLayout598.xml"/><Relationship Id="rId30" Type="http://schemas.openxmlformats.org/officeDocument/2006/relationships/slideLayout" Target="../slideLayouts/slideLayout623.xml"/><Relationship Id="rId31" Type="http://schemas.openxmlformats.org/officeDocument/2006/relationships/slideLayout" Target="../slideLayouts/slideLayout624.xml"/><Relationship Id="rId32" Type="http://schemas.openxmlformats.org/officeDocument/2006/relationships/slideLayout" Target="../slideLayouts/slideLayout625.xml"/><Relationship Id="rId9" Type="http://schemas.openxmlformats.org/officeDocument/2006/relationships/slideLayout" Target="../slideLayouts/slideLayout602.xml"/><Relationship Id="rId6" Type="http://schemas.openxmlformats.org/officeDocument/2006/relationships/slideLayout" Target="../slideLayouts/slideLayout599.xml"/><Relationship Id="rId7" Type="http://schemas.openxmlformats.org/officeDocument/2006/relationships/slideLayout" Target="../slideLayouts/slideLayout600.xml"/><Relationship Id="rId8" Type="http://schemas.openxmlformats.org/officeDocument/2006/relationships/slideLayout" Target="../slideLayouts/slideLayout601.xml"/><Relationship Id="rId33" Type="http://schemas.openxmlformats.org/officeDocument/2006/relationships/slideLayout" Target="../slideLayouts/slideLayout626.xml"/><Relationship Id="rId34" Type="http://schemas.openxmlformats.org/officeDocument/2006/relationships/slideLayout" Target="../slideLayouts/slideLayout627.xml"/><Relationship Id="rId35" Type="http://schemas.openxmlformats.org/officeDocument/2006/relationships/slideLayout" Target="../slideLayouts/slideLayout628.xml"/><Relationship Id="rId36" Type="http://schemas.openxmlformats.org/officeDocument/2006/relationships/slideLayout" Target="../slideLayouts/slideLayout629.xml"/><Relationship Id="rId10" Type="http://schemas.openxmlformats.org/officeDocument/2006/relationships/slideLayout" Target="../slideLayouts/slideLayout603.xml"/><Relationship Id="rId11" Type="http://schemas.openxmlformats.org/officeDocument/2006/relationships/slideLayout" Target="../slideLayouts/slideLayout604.xml"/><Relationship Id="rId12" Type="http://schemas.openxmlformats.org/officeDocument/2006/relationships/slideLayout" Target="../slideLayouts/slideLayout605.xml"/><Relationship Id="rId13" Type="http://schemas.openxmlformats.org/officeDocument/2006/relationships/slideLayout" Target="../slideLayouts/slideLayout606.xml"/><Relationship Id="rId14" Type="http://schemas.openxmlformats.org/officeDocument/2006/relationships/slideLayout" Target="../slideLayouts/slideLayout607.xml"/><Relationship Id="rId15" Type="http://schemas.openxmlformats.org/officeDocument/2006/relationships/slideLayout" Target="../slideLayouts/slideLayout608.xml"/><Relationship Id="rId16" Type="http://schemas.openxmlformats.org/officeDocument/2006/relationships/slideLayout" Target="../slideLayouts/slideLayout609.xml"/><Relationship Id="rId17" Type="http://schemas.openxmlformats.org/officeDocument/2006/relationships/slideLayout" Target="../slideLayouts/slideLayout610.xml"/><Relationship Id="rId18" Type="http://schemas.openxmlformats.org/officeDocument/2006/relationships/slideLayout" Target="../slideLayouts/slideLayout611.xml"/><Relationship Id="rId19" Type="http://schemas.openxmlformats.org/officeDocument/2006/relationships/slideLayout" Target="../slideLayouts/slideLayout612.xml"/><Relationship Id="rId37" Type="http://schemas.openxmlformats.org/officeDocument/2006/relationships/theme" Target="../theme/theme32.xml"/><Relationship Id="rId38" Type="http://schemas.openxmlformats.org/officeDocument/2006/relationships/image" Target="../media/image1.jpg"/></Relationships>
</file>

<file path=ppt/slideMasters/_rels/slideMaster33.xml.rels><?xml version="1.0" encoding="UTF-8" standalone="yes"?>
<Relationships xmlns="http://schemas.openxmlformats.org/package/2006/relationships"><Relationship Id="rId3" Type="http://schemas.openxmlformats.org/officeDocument/2006/relationships/theme" Target="../theme/theme33.xml"/><Relationship Id="rId4" Type="http://schemas.openxmlformats.org/officeDocument/2006/relationships/image" Target="../media/image1.jpg"/><Relationship Id="rId1" Type="http://schemas.openxmlformats.org/officeDocument/2006/relationships/slideLayout" Target="../slideLayouts/slideLayout630.xml"/><Relationship Id="rId2" Type="http://schemas.openxmlformats.org/officeDocument/2006/relationships/slideLayout" Target="../slideLayouts/slideLayout631.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642.xml"/><Relationship Id="rId12" Type="http://schemas.openxmlformats.org/officeDocument/2006/relationships/theme" Target="../theme/theme34.xml"/><Relationship Id="rId13" Type="http://schemas.openxmlformats.org/officeDocument/2006/relationships/image" Target="../media/image1.jpg"/><Relationship Id="rId1" Type="http://schemas.openxmlformats.org/officeDocument/2006/relationships/slideLayout" Target="../slideLayouts/slideLayout632.xml"/><Relationship Id="rId2" Type="http://schemas.openxmlformats.org/officeDocument/2006/relationships/slideLayout" Target="../slideLayouts/slideLayout633.xml"/><Relationship Id="rId3" Type="http://schemas.openxmlformats.org/officeDocument/2006/relationships/slideLayout" Target="../slideLayouts/slideLayout634.xml"/><Relationship Id="rId4" Type="http://schemas.openxmlformats.org/officeDocument/2006/relationships/slideLayout" Target="../slideLayouts/slideLayout635.xml"/><Relationship Id="rId5" Type="http://schemas.openxmlformats.org/officeDocument/2006/relationships/slideLayout" Target="../slideLayouts/slideLayout636.xml"/><Relationship Id="rId6" Type="http://schemas.openxmlformats.org/officeDocument/2006/relationships/slideLayout" Target="../slideLayouts/slideLayout637.xml"/><Relationship Id="rId7" Type="http://schemas.openxmlformats.org/officeDocument/2006/relationships/slideLayout" Target="../slideLayouts/slideLayout638.xml"/><Relationship Id="rId8" Type="http://schemas.openxmlformats.org/officeDocument/2006/relationships/slideLayout" Target="../slideLayouts/slideLayout639.xml"/><Relationship Id="rId9" Type="http://schemas.openxmlformats.org/officeDocument/2006/relationships/slideLayout" Target="../slideLayouts/slideLayout640.xml"/><Relationship Id="rId10" Type="http://schemas.openxmlformats.org/officeDocument/2006/relationships/slideLayout" Target="../slideLayouts/slideLayout641.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653.xml"/><Relationship Id="rId12" Type="http://schemas.openxmlformats.org/officeDocument/2006/relationships/theme" Target="../theme/theme35.xml"/><Relationship Id="rId13" Type="http://schemas.openxmlformats.org/officeDocument/2006/relationships/image" Target="../media/image1.jpg"/><Relationship Id="rId1" Type="http://schemas.openxmlformats.org/officeDocument/2006/relationships/slideLayout" Target="../slideLayouts/slideLayout643.xml"/><Relationship Id="rId2" Type="http://schemas.openxmlformats.org/officeDocument/2006/relationships/slideLayout" Target="../slideLayouts/slideLayout644.xml"/><Relationship Id="rId3" Type="http://schemas.openxmlformats.org/officeDocument/2006/relationships/slideLayout" Target="../slideLayouts/slideLayout645.xml"/><Relationship Id="rId4" Type="http://schemas.openxmlformats.org/officeDocument/2006/relationships/slideLayout" Target="../slideLayouts/slideLayout646.xml"/><Relationship Id="rId5" Type="http://schemas.openxmlformats.org/officeDocument/2006/relationships/slideLayout" Target="../slideLayouts/slideLayout647.xml"/><Relationship Id="rId6" Type="http://schemas.openxmlformats.org/officeDocument/2006/relationships/slideLayout" Target="../slideLayouts/slideLayout648.xml"/><Relationship Id="rId7" Type="http://schemas.openxmlformats.org/officeDocument/2006/relationships/slideLayout" Target="../slideLayouts/slideLayout649.xml"/><Relationship Id="rId8" Type="http://schemas.openxmlformats.org/officeDocument/2006/relationships/slideLayout" Target="../slideLayouts/slideLayout650.xml"/><Relationship Id="rId9" Type="http://schemas.openxmlformats.org/officeDocument/2006/relationships/slideLayout" Target="../slideLayouts/slideLayout651.xml"/><Relationship Id="rId10" Type="http://schemas.openxmlformats.org/officeDocument/2006/relationships/slideLayout" Target="../slideLayouts/slideLayout652.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664.xml"/><Relationship Id="rId12" Type="http://schemas.openxmlformats.org/officeDocument/2006/relationships/slideLayout" Target="../slideLayouts/slideLayout665.xml"/><Relationship Id="rId13" Type="http://schemas.openxmlformats.org/officeDocument/2006/relationships/theme" Target="../theme/theme36.xml"/><Relationship Id="rId14" Type="http://schemas.openxmlformats.org/officeDocument/2006/relationships/image" Target="../media/image1.jpg"/><Relationship Id="rId1" Type="http://schemas.openxmlformats.org/officeDocument/2006/relationships/slideLayout" Target="../slideLayouts/slideLayout654.xml"/><Relationship Id="rId2" Type="http://schemas.openxmlformats.org/officeDocument/2006/relationships/slideLayout" Target="../slideLayouts/slideLayout655.xml"/><Relationship Id="rId3" Type="http://schemas.openxmlformats.org/officeDocument/2006/relationships/slideLayout" Target="../slideLayouts/slideLayout656.xml"/><Relationship Id="rId4" Type="http://schemas.openxmlformats.org/officeDocument/2006/relationships/slideLayout" Target="../slideLayouts/slideLayout657.xml"/><Relationship Id="rId5" Type="http://schemas.openxmlformats.org/officeDocument/2006/relationships/slideLayout" Target="../slideLayouts/slideLayout658.xml"/><Relationship Id="rId6" Type="http://schemas.openxmlformats.org/officeDocument/2006/relationships/slideLayout" Target="../slideLayouts/slideLayout659.xml"/><Relationship Id="rId7" Type="http://schemas.openxmlformats.org/officeDocument/2006/relationships/slideLayout" Target="../slideLayouts/slideLayout660.xml"/><Relationship Id="rId8" Type="http://schemas.openxmlformats.org/officeDocument/2006/relationships/slideLayout" Target="../slideLayouts/slideLayout661.xml"/><Relationship Id="rId9" Type="http://schemas.openxmlformats.org/officeDocument/2006/relationships/slideLayout" Target="../slideLayouts/slideLayout662.xml"/><Relationship Id="rId10" Type="http://schemas.openxmlformats.org/officeDocument/2006/relationships/slideLayout" Target="../slideLayouts/slideLayout663.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676.xml"/><Relationship Id="rId12" Type="http://schemas.openxmlformats.org/officeDocument/2006/relationships/theme" Target="../theme/theme37.xml"/><Relationship Id="rId13" Type="http://schemas.openxmlformats.org/officeDocument/2006/relationships/image" Target="../media/image1.jpg"/><Relationship Id="rId1" Type="http://schemas.openxmlformats.org/officeDocument/2006/relationships/slideLayout" Target="../slideLayouts/slideLayout666.xml"/><Relationship Id="rId2" Type="http://schemas.openxmlformats.org/officeDocument/2006/relationships/slideLayout" Target="../slideLayouts/slideLayout667.xml"/><Relationship Id="rId3" Type="http://schemas.openxmlformats.org/officeDocument/2006/relationships/slideLayout" Target="../slideLayouts/slideLayout668.xml"/><Relationship Id="rId4" Type="http://schemas.openxmlformats.org/officeDocument/2006/relationships/slideLayout" Target="../slideLayouts/slideLayout669.xml"/><Relationship Id="rId5" Type="http://schemas.openxmlformats.org/officeDocument/2006/relationships/slideLayout" Target="../slideLayouts/slideLayout670.xml"/><Relationship Id="rId6" Type="http://schemas.openxmlformats.org/officeDocument/2006/relationships/slideLayout" Target="../slideLayouts/slideLayout671.xml"/><Relationship Id="rId7" Type="http://schemas.openxmlformats.org/officeDocument/2006/relationships/slideLayout" Target="../slideLayouts/slideLayout672.xml"/><Relationship Id="rId8" Type="http://schemas.openxmlformats.org/officeDocument/2006/relationships/slideLayout" Target="../slideLayouts/slideLayout673.xml"/><Relationship Id="rId9" Type="http://schemas.openxmlformats.org/officeDocument/2006/relationships/slideLayout" Target="../slideLayouts/slideLayout674.xml"/><Relationship Id="rId10" Type="http://schemas.openxmlformats.org/officeDocument/2006/relationships/slideLayout" Target="../slideLayouts/slideLayout675.xml"/></Relationships>
</file>

<file path=ppt/slideMasters/_rels/slideMaster38.xml.rels><?xml version="1.0" encoding="UTF-8" standalone="yes"?>
<Relationships xmlns="http://schemas.openxmlformats.org/package/2006/relationships"><Relationship Id="rId9" Type="http://schemas.openxmlformats.org/officeDocument/2006/relationships/slideLayout" Target="../slideLayouts/slideLayout685.xml"/><Relationship Id="rId20" Type="http://schemas.openxmlformats.org/officeDocument/2006/relationships/slideLayout" Target="../slideLayouts/slideLayout696.xml"/><Relationship Id="rId21" Type="http://schemas.openxmlformats.org/officeDocument/2006/relationships/slideLayout" Target="../slideLayouts/slideLayout697.xml"/><Relationship Id="rId22" Type="http://schemas.openxmlformats.org/officeDocument/2006/relationships/slideLayout" Target="../slideLayouts/slideLayout698.xml"/><Relationship Id="rId23" Type="http://schemas.openxmlformats.org/officeDocument/2006/relationships/slideLayout" Target="../slideLayouts/slideLayout699.xml"/><Relationship Id="rId24" Type="http://schemas.openxmlformats.org/officeDocument/2006/relationships/slideLayout" Target="../slideLayouts/slideLayout700.xml"/><Relationship Id="rId25" Type="http://schemas.openxmlformats.org/officeDocument/2006/relationships/slideLayout" Target="../slideLayouts/slideLayout701.xml"/><Relationship Id="rId26" Type="http://schemas.openxmlformats.org/officeDocument/2006/relationships/slideLayout" Target="../slideLayouts/slideLayout702.xml"/><Relationship Id="rId27" Type="http://schemas.openxmlformats.org/officeDocument/2006/relationships/slideLayout" Target="../slideLayouts/slideLayout703.xml"/><Relationship Id="rId28" Type="http://schemas.openxmlformats.org/officeDocument/2006/relationships/slideLayout" Target="../slideLayouts/slideLayout704.xml"/><Relationship Id="rId29" Type="http://schemas.openxmlformats.org/officeDocument/2006/relationships/slideLayout" Target="../slideLayouts/slideLayout705.xml"/><Relationship Id="rId30" Type="http://schemas.openxmlformats.org/officeDocument/2006/relationships/theme" Target="../theme/theme38.xml"/><Relationship Id="rId31" Type="http://schemas.openxmlformats.org/officeDocument/2006/relationships/image" Target="../media/image1.jpg"/><Relationship Id="rId10" Type="http://schemas.openxmlformats.org/officeDocument/2006/relationships/slideLayout" Target="../slideLayouts/slideLayout686.xml"/><Relationship Id="rId11" Type="http://schemas.openxmlformats.org/officeDocument/2006/relationships/slideLayout" Target="../slideLayouts/slideLayout687.xml"/><Relationship Id="rId12" Type="http://schemas.openxmlformats.org/officeDocument/2006/relationships/slideLayout" Target="../slideLayouts/slideLayout688.xml"/><Relationship Id="rId13" Type="http://schemas.openxmlformats.org/officeDocument/2006/relationships/slideLayout" Target="../slideLayouts/slideLayout689.xml"/><Relationship Id="rId14" Type="http://schemas.openxmlformats.org/officeDocument/2006/relationships/slideLayout" Target="../slideLayouts/slideLayout690.xml"/><Relationship Id="rId15" Type="http://schemas.openxmlformats.org/officeDocument/2006/relationships/slideLayout" Target="../slideLayouts/slideLayout691.xml"/><Relationship Id="rId16" Type="http://schemas.openxmlformats.org/officeDocument/2006/relationships/slideLayout" Target="../slideLayouts/slideLayout692.xml"/><Relationship Id="rId17" Type="http://schemas.openxmlformats.org/officeDocument/2006/relationships/slideLayout" Target="../slideLayouts/slideLayout693.xml"/><Relationship Id="rId18" Type="http://schemas.openxmlformats.org/officeDocument/2006/relationships/slideLayout" Target="../slideLayouts/slideLayout694.xml"/><Relationship Id="rId19" Type="http://schemas.openxmlformats.org/officeDocument/2006/relationships/slideLayout" Target="../slideLayouts/slideLayout695.xml"/><Relationship Id="rId1" Type="http://schemas.openxmlformats.org/officeDocument/2006/relationships/slideLayout" Target="../slideLayouts/slideLayout677.xml"/><Relationship Id="rId2" Type="http://schemas.openxmlformats.org/officeDocument/2006/relationships/slideLayout" Target="../slideLayouts/slideLayout678.xml"/><Relationship Id="rId3" Type="http://schemas.openxmlformats.org/officeDocument/2006/relationships/slideLayout" Target="../slideLayouts/slideLayout679.xml"/><Relationship Id="rId4" Type="http://schemas.openxmlformats.org/officeDocument/2006/relationships/slideLayout" Target="../slideLayouts/slideLayout680.xml"/><Relationship Id="rId5" Type="http://schemas.openxmlformats.org/officeDocument/2006/relationships/slideLayout" Target="../slideLayouts/slideLayout681.xml"/><Relationship Id="rId6" Type="http://schemas.openxmlformats.org/officeDocument/2006/relationships/slideLayout" Target="../slideLayouts/slideLayout682.xml"/><Relationship Id="rId7" Type="http://schemas.openxmlformats.org/officeDocument/2006/relationships/slideLayout" Target="../slideLayouts/slideLayout683.xml"/><Relationship Id="rId8" Type="http://schemas.openxmlformats.org/officeDocument/2006/relationships/slideLayout" Target="../slideLayouts/slideLayout684.xml"/></Relationships>
</file>

<file path=ppt/slideMasters/_rels/slideMaster39.xml.rels><?xml version="1.0" encoding="UTF-8" standalone="yes"?>
<Relationships xmlns="http://schemas.openxmlformats.org/package/2006/relationships"><Relationship Id="rId9" Type="http://schemas.openxmlformats.org/officeDocument/2006/relationships/slideLayout" Target="../slideLayouts/slideLayout714.xml"/><Relationship Id="rId20" Type="http://schemas.openxmlformats.org/officeDocument/2006/relationships/slideLayout" Target="../slideLayouts/slideLayout725.xml"/><Relationship Id="rId21" Type="http://schemas.openxmlformats.org/officeDocument/2006/relationships/slideLayout" Target="../slideLayouts/slideLayout726.xml"/><Relationship Id="rId22" Type="http://schemas.openxmlformats.org/officeDocument/2006/relationships/slideLayout" Target="../slideLayouts/slideLayout727.xml"/><Relationship Id="rId23" Type="http://schemas.openxmlformats.org/officeDocument/2006/relationships/slideLayout" Target="../slideLayouts/slideLayout728.xml"/><Relationship Id="rId24" Type="http://schemas.openxmlformats.org/officeDocument/2006/relationships/slideLayout" Target="../slideLayouts/slideLayout729.xml"/><Relationship Id="rId25" Type="http://schemas.openxmlformats.org/officeDocument/2006/relationships/slideLayout" Target="../slideLayouts/slideLayout730.xml"/><Relationship Id="rId26" Type="http://schemas.openxmlformats.org/officeDocument/2006/relationships/theme" Target="../theme/theme39.xml"/><Relationship Id="rId27" Type="http://schemas.openxmlformats.org/officeDocument/2006/relationships/image" Target="../media/image1.jpg"/><Relationship Id="rId10" Type="http://schemas.openxmlformats.org/officeDocument/2006/relationships/slideLayout" Target="../slideLayouts/slideLayout715.xml"/><Relationship Id="rId11" Type="http://schemas.openxmlformats.org/officeDocument/2006/relationships/slideLayout" Target="../slideLayouts/slideLayout716.xml"/><Relationship Id="rId12" Type="http://schemas.openxmlformats.org/officeDocument/2006/relationships/slideLayout" Target="../slideLayouts/slideLayout717.xml"/><Relationship Id="rId13" Type="http://schemas.openxmlformats.org/officeDocument/2006/relationships/slideLayout" Target="../slideLayouts/slideLayout718.xml"/><Relationship Id="rId14" Type="http://schemas.openxmlformats.org/officeDocument/2006/relationships/slideLayout" Target="../slideLayouts/slideLayout719.xml"/><Relationship Id="rId15" Type="http://schemas.openxmlformats.org/officeDocument/2006/relationships/slideLayout" Target="../slideLayouts/slideLayout720.xml"/><Relationship Id="rId16" Type="http://schemas.openxmlformats.org/officeDocument/2006/relationships/slideLayout" Target="../slideLayouts/slideLayout721.xml"/><Relationship Id="rId17" Type="http://schemas.openxmlformats.org/officeDocument/2006/relationships/slideLayout" Target="../slideLayouts/slideLayout722.xml"/><Relationship Id="rId18" Type="http://schemas.openxmlformats.org/officeDocument/2006/relationships/slideLayout" Target="../slideLayouts/slideLayout723.xml"/><Relationship Id="rId19" Type="http://schemas.openxmlformats.org/officeDocument/2006/relationships/slideLayout" Target="../slideLayouts/slideLayout724.xml"/><Relationship Id="rId1" Type="http://schemas.openxmlformats.org/officeDocument/2006/relationships/slideLayout" Target="../slideLayouts/slideLayout706.xml"/><Relationship Id="rId2" Type="http://schemas.openxmlformats.org/officeDocument/2006/relationships/slideLayout" Target="../slideLayouts/slideLayout707.xml"/><Relationship Id="rId3" Type="http://schemas.openxmlformats.org/officeDocument/2006/relationships/slideLayout" Target="../slideLayouts/slideLayout708.xml"/><Relationship Id="rId4" Type="http://schemas.openxmlformats.org/officeDocument/2006/relationships/slideLayout" Target="../slideLayouts/slideLayout709.xml"/><Relationship Id="rId5" Type="http://schemas.openxmlformats.org/officeDocument/2006/relationships/slideLayout" Target="../slideLayouts/slideLayout710.xml"/><Relationship Id="rId6" Type="http://schemas.openxmlformats.org/officeDocument/2006/relationships/slideLayout" Target="../slideLayouts/slideLayout711.xml"/><Relationship Id="rId7" Type="http://schemas.openxmlformats.org/officeDocument/2006/relationships/slideLayout" Target="../slideLayouts/slideLayout712.xml"/><Relationship Id="rId8" Type="http://schemas.openxmlformats.org/officeDocument/2006/relationships/slideLayout" Target="../slideLayouts/slideLayout71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741.xml"/><Relationship Id="rId12" Type="http://schemas.openxmlformats.org/officeDocument/2006/relationships/theme" Target="../theme/theme40.xml"/><Relationship Id="rId13" Type="http://schemas.openxmlformats.org/officeDocument/2006/relationships/image" Target="../media/image1.jpg"/><Relationship Id="rId1" Type="http://schemas.openxmlformats.org/officeDocument/2006/relationships/slideLayout" Target="../slideLayouts/slideLayout731.xml"/><Relationship Id="rId2" Type="http://schemas.openxmlformats.org/officeDocument/2006/relationships/slideLayout" Target="../slideLayouts/slideLayout732.xml"/><Relationship Id="rId3" Type="http://schemas.openxmlformats.org/officeDocument/2006/relationships/slideLayout" Target="../slideLayouts/slideLayout733.xml"/><Relationship Id="rId4" Type="http://schemas.openxmlformats.org/officeDocument/2006/relationships/slideLayout" Target="../slideLayouts/slideLayout734.xml"/><Relationship Id="rId5" Type="http://schemas.openxmlformats.org/officeDocument/2006/relationships/slideLayout" Target="../slideLayouts/slideLayout735.xml"/><Relationship Id="rId6" Type="http://schemas.openxmlformats.org/officeDocument/2006/relationships/slideLayout" Target="../slideLayouts/slideLayout736.xml"/><Relationship Id="rId7" Type="http://schemas.openxmlformats.org/officeDocument/2006/relationships/slideLayout" Target="../slideLayouts/slideLayout737.xml"/><Relationship Id="rId8" Type="http://schemas.openxmlformats.org/officeDocument/2006/relationships/slideLayout" Target="../slideLayouts/slideLayout738.xml"/><Relationship Id="rId9" Type="http://schemas.openxmlformats.org/officeDocument/2006/relationships/slideLayout" Target="../slideLayouts/slideLayout739.xml"/><Relationship Id="rId10" Type="http://schemas.openxmlformats.org/officeDocument/2006/relationships/slideLayout" Target="../slideLayouts/slideLayout740.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752.xml"/><Relationship Id="rId12" Type="http://schemas.openxmlformats.org/officeDocument/2006/relationships/theme" Target="../theme/theme41.xml"/><Relationship Id="rId13" Type="http://schemas.openxmlformats.org/officeDocument/2006/relationships/image" Target="../media/image1.jpg"/><Relationship Id="rId1" Type="http://schemas.openxmlformats.org/officeDocument/2006/relationships/slideLayout" Target="../slideLayouts/slideLayout742.xml"/><Relationship Id="rId2" Type="http://schemas.openxmlformats.org/officeDocument/2006/relationships/slideLayout" Target="../slideLayouts/slideLayout743.xml"/><Relationship Id="rId3" Type="http://schemas.openxmlformats.org/officeDocument/2006/relationships/slideLayout" Target="../slideLayouts/slideLayout744.xml"/><Relationship Id="rId4" Type="http://schemas.openxmlformats.org/officeDocument/2006/relationships/slideLayout" Target="../slideLayouts/slideLayout745.xml"/><Relationship Id="rId5" Type="http://schemas.openxmlformats.org/officeDocument/2006/relationships/slideLayout" Target="../slideLayouts/slideLayout746.xml"/><Relationship Id="rId6" Type="http://schemas.openxmlformats.org/officeDocument/2006/relationships/slideLayout" Target="../slideLayouts/slideLayout747.xml"/><Relationship Id="rId7" Type="http://schemas.openxmlformats.org/officeDocument/2006/relationships/slideLayout" Target="../slideLayouts/slideLayout748.xml"/><Relationship Id="rId8" Type="http://schemas.openxmlformats.org/officeDocument/2006/relationships/slideLayout" Target="../slideLayouts/slideLayout749.xml"/><Relationship Id="rId9" Type="http://schemas.openxmlformats.org/officeDocument/2006/relationships/slideLayout" Target="../slideLayouts/slideLayout750.xml"/><Relationship Id="rId10" Type="http://schemas.openxmlformats.org/officeDocument/2006/relationships/slideLayout" Target="../slideLayouts/slideLayout751.xml"/></Relationships>
</file>

<file path=ppt/slideMasters/_rels/slideMaster42.xml.rels><?xml version="1.0" encoding="UTF-8" standalone="yes"?>
<Relationships xmlns="http://schemas.openxmlformats.org/package/2006/relationships"><Relationship Id="rId9" Type="http://schemas.openxmlformats.org/officeDocument/2006/relationships/slideLayout" Target="../slideLayouts/slideLayout761.xml"/><Relationship Id="rId20" Type="http://schemas.openxmlformats.org/officeDocument/2006/relationships/slideLayout" Target="../slideLayouts/slideLayout772.xml"/><Relationship Id="rId21" Type="http://schemas.openxmlformats.org/officeDocument/2006/relationships/slideLayout" Target="../slideLayouts/slideLayout773.xml"/><Relationship Id="rId22" Type="http://schemas.openxmlformats.org/officeDocument/2006/relationships/slideLayout" Target="../slideLayouts/slideLayout774.xml"/><Relationship Id="rId23" Type="http://schemas.openxmlformats.org/officeDocument/2006/relationships/slideLayout" Target="../slideLayouts/slideLayout775.xml"/><Relationship Id="rId24" Type="http://schemas.openxmlformats.org/officeDocument/2006/relationships/slideLayout" Target="../slideLayouts/slideLayout776.xml"/><Relationship Id="rId25" Type="http://schemas.openxmlformats.org/officeDocument/2006/relationships/slideLayout" Target="../slideLayouts/slideLayout777.xml"/><Relationship Id="rId26" Type="http://schemas.openxmlformats.org/officeDocument/2006/relationships/slideLayout" Target="../slideLayouts/slideLayout778.xml"/><Relationship Id="rId27" Type="http://schemas.openxmlformats.org/officeDocument/2006/relationships/slideLayout" Target="../slideLayouts/slideLayout779.xml"/><Relationship Id="rId28" Type="http://schemas.openxmlformats.org/officeDocument/2006/relationships/slideLayout" Target="../slideLayouts/slideLayout780.xml"/><Relationship Id="rId29" Type="http://schemas.openxmlformats.org/officeDocument/2006/relationships/slideLayout" Target="../slideLayouts/slideLayout781.xml"/><Relationship Id="rId30" Type="http://schemas.openxmlformats.org/officeDocument/2006/relationships/theme" Target="../theme/theme42.xml"/><Relationship Id="rId31" Type="http://schemas.openxmlformats.org/officeDocument/2006/relationships/image" Target="../media/image1.jpg"/><Relationship Id="rId10" Type="http://schemas.openxmlformats.org/officeDocument/2006/relationships/slideLayout" Target="../slideLayouts/slideLayout762.xml"/><Relationship Id="rId11" Type="http://schemas.openxmlformats.org/officeDocument/2006/relationships/slideLayout" Target="../slideLayouts/slideLayout763.xml"/><Relationship Id="rId12" Type="http://schemas.openxmlformats.org/officeDocument/2006/relationships/slideLayout" Target="../slideLayouts/slideLayout764.xml"/><Relationship Id="rId13" Type="http://schemas.openxmlformats.org/officeDocument/2006/relationships/slideLayout" Target="../slideLayouts/slideLayout765.xml"/><Relationship Id="rId14" Type="http://schemas.openxmlformats.org/officeDocument/2006/relationships/slideLayout" Target="../slideLayouts/slideLayout766.xml"/><Relationship Id="rId15" Type="http://schemas.openxmlformats.org/officeDocument/2006/relationships/slideLayout" Target="../slideLayouts/slideLayout767.xml"/><Relationship Id="rId16" Type="http://schemas.openxmlformats.org/officeDocument/2006/relationships/slideLayout" Target="../slideLayouts/slideLayout768.xml"/><Relationship Id="rId17" Type="http://schemas.openxmlformats.org/officeDocument/2006/relationships/slideLayout" Target="../slideLayouts/slideLayout769.xml"/><Relationship Id="rId18" Type="http://schemas.openxmlformats.org/officeDocument/2006/relationships/slideLayout" Target="../slideLayouts/slideLayout770.xml"/><Relationship Id="rId19" Type="http://schemas.openxmlformats.org/officeDocument/2006/relationships/slideLayout" Target="../slideLayouts/slideLayout771.xml"/><Relationship Id="rId1" Type="http://schemas.openxmlformats.org/officeDocument/2006/relationships/slideLayout" Target="../slideLayouts/slideLayout753.xml"/><Relationship Id="rId2" Type="http://schemas.openxmlformats.org/officeDocument/2006/relationships/slideLayout" Target="../slideLayouts/slideLayout754.xml"/><Relationship Id="rId3" Type="http://schemas.openxmlformats.org/officeDocument/2006/relationships/slideLayout" Target="../slideLayouts/slideLayout755.xml"/><Relationship Id="rId4" Type="http://schemas.openxmlformats.org/officeDocument/2006/relationships/slideLayout" Target="../slideLayouts/slideLayout756.xml"/><Relationship Id="rId5" Type="http://schemas.openxmlformats.org/officeDocument/2006/relationships/slideLayout" Target="../slideLayouts/slideLayout757.xml"/><Relationship Id="rId6" Type="http://schemas.openxmlformats.org/officeDocument/2006/relationships/slideLayout" Target="../slideLayouts/slideLayout758.xml"/><Relationship Id="rId7" Type="http://schemas.openxmlformats.org/officeDocument/2006/relationships/slideLayout" Target="../slideLayouts/slideLayout759.xml"/><Relationship Id="rId8" Type="http://schemas.openxmlformats.org/officeDocument/2006/relationships/slideLayout" Target="../slideLayouts/slideLayout760.xml"/></Relationships>
</file>

<file path=ppt/slideMasters/_rels/slideMaster43.xml.rels><?xml version="1.0" encoding="UTF-8" standalone="yes"?>
<Relationships xmlns="http://schemas.openxmlformats.org/package/2006/relationships"><Relationship Id="rId9" Type="http://schemas.openxmlformats.org/officeDocument/2006/relationships/slideLayout" Target="../slideLayouts/slideLayout790.xml"/><Relationship Id="rId20" Type="http://schemas.openxmlformats.org/officeDocument/2006/relationships/slideLayout" Target="../slideLayouts/slideLayout801.xml"/><Relationship Id="rId21" Type="http://schemas.openxmlformats.org/officeDocument/2006/relationships/slideLayout" Target="../slideLayouts/slideLayout802.xml"/><Relationship Id="rId22" Type="http://schemas.openxmlformats.org/officeDocument/2006/relationships/slideLayout" Target="../slideLayouts/slideLayout803.xml"/><Relationship Id="rId23" Type="http://schemas.openxmlformats.org/officeDocument/2006/relationships/slideLayout" Target="../slideLayouts/slideLayout804.xml"/><Relationship Id="rId24" Type="http://schemas.openxmlformats.org/officeDocument/2006/relationships/slideLayout" Target="../slideLayouts/slideLayout805.xml"/><Relationship Id="rId25" Type="http://schemas.openxmlformats.org/officeDocument/2006/relationships/slideLayout" Target="../slideLayouts/slideLayout806.xml"/><Relationship Id="rId26" Type="http://schemas.openxmlformats.org/officeDocument/2006/relationships/slideLayout" Target="../slideLayouts/slideLayout807.xml"/><Relationship Id="rId27" Type="http://schemas.openxmlformats.org/officeDocument/2006/relationships/slideLayout" Target="../slideLayouts/slideLayout808.xml"/><Relationship Id="rId28" Type="http://schemas.openxmlformats.org/officeDocument/2006/relationships/slideLayout" Target="../slideLayouts/slideLayout809.xml"/><Relationship Id="rId29" Type="http://schemas.openxmlformats.org/officeDocument/2006/relationships/slideLayout" Target="../slideLayouts/slideLayout810.xml"/><Relationship Id="rId30" Type="http://schemas.openxmlformats.org/officeDocument/2006/relationships/theme" Target="../theme/theme43.xml"/><Relationship Id="rId31" Type="http://schemas.openxmlformats.org/officeDocument/2006/relationships/image" Target="../media/image1.jpg"/><Relationship Id="rId10" Type="http://schemas.openxmlformats.org/officeDocument/2006/relationships/slideLayout" Target="../slideLayouts/slideLayout791.xml"/><Relationship Id="rId11" Type="http://schemas.openxmlformats.org/officeDocument/2006/relationships/slideLayout" Target="../slideLayouts/slideLayout792.xml"/><Relationship Id="rId12" Type="http://schemas.openxmlformats.org/officeDocument/2006/relationships/slideLayout" Target="../slideLayouts/slideLayout793.xml"/><Relationship Id="rId13" Type="http://schemas.openxmlformats.org/officeDocument/2006/relationships/slideLayout" Target="../slideLayouts/slideLayout794.xml"/><Relationship Id="rId14" Type="http://schemas.openxmlformats.org/officeDocument/2006/relationships/slideLayout" Target="../slideLayouts/slideLayout795.xml"/><Relationship Id="rId15" Type="http://schemas.openxmlformats.org/officeDocument/2006/relationships/slideLayout" Target="../slideLayouts/slideLayout796.xml"/><Relationship Id="rId16" Type="http://schemas.openxmlformats.org/officeDocument/2006/relationships/slideLayout" Target="../slideLayouts/slideLayout797.xml"/><Relationship Id="rId17" Type="http://schemas.openxmlformats.org/officeDocument/2006/relationships/slideLayout" Target="../slideLayouts/slideLayout798.xml"/><Relationship Id="rId18" Type="http://schemas.openxmlformats.org/officeDocument/2006/relationships/slideLayout" Target="../slideLayouts/slideLayout799.xml"/><Relationship Id="rId19" Type="http://schemas.openxmlformats.org/officeDocument/2006/relationships/slideLayout" Target="../slideLayouts/slideLayout800.xml"/><Relationship Id="rId1" Type="http://schemas.openxmlformats.org/officeDocument/2006/relationships/slideLayout" Target="../slideLayouts/slideLayout782.xml"/><Relationship Id="rId2" Type="http://schemas.openxmlformats.org/officeDocument/2006/relationships/slideLayout" Target="../slideLayouts/slideLayout783.xml"/><Relationship Id="rId3" Type="http://schemas.openxmlformats.org/officeDocument/2006/relationships/slideLayout" Target="../slideLayouts/slideLayout784.xml"/><Relationship Id="rId4" Type="http://schemas.openxmlformats.org/officeDocument/2006/relationships/slideLayout" Target="../slideLayouts/slideLayout785.xml"/><Relationship Id="rId5" Type="http://schemas.openxmlformats.org/officeDocument/2006/relationships/slideLayout" Target="../slideLayouts/slideLayout786.xml"/><Relationship Id="rId6" Type="http://schemas.openxmlformats.org/officeDocument/2006/relationships/slideLayout" Target="../slideLayouts/slideLayout787.xml"/><Relationship Id="rId7" Type="http://schemas.openxmlformats.org/officeDocument/2006/relationships/slideLayout" Target="../slideLayouts/slideLayout788.xml"/><Relationship Id="rId8" Type="http://schemas.openxmlformats.org/officeDocument/2006/relationships/slideLayout" Target="../slideLayouts/slideLayout789.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44.xml"/><Relationship Id="rId13" Type="http://schemas.openxmlformats.org/officeDocument/2006/relationships/image" Target="../media/image1.jp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45.xml"/><Relationship Id="rId13" Type="http://schemas.openxmlformats.org/officeDocument/2006/relationships/image" Target="../media/image1.jp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46.xml"/><Relationship Id="rId13" Type="http://schemas.openxmlformats.org/officeDocument/2006/relationships/image" Target="../media/image1.jp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47.xml.rels><?xml version="1.0" encoding="UTF-8" standalone="yes"?>
<Relationships xmlns="http://schemas.openxmlformats.org/package/2006/relationships"><Relationship Id="rId9" Type="http://schemas.openxmlformats.org/officeDocument/2006/relationships/slideLayout" Target="../slideLayouts/slideLayout852.xml"/><Relationship Id="rId20" Type="http://schemas.openxmlformats.org/officeDocument/2006/relationships/slideLayout" Target="../slideLayouts/slideLayout863.xml"/><Relationship Id="rId21" Type="http://schemas.openxmlformats.org/officeDocument/2006/relationships/slideLayout" Target="../slideLayouts/slideLayout864.xml"/><Relationship Id="rId22" Type="http://schemas.openxmlformats.org/officeDocument/2006/relationships/slideLayout" Target="../slideLayouts/slideLayout865.xml"/><Relationship Id="rId23" Type="http://schemas.openxmlformats.org/officeDocument/2006/relationships/slideLayout" Target="../slideLayouts/slideLayout866.xml"/><Relationship Id="rId24" Type="http://schemas.openxmlformats.org/officeDocument/2006/relationships/slideLayout" Target="../slideLayouts/slideLayout867.xml"/><Relationship Id="rId25" Type="http://schemas.openxmlformats.org/officeDocument/2006/relationships/slideLayout" Target="../slideLayouts/slideLayout868.xml"/><Relationship Id="rId26" Type="http://schemas.openxmlformats.org/officeDocument/2006/relationships/theme" Target="../theme/theme47.xml"/><Relationship Id="rId27" Type="http://schemas.openxmlformats.org/officeDocument/2006/relationships/image" Target="../media/image1.jpg"/><Relationship Id="rId10" Type="http://schemas.openxmlformats.org/officeDocument/2006/relationships/slideLayout" Target="../slideLayouts/slideLayout853.xml"/><Relationship Id="rId11" Type="http://schemas.openxmlformats.org/officeDocument/2006/relationships/slideLayout" Target="../slideLayouts/slideLayout854.xml"/><Relationship Id="rId12" Type="http://schemas.openxmlformats.org/officeDocument/2006/relationships/slideLayout" Target="../slideLayouts/slideLayout855.xml"/><Relationship Id="rId13" Type="http://schemas.openxmlformats.org/officeDocument/2006/relationships/slideLayout" Target="../slideLayouts/slideLayout856.xml"/><Relationship Id="rId14" Type="http://schemas.openxmlformats.org/officeDocument/2006/relationships/slideLayout" Target="../slideLayouts/slideLayout857.xml"/><Relationship Id="rId15" Type="http://schemas.openxmlformats.org/officeDocument/2006/relationships/slideLayout" Target="../slideLayouts/slideLayout858.xml"/><Relationship Id="rId16" Type="http://schemas.openxmlformats.org/officeDocument/2006/relationships/slideLayout" Target="../slideLayouts/slideLayout859.xml"/><Relationship Id="rId17" Type="http://schemas.openxmlformats.org/officeDocument/2006/relationships/slideLayout" Target="../slideLayouts/slideLayout860.xml"/><Relationship Id="rId18" Type="http://schemas.openxmlformats.org/officeDocument/2006/relationships/slideLayout" Target="../slideLayouts/slideLayout861.xml"/><Relationship Id="rId19" Type="http://schemas.openxmlformats.org/officeDocument/2006/relationships/slideLayout" Target="../slideLayouts/slideLayout862.xml"/><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s>
</file>

<file path=ppt/slideMasters/_rels/slideMaster48.xml.rels><?xml version="1.0" encoding="UTF-8" standalone="yes"?>
<Relationships xmlns="http://schemas.openxmlformats.org/package/2006/relationships"><Relationship Id="rId1" Type="http://schemas.openxmlformats.org/officeDocument/2006/relationships/slideLayout" Target="../slideLayouts/slideLayout869.xml"/><Relationship Id="rId2" Type="http://schemas.openxmlformats.org/officeDocument/2006/relationships/theme" Target="../theme/theme48.xml"/><Relationship Id="rId3" Type="http://schemas.openxmlformats.org/officeDocument/2006/relationships/image" Target="../media/image1.jpg"/></Relationships>
</file>

<file path=ppt/slideMasters/_rels/slideMaster49.xml.rels><?xml version="1.0" encoding="UTF-8" standalone="yes"?>
<Relationships xmlns="http://schemas.openxmlformats.org/package/2006/relationships"><Relationship Id="rId20" Type="http://schemas.openxmlformats.org/officeDocument/2006/relationships/slideLayout" Target="../slideLayouts/slideLayout889.xml"/><Relationship Id="rId21" Type="http://schemas.openxmlformats.org/officeDocument/2006/relationships/slideLayout" Target="../slideLayouts/slideLayout890.xml"/><Relationship Id="rId22" Type="http://schemas.openxmlformats.org/officeDocument/2006/relationships/slideLayout" Target="../slideLayouts/slideLayout891.xml"/><Relationship Id="rId23" Type="http://schemas.openxmlformats.org/officeDocument/2006/relationships/slideLayout" Target="../slideLayouts/slideLayout892.xml"/><Relationship Id="rId24" Type="http://schemas.openxmlformats.org/officeDocument/2006/relationships/slideLayout" Target="../slideLayouts/slideLayout893.xml"/><Relationship Id="rId25" Type="http://schemas.openxmlformats.org/officeDocument/2006/relationships/slideLayout" Target="../slideLayouts/slideLayout894.xml"/><Relationship Id="rId26" Type="http://schemas.openxmlformats.org/officeDocument/2006/relationships/slideLayout" Target="../slideLayouts/slideLayout895.xml"/><Relationship Id="rId27" Type="http://schemas.openxmlformats.org/officeDocument/2006/relationships/slideLayout" Target="../slideLayouts/slideLayout896.xml"/><Relationship Id="rId28" Type="http://schemas.openxmlformats.org/officeDocument/2006/relationships/slideLayout" Target="../slideLayouts/slideLayout897.xml"/><Relationship Id="rId29" Type="http://schemas.openxmlformats.org/officeDocument/2006/relationships/slideLayout" Target="../slideLayouts/slideLayout898.xml"/><Relationship Id="rId1" Type="http://schemas.openxmlformats.org/officeDocument/2006/relationships/slideLayout" Target="../slideLayouts/slideLayout870.xml"/><Relationship Id="rId2" Type="http://schemas.openxmlformats.org/officeDocument/2006/relationships/slideLayout" Target="../slideLayouts/slideLayout871.xml"/><Relationship Id="rId3" Type="http://schemas.openxmlformats.org/officeDocument/2006/relationships/slideLayout" Target="../slideLayouts/slideLayout872.xml"/><Relationship Id="rId4" Type="http://schemas.openxmlformats.org/officeDocument/2006/relationships/slideLayout" Target="../slideLayouts/slideLayout873.xml"/><Relationship Id="rId5" Type="http://schemas.openxmlformats.org/officeDocument/2006/relationships/slideLayout" Target="../slideLayouts/slideLayout874.xml"/><Relationship Id="rId30" Type="http://schemas.openxmlformats.org/officeDocument/2006/relationships/slideLayout" Target="../slideLayouts/slideLayout899.xml"/><Relationship Id="rId31" Type="http://schemas.openxmlformats.org/officeDocument/2006/relationships/slideLayout" Target="../slideLayouts/slideLayout900.xml"/><Relationship Id="rId32" Type="http://schemas.openxmlformats.org/officeDocument/2006/relationships/slideLayout" Target="../slideLayouts/slideLayout901.xml"/><Relationship Id="rId9" Type="http://schemas.openxmlformats.org/officeDocument/2006/relationships/slideLayout" Target="../slideLayouts/slideLayout878.xml"/><Relationship Id="rId6" Type="http://schemas.openxmlformats.org/officeDocument/2006/relationships/slideLayout" Target="../slideLayouts/slideLayout875.xml"/><Relationship Id="rId7" Type="http://schemas.openxmlformats.org/officeDocument/2006/relationships/slideLayout" Target="../slideLayouts/slideLayout876.xml"/><Relationship Id="rId8" Type="http://schemas.openxmlformats.org/officeDocument/2006/relationships/slideLayout" Target="../slideLayouts/slideLayout877.xml"/><Relationship Id="rId33" Type="http://schemas.openxmlformats.org/officeDocument/2006/relationships/slideLayout" Target="../slideLayouts/slideLayout902.xml"/><Relationship Id="rId34" Type="http://schemas.openxmlformats.org/officeDocument/2006/relationships/slideLayout" Target="../slideLayouts/slideLayout903.xml"/><Relationship Id="rId35" Type="http://schemas.openxmlformats.org/officeDocument/2006/relationships/slideLayout" Target="../slideLayouts/slideLayout904.xml"/><Relationship Id="rId36" Type="http://schemas.openxmlformats.org/officeDocument/2006/relationships/slideLayout" Target="../slideLayouts/slideLayout905.xml"/><Relationship Id="rId10" Type="http://schemas.openxmlformats.org/officeDocument/2006/relationships/slideLayout" Target="../slideLayouts/slideLayout879.xml"/><Relationship Id="rId11" Type="http://schemas.openxmlformats.org/officeDocument/2006/relationships/slideLayout" Target="../slideLayouts/slideLayout880.xml"/><Relationship Id="rId12" Type="http://schemas.openxmlformats.org/officeDocument/2006/relationships/slideLayout" Target="../slideLayouts/slideLayout881.xml"/><Relationship Id="rId13" Type="http://schemas.openxmlformats.org/officeDocument/2006/relationships/slideLayout" Target="../slideLayouts/slideLayout882.xml"/><Relationship Id="rId14" Type="http://schemas.openxmlformats.org/officeDocument/2006/relationships/slideLayout" Target="../slideLayouts/slideLayout883.xml"/><Relationship Id="rId15" Type="http://schemas.openxmlformats.org/officeDocument/2006/relationships/slideLayout" Target="../slideLayouts/slideLayout884.xml"/><Relationship Id="rId16" Type="http://schemas.openxmlformats.org/officeDocument/2006/relationships/slideLayout" Target="../slideLayouts/slideLayout885.xml"/><Relationship Id="rId17" Type="http://schemas.openxmlformats.org/officeDocument/2006/relationships/slideLayout" Target="../slideLayouts/slideLayout886.xml"/><Relationship Id="rId18" Type="http://schemas.openxmlformats.org/officeDocument/2006/relationships/slideLayout" Target="../slideLayouts/slideLayout887.xml"/><Relationship Id="rId19" Type="http://schemas.openxmlformats.org/officeDocument/2006/relationships/slideLayout" Target="../slideLayouts/slideLayout888.xml"/><Relationship Id="rId37" Type="http://schemas.openxmlformats.org/officeDocument/2006/relationships/slideLayout" Target="../slideLayouts/slideLayout906.xml"/><Relationship Id="rId38" Type="http://schemas.openxmlformats.org/officeDocument/2006/relationships/slideLayout" Target="../slideLayouts/slideLayout907.xml"/><Relationship Id="rId39" Type="http://schemas.openxmlformats.org/officeDocument/2006/relationships/slideLayout" Target="../slideLayouts/slideLayout908.xml"/><Relationship Id="rId40" Type="http://schemas.openxmlformats.org/officeDocument/2006/relationships/theme" Target="../theme/theme49.xml"/><Relationship Id="rId41" Type="http://schemas.openxmlformats.org/officeDocument/2006/relationships/image" Target="../media/image1.jpg"/></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919.xml"/><Relationship Id="rId12" Type="http://schemas.openxmlformats.org/officeDocument/2006/relationships/slideLayout" Target="../slideLayouts/slideLayout920.xml"/><Relationship Id="rId13" Type="http://schemas.openxmlformats.org/officeDocument/2006/relationships/theme" Target="../theme/theme50.xml"/><Relationship Id="rId14" Type="http://schemas.openxmlformats.org/officeDocument/2006/relationships/image" Target="../media/image1.jpg"/><Relationship Id="rId1" Type="http://schemas.openxmlformats.org/officeDocument/2006/relationships/slideLayout" Target="../slideLayouts/slideLayout909.xml"/><Relationship Id="rId2" Type="http://schemas.openxmlformats.org/officeDocument/2006/relationships/slideLayout" Target="../slideLayouts/slideLayout910.xml"/><Relationship Id="rId3" Type="http://schemas.openxmlformats.org/officeDocument/2006/relationships/slideLayout" Target="../slideLayouts/slideLayout911.xml"/><Relationship Id="rId4" Type="http://schemas.openxmlformats.org/officeDocument/2006/relationships/slideLayout" Target="../slideLayouts/slideLayout912.xml"/><Relationship Id="rId5" Type="http://schemas.openxmlformats.org/officeDocument/2006/relationships/slideLayout" Target="../slideLayouts/slideLayout913.xml"/><Relationship Id="rId6" Type="http://schemas.openxmlformats.org/officeDocument/2006/relationships/slideLayout" Target="../slideLayouts/slideLayout914.xml"/><Relationship Id="rId7" Type="http://schemas.openxmlformats.org/officeDocument/2006/relationships/slideLayout" Target="../slideLayouts/slideLayout915.xml"/><Relationship Id="rId8" Type="http://schemas.openxmlformats.org/officeDocument/2006/relationships/slideLayout" Target="../slideLayouts/slideLayout916.xml"/><Relationship Id="rId9" Type="http://schemas.openxmlformats.org/officeDocument/2006/relationships/slideLayout" Target="../slideLayouts/slideLayout917.xml"/><Relationship Id="rId10" Type="http://schemas.openxmlformats.org/officeDocument/2006/relationships/slideLayout" Target="../slideLayouts/slideLayout918.xml"/></Relationships>
</file>

<file path=ppt/slideMasters/_rels/slideMaster51.xml.rels><?xml version="1.0" encoding="UTF-8" standalone="yes"?>
<Relationships xmlns="http://schemas.openxmlformats.org/package/2006/relationships"><Relationship Id="rId20" Type="http://schemas.openxmlformats.org/officeDocument/2006/relationships/slideLayout" Target="../slideLayouts/slideLayout940.xml"/><Relationship Id="rId21" Type="http://schemas.openxmlformats.org/officeDocument/2006/relationships/slideLayout" Target="../slideLayouts/slideLayout941.xml"/><Relationship Id="rId22" Type="http://schemas.openxmlformats.org/officeDocument/2006/relationships/slideLayout" Target="../slideLayouts/slideLayout942.xml"/><Relationship Id="rId23" Type="http://schemas.openxmlformats.org/officeDocument/2006/relationships/slideLayout" Target="../slideLayouts/slideLayout943.xml"/><Relationship Id="rId24" Type="http://schemas.openxmlformats.org/officeDocument/2006/relationships/slideLayout" Target="../slideLayouts/slideLayout944.xml"/><Relationship Id="rId25" Type="http://schemas.openxmlformats.org/officeDocument/2006/relationships/slideLayout" Target="../slideLayouts/slideLayout945.xml"/><Relationship Id="rId26" Type="http://schemas.openxmlformats.org/officeDocument/2006/relationships/slideLayout" Target="../slideLayouts/slideLayout946.xml"/><Relationship Id="rId27" Type="http://schemas.openxmlformats.org/officeDocument/2006/relationships/slideLayout" Target="../slideLayouts/slideLayout947.xml"/><Relationship Id="rId28" Type="http://schemas.openxmlformats.org/officeDocument/2006/relationships/slideLayout" Target="../slideLayouts/slideLayout948.xml"/><Relationship Id="rId29" Type="http://schemas.openxmlformats.org/officeDocument/2006/relationships/slideLayout" Target="../slideLayouts/slideLayout949.xml"/><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30" Type="http://schemas.openxmlformats.org/officeDocument/2006/relationships/slideLayout" Target="../slideLayouts/slideLayout950.xml"/><Relationship Id="rId31" Type="http://schemas.openxmlformats.org/officeDocument/2006/relationships/slideLayout" Target="../slideLayouts/slideLayout951.xml"/><Relationship Id="rId32" Type="http://schemas.openxmlformats.org/officeDocument/2006/relationships/theme" Target="../theme/theme51.xml"/><Relationship Id="rId9" Type="http://schemas.openxmlformats.org/officeDocument/2006/relationships/slideLayout" Target="../slideLayouts/slideLayout929.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33" Type="http://schemas.openxmlformats.org/officeDocument/2006/relationships/image" Target="../media/image1.jpg"/><Relationship Id="rId10" Type="http://schemas.openxmlformats.org/officeDocument/2006/relationships/slideLayout" Target="../slideLayouts/slideLayout930.xml"/><Relationship Id="rId11" Type="http://schemas.openxmlformats.org/officeDocument/2006/relationships/slideLayout" Target="../slideLayouts/slideLayout931.xml"/><Relationship Id="rId12" Type="http://schemas.openxmlformats.org/officeDocument/2006/relationships/slideLayout" Target="../slideLayouts/slideLayout932.xml"/><Relationship Id="rId13" Type="http://schemas.openxmlformats.org/officeDocument/2006/relationships/slideLayout" Target="../slideLayouts/slideLayout933.xml"/><Relationship Id="rId14" Type="http://schemas.openxmlformats.org/officeDocument/2006/relationships/slideLayout" Target="../slideLayouts/slideLayout934.xml"/><Relationship Id="rId15" Type="http://schemas.openxmlformats.org/officeDocument/2006/relationships/slideLayout" Target="../slideLayouts/slideLayout935.xml"/><Relationship Id="rId16" Type="http://schemas.openxmlformats.org/officeDocument/2006/relationships/slideLayout" Target="../slideLayouts/slideLayout936.xml"/><Relationship Id="rId17" Type="http://schemas.openxmlformats.org/officeDocument/2006/relationships/slideLayout" Target="../slideLayouts/slideLayout937.xml"/><Relationship Id="rId18" Type="http://schemas.openxmlformats.org/officeDocument/2006/relationships/slideLayout" Target="../slideLayouts/slideLayout938.xml"/><Relationship Id="rId19" Type="http://schemas.openxmlformats.org/officeDocument/2006/relationships/slideLayout" Target="../slideLayouts/slideLayout939.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962.xml"/><Relationship Id="rId12" Type="http://schemas.openxmlformats.org/officeDocument/2006/relationships/theme" Target="../theme/theme52.xml"/><Relationship Id="rId13" Type="http://schemas.openxmlformats.org/officeDocument/2006/relationships/image" Target="../media/image1.jpg"/><Relationship Id="rId1" Type="http://schemas.openxmlformats.org/officeDocument/2006/relationships/slideLayout" Target="../slideLayouts/slideLayout952.xml"/><Relationship Id="rId2" Type="http://schemas.openxmlformats.org/officeDocument/2006/relationships/slideLayout" Target="../slideLayouts/slideLayout953.xml"/><Relationship Id="rId3" Type="http://schemas.openxmlformats.org/officeDocument/2006/relationships/slideLayout" Target="../slideLayouts/slideLayout954.xml"/><Relationship Id="rId4" Type="http://schemas.openxmlformats.org/officeDocument/2006/relationships/slideLayout" Target="../slideLayouts/slideLayout955.xml"/><Relationship Id="rId5" Type="http://schemas.openxmlformats.org/officeDocument/2006/relationships/slideLayout" Target="../slideLayouts/slideLayout956.xml"/><Relationship Id="rId6" Type="http://schemas.openxmlformats.org/officeDocument/2006/relationships/slideLayout" Target="../slideLayouts/slideLayout957.xml"/><Relationship Id="rId7" Type="http://schemas.openxmlformats.org/officeDocument/2006/relationships/slideLayout" Target="../slideLayouts/slideLayout958.xml"/><Relationship Id="rId8" Type="http://schemas.openxmlformats.org/officeDocument/2006/relationships/slideLayout" Target="../slideLayouts/slideLayout959.xml"/><Relationship Id="rId9" Type="http://schemas.openxmlformats.org/officeDocument/2006/relationships/slideLayout" Target="../slideLayouts/slideLayout960.xml"/><Relationship Id="rId10" Type="http://schemas.openxmlformats.org/officeDocument/2006/relationships/slideLayout" Target="../slideLayouts/slideLayout96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cs typeface="+mn-cs"/>
              </a:defRPr>
            </a:lvl1pPr>
          </a:lstStyle>
          <a:p>
            <a:pPr>
              <a:defRPr/>
            </a:pPr>
            <a:fld id="{5E068534-BD40-3D4B-B524-0EE71FE65ED8}" type="datetime1">
              <a:rPr lang="en-US" altLang="en-US" smtClean="0"/>
              <a:t>9/22/16</a:t>
            </a:fld>
            <a:endParaRPr lang="en-US" alt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200">
                <a:solidFill>
                  <a:srgbClr val="898989"/>
                </a:solidFill>
                <a:cs typeface="+mn-cs"/>
              </a:defRPr>
            </a:lvl1pPr>
          </a:lstStyle>
          <a:p>
            <a:pPr>
              <a:defRPr/>
            </a:pPr>
            <a:r>
              <a:rPr lang="ar-SA" altLang="en-US" smtClean="0"/>
              <a:t>موسوعة تكنولوجيا التعليم</a:t>
            </a:r>
            <a:endParaRPr lang="en-US" alt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cs typeface="+mn-cs"/>
              </a:defRPr>
            </a:lvl1pPr>
          </a:lstStyle>
          <a:p>
            <a:pPr>
              <a:defRPr/>
            </a:pPr>
            <a:fld id="{13F4DAE4-2DD5-4900-BDCA-51754608505E}"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484429" r:id="rId1"/>
    <p:sldLayoutId id="2147484428" r:id="rId2"/>
    <p:sldLayoutId id="2147484427" r:id="rId3"/>
    <p:sldLayoutId id="2147484426" r:id="rId4"/>
    <p:sldLayoutId id="2147484425" r:id="rId5"/>
    <p:sldLayoutId id="2147484424" r:id="rId6"/>
    <p:sldLayoutId id="2147484423" r:id="rId7"/>
    <p:sldLayoutId id="2147484422" r:id="rId8"/>
    <p:sldLayoutId id="2147484421" r:id="rId9"/>
    <p:sldLayoutId id="2147484420" r:id="rId10"/>
    <p:sldLayoutId id="2147484419" r:id="rId11"/>
    <p:sldLayoutId id="2147484472" r:id="rId12"/>
    <p:sldLayoutId id="2147484473" r:id="rId13"/>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4198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4198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2C97D96A-6E23-E045-B405-40FF08D32086}"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3F5E3372-81A8-41D2-BE97-2C263CBC986D}"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499" r:id="rId1"/>
    <p:sldLayoutId id="2147484500" r:id="rId2"/>
    <p:sldLayoutId id="2147484501" r:id="rId3"/>
    <p:sldLayoutId id="2147484502" r:id="rId4"/>
    <p:sldLayoutId id="2147484503" r:id="rId5"/>
    <p:sldLayoutId id="2147484504" r:id="rId6"/>
    <p:sldLayoutId id="2147484505" r:id="rId7"/>
    <p:sldLayoutId id="2147484506" r:id="rId8"/>
    <p:sldLayoutId id="2147484507" r:id="rId9"/>
    <p:sldLayoutId id="2147484508" r:id="rId10"/>
    <p:sldLayoutId id="2147484509"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54274"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54275"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B2F2067E-2144-724D-A2D3-8FC874CC2CB7}"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CAE8258F-F83A-492A-ADB4-9721C04B0C57}"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510" r:id="rId1"/>
    <p:sldLayoutId id="2147484511" r:id="rId2"/>
    <p:sldLayoutId id="2147484512" r:id="rId3"/>
    <p:sldLayoutId id="2147484513" r:id="rId4"/>
    <p:sldLayoutId id="2147484514" r:id="rId5"/>
    <p:sldLayoutId id="2147484515" r:id="rId6"/>
    <p:sldLayoutId id="2147484516" r:id="rId7"/>
    <p:sldLayoutId id="2147484517" r:id="rId8"/>
    <p:sldLayoutId id="2147484518" r:id="rId9"/>
    <p:sldLayoutId id="2147484519" r:id="rId10"/>
    <p:sldLayoutId id="2147484520"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66562"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66563"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1570AB82-0328-CE4D-873D-C131789B344B}"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85BBE95E-C06C-41C5-8BF2-3D9435D971F2}"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521" r:id="rId1"/>
    <p:sldLayoutId id="2147484522" r:id="rId2"/>
    <p:sldLayoutId id="2147484523" r:id="rId3"/>
    <p:sldLayoutId id="2147484524" r:id="rId4"/>
    <p:sldLayoutId id="2147484525" r:id="rId5"/>
    <p:sldLayoutId id="2147484526" r:id="rId6"/>
    <p:sldLayoutId id="2147484527" r:id="rId7"/>
    <p:sldLayoutId id="2147484528" r:id="rId8"/>
    <p:sldLayoutId id="2147484529" r:id="rId9"/>
    <p:sldLayoutId id="2147484530" r:id="rId10"/>
    <p:sldLayoutId id="2147484531"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38">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43" r:id="rId1"/>
    <p:sldLayoutId id="2147484464" r:id="rId2"/>
    <p:sldLayoutId id="2147484463" r:id="rId3"/>
    <p:sldLayoutId id="2147484462" r:id="rId4"/>
    <p:sldLayoutId id="2147484461" r:id="rId5"/>
    <p:sldLayoutId id="2147484460" r:id="rId6"/>
    <p:sldLayoutId id="2147484459" r:id="rId7"/>
    <p:sldLayoutId id="2147484458" r:id="rId8"/>
    <p:sldLayoutId id="2147484457" r:id="rId9"/>
    <p:sldLayoutId id="2147484456" r:id="rId10"/>
    <p:sldLayoutId id="2147484455" r:id="rId11"/>
    <p:sldLayoutId id="2147484454" r:id="rId12"/>
    <p:sldLayoutId id="2147484453" r:id="rId13"/>
    <p:sldLayoutId id="2147484452" r:id="rId14"/>
    <p:sldLayoutId id="2147484451" r:id="rId15"/>
    <p:sldLayoutId id="2147484450" r:id="rId16"/>
    <p:sldLayoutId id="2147484449" r:id="rId17"/>
    <p:sldLayoutId id="2147484448" r:id="rId18"/>
    <p:sldLayoutId id="2147484447" r:id="rId19"/>
    <p:sldLayoutId id="2147484446" r:id="rId20"/>
    <p:sldLayoutId id="2147484445" r:id="rId21"/>
    <p:sldLayoutId id="2147484444" r:id="rId22"/>
    <p:sldLayoutId id="2147484443" r:id="rId23"/>
    <p:sldLayoutId id="2147484442" r:id="rId24"/>
    <p:sldLayoutId id="2147484441" r:id="rId25"/>
    <p:sldLayoutId id="2147484440" r:id="rId26"/>
    <p:sldLayoutId id="2147484439" r:id="rId27"/>
    <p:sldLayoutId id="2147484438" r:id="rId28"/>
    <p:sldLayoutId id="2147484437" r:id="rId29"/>
    <p:sldLayoutId id="2147484436" r:id="rId30"/>
    <p:sldLayoutId id="2147484435" r:id="rId31"/>
    <p:sldLayoutId id="2147484434" r:id="rId32"/>
    <p:sldLayoutId id="2147484433" r:id="rId33"/>
    <p:sldLayoutId id="2147484432" r:id="rId34"/>
    <p:sldLayoutId id="2147484431" r:id="rId35"/>
    <p:sldLayoutId id="2147484430" r:id="rId36"/>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466" r:id="rId1"/>
    <p:sldLayoutId id="2147484465" r:id="rId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44" r:id="rId1"/>
    <p:sldLayoutId id="2147484545" r:id="rId2"/>
    <p:sldLayoutId id="2147484546" r:id="rId3"/>
    <p:sldLayoutId id="2147484547" r:id="rId4"/>
    <p:sldLayoutId id="2147484548" r:id="rId5"/>
    <p:sldLayoutId id="2147484549" r:id="rId6"/>
    <p:sldLayoutId id="2147484550" r:id="rId7"/>
    <p:sldLayoutId id="2147484551" r:id="rId8"/>
    <p:sldLayoutId id="2147484552" r:id="rId9"/>
    <p:sldLayoutId id="2147484553" r:id="rId10"/>
    <p:sldLayoutId id="2147484554"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4438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4438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71CB32E2-DDFB-D444-82A6-4B6520EEB5CF}" type="datetime1">
              <a:rPr lang="en-US" smtClean="0"/>
              <a:t>9/22/16</a:t>
            </a:fld>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4648D7AD-ABE7-49D9-ADA4-53CB92546CB6}"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555" r:id="rId1"/>
    <p:sldLayoutId id="2147484556" r:id="rId2"/>
    <p:sldLayoutId id="2147484557" r:id="rId3"/>
    <p:sldLayoutId id="2147484558" r:id="rId4"/>
    <p:sldLayoutId id="2147484559" r:id="rId5"/>
    <p:sldLayoutId id="2147484560" r:id="rId6"/>
    <p:sldLayoutId id="2147484561" r:id="rId7"/>
    <p:sldLayoutId id="2147484562" r:id="rId8"/>
    <p:sldLayoutId id="2147484563" r:id="rId9"/>
    <p:sldLayoutId id="2147484564" r:id="rId10"/>
    <p:sldLayoutId id="2147484565"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1">
          <a:blip r:embed="rId24">
            <a:lum/>
          </a:blip>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0"/>
            <a:ext cx="12192000" cy="6858000"/>
          </a:xfrm>
          <a:prstGeom prst="rect">
            <a:avLst/>
          </a:prstGeom>
          <a:solidFill>
            <a:srgbClr val="F4F4F4"/>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dirty="0">
              <a:solidFill>
                <a:srgbClr val="F4F4F4"/>
              </a:solidFill>
            </a:endParaRPr>
          </a:p>
        </p:txBody>
      </p:sp>
      <p:sp>
        <p:nvSpPr>
          <p:cNvPr id="156675" name="Title Placeholder 1"/>
          <p:cNvSpPr>
            <a:spLocks noGrp="1"/>
          </p:cNvSpPr>
          <p:nvPr>
            <p:ph type="title"/>
          </p:nvPr>
        </p:nvSpPr>
        <p:spPr bwMode="auto">
          <a:xfrm>
            <a:off x="609600" y="565150"/>
            <a:ext cx="10972800" cy="561975"/>
          </a:xfrm>
          <a:prstGeom prst="rect">
            <a:avLst/>
          </a:prstGeom>
          <a:noFill/>
          <a:ln w="9525">
            <a:noFill/>
            <a:miter lim="800000"/>
            <a:headEnd/>
            <a:tailEnd/>
          </a:ln>
        </p:spPr>
        <p:txBody>
          <a:bodyPr vert="horz" wrap="square" lIns="91430" tIns="45715" rIns="91430" bIns="45715" numCol="1" anchor="ctr" anchorCtr="0" compatLnSpc="1">
            <a:prstTxWarp prst="textNoShape">
              <a:avLst/>
            </a:prstTxWarp>
          </a:bodyPr>
          <a:lstStyle/>
          <a:p>
            <a:pPr lvl="0"/>
            <a:r>
              <a:rPr lang="en-US" smtClean="0"/>
              <a:t>Click to edit Master title style</a:t>
            </a:r>
          </a:p>
        </p:txBody>
      </p:sp>
      <p:sp>
        <p:nvSpPr>
          <p:cNvPr id="156676" name="Text Placeholder 2"/>
          <p:cNvSpPr>
            <a:spLocks noGrp="1"/>
          </p:cNvSpPr>
          <p:nvPr>
            <p:ph type="body" idx="1"/>
          </p:nvPr>
        </p:nvSpPr>
        <p:spPr bwMode="auto">
          <a:xfrm>
            <a:off x="609600" y="1600200"/>
            <a:ext cx="10972800" cy="3949700"/>
          </a:xfrm>
          <a:prstGeom prst="rect">
            <a:avLst/>
          </a:prstGeom>
          <a:noFill/>
          <a:ln w="9525">
            <a:noFill/>
            <a:miter lim="800000"/>
            <a:headEnd/>
            <a:tailEnd/>
          </a:ln>
        </p:spPr>
        <p:txBody>
          <a:bodyPr vert="horz" wrap="square" lIns="91430" tIns="45715" rIns="91430" bIns="45715"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Tree>
  </p:cSld>
  <p:clrMap bg1="lt1" tx1="dk1" bg2="lt2" tx2="dk2" accent1="accent1" accent2="accent2" accent3="accent3" accent4="accent4" accent5="accent5" accent6="accent6" hlink="hlink" folHlink="folHlink"/>
  <p:sldLayoutIdLst>
    <p:sldLayoutId id="2147484566" r:id="rId1"/>
    <p:sldLayoutId id="2147484567" r:id="rId2"/>
    <p:sldLayoutId id="2147484568" r:id="rId3"/>
    <p:sldLayoutId id="2147484569" r:id="rId4"/>
    <p:sldLayoutId id="2147484570" r:id="rId5"/>
    <p:sldLayoutId id="2147484571" r:id="rId6"/>
    <p:sldLayoutId id="2147484469" r:id="rId7"/>
    <p:sldLayoutId id="2147484572" r:id="rId8"/>
    <p:sldLayoutId id="2147484573" r:id="rId9"/>
    <p:sldLayoutId id="2147484574" r:id="rId10"/>
    <p:sldLayoutId id="2147484575" r:id="rId11"/>
    <p:sldLayoutId id="2147484576" r:id="rId12"/>
    <p:sldLayoutId id="2147484577" r:id="rId13"/>
    <p:sldLayoutId id="2147484578" r:id="rId14"/>
    <p:sldLayoutId id="2147484579" r:id="rId15"/>
    <p:sldLayoutId id="2147484580" r:id="rId16"/>
    <p:sldLayoutId id="2147484581" r:id="rId17"/>
    <p:sldLayoutId id="2147484582" r:id="rId18"/>
    <p:sldLayoutId id="2147484583" r:id="rId19"/>
    <p:sldLayoutId id="2147484584" r:id="rId20"/>
    <p:sldLayoutId id="2147484468" r:id="rId21"/>
    <p:sldLayoutId id="2147484467" r:id="rId2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608013" rtl="0" eaLnBrk="0" fontAlgn="base" hangingPunct="0">
        <a:spcBef>
          <a:spcPct val="0"/>
        </a:spcBef>
        <a:spcAft>
          <a:spcPct val="0"/>
        </a:spcAft>
        <a:defRPr sz="2600" kern="1200">
          <a:solidFill>
            <a:schemeClr val="tx1"/>
          </a:solidFill>
          <a:latin typeface="Roboto Light"/>
          <a:ea typeface="Roboto Light"/>
          <a:cs typeface="Roboto Light"/>
        </a:defRPr>
      </a:lvl1pPr>
      <a:lvl2pPr algn="l" defTabSz="608013" rtl="0" eaLnBrk="0" fontAlgn="base" hangingPunct="0">
        <a:spcBef>
          <a:spcPct val="0"/>
        </a:spcBef>
        <a:spcAft>
          <a:spcPct val="0"/>
        </a:spcAft>
        <a:defRPr sz="2600">
          <a:solidFill>
            <a:schemeClr val="tx1"/>
          </a:solidFill>
          <a:latin typeface="Roboto Light"/>
          <a:ea typeface="Roboto Light"/>
          <a:cs typeface="Roboto Light"/>
        </a:defRPr>
      </a:lvl2pPr>
      <a:lvl3pPr algn="l" defTabSz="608013" rtl="0" eaLnBrk="0" fontAlgn="base" hangingPunct="0">
        <a:spcBef>
          <a:spcPct val="0"/>
        </a:spcBef>
        <a:spcAft>
          <a:spcPct val="0"/>
        </a:spcAft>
        <a:defRPr sz="2600">
          <a:solidFill>
            <a:schemeClr val="tx1"/>
          </a:solidFill>
          <a:latin typeface="Roboto Light"/>
          <a:ea typeface="Roboto Light"/>
          <a:cs typeface="Roboto Light"/>
        </a:defRPr>
      </a:lvl3pPr>
      <a:lvl4pPr algn="l" defTabSz="608013" rtl="0" eaLnBrk="0" fontAlgn="base" hangingPunct="0">
        <a:spcBef>
          <a:spcPct val="0"/>
        </a:spcBef>
        <a:spcAft>
          <a:spcPct val="0"/>
        </a:spcAft>
        <a:defRPr sz="2600">
          <a:solidFill>
            <a:schemeClr val="tx1"/>
          </a:solidFill>
          <a:latin typeface="Roboto Light"/>
          <a:ea typeface="Roboto Light"/>
          <a:cs typeface="Roboto Light"/>
        </a:defRPr>
      </a:lvl4pPr>
      <a:lvl5pPr algn="l" defTabSz="608013" rtl="0" eaLnBrk="0" fontAlgn="base" hangingPunct="0">
        <a:spcBef>
          <a:spcPct val="0"/>
        </a:spcBef>
        <a:spcAft>
          <a:spcPct val="0"/>
        </a:spcAft>
        <a:defRPr sz="2600">
          <a:solidFill>
            <a:schemeClr val="tx1"/>
          </a:solidFill>
          <a:latin typeface="Roboto Light"/>
          <a:ea typeface="Roboto Light"/>
          <a:cs typeface="Roboto Light"/>
        </a:defRPr>
      </a:lvl5pPr>
      <a:lvl6pPr marL="457200" algn="l" defTabSz="608013" rtl="0" fontAlgn="base">
        <a:spcBef>
          <a:spcPct val="0"/>
        </a:spcBef>
        <a:spcAft>
          <a:spcPct val="0"/>
        </a:spcAft>
        <a:defRPr sz="2600">
          <a:solidFill>
            <a:schemeClr val="tx1"/>
          </a:solidFill>
          <a:latin typeface="Roboto Light"/>
          <a:ea typeface="Roboto Light"/>
          <a:cs typeface="Roboto Light"/>
        </a:defRPr>
      </a:lvl6pPr>
      <a:lvl7pPr marL="914400" algn="l" defTabSz="608013" rtl="0" fontAlgn="base">
        <a:spcBef>
          <a:spcPct val="0"/>
        </a:spcBef>
        <a:spcAft>
          <a:spcPct val="0"/>
        </a:spcAft>
        <a:defRPr sz="2600">
          <a:solidFill>
            <a:schemeClr val="tx1"/>
          </a:solidFill>
          <a:latin typeface="Roboto Light"/>
          <a:ea typeface="Roboto Light"/>
          <a:cs typeface="Roboto Light"/>
        </a:defRPr>
      </a:lvl7pPr>
      <a:lvl8pPr marL="1371600" algn="l" defTabSz="608013" rtl="0" fontAlgn="base">
        <a:spcBef>
          <a:spcPct val="0"/>
        </a:spcBef>
        <a:spcAft>
          <a:spcPct val="0"/>
        </a:spcAft>
        <a:defRPr sz="2600">
          <a:solidFill>
            <a:schemeClr val="tx1"/>
          </a:solidFill>
          <a:latin typeface="Roboto Light"/>
          <a:ea typeface="Roboto Light"/>
          <a:cs typeface="Roboto Light"/>
        </a:defRPr>
      </a:lvl8pPr>
      <a:lvl9pPr marL="1828800" algn="l" defTabSz="608013" rtl="0" fontAlgn="base">
        <a:spcBef>
          <a:spcPct val="0"/>
        </a:spcBef>
        <a:spcAft>
          <a:spcPct val="0"/>
        </a:spcAft>
        <a:defRPr sz="2600">
          <a:solidFill>
            <a:schemeClr val="tx1"/>
          </a:solidFill>
          <a:latin typeface="Roboto Light"/>
          <a:ea typeface="Roboto Light"/>
          <a:cs typeface="Roboto Light"/>
        </a:defRPr>
      </a:lvl9pPr>
    </p:titleStyle>
    <p:bodyStyle>
      <a:lvl1pPr marL="455613" indent="-4556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1pPr>
      <a:lvl2pPr marL="989013" indent="-3794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2pPr>
      <a:lvl3pPr marL="15224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3pPr>
      <a:lvl4pPr marL="21320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4pPr>
      <a:lvl5pPr marL="27416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5pPr>
      <a:lvl6pPr marL="3352335" indent="-304758" algn="l" defTabSz="609515" rtl="0" eaLnBrk="1" latinLnBrk="0" hangingPunct="1">
        <a:spcBef>
          <a:spcPct val="20000"/>
        </a:spcBef>
        <a:buFont typeface="Arial"/>
        <a:buChar char="•"/>
        <a:defRPr sz="2667" kern="1200">
          <a:solidFill>
            <a:schemeClr val="tx1"/>
          </a:solidFill>
          <a:latin typeface="+mn-lt"/>
          <a:ea typeface="+mn-ea"/>
          <a:cs typeface="+mn-cs"/>
        </a:defRPr>
      </a:lvl6pPr>
      <a:lvl7pPr marL="3961850" indent="-304758" algn="l" defTabSz="609515" rtl="0" eaLnBrk="1" latinLnBrk="0" hangingPunct="1">
        <a:spcBef>
          <a:spcPct val="20000"/>
        </a:spcBef>
        <a:buFont typeface="Arial"/>
        <a:buChar char="•"/>
        <a:defRPr sz="2667" kern="1200">
          <a:solidFill>
            <a:schemeClr val="tx1"/>
          </a:solidFill>
          <a:latin typeface="+mn-lt"/>
          <a:ea typeface="+mn-ea"/>
          <a:cs typeface="+mn-cs"/>
        </a:defRPr>
      </a:lvl7pPr>
      <a:lvl8pPr marL="4571366" indent="-304758" algn="l" defTabSz="609515" rtl="0" eaLnBrk="1" latinLnBrk="0" hangingPunct="1">
        <a:spcBef>
          <a:spcPct val="20000"/>
        </a:spcBef>
        <a:buFont typeface="Arial"/>
        <a:buChar char="•"/>
        <a:defRPr sz="2667" kern="1200">
          <a:solidFill>
            <a:schemeClr val="tx1"/>
          </a:solidFill>
          <a:latin typeface="+mn-lt"/>
          <a:ea typeface="+mn-ea"/>
          <a:cs typeface="+mn-cs"/>
        </a:defRPr>
      </a:lvl8pPr>
      <a:lvl9pPr marL="5180881" indent="-304758" algn="l" defTabSz="60951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15" rtl="0" eaLnBrk="1" latinLnBrk="0" hangingPunct="1">
        <a:defRPr sz="2400" kern="1200">
          <a:solidFill>
            <a:schemeClr val="tx1"/>
          </a:solidFill>
          <a:latin typeface="+mn-lt"/>
          <a:ea typeface="+mn-ea"/>
          <a:cs typeface="+mn-cs"/>
        </a:defRPr>
      </a:lvl1pPr>
      <a:lvl2pPr marL="609515" algn="l" defTabSz="609515" rtl="0" eaLnBrk="1" latinLnBrk="0" hangingPunct="1">
        <a:defRPr sz="2400" kern="1200">
          <a:solidFill>
            <a:schemeClr val="tx1"/>
          </a:solidFill>
          <a:latin typeface="+mn-lt"/>
          <a:ea typeface="+mn-ea"/>
          <a:cs typeface="+mn-cs"/>
        </a:defRPr>
      </a:lvl2pPr>
      <a:lvl3pPr marL="1219031" algn="l" defTabSz="609515" rtl="0" eaLnBrk="1" latinLnBrk="0" hangingPunct="1">
        <a:defRPr sz="2400" kern="1200">
          <a:solidFill>
            <a:schemeClr val="tx1"/>
          </a:solidFill>
          <a:latin typeface="+mn-lt"/>
          <a:ea typeface="+mn-ea"/>
          <a:cs typeface="+mn-cs"/>
        </a:defRPr>
      </a:lvl3pPr>
      <a:lvl4pPr marL="1828546" algn="l" defTabSz="609515" rtl="0" eaLnBrk="1" latinLnBrk="0" hangingPunct="1">
        <a:defRPr sz="2400" kern="1200">
          <a:solidFill>
            <a:schemeClr val="tx1"/>
          </a:solidFill>
          <a:latin typeface="+mn-lt"/>
          <a:ea typeface="+mn-ea"/>
          <a:cs typeface="+mn-cs"/>
        </a:defRPr>
      </a:lvl4pPr>
      <a:lvl5pPr marL="2438062" algn="l" defTabSz="609515" rtl="0" eaLnBrk="1" latinLnBrk="0" hangingPunct="1">
        <a:defRPr sz="2400" kern="1200">
          <a:solidFill>
            <a:schemeClr val="tx1"/>
          </a:solidFill>
          <a:latin typeface="+mn-lt"/>
          <a:ea typeface="+mn-ea"/>
          <a:cs typeface="+mn-cs"/>
        </a:defRPr>
      </a:lvl5pPr>
      <a:lvl6pPr marL="3047577" algn="l" defTabSz="609515" rtl="0" eaLnBrk="1" latinLnBrk="0" hangingPunct="1">
        <a:defRPr sz="2400" kern="1200">
          <a:solidFill>
            <a:schemeClr val="tx1"/>
          </a:solidFill>
          <a:latin typeface="+mn-lt"/>
          <a:ea typeface="+mn-ea"/>
          <a:cs typeface="+mn-cs"/>
        </a:defRPr>
      </a:lvl6pPr>
      <a:lvl7pPr marL="3657093" algn="l" defTabSz="609515" rtl="0" eaLnBrk="1" latinLnBrk="0" hangingPunct="1">
        <a:defRPr sz="2400" kern="1200">
          <a:solidFill>
            <a:schemeClr val="tx1"/>
          </a:solidFill>
          <a:latin typeface="+mn-lt"/>
          <a:ea typeface="+mn-ea"/>
          <a:cs typeface="+mn-cs"/>
        </a:defRPr>
      </a:lvl7pPr>
      <a:lvl8pPr marL="4266608" algn="l" defTabSz="609515" rtl="0" eaLnBrk="1" latinLnBrk="0" hangingPunct="1">
        <a:defRPr sz="2400" kern="1200">
          <a:solidFill>
            <a:schemeClr val="tx1"/>
          </a:solidFill>
          <a:latin typeface="+mn-lt"/>
          <a:ea typeface="+mn-ea"/>
          <a:cs typeface="+mn-cs"/>
        </a:defRPr>
      </a:lvl8pPr>
      <a:lvl9pPr marL="4876123" algn="l" defTabSz="609515" rtl="0" eaLnBrk="1" latinLnBrk="0"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1">
          <a:blip r:embed="rId24">
            <a:lum/>
          </a:blip>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0"/>
            <a:ext cx="12192000" cy="6858000"/>
          </a:xfrm>
          <a:prstGeom prst="rect">
            <a:avLst/>
          </a:prstGeom>
          <a:solidFill>
            <a:srgbClr val="F4F4F4"/>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dirty="0">
              <a:solidFill>
                <a:srgbClr val="F4F4F4"/>
              </a:solidFill>
            </a:endParaRPr>
          </a:p>
        </p:txBody>
      </p:sp>
      <p:sp>
        <p:nvSpPr>
          <p:cNvPr id="180227" name="Title Placeholder 1"/>
          <p:cNvSpPr>
            <a:spLocks noGrp="1"/>
          </p:cNvSpPr>
          <p:nvPr>
            <p:ph type="title"/>
          </p:nvPr>
        </p:nvSpPr>
        <p:spPr bwMode="auto">
          <a:xfrm>
            <a:off x="609600" y="565150"/>
            <a:ext cx="10972800" cy="561975"/>
          </a:xfrm>
          <a:prstGeom prst="rect">
            <a:avLst/>
          </a:prstGeom>
          <a:noFill/>
          <a:ln w="9525">
            <a:noFill/>
            <a:miter lim="800000"/>
            <a:headEnd/>
            <a:tailEnd/>
          </a:ln>
        </p:spPr>
        <p:txBody>
          <a:bodyPr vert="horz" wrap="square" lIns="91430" tIns="45715" rIns="91430" bIns="45715" numCol="1" anchor="ctr" anchorCtr="0" compatLnSpc="1">
            <a:prstTxWarp prst="textNoShape">
              <a:avLst/>
            </a:prstTxWarp>
          </a:bodyPr>
          <a:lstStyle/>
          <a:p>
            <a:pPr lvl="0"/>
            <a:r>
              <a:rPr lang="en-US" smtClean="0"/>
              <a:t>Click to edit Master title style</a:t>
            </a:r>
          </a:p>
        </p:txBody>
      </p:sp>
      <p:sp>
        <p:nvSpPr>
          <p:cNvPr id="180228" name="Text Placeholder 2"/>
          <p:cNvSpPr>
            <a:spLocks noGrp="1"/>
          </p:cNvSpPr>
          <p:nvPr>
            <p:ph type="body" idx="1"/>
          </p:nvPr>
        </p:nvSpPr>
        <p:spPr bwMode="auto">
          <a:xfrm>
            <a:off x="609600" y="1600200"/>
            <a:ext cx="10972800" cy="3949700"/>
          </a:xfrm>
          <a:prstGeom prst="rect">
            <a:avLst/>
          </a:prstGeom>
          <a:noFill/>
          <a:ln w="9525">
            <a:noFill/>
            <a:miter lim="800000"/>
            <a:headEnd/>
            <a:tailEnd/>
          </a:ln>
        </p:spPr>
        <p:txBody>
          <a:bodyPr vert="horz" wrap="square" lIns="91430" tIns="45715" rIns="91430" bIns="45715"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Tree>
  </p:cSld>
  <p:clrMap bg1="lt1" tx1="dk1" bg2="lt2" tx2="dk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 id="2147484596" r:id="rId12"/>
    <p:sldLayoutId id="2147484597" r:id="rId13"/>
    <p:sldLayoutId id="2147484598" r:id="rId14"/>
    <p:sldLayoutId id="2147484599" r:id="rId15"/>
    <p:sldLayoutId id="2147484600" r:id="rId16"/>
    <p:sldLayoutId id="2147484601" r:id="rId17"/>
    <p:sldLayoutId id="2147484602" r:id="rId18"/>
    <p:sldLayoutId id="2147484603" r:id="rId19"/>
    <p:sldLayoutId id="2147484604" r:id="rId20"/>
    <p:sldLayoutId id="2147484471" r:id="rId21"/>
    <p:sldLayoutId id="2147484470" r:id="rId2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608013" rtl="0" eaLnBrk="0" fontAlgn="base" hangingPunct="0">
        <a:spcBef>
          <a:spcPct val="0"/>
        </a:spcBef>
        <a:spcAft>
          <a:spcPct val="0"/>
        </a:spcAft>
        <a:defRPr sz="2600" kern="1200">
          <a:solidFill>
            <a:schemeClr val="tx1"/>
          </a:solidFill>
          <a:latin typeface="Roboto Light"/>
          <a:ea typeface="Roboto Light"/>
          <a:cs typeface="Roboto Light"/>
        </a:defRPr>
      </a:lvl1pPr>
      <a:lvl2pPr algn="l" defTabSz="608013" rtl="0" eaLnBrk="0" fontAlgn="base" hangingPunct="0">
        <a:spcBef>
          <a:spcPct val="0"/>
        </a:spcBef>
        <a:spcAft>
          <a:spcPct val="0"/>
        </a:spcAft>
        <a:defRPr sz="2600">
          <a:solidFill>
            <a:schemeClr val="tx1"/>
          </a:solidFill>
          <a:latin typeface="Roboto Light"/>
          <a:ea typeface="Roboto Light"/>
          <a:cs typeface="Roboto Light"/>
        </a:defRPr>
      </a:lvl2pPr>
      <a:lvl3pPr algn="l" defTabSz="608013" rtl="0" eaLnBrk="0" fontAlgn="base" hangingPunct="0">
        <a:spcBef>
          <a:spcPct val="0"/>
        </a:spcBef>
        <a:spcAft>
          <a:spcPct val="0"/>
        </a:spcAft>
        <a:defRPr sz="2600">
          <a:solidFill>
            <a:schemeClr val="tx1"/>
          </a:solidFill>
          <a:latin typeface="Roboto Light"/>
          <a:ea typeface="Roboto Light"/>
          <a:cs typeface="Roboto Light"/>
        </a:defRPr>
      </a:lvl3pPr>
      <a:lvl4pPr algn="l" defTabSz="608013" rtl="0" eaLnBrk="0" fontAlgn="base" hangingPunct="0">
        <a:spcBef>
          <a:spcPct val="0"/>
        </a:spcBef>
        <a:spcAft>
          <a:spcPct val="0"/>
        </a:spcAft>
        <a:defRPr sz="2600">
          <a:solidFill>
            <a:schemeClr val="tx1"/>
          </a:solidFill>
          <a:latin typeface="Roboto Light"/>
          <a:ea typeface="Roboto Light"/>
          <a:cs typeface="Roboto Light"/>
        </a:defRPr>
      </a:lvl4pPr>
      <a:lvl5pPr algn="l" defTabSz="608013" rtl="0" eaLnBrk="0" fontAlgn="base" hangingPunct="0">
        <a:spcBef>
          <a:spcPct val="0"/>
        </a:spcBef>
        <a:spcAft>
          <a:spcPct val="0"/>
        </a:spcAft>
        <a:defRPr sz="2600">
          <a:solidFill>
            <a:schemeClr val="tx1"/>
          </a:solidFill>
          <a:latin typeface="Roboto Light"/>
          <a:ea typeface="Roboto Light"/>
          <a:cs typeface="Roboto Light"/>
        </a:defRPr>
      </a:lvl5pPr>
      <a:lvl6pPr marL="457200" algn="l" defTabSz="608013" rtl="0" fontAlgn="base">
        <a:spcBef>
          <a:spcPct val="0"/>
        </a:spcBef>
        <a:spcAft>
          <a:spcPct val="0"/>
        </a:spcAft>
        <a:defRPr sz="2600">
          <a:solidFill>
            <a:schemeClr val="tx1"/>
          </a:solidFill>
          <a:latin typeface="Roboto Light"/>
          <a:ea typeface="Roboto Light"/>
          <a:cs typeface="Roboto Light"/>
        </a:defRPr>
      </a:lvl6pPr>
      <a:lvl7pPr marL="914400" algn="l" defTabSz="608013" rtl="0" fontAlgn="base">
        <a:spcBef>
          <a:spcPct val="0"/>
        </a:spcBef>
        <a:spcAft>
          <a:spcPct val="0"/>
        </a:spcAft>
        <a:defRPr sz="2600">
          <a:solidFill>
            <a:schemeClr val="tx1"/>
          </a:solidFill>
          <a:latin typeface="Roboto Light"/>
          <a:ea typeface="Roboto Light"/>
          <a:cs typeface="Roboto Light"/>
        </a:defRPr>
      </a:lvl7pPr>
      <a:lvl8pPr marL="1371600" algn="l" defTabSz="608013" rtl="0" fontAlgn="base">
        <a:spcBef>
          <a:spcPct val="0"/>
        </a:spcBef>
        <a:spcAft>
          <a:spcPct val="0"/>
        </a:spcAft>
        <a:defRPr sz="2600">
          <a:solidFill>
            <a:schemeClr val="tx1"/>
          </a:solidFill>
          <a:latin typeface="Roboto Light"/>
          <a:ea typeface="Roboto Light"/>
          <a:cs typeface="Roboto Light"/>
        </a:defRPr>
      </a:lvl8pPr>
      <a:lvl9pPr marL="1828800" algn="l" defTabSz="608013" rtl="0" fontAlgn="base">
        <a:spcBef>
          <a:spcPct val="0"/>
        </a:spcBef>
        <a:spcAft>
          <a:spcPct val="0"/>
        </a:spcAft>
        <a:defRPr sz="2600">
          <a:solidFill>
            <a:schemeClr val="tx1"/>
          </a:solidFill>
          <a:latin typeface="Roboto Light"/>
          <a:ea typeface="Roboto Light"/>
          <a:cs typeface="Roboto Light"/>
        </a:defRPr>
      </a:lvl9pPr>
    </p:titleStyle>
    <p:bodyStyle>
      <a:lvl1pPr marL="455613" indent="-4556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1pPr>
      <a:lvl2pPr marL="989013" indent="-3794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2pPr>
      <a:lvl3pPr marL="15224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3pPr>
      <a:lvl4pPr marL="21320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4pPr>
      <a:lvl5pPr marL="2741613" indent="-303213" algn="l" defTabSz="608013" rtl="0" eaLnBrk="0" fontAlgn="base" hangingPunct="0">
        <a:spcBef>
          <a:spcPct val="20000"/>
        </a:spcBef>
        <a:spcAft>
          <a:spcPct val="0"/>
        </a:spcAft>
        <a:buFont typeface="Arial" charset="0"/>
        <a:buChar char="»"/>
        <a:defRPr sz="1300" kern="1200">
          <a:solidFill>
            <a:schemeClr val="tx2"/>
          </a:solidFill>
          <a:latin typeface="Roboto Light"/>
          <a:ea typeface="Roboto Light"/>
          <a:cs typeface="Roboto Light"/>
        </a:defRPr>
      </a:lvl5pPr>
      <a:lvl6pPr marL="3352335" indent="-304758" algn="l" defTabSz="609515" rtl="0" eaLnBrk="1" latinLnBrk="0" hangingPunct="1">
        <a:spcBef>
          <a:spcPct val="20000"/>
        </a:spcBef>
        <a:buFont typeface="Arial"/>
        <a:buChar char="•"/>
        <a:defRPr sz="2667" kern="1200">
          <a:solidFill>
            <a:schemeClr val="tx1"/>
          </a:solidFill>
          <a:latin typeface="+mn-lt"/>
          <a:ea typeface="+mn-ea"/>
          <a:cs typeface="+mn-cs"/>
        </a:defRPr>
      </a:lvl6pPr>
      <a:lvl7pPr marL="3961850" indent="-304758" algn="l" defTabSz="609515" rtl="0" eaLnBrk="1" latinLnBrk="0" hangingPunct="1">
        <a:spcBef>
          <a:spcPct val="20000"/>
        </a:spcBef>
        <a:buFont typeface="Arial"/>
        <a:buChar char="•"/>
        <a:defRPr sz="2667" kern="1200">
          <a:solidFill>
            <a:schemeClr val="tx1"/>
          </a:solidFill>
          <a:latin typeface="+mn-lt"/>
          <a:ea typeface="+mn-ea"/>
          <a:cs typeface="+mn-cs"/>
        </a:defRPr>
      </a:lvl7pPr>
      <a:lvl8pPr marL="4571366" indent="-304758" algn="l" defTabSz="609515" rtl="0" eaLnBrk="1" latinLnBrk="0" hangingPunct="1">
        <a:spcBef>
          <a:spcPct val="20000"/>
        </a:spcBef>
        <a:buFont typeface="Arial"/>
        <a:buChar char="•"/>
        <a:defRPr sz="2667" kern="1200">
          <a:solidFill>
            <a:schemeClr val="tx1"/>
          </a:solidFill>
          <a:latin typeface="+mn-lt"/>
          <a:ea typeface="+mn-ea"/>
          <a:cs typeface="+mn-cs"/>
        </a:defRPr>
      </a:lvl8pPr>
      <a:lvl9pPr marL="5180881" indent="-304758" algn="l" defTabSz="60951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15" rtl="0" eaLnBrk="1" latinLnBrk="0" hangingPunct="1">
        <a:defRPr sz="2400" kern="1200">
          <a:solidFill>
            <a:schemeClr val="tx1"/>
          </a:solidFill>
          <a:latin typeface="+mn-lt"/>
          <a:ea typeface="+mn-ea"/>
          <a:cs typeface="+mn-cs"/>
        </a:defRPr>
      </a:lvl1pPr>
      <a:lvl2pPr marL="609515" algn="l" defTabSz="609515" rtl="0" eaLnBrk="1" latinLnBrk="0" hangingPunct="1">
        <a:defRPr sz="2400" kern="1200">
          <a:solidFill>
            <a:schemeClr val="tx1"/>
          </a:solidFill>
          <a:latin typeface="+mn-lt"/>
          <a:ea typeface="+mn-ea"/>
          <a:cs typeface="+mn-cs"/>
        </a:defRPr>
      </a:lvl2pPr>
      <a:lvl3pPr marL="1219031" algn="l" defTabSz="609515" rtl="0" eaLnBrk="1" latinLnBrk="0" hangingPunct="1">
        <a:defRPr sz="2400" kern="1200">
          <a:solidFill>
            <a:schemeClr val="tx1"/>
          </a:solidFill>
          <a:latin typeface="+mn-lt"/>
          <a:ea typeface="+mn-ea"/>
          <a:cs typeface="+mn-cs"/>
        </a:defRPr>
      </a:lvl3pPr>
      <a:lvl4pPr marL="1828546" algn="l" defTabSz="609515" rtl="0" eaLnBrk="1" latinLnBrk="0" hangingPunct="1">
        <a:defRPr sz="2400" kern="1200">
          <a:solidFill>
            <a:schemeClr val="tx1"/>
          </a:solidFill>
          <a:latin typeface="+mn-lt"/>
          <a:ea typeface="+mn-ea"/>
          <a:cs typeface="+mn-cs"/>
        </a:defRPr>
      </a:lvl4pPr>
      <a:lvl5pPr marL="2438062" algn="l" defTabSz="609515" rtl="0" eaLnBrk="1" latinLnBrk="0" hangingPunct="1">
        <a:defRPr sz="2400" kern="1200">
          <a:solidFill>
            <a:schemeClr val="tx1"/>
          </a:solidFill>
          <a:latin typeface="+mn-lt"/>
          <a:ea typeface="+mn-ea"/>
          <a:cs typeface="+mn-cs"/>
        </a:defRPr>
      </a:lvl5pPr>
      <a:lvl6pPr marL="3047577" algn="l" defTabSz="609515" rtl="0" eaLnBrk="1" latinLnBrk="0" hangingPunct="1">
        <a:defRPr sz="2400" kern="1200">
          <a:solidFill>
            <a:schemeClr val="tx1"/>
          </a:solidFill>
          <a:latin typeface="+mn-lt"/>
          <a:ea typeface="+mn-ea"/>
          <a:cs typeface="+mn-cs"/>
        </a:defRPr>
      </a:lvl6pPr>
      <a:lvl7pPr marL="3657093" algn="l" defTabSz="609515" rtl="0" eaLnBrk="1" latinLnBrk="0" hangingPunct="1">
        <a:defRPr sz="2400" kern="1200">
          <a:solidFill>
            <a:schemeClr val="tx1"/>
          </a:solidFill>
          <a:latin typeface="+mn-lt"/>
          <a:ea typeface="+mn-ea"/>
          <a:cs typeface="+mn-cs"/>
        </a:defRPr>
      </a:lvl7pPr>
      <a:lvl8pPr marL="4266608" algn="l" defTabSz="609515" rtl="0" eaLnBrk="1" latinLnBrk="0" hangingPunct="1">
        <a:defRPr sz="2400" kern="1200">
          <a:solidFill>
            <a:schemeClr val="tx1"/>
          </a:solidFill>
          <a:latin typeface="+mn-lt"/>
          <a:ea typeface="+mn-ea"/>
          <a:cs typeface="+mn-cs"/>
        </a:defRPr>
      </a:lvl8pPr>
      <a:lvl9pPr marL="4876123" algn="l" defTabSz="609515" rtl="0" eaLnBrk="1" latinLnBrk="0"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03778"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203779"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FE41C65E-C117-1845-88F7-9A152863A622}"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5196B349-D6DE-499C-9F9A-C17ED0ED317E}"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05" r:id="rId1"/>
    <p:sldLayoutId id="2147484606" r:id="rId2"/>
    <p:sldLayoutId id="2147484607" r:id="rId3"/>
    <p:sldLayoutId id="2147484608" r:id="rId4"/>
    <p:sldLayoutId id="2147484609" r:id="rId5"/>
    <p:sldLayoutId id="2147484610" r:id="rId6"/>
    <p:sldLayoutId id="2147484611" r:id="rId7"/>
    <p:sldLayoutId id="2147484612" r:id="rId8"/>
    <p:sldLayoutId id="2147484613" r:id="rId9"/>
    <p:sldLayoutId id="2147484614" r:id="rId10"/>
    <p:sldLayoutId id="2147484615"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1606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21606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CA41D1E9-3EE1-584C-9E17-984232F9A62B}"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7B239F52-727D-4B58-ADF7-4DC43E627A16}"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16" r:id="rId1"/>
    <p:sldLayoutId id="2147484617" r:id="rId2"/>
    <p:sldLayoutId id="2147484618" r:id="rId3"/>
    <p:sldLayoutId id="2147484619" r:id="rId4"/>
    <p:sldLayoutId id="2147484620" r:id="rId5"/>
    <p:sldLayoutId id="2147484621" r:id="rId6"/>
    <p:sldLayoutId id="2147484622" r:id="rId7"/>
    <p:sldLayoutId id="2147484623" r:id="rId8"/>
    <p:sldLayoutId id="2147484624" r:id="rId9"/>
    <p:sldLayoutId id="2147484625" r:id="rId10"/>
    <p:sldLayoutId id="2147484626"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28354"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228355"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DA785C8B-D369-9242-88D2-5058CD1D6FEF}"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47AE1AA5-8653-4726-9D2F-273BEE8559F7}"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27" r:id="rId1"/>
    <p:sldLayoutId id="2147484628" r:id="rId2"/>
    <p:sldLayoutId id="2147484629" r:id="rId3"/>
    <p:sldLayoutId id="2147484630" r:id="rId4"/>
    <p:sldLayoutId id="2147484631" r:id="rId5"/>
    <p:sldLayoutId id="2147484632" r:id="rId6"/>
    <p:sldLayoutId id="2147484633" r:id="rId7"/>
    <p:sldLayoutId id="2147484634" r:id="rId8"/>
    <p:sldLayoutId id="2147484635" r:id="rId9"/>
    <p:sldLayoutId id="2147484636" r:id="rId10"/>
    <p:sldLayoutId id="2147484637"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40642"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240643"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4ECAA255-1901-9742-96B4-36BADC5F3A3D}"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69C7C174-1EF8-431D-B7D5-71DAE80B9F94}"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38" r:id="rId1"/>
    <p:sldLayoutId id="2147484639" r:id="rId2"/>
    <p:sldLayoutId id="2147484640" r:id="rId3"/>
    <p:sldLayoutId id="2147484641" r:id="rId4"/>
    <p:sldLayoutId id="2147484642" r:id="rId5"/>
    <p:sldLayoutId id="2147484643" r:id="rId6"/>
    <p:sldLayoutId id="2147484644" r:id="rId7"/>
    <p:sldLayoutId id="2147484645" r:id="rId8"/>
    <p:sldLayoutId id="2147484646" r:id="rId9"/>
    <p:sldLayoutId id="2147484647" r:id="rId10"/>
    <p:sldLayoutId id="2147484648"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649" r:id="rId1"/>
    <p:sldLayoutId id="2147484650" r:id="rId2"/>
    <p:sldLayoutId id="2147484651" r:id="rId3"/>
    <p:sldLayoutId id="2147484652" r:id="rId4"/>
    <p:sldLayoutId id="2147484653" r:id="rId5"/>
    <p:sldLayoutId id="2147484654" r:id="rId6"/>
    <p:sldLayoutId id="2147484655" r:id="rId7"/>
    <p:sldLayoutId id="2147484656" r:id="rId8"/>
    <p:sldLayoutId id="2147484657" r:id="rId9"/>
    <p:sldLayoutId id="2147484658" r:id="rId10"/>
    <p:sldLayoutId id="2147484659"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65218"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265219"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47065662-0DD6-3B46-9CA7-0636B3F8505E}"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20AB7852-8D04-44C8-91E5-E5B7FC3F6FDA}"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60" r:id="rId1"/>
    <p:sldLayoutId id="2147484661" r:id="rId2"/>
    <p:sldLayoutId id="2147484662" r:id="rId3"/>
    <p:sldLayoutId id="2147484663" r:id="rId4"/>
    <p:sldLayoutId id="2147484664" r:id="rId5"/>
    <p:sldLayoutId id="2147484665" r:id="rId6"/>
    <p:sldLayoutId id="2147484666" r:id="rId7"/>
    <p:sldLayoutId id="2147484667" r:id="rId8"/>
    <p:sldLayoutId id="2147484668" r:id="rId9"/>
    <p:sldLayoutId id="2147484669" r:id="rId10"/>
    <p:sldLayoutId id="2147484670"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1">
          <a:blip r:embed="rId25">
            <a:lum/>
          </a:blip>
          <a:srcRect/>
          <a:stretch>
            <a:fillRect/>
          </a:stretch>
        </a:blipFill>
        <a:effectLst/>
      </p:bgPr>
    </p:bg>
    <p:spTree>
      <p:nvGrpSpPr>
        <p:cNvPr id="1" name=""/>
        <p:cNvGrpSpPr/>
        <p:nvPr/>
      </p:nvGrpSpPr>
      <p:grpSpPr>
        <a:xfrm>
          <a:off x="0" y="0"/>
          <a:ext cx="0" cy="0"/>
          <a:chOff x="0" y="0"/>
          <a:chExt cx="0" cy="0"/>
        </a:xfrm>
      </p:grpSpPr>
      <p:sp>
        <p:nvSpPr>
          <p:cNvPr id="8" name="Oval 7"/>
          <p:cNvSpPr/>
          <p:nvPr userDrawn="1"/>
        </p:nvSpPr>
        <p:spPr>
          <a:xfrm>
            <a:off x="10968038" y="581025"/>
            <a:ext cx="393700" cy="39211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544211" fontAlgn="auto">
              <a:spcBef>
                <a:spcPts val="0"/>
              </a:spcBef>
              <a:spcAft>
                <a:spcPts val="0"/>
              </a:spcAft>
              <a:defRPr/>
            </a:pPr>
            <a:endParaRPr lang="en-US" sz="2150">
              <a:solidFill>
                <a:prstClr val="white"/>
              </a:solidFill>
            </a:endParaRPr>
          </a:p>
        </p:txBody>
      </p:sp>
      <p:sp>
        <p:nvSpPr>
          <p:cNvPr id="277507" name="Title Placeholder 1"/>
          <p:cNvSpPr>
            <a:spLocks noGrp="1"/>
          </p:cNvSpPr>
          <p:nvPr>
            <p:ph type="title"/>
          </p:nvPr>
        </p:nvSpPr>
        <p:spPr bwMode="auto">
          <a:xfrm>
            <a:off x="609600" y="274638"/>
            <a:ext cx="10972800" cy="1143000"/>
          </a:xfrm>
          <a:prstGeom prst="rect">
            <a:avLst/>
          </a:prstGeom>
          <a:noFill/>
          <a:ln w="9525">
            <a:noFill/>
            <a:miter lim="800000"/>
            <a:headEnd/>
            <a:tailEnd/>
          </a:ln>
        </p:spPr>
        <p:txBody>
          <a:bodyPr vert="horz" wrap="square" lIns="217728" tIns="108864" rIns="217728" bIns="108864" numCol="1" anchor="ctr" anchorCtr="0" compatLnSpc="1">
            <a:prstTxWarp prst="textNoShape">
              <a:avLst/>
            </a:prstTxWarp>
          </a:bodyPr>
          <a:lstStyle/>
          <a:p>
            <a:pPr lvl="0"/>
            <a:r>
              <a:rPr lang="en-US" smtClean="0"/>
              <a:t>Click to edit Master title style</a:t>
            </a:r>
          </a:p>
        </p:txBody>
      </p:sp>
      <p:sp>
        <p:nvSpPr>
          <p:cNvPr id="277508" name="Text Placeholder 2"/>
          <p:cNvSpPr>
            <a:spLocks noGrp="1"/>
          </p:cNvSpPr>
          <p:nvPr>
            <p:ph type="body" idx="1"/>
          </p:nvPr>
        </p:nvSpPr>
        <p:spPr bwMode="auto">
          <a:xfrm>
            <a:off x="609600" y="1600200"/>
            <a:ext cx="10972800" cy="4525963"/>
          </a:xfrm>
          <a:prstGeom prst="rect">
            <a:avLst/>
          </a:prstGeom>
          <a:noFill/>
          <a:ln w="9525">
            <a:noFill/>
            <a:miter lim="800000"/>
            <a:headEnd/>
            <a:tailEnd/>
          </a:ln>
        </p:spPr>
        <p:txBody>
          <a:bodyPr vert="horz" wrap="square" lIns="217728" tIns="108864" rIns="217728" bIns="108864"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609600" y="6356350"/>
            <a:ext cx="2844800" cy="365125"/>
          </a:xfrm>
          <a:prstGeom prst="rect">
            <a:avLst/>
          </a:prstGeom>
        </p:spPr>
        <p:txBody>
          <a:bodyPr vert="horz" wrap="square" lIns="217728" tIns="108864" rIns="217728" bIns="108864" numCol="1" anchor="ctr" anchorCtr="0" compatLnSpc="1">
            <a:prstTxWarp prst="textNoShape">
              <a:avLst/>
            </a:prstTxWarp>
          </a:bodyPr>
          <a:lstStyle>
            <a:lvl1pPr>
              <a:defRPr sz="1400">
                <a:solidFill>
                  <a:srgbClr val="A5A6A5"/>
                </a:solidFill>
              </a:defRPr>
            </a:lvl1pPr>
          </a:lstStyle>
          <a:p>
            <a:pPr>
              <a:defRPr/>
            </a:pPr>
            <a:fld id="{4A771B43-8666-7549-9325-AE3B3ABFE67E}" type="datetime1">
              <a:rPr lang="en-US" smtClean="0"/>
              <a:t>9/22/16</a:t>
            </a:fld>
            <a:endParaRPr lang="el-GR"/>
          </a:p>
        </p:txBody>
      </p:sp>
      <p:sp>
        <p:nvSpPr>
          <p:cNvPr id="5" name="Footer Placeholder 4"/>
          <p:cNvSpPr>
            <a:spLocks noGrp="1"/>
          </p:cNvSpPr>
          <p:nvPr>
            <p:ph type="ftr" sz="quarter" idx="3"/>
          </p:nvPr>
        </p:nvSpPr>
        <p:spPr>
          <a:xfrm>
            <a:off x="4165600" y="6356350"/>
            <a:ext cx="3860800" cy="365125"/>
          </a:xfrm>
          <a:prstGeom prst="rect">
            <a:avLst/>
          </a:prstGeom>
        </p:spPr>
        <p:txBody>
          <a:bodyPr vert="horz" wrap="square" lIns="217728" tIns="108864" rIns="217728" bIns="108864" numCol="1" anchor="ctr" anchorCtr="0" compatLnSpc="1">
            <a:prstTxWarp prst="textNoShape">
              <a:avLst/>
            </a:prstTxWarp>
          </a:bodyPr>
          <a:lstStyle>
            <a:lvl1pPr algn="ctr">
              <a:defRPr sz="1400">
                <a:solidFill>
                  <a:srgbClr val="A5A6A5"/>
                </a:solidFill>
              </a:defRPr>
            </a:lvl1pPr>
          </a:lstStyle>
          <a:p>
            <a:pPr>
              <a:defRPr/>
            </a:pPr>
            <a:r>
              <a:rPr lang="ar-SA" smtClean="0"/>
              <a:t>موسوعة تكنولوجيا التعليم</a:t>
            </a:r>
            <a:endParaRPr lang="el-GR"/>
          </a:p>
        </p:txBody>
      </p:sp>
      <p:sp>
        <p:nvSpPr>
          <p:cNvPr id="6" name="Slide Number Placeholder 5"/>
          <p:cNvSpPr>
            <a:spLocks noGrp="1"/>
          </p:cNvSpPr>
          <p:nvPr>
            <p:ph type="sldNum" sz="quarter" idx="4"/>
          </p:nvPr>
        </p:nvSpPr>
        <p:spPr>
          <a:xfrm>
            <a:off x="10929938" y="593725"/>
            <a:ext cx="465137" cy="331788"/>
          </a:xfrm>
          <a:prstGeom prst="rect">
            <a:avLst/>
          </a:prstGeom>
        </p:spPr>
        <p:txBody>
          <a:bodyPr vert="horz" wrap="square" lIns="217728" tIns="108864" rIns="217728" bIns="108864" numCol="1" anchor="ctr" anchorCtr="0" compatLnSpc="1">
            <a:prstTxWarp prst="textNoShape">
              <a:avLst/>
            </a:prstTxWarp>
          </a:bodyPr>
          <a:lstStyle>
            <a:lvl1pPr algn="ctr">
              <a:defRPr sz="1200">
                <a:solidFill>
                  <a:srgbClr val="FFFFFF"/>
                </a:solidFill>
                <a:latin typeface="Roboto Regular"/>
                <a:ea typeface="Roboto Regular"/>
                <a:cs typeface="Roboto Regular"/>
              </a:defRPr>
            </a:lvl1pPr>
          </a:lstStyle>
          <a:p>
            <a:pPr>
              <a:defRPr/>
            </a:pPr>
            <a:fld id="{AF42495D-F95F-4A7D-81B4-7C167E54333C}" type="slidenum">
              <a:rPr lang="en-US"/>
              <a:pPr>
                <a:defRPr/>
              </a:pPr>
              <a:t>‹#›</a:t>
            </a:fld>
            <a:endParaRPr lang="en-US"/>
          </a:p>
        </p:txBody>
      </p:sp>
      <p:sp>
        <p:nvSpPr>
          <p:cNvPr id="7" name="Line 1"/>
          <p:cNvSpPr>
            <a:spLocks noChangeShapeType="1"/>
          </p:cNvSpPr>
          <p:nvPr userDrawn="1"/>
        </p:nvSpPr>
        <p:spPr bwMode="auto">
          <a:xfrm>
            <a:off x="906463" y="1155700"/>
            <a:ext cx="10425112" cy="0"/>
          </a:xfrm>
          <a:prstGeom prst="line">
            <a:avLst/>
          </a:prstGeom>
          <a:noFill/>
          <a:ln w="28575" cap="flat" cmpd="sng">
            <a:solidFill>
              <a:schemeClr val="tx2"/>
            </a:solidFill>
            <a:prstDash val="solid"/>
            <a:miter lim="800000"/>
            <a:headEnd type="none" w="med" len="med"/>
            <a:tailEnd type="none" w="med" len="med"/>
          </a:ln>
          <a:effectLst/>
          <a:extLst>
            <a:ext uri="{909E8E84-426E-40dd-AFC4-6F175D3DCCD1}"/>
          </a:extLst>
        </p:spPr>
        <p:txBody>
          <a:bodyPr lIns="0" tIns="0" rIns="0" bIns="0"/>
          <a:lstStyle/>
          <a:p>
            <a:pPr defTabSz="544211" fontAlgn="auto">
              <a:spcBef>
                <a:spcPts val="0"/>
              </a:spcBef>
              <a:spcAft>
                <a:spcPts val="0"/>
              </a:spcAft>
              <a:defRPr/>
            </a:pPr>
            <a:endParaRPr lang="en-US" sz="2150">
              <a:solidFill>
                <a:srgbClr val="737572"/>
              </a:solidFill>
              <a:latin typeface="Calibri"/>
              <a:cs typeface="+mn-cs"/>
            </a:endParaRPr>
          </a:p>
        </p:txBody>
      </p:sp>
    </p:spTree>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 id="2147484690" r:id="rId20"/>
    <p:sldLayoutId id="2147484691" r:id="rId21"/>
    <p:sldLayoutId id="2147484692" r:id="rId22"/>
    <p:sldLayoutId id="2147484693" r:id="rId23"/>
  </p:sldLayoutIdLst>
  <p:transition spd="med"/>
  <p:timing>
    <p:tnLst>
      <p:par>
        <p:cTn id="1" dur="indefinite" restart="never" nodeType="tmRoot"/>
      </p:par>
    </p:tnLst>
  </p:timing>
  <p:hf sldNum="0" hdr="0" dt="0"/>
  <p:txStyles>
    <p:titleStyle>
      <a:lvl1pPr algn="ctr" defTabSz="542925" rtl="0" eaLnBrk="0" fontAlgn="base" hangingPunct="0">
        <a:spcBef>
          <a:spcPct val="0"/>
        </a:spcBef>
        <a:spcAft>
          <a:spcPct val="0"/>
        </a:spcAft>
        <a:defRPr sz="3200" kern="1200">
          <a:solidFill>
            <a:schemeClr val="tx1"/>
          </a:solidFill>
          <a:latin typeface="Roboto Light"/>
          <a:ea typeface="Roboto Light"/>
          <a:cs typeface="Roboto Light"/>
        </a:defRPr>
      </a:lvl1pPr>
      <a:lvl2pPr algn="ctr" defTabSz="542925" rtl="0" eaLnBrk="0" fontAlgn="base" hangingPunct="0">
        <a:spcBef>
          <a:spcPct val="0"/>
        </a:spcBef>
        <a:spcAft>
          <a:spcPct val="0"/>
        </a:spcAft>
        <a:defRPr sz="3200">
          <a:solidFill>
            <a:schemeClr val="tx1"/>
          </a:solidFill>
          <a:latin typeface="Roboto Light"/>
          <a:ea typeface="Roboto Light"/>
          <a:cs typeface="Roboto Light"/>
        </a:defRPr>
      </a:lvl2pPr>
      <a:lvl3pPr algn="ctr" defTabSz="542925" rtl="0" eaLnBrk="0" fontAlgn="base" hangingPunct="0">
        <a:spcBef>
          <a:spcPct val="0"/>
        </a:spcBef>
        <a:spcAft>
          <a:spcPct val="0"/>
        </a:spcAft>
        <a:defRPr sz="3200">
          <a:solidFill>
            <a:schemeClr val="tx1"/>
          </a:solidFill>
          <a:latin typeface="Roboto Light"/>
          <a:ea typeface="Roboto Light"/>
          <a:cs typeface="Roboto Light"/>
        </a:defRPr>
      </a:lvl3pPr>
      <a:lvl4pPr algn="ctr" defTabSz="542925" rtl="0" eaLnBrk="0" fontAlgn="base" hangingPunct="0">
        <a:spcBef>
          <a:spcPct val="0"/>
        </a:spcBef>
        <a:spcAft>
          <a:spcPct val="0"/>
        </a:spcAft>
        <a:defRPr sz="3200">
          <a:solidFill>
            <a:schemeClr val="tx1"/>
          </a:solidFill>
          <a:latin typeface="Roboto Light"/>
          <a:ea typeface="Roboto Light"/>
          <a:cs typeface="Roboto Light"/>
        </a:defRPr>
      </a:lvl4pPr>
      <a:lvl5pPr algn="ctr" defTabSz="542925" rtl="0" eaLnBrk="0" fontAlgn="base" hangingPunct="0">
        <a:spcBef>
          <a:spcPct val="0"/>
        </a:spcBef>
        <a:spcAft>
          <a:spcPct val="0"/>
        </a:spcAft>
        <a:defRPr sz="3200">
          <a:solidFill>
            <a:schemeClr val="tx1"/>
          </a:solidFill>
          <a:latin typeface="Roboto Light"/>
          <a:ea typeface="Roboto Light"/>
          <a:cs typeface="Roboto Light"/>
        </a:defRPr>
      </a:lvl5pPr>
      <a:lvl6pPr marL="457200" algn="ctr" defTabSz="542925" rtl="0" fontAlgn="base">
        <a:spcBef>
          <a:spcPct val="0"/>
        </a:spcBef>
        <a:spcAft>
          <a:spcPct val="0"/>
        </a:spcAft>
        <a:defRPr sz="3200">
          <a:solidFill>
            <a:schemeClr val="tx1"/>
          </a:solidFill>
          <a:latin typeface="Roboto Light"/>
          <a:ea typeface="Roboto Light"/>
          <a:cs typeface="Roboto Light"/>
        </a:defRPr>
      </a:lvl6pPr>
      <a:lvl7pPr marL="914400" algn="ctr" defTabSz="542925" rtl="0" fontAlgn="base">
        <a:spcBef>
          <a:spcPct val="0"/>
        </a:spcBef>
        <a:spcAft>
          <a:spcPct val="0"/>
        </a:spcAft>
        <a:defRPr sz="3200">
          <a:solidFill>
            <a:schemeClr val="tx1"/>
          </a:solidFill>
          <a:latin typeface="Roboto Light"/>
          <a:ea typeface="Roboto Light"/>
          <a:cs typeface="Roboto Light"/>
        </a:defRPr>
      </a:lvl7pPr>
      <a:lvl8pPr marL="1371600" algn="ctr" defTabSz="542925" rtl="0" fontAlgn="base">
        <a:spcBef>
          <a:spcPct val="0"/>
        </a:spcBef>
        <a:spcAft>
          <a:spcPct val="0"/>
        </a:spcAft>
        <a:defRPr sz="3200">
          <a:solidFill>
            <a:schemeClr val="tx1"/>
          </a:solidFill>
          <a:latin typeface="Roboto Light"/>
          <a:ea typeface="Roboto Light"/>
          <a:cs typeface="Roboto Light"/>
        </a:defRPr>
      </a:lvl8pPr>
      <a:lvl9pPr marL="1828800" algn="ctr" defTabSz="542925" rtl="0" fontAlgn="base">
        <a:spcBef>
          <a:spcPct val="0"/>
        </a:spcBef>
        <a:spcAft>
          <a:spcPct val="0"/>
        </a:spcAft>
        <a:defRPr sz="3200">
          <a:solidFill>
            <a:schemeClr val="tx1"/>
          </a:solidFill>
          <a:latin typeface="Roboto Light"/>
          <a:ea typeface="Roboto Light"/>
          <a:cs typeface="Roboto Light"/>
        </a:defRPr>
      </a:lvl9pPr>
    </p:titleStyle>
    <p:bodyStyle>
      <a:lvl1pPr marL="407988" indent="-407988" algn="l" defTabSz="542925" rtl="0" eaLnBrk="0" fontAlgn="base" hangingPunct="0">
        <a:spcBef>
          <a:spcPct val="20000"/>
        </a:spcBef>
        <a:spcAft>
          <a:spcPct val="0"/>
        </a:spcAft>
        <a:buFont typeface="Arial" charset="0"/>
        <a:buChar char="•"/>
        <a:defRPr sz="2400" kern="1200">
          <a:solidFill>
            <a:schemeClr val="tx1"/>
          </a:solidFill>
          <a:latin typeface="Roboto Light"/>
          <a:ea typeface="Roboto Light"/>
          <a:cs typeface="Roboto Light"/>
        </a:defRPr>
      </a:lvl1pPr>
      <a:lvl2pPr marL="884238" indent="-339725" algn="l" defTabSz="542925" rtl="0" eaLnBrk="0" fontAlgn="base" hangingPunct="0">
        <a:spcBef>
          <a:spcPct val="20000"/>
        </a:spcBef>
        <a:spcAft>
          <a:spcPct val="0"/>
        </a:spcAft>
        <a:buFont typeface="Arial" charset="0"/>
        <a:buChar char="–"/>
        <a:defRPr sz="2200" kern="1200">
          <a:solidFill>
            <a:schemeClr val="tx1"/>
          </a:solidFill>
          <a:latin typeface="Roboto Light"/>
          <a:ea typeface="Roboto Light"/>
          <a:cs typeface="Roboto Light"/>
        </a:defRPr>
      </a:lvl2pPr>
      <a:lvl3pPr marL="1360488" indent="-271463" algn="l" defTabSz="542925" rtl="0" eaLnBrk="0" fontAlgn="base" hangingPunct="0">
        <a:spcBef>
          <a:spcPct val="20000"/>
        </a:spcBef>
        <a:spcAft>
          <a:spcPct val="0"/>
        </a:spcAft>
        <a:buFont typeface="Arial" charset="0"/>
        <a:buChar char="•"/>
        <a:defRPr sz="2400" kern="1200">
          <a:solidFill>
            <a:schemeClr val="tx1"/>
          </a:solidFill>
          <a:latin typeface="Roboto Light"/>
          <a:ea typeface="Roboto Light"/>
          <a:cs typeface="Roboto Light"/>
        </a:defRPr>
      </a:lvl3pPr>
      <a:lvl4pPr marL="1903413" indent="-271463" algn="l" defTabSz="542925" rtl="0" eaLnBrk="0" fontAlgn="base" hangingPunct="0">
        <a:spcBef>
          <a:spcPct val="20000"/>
        </a:spcBef>
        <a:spcAft>
          <a:spcPct val="0"/>
        </a:spcAft>
        <a:buFont typeface="Arial" charset="0"/>
        <a:buChar char="–"/>
        <a:defRPr sz="1400" kern="1200">
          <a:solidFill>
            <a:schemeClr val="tx1"/>
          </a:solidFill>
          <a:latin typeface="Roboto Light"/>
          <a:ea typeface="Roboto Light"/>
          <a:cs typeface="Roboto Light"/>
        </a:defRPr>
      </a:lvl4pPr>
      <a:lvl5pPr marL="2447925" indent="-271463" algn="l" defTabSz="542925" rtl="0" eaLnBrk="0" fontAlgn="base" hangingPunct="0">
        <a:spcBef>
          <a:spcPct val="20000"/>
        </a:spcBef>
        <a:spcAft>
          <a:spcPct val="0"/>
        </a:spcAft>
        <a:buFont typeface="Arial" charset="0"/>
        <a:buChar char="»"/>
        <a:defRPr sz="1400" kern="1200">
          <a:solidFill>
            <a:schemeClr val="tx1"/>
          </a:solidFill>
          <a:latin typeface="Roboto Light"/>
          <a:ea typeface="Roboto Light"/>
          <a:cs typeface="Roboto Light"/>
        </a:defRPr>
      </a:lvl5pPr>
      <a:lvl6pPr marL="2993158" indent="-272105" algn="l" defTabSz="544211" rtl="0" eaLnBrk="1" latinLnBrk="0" hangingPunct="1">
        <a:spcBef>
          <a:spcPct val="20000"/>
        </a:spcBef>
        <a:buFont typeface="Arial"/>
        <a:buChar char="•"/>
        <a:defRPr sz="2400" kern="1200">
          <a:solidFill>
            <a:schemeClr val="tx1"/>
          </a:solidFill>
          <a:latin typeface="+mn-lt"/>
          <a:ea typeface="+mn-ea"/>
          <a:cs typeface="+mn-cs"/>
        </a:defRPr>
      </a:lvl6pPr>
      <a:lvl7pPr marL="3537369" indent="-272105" algn="l" defTabSz="544211" rtl="0" eaLnBrk="1" latinLnBrk="0" hangingPunct="1">
        <a:spcBef>
          <a:spcPct val="20000"/>
        </a:spcBef>
        <a:buFont typeface="Arial"/>
        <a:buChar char="•"/>
        <a:defRPr sz="2400" kern="1200">
          <a:solidFill>
            <a:schemeClr val="tx1"/>
          </a:solidFill>
          <a:latin typeface="+mn-lt"/>
          <a:ea typeface="+mn-ea"/>
          <a:cs typeface="+mn-cs"/>
        </a:defRPr>
      </a:lvl7pPr>
      <a:lvl8pPr marL="4081580" indent="-272105" algn="l" defTabSz="544211" rtl="0" eaLnBrk="1" latinLnBrk="0" hangingPunct="1">
        <a:spcBef>
          <a:spcPct val="20000"/>
        </a:spcBef>
        <a:buFont typeface="Arial"/>
        <a:buChar char="•"/>
        <a:defRPr sz="2400" kern="1200">
          <a:solidFill>
            <a:schemeClr val="tx1"/>
          </a:solidFill>
          <a:latin typeface="+mn-lt"/>
          <a:ea typeface="+mn-ea"/>
          <a:cs typeface="+mn-cs"/>
        </a:defRPr>
      </a:lvl8pPr>
      <a:lvl9pPr marL="4625790" indent="-272105" algn="l" defTabSz="544211" rtl="0" eaLnBrk="1" latinLnBrk="0" hangingPunct="1">
        <a:spcBef>
          <a:spcPct val="20000"/>
        </a:spcBef>
        <a:buFont typeface="Arial"/>
        <a:buChar char="•"/>
        <a:defRPr sz="2400" kern="1200">
          <a:solidFill>
            <a:schemeClr val="tx1"/>
          </a:solidFill>
          <a:latin typeface="+mn-lt"/>
          <a:ea typeface="+mn-ea"/>
          <a:cs typeface="+mn-cs"/>
        </a:defRPr>
      </a:lvl9pPr>
    </p:bodyStyle>
    <p:otherStyle>
      <a:defPPr>
        <a:defRPr lang="en-US"/>
      </a:defPPr>
      <a:lvl1pPr marL="0" algn="l" defTabSz="544211" rtl="0" eaLnBrk="1" latinLnBrk="0" hangingPunct="1">
        <a:defRPr sz="2150" kern="1200">
          <a:solidFill>
            <a:schemeClr val="tx1"/>
          </a:solidFill>
          <a:latin typeface="+mn-lt"/>
          <a:ea typeface="+mn-ea"/>
          <a:cs typeface="+mn-cs"/>
        </a:defRPr>
      </a:lvl1pPr>
      <a:lvl2pPr marL="544211" algn="l" defTabSz="544211" rtl="0" eaLnBrk="1" latinLnBrk="0" hangingPunct="1">
        <a:defRPr sz="2150" kern="1200">
          <a:solidFill>
            <a:schemeClr val="tx1"/>
          </a:solidFill>
          <a:latin typeface="+mn-lt"/>
          <a:ea typeface="+mn-ea"/>
          <a:cs typeface="+mn-cs"/>
        </a:defRPr>
      </a:lvl2pPr>
      <a:lvl3pPr marL="1088421" algn="l" defTabSz="544211" rtl="0" eaLnBrk="1" latinLnBrk="0" hangingPunct="1">
        <a:defRPr sz="2150" kern="1200">
          <a:solidFill>
            <a:schemeClr val="tx1"/>
          </a:solidFill>
          <a:latin typeface="+mn-lt"/>
          <a:ea typeface="+mn-ea"/>
          <a:cs typeface="+mn-cs"/>
        </a:defRPr>
      </a:lvl3pPr>
      <a:lvl4pPr marL="1632632" algn="l" defTabSz="544211" rtl="0" eaLnBrk="1" latinLnBrk="0" hangingPunct="1">
        <a:defRPr sz="2150" kern="1200">
          <a:solidFill>
            <a:schemeClr val="tx1"/>
          </a:solidFill>
          <a:latin typeface="+mn-lt"/>
          <a:ea typeface="+mn-ea"/>
          <a:cs typeface="+mn-cs"/>
        </a:defRPr>
      </a:lvl4pPr>
      <a:lvl5pPr marL="2176843" algn="l" defTabSz="544211" rtl="0" eaLnBrk="1" latinLnBrk="0" hangingPunct="1">
        <a:defRPr sz="2150" kern="1200">
          <a:solidFill>
            <a:schemeClr val="tx1"/>
          </a:solidFill>
          <a:latin typeface="+mn-lt"/>
          <a:ea typeface="+mn-ea"/>
          <a:cs typeface="+mn-cs"/>
        </a:defRPr>
      </a:lvl5pPr>
      <a:lvl6pPr marL="2721053" algn="l" defTabSz="544211" rtl="0" eaLnBrk="1" latinLnBrk="0" hangingPunct="1">
        <a:defRPr sz="2150" kern="1200">
          <a:solidFill>
            <a:schemeClr val="tx1"/>
          </a:solidFill>
          <a:latin typeface="+mn-lt"/>
          <a:ea typeface="+mn-ea"/>
          <a:cs typeface="+mn-cs"/>
        </a:defRPr>
      </a:lvl6pPr>
      <a:lvl7pPr marL="3265264" algn="l" defTabSz="544211" rtl="0" eaLnBrk="1" latinLnBrk="0" hangingPunct="1">
        <a:defRPr sz="2150" kern="1200">
          <a:solidFill>
            <a:schemeClr val="tx1"/>
          </a:solidFill>
          <a:latin typeface="+mn-lt"/>
          <a:ea typeface="+mn-ea"/>
          <a:cs typeface="+mn-cs"/>
        </a:defRPr>
      </a:lvl7pPr>
      <a:lvl8pPr marL="3809474" algn="l" defTabSz="544211" rtl="0" eaLnBrk="1" latinLnBrk="0" hangingPunct="1">
        <a:defRPr sz="2150" kern="1200">
          <a:solidFill>
            <a:schemeClr val="tx1"/>
          </a:solidFill>
          <a:latin typeface="+mn-lt"/>
          <a:ea typeface="+mn-ea"/>
          <a:cs typeface="+mn-cs"/>
        </a:defRPr>
      </a:lvl8pPr>
      <a:lvl9pPr marL="4353685" algn="l" defTabSz="544211" rtl="0" eaLnBrk="1" latinLnBrk="0" hangingPunct="1">
        <a:defRPr sz="215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302082"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302083"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panose="020F0502020204030204"/>
                <a:cs typeface="+mn-cs"/>
              </a:defRPr>
            </a:lvl1pPr>
          </a:lstStyle>
          <a:p>
            <a:pPr>
              <a:defRPr/>
            </a:pPr>
            <a:fld id="{E6E0ABF2-3717-824D-A99F-5737FB0E490E}" type="datetime1">
              <a:rPr lang="en-US" smtClean="0"/>
              <a:t>9/22/16</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panose="020F0502020204030204"/>
                <a:cs typeface="+mn-cs"/>
              </a:defRPr>
            </a:lvl1pPr>
          </a:lstStyle>
          <a:p>
            <a:pPr>
              <a:defRPr/>
            </a:pPr>
            <a:r>
              <a:rPr lang="ar-SA" smtClean="0"/>
              <a:t>موسوعة تكنولوجيا التعليم</a:t>
            </a:r>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panose="020F0502020204030204"/>
                <a:cs typeface="+mn-cs"/>
              </a:defRPr>
            </a:lvl1pPr>
          </a:lstStyle>
          <a:p>
            <a:pPr>
              <a:defRPr/>
            </a:pPr>
            <a:fld id="{4C28149A-0416-42CC-8753-ADC99B8B7BE6}" type="slidenum">
              <a:rPr lang="id-ID"/>
              <a:pPr>
                <a:defRPr/>
              </a:pPr>
              <a:t>‹#›</a:t>
            </a:fld>
            <a:endParaRPr lang="id-ID"/>
          </a:p>
        </p:txBody>
      </p:sp>
    </p:spTree>
  </p:cSld>
  <p:clrMap bg1="lt1" tx1="dk1" bg2="lt2" tx2="dk2" accent1="accent1" accent2="accent2" accent3="accent3" accent4="accent4" accent5="accent5" accent6="accent6" hlink="hlink" folHlink="folHlink"/>
  <p:sldLayoutIdLst>
    <p:sldLayoutId id="2147484694" r:id="rId1"/>
    <p:sldLayoutId id="2147484695" r:id="rId2"/>
    <p:sldLayoutId id="2147484696" r:id="rId3"/>
    <p:sldLayoutId id="2147484697" r:id="rId4"/>
    <p:sldLayoutId id="2147484698" r:id="rId5"/>
    <p:sldLayoutId id="2147484699" r:id="rId6"/>
    <p:sldLayoutId id="2147484700" r:id="rId7"/>
    <p:sldLayoutId id="2147484701" r:id="rId8"/>
    <p:sldLayoutId id="2147484702" r:id="rId9"/>
    <p:sldLayoutId id="2147484703" r:id="rId10"/>
    <p:sldLayoutId id="2147484704"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314370"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182843" tIns="91422" rIns="182843" bIns="91422" numCol="1" anchor="ctr" anchorCtr="0" compatLnSpc="1">
            <a:prstTxWarp prst="textNoShape">
              <a:avLst/>
            </a:prstTxWarp>
          </a:bodyPr>
          <a:lstStyle/>
          <a:p>
            <a:pPr lvl="0"/>
            <a:r>
              <a:rPr lang="en-US" smtClean="0"/>
              <a:t>Click to edit Master title style</a:t>
            </a:r>
          </a:p>
        </p:txBody>
      </p:sp>
      <p:sp>
        <p:nvSpPr>
          <p:cNvPr id="314371"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182843" tIns="91422" rIns="182843" bIns="91422"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wrap="square" lIns="182843" tIns="91422" rIns="182843" bIns="91422" numCol="1" anchor="ctr" anchorCtr="0" compatLnSpc="1">
            <a:prstTxWarp prst="textNoShape">
              <a:avLst/>
            </a:prstTxWarp>
          </a:bodyPr>
          <a:lstStyle>
            <a:lvl1pPr>
              <a:defRPr sz="1200">
                <a:solidFill>
                  <a:srgbClr val="9399A1"/>
                </a:solidFill>
                <a:latin typeface="Lato Regular"/>
              </a:defRPr>
            </a:lvl1pPr>
          </a:lstStyle>
          <a:p>
            <a:pPr>
              <a:defRPr/>
            </a:pPr>
            <a:fld id="{B2194C4B-1CAF-F347-BB06-D3D2C5C03173}" type="datetime1">
              <a:rPr lang="en-US" smtClean="0"/>
              <a:t>9/22/16</a:t>
            </a:fld>
            <a:endParaRPr lang="el-GR"/>
          </a:p>
        </p:txBody>
      </p:sp>
      <p:sp>
        <p:nvSpPr>
          <p:cNvPr id="5" name="Footer Placeholder 4"/>
          <p:cNvSpPr>
            <a:spLocks noGrp="1"/>
          </p:cNvSpPr>
          <p:nvPr>
            <p:ph type="ftr" sz="quarter" idx="3"/>
          </p:nvPr>
        </p:nvSpPr>
        <p:spPr>
          <a:xfrm>
            <a:off x="4038600" y="6356350"/>
            <a:ext cx="4114800" cy="365125"/>
          </a:xfrm>
          <a:prstGeom prst="rect">
            <a:avLst/>
          </a:prstGeom>
        </p:spPr>
        <p:txBody>
          <a:bodyPr vert="horz" wrap="square" lIns="182843" tIns="91422" rIns="182843" bIns="91422" numCol="1" anchor="ctr" anchorCtr="0" compatLnSpc="1">
            <a:prstTxWarp prst="textNoShape">
              <a:avLst/>
            </a:prstTxWarp>
          </a:bodyPr>
          <a:lstStyle>
            <a:lvl1pPr algn="ctr">
              <a:defRPr sz="1200">
                <a:solidFill>
                  <a:srgbClr val="9399A1"/>
                </a:solidFill>
                <a:latin typeface="Lato Regular"/>
              </a:defRPr>
            </a:lvl1pPr>
          </a:lstStyle>
          <a:p>
            <a:pPr>
              <a:defRPr/>
            </a:pPr>
            <a:r>
              <a:rPr lang="ar-SA" smtClean="0"/>
              <a:t>موسوعة تكنولوجيا التعليم</a:t>
            </a:r>
            <a:endParaRPr lang="el-G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182843" tIns="91422" rIns="182843" bIns="91422" numCol="1" anchor="ctr" anchorCtr="0" compatLnSpc="1">
            <a:prstTxWarp prst="textNoShape">
              <a:avLst/>
            </a:prstTxWarp>
          </a:bodyPr>
          <a:lstStyle>
            <a:lvl1pPr algn="r">
              <a:defRPr sz="1200">
                <a:solidFill>
                  <a:srgbClr val="9399A1"/>
                </a:solidFill>
                <a:latin typeface="Lato Regular"/>
              </a:defRPr>
            </a:lvl1pPr>
          </a:lstStyle>
          <a:p>
            <a:pPr>
              <a:defRPr/>
            </a:pPr>
            <a:fld id="{F325EBE8-8D0B-4CF6-AB94-7F3E0730C94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 id="2147484716" r:id="rId12"/>
    <p:sldLayoutId id="2147484717" r:id="rId13"/>
    <p:sldLayoutId id="2147484718" r:id="rId14"/>
    <p:sldLayoutId id="2147484719" r:id="rId15"/>
    <p:sldLayoutId id="2147484720" r:id="rId16"/>
    <p:sldLayoutId id="2147484721" r:id="rId17"/>
    <p:sldLayoutId id="2147484722" r:id="rId18"/>
    <p:sldLayoutId id="2147484723" r:id="rId19"/>
    <p:sldLayoutId id="2147484724" r:id="rId20"/>
    <p:sldLayoutId id="2147484725" r:id="rId21"/>
    <p:sldLayoutId id="2147484726" r:id="rId22"/>
    <p:sldLayoutId id="2147484727" r:id="rId23"/>
    <p:sldLayoutId id="2147484728" r:id="rId24"/>
    <p:sldLayoutId id="2147484729" r:id="rId25"/>
  </p:sldLayoutIdLst>
  <p:transition spd="slow"/>
  <p:timing>
    <p:tnLst>
      <p:par>
        <p:cTn id="1" dur="indefinite" restart="never" nodeType="tmRoot"/>
      </p:par>
    </p:tnLst>
  </p:timing>
  <p:hf sldNum="0" hdr="0" dt="0"/>
  <p:txStyles>
    <p:titleStyle>
      <a:lvl1pPr algn="l" defTabSz="912813" rtl="0" eaLnBrk="0" fontAlgn="base" hangingPunct="0">
        <a:lnSpc>
          <a:spcPct val="90000"/>
        </a:lnSpc>
        <a:spcBef>
          <a:spcPct val="0"/>
        </a:spcBef>
        <a:spcAft>
          <a:spcPct val="0"/>
        </a:spcAft>
        <a:defRPr lang="en-US" sz="3000" kern="1200">
          <a:solidFill>
            <a:schemeClr val="tx1"/>
          </a:solidFill>
          <a:latin typeface="Lato" panose="020F0502020204030203" pitchFamily="34" charset="0"/>
          <a:ea typeface="+mj-ea"/>
          <a:cs typeface="+mj-cs"/>
        </a:defRPr>
      </a:lvl1pPr>
      <a:lvl2pPr algn="l" defTabSz="912813" rtl="0" eaLnBrk="0" fontAlgn="base" hangingPunct="0">
        <a:lnSpc>
          <a:spcPct val="90000"/>
        </a:lnSpc>
        <a:spcBef>
          <a:spcPct val="0"/>
        </a:spcBef>
        <a:spcAft>
          <a:spcPct val="0"/>
        </a:spcAft>
        <a:defRPr sz="3000">
          <a:solidFill>
            <a:schemeClr val="tx1"/>
          </a:solidFill>
          <a:latin typeface="Lato"/>
        </a:defRPr>
      </a:lvl2pPr>
      <a:lvl3pPr algn="l" defTabSz="912813" rtl="0" eaLnBrk="0" fontAlgn="base" hangingPunct="0">
        <a:lnSpc>
          <a:spcPct val="90000"/>
        </a:lnSpc>
        <a:spcBef>
          <a:spcPct val="0"/>
        </a:spcBef>
        <a:spcAft>
          <a:spcPct val="0"/>
        </a:spcAft>
        <a:defRPr sz="3000">
          <a:solidFill>
            <a:schemeClr val="tx1"/>
          </a:solidFill>
          <a:latin typeface="Lato"/>
        </a:defRPr>
      </a:lvl3pPr>
      <a:lvl4pPr algn="l" defTabSz="912813" rtl="0" eaLnBrk="0" fontAlgn="base" hangingPunct="0">
        <a:lnSpc>
          <a:spcPct val="90000"/>
        </a:lnSpc>
        <a:spcBef>
          <a:spcPct val="0"/>
        </a:spcBef>
        <a:spcAft>
          <a:spcPct val="0"/>
        </a:spcAft>
        <a:defRPr sz="3000">
          <a:solidFill>
            <a:schemeClr val="tx1"/>
          </a:solidFill>
          <a:latin typeface="Lato"/>
        </a:defRPr>
      </a:lvl4pPr>
      <a:lvl5pPr algn="l" defTabSz="912813" rtl="0" eaLnBrk="0" fontAlgn="base" hangingPunct="0">
        <a:lnSpc>
          <a:spcPct val="90000"/>
        </a:lnSpc>
        <a:spcBef>
          <a:spcPct val="0"/>
        </a:spcBef>
        <a:spcAft>
          <a:spcPct val="0"/>
        </a:spcAft>
        <a:defRPr sz="3000">
          <a:solidFill>
            <a:schemeClr val="tx1"/>
          </a:solidFill>
          <a:latin typeface="Lato"/>
        </a:defRPr>
      </a:lvl5pPr>
      <a:lvl6pPr marL="457200" algn="l" defTabSz="912813" rtl="0" fontAlgn="base">
        <a:lnSpc>
          <a:spcPct val="90000"/>
        </a:lnSpc>
        <a:spcBef>
          <a:spcPct val="0"/>
        </a:spcBef>
        <a:spcAft>
          <a:spcPct val="0"/>
        </a:spcAft>
        <a:defRPr sz="3000">
          <a:solidFill>
            <a:schemeClr val="tx1"/>
          </a:solidFill>
          <a:latin typeface="Lato"/>
        </a:defRPr>
      </a:lvl6pPr>
      <a:lvl7pPr marL="914400" algn="l" defTabSz="912813" rtl="0" fontAlgn="base">
        <a:lnSpc>
          <a:spcPct val="90000"/>
        </a:lnSpc>
        <a:spcBef>
          <a:spcPct val="0"/>
        </a:spcBef>
        <a:spcAft>
          <a:spcPct val="0"/>
        </a:spcAft>
        <a:defRPr sz="3000">
          <a:solidFill>
            <a:schemeClr val="tx1"/>
          </a:solidFill>
          <a:latin typeface="Lato"/>
        </a:defRPr>
      </a:lvl7pPr>
      <a:lvl8pPr marL="1371600" algn="l" defTabSz="912813" rtl="0" fontAlgn="base">
        <a:lnSpc>
          <a:spcPct val="90000"/>
        </a:lnSpc>
        <a:spcBef>
          <a:spcPct val="0"/>
        </a:spcBef>
        <a:spcAft>
          <a:spcPct val="0"/>
        </a:spcAft>
        <a:defRPr sz="3000">
          <a:solidFill>
            <a:schemeClr val="tx1"/>
          </a:solidFill>
          <a:latin typeface="Lato"/>
        </a:defRPr>
      </a:lvl8pPr>
      <a:lvl9pPr marL="1828800" algn="l" defTabSz="912813" rtl="0" fontAlgn="base">
        <a:lnSpc>
          <a:spcPct val="90000"/>
        </a:lnSpc>
        <a:spcBef>
          <a:spcPct val="0"/>
        </a:spcBef>
        <a:spcAft>
          <a:spcPct val="0"/>
        </a:spcAft>
        <a:defRPr sz="3000">
          <a:solidFill>
            <a:schemeClr val="tx1"/>
          </a:solidFill>
          <a:latin typeface="Lato"/>
        </a:defRPr>
      </a:lvl9pPr>
    </p:titleStyle>
    <p:bodyStyle>
      <a:lvl1pPr marL="227013" indent="-227013" algn="l" defTabSz="912813" rtl="0" eaLnBrk="0" fontAlgn="base" hangingPunct="0">
        <a:lnSpc>
          <a:spcPct val="90000"/>
        </a:lnSpc>
        <a:spcBef>
          <a:spcPts val="1000"/>
        </a:spcBef>
        <a:spcAft>
          <a:spcPct val="0"/>
        </a:spcAft>
        <a:buFont typeface="Arial" charset="0"/>
        <a:buChar char="•"/>
        <a:defRPr lang="en-US" sz="2400" kern="1200" dirty="0">
          <a:solidFill>
            <a:schemeClr val="tx1"/>
          </a:solidFill>
          <a:latin typeface="Lato" panose="020F0502020204030203" pitchFamily="34" charset="0"/>
          <a:ea typeface="+mn-ea"/>
          <a:cs typeface="+mn-cs"/>
        </a:defRPr>
      </a:lvl1pPr>
      <a:lvl2pPr marL="684213" indent="-227013" algn="l" defTabSz="912813" rtl="0" eaLnBrk="0" fontAlgn="base" hangingPunct="0">
        <a:lnSpc>
          <a:spcPct val="90000"/>
        </a:lnSpc>
        <a:spcBef>
          <a:spcPts val="500"/>
        </a:spcBef>
        <a:spcAft>
          <a:spcPct val="0"/>
        </a:spcAft>
        <a:buFont typeface="Arial" charset="0"/>
        <a:buChar char="•"/>
        <a:defRPr lang="en-US" sz="2000" kern="1200" dirty="0">
          <a:solidFill>
            <a:schemeClr val="tx1"/>
          </a:solidFill>
          <a:latin typeface="Lato" panose="020F0502020204030203" pitchFamily="34" charset="0"/>
          <a:ea typeface="+mn-ea"/>
          <a:cs typeface="+mn-cs"/>
        </a:defRPr>
      </a:lvl2pPr>
      <a:lvl3pPr marL="1141413" indent="-227013" algn="l" defTabSz="912813" rtl="0" eaLnBrk="0" fontAlgn="base" hangingPunct="0">
        <a:lnSpc>
          <a:spcPct val="90000"/>
        </a:lnSpc>
        <a:spcBef>
          <a:spcPts val="500"/>
        </a:spcBef>
        <a:spcAft>
          <a:spcPct val="0"/>
        </a:spcAft>
        <a:buFont typeface="Arial" charset="0"/>
        <a:buChar char="•"/>
        <a:defRPr lang="en-US" sz="2400" kern="1200" dirty="0">
          <a:solidFill>
            <a:schemeClr val="tx1"/>
          </a:solidFill>
          <a:latin typeface="Lato" panose="020F0502020204030203" pitchFamily="34" charset="0"/>
          <a:ea typeface="+mn-ea"/>
          <a:cs typeface="+mn-cs"/>
        </a:defRPr>
      </a:lvl3pPr>
      <a:lvl4pPr marL="1598613" indent="-227013" algn="l" defTabSz="912813" rtl="0" eaLnBrk="0" fontAlgn="base" hangingPunct="0">
        <a:lnSpc>
          <a:spcPct val="90000"/>
        </a:lnSpc>
        <a:spcBef>
          <a:spcPts val="500"/>
        </a:spcBef>
        <a:spcAft>
          <a:spcPct val="0"/>
        </a:spcAft>
        <a:buFont typeface="Arial" charset="0"/>
        <a:buChar char="•"/>
        <a:defRPr lang="en-US" sz="1600" kern="1200" dirty="0">
          <a:solidFill>
            <a:schemeClr val="tx1"/>
          </a:solidFill>
          <a:latin typeface="Lato" panose="020F0502020204030203" pitchFamily="34" charset="0"/>
          <a:ea typeface="+mn-ea"/>
          <a:cs typeface="+mn-cs"/>
        </a:defRPr>
      </a:lvl4pPr>
      <a:lvl5pPr marL="2055813" indent="-227013" algn="l" defTabSz="912813" rtl="0" eaLnBrk="0" fontAlgn="base" hangingPunct="0">
        <a:lnSpc>
          <a:spcPct val="90000"/>
        </a:lnSpc>
        <a:spcBef>
          <a:spcPts val="500"/>
        </a:spcBef>
        <a:spcAft>
          <a:spcPct val="0"/>
        </a:spcAft>
        <a:buFont typeface="Arial" charset="0"/>
        <a:buChar char="•"/>
        <a:defRPr lang="en-US" sz="1600" kern="1200" dirty="0">
          <a:solidFill>
            <a:schemeClr val="tx1"/>
          </a:solidFill>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340994"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182843" tIns="91422" rIns="182843" bIns="91422" numCol="1" anchor="ctr" anchorCtr="0" compatLnSpc="1">
            <a:prstTxWarp prst="textNoShape">
              <a:avLst/>
            </a:prstTxWarp>
          </a:bodyPr>
          <a:lstStyle/>
          <a:p>
            <a:pPr lvl="0"/>
            <a:r>
              <a:rPr lang="en-US" smtClean="0"/>
              <a:t>Click to edit Master title style</a:t>
            </a:r>
          </a:p>
        </p:txBody>
      </p:sp>
      <p:sp>
        <p:nvSpPr>
          <p:cNvPr id="340995"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182843" tIns="91422" rIns="182843" bIns="91422"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wrap="square" lIns="182843" tIns="91422" rIns="182843" bIns="91422" numCol="1" anchor="ctr" anchorCtr="0" compatLnSpc="1">
            <a:prstTxWarp prst="textNoShape">
              <a:avLst/>
            </a:prstTxWarp>
          </a:bodyPr>
          <a:lstStyle>
            <a:lvl1pPr>
              <a:defRPr sz="1200">
                <a:solidFill>
                  <a:srgbClr val="9399A1"/>
                </a:solidFill>
                <a:latin typeface="Lato Regular"/>
              </a:defRPr>
            </a:lvl1pPr>
          </a:lstStyle>
          <a:p>
            <a:pPr>
              <a:defRPr/>
            </a:pPr>
            <a:fld id="{6FAC0AAB-8BF9-8D4A-80CB-41E7B0199AD7}" type="datetime1">
              <a:rPr lang="en-US" smtClean="0"/>
              <a:t>9/22/16</a:t>
            </a:fld>
            <a:endParaRPr lang="el-GR"/>
          </a:p>
        </p:txBody>
      </p:sp>
      <p:sp>
        <p:nvSpPr>
          <p:cNvPr id="5" name="Footer Placeholder 4"/>
          <p:cNvSpPr>
            <a:spLocks noGrp="1"/>
          </p:cNvSpPr>
          <p:nvPr>
            <p:ph type="ftr" sz="quarter" idx="3"/>
          </p:nvPr>
        </p:nvSpPr>
        <p:spPr>
          <a:xfrm>
            <a:off x="4038600" y="6356350"/>
            <a:ext cx="4114800" cy="365125"/>
          </a:xfrm>
          <a:prstGeom prst="rect">
            <a:avLst/>
          </a:prstGeom>
        </p:spPr>
        <p:txBody>
          <a:bodyPr vert="horz" wrap="square" lIns="182843" tIns="91422" rIns="182843" bIns="91422" numCol="1" anchor="ctr" anchorCtr="0" compatLnSpc="1">
            <a:prstTxWarp prst="textNoShape">
              <a:avLst/>
            </a:prstTxWarp>
          </a:bodyPr>
          <a:lstStyle>
            <a:lvl1pPr algn="ctr">
              <a:defRPr sz="1200">
                <a:solidFill>
                  <a:srgbClr val="9399A1"/>
                </a:solidFill>
                <a:latin typeface="Lato Regular"/>
              </a:defRPr>
            </a:lvl1pPr>
          </a:lstStyle>
          <a:p>
            <a:pPr>
              <a:defRPr/>
            </a:pPr>
            <a:r>
              <a:rPr lang="ar-SA" smtClean="0"/>
              <a:t>موسوعة تكنولوجيا التعليم</a:t>
            </a:r>
            <a:endParaRPr lang="el-G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182843" tIns="91422" rIns="182843" bIns="91422" numCol="1" anchor="ctr" anchorCtr="0" compatLnSpc="1">
            <a:prstTxWarp prst="textNoShape">
              <a:avLst/>
            </a:prstTxWarp>
          </a:bodyPr>
          <a:lstStyle>
            <a:lvl1pPr algn="r">
              <a:defRPr sz="1200">
                <a:solidFill>
                  <a:srgbClr val="9399A1"/>
                </a:solidFill>
                <a:latin typeface="Lato Regular"/>
              </a:defRPr>
            </a:lvl1pPr>
          </a:lstStyle>
          <a:p>
            <a:pPr>
              <a:defRPr/>
            </a:pPr>
            <a:fld id="{66648410-9BDF-4F0C-9D04-1503E5C9B419}"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730" r:id="rId1"/>
    <p:sldLayoutId id="2147484731" r:id="rId2"/>
    <p:sldLayoutId id="2147484732" r:id="rId3"/>
    <p:sldLayoutId id="2147484733" r:id="rId4"/>
    <p:sldLayoutId id="2147484734" r:id="rId5"/>
    <p:sldLayoutId id="2147484735" r:id="rId6"/>
    <p:sldLayoutId id="2147484736" r:id="rId7"/>
    <p:sldLayoutId id="2147484737" r:id="rId8"/>
    <p:sldLayoutId id="2147484738" r:id="rId9"/>
    <p:sldLayoutId id="2147484739" r:id="rId10"/>
    <p:sldLayoutId id="2147484740" r:id="rId11"/>
    <p:sldLayoutId id="2147484741" r:id="rId12"/>
    <p:sldLayoutId id="2147484742" r:id="rId13"/>
    <p:sldLayoutId id="2147484743" r:id="rId14"/>
    <p:sldLayoutId id="2147484744" r:id="rId15"/>
    <p:sldLayoutId id="2147484745" r:id="rId16"/>
    <p:sldLayoutId id="2147484746" r:id="rId17"/>
    <p:sldLayoutId id="2147484747" r:id="rId18"/>
    <p:sldLayoutId id="2147484748" r:id="rId19"/>
    <p:sldLayoutId id="2147484749" r:id="rId20"/>
    <p:sldLayoutId id="2147484750" r:id="rId21"/>
    <p:sldLayoutId id="2147484751" r:id="rId22"/>
    <p:sldLayoutId id="2147484752" r:id="rId23"/>
    <p:sldLayoutId id="2147484753" r:id="rId24"/>
    <p:sldLayoutId id="2147484754" r:id="rId25"/>
  </p:sldLayoutIdLst>
  <p:transition spd="slow"/>
  <p:timing>
    <p:tnLst>
      <p:par>
        <p:cTn id="1" dur="indefinite" restart="never" nodeType="tmRoot"/>
      </p:par>
    </p:tnLst>
  </p:timing>
  <p:hf sldNum="0" hdr="0" dt="0"/>
  <p:txStyles>
    <p:titleStyle>
      <a:lvl1pPr algn="l" defTabSz="912813" rtl="0" eaLnBrk="0" fontAlgn="base" hangingPunct="0">
        <a:lnSpc>
          <a:spcPct val="90000"/>
        </a:lnSpc>
        <a:spcBef>
          <a:spcPct val="0"/>
        </a:spcBef>
        <a:spcAft>
          <a:spcPct val="0"/>
        </a:spcAft>
        <a:defRPr lang="en-US" sz="3000" kern="1200">
          <a:solidFill>
            <a:schemeClr val="tx1"/>
          </a:solidFill>
          <a:latin typeface="Lato" panose="020F0502020204030203" pitchFamily="34" charset="0"/>
          <a:ea typeface="+mj-ea"/>
          <a:cs typeface="+mj-cs"/>
        </a:defRPr>
      </a:lvl1pPr>
      <a:lvl2pPr algn="l" defTabSz="912813" rtl="0" eaLnBrk="0" fontAlgn="base" hangingPunct="0">
        <a:lnSpc>
          <a:spcPct val="90000"/>
        </a:lnSpc>
        <a:spcBef>
          <a:spcPct val="0"/>
        </a:spcBef>
        <a:spcAft>
          <a:spcPct val="0"/>
        </a:spcAft>
        <a:defRPr sz="3000">
          <a:solidFill>
            <a:schemeClr val="tx1"/>
          </a:solidFill>
          <a:latin typeface="Lato"/>
        </a:defRPr>
      </a:lvl2pPr>
      <a:lvl3pPr algn="l" defTabSz="912813" rtl="0" eaLnBrk="0" fontAlgn="base" hangingPunct="0">
        <a:lnSpc>
          <a:spcPct val="90000"/>
        </a:lnSpc>
        <a:spcBef>
          <a:spcPct val="0"/>
        </a:spcBef>
        <a:spcAft>
          <a:spcPct val="0"/>
        </a:spcAft>
        <a:defRPr sz="3000">
          <a:solidFill>
            <a:schemeClr val="tx1"/>
          </a:solidFill>
          <a:latin typeface="Lato"/>
        </a:defRPr>
      </a:lvl3pPr>
      <a:lvl4pPr algn="l" defTabSz="912813" rtl="0" eaLnBrk="0" fontAlgn="base" hangingPunct="0">
        <a:lnSpc>
          <a:spcPct val="90000"/>
        </a:lnSpc>
        <a:spcBef>
          <a:spcPct val="0"/>
        </a:spcBef>
        <a:spcAft>
          <a:spcPct val="0"/>
        </a:spcAft>
        <a:defRPr sz="3000">
          <a:solidFill>
            <a:schemeClr val="tx1"/>
          </a:solidFill>
          <a:latin typeface="Lato"/>
        </a:defRPr>
      </a:lvl4pPr>
      <a:lvl5pPr algn="l" defTabSz="912813" rtl="0" eaLnBrk="0" fontAlgn="base" hangingPunct="0">
        <a:lnSpc>
          <a:spcPct val="90000"/>
        </a:lnSpc>
        <a:spcBef>
          <a:spcPct val="0"/>
        </a:spcBef>
        <a:spcAft>
          <a:spcPct val="0"/>
        </a:spcAft>
        <a:defRPr sz="3000">
          <a:solidFill>
            <a:schemeClr val="tx1"/>
          </a:solidFill>
          <a:latin typeface="Lato"/>
        </a:defRPr>
      </a:lvl5pPr>
      <a:lvl6pPr marL="457200" algn="l" defTabSz="912813" rtl="0" fontAlgn="base">
        <a:lnSpc>
          <a:spcPct val="90000"/>
        </a:lnSpc>
        <a:spcBef>
          <a:spcPct val="0"/>
        </a:spcBef>
        <a:spcAft>
          <a:spcPct val="0"/>
        </a:spcAft>
        <a:defRPr sz="3000">
          <a:solidFill>
            <a:schemeClr val="tx1"/>
          </a:solidFill>
          <a:latin typeface="Lato"/>
        </a:defRPr>
      </a:lvl6pPr>
      <a:lvl7pPr marL="914400" algn="l" defTabSz="912813" rtl="0" fontAlgn="base">
        <a:lnSpc>
          <a:spcPct val="90000"/>
        </a:lnSpc>
        <a:spcBef>
          <a:spcPct val="0"/>
        </a:spcBef>
        <a:spcAft>
          <a:spcPct val="0"/>
        </a:spcAft>
        <a:defRPr sz="3000">
          <a:solidFill>
            <a:schemeClr val="tx1"/>
          </a:solidFill>
          <a:latin typeface="Lato"/>
        </a:defRPr>
      </a:lvl7pPr>
      <a:lvl8pPr marL="1371600" algn="l" defTabSz="912813" rtl="0" fontAlgn="base">
        <a:lnSpc>
          <a:spcPct val="90000"/>
        </a:lnSpc>
        <a:spcBef>
          <a:spcPct val="0"/>
        </a:spcBef>
        <a:spcAft>
          <a:spcPct val="0"/>
        </a:spcAft>
        <a:defRPr sz="3000">
          <a:solidFill>
            <a:schemeClr val="tx1"/>
          </a:solidFill>
          <a:latin typeface="Lato"/>
        </a:defRPr>
      </a:lvl8pPr>
      <a:lvl9pPr marL="1828800" algn="l" defTabSz="912813" rtl="0" fontAlgn="base">
        <a:lnSpc>
          <a:spcPct val="90000"/>
        </a:lnSpc>
        <a:spcBef>
          <a:spcPct val="0"/>
        </a:spcBef>
        <a:spcAft>
          <a:spcPct val="0"/>
        </a:spcAft>
        <a:defRPr sz="3000">
          <a:solidFill>
            <a:schemeClr val="tx1"/>
          </a:solidFill>
          <a:latin typeface="Lato"/>
        </a:defRPr>
      </a:lvl9pPr>
    </p:titleStyle>
    <p:bodyStyle>
      <a:lvl1pPr marL="227013" indent="-227013" algn="l" defTabSz="912813" rtl="0" eaLnBrk="0" fontAlgn="base" hangingPunct="0">
        <a:lnSpc>
          <a:spcPct val="90000"/>
        </a:lnSpc>
        <a:spcBef>
          <a:spcPts val="1000"/>
        </a:spcBef>
        <a:spcAft>
          <a:spcPct val="0"/>
        </a:spcAft>
        <a:buFont typeface="Arial" charset="0"/>
        <a:buChar char="•"/>
        <a:defRPr lang="en-US" sz="2400" kern="1200" dirty="0">
          <a:solidFill>
            <a:schemeClr val="tx1"/>
          </a:solidFill>
          <a:latin typeface="Lato" panose="020F0502020204030203" pitchFamily="34" charset="0"/>
          <a:ea typeface="+mn-ea"/>
          <a:cs typeface="+mn-cs"/>
        </a:defRPr>
      </a:lvl1pPr>
      <a:lvl2pPr marL="684213" indent="-227013" algn="l" defTabSz="912813" rtl="0" eaLnBrk="0" fontAlgn="base" hangingPunct="0">
        <a:lnSpc>
          <a:spcPct val="90000"/>
        </a:lnSpc>
        <a:spcBef>
          <a:spcPts val="500"/>
        </a:spcBef>
        <a:spcAft>
          <a:spcPct val="0"/>
        </a:spcAft>
        <a:buFont typeface="Arial" charset="0"/>
        <a:buChar char="•"/>
        <a:defRPr lang="en-US" sz="2000" kern="1200" dirty="0">
          <a:solidFill>
            <a:schemeClr val="tx1"/>
          </a:solidFill>
          <a:latin typeface="Lato" panose="020F0502020204030203" pitchFamily="34" charset="0"/>
          <a:ea typeface="+mn-ea"/>
          <a:cs typeface="+mn-cs"/>
        </a:defRPr>
      </a:lvl2pPr>
      <a:lvl3pPr marL="1141413" indent="-227013" algn="l" defTabSz="912813" rtl="0" eaLnBrk="0" fontAlgn="base" hangingPunct="0">
        <a:lnSpc>
          <a:spcPct val="90000"/>
        </a:lnSpc>
        <a:spcBef>
          <a:spcPts val="500"/>
        </a:spcBef>
        <a:spcAft>
          <a:spcPct val="0"/>
        </a:spcAft>
        <a:buFont typeface="Arial" charset="0"/>
        <a:buChar char="•"/>
        <a:defRPr lang="en-US" sz="2400" kern="1200" dirty="0">
          <a:solidFill>
            <a:schemeClr val="tx1"/>
          </a:solidFill>
          <a:latin typeface="Lato" panose="020F0502020204030203" pitchFamily="34" charset="0"/>
          <a:ea typeface="+mn-ea"/>
          <a:cs typeface="+mn-cs"/>
        </a:defRPr>
      </a:lvl3pPr>
      <a:lvl4pPr marL="1598613" indent="-227013" algn="l" defTabSz="912813" rtl="0" eaLnBrk="0" fontAlgn="base" hangingPunct="0">
        <a:lnSpc>
          <a:spcPct val="90000"/>
        </a:lnSpc>
        <a:spcBef>
          <a:spcPts val="500"/>
        </a:spcBef>
        <a:spcAft>
          <a:spcPct val="0"/>
        </a:spcAft>
        <a:buFont typeface="Arial" charset="0"/>
        <a:buChar char="•"/>
        <a:defRPr lang="en-US" sz="1600" kern="1200" dirty="0">
          <a:solidFill>
            <a:schemeClr val="tx1"/>
          </a:solidFill>
          <a:latin typeface="Lato" panose="020F0502020204030203" pitchFamily="34" charset="0"/>
          <a:ea typeface="+mn-ea"/>
          <a:cs typeface="+mn-cs"/>
        </a:defRPr>
      </a:lvl4pPr>
      <a:lvl5pPr marL="2055813" indent="-227013" algn="l" defTabSz="912813" rtl="0" eaLnBrk="0" fontAlgn="base" hangingPunct="0">
        <a:lnSpc>
          <a:spcPct val="90000"/>
        </a:lnSpc>
        <a:spcBef>
          <a:spcPts val="500"/>
        </a:spcBef>
        <a:spcAft>
          <a:spcPct val="0"/>
        </a:spcAft>
        <a:buFont typeface="Arial" charset="0"/>
        <a:buChar char="•"/>
        <a:defRPr lang="en-US" sz="1600" kern="1200" dirty="0">
          <a:solidFill>
            <a:schemeClr val="tx1"/>
          </a:solidFill>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55" r:id="rId1"/>
    <p:sldLayoutId id="2147484756" r:id="rId2"/>
    <p:sldLayoutId id="2147484757" r:id="rId3"/>
    <p:sldLayoutId id="2147484758" r:id="rId4"/>
    <p:sldLayoutId id="2147484759" r:id="rId5"/>
    <p:sldLayoutId id="2147484760" r:id="rId6"/>
    <p:sldLayoutId id="2147484761" r:id="rId7"/>
    <p:sldLayoutId id="2147484762" r:id="rId8"/>
    <p:sldLayoutId id="2147484763" r:id="rId9"/>
    <p:sldLayoutId id="2147484764" r:id="rId10"/>
    <p:sldLayoutId id="2147484765"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77" r:id="rId1"/>
    <p:sldLayoutId id="2147484778" r:id="rId2"/>
    <p:sldLayoutId id="2147484779" r:id="rId3"/>
    <p:sldLayoutId id="2147484780" r:id="rId4"/>
    <p:sldLayoutId id="2147484781" r:id="rId5"/>
    <p:sldLayoutId id="2147484782" r:id="rId6"/>
    <p:sldLayoutId id="2147484783" r:id="rId7"/>
    <p:sldLayoutId id="2147484784" r:id="rId8"/>
    <p:sldLayoutId id="2147484785" r:id="rId9"/>
    <p:sldLayoutId id="2147484786" r:id="rId10"/>
    <p:sldLayoutId id="2147484787"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88" r:id="rId1"/>
    <p:sldLayoutId id="2147484789" r:id="rId2"/>
    <p:sldLayoutId id="2147484790" r:id="rId3"/>
    <p:sldLayoutId id="2147484791" r:id="rId4"/>
    <p:sldLayoutId id="2147484792" r:id="rId5"/>
    <p:sldLayoutId id="2147484793" r:id="rId6"/>
    <p:sldLayoutId id="2147484794" r:id="rId7"/>
    <p:sldLayoutId id="2147484795" r:id="rId8"/>
    <p:sldLayoutId id="2147484796" r:id="rId9"/>
    <p:sldLayoutId id="2147484797" r:id="rId10"/>
    <p:sldLayoutId id="2147484798"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99" r:id="rId1"/>
    <p:sldLayoutId id="2147484800" r:id="rId2"/>
    <p:sldLayoutId id="2147484801" r:id="rId3"/>
    <p:sldLayoutId id="2147484802" r:id="rId4"/>
    <p:sldLayoutId id="2147484803" r:id="rId5"/>
    <p:sldLayoutId id="2147484804" r:id="rId6"/>
    <p:sldLayoutId id="2147484805" r:id="rId7"/>
    <p:sldLayoutId id="2147484806" r:id="rId8"/>
    <p:sldLayoutId id="2147484807" r:id="rId9"/>
    <p:sldLayoutId id="2147484808" r:id="rId10"/>
    <p:sldLayoutId id="2147484809"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6DC9007B-AE79-3A41-9989-FD6349B6ACDF}"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120137541"/>
      </p:ext>
    </p:extLst>
  </p:cSld>
  <p:clrMap bg1="lt1" tx1="dk1" bg2="lt2" tx2="dk2" accent1="accent1" accent2="accent2" accent3="accent3" accent4="accent4" accent5="accent5" accent6="accent6" hlink="hlink" folHlink="folHlink"/>
  <p:sldLayoutIdLst>
    <p:sldLayoutId id="2147484811" r:id="rId1"/>
    <p:sldLayoutId id="2147484812" r:id="rId2"/>
    <p:sldLayoutId id="2147484813" r:id="rId3"/>
    <p:sldLayoutId id="2147484814" r:id="rId4"/>
    <p:sldLayoutId id="2147484815" r:id="rId5"/>
    <p:sldLayoutId id="2147484816" r:id="rId6"/>
    <p:sldLayoutId id="2147484817" r:id="rId7"/>
    <p:sldLayoutId id="2147484818" r:id="rId8"/>
    <p:sldLayoutId id="2147484819" r:id="rId9"/>
    <p:sldLayoutId id="2147484820" r:id="rId10"/>
    <p:sldLayoutId id="2147484821"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blipFill dpi="0" rotWithShape="1">
          <a:blip r:embed="rId12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609BFD8C-DA1E-E54B-84E2-D294406D597A}" type="datetime1">
              <a:rPr lang="en-US" smtClean="0">
                <a:solidFill>
                  <a:prstClr val="black">
                    <a:tint val="75000"/>
                  </a:prstClr>
                </a:solidFill>
                <a:latin typeface="Calibri" panose="020F0502020204030204"/>
                <a:cs typeface="+mn-cs"/>
              </a:rPr>
              <a:t>9/22/16</a:t>
            </a:fld>
            <a:endParaRPr lang="en-US">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en-US">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16F919D3-A0D6-4586-82A8-25A537D2BD8F}" type="slidenum">
              <a:rPr lang="en-US" smtClean="0">
                <a:solidFill>
                  <a:prstClr val="black">
                    <a:tint val="75000"/>
                  </a:prstClr>
                </a:solidFill>
                <a:latin typeface="Calibri" panose="020F0502020204030204"/>
                <a:cs typeface="+mn-cs"/>
              </a:rPr>
              <a:pPr fontAlgn="auto">
                <a:spcBef>
                  <a:spcPts val="0"/>
                </a:spcBef>
                <a:spcAft>
                  <a:spcPts val="0"/>
                </a:spcAft>
              </a:pPr>
              <a:t>‹#›</a:t>
            </a:fld>
            <a:endParaRPr lang="en-US">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606966015"/>
      </p:ext>
    </p:extLst>
  </p:cSld>
  <p:clrMap bg1="lt1" tx1="dk1" bg2="lt2" tx2="dk2" accent1="accent1" accent2="accent2" accent3="accent3" accent4="accent4" accent5="accent5" accent6="accent6" hlink="hlink" folHlink="folHlink"/>
  <p:sldLayoutIdLst>
    <p:sldLayoutId id="2147484823" r:id="rId1"/>
    <p:sldLayoutId id="2147484824" r:id="rId2"/>
    <p:sldLayoutId id="2147484825" r:id="rId3"/>
    <p:sldLayoutId id="2147484826" r:id="rId4"/>
    <p:sldLayoutId id="2147484827" r:id="rId5"/>
    <p:sldLayoutId id="2147484828" r:id="rId6"/>
    <p:sldLayoutId id="2147484829" r:id="rId7"/>
    <p:sldLayoutId id="2147484830" r:id="rId8"/>
    <p:sldLayoutId id="2147484831" r:id="rId9"/>
    <p:sldLayoutId id="2147484832" r:id="rId10"/>
    <p:sldLayoutId id="2147484833" r:id="rId11"/>
    <p:sldLayoutId id="2147484834" r:id="rId12"/>
    <p:sldLayoutId id="2147484835" r:id="rId13"/>
    <p:sldLayoutId id="2147484836" r:id="rId14"/>
    <p:sldLayoutId id="2147484837" r:id="rId15"/>
    <p:sldLayoutId id="2147484838" r:id="rId16"/>
    <p:sldLayoutId id="2147484839" r:id="rId17"/>
    <p:sldLayoutId id="2147484840" r:id="rId18"/>
    <p:sldLayoutId id="2147484841" r:id="rId19"/>
    <p:sldLayoutId id="2147484842" r:id="rId20"/>
    <p:sldLayoutId id="2147484843" r:id="rId21"/>
    <p:sldLayoutId id="2147484844" r:id="rId22"/>
    <p:sldLayoutId id="2147484845" r:id="rId23"/>
    <p:sldLayoutId id="2147484846" r:id="rId24"/>
    <p:sldLayoutId id="2147484847" r:id="rId25"/>
    <p:sldLayoutId id="2147484848" r:id="rId26"/>
    <p:sldLayoutId id="2147484849" r:id="rId27"/>
    <p:sldLayoutId id="2147484850" r:id="rId28"/>
    <p:sldLayoutId id="2147484851" r:id="rId29"/>
    <p:sldLayoutId id="2147484852" r:id="rId30"/>
    <p:sldLayoutId id="2147484853" r:id="rId31"/>
    <p:sldLayoutId id="2147484854" r:id="rId32"/>
    <p:sldLayoutId id="2147484855" r:id="rId33"/>
    <p:sldLayoutId id="2147484856" r:id="rId34"/>
    <p:sldLayoutId id="2147484857" r:id="rId35"/>
    <p:sldLayoutId id="2147484858" r:id="rId36"/>
    <p:sldLayoutId id="2147484859" r:id="rId37"/>
    <p:sldLayoutId id="2147484860" r:id="rId38"/>
    <p:sldLayoutId id="2147484861" r:id="rId39"/>
    <p:sldLayoutId id="2147484862" r:id="rId40"/>
    <p:sldLayoutId id="2147484863" r:id="rId41"/>
    <p:sldLayoutId id="2147484864" r:id="rId42"/>
    <p:sldLayoutId id="2147484865" r:id="rId43"/>
    <p:sldLayoutId id="2147484866" r:id="rId44"/>
    <p:sldLayoutId id="2147484867" r:id="rId45"/>
    <p:sldLayoutId id="2147484868" r:id="rId46"/>
    <p:sldLayoutId id="2147484869" r:id="rId47"/>
    <p:sldLayoutId id="2147484870" r:id="rId48"/>
    <p:sldLayoutId id="2147484871" r:id="rId49"/>
    <p:sldLayoutId id="2147484872" r:id="rId50"/>
    <p:sldLayoutId id="2147484873" r:id="rId51"/>
    <p:sldLayoutId id="2147484874" r:id="rId52"/>
    <p:sldLayoutId id="2147484875" r:id="rId53"/>
    <p:sldLayoutId id="2147484876" r:id="rId54"/>
    <p:sldLayoutId id="2147484877" r:id="rId55"/>
    <p:sldLayoutId id="2147484878" r:id="rId56"/>
    <p:sldLayoutId id="2147484879" r:id="rId57"/>
    <p:sldLayoutId id="2147484880" r:id="rId58"/>
    <p:sldLayoutId id="2147484881" r:id="rId59"/>
    <p:sldLayoutId id="2147484882" r:id="rId60"/>
    <p:sldLayoutId id="2147484883" r:id="rId61"/>
    <p:sldLayoutId id="2147484884" r:id="rId62"/>
    <p:sldLayoutId id="2147484885" r:id="rId63"/>
    <p:sldLayoutId id="2147484886" r:id="rId64"/>
    <p:sldLayoutId id="2147484887" r:id="rId65"/>
    <p:sldLayoutId id="2147484888" r:id="rId66"/>
    <p:sldLayoutId id="2147484889" r:id="rId67"/>
    <p:sldLayoutId id="2147484890" r:id="rId68"/>
    <p:sldLayoutId id="2147484891" r:id="rId69"/>
    <p:sldLayoutId id="2147484892" r:id="rId70"/>
    <p:sldLayoutId id="2147484893" r:id="rId71"/>
    <p:sldLayoutId id="2147484894" r:id="rId72"/>
    <p:sldLayoutId id="2147484895" r:id="rId73"/>
    <p:sldLayoutId id="2147484896" r:id="rId74"/>
    <p:sldLayoutId id="2147484897" r:id="rId75"/>
    <p:sldLayoutId id="2147484898" r:id="rId76"/>
    <p:sldLayoutId id="2147484899" r:id="rId77"/>
    <p:sldLayoutId id="2147484900" r:id="rId78"/>
    <p:sldLayoutId id="2147484901" r:id="rId79"/>
    <p:sldLayoutId id="2147484902" r:id="rId80"/>
    <p:sldLayoutId id="2147484903" r:id="rId81"/>
    <p:sldLayoutId id="2147484904" r:id="rId82"/>
    <p:sldLayoutId id="2147484905" r:id="rId83"/>
    <p:sldLayoutId id="2147484906" r:id="rId84"/>
    <p:sldLayoutId id="2147484907" r:id="rId85"/>
    <p:sldLayoutId id="2147484908" r:id="rId86"/>
    <p:sldLayoutId id="2147484909" r:id="rId87"/>
    <p:sldLayoutId id="2147484910" r:id="rId88"/>
    <p:sldLayoutId id="2147484911" r:id="rId89"/>
    <p:sldLayoutId id="2147484912" r:id="rId90"/>
    <p:sldLayoutId id="2147484913" r:id="rId91"/>
    <p:sldLayoutId id="2147484914" r:id="rId92"/>
    <p:sldLayoutId id="2147484915" r:id="rId93"/>
    <p:sldLayoutId id="2147484916" r:id="rId94"/>
    <p:sldLayoutId id="2147484917" r:id="rId95"/>
    <p:sldLayoutId id="2147484918" r:id="rId96"/>
    <p:sldLayoutId id="2147484919" r:id="rId97"/>
    <p:sldLayoutId id="2147484920" r:id="rId98"/>
    <p:sldLayoutId id="2147484921" r:id="rId99"/>
    <p:sldLayoutId id="2147484922" r:id="rId100"/>
    <p:sldLayoutId id="2147484923" r:id="rId101"/>
    <p:sldLayoutId id="2147484924" r:id="rId102"/>
    <p:sldLayoutId id="2147484925" r:id="rId103"/>
    <p:sldLayoutId id="2147484926" r:id="rId104"/>
    <p:sldLayoutId id="2147484927" r:id="rId105"/>
    <p:sldLayoutId id="2147484928" r:id="rId106"/>
    <p:sldLayoutId id="2147484929" r:id="rId107"/>
    <p:sldLayoutId id="2147484930" r:id="rId108"/>
    <p:sldLayoutId id="2147484931" r:id="rId109"/>
    <p:sldLayoutId id="2147484932" r:id="rId110"/>
    <p:sldLayoutId id="2147484933" r:id="rId111"/>
    <p:sldLayoutId id="2147484934" r:id="rId112"/>
    <p:sldLayoutId id="2147484935" r:id="rId113"/>
    <p:sldLayoutId id="2147484936" r:id="rId114"/>
    <p:sldLayoutId id="2147484937" r:id="rId115"/>
    <p:sldLayoutId id="2147484938" r:id="rId116"/>
    <p:sldLayoutId id="2147484939" r:id="rId117"/>
    <p:sldLayoutId id="2147484940" r:id="rId118"/>
    <p:sldLayoutId id="2147484941" r:id="rId119"/>
    <p:sldLayoutId id="2147484942" r:id="rId120"/>
    <p:sldLayoutId id="2147484943" r:id="rId121"/>
    <p:sldLayoutId id="2147484944" r:id="rId12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dpi="0" rotWithShape="1">
          <a:blip r:embed="rId32">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AB8AFC87-9CBE-6347-8C7E-732C8DCC8AFB}" type="datetime1">
              <a:rPr lang="en-US" smtClean="0">
                <a:solidFill>
                  <a:prstClr val="black">
                    <a:tint val="75000"/>
                  </a:prstClr>
                </a:solidFill>
                <a:latin typeface="Lato Light"/>
                <a:cs typeface="+mn-cs"/>
              </a:rPr>
              <a:t>9/22/16</a:t>
            </a:fld>
            <a:endParaRPr lang="en-US">
              <a:solidFill>
                <a:prstClr val="black">
                  <a:tint val="75000"/>
                </a:prst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Lato Light"/>
                <a:cs typeface="+mn-cs"/>
              </a:rPr>
              <a:t>موسوعة تكنولوجيا التعليم</a:t>
            </a:r>
            <a:endParaRPr lang="en-US">
              <a:solidFill>
                <a:prstClr val="black">
                  <a:tint val="75000"/>
                </a:prst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3FC2BE4D-41C5-4BA7-AAA9-F5DFA07902B2}" type="slidenum">
              <a:rPr lang="en-US" smtClean="0">
                <a:solidFill>
                  <a:prstClr val="black">
                    <a:tint val="75000"/>
                  </a:prstClr>
                </a:solidFill>
                <a:latin typeface="Lato Light"/>
                <a:cs typeface="+mn-cs"/>
              </a:rPr>
              <a:pPr fontAlgn="auto">
                <a:spcBef>
                  <a:spcPts val="0"/>
                </a:spcBef>
                <a:spcAft>
                  <a:spcPts val="0"/>
                </a:spcAft>
              </a:pPr>
              <a:t>‹#›</a:t>
            </a:fld>
            <a:endParaRPr lang="en-US">
              <a:solidFill>
                <a:prstClr val="black">
                  <a:tint val="75000"/>
                </a:prstClr>
              </a:solidFill>
              <a:latin typeface="Lato Light"/>
              <a:cs typeface="+mn-cs"/>
            </a:endParaRPr>
          </a:p>
        </p:txBody>
      </p:sp>
    </p:spTree>
    <p:extLst>
      <p:ext uri="{BB962C8B-B14F-4D97-AF65-F5344CB8AC3E}">
        <p14:creationId xmlns:p14="http://schemas.microsoft.com/office/powerpoint/2010/main" val="2862966663"/>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 id="2147484957" r:id="rId12"/>
    <p:sldLayoutId id="2147484958" r:id="rId13"/>
    <p:sldLayoutId id="2147484959" r:id="rId14"/>
    <p:sldLayoutId id="2147484960" r:id="rId15"/>
    <p:sldLayoutId id="2147484961" r:id="rId16"/>
    <p:sldLayoutId id="2147484962" r:id="rId17"/>
    <p:sldLayoutId id="2147484963" r:id="rId18"/>
    <p:sldLayoutId id="2147484964" r:id="rId19"/>
    <p:sldLayoutId id="2147484965" r:id="rId20"/>
    <p:sldLayoutId id="2147484966" r:id="rId21"/>
    <p:sldLayoutId id="2147484967" r:id="rId22"/>
    <p:sldLayoutId id="2147484968" r:id="rId23"/>
    <p:sldLayoutId id="2147484969" r:id="rId24"/>
    <p:sldLayoutId id="2147484970" r:id="rId25"/>
    <p:sldLayoutId id="2147484971" r:id="rId26"/>
    <p:sldLayoutId id="2147484972" r:id="rId27"/>
    <p:sldLayoutId id="2147484973" r:id="rId28"/>
    <p:sldLayoutId id="2147484974" r:id="rId29"/>
    <p:sldLayoutId id="2147485258" r:id="rId30"/>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1DD8E95D-0DFB-5F45-84B2-30EDDCD23466}" type="datetime1">
              <a:rPr lang="en-US" smtClean="0">
                <a:solidFill>
                  <a:prstClr val="black">
                    <a:tint val="75000"/>
                  </a:prstClr>
                </a:solidFill>
                <a:latin typeface="Lato Light"/>
                <a:cs typeface="+mn-cs"/>
              </a:rPr>
              <a:t>9/22/16</a:t>
            </a:fld>
            <a:endParaRPr lang="en-US">
              <a:solidFill>
                <a:prstClr val="black">
                  <a:tint val="75000"/>
                </a:prst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Lato Light"/>
                <a:cs typeface="+mn-cs"/>
              </a:rPr>
              <a:t>موسوعة تكنولوجيا التعليم</a:t>
            </a:r>
            <a:endParaRPr lang="en-US">
              <a:solidFill>
                <a:prstClr val="black">
                  <a:tint val="75000"/>
                </a:prst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3FC2BE4D-41C5-4BA7-AAA9-F5DFA07902B2}" type="slidenum">
              <a:rPr lang="en-US" smtClean="0">
                <a:solidFill>
                  <a:prstClr val="black">
                    <a:tint val="75000"/>
                  </a:prstClr>
                </a:solidFill>
                <a:latin typeface="Lato Light"/>
                <a:cs typeface="+mn-cs"/>
              </a:rPr>
              <a:pPr fontAlgn="auto">
                <a:spcBef>
                  <a:spcPts val="0"/>
                </a:spcBef>
                <a:spcAft>
                  <a:spcPts val="0"/>
                </a:spcAft>
              </a:pPr>
              <a:t>‹#›</a:t>
            </a:fld>
            <a:endParaRPr lang="en-US">
              <a:solidFill>
                <a:prstClr val="black">
                  <a:tint val="75000"/>
                </a:prstClr>
              </a:solidFill>
              <a:latin typeface="Lato Light"/>
              <a:cs typeface="+mn-cs"/>
            </a:endParaRPr>
          </a:p>
        </p:txBody>
      </p:sp>
    </p:spTree>
    <p:extLst>
      <p:ext uri="{BB962C8B-B14F-4D97-AF65-F5344CB8AC3E}">
        <p14:creationId xmlns:p14="http://schemas.microsoft.com/office/powerpoint/2010/main" val="2264565475"/>
      </p:ext>
    </p:extLst>
  </p:cSld>
  <p:clrMap bg1="lt1" tx1="dk1" bg2="lt2" tx2="dk2" accent1="accent1" accent2="accent2" accent3="accent3" accent4="accent4" accent5="accent5" accent6="accent6" hlink="hlink" folHlink="folHlink"/>
  <p:sldLayoutIdLst>
    <p:sldLayoutId id="2147484976" r:id="rId1"/>
    <p:sldLayoutId id="2147484977" r:id="rId2"/>
    <p:sldLayoutId id="2147484978" r:id="rId3"/>
    <p:sldLayoutId id="2147484979" r:id="rId4"/>
    <p:sldLayoutId id="2147484980" r:id="rId5"/>
    <p:sldLayoutId id="2147484981" r:id="rId6"/>
    <p:sldLayoutId id="2147484982" r:id="rId7"/>
    <p:sldLayoutId id="2147484983" r:id="rId8"/>
    <p:sldLayoutId id="2147484984" r:id="rId9"/>
    <p:sldLayoutId id="2147484985" r:id="rId10"/>
    <p:sldLayoutId id="2147484986" r:id="rId11"/>
    <p:sldLayoutId id="2147484987" r:id="rId12"/>
    <p:sldLayoutId id="2147484988" r:id="rId13"/>
    <p:sldLayoutId id="2147484989" r:id="rId14"/>
    <p:sldLayoutId id="2147484990" r:id="rId15"/>
    <p:sldLayoutId id="2147484991" r:id="rId16"/>
    <p:sldLayoutId id="2147484992" r:id="rId17"/>
    <p:sldLayoutId id="2147484993" r:id="rId18"/>
    <p:sldLayoutId id="2147484994" r:id="rId19"/>
    <p:sldLayoutId id="2147484995" r:id="rId20"/>
    <p:sldLayoutId id="2147484996" r:id="rId21"/>
    <p:sldLayoutId id="2147484997" r:id="rId22"/>
    <p:sldLayoutId id="2147484998" r:id="rId23"/>
    <p:sldLayoutId id="2147484999" r:id="rId24"/>
    <p:sldLayoutId id="2147485000" r:id="rId25"/>
    <p:sldLayoutId id="2147485001" r:id="rId26"/>
    <p:sldLayoutId id="2147485002" r:id="rId27"/>
    <p:sldLayoutId id="2147485003" r:id="rId28"/>
    <p:sldLayoutId id="2147485004" r:id="rId29"/>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7316491"/>
      </p:ext>
    </p:extLst>
  </p:cSld>
  <p:clrMap bg1="lt1" tx1="dk1" bg2="lt2" tx2="dk2" accent1="accent1" accent2="accent2" accent3="accent3" accent4="accent4" accent5="accent5" accent6="accent6" hlink="hlink" folHlink="folHlink"/>
  <p:sldLayoutIdLst>
    <p:sldLayoutId id="2147485006" r:id="rId1"/>
    <p:sldLayoutId id="2147485007" r:id="rId2"/>
    <p:sldLayoutId id="2147485008" r:id="rId3"/>
    <p:sldLayoutId id="2147485009" r:id="rId4"/>
    <p:sldLayoutId id="2147485010" r:id="rId5"/>
    <p:sldLayoutId id="2147485011" r:id="rId6"/>
    <p:sldLayoutId id="2147485012" r:id="rId7"/>
    <p:sldLayoutId id="2147485013" r:id="rId8"/>
    <p:sldLayoutId id="2147485014" r:id="rId9"/>
    <p:sldLayoutId id="2147485015" r:id="rId10"/>
    <p:sldLayoutId id="2147485016"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dpi="0" rotWithShape="1">
          <a:blip r:embed="rId37">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62859169"/>
      </p:ext>
    </p:extLst>
  </p:cSld>
  <p:clrMap bg1="lt1" tx1="dk1" bg2="lt2" tx2="dk2" accent1="accent1" accent2="accent2" accent3="accent3" accent4="accent4" accent5="accent5" accent6="accent6" hlink="hlink" folHlink="folHlink"/>
  <p:sldLayoutIdLst>
    <p:sldLayoutId id="2147485030" r:id="rId1"/>
    <p:sldLayoutId id="2147485031" r:id="rId2"/>
    <p:sldLayoutId id="2147485032" r:id="rId3"/>
    <p:sldLayoutId id="2147485033" r:id="rId4"/>
    <p:sldLayoutId id="2147485034" r:id="rId5"/>
    <p:sldLayoutId id="2147485035" r:id="rId6"/>
    <p:sldLayoutId id="2147485036" r:id="rId7"/>
    <p:sldLayoutId id="2147485037" r:id="rId8"/>
    <p:sldLayoutId id="2147485038" r:id="rId9"/>
    <p:sldLayoutId id="2147485039" r:id="rId10"/>
    <p:sldLayoutId id="2147485040" r:id="rId11"/>
    <p:sldLayoutId id="2147485041" r:id="rId12"/>
    <p:sldLayoutId id="2147485042" r:id="rId13"/>
    <p:sldLayoutId id="2147485043" r:id="rId14"/>
    <p:sldLayoutId id="2147485044" r:id="rId15"/>
    <p:sldLayoutId id="2147485045" r:id="rId16"/>
    <p:sldLayoutId id="2147485046" r:id="rId17"/>
    <p:sldLayoutId id="2147485047" r:id="rId18"/>
    <p:sldLayoutId id="2147485048" r:id="rId19"/>
    <p:sldLayoutId id="2147485049" r:id="rId20"/>
    <p:sldLayoutId id="2147485050" r:id="rId21"/>
    <p:sldLayoutId id="2147485051" r:id="rId22"/>
    <p:sldLayoutId id="2147485052" r:id="rId23"/>
    <p:sldLayoutId id="2147485053" r:id="rId24"/>
    <p:sldLayoutId id="2147485054" r:id="rId25"/>
    <p:sldLayoutId id="2147485055" r:id="rId26"/>
    <p:sldLayoutId id="2147485056" r:id="rId27"/>
    <p:sldLayoutId id="2147485057" r:id="rId28"/>
    <p:sldLayoutId id="2147485058" r:id="rId29"/>
    <p:sldLayoutId id="2147485059" r:id="rId30"/>
    <p:sldLayoutId id="2147485060" r:id="rId31"/>
    <p:sldLayoutId id="2147485062" r:id="rId32"/>
    <p:sldLayoutId id="2147485063" r:id="rId33"/>
    <p:sldLayoutId id="2147485064" r:id="rId34"/>
    <p:sldLayoutId id="2147485065" r:id="rId35"/>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blipFill dpi="0" rotWithShape="1">
          <a:blip r:embed="rId38">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9531692"/>
      </p:ext>
    </p:extLst>
  </p:cSld>
  <p:clrMap bg1="lt1" tx1="dk1" bg2="lt2" tx2="dk2" accent1="accent1" accent2="accent2" accent3="accent3" accent4="accent4" accent5="accent5" accent6="accent6" hlink="hlink" folHlink="folHlink"/>
  <p:sldLayoutIdLst>
    <p:sldLayoutId id="2147485067" r:id="rId1"/>
    <p:sldLayoutId id="2147485068" r:id="rId2"/>
    <p:sldLayoutId id="2147485069" r:id="rId3"/>
    <p:sldLayoutId id="2147485070" r:id="rId4"/>
    <p:sldLayoutId id="2147485071" r:id="rId5"/>
    <p:sldLayoutId id="2147485072" r:id="rId6"/>
    <p:sldLayoutId id="2147485073" r:id="rId7"/>
    <p:sldLayoutId id="2147485074" r:id="rId8"/>
    <p:sldLayoutId id="2147485075" r:id="rId9"/>
    <p:sldLayoutId id="2147485076" r:id="rId10"/>
    <p:sldLayoutId id="2147485077" r:id="rId11"/>
    <p:sldLayoutId id="2147485078" r:id="rId12"/>
    <p:sldLayoutId id="2147485079" r:id="rId13"/>
    <p:sldLayoutId id="2147485080" r:id="rId14"/>
    <p:sldLayoutId id="2147485081" r:id="rId15"/>
    <p:sldLayoutId id="2147485082" r:id="rId16"/>
    <p:sldLayoutId id="2147485083" r:id="rId17"/>
    <p:sldLayoutId id="2147485084" r:id="rId18"/>
    <p:sldLayoutId id="2147485085" r:id="rId19"/>
    <p:sldLayoutId id="2147485086" r:id="rId20"/>
    <p:sldLayoutId id="2147485087" r:id="rId21"/>
    <p:sldLayoutId id="2147485088" r:id="rId22"/>
    <p:sldLayoutId id="2147485089" r:id="rId23"/>
    <p:sldLayoutId id="2147485090" r:id="rId24"/>
    <p:sldLayoutId id="2147485091" r:id="rId25"/>
    <p:sldLayoutId id="2147485092" r:id="rId26"/>
    <p:sldLayoutId id="2147485093" r:id="rId27"/>
    <p:sldLayoutId id="2147485094" r:id="rId28"/>
    <p:sldLayoutId id="2147485095" r:id="rId29"/>
    <p:sldLayoutId id="2147485096" r:id="rId30"/>
    <p:sldLayoutId id="2147485097" r:id="rId31"/>
    <p:sldLayoutId id="2147485098" r:id="rId32"/>
    <p:sldLayoutId id="2147485099" r:id="rId33"/>
    <p:sldLayoutId id="2147485100" r:id="rId34"/>
    <p:sldLayoutId id="2147485101" r:id="rId35"/>
    <p:sldLayoutId id="2147485102" r:id="rId36"/>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9447481"/>
      </p:ext>
    </p:extLst>
  </p:cSld>
  <p:clrMap bg1="lt1" tx1="dk1" bg2="lt2" tx2="dk2" accent1="accent1" accent2="accent2" accent3="accent3" accent4="accent4" accent5="accent5" accent6="accent6" hlink="hlink" folHlink="folHlink"/>
  <p:sldLayoutIdLst>
    <p:sldLayoutId id="2147485104" r:id="rId1"/>
    <p:sldLayoutId id="2147485105" r:id="rId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6311765"/>
      </p:ext>
    </p:extLst>
  </p:cSld>
  <p:clrMap bg1="lt1" tx1="dk1" bg2="lt2" tx2="dk2" accent1="accent1" accent2="accent2" accent3="accent3" accent4="accent4" accent5="accent5" accent6="accent6" hlink="hlink" folHlink="folHlink"/>
  <p:sldLayoutIdLst>
    <p:sldLayoutId id="2147485107" r:id="rId1"/>
    <p:sldLayoutId id="2147485108" r:id="rId2"/>
    <p:sldLayoutId id="2147485109" r:id="rId3"/>
    <p:sldLayoutId id="2147485110" r:id="rId4"/>
    <p:sldLayoutId id="2147485111" r:id="rId5"/>
    <p:sldLayoutId id="2147485112" r:id="rId6"/>
    <p:sldLayoutId id="2147485113" r:id="rId7"/>
    <p:sldLayoutId id="2147485114" r:id="rId8"/>
    <p:sldLayoutId id="2147485115" r:id="rId9"/>
    <p:sldLayoutId id="2147485116" r:id="rId10"/>
    <p:sldLayoutId id="2147485117"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4352867"/>
      </p:ext>
    </p:extLst>
  </p:cSld>
  <p:clrMap bg1="lt1" tx1="dk1" bg2="lt2" tx2="dk2" accent1="accent1" accent2="accent2" accent3="accent3" accent4="accent4" accent5="accent5" accent6="accent6" hlink="hlink" folHlink="folHlink"/>
  <p:sldLayoutIdLst>
    <p:sldLayoutId id="2147485143" r:id="rId1"/>
    <p:sldLayoutId id="2147485144" r:id="rId2"/>
    <p:sldLayoutId id="2147485145" r:id="rId3"/>
    <p:sldLayoutId id="2147485146" r:id="rId4"/>
    <p:sldLayoutId id="2147485147" r:id="rId5"/>
    <p:sldLayoutId id="2147485148" r:id="rId6"/>
    <p:sldLayoutId id="2147485149" r:id="rId7"/>
    <p:sldLayoutId id="2147485150" r:id="rId8"/>
    <p:sldLayoutId id="2147485151" r:id="rId9"/>
    <p:sldLayoutId id="2147485152" r:id="rId10"/>
    <p:sldLayoutId id="2147485153"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9889324"/>
      </p:ext>
    </p:extLst>
  </p:cSld>
  <p:clrMap bg1="lt1" tx1="dk1" bg2="lt2" tx2="dk2" accent1="accent1" accent2="accent2" accent3="accent3" accent4="accent4" accent5="accent5" accent6="accent6" hlink="hlink" folHlink="folHlink"/>
  <p:sldLayoutIdLst>
    <p:sldLayoutId id="2147485155" r:id="rId1"/>
    <p:sldLayoutId id="2147485156" r:id="rId2"/>
    <p:sldLayoutId id="2147485157" r:id="rId3"/>
    <p:sldLayoutId id="2147485158" r:id="rId4"/>
    <p:sldLayoutId id="2147485159" r:id="rId5"/>
    <p:sldLayoutId id="2147485160" r:id="rId6"/>
    <p:sldLayoutId id="2147485161" r:id="rId7"/>
    <p:sldLayoutId id="2147485162" r:id="rId8"/>
    <p:sldLayoutId id="2147485163" r:id="rId9"/>
    <p:sldLayoutId id="2147485164" r:id="rId10"/>
    <p:sldLayoutId id="2147485165" r:id="rId11"/>
    <p:sldLayoutId id="2147485750" r:id="rId12"/>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64815358"/>
      </p:ext>
    </p:extLst>
  </p:cSld>
  <p:clrMap bg1="lt1" tx1="dk1" bg2="lt2" tx2="dk2" accent1="accent1" accent2="accent2" accent3="accent3" accent4="accent4" accent5="accent5" accent6="accent6" hlink="hlink" folHlink="folHlink"/>
  <p:sldLayoutIdLst>
    <p:sldLayoutId id="2147485167" r:id="rId1"/>
    <p:sldLayoutId id="2147485168" r:id="rId2"/>
    <p:sldLayoutId id="2147485169" r:id="rId3"/>
    <p:sldLayoutId id="2147485170" r:id="rId4"/>
    <p:sldLayoutId id="2147485171" r:id="rId5"/>
    <p:sldLayoutId id="2147485172" r:id="rId6"/>
    <p:sldLayoutId id="2147485173" r:id="rId7"/>
    <p:sldLayoutId id="2147485174" r:id="rId8"/>
    <p:sldLayoutId id="2147485175" r:id="rId9"/>
    <p:sldLayoutId id="2147485176" r:id="rId10"/>
    <p:sldLayoutId id="2147485177"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1D1EEC48-487E-8141-A4CD-3905F7E32B40}" type="datetime1">
              <a:rPr lang="en-US" smtClean="0">
                <a:solidFill>
                  <a:prstClr val="black">
                    <a:tint val="75000"/>
                  </a:prstClr>
                </a:solidFill>
                <a:latin typeface="Lato Light"/>
                <a:cs typeface="+mn-cs"/>
              </a:rPr>
              <a:t>9/22/16</a:t>
            </a:fld>
            <a:endParaRPr lang="en-US">
              <a:solidFill>
                <a:prstClr val="black">
                  <a:tint val="75000"/>
                </a:prst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Lato Light"/>
                <a:cs typeface="+mn-cs"/>
              </a:rPr>
              <a:t>موسوعة تكنولوجيا التعليم</a:t>
            </a:r>
            <a:endParaRPr lang="en-US">
              <a:solidFill>
                <a:prstClr val="black">
                  <a:tint val="75000"/>
                </a:prst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3FC2BE4D-41C5-4BA7-AAA9-F5DFA07902B2}" type="slidenum">
              <a:rPr lang="en-US" smtClean="0">
                <a:solidFill>
                  <a:prstClr val="black">
                    <a:tint val="75000"/>
                  </a:prstClr>
                </a:solidFill>
                <a:latin typeface="Lato Light"/>
                <a:cs typeface="+mn-cs"/>
              </a:rPr>
              <a:pPr fontAlgn="auto">
                <a:spcBef>
                  <a:spcPts val="0"/>
                </a:spcBef>
                <a:spcAft>
                  <a:spcPts val="0"/>
                </a:spcAft>
              </a:pPr>
              <a:t>‹#›</a:t>
            </a:fld>
            <a:endParaRPr lang="en-US">
              <a:solidFill>
                <a:prstClr val="black">
                  <a:tint val="75000"/>
                </a:prstClr>
              </a:solidFill>
              <a:latin typeface="Lato Light"/>
              <a:cs typeface="+mn-cs"/>
            </a:endParaRPr>
          </a:p>
        </p:txBody>
      </p:sp>
    </p:spTree>
    <p:extLst>
      <p:ext uri="{BB962C8B-B14F-4D97-AF65-F5344CB8AC3E}">
        <p14:creationId xmlns:p14="http://schemas.microsoft.com/office/powerpoint/2010/main" val="3092559454"/>
      </p:ext>
    </p:extLst>
  </p:cSld>
  <p:clrMap bg1="lt1" tx1="dk1" bg2="lt2" tx2="dk2" accent1="accent1" accent2="accent2" accent3="accent3" accent4="accent4" accent5="accent5" accent6="accent6" hlink="hlink" folHlink="folHlink"/>
  <p:sldLayoutIdLst>
    <p:sldLayoutId id="2147485179" r:id="rId1"/>
    <p:sldLayoutId id="2147485180" r:id="rId2"/>
    <p:sldLayoutId id="2147485181" r:id="rId3"/>
    <p:sldLayoutId id="2147485182" r:id="rId4"/>
    <p:sldLayoutId id="2147485183" r:id="rId5"/>
    <p:sldLayoutId id="2147485184" r:id="rId6"/>
    <p:sldLayoutId id="2147485185" r:id="rId7"/>
    <p:sldLayoutId id="2147485186" r:id="rId8"/>
    <p:sldLayoutId id="2147485187" r:id="rId9"/>
    <p:sldLayoutId id="2147485188" r:id="rId10"/>
    <p:sldLayoutId id="2147485189" r:id="rId11"/>
    <p:sldLayoutId id="2147485190" r:id="rId12"/>
    <p:sldLayoutId id="2147485191" r:id="rId13"/>
    <p:sldLayoutId id="2147485192" r:id="rId14"/>
    <p:sldLayoutId id="2147485193" r:id="rId15"/>
    <p:sldLayoutId id="2147485194" r:id="rId16"/>
    <p:sldLayoutId id="2147485195" r:id="rId17"/>
    <p:sldLayoutId id="2147485196" r:id="rId18"/>
    <p:sldLayoutId id="2147485197" r:id="rId19"/>
    <p:sldLayoutId id="2147485198" r:id="rId20"/>
    <p:sldLayoutId id="2147485199" r:id="rId21"/>
    <p:sldLayoutId id="2147485200" r:id="rId22"/>
    <p:sldLayoutId id="2147485201" r:id="rId23"/>
    <p:sldLayoutId id="2147485202" r:id="rId24"/>
    <p:sldLayoutId id="2147485203" r:id="rId25"/>
    <p:sldLayoutId id="2147485204" r:id="rId26"/>
    <p:sldLayoutId id="2147485205" r:id="rId27"/>
    <p:sldLayoutId id="2147485206" r:id="rId28"/>
    <p:sldLayoutId id="2147485207" r:id="rId29"/>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1" y="365129"/>
            <a:ext cx="10515600" cy="1325563"/>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838201" y="1825625"/>
            <a:ext cx="10515600" cy="4351338"/>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5"/>
            <a:ext cx="2743200" cy="365125"/>
          </a:xfrm>
          <a:prstGeom prst="rect">
            <a:avLst/>
          </a:prstGeom>
        </p:spPr>
        <p:txBody>
          <a:bodyPr vert="horz" lIns="182843" tIns="91422" rIns="182843" bIns="91422" rtlCol="0" anchor="ctr"/>
          <a:lstStyle>
            <a:lvl1pPr algn="l">
              <a:defRPr sz="1200">
                <a:solidFill>
                  <a:schemeClr val="tx1">
                    <a:tint val="75000"/>
                  </a:schemeClr>
                </a:solidFill>
                <a:latin typeface="Lato Regular"/>
              </a:defRPr>
            </a:lvl1pPr>
          </a:lstStyle>
          <a:p>
            <a:pPr defTabSz="914217" fontAlgn="auto">
              <a:spcBef>
                <a:spcPts val="0"/>
              </a:spcBef>
              <a:spcAft>
                <a:spcPts val="0"/>
              </a:spcAft>
            </a:pPr>
            <a:fld id="{53B315A5-9E5B-6B40-B3EF-3EDB483DE5FE}" type="datetime1">
              <a:rPr lang="en-US" smtClean="0">
                <a:solidFill>
                  <a:srgbClr val="445469">
                    <a:tint val="75000"/>
                  </a:srgbClr>
                </a:solidFill>
                <a:cs typeface="+mn-cs"/>
              </a:rPr>
              <a:t>9/22/16</a:t>
            </a:fld>
            <a:endParaRPr lang="en-US" dirty="0">
              <a:solidFill>
                <a:srgbClr val="445469">
                  <a:tint val="75000"/>
                </a:srgbClr>
              </a:solidFill>
              <a:cs typeface="+mn-cs"/>
            </a:endParaRPr>
          </a:p>
        </p:txBody>
      </p:sp>
      <p:sp>
        <p:nvSpPr>
          <p:cNvPr id="5" name="Footer Placeholder 4"/>
          <p:cNvSpPr>
            <a:spLocks noGrp="1"/>
          </p:cNvSpPr>
          <p:nvPr>
            <p:ph type="ftr" sz="quarter" idx="3"/>
          </p:nvPr>
        </p:nvSpPr>
        <p:spPr>
          <a:xfrm>
            <a:off x="4038601" y="6356355"/>
            <a:ext cx="4114800" cy="365125"/>
          </a:xfrm>
          <a:prstGeom prst="rect">
            <a:avLst/>
          </a:prstGeom>
        </p:spPr>
        <p:txBody>
          <a:bodyPr vert="horz" lIns="182843" tIns="91422" rIns="182843" bIns="91422" rtlCol="0" anchor="ctr"/>
          <a:lstStyle>
            <a:lvl1pPr algn="ctr">
              <a:defRPr sz="1200">
                <a:solidFill>
                  <a:schemeClr val="tx1">
                    <a:tint val="75000"/>
                  </a:schemeClr>
                </a:solidFill>
                <a:latin typeface="Lato Regular"/>
              </a:defRPr>
            </a:lvl1pPr>
          </a:lstStyle>
          <a:p>
            <a:pPr defTabSz="914217" fontAlgn="auto">
              <a:spcBef>
                <a:spcPts val="0"/>
              </a:spcBef>
              <a:spcAft>
                <a:spcPts val="0"/>
              </a:spcAft>
            </a:pPr>
            <a:r>
              <a:rPr lang="ar-SA" smtClean="0">
                <a:solidFill>
                  <a:srgbClr val="445469">
                    <a:tint val="75000"/>
                  </a:srgbClr>
                </a:solidFill>
                <a:cs typeface="+mn-cs"/>
              </a:rPr>
              <a:t>موسوعة تكنولوجيا التعليم</a:t>
            </a:r>
            <a:endParaRPr lang="en-US" dirty="0">
              <a:solidFill>
                <a:srgbClr val="445469">
                  <a:tint val="75000"/>
                </a:srgbClr>
              </a:solidFill>
              <a:cs typeface="+mn-cs"/>
            </a:endParaRPr>
          </a:p>
        </p:txBody>
      </p:sp>
      <p:sp>
        <p:nvSpPr>
          <p:cNvPr id="6" name="Slide Number Placeholder 5"/>
          <p:cNvSpPr>
            <a:spLocks noGrp="1"/>
          </p:cNvSpPr>
          <p:nvPr>
            <p:ph type="sldNum" sz="quarter" idx="4"/>
          </p:nvPr>
        </p:nvSpPr>
        <p:spPr>
          <a:xfrm>
            <a:off x="8610600" y="6356355"/>
            <a:ext cx="2743200" cy="365125"/>
          </a:xfrm>
          <a:prstGeom prst="rect">
            <a:avLst/>
          </a:prstGeom>
        </p:spPr>
        <p:txBody>
          <a:bodyPr vert="horz" lIns="182843" tIns="91422" rIns="182843" bIns="91422" rtlCol="0" anchor="ctr"/>
          <a:lstStyle>
            <a:lvl1pPr algn="r">
              <a:defRPr sz="1200">
                <a:solidFill>
                  <a:schemeClr val="tx1">
                    <a:tint val="75000"/>
                  </a:schemeClr>
                </a:solidFill>
                <a:latin typeface="Lato Regular"/>
              </a:defRPr>
            </a:lvl1pPr>
          </a:lstStyle>
          <a:p>
            <a:pPr defTabSz="914217" fontAlgn="auto">
              <a:spcBef>
                <a:spcPts val="0"/>
              </a:spcBef>
              <a:spcAft>
                <a:spcPts val="0"/>
              </a:spcAft>
            </a:pPr>
            <a:fld id="{FCEE2C88-6C8F-484D-AF69-578F576B1F44}" type="slidenum">
              <a:rPr lang="en-US" smtClean="0">
                <a:solidFill>
                  <a:srgbClr val="445469">
                    <a:tint val="75000"/>
                  </a:srgbClr>
                </a:solidFill>
                <a:cs typeface="+mn-cs"/>
              </a:rPr>
              <a:pPr defTabSz="914217" fontAlgn="auto">
                <a:spcBef>
                  <a:spcPts val="0"/>
                </a:spcBef>
                <a:spcAft>
                  <a:spcPts val="0"/>
                </a:spcAft>
              </a:pPr>
              <a:t>‹#›</a:t>
            </a:fld>
            <a:endParaRPr lang="en-US" dirty="0">
              <a:solidFill>
                <a:srgbClr val="445469">
                  <a:tint val="75000"/>
                </a:srgbClr>
              </a:solidFill>
              <a:cs typeface="+mn-cs"/>
            </a:endParaRPr>
          </a:p>
        </p:txBody>
      </p:sp>
    </p:spTree>
    <p:extLst>
      <p:ext uri="{BB962C8B-B14F-4D97-AF65-F5344CB8AC3E}">
        <p14:creationId xmlns:p14="http://schemas.microsoft.com/office/powerpoint/2010/main" val="3369073934"/>
      </p:ext>
    </p:extLst>
  </p:cSld>
  <p:clrMap bg1="lt1" tx1="dk1" bg2="lt2" tx2="dk2" accent1="accent1" accent2="accent2" accent3="accent3" accent4="accent4" accent5="accent5" accent6="accent6" hlink="hlink" folHlink="folHlink"/>
  <p:sldLayoutIdLst>
    <p:sldLayoutId id="2147485209" r:id="rId1"/>
    <p:sldLayoutId id="2147485210" r:id="rId2"/>
    <p:sldLayoutId id="2147485211" r:id="rId3"/>
    <p:sldLayoutId id="2147485212" r:id="rId4"/>
    <p:sldLayoutId id="2147485213" r:id="rId5"/>
    <p:sldLayoutId id="2147485214" r:id="rId6"/>
    <p:sldLayoutId id="2147485215" r:id="rId7"/>
    <p:sldLayoutId id="2147485216" r:id="rId8"/>
    <p:sldLayoutId id="2147485217" r:id="rId9"/>
    <p:sldLayoutId id="2147485218" r:id="rId10"/>
    <p:sldLayoutId id="2147485219" r:id="rId11"/>
    <p:sldLayoutId id="2147485220" r:id="rId12"/>
    <p:sldLayoutId id="2147485221" r:id="rId13"/>
    <p:sldLayoutId id="2147485222" r:id="rId14"/>
    <p:sldLayoutId id="2147485223" r:id="rId15"/>
    <p:sldLayoutId id="2147485224" r:id="rId16"/>
    <p:sldLayoutId id="2147485225" r:id="rId17"/>
    <p:sldLayoutId id="2147485226" r:id="rId18"/>
    <p:sldLayoutId id="2147485227" r:id="rId19"/>
    <p:sldLayoutId id="2147485228" r:id="rId20"/>
    <p:sldLayoutId id="2147485229" r:id="rId21"/>
    <p:sldLayoutId id="2147485230" r:id="rId22"/>
    <p:sldLayoutId id="2147485231" r:id="rId23"/>
    <p:sldLayoutId id="2147485232" r:id="rId24"/>
    <p:sldLayoutId id="2147485233" r:id="rId25"/>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217" rtl="0" eaLnBrk="1" latinLnBrk="0" hangingPunct="1">
        <a:lnSpc>
          <a:spcPct val="90000"/>
        </a:lnSpc>
        <a:spcBef>
          <a:spcPct val="0"/>
        </a:spcBef>
        <a:buNone/>
        <a:defRPr lang="en-US" sz="3000" kern="1200">
          <a:solidFill>
            <a:schemeClr val="tx1"/>
          </a:solidFill>
          <a:latin typeface="Lato" panose="020F0502020204030203" pitchFamily="34" charset="0"/>
          <a:ea typeface="+mj-ea"/>
          <a:cs typeface="+mj-cs"/>
        </a:defRPr>
      </a:lvl1pPr>
    </p:titleStyle>
    <p:bodyStyle>
      <a:lvl1pPr marL="228555" indent="-228555" algn="l" defTabSz="914217"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663" indent="-228555" algn="l" defTabSz="914217"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2772" indent="-228555" algn="l" defTabSz="914217"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599880" indent="-228555" algn="l" defTabSz="914217"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6989" indent="-228555" algn="l" defTabSz="914217"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F59005A6-C49D-FE47-8F6D-343AC9D45550}"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2173674506"/>
      </p:ext>
    </p:extLst>
  </p:cSld>
  <p:clrMap bg1="lt1" tx1="dk1" bg2="lt2" tx2="dk2" accent1="accent1" accent2="accent2" accent3="accent3" accent4="accent4" accent5="accent5" accent6="accent6" hlink="hlink" folHlink="folHlink"/>
  <p:sldLayoutIdLst>
    <p:sldLayoutId id="2147485235" r:id="rId1"/>
    <p:sldLayoutId id="2147485236" r:id="rId2"/>
    <p:sldLayoutId id="2147485237" r:id="rId3"/>
    <p:sldLayoutId id="2147485238" r:id="rId4"/>
    <p:sldLayoutId id="2147485239" r:id="rId5"/>
    <p:sldLayoutId id="2147485240" r:id="rId6"/>
    <p:sldLayoutId id="2147485241" r:id="rId7"/>
    <p:sldLayoutId id="2147485242" r:id="rId8"/>
    <p:sldLayoutId id="2147485243" r:id="rId9"/>
    <p:sldLayoutId id="2147485244" r:id="rId10"/>
    <p:sldLayoutId id="2147485245"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131A79A9-B1D5-0B48-B52A-C3835CC446BA}"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1934579485"/>
      </p:ext>
    </p:extLst>
  </p:cSld>
  <p:clrMap bg1="lt1" tx1="dk1" bg2="lt2" tx2="dk2" accent1="accent1" accent2="accent2" accent3="accent3" accent4="accent4" accent5="accent5" accent6="accent6" hlink="hlink" folHlink="folHlink"/>
  <p:sldLayoutIdLst>
    <p:sldLayoutId id="2147485247" r:id="rId1"/>
    <p:sldLayoutId id="2147485248" r:id="rId2"/>
    <p:sldLayoutId id="2147485249" r:id="rId3"/>
    <p:sldLayoutId id="2147485250" r:id="rId4"/>
    <p:sldLayoutId id="2147485251" r:id="rId5"/>
    <p:sldLayoutId id="2147485252" r:id="rId6"/>
    <p:sldLayoutId id="2147485253" r:id="rId7"/>
    <p:sldLayoutId id="2147485254" r:id="rId8"/>
    <p:sldLayoutId id="2147485255" r:id="rId9"/>
    <p:sldLayoutId id="2147485256" r:id="rId10"/>
    <p:sldLayoutId id="2147485257"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B5A9116D-6D13-A949-A7B0-12ACC70D201B}" type="datetime1">
              <a:rPr lang="en-US" smtClean="0">
                <a:solidFill>
                  <a:prstClr val="black">
                    <a:tint val="75000"/>
                  </a:prstClr>
                </a:solidFill>
                <a:latin typeface="Lato Light"/>
                <a:cs typeface="+mn-cs"/>
              </a:rPr>
              <a:t>9/22/16</a:t>
            </a:fld>
            <a:endParaRPr lang="en-US">
              <a:solidFill>
                <a:prstClr val="black">
                  <a:tint val="75000"/>
                </a:prst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Lato Light"/>
                <a:cs typeface="+mn-cs"/>
              </a:rPr>
              <a:t>موسوعة تكنولوجيا التعليم</a:t>
            </a:r>
            <a:endParaRPr lang="en-US">
              <a:solidFill>
                <a:prstClr val="black">
                  <a:tint val="75000"/>
                </a:prst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3FC2BE4D-41C5-4BA7-AAA9-F5DFA07902B2}" type="slidenum">
              <a:rPr lang="en-US" smtClean="0">
                <a:solidFill>
                  <a:prstClr val="black">
                    <a:tint val="75000"/>
                  </a:prstClr>
                </a:solidFill>
                <a:latin typeface="Lato Light"/>
                <a:cs typeface="+mn-cs"/>
              </a:rPr>
              <a:pPr fontAlgn="auto">
                <a:spcBef>
                  <a:spcPts val="0"/>
                </a:spcBef>
                <a:spcAft>
                  <a:spcPts val="0"/>
                </a:spcAft>
              </a:pPr>
              <a:t>‹#›</a:t>
            </a:fld>
            <a:endParaRPr lang="en-US">
              <a:solidFill>
                <a:prstClr val="black">
                  <a:tint val="75000"/>
                </a:prstClr>
              </a:solidFill>
              <a:latin typeface="Lato Light"/>
              <a:cs typeface="+mn-cs"/>
            </a:endParaRPr>
          </a:p>
        </p:txBody>
      </p:sp>
    </p:spTree>
    <p:extLst>
      <p:ext uri="{BB962C8B-B14F-4D97-AF65-F5344CB8AC3E}">
        <p14:creationId xmlns:p14="http://schemas.microsoft.com/office/powerpoint/2010/main" val="1890724873"/>
      </p:ext>
    </p:extLst>
  </p:cSld>
  <p:clrMap bg1="lt1" tx1="dk1" bg2="lt2" tx2="dk2" accent1="accent1" accent2="accent2" accent3="accent3" accent4="accent4" accent5="accent5" accent6="accent6" hlink="hlink" folHlink="folHlink"/>
  <p:sldLayoutIdLst>
    <p:sldLayoutId id="2147485260" r:id="rId1"/>
    <p:sldLayoutId id="2147485261" r:id="rId2"/>
    <p:sldLayoutId id="2147485262" r:id="rId3"/>
    <p:sldLayoutId id="2147485263" r:id="rId4"/>
    <p:sldLayoutId id="2147485264" r:id="rId5"/>
    <p:sldLayoutId id="2147485265" r:id="rId6"/>
    <p:sldLayoutId id="2147485266" r:id="rId7"/>
    <p:sldLayoutId id="2147485267" r:id="rId8"/>
    <p:sldLayoutId id="2147485268" r:id="rId9"/>
    <p:sldLayoutId id="2147485269" r:id="rId10"/>
    <p:sldLayoutId id="2147485270" r:id="rId11"/>
    <p:sldLayoutId id="2147485271" r:id="rId12"/>
    <p:sldLayoutId id="2147485272" r:id="rId13"/>
    <p:sldLayoutId id="2147485273" r:id="rId14"/>
    <p:sldLayoutId id="2147485274" r:id="rId15"/>
    <p:sldLayoutId id="2147485275" r:id="rId16"/>
    <p:sldLayoutId id="2147485276" r:id="rId17"/>
    <p:sldLayoutId id="2147485277" r:id="rId18"/>
    <p:sldLayoutId id="2147485278" r:id="rId19"/>
    <p:sldLayoutId id="2147485279" r:id="rId20"/>
    <p:sldLayoutId id="2147485280" r:id="rId21"/>
    <p:sldLayoutId id="2147485281" r:id="rId22"/>
    <p:sldLayoutId id="2147485282" r:id="rId23"/>
    <p:sldLayoutId id="2147485283" r:id="rId24"/>
    <p:sldLayoutId id="2147485284" r:id="rId25"/>
    <p:sldLayoutId id="2147485285" r:id="rId26"/>
    <p:sldLayoutId id="2147485286" r:id="rId27"/>
    <p:sldLayoutId id="2147485287" r:id="rId28"/>
    <p:sldLayoutId id="2147485288" r:id="rId29"/>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blipFill dpi="0" rotWithShape="1">
          <a:blip r:embed="rId3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660F89F0-3033-164C-B4B7-E3CF762DD988}" type="datetime1">
              <a:rPr lang="en-US" smtClean="0">
                <a:solidFill>
                  <a:prstClr val="black">
                    <a:tint val="75000"/>
                  </a:prstClr>
                </a:solidFill>
                <a:latin typeface="Lato Light"/>
                <a:cs typeface="+mn-cs"/>
              </a:rPr>
              <a:t>9/22/16</a:t>
            </a:fld>
            <a:endParaRPr lang="en-US">
              <a:solidFill>
                <a:prstClr val="black">
                  <a:tint val="75000"/>
                </a:prstClr>
              </a:solidFill>
              <a:latin typeface="Lato Ligh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Lato Light"/>
                <a:cs typeface="+mn-cs"/>
              </a:rPr>
              <a:t>موسوعة تكنولوجيا التعليم</a:t>
            </a:r>
            <a:endParaRPr lang="en-US">
              <a:solidFill>
                <a:prstClr val="black">
                  <a:tint val="75000"/>
                </a:prstClr>
              </a:solidFill>
              <a:latin typeface="Lato Ligh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3FC2BE4D-41C5-4BA7-AAA9-F5DFA07902B2}" type="slidenum">
              <a:rPr lang="en-US" smtClean="0">
                <a:solidFill>
                  <a:prstClr val="black">
                    <a:tint val="75000"/>
                  </a:prstClr>
                </a:solidFill>
                <a:latin typeface="Lato Light"/>
                <a:cs typeface="+mn-cs"/>
              </a:rPr>
              <a:pPr fontAlgn="auto">
                <a:spcBef>
                  <a:spcPts val="0"/>
                </a:spcBef>
                <a:spcAft>
                  <a:spcPts val="0"/>
                </a:spcAft>
              </a:pPr>
              <a:t>‹#›</a:t>
            </a:fld>
            <a:endParaRPr lang="en-US">
              <a:solidFill>
                <a:prstClr val="black">
                  <a:tint val="75000"/>
                </a:prstClr>
              </a:solidFill>
              <a:latin typeface="Lato Light"/>
              <a:cs typeface="+mn-cs"/>
            </a:endParaRPr>
          </a:p>
        </p:txBody>
      </p:sp>
    </p:spTree>
    <p:extLst>
      <p:ext uri="{BB962C8B-B14F-4D97-AF65-F5344CB8AC3E}">
        <p14:creationId xmlns:p14="http://schemas.microsoft.com/office/powerpoint/2010/main" val="3517689637"/>
      </p:ext>
    </p:extLst>
  </p:cSld>
  <p:clrMap bg1="lt1" tx1="dk1" bg2="lt2" tx2="dk2" accent1="accent1" accent2="accent2" accent3="accent3" accent4="accent4" accent5="accent5" accent6="accent6" hlink="hlink" folHlink="folHlink"/>
  <p:sldLayoutIdLst>
    <p:sldLayoutId id="2147485320" r:id="rId1"/>
    <p:sldLayoutId id="2147485321" r:id="rId2"/>
    <p:sldLayoutId id="2147485322" r:id="rId3"/>
    <p:sldLayoutId id="2147485323" r:id="rId4"/>
    <p:sldLayoutId id="2147485324" r:id="rId5"/>
    <p:sldLayoutId id="2147485325" r:id="rId6"/>
    <p:sldLayoutId id="2147485326" r:id="rId7"/>
    <p:sldLayoutId id="2147485327" r:id="rId8"/>
    <p:sldLayoutId id="2147485328" r:id="rId9"/>
    <p:sldLayoutId id="2147485329" r:id="rId10"/>
    <p:sldLayoutId id="2147485330" r:id="rId11"/>
    <p:sldLayoutId id="2147485331" r:id="rId12"/>
    <p:sldLayoutId id="2147485332" r:id="rId13"/>
    <p:sldLayoutId id="2147485333" r:id="rId14"/>
    <p:sldLayoutId id="2147485334" r:id="rId15"/>
    <p:sldLayoutId id="2147485335" r:id="rId16"/>
    <p:sldLayoutId id="2147485336" r:id="rId17"/>
    <p:sldLayoutId id="2147485337" r:id="rId18"/>
    <p:sldLayoutId id="2147485338" r:id="rId19"/>
    <p:sldLayoutId id="2147485339" r:id="rId20"/>
    <p:sldLayoutId id="2147485340" r:id="rId21"/>
    <p:sldLayoutId id="2147485341" r:id="rId22"/>
    <p:sldLayoutId id="2147485342" r:id="rId23"/>
    <p:sldLayoutId id="2147485343" r:id="rId24"/>
    <p:sldLayoutId id="2147485344" r:id="rId25"/>
    <p:sldLayoutId id="2147485345" r:id="rId26"/>
    <p:sldLayoutId id="2147485346" r:id="rId27"/>
    <p:sldLayoutId id="2147485347" r:id="rId28"/>
    <p:sldLayoutId id="2147485348" r:id="rId29"/>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B30EF8F4-2E9A-CE4E-8B01-7DB5E6141AFB}"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428119240"/>
      </p:ext>
    </p:extLst>
  </p:cSld>
  <p:clrMap bg1="lt1" tx1="dk1" bg2="lt2" tx2="dk2" accent1="accent1" accent2="accent2" accent3="accent3" accent4="accent4" accent5="accent5" accent6="accent6" hlink="hlink" folHlink="folHlink"/>
  <p:sldLayoutIdLst>
    <p:sldLayoutId id="2147485350" r:id="rId1"/>
    <p:sldLayoutId id="2147485351" r:id="rId2"/>
    <p:sldLayoutId id="2147485352" r:id="rId3"/>
    <p:sldLayoutId id="2147485353" r:id="rId4"/>
    <p:sldLayoutId id="2147485354" r:id="rId5"/>
    <p:sldLayoutId id="2147485355" r:id="rId6"/>
    <p:sldLayoutId id="2147485356" r:id="rId7"/>
    <p:sldLayoutId id="2147485357" r:id="rId8"/>
    <p:sldLayoutId id="2147485358" r:id="rId9"/>
    <p:sldLayoutId id="2147485359" r:id="rId10"/>
    <p:sldLayoutId id="2147485360"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1476E2B1-8AA8-B540-9CEC-F04AA6B603DF}"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73843652"/>
      </p:ext>
    </p:extLst>
  </p:cSld>
  <p:clrMap bg1="lt1" tx1="dk1" bg2="lt2" tx2="dk2" accent1="accent1" accent2="accent2" accent3="accent3" accent4="accent4" accent5="accent5" accent6="accent6" hlink="hlink" folHlink="folHlink"/>
  <p:sldLayoutIdLst>
    <p:sldLayoutId id="2147485362" r:id="rId1"/>
    <p:sldLayoutId id="2147485363" r:id="rId2"/>
    <p:sldLayoutId id="2147485364" r:id="rId3"/>
    <p:sldLayoutId id="2147485365" r:id="rId4"/>
    <p:sldLayoutId id="2147485366" r:id="rId5"/>
    <p:sldLayoutId id="2147485367" r:id="rId6"/>
    <p:sldLayoutId id="2147485368" r:id="rId7"/>
    <p:sldLayoutId id="2147485369" r:id="rId8"/>
    <p:sldLayoutId id="2147485370" r:id="rId9"/>
    <p:sldLayoutId id="2147485371" r:id="rId10"/>
    <p:sldLayoutId id="2147485372"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2E88DDBF-DB13-E245-BC49-7A838081BAEA}" type="datetime1">
              <a:rPr lang="en-US" smtClean="0">
                <a:solidFill>
                  <a:prstClr val="black">
                    <a:tint val="75000"/>
                  </a:prstClr>
                </a:solidFill>
                <a:latin typeface="Calibri" panose="020F0502020204030204"/>
                <a:cs typeface="+mn-cs"/>
              </a:rPr>
              <a:t>9/22/16</a:t>
            </a:fld>
            <a:endParaRPr lang="id-ID">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cs typeface="+mn-cs"/>
              </a:rPr>
              <a:t>موسوعة تكنولوجيا التعليم</a:t>
            </a:r>
            <a:endParaRPr lang="id-ID">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cs typeface="+mn-cs"/>
              </a:rPr>
              <a:pPr fontAlgn="auto">
                <a:spcBef>
                  <a:spcPts val="0"/>
                </a:spcBef>
                <a:spcAft>
                  <a:spcPts val="0"/>
                </a:spcAft>
              </a:pPr>
              <a:t>‹#›</a:t>
            </a:fld>
            <a:endParaRPr lang="id-ID">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3342743219"/>
      </p:ext>
    </p:extLst>
  </p:cSld>
  <p:clrMap bg1="lt1" tx1="dk1" bg2="lt2" tx2="dk2" accent1="accent1" accent2="accent2" accent3="accent3" accent4="accent4" accent5="accent5" accent6="accent6" hlink="hlink" folHlink="folHlink"/>
  <p:sldLayoutIdLst>
    <p:sldLayoutId id="2147485374" r:id="rId1"/>
    <p:sldLayoutId id="2147485375" r:id="rId2"/>
    <p:sldLayoutId id="2147485376" r:id="rId3"/>
    <p:sldLayoutId id="2147485377" r:id="rId4"/>
    <p:sldLayoutId id="2147485378" r:id="rId5"/>
    <p:sldLayoutId id="2147485379" r:id="rId6"/>
    <p:sldLayoutId id="2147485380" r:id="rId7"/>
    <p:sldLayoutId id="2147485381" r:id="rId8"/>
    <p:sldLayoutId id="2147485382" r:id="rId9"/>
    <p:sldLayoutId id="2147485383" r:id="rId10"/>
    <p:sldLayoutId id="2147485384"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blipFill dpi="0" rotWithShape="1">
          <a:blip r:embed="rId27">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1" y="365129"/>
            <a:ext cx="10515600" cy="1325563"/>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838201" y="1825625"/>
            <a:ext cx="10515600" cy="4351338"/>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5"/>
            <a:ext cx="2743200" cy="365125"/>
          </a:xfrm>
          <a:prstGeom prst="rect">
            <a:avLst/>
          </a:prstGeom>
        </p:spPr>
        <p:txBody>
          <a:bodyPr vert="horz" lIns="182843" tIns="91422" rIns="182843" bIns="91422" rtlCol="0" anchor="ctr"/>
          <a:lstStyle>
            <a:lvl1pPr algn="l">
              <a:defRPr sz="1200">
                <a:solidFill>
                  <a:schemeClr val="tx1">
                    <a:tint val="75000"/>
                  </a:schemeClr>
                </a:solidFill>
                <a:latin typeface="Lato Regular"/>
              </a:defRPr>
            </a:lvl1pPr>
          </a:lstStyle>
          <a:p>
            <a:pPr defTabSz="914217" fontAlgn="auto">
              <a:spcBef>
                <a:spcPts val="0"/>
              </a:spcBef>
              <a:spcAft>
                <a:spcPts val="0"/>
              </a:spcAft>
            </a:pPr>
            <a:fld id="{D5F6CABE-8A74-774E-8B08-69ECCE7D3A55}" type="datetime1">
              <a:rPr lang="en-US" smtClean="0">
                <a:solidFill>
                  <a:srgbClr val="445469">
                    <a:tint val="75000"/>
                  </a:srgbClr>
                </a:solidFill>
                <a:cs typeface="+mn-cs"/>
              </a:rPr>
              <a:t>9/22/16</a:t>
            </a:fld>
            <a:endParaRPr lang="en-US" dirty="0">
              <a:solidFill>
                <a:srgbClr val="445469">
                  <a:tint val="75000"/>
                </a:srgbClr>
              </a:solidFill>
              <a:cs typeface="+mn-cs"/>
            </a:endParaRPr>
          </a:p>
        </p:txBody>
      </p:sp>
      <p:sp>
        <p:nvSpPr>
          <p:cNvPr id="5" name="Footer Placeholder 4"/>
          <p:cNvSpPr>
            <a:spLocks noGrp="1"/>
          </p:cNvSpPr>
          <p:nvPr>
            <p:ph type="ftr" sz="quarter" idx="3"/>
          </p:nvPr>
        </p:nvSpPr>
        <p:spPr>
          <a:xfrm>
            <a:off x="4038601" y="6356355"/>
            <a:ext cx="4114800" cy="365125"/>
          </a:xfrm>
          <a:prstGeom prst="rect">
            <a:avLst/>
          </a:prstGeom>
        </p:spPr>
        <p:txBody>
          <a:bodyPr vert="horz" lIns="182843" tIns="91422" rIns="182843" bIns="91422" rtlCol="0" anchor="ctr"/>
          <a:lstStyle>
            <a:lvl1pPr algn="ctr">
              <a:defRPr sz="1200">
                <a:solidFill>
                  <a:schemeClr val="tx1">
                    <a:tint val="75000"/>
                  </a:schemeClr>
                </a:solidFill>
                <a:latin typeface="Lato Regular"/>
              </a:defRPr>
            </a:lvl1pPr>
          </a:lstStyle>
          <a:p>
            <a:pPr defTabSz="914217" fontAlgn="auto">
              <a:spcBef>
                <a:spcPts val="0"/>
              </a:spcBef>
              <a:spcAft>
                <a:spcPts val="0"/>
              </a:spcAft>
            </a:pPr>
            <a:r>
              <a:rPr lang="ar-SA" smtClean="0">
                <a:solidFill>
                  <a:srgbClr val="445469">
                    <a:tint val="75000"/>
                  </a:srgbClr>
                </a:solidFill>
                <a:cs typeface="+mn-cs"/>
              </a:rPr>
              <a:t>موسوعة تكنولوجيا التعليم</a:t>
            </a:r>
            <a:endParaRPr lang="en-US" dirty="0">
              <a:solidFill>
                <a:srgbClr val="445469">
                  <a:tint val="75000"/>
                </a:srgbClr>
              </a:solidFill>
              <a:cs typeface="+mn-cs"/>
            </a:endParaRPr>
          </a:p>
        </p:txBody>
      </p:sp>
      <p:sp>
        <p:nvSpPr>
          <p:cNvPr id="6" name="Slide Number Placeholder 5"/>
          <p:cNvSpPr>
            <a:spLocks noGrp="1"/>
          </p:cNvSpPr>
          <p:nvPr>
            <p:ph type="sldNum" sz="quarter" idx="4"/>
          </p:nvPr>
        </p:nvSpPr>
        <p:spPr>
          <a:xfrm>
            <a:off x="8610600" y="6356355"/>
            <a:ext cx="2743200" cy="365125"/>
          </a:xfrm>
          <a:prstGeom prst="rect">
            <a:avLst/>
          </a:prstGeom>
        </p:spPr>
        <p:txBody>
          <a:bodyPr vert="horz" lIns="182843" tIns="91422" rIns="182843" bIns="91422" rtlCol="0" anchor="ctr"/>
          <a:lstStyle>
            <a:lvl1pPr algn="r">
              <a:defRPr sz="1200">
                <a:solidFill>
                  <a:schemeClr val="tx1">
                    <a:tint val="75000"/>
                  </a:schemeClr>
                </a:solidFill>
                <a:latin typeface="Lato Regular"/>
              </a:defRPr>
            </a:lvl1pPr>
          </a:lstStyle>
          <a:p>
            <a:pPr defTabSz="914217" fontAlgn="auto">
              <a:spcBef>
                <a:spcPts val="0"/>
              </a:spcBef>
              <a:spcAft>
                <a:spcPts val="0"/>
              </a:spcAft>
            </a:pPr>
            <a:fld id="{FCEE2C88-6C8F-484D-AF69-578F576B1F44}" type="slidenum">
              <a:rPr lang="en-US" smtClean="0">
                <a:solidFill>
                  <a:srgbClr val="445469">
                    <a:tint val="75000"/>
                  </a:srgbClr>
                </a:solidFill>
                <a:cs typeface="+mn-cs"/>
              </a:rPr>
              <a:pPr defTabSz="914217" fontAlgn="auto">
                <a:spcBef>
                  <a:spcPts val="0"/>
                </a:spcBef>
                <a:spcAft>
                  <a:spcPts val="0"/>
                </a:spcAft>
              </a:pPr>
              <a:t>‹#›</a:t>
            </a:fld>
            <a:endParaRPr lang="en-US" dirty="0">
              <a:solidFill>
                <a:srgbClr val="445469">
                  <a:tint val="75000"/>
                </a:srgbClr>
              </a:solidFill>
              <a:cs typeface="+mn-cs"/>
            </a:endParaRPr>
          </a:p>
        </p:txBody>
      </p:sp>
    </p:spTree>
    <p:extLst>
      <p:ext uri="{BB962C8B-B14F-4D97-AF65-F5344CB8AC3E}">
        <p14:creationId xmlns:p14="http://schemas.microsoft.com/office/powerpoint/2010/main" val="2147963854"/>
      </p:ext>
    </p:extLst>
  </p:cSld>
  <p:clrMap bg1="lt1" tx1="dk1" bg2="lt2" tx2="dk2" accent1="accent1" accent2="accent2" accent3="accent3" accent4="accent4" accent5="accent5" accent6="accent6" hlink="hlink" folHlink="folHlink"/>
  <p:sldLayoutIdLst>
    <p:sldLayoutId id="2147485410" r:id="rId1"/>
    <p:sldLayoutId id="2147485411" r:id="rId2"/>
    <p:sldLayoutId id="2147485412" r:id="rId3"/>
    <p:sldLayoutId id="2147485413" r:id="rId4"/>
    <p:sldLayoutId id="2147485414" r:id="rId5"/>
    <p:sldLayoutId id="2147485415" r:id="rId6"/>
    <p:sldLayoutId id="2147485416" r:id="rId7"/>
    <p:sldLayoutId id="2147485417" r:id="rId8"/>
    <p:sldLayoutId id="2147485418" r:id="rId9"/>
    <p:sldLayoutId id="2147485419" r:id="rId10"/>
    <p:sldLayoutId id="2147485420" r:id="rId11"/>
    <p:sldLayoutId id="2147485421" r:id="rId12"/>
    <p:sldLayoutId id="2147485422" r:id="rId13"/>
    <p:sldLayoutId id="2147485423" r:id="rId14"/>
    <p:sldLayoutId id="2147485424" r:id="rId15"/>
    <p:sldLayoutId id="2147485425" r:id="rId16"/>
    <p:sldLayoutId id="2147485426" r:id="rId17"/>
    <p:sldLayoutId id="2147485427" r:id="rId18"/>
    <p:sldLayoutId id="2147485428" r:id="rId19"/>
    <p:sldLayoutId id="2147485429" r:id="rId20"/>
    <p:sldLayoutId id="2147485430" r:id="rId21"/>
    <p:sldLayoutId id="2147485431" r:id="rId22"/>
    <p:sldLayoutId id="2147485432" r:id="rId23"/>
    <p:sldLayoutId id="2147485433" r:id="rId24"/>
    <p:sldLayoutId id="2147485434" r:id="rId25"/>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217" rtl="0" eaLnBrk="1" latinLnBrk="0" hangingPunct="1">
        <a:lnSpc>
          <a:spcPct val="90000"/>
        </a:lnSpc>
        <a:spcBef>
          <a:spcPct val="0"/>
        </a:spcBef>
        <a:buNone/>
        <a:defRPr lang="en-US" sz="3000" kern="1200">
          <a:solidFill>
            <a:schemeClr val="tx1"/>
          </a:solidFill>
          <a:latin typeface="Lato" panose="020F0502020204030203" pitchFamily="34" charset="0"/>
          <a:ea typeface="+mj-ea"/>
          <a:cs typeface="+mj-cs"/>
        </a:defRPr>
      </a:lvl1pPr>
    </p:titleStyle>
    <p:bodyStyle>
      <a:lvl1pPr marL="228555" indent="-228555" algn="l" defTabSz="914217"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663" indent="-228555" algn="l" defTabSz="914217"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2772" indent="-228555" algn="l" defTabSz="914217"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599880" indent="-228555" algn="l" defTabSz="914217"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6989" indent="-228555" algn="l" defTabSz="914217"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097"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206"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314"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423" indent="-228555" algn="l" defTabSz="91421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217" rtl="0" eaLnBrk="1" latinLnBrk="0" hangingPunct="1">
        <a:defRPr sz="1800" kern="1200">
          <a:solidFill>
            <a:schemeClr val="tx1"/>
          </a:solidFill>
          <a:latin typeface="+mn-lt"/>
          <a:ea typeface="+mn-ea"/>
          <a:cs typeface="+mn-cs"/>
        </a:defRPr>
      </a:lvl1pPr>
      <a:lvl2pPr marL="457109" algn="l" defTabSz="914217" rtl="0" eaLnBrk="1" latinLnBrk="0" hangingPunct="1">
        <a:defRPr sz="1800" kern="1200">
          <a:solidFill>
            <a:schemeClr val="tx1"/>
          </a:solidFill>
          <a:latin typeface="+mn-lt"/>
          <a:ea typeface="+mn-ea"/>
          <a:cs typeface="+mn-cs"/>
        </a:defRPr>
      </a:lvl2pPr>
      <a:lvl3pPr marL="914217" algn="l" defTabSz="914217" rtl="0" eaLnBrk="1" latinLnBrk="0" hangingPunct="1">
        <a:defRPr sz="1800" kern="1200">
          <a:solidFill>
            <a:schemeClr val="tx1"/>
          </a:solidFill>
          <a:latin typeface="+mn-lt"/>
          <a:ea typeface="+mn-ea"/>
          <a:cs typeface="+mn-cs"/>
        </a:defRPr>
      </a:lvl3pPr>
      <a:lvl4pPr marL="1371326" algn="l" defTabSz="914217" rtl="0" eaLnBrk="1" latinLnBrk="0" hangingPunct="1">
        <a:defRPr sz="1800" kern="1200">
          <a:solidFill>
            <a:schemeClr val="tx1"/>
          </a:solidFill>
          <a:latin typeface="+mn-lt"/>
          <a:ea typeface="+mn-ea"/>
          <a:cs typeface="+mn-cs"/>
        </a:defRPr>
      </a:lvl4pPr>
      <a:lvl5pPr marL="1828434" algn="l" defTabSz="914217" rtl="0" eaLnBrk="1" latinLnBrk="0" hangingPunct="1">
        <a:defRPr sz="1800" kern="1200">
          <a:solidFill>
            <a:schemeClr val="tx1"/>
          </a:solidFill>
          <a:latin typeface="+mn-lt"/>
          <a:ea typeface="+mn-ea"/>
          <a:cs typeface="+mn-cs"/>
        </a:defRPr>
      </a:lvl5pPr>
      <a:lvl6pPr marL="2285543" algn="l" defTabSz="914217" rtl="0" eaLnBrk="1" latinLnBrk="0" hangingPunct="1">
        <a:defRPr sz="1800" kern="1200">
          <a:solidFill>
            <a:schemeClr val="tx1"/>
          </a:solidFill>
          <a:latin typeface="+mn-lt"/>
          <a:ea typeface="+mn-ea"/>
          <a:cs typeface="+mn-cs"/>
        </a:defRPr>
      </a:lvl6pPr>
      <a:lvl7pPr marL="2742652" algn="l" defTabSz="914217" rtl="0" eaLnBrk="1" latinLnBrk="0" hangingPunct="1">
        <a:defRPr sz="1800" kern="1200">
          <a:solidFill>
            <a:schemeClr val="tx1"/>
          </a:solidFill>
          <a:latin typeface="+mn-lt"/>
          <a:ea typeface="+mn-ea"/>
          <a:cs typeface="+mn-cs"/>
        </a:defRPr>
      </a:lvl7pPr>
      <a:lvl8pPr marL="3199760" algn="l" defTabSz="914217" rtl="0" eaLnBrk="1" latinLnBrk="0" hangingPunct="1">
        <a:defRPr sz="1800" kern="1200">
          <a:solidFill>
            <a:schemeClr val="tx1"/>
          </a:solidFill>
          <a:latin typeface="+mn-lt"/>
          <a:ea typeface="+mn-ea"/>
          <a:cs typeface="+mn-cs"/>
        </a:defRPr>
      </a:lvl8pPr>
      <a:lvl9pPr marL="3656869" algn="l" defTabSz="914217"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11" name="Oval 10"/>
          <p:cNvSpPr/>
          <p:nvPr userDrawn="1"/>
        </p:nvSpPr>
        <p:spPr>
          <a:xfrm>
            <a:off x="5913120" y="6409414"/>
            <a:ext cx="365760" cy="3657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userDrawn="1"/>
        </p:nvSpPr>
        <p:spPr>
          <a:xfrm>
            <a:off x="6302734" y="6409414"/>
            <a:ext cx="365760" cy="3657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userDrawn="1"/>
        </p:nvSpPr>
        <p:spPr>
          <a:xfrm>
            <a:off x="5523506" y="6409414"/>
            <a:ext cx="365760" cy="36576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Tree>
    <p:extLst>
      <p:ext uri="{BB962C8B-B14F-4D97-AF65-F5344CB8AC3E}">
        <p14:creationId xmlns:p14="http://schemas.microsoft.com/office/powerpoint/2010/main" val="2512697601"/>
      </p:ext>
    </p:extLst>
  </p:cSld>
  <p:clrMap bg1="lt1" tx1="dk1" bg2="lt2" tx2="dk2" accent1="accent1" accent2="accent2" accent3="accent3" accent4="accent4" accent5="accent5" accent6="accent6" hlink="hlink" folHlink="folHlink"/>
  <p:sldLayoutIdLst>
    <p:sldLayoutId id="2147485436" r:id="rId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blipFill dpi="0" rotWithShape="1">
          <a:blip r:embed="rId41">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smtClean="0"/>
              <a:t>Click to edit Master title style</a:t>
            </a:r>
            <a:endParaRPr lang="en-AU"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65D77814-72A6-FE48-85F5-545E64AC5174}" type="datetime1">
              <a:rPr lang="en-US" smtClean="0">
                <a:solidFill>
                  <a:prstClr val="black">
                    <a:tint val="75000"/>
                  </a:prstClr>
                </a:solidFill>
                <a:latin typeface="Roboto Lt"/>
                <a:cs typeface="+mn-cs"/>
              </a:rPr>
              <a:t>9/22/16</a:t>
            </a:fld>
            <a:endParaRPr lang="en-AU">
              <a:solidFill>
                <a:prstClr val="black">
                  <a:tint val="75000"/>
                </a:prstClr>
              </a:solidFill>
              <a:latin typeface="Roboto Lt"/>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Roboto Lt"/>
                <a:cs typeface="+mn-cs"/>
              </a:rPr>
              <a:t>موسوعة تكنولوجيا التعليم</a:t>
            </a:r>
            <a:endParaRPr lang="en-AU">
              <a:solidFill>
                <a:prstClr val="black">
                  <a:tint val="75000"/>
                </a:prstClr>
              </a:solidFill>
              <a:latin typeface="Roboto Lt"/>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2368EEF-F8D6-448A-9AF0-691E77075A3E}" type="slidenum">
              <a:rPr lang="en-AU" smtClean="0">
                <a:solidFill>
                  <a:prstClr val="black">
                    <a:tint val="75000"/>
                  </a:prstClr>
                </a:solidFill>
                <a:latin typeface="Roboto Lt"/>
                <a:cs typeface="+mn-cs"/>
              </a:rPr>
              <a:pPr fontAlgn="auto">
                <a:spcBef>
                  <a:spcPts val="0"/>
                </a:spcBef>
                <a:spcAft>
                  <a:spcPts val="0"/>
                </a:spcAft>
              </a:pPr>
              <a:t>‹#›</a:t>
            </a:fld>
            <a:endParaRPr lang="en-AU">
              <a:solidFill>
                <a:prstClr val="black">
                  <a:tint val="75000"/>
                </a:prstClr>
              </a:solidFill>
              <a:latin typeface="Roboto Lt"/>
              <a:cs typeface="+mn-cs"/>
            </a:endParaRPr>
          </a:p>
        </p:txBody>
      </p:sp>
    </p:spTree>
    <p:extLst>
      <p:ext uri="{BB962C8B-B14F-4D97-AF65-F5344CB8AC3E}">
        <p14:creationId xmlns:p14="http://schemas.microsoft.com/office/powerpoint/2010/main" val="16449171"/>
      </p:ext>
    </p:extLst>
  </p:cSld>
  <p:clrMap bg1="lt1" tx1="dk1" bg2="lt2" tx2="dk2" accent1="accent1" accent2="accent2" accent3="accent3" accent4="accent4" accent5="accent5" accent6="accent6" hlink="hlink" folHlink="folHlink"/>
  <p:sldLayoutIdLst>
    <p:sldLayoutId id="2147485469" r:id="rId1"/>
    <p:sldLayoutId id="2147485470" r:id="rId2"/>
    <p:sldLayoutId id="2147485471" r:id="rId3"/>
    <p:sldLayoutId id="2147485472" r:id="rId4"/>
    <p:sldLayoutId id="2147485473" r:id="rId5"/>
    <p:sldLayoutId id="2147485474" r:id="rId6"/>
    <p:sldLayoutId id="2147485475" r:id="rId7"/>
    <p:sldLayoutId id="2147485476" r:id="rId8"/>
    <p:sldLayoutId id="2147485477" r:id="rId9"/>
    <p:sldLayoutId id="2147485478" r:id="rId10"/>
    <p:sldLayoutId id="2147485479" r:id="rId11"/>
    <p:sldLayoutId id="2147485480" r:id="rId12"/>
    <p:sldLayoutId id="2147485481" r:id="rId13"/>
    <p:sldLayoutId id="2147485482" r:id="rId14"/>
    <p:sldLayoutId id="2147485483" r:id="rId15"/>
    <p:sldLayoutId id="2147485484" r:id="rId16"/>
    <p:sldLayoutId id="2147485485" r:id="rId17"/>
    <p:sldLayoutId id="2147485486" r:id="rId18"/>
    <p:sldLayoutId id="2147485487" r:id="rId19"/>
    <p:sldLayoutId id="2147485488" r:id="rId20"/>
    <p:sldLayoutId id="2147485489" r:id="rId21"/>
    <p:sldLayoutId id="2147485490" r:id="rId22"/>
    <p:sldLayoutId id="2147485491" r:id="rId23"/>
    <p:sldLayoutId id="2147485492" r:id="rId24"/>
    <p:sldLayoutId id="2147485493" r:id="rId25"/>
    <p:sldLayoutId id="2147485494" r:id="rId26"/>
    <p:sldLayoutId id="2147485495" r:id="rId27"/>
    <p:sldLayoutId id="2147485496" r:id="rId28"/>
    <p:sldLayoutId id="2147485497" r:id="rId29"/>
    <p:sldLayoutId id="2147485498" r:id="rId30"/>
    <p:sldLayoutId id="2147485499" r:id="rId31"/>
    <p:sldLayoutId id="2147485500" r:id="rId32"/>
    <p:sldLayoutId id="2147485501" r:id="rId33"/>
    <p:sldLayoutId id="2147485718" r:id="rId34"/>
    <p:sldLayoutId id="2147485719" r:id="rId35"/>
    <p:sldLayoutId id="2147485720" r:id="rId36"/>
    <p:sldLayoutId id="2147485721" r:id="rId37"/>
    <p:sldLayoutId id="2147485723" r:id="rId38"/>
    <p:sldLayoutId id="2147485724" r:id="rId39"/>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Tx/>
        <a:buNone/>
        <a:defRPr sz="1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Tx/>
        <a:buNone/>
        <a:defRPr sz="12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Tx/>
        <a:buNone/>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p15:clr>
            <a:srgbClr val="F26B43"/>
          </p15:clr>
        </p15:guide>
        <p15:guide id="2" orient="horz" pos="2160">
          <p15:clr>
            <a:srgbClr val="F26B43"/>
          </p15:clr>
        </p15:guide>
        <p15:guide id="3" pos="7378">
          <p15:clr>
            <a:srgbClr val="F26B43"/>
          </p15:clr>
        </p15:guide>
        <p15:guide id="4" pos="302">
          <p15:clr>
            <a:srgbClr val="F26B43"/>
          </p15:clr>
        </p15:guide>
        <p15:guide id="5" orient="horz" pos="3884">
          <p15:clr>
            <a:srgbClr val="F26B43"/>
          </p15:clr>
        </p15:guide>
        <p15:guide id="6" orient="horz" pos="436">
          <p15:clr>
            <a:srgbClr val="F26B43"/>
          </p15:clr>
        </p15:guide>
      </p15:sldGuideLst>
    </p:ext>
  </p:extLst>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
        <p:nvSpPr>
          <p:cNvPr id="27" name="Oval 26"/>
          <p:cNvSpPr/>
          <p:nvPr userDrawn="1"/>
        </p:nvSpPr>
        <p:spPr>
          <a:xfrm>
            <a:off x="10999732" y="482547"/>
            <a:ext cx="367764" cy="36776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28" name="Rectangle 27"/>
          <p:cNvSpPr/>
          <p:nvPr userDrawn="1"/>
        </p:nvSpPr>
        <p:spPr>
          <a:xfrm>
            <a:off x="10963040" y="485420"/>
            <a:ext cx="441146" cy="353943"/>
          </a:xfrm>
          <a:prstGeom prst="rect">
            <a:avLst/>
          </a:prstGeom>
          <a:noFill/>
        </p:spPr>
        <p:txBody>
          <a:bodyPr wrap="none" lIns="91440" tIns="45720" rIns="91440" bIns="45720">
            <a:spAutoFit/>
          </a:bodyPr>
          <a:lstStyle/>
          <a:p>
            <a:pPr algn="ctr" fontAlgn="auto">
              <a:spcBef>
                <a:spcPts val="0"/>
              </a:spcBef>
              <a:spcAft>
                <a:spcPts val="0"/>
              </a:spcAft>
            </a:pPr>
            <a:fld id="{F76E4526-E8AC-46C0-9717-2D299B9E986B}" type="slidenum">
              <a:rPr lang="en-US" sz="1700" smtClean="0">
                <a:ln w="0"/>
                <a:solidFill>
                  <a:prstClr val="white"/>
                </a:solidFill>
                <a:latin typeface="Calibri" panose="020F0502020204030204"/>
                <a:cs typeface="+mn-cs"/>
              </a:rPr>
              <a:pPr algn="ctr" fontAlgn="auto">
                <a:spcBef>
                  <a:spcPts val="0"/>
                </a:spcBef>
                <a:spcAft>
                  <a:spcPts val="0"/>
                </a:spcAft>
              </a:pPr>
              <a:t>‹#›</a:t>
            </a:fld>
            <a:endParaRPr lang="en-US" sz="1700" dirty="0">
              <a:ln w="0"/>
              <a:solidFill>
                <a:prstClr val="white"/>
              </a:solidFill>
              <a:latin typeface="Calibri" panose="020F0502020204030204"/>
              <a:cs typeface="+mn-cs"/>
            </a:endParaRPr>
          </a:p>
        </p:txBody>
      </p:sp>
      <p:cxnSp>
        <p:nvCxnSpPr>
          <p:cNvPr id="7" name="Straight Connector 6"/>
          <p:cNvCxnSpPr/>
          <p:nvPr userDrawn="1"/>
        </p:nvCxnSpPr>
        <p:spPr>
          <a:xfrm>
            <a:off x="1075475" y="795821"/>
            <a:ext cx="9737668"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255915"/>
      </p:ext>
    </p:extLst>
  </p:cSld>
  <p:clrMap bg1="lt1" tx1="dk1" bg2="lt2" tx2="dk2" accent1="accent1" accent2="accent2" accent3="accent3" accent4="accent4" accent5="accent5" accent6="accent6" hlink="hlink" folHlink="folHlink"/>
  <p:sldLayoutIdLst>
    <p:sldLayoutId id="2147485633" r:id="rId1"/>
    <p:sldLayoutId id="2147485634" r:id="rId2"/>
    <p:sldLayoutId id="2147485635" r:id="rId3"/>
    <p:sldLayoutId id="2147485636" r:id="rId4"/>
    <p:sldLayoutId id="2147485637" r:id="rId5"/>
    <p:sldLayoutId id="2147485638" r:id="rId6"/>
    <p:sldLayoutId id="2147485639" r:id="rId7"/>
    <p:sldLayoutId id="2147485640" r:id="rId8"/>
    <p:sldLayoutId id="2147485641" r:id="rId9"/>
    <p:sldLayoutId id="2147485642" r:id="rId10"/>
    <p:sldLayoutId id="2147485643" r:id="rId11"/>
    <p:sldLayoutId id="2147485644" r:id="rId12"/>
  </p:sldLayoutIdLst>
  <mc:AlternateContent xmlns:mc="http://schemas.openxmlformats.org/markup-compatibility/2006" xmlns:p14="http://schemas.microsoft.com/office/powerpoint/2010/main">
    <mc:Choice Requires="p14">
      <p:transition spd="med" p14:dur="700"/>
    </mc:Choice>
    <mc:Fallback xmlns="">
      <p:transition spd="med"/>
    </mc:Fallback>
  </mc:AlternateContent>
  <p:timing>
    <p:tnLst>
      <p:par>
        <p:cTn id="1" dur="indefinite" restart="never" nodeType="tmRoot"/>
      </p:par>
    </p:tnLst>
  </p:timing>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blipFill dpi="0" rotWithShape="1">
          <a:blip r:embed="rId3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60655961"/>
      </p:ext>
    </p:extLst>
  </p:cSld>
  <p:clrMap bg1="lt1" tx1="dk1" bg2="lt2" tx2="dk2" accent1="accent1" accent2="accent2" accent3="accent3" accent4="accent4" accent5="accent5" accent6="accent6" hlink="hlink" folHlink="folHlink"/>
  <p:sldLayoutIdLst>
    <p:sldLayoutId id="2147485682" r:id="rId1"/>
    <p:sldLayoutId id="2147485686" r:id="rId2"/>
    <p:sldLayoutId id="2147485687" r:id="rId3"/>
    <p:sldLayoutId id="2147485688" r:id="rId4"/>
    <p:sldLayoutId id="2147485689" r:id="rId5"/>
    <p:sldLayoutId id="2147485690" r:id="rId6"/>
    <p:sldLayoutId id="2147485691" r:id="rId7"/>
    <p:sldLayoutId id="2147485692" r:id="rId8"/>
    <p:sldLayoutId id="2147485693" r:id="rId9"/>
    <p:sldLayoutId id="2147485694" r:id="rId10"/>
    <p:sldLayoutId id="2147485695" r:id="rId11"/>
    <p:sldLayoutId id="2147485698" r:id="rId12"/>
    <p:sldLayoutId id="2147485699" r:id="rId13"/>
    <p:sldLayoutId id="2147485700" r:id="rId14"/>
    <p:sldLayoutId id="2147485701" r:id="rId15"/>
    <p:sldLayoutId id="2147485702" r:id="rId16"/>
    <p:sldLayoutId id="2147485703" r:id="rId17"/>
    <p:sldLayoutId id="2147485704" r:id="rId18"/>
    <p:sldLayoutId id="2147485705" r:id="rId19"/>
    <p:sldLayoutId id="2147485706" r:id="rId20"/>
    <p:sldLayoutId id="2147485707" r:id="rId21"/>
    <p:sldLayoutId id="2147485708" r:id="rId22"/>
    <p:sldLayoutId id="2147485709" r:id="rId23"/>
    <p:sldLayoutId id="2147485710" r:id="rId24"/>
    <p:sldLayoutId id="2147485711" r:id="rId25"/>
    <p:sldLayoutId id="2147485712" r:id="rId26"/>
    <p:sldLayoutId id="2147485713" r:id="rId27"/>
    <p:sldLayoutId id="2147485714" r:id="rId28"/>
    <p:sldLayoutId id="2147485715" r:id="rId29"/>
    <p:sldLayoutId id="2147485716" r:id="rId30"/>
    <p:sldLayoutId id="2147485717" r:id="rId3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5C796FB8-EC31-CE45-8B7A-8486F66E980D}" type="datetime1">
              <a:rPr lang="en-US" smtClean="0">
                <a:solidFill>
                  <a:prstClr val="black">
                    <a:tint val="75000"/>
                  </a:prstClr>
                </a:solidFill>
                <a:latin typeface="Calibri" panose="020F0502020204030204"/>
              </a:rPr>
              <a:t>9/22/16</a:t>
            </a:fld>
            <a:endParaRPr lang="id-ID">
              <a:solidFill>
                <a:prstClr val="black">
                  <a:tint val="75000"/>
                </a:prstClr>
              </a:solidFill>
              <a:latin typeface="Calibri" panose="020F0502020204030204"/>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r>
              <a:rPr lang="ar-SA" smtClean="0">
                <a:solidFill>
                  <a:prstClr val="black">
                    <a:tint val="75000"/>
                  </a:prstClr>
                </a:solidFill>
                <a:latin typeface="Calibri" panose="020F0502020204030204"/>
              </a:rPr>
              <a:t>موسوعة تكنولوجيا التعليم</a:t>
            </a:r>
            <a:endParaRPr lang="id-ID">
              <a:solidFill>
                <a:prstClr val="black">
                  <a:tint val="75000"/>
                </a:prstClr>
              </a:solidFill>
              <a:latin typeface="Calibri" panose="020F0502020204030204"/>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C9F2E319-0919-499D-AD1F-7963255D1003}" type="slidenum">
              <a:rPr lang="id-ID" smtClean="0">
                <a:solidFill>
                  <a:prstClr val="black">
                    <a:tint val="75000"/>
                  </a:prstClr>
                </a:solidFill>
                <a:latin typeface="Calibri" panose="020F0502020204030204"/>
              </a:rPr>
              <a:pPr fontAlgn="auto">
                <a:spcBef>
                  <a:spcPts val="0"/>
                </a:spcBef>
                <a:spcAft>
                  <a:spcPts val="0"/>
                </a:spcAft>
              </a:pPr>
              <a:t>‹#›</a:t>
            </a:fld>
            <a:endParaRPr lang="id-ID">
              <a:solidFill>
                <a:prstClr val="black">
                  <a:tint val="75000"/>
                </a:prstClr>
              </a:solidFill>
              <a:latin typeface="Calibri" panose="020F0502020204030204"/>
            </a:endParaRPr>
          </a:p>
        </p:txBody>
      </p:sp>
    </p:spTree>
    <p:extLst>
      <p:ext uri="{BB962C8B-B14F-4D97-AF65-F5344CB8AC3E}">
        <p14:creationId xmlns:p14="http://schemas.microsoft.com/office/powerpoint/2010/main" val="3203117108"/>
      </p:ext>
    </p:extLst>
  </p:cSld>
  <p:clrMap bg1="lt1" tx1="dk1" bg2="lt2" tx2="dk2" accent1="accent1" accent2="accent2" accent3="accent3" accent4="accent4" accent5="accent5" accent6="accent6" hlink="hlink" folHlink="folHlink"/>
  <p:sldLayoutIdLst>
    <p:sldLayoutId id="2147485739" r:id="rId1"/>
    <p:sldLayoutId id="2147485740" r:id="rId2"/>
    <p:sldLayoutId id="2147485741" r:id="rId3"/>
    <p:sldLayoutId id="2147485742" r:id="rId4"/>
    <p:sldLayoutId id="2147485743" r:id="rId5"/>
    <p:sldLayoutId id="2147485744" r:id="rId6"/>
    <p:sldLayoutId id="2147485745" r:id="rId7"/>
    <p:sldLayoutId id="2147485746" r:id="rId8"/>
    <p:sldLayoutId id="2147485747" r:id="rId9"/>
    <p:sldLayoutId id="2147485748" r:id="rId10"/>
    <p:sldLayoutId id="2147485749" r:id="rId11"/>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95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1.xml"/><Relationship Id="rId4" Type="http://schemas.openxmlformats.org/officeDocument/2006/relationships/diagramLayout" Target="../diagrams/layout1.xml"/><Relationship Id="rId5" Type="http://schemas.openxmlformats.org/officeDocument/2006/relationships/diagramQuickStyle" Target="../diagrams/quickStyle1.xml"/><Relationship Id="rId6" Type="http://schemas.openxmlformats.org/officeDocument/2006/relationships/diagramColors" Target="../diagrams/colors1.xml"/><Relationship Id="rId7" Type="http://schemas.microsoft.com/office/2007/relationships/diagramDrawing" Target="../diagrams/drawing1.xml"/><Relationship Id="rId1" Type="http://schemas.openxmlformats.org/officeDocument/2006/relationships/slideLayout" Target="../slideLayouts/slideLayout25.xml"/><Relationship Id="rId2" Type="http://schemas.openxmlformats.org/officeDocument/2006/relationships/notesSlide" Target="../notesSlides/notesSlide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4.xml"/><Relationship Id="rId2" Type="http://schemas.openxmlformats.org/officeDocument/2006/relationships/notesSlide" Target="../notesSlides/notesSlide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image" Target="../media/image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image" Target="../media/image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96.xml"/><Relationship Id="rId2" Type="http://schemas.openxmlformats.org/officeDocument/2006/relationships/notesSlide" Target="../notesSlides/notesSlide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32.xml.rels><?xml version="1.0" encoding="UTF-8" standalone="yes"?>
<Relationships xmlns="http://schemas.openxmlformats.org/package/2006/relationships"><Relationship Id="rId3" Type="http://schemas.openxmlformats.org/officeDocument/2006/relationships/oleObject" Target="../embeddings/Microsoft_Excel_97_-_2004_Worksheet1.xls"/><Relationship Id="rId4" Type="http://schemas.openxmlformats.org/officeDocument/2006/relationships/image" Target="../media/image5.png"/><Relationship Id="rId1" Type="http://schemas.openxmlformats.org/officeDocument/2006/relationships/vmlDrawing" Target="../drawings/vmlDrawing1.vml"/><Relationship Id="rId2" Type="http://schemas.openxmlformats.org/officeDocument/2006/relationships/slideLayout" Target="../slideLayouts/slideLayout135.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Microsoft_Excel_97_-_2004_Worksheet2.xls"/><Relationship Id="rId4" Type="http://schemas.openxmlformats.org/officeDocument/2006/relationships/image" Target="../media/image5.png"/><Relationship Id="rId1" Type="http://schemas.openxmlformats.org/officeDocument/2006/relationships/vmlDrawing" Target="../drawings/vmlDrawing2.vml"/><Relationship Id="rId2" Type="http://schemas.openxmlformats.org/officeDocument/2006/relationships/slideLayout" Target="../slideLayouts/slideLayout13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1.xml"/><Relationship Id="rId2" Type="http://schemas.openxmlformats.org/officeDocument/2006/relationships/notesSlide" Target="../notesSlides/notesSlide1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1.xml"/><Relationship Id="rId2" Type="http://schemas.openxmlformats.org/officeDocument/2006/relationships/notesSlide" Target="../notesSlides/notesSlide12.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 Id="rId1" Type="http://schemas.openxmlformats.org/officeDocument/2006/relationships/slideLayout" Target="../slideLayouts/slideLayout162.xml"/><Relationship Id="rId2" Type="http://schemas.openxmlformats.org/officeDocument/2006/relationships/notesSlide" Target="../notesSlides/notesSlide13.xml"/></Relationships>
</file>

<file path=ppt/slides/_rels/slide37.xml.rels><?xml version="1.0" encoding="UTF-8" standalone="yes"?>
<Relationships xmlns="http://schemas.openxmlformats.org/package/2006/relationships"><Relationship Id="rId3" Type="http://schemas.openxmlformats.org/officeDocument/2006/relationships/diagramData" Target="../diagrams/data3.xml"/><Relationship Id="rId4" Type="http://schemas.openxmlformats.org/officeDocument/2006/relationships/diagramLayout" Target="../diagrams/layout3.xml"/><Relationship Id="rId5" Type="http://schemas.openxmlformats.org/officeDocument/2006/relationships/diagramQuickStyle" Target="../diagrams/quickStyle3.xml"/><Relationship Id="rId6" Type="http://schemas.openxmlformats.org/officeDocument/2006/relationships/diagramColors" Target="../diagrams/colors3.xml"/><Relationship Id="rId7" Type="http://schemas.microsoft.com/office/2007/relationships/diagramDrawing" Target="../diagrams/drawing3.xml"/><Relationship Id="rId1" Type="http://schemas.openxmlformats.org/officeDocument/2006/relationships/slideLayout" Target="../slideLayouts/slideLayout173.xml"/><Relationship Id="rId2" Type="http://schemas.openxmlformats.org/officeDocument/2006/relationships/notesSlide" Target="../notesSlides/notesSlide14.xml"/></Relationships>
</file>

<file path=ppt/slides/_rels/slide38.xml.rels><?xml version="1.0" encoding="UTF-8" standalone="yes"?>
<Relationships xmlns="http://schemas.openxmlformats.org/package/2006/relationships"><Relationship Id="rId3" Type="http://schemas.openxmlformats.org/officeDocument/2006/relationships/diagramData" Target="../diagrams/data4.xml"/><Relationship Id="rId4" Type="http://schemas.openxmlformats.org/officeDocument/2006/relationships/diagramLayout" Target="../diagrams/layout4.xml"/><Relationship Id="rId5" Type="http://schemas.openxmlformats.org/officeDocument/2006/relationships/diagramQuickStyle" Target="../diagrams/quickStyle4.xml"/><Relationship Id="rId6" Type="http://schemas.openxmlformats.org/officeDocument/2006/relationships/diagramColors" Target="../diagrams/colors4.xml"/><Relationship Id="rId7" Type="http://schemas.microsoft.com/office/2007/relationships/diagramDrawing" Target="../diagrams/drawing4.xml"/><Relationship Id="rId1" Type="http://schemas.openxmlformats.org/officeDocument/2006/relationships/slideLayout" Target="../slideLayouts/slideLayout173.xml"/><Relationship Id="rId2" Type="http://schemas.openxmlformats.org/officeDocument/2006/relationships/notesSlide" Target="../notesSlides/notesSlide1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84.xml"/><Relationship Id="rId2" Type="http://schemas.openxmlformats.org/officeDocument/2006/relationships/notesSlide" Target="../notesSlides/notesSlide1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4.xml"/><Relationship Id="rId2" Type="http://schemas.openxmlformats.org/officeDocument/2006/relationships/notesSlide" Target="../notesSlides/notesSlide17.xml"/><Relationship Id="rId3" Type="http://schemas.openxmlformats.org/officeDocument/2006/relationships/image" Target="../media/image6.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4.xml"/><Relationship Id="rId2" Type="http://schemas.openxmlformats.org/officeDocument/2006/relationships/notesSlide" Target="../notesSlides/notesSlide1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4.xml"/><Relationship Id="rId2" Type="http://schemas.openxmlformats.org/officeDocument/2006/relationships/notesSlide" Target="../notesSlides/notesSlide1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2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06.xml"/><Relationship Id="rId2" Type="http://schemas.openxmlformats.org/officeDocument/2006/relationships/notesSlide" Target="../notesSlides/notesSlide21.xml"/><Relationship Id="rId3" Type="http://schemas.openxmlformats.org/officeDocument/2006/relationships/image" Target="../media/image7.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17.xml"/><Relationship Id="rId2" Type="http://schemas.openxmlformats.org/officeDocument/2006/relationships/notesSlide" Target="../notesSlides/notesSlide2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84.xml"/><Relationship Id="rId2" Type="http://schemas.openxmlformats.org/officeDocument/2006/relationships/notesSlide" Target="../notesSlides/notesSlide23.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5.xml"/><Relationship Id="rId4" Type="http://schemas.openxmlformats.org/officeDocument/2006/relationships/diagramQuickStyle" Target="../diagrams/quickStyle5.xml"/><Relationship Id="rId5" Type="http://schemas.openxmlformats.org/officeDocument/2006/relationships/diagramColors" Target="../diagrams/colors5.xml"/><Relationship Id="rId6" Type="http://schemas.microsoft.com/office/2007/relationships/diagramDrawing" Target="../diagrams/drawing5.xml"/><Relationship Id="rId1" Type="http://schemas.openxmlformats.org/officeDocument/2006/relationships/slideLayout" Target="../slideLayouts/slideLayout48.xml"/><Relationship Id="rId2" Type="http://schemas.openxmlformats.org/officeDocument/2006/relationships/diagramData" Target="../diagrams/data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jpe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40.xml"/><Relationship Id="rId2" Type="http://schemas.openxmlformats.org/officeDocument/2006/relationships/notesSlide" Target="../notesSlides/notesSlide2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40.xml"/><Relationship Id="rId2" Type="http://schemas.openxmlformats.org/officeDocument/2006/relationships/notesSlide" Target="../notesSlides/notesSlide2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40.xml"/><Relationship Id="rId2" Type="http://schemas.openxmlformats.org/officeDocument/2006/relationships/notesSlide" Target="../notesSlides/notesSlide2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2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77.xml"/><Relationship Id="rId2" Type="http://schemas.openxmlformats.org/officeDocument/2006/relationships/notesSlide" Target="../notesSlides/notesSlide3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0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0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0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0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0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1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1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3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3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9.xml"/><Relationship Id="rId3" Type="http://schemas.openxmlformats.org/officeDocument/2006/relationships/image" Target="../media/image9.jpe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0.xml"/><Relationship Id="rId3" Type="http://schemas.openxmlformats.org/officeDocument/2006/relationships/image" Target="../media/image9.jpe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56.xml"/><Relationship Id="rId2" Type="http://schemas.openxmlformats.org/officeDocument/2006/relationships/notesSlide" Target="../notesSlides/notesSlide4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56.xml"/><Relationship Id="rId2" Type="http://schemas.openxmlformats.org/officeDocument/2006/relationships/notesSlide" Target="../notesSlides/notesSlide48.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9.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2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4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48.xml"/></Relationships>
</file>

<file path=ppt/slides/_rels/slide109.xml.rels><?xml version="1.0" encoding="UTF-8" standalone="yes"?>
<Relationships xmlns="http://schemas.openxmlformats.org/package/2006/relationships"><Relationship Id="rId3" Type="http://schemas.openxmlformats.org/officeDocument/2006/relationships/diagramLayout" Target="../diagrams/layout6.xml"/><Relationship Id="rId4" Type="http://schemas.openxmlformats.org/officeDocument/2006/relationships/diagramQuickStyle" Target="../diagrams/quickStyle6.xml"/><Relationship Id="rId5" Type="http://schemas.openxmlformats.org/officeDocument/2006/relationships/diagramColors" Target="../diagrams/colors6.xml"/><Relationship Id="rId6" Type="http://schemas.microsoft.com/office/2007/relationships/diagramDrawing" Target="../diagrams/drawing6.xml"/><Relationship Id="rId1" Type="http://schemas.openxmlformats.org/officeDocument/2006/relationships/slideLayout" Target="../slideLayouts/slideLayout560.xml"/><Relationship Id="rId2" Type="http://schemas.openxmlformats.org/officeDocument/2006/relationships/diagramData" Target="../diagrams/data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94.xml"/><Relationship Id="rId2" Type="http://schemas.openxmlformats.org/officeDocument/2006/relationships/notesSlide" Target="../notesSlides/notesSlide50.xml"/></Relationships>
</file>

<file path=ppt/slides/_rels/slide111.xml.rels><?xml version="1.0" encoding="UTF-8" standalone="yes"?>
<Relationships xmlns="http://schemas.openxmlformats.org/package/2006/relationships"><Relationship Id="rId3" Type="http://schemas.openxmlformats.org/officeDocument/2006/relationships/diagramLayout" Target="../diagrams/layout7.xml"/><Relationship Id="rId4" Type="http://schemas.openxmlformats.org/officeDocument/2006/relationships/diagramQuickStyle" Target="../diagrams/quickStyle7.xml"/><Relationship Id="rId5" Type="http://schemas.openxmlformats.org/officeDocument/2006/relationships/diagramColors" Target="../diagrams/colors7.xml"/><Relationship Id="rId6" Type="http://schemas.microsoft.com/office/2007/relationships/diagramDrawing" Target="../diagrams/drawing7.xml"/><Relationship Id="rId1" Type="http://schemas.openxmlformats.org/officeDocument/2006/relationships/slideLayout" Target="../slideLayouts/slideLayout560.xml"/><Relationship Id="rId2" Type="http://schemas.openxmlformats.org/officeDocument/2006/relationships/diagramData" Target="../diagrams/data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94.xml"/><Relationship Id="rId2" Type="http://schemas.openxmlformats.org/officeDocument/2006/relationships/notesSlide" Target="../notesSlides/notesSlide51.xml"/></Relationships>
</file>

<file path=ppt/slides/_rels/slide113.xml.rels><?xml version="1.0" encoding="UTF-8" standalone="yes"?>
<Relationships xmlns="http://schemas.openxmlformats.org/package/2006/relationships"><Relationship Id="rId3" Type="http://schemas.openxmlformats.org/officeDocument/2006/relationships/diagramLayout" Target="../diagrams/layout8.xml"/><Relationship Id="rId4" Type="http://schemas.openxmlformats.org/officeDocument/2006/relationships/diagramQuickStyle" Target="../diagrams/quickStyle8.xml"/><Relationship Id="rId5" Type="http://schemas.openxmlformats.org/officeDocument/2006/relationships/diagramColors" Target="../diagrams/colors8.xml"/><Relationship Id="rId6" Type="http://schemas.microsoft.com/office/2007/relationships/diagramDrawing" Target="../diagrams/drawing8.xml"/><Relationship Id="rId1" Type="http://schemas.openxmlformats.org/officeDocument/2006/relationships/slideLayout" Target="../slideLayouts/slideLayout560.xml"/><Relationship Id="rId2" Type="http://schemas.openxmlformats.org/officeDocument/2006/relationships/diagramData" Target="../diagrams/data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31.xml"/><Relationship Id="rId2" Type="http://schemas.openxmlformats.org/officeDocument/2006/relationships/notesSlide" Target="../notesSlides/notesSlide5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31.xml"/><Relationship Id="rId2" Type="http://schemas.openxmlformats.org/officeDocument/2006/relationships/notesSlide" Target="../notesSlides/notesSlide5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32.xml"/></Relationships>
</file>

<file path=ppt/slides/_rels/slide117.xml.rels><?xml version="1.0" encoding="UTF-8" standalone="yes"?>
<Relationships xmlns="http://schemas.openxmlformats.org/package/2006/relationships"><Relationship Id="rId3" Type="http://schemas.openxmlformats.org/officeDocument/2006/relationships/diagramLayout" Target="../diagrams/layout9.xml"/><Relationship Id="rId4" Type="http://schemas.openxmlformats.org/officeDocument/2006/relationships/diagramQuickStyle" Target="../diagrams/quickStyle9.xml"/><Relationship Id="rId5" Type="http://schemas.openxmlformats.org/officeDocument/2006/relationships/diagramColors" Target="../diagrams/colors9.xml"/><Relationship Id="rId6" Type="http://schemas.microsoft.com/office/2007/relationships/diagramDrawing" Target="../diagrams/drawing9.xml"/><Relationship Id="rId1" Type="http://schemas.openxmlformats.org/officeDocument/2006/relationships/slideLayout" Target="../slideLayouts/slideLayout560.xml"/><Relationship Id="rId2" Type="http://schemas.openxmlformats.org/officeDocument/2006/relationships/diagramData" Target="../diagrams/data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4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54.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55.xml"/><Relationship Id="rId2" Type="http://schemas.openxmlformats.org/officeDocument/2006/relationships/image" Target="../media/image8.jpeg"/></Relationships>
</file>

<file path=ppt/slides/_rels/slide121.xml.rels><?xml version="1.0" encoding="UTF-8" standalone="yes"?>
<Relationships xmlns="http://schemas.openxmlformats.org/package/2006/relationships"><Relationship Id="rId3" Type="http://schemas.openxmlformats.org/officeDocument/2006/relationships/diagramLayout" Target="../diagrams/layout10.xml"/><Relationship Id="rId4" Type="http://schemas.openxmlformats.org/officeDocument/2006/relationships/diagramQuickStyle" Target="../diagrams/quickStyle10.xml"/><Relationship Id="rId5" Type="http://schemas.openxmlformats.org/officeDocument/2006/relationships/diagramColors" Target="../diagrams/colors10.xml"/><Relationship Id="rId6" Type="http://schemas.microsoft.com/office/2007/relationships/diagramDrawing" Target="../diagrams/drawing10.xml"/><Relationship Id="rId1" Type="http://schemas.openxmlformats.org/officeDocument/2006/relationships/slideLayout" Target="../slideLayouts/slideLayout665.xml"/><Relationship Id="rId2" Type="http://schemas.openxmlformats.org/officeDocument/2006/relationships/diagramData" Target="../diagrams/data10.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6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6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31.xml"/><Relationship Id="rId2" Type="http://schemas.openxmlformats.org/officeDocument/2006/relationships/notesSlide" Target="../notesSlides/notesSlide54.xml"/></Relationships>
</file>

<file path=ppt/slides/_rels/slide125.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chart" Target="../charts/chart2.xml"/><Relationship Id="rId5" Type="http://schemas.openxmlformats.org/officeDocument/2006/relationships/chart" Target="../charts/chart3.xml"/><Relationship Id="rId6" Type="http://schemas.openxmlformats.org/officeDocument/2006/relationships/chart" Target="../charts/chart4.xml"/><Relationship Id="rId1" Type="http://schemas.openxmlformats.org/officeDocument/2006/relationships/slideLayout" Target="../slideLayouts/slideLayout731.xml"/><Relationship Id="rId2" Type="http://schemas.openxmlformats.org/officeDocument/2006/relationships/notesSlide" Target="../notesSlides/notesSlide5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42.xml"/><Relationship Id="rId2" Type="http://schemas.openxmlformats.org/officeDocument/2006/relationships/notesSlide" Target="../notesSlides/notesSlide5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0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0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6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42.xml"/><Relationship Id="rId2" Type="http://schemas.openxmlformats.org/officeDocument/2006/relationships/notesSlide" Target="../notesSlides/notesSlide5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85.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685.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49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6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90.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90.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6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56.xml"/><Relationship Id="rId2" Type="http://schemas.openxmlformats.org/officeDocument/2006/relationships/notesSlide" Target="../notesSlides/notesSlide58.xml"/></Relationships>
</file>

<file path=ppt/slides/_rels/slide140.xml.rels><?xml version="1.0" encoding="UTF-8" standalone="yes"?>
<Relationships xmlns="http://schemas.openxmlformats.org/package/2006/relationships"><Relationship Id="rId3" Type="http://schemas.openxmlformats.org/officeDocument/2006/relationships/diagramLayout" Target="../diagrams/layout11.xml"/><Relationship Id="rId4" Type="http://schemas.openxmlformats.org/officeDocument/2006/relationships/diagramQuickStyle" Target="../diagrams/quickStyle11.xml"/><Relationship Id="rId5" Type="http://schemas.openxmlformats.org/officeDocument/2006/relationships/diagramColors" Target="../diagrams/colors11.xml"/><Relationship Id="rId6" Type="http://schemas.microsoft.com/office/2007/relationships/diagramDrawing" Target="../diagrams/drawing11.xml"/><Relationship Id="rId7" Type="http://schemas.openxmlformats.org/officeDocument/2006/relationships/diagramData" Target="../diagrams/data12.xml"/><Relationship Id="rId8" Type="http://schemas.openxmlformats.org/officeDocument/2006/relationships/diagramLayout" Target="../diagrams/layout12.xml"/><Relationship Id="rId9" Type="http://schemas.openxmlformats.org/officeDocument/2006/relationships/diagramQuickStyle" Target="../diagrams/quickStyle12.xml"/><Relationship Id="rId10" Type="http://schemas.openxmlformats.org/officeDocument/2006/relationships/diagramColors" Target="../diagrams/colors12.xml"/><Relationship Id="rId11" Type="http://schemas.microsoft.com/office/2007/relationships/diagramDrawing" Target="../diagrams/drawing12.xml"/><Relationship Id="rId1" Type="http://schemas.openxmlformats.org/officeDocument/2006/relationships/slideLayout" Target="../slideLayouts/slideLayout487.xml"/><Relationship Id="rId2" Type="http://schemas.openxmlformats.org/officeDocument/2006/relationships/diagramData" Target="../diagrams/data1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56.xml"/><Relationship Id="rId2" Type="http://schemas.openxmlformats.org/officeDocument/2006/relationships/notesSlide" Target="../notesSlides/notesSlide5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jpeg"/><Relationship Id="rId3" Type="http://schemas.openxmlformats.org/officeDocument/2006/relationships/image" Target="../media/image10.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51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18.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655.xml"/><Relationship Id="rId2" Type="http://schemas.openxmlformats.org/officeDocument/2006/relationships/image" Target="../media/image8.jpeg"/></Relationships>
</file>

<file path=ppt/slides/_rels/slide146.xml.rels><?xml version="1.0" encoding="UTF-8" standalone="yes"?>
<Relationships xmlns="http://schemas.openxmlformats.org/package/2006/relationships"><Relationship Id="rId3" Type="http://schemas.openxmlformats.org/officeDocument/2006/relationships/diagramLayout" Target="../diagrams/layout13.xml"/><Relationship Id="rId4" Type="http://schemas.openxmlformats.org/officeDocument/2006/relationships/diagramQuickStyle" Target="../diagrams/quickStyle13.xml"/><Relationship Id="rId5" Type="http://schemas.openxmlformats.org/officeDocument/2006/relationships/diagramColors" Target="../diagrams/colors13.xml"/><Relationship Id="rId6" Type="http://schemas.microsoft.com/office/2007/relationships/diagramDrawing" Target="../diagrams/drawing13.xml"/><Relationship Id="rId1" Type="http://schemas.openxmlformats.org/officeDocument/2006/relationships/slideLayout" Target="../slideLayouts/slideLayout560.xml"/><Relationship Id="rId2" Type="http://schemas.openxmlformats.org/officeDocument/2006/relationships/diagramData" Target="../diagrams/data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811.xml"/><Relationship Id="rId2" Type="http://schemas.openxmlformats.org/officeDocument/2006/relationships/notesSlide" Target="../notesSlides/notesSlide60.xml"/></Relationships>
</file>

<file path=ppt/slides/_rels/slide148.xml.rels><?xml version="1.0" encoding="UTF-8" standalone="yes"?>
<Relationships xmlns="http://schemas.openxmlformats.org/package/2006/relationships"><Relationship Id="rId3" Type="http://schemas.openxmlformats.org/officeDocument/2006/relationships/diagramLayout" Target="../diagrams/layout14.xml"/><Relationship Id="rId4" Type="http://schemas.openxmlformats.org/officeDocument/2006/relationships/diagramQuickStyle" Target="../diagrams/quickStyle14.xml"/><Relationship Id="rId5" Type="http://schemas.openxmlformats.org/officeDocument/2006/relationships/diagramColors" Target="../diagrams/colors14.xml"/><Relationship Id="rId6" Type="http://schemas.microsoft.com/office/2007/relationships/diagramDrawing" Target="../diagrams/drawing14.xml"/><Relationship Id="rId1" Type="http://schemas.openxmlformats.org/officeDocument/2006/relationships/slideLayout" Target="../slideLayouts/slideLayout560.xml"/><Relationship Id="rId2" Type="http://schemas.openxmlformats.org/officeDocument/2006/relationships/diagramData" Target="../diagrams/data14.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822.xml"/><Relationship Id="rId2" Type="http://schemas.openxmlformats.org/officeDocument/2006/relationships/notesSlide" Target="../notesSlides/notesSlide6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822.xml"/><Relationship Id="rId2" Type="http://schemas.openxmlformats.org/officeDocument/2006/relationships/notesSlide" Target="../notesSlides/notesSlide6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822.xml"/><Relationship Id="rId2" Type="http://schemas.openxmlformats.org/officeDocument/2006/relationships/notesSlide" Target="../notesSlides/notesSlide6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22.xml"/><Relationship Id="rId2" Type="http://schemas.openxmlformats.org/officeDocument/2006/relationships/notesSlide" Target="../notesSlides/notesSlide64.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33.xml"/><Relationship Id="rId2" Type="http://schemas.openxmlformats.org/officeDocument/2006/relationships/notesSlide" Target="../notesSlides/notesSlide65.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33.xml"/><Relationship Id="rId2" Type="http://schemas.openxmlformats.org/officeDocument/2006/relationships/notesSlide" Target="../notesSlides/notesSlide66.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4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4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47.xml"/></Relationships>
</file>

<file path=ppt/slides/_rels/slide158.xml.rels><?xml version="1.0" encoding="UTF-8" standalone="yes"?>
<Relationships xmlns="http://schemas.openxmlformats.org/package/2006/relationships"><Relationship Id="rId3" Type="http://schemas.openxmlformats.org/officeDocument/2006/relationships/diagramLayout" Target="../diagrams/layout15.xml"/><Relationship Id="rId4" Type="http://schemas.openxmlformats.org/officeDocument/2006/relationships/diagramQuickStyle" Target="../diagrams/quickStyle15.xml"/><Relationship Id="rId5" Type="http://schemas.openxmlformats.org/officeDocument/2006/relationships/diagramColors" Target="../diagrams/colors15.xml"/><Relationship Id="rId6" Type="http://schemas.microsoft.com/office/2007/relationships/diagramDrawing" Target="../diagrams/drawing15.xml"/><Relationship Id="rId1" Type="http://schemas.openxmlformats.org/officeDocument/2006/relationships/slideLayout" Target="../slideLayouts/slideLayout560.xml"/><Relationship Id="rId2" Type="http://schemas.openxmlformats.org/officeDocument/2006/relationships/diagramData" Target="../diagrams/data1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6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7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69.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6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69.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6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69.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0.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31.xml"/><Relationship Id="rId2" Type="http://schemas.openxmlformats.org/officeDocument/2006/relationships/notesSlide" Target="../notesSlides/notesSlide7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5.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jpeg"/><Relationship Id="rId3" Type="http://schemas.openxmlformats.org/officeDocument/2006/relationships/image" Target="../media/image11.png"/></Relationships>
</file>

<file path=ppt/slides/_rels/slide175.xml.rels><?xml version="1.0" encoding="UTF-8" standalone="yes"?>
<Relationships xmlns="http://schemas.openxmlformats.org/package/2006/relationships"><Relationship Id="rId3" Type="http://schemas.openxmlformats.org/officeDocument/2006/relationships/diagramLayout" Target="../diagrams/layout16.xml"/><Relationship Id="rId4" Type="http://schemas.openxmlformats.org/officeDocument/2006/relationships/diagramQuickStyle" Target="../diagrams/quickStyle16.xml"/><Relationship Id="rId5" Type="http://schemas.openxmlformats.org/officeDocument/2006/relationships/diagramColors" Target="../diagrams/colors16.xml"/><Relationship Id="rId6" Type="http://schemas.microsoft.com/office/2007/relationships/diagramDrawing" Target="../diagrams/drawing16.xml"/><Relationship Id="rId1" Type="http://schemas.openxmlformats.org/officeDocument/2006/relationships/slideLayout" Target="../slideLayouts/slideLayout560.xml"/><Relationship Id="rId2" Type="http://schemas.openxmlformats.org/officeDocument/2006/relationships/diagramData" Target="../diagrams/data16.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921.xml"/><Relationship Id="rId2" Type="http://schemas.openxmlformats.org/officeDocument/2006/relationships/notesSlide" Target="../notesSlides/notesSlide7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910.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jpeg"/><Relationship Id="rId3" Type="http://schemas.openxmlformats.org/officeDocument/2006/relationships/image" Target="../media/image12.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903.xml"/><Relationship Id="rId2" Type="http://schemas.openxmlformats.org/officeDocument/2006/relationships/notesSlide" Target="../notesSlides/notesSlide7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874.xml"/><Relationship Id="rId2" Type="http://schemas.openxmlformats.org/officeDocument/2006/relationships/image" Target="../media/image13.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874.xml"/><Relationship Id="rId2" Type="http://schemas.openxmlformats.org/officeDocument/2006/relationships/image" Target="../media/image14.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904.xml"/><Relationship Id="rId2" Type="http://schemas.openxmlformats.org/officeDocument/2006/relationships/image" Target="../media/image8.jpeg"/></Relationships>
</file>

<file path=ppt/slides/_rels/slide189.xml.rels><?xml version="1.0" encoding="UTF-8" standalone="yes"?>
<Relationships xmlns="http://schemas.openxmlformats.org/package/2006/relationships"><Relationship Id="rId3" Type="http://schemas.openxmlformats.org/officeDocument/2006/relationships/diagramLayout" Target="../diagrams/layout17.xml"/><Relationship Id="rId4" Type="http://schemas.openxmlformats.org/officeDocument/2006/relationships/diagramQuickStyle" Target="../diagrams/quickStyle17.xml"/><Relationship Id="rId5" Type="http://schemas.openxmlformats.org/officeDocument/2006/relationships/diagramColors" Target="../diagrams/colors17.xml"/><Relationship Id="rId6" Type="http://schemas.microsoft.com/office/2007/relationships/diagramDrawing" Target="../diagrams/drawing17.xml"/><Relationship Id="rId1" Type="http://schemas.openxmlformats.org/officeDocument/2006/relationships/slideLayout" Target="../slideLayouts/slideLayout905.xml"/><Relationship Id="rId2" Type="http://schemas.openxmlformats.org/officeDocument/2006/relationships/diagramData" Target="../diagrams/data1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90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904.xml"/><Relationship Id="rId2" Type="http://schemas.openxmlformats.org/officeDocument/2006/relationships/image" Target="../media/image15.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904.xml"/><Relationship Id="rId2" Type="http://schemas.openxmlformats.org/officeDocument/2006/relationships/image" Target="../media/image15.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90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90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904.xml"/><Relationship Id="rId2" Type="http://schemas.openxmlformats.org/officeDocument/2006/relationships/image" Target="../media/image15.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904.xml"/><Relationship Id="rId2" Type="http://schemas.openxmlformats.org/officeDocument/2006/relationships/image" Target="../media/image15.png"/></Relationships>
</file>

<file path=ppt/slides/_rels/slide197.xml.rels><?xml version="1.0" encoding="UTF-8" standalone="yes"?>
<Relationships xmlns="http://schemas.openxmlformats.org/package/2006/relationships"><Relationship Id="rId3" Type="http://schemas.openxmlformats.org/officeDocument/2006/relationships/diagramLayout" Target="../diagrams/layout18.xml"/><Relationship Id="rId4" Type="http://schemas.openxmlformats.org/officeDocument/2006/relationships/diagramQuickStyle" Target="../diagrams/quickStyle18.xml"/><Relationship Id="rId5" Type="http://schemas.openxmlformats.org/officeDocument/2006/relationships/diagramColors" Target="../diagrams/colors18.xml"/><Relationship Id="rId6" Type="http://schemas.microsoft.com/office/2007/relationships/diagramDrawing" Target="../diagrams/drawing18.xml"/><Relationship Id="rId1" Type="http://schemas.openxmlformats.org/officeDocument/2006/relationships/slideLayout" Target="../slideLayouts/slideLayout905.xml"/><Relationship Id="rId2" Type="http://schemas.openxmlformats.org/officeDocument/2006/relationships/diagramData" Target="../diagrams/data1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90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904.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908.xml"/><Relationship Id="rId2" Type="http://schemas.openxmlformats.org/officeDocument/2006/relationships/notesSlide" Target="../notesSlides/notesSlide79.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908.xml"/><Relationship Id="rId2" Type="http://schemas.openxmlformats.org/officeDocument/2006/relationships/notesSlide" Target="../notesSlides/notesSlide80.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908.xml"/><Relationship Id="rId2" Type="http://schemas.openxmlformats.org/officeDocument/2006/relationships/notesSlide" Target="../notesSlides/notesSlide8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908.xml"/><Relationship Id="rId2" Type="http://schemas.openxmlformats.org/officeDocument/2006/relationships/notesSlide" Target="../notesSlides/notesSlide8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Title 1"/>
          <p:cNvSpPr>
            <a:spLocks noGrp="1"/>
          </p:cNvSpPr>
          <p:nvPr>
            <p:ph type="ctrTitle"/>
          </p:nvPr>
        </p:nvSpPr>
        <p:spPr>
          <a:xfrm>
            <a:off x="1245141" y="2844232"/>
            <a:ext cx="9669294" cy="840230"/>
          </a:xfrm>
        </p:spPr>
        <p:txBody>
          <a:bodyPr wrap="square">
            <a:spAutoFit/>
          </a:bodyPr>
          <a:lstStyle/>
          <a:p>
            <a:r>
              <a:rPr lang="ar-SA" sz="5400" b="1" u="sng" dirty="0">
                <a:solidFill>
                  <a:schemeClr val="bg1"/>
                </a:solidFill>
              </a:rPr>
              <a:t>مفهوم تكنولوجيا التعليم</a:t>
            </a:r>
            <a:endParaRPr lang="en-US" sz="5400" u="sng" spc="-150" dirty="0">
              <a:solidFill>
                <a:schemeClr val="bg1">
                  <a:lumMod val="95000"/>
                </a:schemeClr>
              </a:solidFill>
              <a:latin typeface="Diavlo Bold" panose="02000000000000000000" pitchFamily="50" charset="0"/>
              <a:cs typeface="Arial" panose="020B0604020202020204" pitchFamily="34" charset="0"/>
            </a:endParaRPr>
          </a:p>
        </p:txBody>
      </p:sp>
      <p:sp>
        <p:nvSpPr>
          <p:cNvPr id="9" name="Oval 8"/>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0" name="Oval 9"/>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1" name="Oval 10"/>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2" name="Oval 11"/>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3" name="Oval 12"/>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4" name="Oval 13"/>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15" name="Oval 14"/>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9717471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entr" presetSubtype="0" fill="hold" grpId="0" nodeType="withEffect">
                                  <p:stCondLst>
                                    <p:cond delay="100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1000"/>
                                        <p:tgtEl>
                                          <p:spTgt spid="9"/>
                                        </p:tgtEl>
                                      </p:cBhvr>
                                    </p:animEffect>
                                    <p:anim calcmode="lin" valueType="num">
                                      <p:cBhvr>
                                        <p:cTn id="11" dur="1000" fill="hold"/>
                                        <p:tgtEl>
                                          <p:spTgt spid="9"/>
                                        </p:tgtEl>
                                        <p:attrNameLst>
                                          <p:attrName>ppt_x</p:attrName>
                                        </p:attrNameLst>
                                      </p:cBhvr>
                                      <p:tavLst>
                                        <p:tav tm="0">
                                          <p:val>
                                            <p:strVal val="#ppt_x"/>
                                          </p:val>
                                        </p:tav>
                                        <p:tav tm="100000">
                                          <p:val>
                                            <p:strVal val="#ppt_x"/>
                                          </p:val>
                                        </p:tav>
                                      </p:tavLst>
                                    </p:anim>
                                    <p:anim calcmode="lin" valueType="num">
                                      <p:cBhvr>
                                        <p:cTn id="12" dur="1000" fill="hold"/>
                                        <p:tgtEl>
                                          <p:spTgt spid="9"/>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150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200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anim calcmode="lin" valueType="num">
                                      <p:cBhvr>
                                        <p:cTn id="21" dur="1000" fill="hold"/>
                                        <p:tgtEl>
                                          <p:spTgt spid="11"/>
                                        </p:tgtEl>
                                        <p:attrNameLst>
                                          <p:attrName>ppt_x</p:attrName>
                                        </p:attrNameLst>
                                      </p:cBhvr>
                                      <p:tavLst>
                                        <p:tav tm="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250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1000"/>
                                        <p:tgtEl>
                                          <p:spTgt spid="12"/>
                                        </p:tgtEl>
                                      </p:cBhvr>
                                    </p:animEffect>
                                    <p:anim calcmode="lin" valueType="num">
                                      <p:cBhvr>
                                        <p:cTn id="26" dur="1000" fill="hold"/>
                                        <p:tgtEl>
                                          <p:spTgt spid="12"/>
                                        </p:tgtEl>
                                        <p:attrNameLst>
                                          <p:attrName>ppt_x</p:attrName>
                                        </p:attrNameLst>
                                      </p:cBhvr>
                                      <p:tavLst>
                                        <p:tav tm="0">
                                          <p:val>
                                            <p:strVal val="#ppt_x"/>
                                          </p:val>
                                        </p:tav>
                                        <p:tav tm="100000">
                                          <p:val>
                                            <p:strVal val="#ppt_x"/>
                                          </p:val>
                                        </p:tav>
                                      </p:tavLst>
                                    </p:anim>
                                    <p:anim calcmode="lin" valueType="num">
                                      <p:cBhvr>
                                        <p:cTn id="27" dur="1000" fill="hold"/>
                                        <p:tgtEl>
                                          <p:spTgt spid="12"/>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300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1000"/>
                                        <p:tgtEl>
                                          <p:spTgt spid="13"/>
                                        </p:tgtEl>
                                      </p:cBhvr>
                                    </p:animEffect>
                                    <p:anim calcmode="lin" valueType="num">
                                      <p:cBhvr>
                                        <p:cTn id="31" dur="1000" fill="hold"/>
                                        <p:tgtEl>
                                          <p:spTgt spid="13"/>
                                        </p:tgtEl>
                                        <p:attrNameLst>
                                          <p:attrName>ppt_x</p:attrName>
                                        </p:attrNameLst>
                                      </p:cBhvr>
                                      <p:tavLst>
                                        <p:tav tm="0">
                                          <p:val>
                                            <p:strVal val="#ppt_x"/>
                                          </p:val>
                                        </p:tav>
                                        <p:tav tm="100000">
                                          <p:val>
                                            <p:strVal val="#ppt_x"/>
                                          </p:val>
                                        </p:tav>
                                      </p:tavLst>
                                    </p:anim>
                                    <p:anim calcmode="lin" valueType="num">
                                      <p:cBhvr>
                                        <p:cTn id="32" dur="1000" fill="hold"/>
                                        <p:tgtEl>
                                          <p:spTgt spid="13"/>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350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1000"/>
                                        <p:tgtEl>
                                          <p:spTgt spid="14"/>
                                        </p:tgtEl>
                                      </p:cBhvr>
                                    </p:animEffect>
                                    <p:anim calcmode="lin" valueType="num">
                                      <p:cBhvr>
                                        <p:cTn id="36" dur="1000" fill="hold"/>
                                        <p:tgtEl>
                                          <p:spTgt spid="14"/>
                                        </p:tgtEl>
                                        <p:attrNameLst>
                                          <p:attrName>ppt_x</p:attrName>
                                        </p:attrNameLst>
                                      </p:cBhvr>
                                      <p:tavLst>
                                        <p:tav tm="0">
                                          <p:val>
                                            <p:strVal val="#ppt_x"/>
                                          </p:val>
                                        </p:tav>
                                        <p:tav tm="100000">
                                          <p:val>
                                            <p:strVal val="#ppt_x"/>
                                          </p:val>
                                        </p:tav>
                                      </p:tavLst>
                                    </p:anim>
                                    <p:anim calcmode="lin" valueType="num">
                                      <p:cBhvr>
                                        <p:cTn id="37" dur="1000" fill="hold"/>
                                        <p:tgtEl>
                                          <p:spTgt spid="14"/>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400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1000"/>
                                        <p:tgtEl>
                                          <p:spTgt spid="15"/>
                                        </p:tgtEl>
                                      </p:cBhvr>
                                    </p:animEffect>
                                    <p:anim calcmode="lin" valueType="num">
                                      <p:cBhvr>
                                        <p:cTn id="41" dur="1000" fill="hold"/>
                                        <p:tgtEl>
                                          <p:spTgt spid="15"/>
                                        </p:tgtEl>
                                        <p:attrNameLst>
                                          <p:attrName>ppt_x</p:attrName>
                                        </p:attrNameLst>
                                      </p:cBhvr>
                                      <p:tavLst>
                                        <p:tav tm="0">
                                          <p:val>
                                            <p:strVal val="#ppt_x"/>
                                          </p:val>
                                        </p:tav>
                                        <p:tav tm="100000">
                                          <p:val>
                                            <p:strVal val="#ppt_x"/>
                                          </p:val>
                                        </p:tav>
                                      </p:tavLst>
                                    </p:anim>
                                    <p:anim calcmode="lin" valueType="num">
                                      <p:cBhvr>
                                        <p:cTn id="42"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animBg="1"/>
      <p:bldP spid="10" grpId="0" animBg="1"/>
      <p:bldP spid="11" grpId="0" animBg="1"/>
      <p:bldP spid="12" grpId="0" animBg="1"/>
      <p:bldP spid="13" grpId="0" animBg="1"/>
      <p:bldP spid="14" grpId="0" animBg="1"/>
      <p:bldP spid="1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3257550" y="2928938"/>
            <a:ext cx="8707438" cy="1520825"/>
            <a:chOff x="7680543" y="5756719"/>
            <a:chExt cx="15211970" cy="3042880"/>
          </a:xfrm>
        </p:grpSpPr>
        <p:sp>
          <p:nvSpPr>
            <p:cNvPr id="4" name="Rectangle 3"/>
            <p:cNvSpPr/>
            <p:nvPr/>
          </p:nvSpPr>
          <p:spPr>
            <a:xfrm>
              <a:off x="7680543" y="5756719"/>
              <a:ext cx="15211970" cy="1600847"/>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rtl="1" eaLnBrk="0" hangingPunct="0">
                <a:defRPr/>
              </a:pPr>
              <a:r>
                <a:rPr lang="ar-SA" sz="4400" b="1" u="sng" dirty="0">
                  <a:solidFill>
                    <a:schemeClr val="accent1"/>
                  </a:solidFill>
                </a:rPr>
                <a:t>المفاهيم الأساسية في تكنولوجيا التعليم</a:t>
              </a:r>
              <a:endParaRPr lang="en-US" sz="4400" u="sng" dirty="0">
                <a:solidFill>
                  <a:schemeClr val="accent1"/>
                </a:solidFill>
              </a:endParaRPr>
            </a:p>
          </p:txBody>
        </p:sp>
        <p:sp>
          <p:nvSpPr>
            <p:cNvPr id="5" name="Rectangle 4"/>
            <p:cNvSpPr/>
            <p:nvPr/>
          </p:nvSpPr>
          <p:spPr>
            <a:xfrm>
              <a:off x="7680543" y="7322626"/>
              <a:ext cx="15211970" cy="1476973"/>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الأول</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p>
        </p:txBody>
      </p:sp>
      <p:sp>
        <p:nvSpPr>
          <p:cNvPr id="2" name="Footer Placeholder 1"/>
          <p:cNvSpPr>
            <a:spLocks noGrp="1"/>
          </p:cNvSpPr>
          <p:nvPr>
            <p:ph type="ftr" sz="quarter" idx="11"/>
          </p:nvPr>
        </p:nvSpPr>
        <p:spPr/>
        <p:txBody>
          <a:bodyPr/>
          <a:lstStyle/>
          <a:p>
            <a:pPr>
              <a:defRPr/>
            </a:pPr>
            <a:r>
              <a:rPr lang="ar-SA" altLang="en-US" dirty="0" smtClean="0"/>
              <a:t>موسوعة تكنولوجيا التعليم</a:t>
            </a:r>
            <a:endParaRPr lang="en-US" altLang="en-US"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rot="20968592">
            <a:off x="2987239" y="1773351"/>
            <a:ext cx="2446551" cy="3840147"/>
            <a:chOff x="4934796" y="1751013"/>
            <a:chExt cx="2935287" cy="4606075"/>
          </a:xfrm>
          <a:solidFill>
            <a:schemeClr val="bg1">
              <a:lumMod val="50000"/>
            </a:schemeClr>
          </a:solidFill>
        </p:grpSpPr>
        <p:sp>
          <p:nvSpPr>
            <p:cNvPr id="20" name="Freeform 13"/>
            <p:cNvSpPr>
              <a:spLocks noEditPoints="1"/>
            </p:cNvSpPr>
            <p:nvPr/>
          </p:nvSpPr>
          <p:spPr bwMode="auto">
            <a:xfrm>
              <a:off x="4934796" y="1751013"/>
              <a:ext cx="2935287" cy="3470275"/>
            </a:xfrm>
            <a:custGeom>
              <a:avLst/>
              <a:gdLst>
                <a:gd name="T0" fmla="*/ 774 w 1058"/>
                <a:gd name="T1" fmla="*/ 1252 h 1252"/>
                <a:gd name="T2" fmla="*/ 283 w 1058"/>
                <a:gd name="T3" fmla="*/ 1252 h 1252"/>
                <a:gd name="T4" fmla="*/ 248 w 1058"/>
                <a:gd name="T5" fmla="*/ 1218 h 1252"/>
                <a:gd name="T6" fmla="*/ 142 w 1058"/>
                <a:gd name="T7" fmla="*/ 887 h 1252"/>
                <a:gd name="T8" fmla="*/ 110 w 1058"/>
                <a:gd name="T9" fmla="*/ 831 h 1252"/>
                <a:gd name="T10" fmla="*/ 0 w 1058"/>
                <a:gd name="T11" fmla="*/ 529 h 1252"/>
                <a:gd name="T12" fmla="*/ 529 w 1058"/>
                <a:gd name="T13" fmla="*/ 0 h 1252"/>
                <a:gd name="T14" fmla="*/ 1058 w 1058"/>
                <a:gd name="T15" fmla="*/ 529 h 1252"/>
                <a:gd name="T16" fmla="*/ 947 w 1058"/>
                <a:gd name="T17" fmla="*/ 831 h 1252"/>
                <a:gd name="T18" fmla="*/ 916 w 1058"/>
                <a:gd name="T19" fmla="*/ 887 h 1252"/>
                <a:gd name="T20" fmla="*/ 810 w 1058"/>
                <a:gd name="T21" fmla="*/ 1218 h 1252"/>
                <a:gd name="T22" fmla="*/ 774 w 1058"/>
                <a:gd name="T23" fmla="*/ 1252 h 1252"/>
                <a:gd name="T24" fmla="*/ 315 w 1058"/>
                <a:gd name="T25" fmla="*/ 1180 h 1252"/>
                <a:gd name="T26" fmla="*/ 742 w 1058"/>
                <a:gd name="T27" fmla="*/ 1180 h 1252"/>
                <a:gd name="T28" fmla="*/ 851 w 1058"/>
                <a:gd name="T29" fmla="*/ 857 h 1252"/>
                <a:gd name="T30" fmla="*/ 885 w 1058"/>
                <a:gd name="T31" fmla="*/ 794 h 1252"/>
                <a:gd name="T32" fmla="*/ 986 w 1058"/>
                <a:gd name="T33" fmla="*/ 529 h 1252"/>
                <a:gd name="T34" fmla="*/ 529 w 1058"/>
                <a:gd name="T35" fmla="*/ 72 h 1252"/>
                <a:gd name="T36" fmla="*/ 72 w 1058"/>
                <a:gd name="T37" fmla="*/ 529 h 1252"/>
                <a:gd name="T38" fmla="*/ 172 w 1058"/>
                <a:gd name="T39" fmla="*/ 794 h 1252"/>
                <a:gd name="T40" fmla="*/ 207 w 1058"/>
                <a:gd name="T41" fmla="*/ 857 h 1252"/>
                <a:gd name="T42" fmla="*/ 315 w 1058"/>
                <a:gd name="T43" fmla="*/ 1180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8" h="1252">
                  <a:moveTo>
                    <a:pt x="774" y="1252"/>
                  </a:moveTo>
                  <a:cubicBezTo>
                    <a:pt x="283" y="1252"/>
                    <a:pt x="283" y="1252"/>
                    <a:pt x="283" y="1252"/>
                  </a:cubicBezTo>
                  <a:cubicBezTo>
                    <a:pt x="264" y="1252"/>
                    <a:pt x="249" y="1237"/>
                    <a:pt x="248" y="1218"/>
                  </a:cubicBezTo>
                  <a:cubicBezTo>
                    <a:pt x="247" y="1217"/>
                    <a:pt x="239" y="1097"/>
                    <a:pt x="142" y="887"/>
                  </a:cubicBezTo>
                  <a:cubicBezTo>
                    <a:pt x="135" y="873"/>
                    <a:pt x="123" y="853"/>
                    <a:pt x="110" y="831"/>
                  </a:cubicBezTo>
                  <a:cubicBezTo>
                    <a:pt x="66" y="755"/>
                    <a:pt x="0" y="640"/>
                    <a:pt x="0" y="529"/>
                  </a:cubicBezTo>
                  <a:cubicBezTo>
                    <a:pt x="0" y="238"/>
                    <a:pt x="237" y="0"/>
                    <a:pt x="529" y="0"/>
                  </a:cubicBezTo>
                  <a:cubicBezTo>
                    <a:pt x="820" y="0"/>
                    <a:pt x="1058" y="238"/>
                    <a:pt x="1058" y="529"/>
                  </a:cubicBezTo>
                  <a:cubicBezTo>
                    <a:pt x="1058" y="640"/>
                    <a:pt x="991" y="755"/>
                    <a:pt x="947" y="831"/>
                  </a:cubicBezTo>
                  <a:cubicBezTo>
                    <a:pt x="934" y="853"/>
                    <a:pt x="923" y="873"/>
                    <a:pt x="916" y="887"/>
                  </a:cubicBezTo>
                  <a:cubicBezTo>
                    <a:pt x="818" y="1097"/>
                    <a:pt x="810" y="1217"/>
                    <a:pt x="810" y="1218"/>
                  </a:cubicBezTo>
                  <a:cubicBezTo>
                    <a:pt x="809" y="1237"/>
                    <a:pt x="793" y="1252"/>
                    <a:pt x="774" y="1252"/>
                  </a:cubicBezTo>
                  <a:close/>
                  <a:moveTo>
                    <a:pt x="315" y="1180"/>
                  </a:moveTo>
                  <a:cubicBezTo>
                    <a:pt x="742" y="1180"/>
                    <a:pt x="742" y="1180"/>
                    <a:pt x="742" y="1180"/>
                  </a:cubicBezTo>
                  <a:cubicBezTo>
                    <a:pt x="751" y="1127"/>
                    <a:pt x="776" y="1017"/>
                    <a:pt x="851" y="857"/>
                  </a:cubicBezTo>
                  <a:cubicBezTo>
                    <a:pt x="859" y="840"/>
                    <a:pt x="871" y="819"/>
                    <a:pt x="885" y="794"/>
                  </a:cubicBezTo>
                  <a:cubicBezTo>
                    <a:pt x="928" y="721"/>
                    <a:pt x="986" y="621"/>
                    <a:pt x="986" y="529"/>
                  </a:cubicBezTo>
                  <a:cubicBezTo>
                    <a:pt x="986" y="277"/>
                    <a:pt x="781" y="72"/>
                    <a:pt x="529" y="72"/>
                  </a:cubicBezTo>
                  <a:cubicBezTo>
                    <a:pt x="277" y="72"/>
                    <a:pt x="72" y="277"/>
                    <a:pt x="72" y="529"/>
                  </a:cubicBezTo>
                  <a:cubicBezTo>
                    <a:pt x="72" y="621"/>
                    <a:pt x="130" y="721"/>
                    <a:pt x="172" y="794"/>
                  </a:cubicBezTo>
                  <a:cubicBezTo>
                    <a:pt x="187" y="819"/>
                    <a:pt x="199" y="840"/>
                    <a:pt x="207" y="857"/>
                  </a:cubicBezTo>
                  <a:cubicBezTo>
                    <a:pt x="281" y="1017"/>
                    <a:pt x="307" y="1127"/>
                    <a:pt x="315" y="1180"/>
                  </a:cubicBezTo>
                  <a:close/>
                </a:path>
              </a:pathLst>
            </a:custGeom>
            <a:grpFill/>
            <a:ln>
              <a:noFill/>
            </a:ln>
          </p:spPr>
          <p:txBody>
            <a:bodyPr lIns="45720" tIns="22860" rIns="45720" bIns="22860"/>
            <a:lstStyle/>
            <a:p>
              <a:pPr eaLnBrk="0" hangingPunct="0">
                <a:defRPr/>
              </a:pPr>
              <a:endParaRPr lang="id-ID" dirty="0">
                <a:solidFill>
                  <a:schemeClr val="bg1">
                    <a:lumMod val="50000"/>
                  </a:schemeClr>
                </a:solidFill>
                <a:latin typeface="Raleway Light"/>
                <a:cs typeface="+mn-cs"/>
              </a:endParaRPr>
            </a:p>
          </p:txBody>
        </p:sp>
        <p:sp>
          <p:nvSpPr>
            <p:cNvPr id="21" name="Freeform 16"/>
            <p:cNvSpPr>
              <a:spLocks noEditPoints="1"/>
            </p:cNvSpPr>
            <p:nvPr/>
          </p:nvSpPr>
          <p:spPr bwMode="auto">
            <a:xfrm>
              <a:off x="5672983" y="5153763"/>
              <a:ext cx="1500187" cy="1203325"/>
            </a:xfrm>
            <a:custGeom>
              <a:avLst/>
              <a:gdLst>
                <a:gd name="T0" fmla="*/ 495 w 541"/>
                <a:gd name="T1" fmla="*/ 223 h 434"/>
                <a:gd name="T2" fmla="*/ 540 w 541"/>
                <a:gd name="T3" fmla="*/ 168 h 434"/>
                <a:gd name="T4" fmla="*/ 494 w 541"/>
                <a:gd name="T5" fmla="*/ 112 h 434"/>
                <a:gd name="T6" fmla="*/ 540 w 541"/>
                <a:gd name="T7" fmla="*/ 57 h 434"/>
                <a:gd name="T8" fmla="*/ 483 w 541"/>
                <a:gd name="T9" fmla="*/ 0 h 434"/>
                <a:gd name="T10" fmla="*/ 56 w 541"/>
                <a:gd name="T11" fmla="*/ 0 h 434"/>
                <a:gd name="T12" fmla="*/ 0 w 541"/>
                <a:gd name="T13" fmla="*/ 56 h 434"/>
                <a:gd name="T14" fmla="*/ 46 w 541"/>
                <a:gd name="T15" fmla="*/ 112 h 434"/>
                <a:gd name="T16" fmla="*/ 0 w 541"/>
                <a:gd name="T17" fmla="*/ 167 h 434"/>
                <a:gd name="T18" fmla="*/ 46 w 541"/>
                <a:gd name="T19" fmla="*/ 223 h 434"/>
                <a:gd name="T20" fmla="*/ 1 w 541"/>
                <a:gd name="T21" fmla="*/ 278 h 434"/>
                <a:gd name="T22" fmla="*/ 57 w 541"/>
                <a:gd name="T23" fmla="*/ 334 h 434"/>
                <a:gd name="T24" fmla="*/ 157 w 541"/>
                <a:gd name="T25" fmla="*/ 334 h 434"/>
                <a:gd name="T26" fmla="*/ 161 w 541"/>
                <a:gd name="T27" fmla="*/ 351 h 434"/>
                <a:gd name="T28" fmla="*/ 272 w 541"/>
                <a:gd name="T29" fmla="*/ 433 h 434"/>
                <a:gd name="T30" fmla="*/ 383 w 541"/>
                <a:gd name="T31" fmla="*/ 335 h 434"/>
                <a:gd name="T32" fmla="*/ 484 w 541"/>
                <a:gd name="T33" fmla="*/ 335 h 434"/>
                <a:gd name="T34" fmla="*/ 541 w 541"/>
                <a:gd name="T35" fmla="*/ 278 h 434"/>
                <a:gd name="T36" fmla="*/ 495 w 541"/>
                <a:gd name="T37" fmla="*/ 223 h 434"/>
                <a:gd name="T38" fmla="*/ 423 w 541"/>
                <a:gd name="T39" fmla="*/ 241 h 434"/>
                <a:gd name="T40" fmla="*/ 118 w 541"/>
                <a:gd name="T41" fmla="*/ 241 h 434"/>
                <a:gd name="T42" fmla="*/ 104 w 541"/>
                <a:gd name="T43" fmla="*/ 227 h 434"/>
                <a:gd name="T44" fmla="*/ 118 w 541"/>
                <a:gd name="T45" fmla="*/ 213 h 434"/>
                <a:gd name="T46" fmla="*/ 423 w 541"/>
                <a:gd name="T47" fmla="*/ 213 h 434"/>
                <a:gd name="T48" fmla="*/ 437 w 541"/>
                <a:gd name="T49" fmla="*/ 227 h 434"/>
                <a:gd name="T50" fmla="*/ 423 w 541"/>
                <a:gd name="T51" fmla="*/ 241 h 434"/>
                <a:gd name="T52" fmla="*/ 423 w 541"/>
                <a:gd name="T53" fmla="*/ 116 h 434"/>
                <a:gd name="T54" fmla="*/ 118 w 541"/>
                <a:gd name="T55" fmla="*/ 116 h 434"/>
                <a:gd name="T56" fmla="*/ 104 w 541"/>
                <a:gd name="T57" fmla="*/ 102 h 434"/>
                <a:gd name="T58" fmla="*/ 118 w 541"/>
                <a:gd name="T59" fmla="*/ 88 h 434"/>
                <a:gd name="T60" fmla="*/ 423 w 541"/>
                <a:gd name="T61" fmla="*/ 88 h 434"/>
                <a:gd name="T62" fmla="*/ 437 w 541"/>
                <a:gd name="T63" fmla="*/ 102 h 434"/>
                <a:gd name="T64" fmla="*/ 423 w 541"/>
                <a:gd name="T65" fmla="*/ 1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1" h="434">
                  <a:moveTo>
                    <a:pt x="495" y="223"/>
                  </a:moveTo>
                  <a:cubicBezTo>
                    <a:pt x="521" y="218"/>
                    <a:pt x="540" y="195"/>
                    <a:pt x="540" y="168"/>
                  </a:cubicBezTo>
                  <a:cubicBezTo>
                    <a:pt x="540" y="140"/>
                    <a:pt x="520" y="117"/>
                    <a:pt x="494" y="112"/>
                  </a:cubicBezTo>
                  <a:cubicBezTo>
                    <a:pt x="520" y="107"/>
                    <a:pt x="540" y="84"/>
                    <a:pt x="540" y="57"/>
                  </a:cubicBezTo>
                  <a:cubicBezTo>
                    <a:pt x="540" y="26"/>
                    <a:pt x="514" y="0"/>
                    <a:pt x="483" y="0"/>
                  </a:cubicBezTo>
                  <a:cubicBezTo>
                    <a:pt x="56" y="0"/>
                    <a:pt x="56" y="0"/>
                    <a:pt x="56" y="0"/>
                  </a:cubicBezTo>
                  <a:cubicBezTo>
                    <a:pt x="25" y="0"/>
                    <a:pt x="0" y="25"/>
                    <a:pt x="0" y="56"/>
                  </a:cubicBezTo>
                  <a:cubicBezTo>
                    <a:pt x="0" y="84"/>
                    <a:pt x="20" y="107"/>
                    <a:pt x="46" y="112"/>
                  </a:cubicBezTo>
                  <a:cubicBezTo>
                    <a:pt x="20" y="117"/>
                    <a:pt x="0" y="140"/>
                    <a:pt x="0" y="167"/>
                  </a:cubicBezTo>
                  <a:cubicBezTo>
                    <a:pt x="0" y="195"/>
                    <a:pt x="20" y="218"/>
                    <a:pt x="46" y="223"/>
                  </a:cubicBezTo>
                  <a:cubicBezTo>
                    <a:pt x="20" y="228"/>
                    <a:pt x="1" y="250"/>
                    <a:pt x="1" y="278"/>
                  </a:cubicBezTo>
                  <a:cubicBezTo>
                    <a:pt x="1" y="309"/>
                    <a:pt x="26" y="334"/>
                    <a:pt x="57" y="334"/>
                  </a:cubicBezTo>
                  <a:cubicBezTo>
                    <a:pt x="157" y="334"/>
                    <a:pt x="157" y="334"/>
                    <a:pt x="157" y="334"/>
                  </a:cubicBezTo>
                  <a:cubicBezTo>
                    <a:pt x="158" y="340"/>
                    <a:pt x="159" y="345"/>
                    <a:pt x="161" y="351"/>
                  </a:cubicBezTo>
                  <a:cubicBezTo>
                    <a:pt x="175" y="399"/>
                    <a:pt x="219" y="434"/>
                    <a:pt x="272" y="433"/>
                  </a:cubicBezTo>
                  <a:cubicBezTo>
                    <a:pt x="331" y="433"/>
                    <a:pt x="380" y="392"/>
                    <a:pt x="383" y="335"/>
                  </a:cubicBezTo>
                  <a:cubicBezTo>
                    <a:pt x="484" y="335"/>
                    <a:pt x="484" y="335"/>
                    <a:pt x="484" y="335"/>
                  </a:cubicBezTo>
                  <a:cubicBezTo>
                    <a:pt x="515" y="335"/>
                    <a:pt x="541" y="309"/>
                    <a:pt x="541" y="278"/>
                  </a:cubicBezTo>
                  <a:cubicBezTo>
                    <a:pt x="541" y="251"/>
                    <a:pt x="521" y="228"/>
                    <a:pt x="495" y="223"/>
                  </a:cubicBezTo>
                  <a:close/>
                  <a:moveTo>
                    <a:pt x="423" y="241"/>
                  </a:moveTo>
                  <a:cubicBezTo>
                    <a:pt x="118" y="241"/>
                    <a:pt x="118" y="241"/>
                    <a:pt x="118" y="241"/>
                  </a:cubicBezTo>
                  <a:cubicBezTo>
                    <a:pt x="110" y="241"/>
                    <a:pt x="104" y="234"/>
                    <a:pt x="104" y="227"/>
                  </a:cubicBezTo>
                  <a:cubicBezTo>
                    <a:pt x="104" y="219"/>
                    <a:pt x="110" y="213"/>
                    <a:pt x="118" y="213"/>
                  </a:cubicBezTo>
                  <a:cubicBezTo>
                    <a:pt x="423" y="213"/>
                    <a:pt x="423" y="213"/>
                    <a:pt x="423" y="213"/>
                  </a:cubicBezTo>
                  <a:cubicBezTo>
                    <a:pt x="431" y="213"/>
                    <a:pt x="437" y="219"/>
                    <a:pt x="437" y="227"/>
                  </a:cubicBezTo>
                  <a:cubicBezTo>
                    <a:pt x="437" y="234"/>
                    <a:pt x="431" y="241"/>
                    <a:pt x="423" y="241"/>
                  </a:cubicBezTo>
                  <a:close/>
                  <a:moveTo>
                    <a:pt x="423" y="116"/>
                  </a:moveTo>
                  <a:cubicBezTo>
                    <a:pt x="118" y="116"/>
                    <a:pt x="118" y="116"/>
                    <a:pt x="118" y="116"/>
                  </a:cubicBezTo>
                  <a:cubicBezTo>
                    <a:pt x="110" y="116"/>
                    <a:pt x="104" y="110"/>
                    <a:pt x="104" y="102"/>
                  </a:cubicBezTo>
                  <a:cubicBezTo>
                    <a:pt x="104" y="95"/>
                    <a:pt x="110" y="88"/>
                    <a:pt x="118" y="88"/>
                  </a:cubicBezTo>
                  <a:cubicBezTo>
                    <a:pt x="423" y="88"/>
                    <a:pt x="423" y="88"/>
                    <a:pt x="423" y="88"/>
                  </a:cubicBezTo>
                  <a:cubicBezTo>
                    <a:pt x="431" y="88"/>
                    <a:pt x="437" y="95"/>
                    <a:pt x="437" y="102"/>
                  </a:cubicBezTo>
                  <a:cubicBezTo>
                    <a:pt x="437" y="110"/>
                    <a:pt x="431" y="116"/>
                    <a:pt x="423" y="116"/>
                  </a:cubicBezTo>
                  <a:close/>
                </a:path>
              </a:pathLst>
            </a:custGeom>
            <a:grpFill/>
            <a:ln>
              <a:noFill/>
            </a:ln>
          </p:spPr>
          <p:txBody>
            <a:bodyPr lIns="45720" tIns="22860" rIns="45720" bIns="22860"/>
            <a:lstStyle/>
            <a:p>
              <a:pPr eaLnBrk="0" hangingPunct="0">
                <a:defRPr/>
              </a:pPr>
              <a:endParaRPr lang="id-ID" dirty="0">
                <a:solidFill>
                  <a:schemeClr val="bg1">
                    <a:lumMod val="50000"/>
                  </a:schemeClr>
                </a:solidFill>
                <a:latin typeface="Raleway Light"/>
                <a:cs typeface="+mn-cs"/>
              </a:endParaRPr>
            </a:p>
          </p:txBody>
        </p:sp>
      </p:grpSp>
      <p:grpSp>
        <p:nvGrpSpPr>
          <p:cNvPr id="22" name="Group 21"/>
          <p:cNvGrpSpPr/>
          <p:nvPr/>
        </p:nvGrpSpPr>
        <p:grpSpPr>
          <a:xfrm rot="20968592">
            <a:off x="2998378" y="1950165"/>
            <a:ext cx="2047426" cy="1709982"/>
            <a:chOff x="8169276" y="952501"/>
            <a:chExt cx="3781424" cy="3384550"/>
          </a:xfrm>
          <a:solidFill>
            <a:srgbClr val="F58F20"/>
          </a:solidFill>
        </p:grpSpPr>
        <p:sp>
          <p:nvSpPr>
            <p:cNvPr id="23" name="Freeform 10"/>
            <p:cNvSpPr>
              <a:spLocks/>
            </p:cNvSpPr>
            <p:nvPr/>
          </p:nvSpPr>
          <p:spPr bwMode="auto">
            <a:xfrm>
              <a:off x="9297988" y="1533526"/>
              <a:ext cx="1392237" cy="1004888"/>
            </a:xfrm>
            <a:custGeom>
              <a:avLst/>
              <a:gdLst>
                <a:gd name="T0" fmla="*/ 142 w 370"/>
                <a:gd name="T1" fmla="*/ 228 h 267"/>
                <a:gd name="T2" fmla="*/ 241 w 370"/>
                <a:gd name="T3" fmla="*/ 248 h 267"/>
                <a:gd name="T4" fmla="*/ 303 w 370"/>
                <a:gd name="T5" fmla="*/ 226 h 267"/>
                <a:gd name="T6" fmla="*/ 368 w 370"/>
                <a:gd name="T7" fmla="*/ 107 h 267"/>
                <a:gd name="T8" fmla="*/ 278 w 370"/>
                <a:gd name="T9" fmla="*/ 11 h 267"/>
                <a:gd name="T10" fmla="*/ 179 w 370"/>
                <a:gd name="T11" fmla="*/ 58 h 267"/>
                <a:gd name="T12" fmla="*/ 168 w 370"/>
                <a:gd name="T13" fmla="*/ 65 h 267"/>
                <a:gd name="T14" fmla="*/ 155 w 370"/>
                <a:gd name="T15" fmla="*/ 60 h 267"/>
                <a:gd name="T16" fmla="*/ 67 w 370"/>
                <a:gd name="T17" fmla="*/ 47 h 267"/>
                <a:gd name="T18" fmla="*/ 0 w 370"/>
                <a:gd name="T19" fmla="*/ 116 h 267"/>
                <a:gd name="T20" fmla="*/ 9 w 370"/>
                <a:gd name="T21" fmla="*/ 121 h 267"/>
                <a:gd name="T22" fmla="*/ 84 w 370"/>
                <a:gd name="T23" fmla="*/ 267 h 267"/>
                <a:gd name="T24" fmla="*/ 142 w 370"/>
                <a:gd name="T25" fmla="*/ 2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267">
                  <a:moveTo>
                    <a:pt x="142" y="228"/>
                  </a:moveTo>
                  <a:cubicBezTo>
                    <a:pt x="189" y="219"/>
                    <a:pt x="225" y="237"/>
                    <a:pt x="241" y="248"/>
                  </a:cubicBezTo>
                  <a:cubicBezTo>
                    <a:pt x="253" y="241"/>
                    <a:pt x="275" y="230"/>
                    <a:pt x="303" y="226"/>
                  </a:cubicBezTo>
                  <a:cubicBezTo>
                    <a:pt x="304" y="191"/>
                    <a:pt x="319" y="134"/>
                    <a:pt x="368" y="107"/>
                  </a:cubicBezTo>
                  <a:cubicBezTo>
                    <a:pt x="370" y="82"/>
                    <a:pt x="350" y="22"/>
                    <a:pt x="278" y="11"/>
                  </a:cubicBezTo>
                  <a:cubicBezTo>
                    <a:pt x="211" y="0"/>
                    <a:pt x="181" y="56"/>
                    <a:pt x="179" y="58"/>
                  </a:cubicBezTo>
                  <a:cubicBezTo>
                    <a:pt x="177" y="62"/>
                    <a:pt x="173" y="65"/>
                    <a:pt x="168" y="65"/>
                  </a:cubicBezTo>
                  <a:cubicBezTo>
                    <a:pt x="163" y="66"/>
                    <a:pt x="158" y="64"/>
                    <a:pt x="155" y="60"/>
                  </a:cubicBezTo>
                  <a:cubicBezTo>
                    <a:pt x="155" y="59"/>
                    <a:pt x="133" y="32"/>
                    <a:pt x="67" y="47"/>
                  </a:cubicBezTo>
                  <a:cubicBezTo>
                    <a:pt x="14" y="60"/>
                    <a:pt x="2" y="101"/>
                    <a:pt x="0" y="116"/>
                  </a:cubicBezTo>
                  <a:cubicBezTo>
                    <a:pt x="3" y="117"/>
                    <a:pt x="6" y="119"/>
                    <a:pt x="9" y="121"/>
                  </a:cubicBezTo>
                  <a:cubicBezTo>
                    <a:pt x="63" y="161"/>
                    <a:pt x="80" y="224"/>
                    <a:pt x="84" y="267"/>
                  </a:cubicBezTo>
                  <a:cubicBezTo>
                    <a:pt x="96" y="250"/>
                    <a:pt x="114" y="234"/>
                    <a:pt x="142" y="228"/>
                  </a:cubicBezTo>
                  <a:close/>
                </a:path>
              </a:pathLst>
            </a:custGeom>
            <a:grpFill/>
            <a:ln>
              <a:noFill/>
            </a:ln>
            <a:extLst>
              <a:ext uri="{91240B29-F687-4f45-9708-019B960494DF}"/>
            </a:extLst>
          </p:spPr>
          <p:txBody>
            <a:bodyPr lIns="45720" tIns="22860" rIns="45720" bIns="22860"/>
            <a:lstStyle/>
            <a:p>
              <a:pPr eaLnBrk="0" hangingPunct="0">
                <a:defRPr/>
              </a:pPr>
              <a:endParaRPr lang="id-ID" dirty="0">
                <a:latin typeface="Raleway Light"/>
                <a:cs typeface="+mn-cs"/>
              </a:endParaRPr>
            </a:p>
          </p:txBody>
        </p:sp>
        <p:sp>
          <p:nvSpPr>
            <p:cNvPr id="24" name="Freeform 11"/>
            <p:cNvSpPr>
              <a:spLocks/>
            </p:cNvSpPr>
            <p:nvPr/>
          </p:nvSpPr>
          <p:spPr bwMode="auto">
            <a:xfrm>
              <a:off x="8169276" y="952501"/>
              <a:ext cx="3781424" cy="3384550"/>
            </a:xfrm>
            <a:custGeom>
              <a:avLst/>
              <a:gdLst>
                <a:gd name="T0" fmla="*/ 932 w 1005"/>
                <a:gd name="T1" fmla="*/ 313 h 899"/>
                <a:gd name="T2" fmla="*/ 693 w 1005"/>
                <a:gd name="T3" fmla="*/ 126 h 899"/>
                <a:gd name="T4" fmla="*/ 192 w 1005"/>
                <a:gd name="T5" fmla="*/ 181 h 899"/>
                <a:gd name="T6" fmla="*/ 261 w 1005"/>
                <a:gd name="T7" fmla="*/ 549 h 899"/>
                <a:gd name="T8" fmla="*/ 292 w 1005"/>
                <a:gd name="T9" fmla="*/ 298 h 899"/>
                <a:gd name="T10" fmla="*/ 155 w 1005"/>
                <a:gd name="T11" fmla="*/ 377 h 899"/>
                <a:gd name="T12" fmla="*/ 244 w 1005"/>
                <a:gd name="T13" fmla="*/ 409 h 899"/>
                <a:gd name="T14" fmla="*/ 255 w 1005"/>
                <a:gd name="T15" fmla="*/ 435 h 899"/>
                <a:gd name="T16" fmla="*/ 128 w 1005"/>
                <a:gd name="T17" fmla="*/ 388 h 899"/>
                <a:gd name="T18" fmla="*/ 274 w 1005"/>
                <a:gd name="T19" fmla="*/ 257 h 899"/>
                <a:gd name="T20" fmla="*/ 464 w 1005"/>
                <a:gd name="T21" fmla="*/ 184 h 899"/>
                <a:gd name="T22" fmla="*/ 673 w 1005"/>
                <a:gd name="T23" fmla="*/ 190 h 899"/>
                <a:gd name="T24" fmla="*/ 851 w 1005"/>
                <a:gd name="T25" fmla="*/ 291 h 899"/>
                <a:gd name="T26" fmla="*/ 914 w 1005"/>
                <a:gd name="T27" fmla="*/ 518 h 899"/>
                <a:gd name="T28" fmla="*/ 747 w 1005"/>
                <a:gd name="T29" fmla="*/ 572 h 899"/>
                <a:gd name="T30" fmla="*/ 474 w 1005"/>
                <a:gd name="T31" fmla="*/ 615 h 899"/>
                <a:gd name="T32" fmla="*/ 421 w 1005"/>
                <a:gd name="T33" fmla="*/ 572 h 899"/>
                <a:gd name="T34" fmla="*/ 446 w 1005"/>
                <a:gd name="T35" fmla="*/ 560 h 899"/>
                <a:gd name="T36" fmla="*/ 553 w 1005"/>
                <a:gd name="T37" fmla="*/ 547 h 899"/>
                <a:gd name="T38" fmla="*/ 854 w 1005"/>
                <a:gd name="T39" fmla="*/ 560 h 899"/>
                <a:gd name="T40" fmla="*/ 857 w 1005"/>
                <a:gd name="T41" fmla="*/ 427 h 899"/>
                <a:gd name="T42" fmla="*/ 831 w 1005"/>
                <a:gd name="T43" fmla="*/ 311 h 899"/>
                <a:gd name="T44" fmla="*/ 632 w 1005"/>
                <a:gd name="T45" fmla="*/ 378 h 899"/>
                <a:gd name="T46" fmla="*/ 742 w 1005"/>
                <a:gd name="T47" fmla="*/ 461 h 899"/>
                <a:gd name="T48" fmla="*/ 549 w 1005"/>
                <a:gd name="T49" fmla="*/ 430 h 899"/>
                <a:gd name="T50" fmla="*/ 447 w 1005"/>
                <a:gd name="T51" fmla="*/ 410 h 899"/>
                <a:gd name="T52" fmla="*/ 381 w 1005"/>
                <a:gd name="T53" fmla="*/ 488 h 899"/>
                <a:gd name="T54" fmla="*/ 300 w 1005"/>
                <a:gd name="T55" fmla="*/ 535 h 899"/>
                <a:gd name="T56" fmla="*/ 298 w 1005"/>
                <a:gd name="T57" fmla="*/ 538 h 899"/>
                <a:gd name="T58" fmla="*/ 274 w 1005"/>
                <a:gd name="T59" fmla="*/ 618 h 899"/>
                <a:gd name="T60" fmla="*/ 288 w 1005"/>
                <a:gd name="T61" fmla="*/ 665 h 899"/>
                <a:gd name="T62" fmla="*/ 352 w 1005"/>
                <a:gd name="T63" fmla="*/ 724 h 899"/>
                <a:gd name="T64" fmla="*/ 571 w 1005"/>
                <a:gd name="T65" fmla="*/ 769 h 899"/>
                <a:gd name="T66" fmla="*/ 570 w 1005"/>
                <a:gd name="T67" fmla="*/ 769 h 899"/>
                <a:gd name="T68" fmla="*/ 681 w 1005"/>
                <a:gd name="T69" fmla="*/ 675 h 899"/>
                <a:gd name="T70" fmla="*/ 650 w 1005"/>
                <a:gd name="T71" fmla="*/ 634 h 899"/>
                <a:gd name="T72" fmla="*/ 708 w 1005"/>
                <a:gd name="T73" fmla="*/ 665 h 899"/>
                <a:gd name="T74" fmla="*/ 691 w 1005"/>
                <a:gd name="T75" fmla="*/ 750 h 899"/>
                <a:gd name="T76" fmla="*/ 491 w 1005"/>
                <a:gd name="T77" fmla="*/ 785 h 899"/>
                <a:gd name="T78" fmla="*/ 787 w 1005"/>
                <a:gd name="T79" fmla="*/ 830 h 899"/>
                <a:gd name="T80" fmla="*/ 1001 w 1005"/>
                <a:gd name="T81" fmla="*/ 474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5" h="899">
                  <a:moveTo>
                    <a:pt x="1001" y="474"/>
                  </a:moveTo>
                  <a:cubicBezTo>
                    <a:pt x="997" y="357"/>
                    <a:pt x="932" y="313"/>
                    <a:pt x="932" y="313"/>
                  </a:cubicBezTo>
                  <a:cubicBezTo>
                    <a:pt x="932" y="313"/>
                    <a:pt x="924" y="257"/>
                    <a:pt x="873" y="197"/>
                  </a:cubicBezTo>
                  <a:cubicBezTo>
                    <a:pt x="794" y="111"/>
                    <a:pt x="693" y="126"/>
                    <a:pt x="693" y="126"/>
                  </a:cubicBezTo>
                  <a:cubicBezTo>
                    <a:pt x="563" y="0"/>
                    <a:pt x="430" y="97"/>
                    <a:pt x="430" y="97"/>
                  </a:cubicBezTo>
                  <a:cubicBezTo>
                    <a:pt x="245" y="36"/>
                    <a:pt x="192" y="181"/>
                    <a:pt x="192" y="181"/>
                  </a:cubicBezTo>
                  <a:cubicBezTo>
                    <a:pt x="86" y="193"/>
                    <a:pt x="0" y="317"/>
                    <a:pt x="77" y="450"/>
                  </a:cubicBezTo>
                  <a:cubicBezTo>
                    <a:pt x="136" y="552"/>
                    <a:pt x="224" y="554"/>
                    <a:pt x="261" y="549"/>
                  </a:cubicBezTo>
                  <a:cubicBezTo>
                    <a:pt x="274" y="517"/>
                    <a:pt x="300" y="481"/>
                    <a:pt x="357" y="465"/>
                  </a:cubicBezTo>
                  <a:cubicBezTo>
                    <a:pt x="358" y="459"/>
                    <a:pt x="365" y="350"/>
                    <a:pt x="292" y="298"/>
                  </a:cubicBezTo>
                  <a:cubicBezTo>
                    <a:pt x="249" y="267"/>
                    <a:pt x="201" y="275"/>
                    <a:pt x="174" y="295"/>
                  </a:cubicBezTo>
                  <a:cubicBezTo>
                    <a:pt x="149" y="315"/>
                    <a:pt x="142" y="345"/>
                    <a:pt x="155" y="377"/>
                  </a:cubicBezTo>
                  <a:cubicBezTo>
                    <a:pt x="161" y="394"/>
                    <a:pt x="171" y="405"/>
                    <a:pt x="185" y="411"/>
                  </a:cubicBezTo>
                  <a:cubicBezTo>
                    <a:pt x="212" y="422"/>
                    <a:pt x="243" y="409"/>
                    <a:pt x="244" y="409"/>
                  </a:cubicBezTo>
                  <a:cubicBezTo>
                    <a:pt x="251" y="406"/>
                    <a:pt x="259" y="410"/>
                    <a:pt x="262" y="417"/>
                  </a:cubicBezTo>
                  <a:cubicBezTo>
                    <a:pt x="265" y="424"/>
                    <a:pt x="262" y="432"/>
                    <a:pt x="255" y="435"/>
                  </a:cubicBezTo>
                  <a:cubicBezTo>
                    <a:pt x="253" y="436"/>
                    <a:pt x="212" y="453"/>
                    <a:pt x="174" y="437"/>
                  </a:cubicBezTo>
                  <a:cubicBezTo>
                    <a:pt x="154" y="429"/>
                    <a:pt x="138" y="412"/>
                    <a:pt x="128" y="388"/>
                  </a:cubicBezTo>
                  <a:cubicBezTo>
                    <a:pt x="111" y="343"/>
                    <a:pt x="122" y="300"/>
                    <a:pt x="157" y="273"/>
                  </a:cubicBezTo>
                  <a:cubicBezTo>
                    <a:pt x="189" y="248"/>
                    <a:pt x="234" y="243"/>
                    <a:pt x="274" y="257"/>
                  </a:cubicBezTo>
                  <a:cubicBezTo>
                    <a:pt x="281" y="227"/>
                    <a:pt x="304" y="187"/>
                    <a:pt x="361" y="174"/>
                  </a:cubicBezTo>
                  <a:cubicBezTo>
                    <a:pt x="415" y="161"/>
                    <a:pt x="447" y="173"/>
                    <a:pt x="464" y="184"/>
                  </a:cubicBezTo>
                  <a:cubicBezTo>
                    <a:pt x="484" y="158"/>
                    <a:pt x="524" y="127"/>
                    <a:pt x="582" y="137"/>
                  </a:cubicBezTo>
                  <a:cubicBezTo>
                    <a:pt x="631" y="145"/>
                    <a:pt x="658" y="170"/>
                    <a:pt x="673" y="190"/>
                  </a:cubicBezTo>
                  <a:cubicBezTo>
                    <a:pt x="686" y="208"/>
                    <a:pt x="694" y="230"/>
                    <a:pt x="696" y="250"/>
                  </a:cubicBezTo>
                  <a:cubicBezTo>
                    <a:pt x="751" y="237"/>
                    <a:pt x="814" y="253"/>
                    <a:pt x="851" y="291"/>
                  </a:cubicBezTo>
                  <a:cubicBezTo>
                    <a:pt x="881" y="322"/>
                    <a:pt x="892" y="365"/>
                    <a:pt x="881" y="411"/>
                  </a:cubicBezTo>
                  <a:cubicBezTo>
                    <a:pt x="895" y="424"/>
                    <a:pt x="922" y="459"/>
                    <a:pt x="914" y="518"/>
                  </a:cubicBezTo>
                  <a:cubicBezTo>
                    <a:pt x="910" y="549"/>
                    <a:pt x="893" y="573"/>
                    <a:pt x="866" y="586"/>
                  </a:cubicBezTo>
                  <a:cubicBezTo>
                    <a:pt x="831" y="602"/>
                    <a:pt x="785" y="596"/>
                    <a:pt x="747" y="572"/>
                  </a:cubicBezTo>
                  <a:cubicBezTo>
                    <a:pt x="693" y="538"/>
                    <a:pt x="609" y="536"/>
                    <a:pt x="571" y="568"/>
                  </a:cubicBezTo>
                  <a:cubicBezTo>
                    <a:pt x="541" y="593"/>
                    <a:pt x="507" y="618"/>
                    <a:pt x="474" y="615"/>
                  </a:cubicBezTo>
                  <a:cubicBezTo>
                    <a:pt x="472" y="615"/>
                    <a:pt x="469" y="615"/>
                    <a:pt x="466" y="614"/>
                  </a:cubicBezTo>
                  <a:cubicBezTo>
                    <a:pt x="447" y="610"/>
                    <a:pt x="432" y="596"/>
                    <a:pt x="421" y="572"/>
                  </a:cubicBezTo>
                  <a:cubicBezTo>
                    <a:pt x="417" y="565"/>
                    <a:pt x="420" y="557"/>
                    <a:pt x="427" y="554"/>
                  </a:cubicBezTo>
                  <a:cubicBezTo>
                    <a:pt x="434" y="550"/>
                    <a:pt x="443" y="553"/>
                    <a:pt x="446" y="560"/>
                  </a:cubicBezTo>
                  <a:cubicBezTo>
                    <a:pt x="453" y="576"/>
                    <a:pt x="462" y="584"/>
                    <a:pt x="473" y="586"/>
                  </a:cubicBezTo>
                  <a:cubicBezTo>
                    <a:pt x="496" y="592"/>
                    <a:pt x="530" y="566"/>
                    <a:pt x="553" y="547"/>
                  </a:cubicBezTo>
                  <a:cubicBezTo>
                    <a:pt x="601" y="506"/>
                    <a:pt x="697" y="507"/>
                    <a:pt x="762" y="548"/>
                  </a:cubicBezTo>
                  <a:cubicBezTo>
                    <a:pt x="792" y="567"/>
                    <a:pt x="828" y="572"/>
                    <a:pt x="854" y="560"/>
                  </a:cubicBezTo>
                  <a:cubicBezTo>
                    <a:pt x="872" y="552"/>
                    <a:pt x="883" y="536"/>
                    <a:pt x="886" y="514"/>
                  </a:cubicBezTo>
                  <a:cubicBezTo>
                    <a:pt x="895" y="455"/>
                    <a:pt x="858" y="427"/>
                    <a:pt x="857" y="427"/>
                  </a:cubicBezTo>
                  <a:cubicBezTo>
                    <a:pt x="852" y="424"/>
                    <a:pt x="850" y="418"/>
                    <a:pt x="852" y="412"/>
                  </a:cubicBezTo>
                  <a:cubicBezTo>
                    <a:pt x="863" y="372"/>
                    <a:pt x="856" y="337"/>
                    <a:pt x="831" y="311"/>
                  </a:cubicBezTo>
                  <a:cubicBezTo>
                    <a:pt x="800" y="280"/>
                    <a:pt x="747" y="266"/>
                    <a:pt x="702" y="278"/>
                  </a:cubicBezTo>
                  <a:cubicBezTo>
                    <a:pt x="642" y="293"/>
                    <a:pt x="633" y="357"/>
                    <a:pt x="632" y="378"/>
                  </a:cubicBezTo>
                  <a:cubicBezTo>
                    <a:pt x="667" y="380"/>
                    <a:pt x="707" y="396"/>
                    <a:pt x="744" y="441"/>
                  </a:cubicBezTo>
                  <a:cubicBezTo>
                    <a:pt x="749" y="447"/>
                    <a:pt x="748" y="456"/>
                    <a:pt x="742" y="461"/>
                  </a:cubicBezTo>
                  <a:cubicBezTo>
                    <a:pt x="736" y="466"/>
                    <a:pt x="727" y="465"/>
                    <a:pt x="722" y="459"/>
                  </a:cubicBezTo>
                  <a:cubicBezTo>
                    <a:pt x="643" y="362"/>
                    <a:pt x="552" y="428"/>
                    <a:pt x="549" y="430"/>
                  </a:cubicBezTo>
                  <a:cubicBezTo>
                    <a:pt x="543" y="434"/>
                    <a:pt x="536" y="434"/>
                    <a:pt x="531" y="430"/>
                  </a:cubicBezTo>
                  <a:cubicBezTo>
                    <a:pt x="529" y="429"/>
                    <a:pt x="496" y="400"/>
                    <a:pt x="447" y="410"/>
                  </a:cubicBezTo>
                  <a:cubicBezTo>
                    <a:pt x="401" y="419"/>
                    <a:pt x="393" y="476"/>
                    <a:pt x="393" y="476"/>
                  </a:cubicBezTo>
                  <a:cubicBezTo>
                    <a:pt x="392" y="482"/>
                    <a:pt x="387" y="487"/>
                    <a:pt x="381" y="488"/>
                  </a:cubicBezTo>
                  <a:cubicBezTo>
                    <a:pt x="339" y="496"/>
                    <a:pt x="315" y="514"/>
                    <a:pt x="300" y="535"/>
                  </a:cubicBezTo>
                  <a:cubicBezTo>
                    <a:pt x="300" y="535"/>
                    <a:pt x="300" y="535"/>
                    <a:pt x="300" y="535"/>
                  </a:cubicBezTo>
                  <a:cubicBezTo>
                    <a:pt x="300" y="535"/>
                    <a:pt x="300" y="535"/>
                    <a:pt x="300" y="535"/>
                  </a:cubicBezTo>
                  <a:cubicBezTo>
                    <a:pt x="299" y="536"/>
                    <a:pt x="299" y="537"/>
                    <a:pt x="298" y="538"/>
                  </a:cubicBezTo>
                  <a:cubicBezTo>
                    <a:pt x="278" y="568"/>
                    <a:pt x="273" y="596"/>
                    <a:pt x="275" y="618"/>
                  </a:cubicBezTo>
                  <a:cubicBezTo>
                    <a:pt x="275" y="618"/>
                    <a:pt x="274" y="618"/>
                    <a:pt x="274" y="618"/>
                  </a:cubicBezTo>
                  <a:cubicBezTo>
                    <a:pt x="275" y="625"/>
                    <a:pt x="276" y="631"/>
                    <a:pt x="278" y="637"/>
                  </a:cubicBezTo>
                  <a:cubicBezTo>
                    <a:pt x="281" y="654"/>
                    <a:pt x="288" y="664"/>
                    <a:pt x="288" y="665"/>
                  </a:cubicBezTo>
                  <a:cubicBezTo>
                    <a:pt x="302" y="693"/>
                    <a:pt x="326" y="711"/>
                    <a:pt x="352" y="724"/>
                  </a:cubicBezTo>
                  <a:cubicBezTo>
                    <a:pt x="352" y="724"/>
                    <a:pt x="352" y="724"/>
                    <a:pt x="352" y="724"/>
                  </a:cubicBezTo>
                  <a:cubicBezTo>
                    <a:pt x="352" y="724"/>
                    <a:pt x="418" y="758"/>
                    <a:pt x="552" y="768"/>
                  </a:cubicBezTo>
                  <a:cubicBezTo>
                    <a:pt x="558" y="768"/>
                    <a:pt x="565" y="769"/>
                    <a:pt x="571" y="769"/>
                  </a:cubicBezTo>
                  <a:cubicBezTo>
                    <a:pt x="571" y="769"/>
                    <a:pt x="570" y="769"/>
                    <a:pt x="570" y="769"/>
                  </a:cubicBezTo>
                  <a:cubicBezTo>
                    <a:pt x="570" y="769"/>
                    <a:pt x="570" y="769"/>
                    <a:pt x="570" y="769"/>
                  </a:cubicBezTo>
                  <a:cubicBezTo>
                    <a:pt x="606" y="770"/>
                    <a:pt x="643" y="762"/>
                    <a:pt x="668" y="733"/>
                  </a:cubicBezTo>
                  <a:cubicBezTo>
                    <a:pt x="682" y="710"/>
                    <a:pt x="687" y="689"/>
                    <a:pt x="681" y="675"/>
                  </a:cubicBezTo>
                  <a:cubicBezTo>
                    <a:pt x="675" y="658"/>
                    <a:pt x="659" y="652"/>
                    <a:pt x="659" y="652"/>
                  </a:cubicBezTo>
                  <a:cubicBezTo>
                    <a:pt x="651" y="649"/>
                    <a:pt x="648" y="641"/>
                    <a:pt x="650" y="634"/>
                  </a:cubicBezTo>
                  <a:cubicBezTo>
                    <a:pt x="653" y="627"/>
                    <a:pt x="661" y="623"/>
                    <a:pt x="668" y="625"/>
                  </a:cubicBezTo>
                  <a:cubicBezTo>
                    <a:pt x="669" y="626"/>
                    <a:pt x="698" y="636"/>
                    <a:pt x="708" y="665"/>
                  </a:cubicBezTo>
                  <a:cubicBezTo>
                    <a:pt x="717" y="689"/>
                    <a:pt x="711" y="717"/>
                    <a:pt x="692" y="749"/>
                  </a:cubicBezTo>
                  <a:cubicBezTo>
                    <a:pt x="691" y="749"/>
                    <a:pt x="691" y="750"/>
                    <a:pt x="691" y="750"/>
                  </a:cubicBezTo>
                  <a:cubicBezTo>
                    <a:pt x="655" y="793"/>
                    <a:pt x="601" y="800"/>
                    <a:pt x="556" y="797"/>
                  </a:cubicBezTo>
                  <a:cubicBezTo>
                    <a:pt x="530" y="795"/>
                    <a:pt x="507" y="789"/>
                    <a:pt x="491" y="785"/>
                  </a:cubicBezTo>
                  <a:cubicBezTo>
                    <a:pt x="524" y="857"/>
                    <a:pt x="598" y="891"/>
                    <a:pt x="677" y="895"/>
                  </a:cubicBezTo>
                  <a:cubicBezTo>
                    <a:pt x="769" y="899"/>
                    <a:pt x="787" y="830"/>
                    <a:pt x="787" y="830"/>
                  </a:cubicBezTo>
                  <a:cubicBezTo>
                    <a:pt x="911" y="781"/>
                    <a:pt x="884" y="656"/>
                    <a:pt x="884" y="656"/>
                  </a:cubicBezTo>
                  <a:cubicBezTo>
                    <a:pt x="936" y="648"/>
                    <a:pt x="1005" y="590"/>
                    <a:pt x="1001" y="474"/>
                  </a:cubicBezTo>
                  <a:close/>
                </a:path>
              </a:pathLst>
            </a:custGeom>
            <a:grpFill/>
            <a:ln>
              <a:noFill/>
            </a:ln>
            <a:extLst>
              <a:ext uri="{91240B29-F687-4f45-9708-019B960494DF}"/>
            </a:extLst>
          </p:spPr>
          <p:txBody>
            <a:bodyPr lIns="45720" tIns="22860" rIns="45720" bIns="22860"/>
            <a:lstStyle/>
            <a:p>
              <a:pPr eaLnBrk="0" hangingPunct="0">
                <a:defRPr/>
              </a:pPr>
              <a:endParaRPr lang="id-ID" dirty="0">
                <a:latin typeface="Raleway Light"/>
                <a:cs typeface="+mn-cs"/>
              </a:endParaRPr>
            </a:p>
          </p:txBody>
        </p:sp>
      </p:grpSp>
      <p:grpSp>
        <p:nvGrpSpPr>
          <p:cNvPr id="25" name="Group 24"/>
          <p:cNvGrpSpPr/>
          <p:nvPr/>
        </p:nvGrpSpPr>
        <p:grpSpPr>
          <a:xfrm rot="20968592">
            <a:off x="3341133" y="2875152"/>
            <a:ext cx="1317529" cy="1564865"/>
            <a:chOff x="7826363" y="2844010"/>
            <a:chExt cx="1580725" cy="1876982"/>
          </a:xfrm>
          <a:solidFill>
            <a:srgbClr val="1C94D1"/>
          </a:solidFill>
        </p:grpSpPr>
        <p:sp>
          <p:nvSpPr>
            <p:cNvPr id="26" name="Rounded Rectangle 25"/>
            <p:cNvSpPr/>
            <p:nvPr/>
          </p:nvSpPr>
          <p:spPr>
            <a:xfrm>
              <a:off x="8110354" y="2984172"/>
              <a:ext cx="101591" cy="7904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sp>
          <p:nvSpPr>
            <p:cNvPr id="27" name="Rounded Rectangle 26"/>
            <p:cNvSpPr/>
            <p:nvPr/>
          </p:nvSpPr>
          <p:spPr>
            <a:xfrm>
              <a:off x="8375528" y="3216877"/>
              <a:ext cx="101591" cy="150411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sp>
          <p:nvSpPr>
            <p:cNvPr id="28" name="Rounded Rectangle 27"/>
            <p:cNvSpPr/>
            <p:nvPr/>
          </p:nvSpPr>
          <p:spPr>
            <a:xfrm>
              <a:off x="8672942" y="3502859"/>
              <a:ext cx="101591" cy="121813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sp>
          <p:nvSpPr>
            <p:cNvPr id="29" name="Rounded Rectangle 28"/>
            <p:cNvSpPr/>
            <p:nvPr/>
          </p:nvSpPr>
          <p:spPr>
            <a:xfrm>
              <a:off x="9007728"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sp>
          <p:nvSpPr>
            <p:cNvPr id="30" name="Rounded Rectangle 29"/>
            <p:cNvSpPr/>
            <p:nvPr/>
          </p:nvSpPr>
          <p:spPr>
            <a:xfrm>
              <a:off x="9305497"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sp>
          <p:nvSpPr>
            <p:cNvPr id="31" name="Rounded Rectangle 30"/>
            <p:cNvSpPr/>
            <p:nvPr/>
          </p:nvSpPr>
          <p:spPr>
            <a:xfrm>
              <a:off x="7826363" y="2844010"/>
              <a:ext cx="101591" cy="6588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dirty="0">
                <a:latin typeface="Raleway Light"/>
              </a:endParaRPr>
            </a:p>
          </p:txBody>
        </p:sp>
      </p:grpSp>
      <p:grpSp>
        <p:nvGrpSpPr>
          <p:cNvPr id="34" name="Group 33"/>
          <p:cNvGrpSpPr>
            <a:grpSpLocks/>
          </p:cNvGrpSpPr>
          <p:nvPr/>
        </p:nvGrpSpPr>
        <p:grpSpPr bwMode="auto">
          <a:xfrm>
            <a:off x="6791325" y="954002"/>
            <a:ext cx="4152900" cy="73025"/>
            <a:chOff x="1775295" y="2028842"/>
            <a:chExt cx="3631535" cy="45719"/>
          </a:xfrm>
        </p:grpSpPr>
        <p:sp>
          <p:nvSpPr>
            <p:cNvPr id="35" name="Rectangle 34"/>
            <p:cNvSpPr/>
            <p:nvPr/>
          </p:nvSpPr>
          <p:spPr>
            <a:xfrm flipV="1">
              <a:off x="1775295" y="2028842"/>
              <a:ext cx="540011"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36" name="Rectangle 35"/>
            <p:cNvSpPr/>
            <p:nvPr/>
          </p:nvSpPr>
          <p:spPr>
            <a:xfrm flipV="1">
              <a:off x="2390269" y="2028842"/>
              <a:ext cx="541399"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37" name="Rectangle 36"/>
            <p:cNvSpPr/>
            <p:nvPr/>
          </p:nvSpPr>
          <p:spPr>
            <a:xfrm flipV="1">
              <a:off x="3026065" y="2028842"/>
              <a:ext cx="540010"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38" name="Rectangle 37"/>
            <p:cNvSpPr/>
            <p:nvPr/>
          </p:nvSpPr>
          <p:spPr>
            <a:xfrm flipV="1">
              <a:off x="3641038" y="2028842"/>
              <a:ext cx="540011"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39" name="Rectangle 38"/>
            <p:cNvSpPr/>
            <p:nvPr/>
          </p:nvSpPr>
          <p:spPr>
            <a:xfrm flipV="1">
              <a:off x="4257399" y="2028842"/>
              <a:ext cx="540011"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40" name="Rectangle 39"/>
            <p:cNvSpPr/>
            <p:nvPr/>
          </p:nvSpPr>
          <p:spPr>
            <a:xfrm flipV="1">
              <a:off x="4866820" y="2028842"/>
              <a:ext cx="540010"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grpSp>
      <p:sp>
        <p:nvSpPr>
          <p:cNvPr id="41" name="TextBox 40"/>
          <p:cNvSpPr txBox="1">
            <a:spLocks noChangeArrowheads="1"/>
          </p:cNvSpPr>
          <p:nvPr/>
        </p:nvSpPr>
        <p:spPr bwMode="auto">
          <a:xfrm>
            <a:off x="2773023" y="-41361"/>
            <a:ext cx="9250363" cy="923925"/>
          </a:xfrm>
          <a:prstGeom prst="rect">
            <a:avLst/>
          </a:prstGeom>
          <a:noFill/>
          <a:ln w="9525">
            <a:noFill/>
            <a:miter lim="800000"/>
            <a:headEnd/>
            <a:tailEnd/>
          </a:ln>
        </p:spPr>
        <p:txBody>
          <a:bodyPr>
            <a:spAutoFit/>
          </a:bodyPr>
          <a:lstStyle/>
          <a:p>
            <a:pPr eaLnBrk="0" hangingPunct="0"/>
            <a:r>
              <a:rPr lang="ar-SA" sz="5400" b="1" dirty="0"/>
              <a:t>١- مفاهيم أساسية في تكنولوجيا التعليم</a:t>
            </a:r>
            <a:endParaRPr lang="id-ID" sz="5400" b="1" dirty="0">
              <a:solidFill>
                <a:schemeClr val="tx2"/>
              </a:solidFill>
              <a:latin typeface="Raleway"/>
              <a:ea typeface="Raleway"/>
              <a:cs typeface="Raleway"/>
            </a:endParaRPr>
          </a:p>
        </p:txBody>
      </p:sp>
      <p:sp>
        <p:nvSpPr>
          <p:cNvPr id="42" name="TextBox 41"/>
          <p:cNvSpPr txBox="1">
            <a:spLocks noChangeArrowheads="1"/>
          </p:cNvSpPr>
          <p:nvPr/>
        </p:nvSpPr>
        <p:spPr bwMode="auto">
          <a:xfrm>
            <a:off x="5618163" y="2697163"/>
            <a:ext cx="6156325" cy="2062162"/>
          </a:xfrm>
          <a:prstGeom prst="rect">
            <a:avLst/>
          </a:prstGeom>
          <a:noFill/>
          <a:ln w="9525">
            <a:noFill/>
            <a:miter lim="800000"/>
            <a:headEnd/>
            <a:tailEnd/>
          </a:ln>
        </p:spPr>
        <p:txBody>
          <a:bodyPr lIns="91422" tIns="45711" rIns="91422" bIns="45711">
            <a:spAutoFit/>
          </a:bodyPr>
          <a:lstStyle/>
          <a:p>
            <a:pPr algn="ctr" rtl="1" eaLnBrk="0" hangingPunct="0"/>
            <a:r>
              <a:rPr lang="ar-SA" sz="3200" b="1"/>
              <a:t>عبارة عن مجموعة من الأنشطة الخارجية والتعليم الذاتي الذي يمارس بشكل مترابط ومتصل مع البيئة للتأثير في المتعلم بقصد حصوله على عملية التعلم</a:t>
            </a:r>
            <a:endParaRPr lang="en-US" sz="3200" b="1"/>
          </a:p>
        </p:txBody>
      </p:sp>
      <p:sp>
        <p:nvSpPr>
          <p:cNvPr id="43" name="TextBox 42"/>
          <p:cNvSpPr txBox="1">
            <a:spLocks noChangeArrowheads="1"/>
          </p:cNvSpPr>
          <p:nvPr/>
        </p:nvSpPr>
        <p:spPr bwMode="auto">
          <a:xfrm>
            <a:off x="6310313" y="1682750"/>
            <a:ext cx="3790950" cy="830263"/>
          </a:xfrm>
          <a:prstGeom prst="rect">
            <a:avLst/>
          </a:prstGeom>
          <a:noFill/>
          <a:ln w="9525">
            <a:noFill/>
            <a:miter lim="800000"/>
            <a:headEnd/>
            <a:tailEnd/>
          </a:ln>
        </p:spPr>
        <p:txBody>
          <a:bodyPr lIns="91422" tIns="45711" rIns="91422" bIns="45711">
            <a:spAutoFit/>
          </a:bodyPr>
          <a:lstStyle/>
          <a:p>
            <a:pPr algn="ctr" eaLnBrk="0" hangingPunct="0"/>
            <a:r>
              <a:rPr lang="ar-SA" sz="4800" b="1" u="sng">
                <a:solidFill>
                  <a:srgbClr val="1C94D1"/>
                </a:solidFill>
              </a:rPr>
              <a:t>التدريس </a:t>
            </a:r>
            <a:endParaRPr lang="id-ID" sz="4800" u="sng">
              <a:solidFill>
                <a:srgbClr val="1C94D1"/>
              </a:solidFill>
              <a:latin typeface="Raleway"/>
            </a:endParaRPr>
          </a:p>
        </p:txBody>
      </p:sp>
      <p:sp>
        <p:nvSpPr>
          <p:cNvPr id="45" name="Oval 44"/>
          <p:cNvSpPr/>
          <p:nvPr/>
        </p:nvSpPr>
        <p:spPr>
          <a:xfrm>
            <a:off x="9461500" y="1560513"/>
            <a:ext cx="1163638" cy="1181100"/>
          </a:xfrm>
          <a:prstGeom prst="ellipse">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4800" dirty="0">
              <a:solidFill>
                <a:schemeClr val="tx1">
                  <a:lumMod val="50000"/>
                  <a:lumOff val="50000"/>
                </a:schemeClr>
              </a:solidFill>
              <a:latin typeface="Sosa" pitchFamily="2" charset="0"/>
            </a:endParaRPr>
          </a:p>
        </p:txBody>
      </p:sp>
      <p:sp>
        <p:nvSpPr>
          <p:cNvPr id="46" name="Oval 45"/>
          <p:cNvSpPr/>
          <p:nvPr/>
        </p:nvSpPr>
        <p:spPr>
          <a:xfrm>
            <a:off x="9669463" y="1717675"/>
            <a:ext cx="787400" cy="90805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r>
              <a:rPr lang="ar-SA" sz="4000" b="1" dirty="0"/>
              <a:t>أ</a:t>
            </a:r>
            <a:endParaRPr lang="en-US" sz="4000" b="1" dirty="0"/>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249"/>
                                          </p:stCondLst>
                                        </p:cTn>
                                        <p:tgtEl>
                                          <p:spTgt spid="41"/>
                                        </p:tgtEl>
                                        <p:attrNameLst>
                                          <p:attrName>style.visibility</p:attrName>
                                        </p:attrNameLst>
                                      </p:cBhvr>
                                      <p:to>
                                        <p:strVal val="visible"/>
                                      </p:to>
                                    </p:set>
                                  </p:childTnLst>
                                </p:cTn>
                              </p:par>
                            </p:childTnLst>
                          </p:cTn>
                        </p:par>
                        <p:par>
                          <p:cTn id="11" fill="hold">
                            <p:stCondLst>
                              <p:cond delay="750"/>
                            </p:stCondLst>
                            <p:childTnLst>
                              <p:par>
                                <p:cTn id="12" presetID="53" presetClass="entr" presetSubtype="16" fill="hold" nodeType="afterEffect">
                                  <p:stCondLst>
                                    <p:cond delay="0"/>
                                  </p:stCondLst>
                                  <p:childTnLst>
                                    <p:set>
                                      <p:cBhvr>
                                        <p:cTn id="13" dur="1" fill="hold">
                                          <p:stCondLst>
                                            <p:cond delay="0"/>
                                          </p:stCondLst>
                                        </p:cTn>
                                        <p:tgtEl>
                                          <p:spTgt spid="19"/>
                                        </p:tgtEl>
                                        <p:attrNameLst>
                                          <p:attrName>style.visibility</p:attrName>
                                        </p:attrNameLst>
                                      </p:cBhvr>
                                      <p:to>
                                        <p:strVal val="visible"/>
                                      </p:to>
                                    </p:set>
                                    <p:anim calcmode="lin" valueType="num">
                                      <p:cBhvr>
                                        <p:cTn id="14" dur="500" fill="hold"/>
                                        <p:tgtEl>
                                          <p:spTgt spid="19"/>
                                        </p:tgtEl>
                                        <p:attrNameLst>
                                          <p:attrName>ppt_w</p:attrName>
                                        </p:attrNameLst>
                                      </p:cBhvr>
                                      <p:tavLst>
                                        <p:tav tm="0">
                                          <p:val>
                                            <p:fltVal val="0"/>
                                          </p:val>
                                        </p:tav>
                                        <p:tav tm="100000">
                                          <p:val>
                                            <p:strVal val="#ppt_w"/>
                                          </p:val>
                                        </p:tav>
                                      </p:tavLst>
                                    </p:anim>
                                    <p:anim calcmode="lin" valueType="num">
                                      <p:cBhvr>
                                        <p:cTn id="15" dur="500" fill="hold"/>
                                        <p:tgtEl>
                                          <p:spTgt spid="19"/>
                                        </p:tgtEl>
                                        <p:attrNameLst>
                                          <p:attrName>ppt_h</p:attrName>
                                        </p:attrNameLst>
                                      </p:cBhvr>
                                      <p:tavLst>
                                        <p:tav tm="0">
                                          <p:val>
                                            <p:fltVal val="0"/>
                                          </p:val>
                                        </p:tav>
                                        <p:tav tm="100000">
                                          <p:val>
                                            <p:strVal val="#ppt_h"/>
                                          </p:val>
                                        </p:tav>
                                      </p:tavLst>
                                    </p:anim>
                                    <p:animEffect transition="in" filter="fade">
                                      <p:cBhvr>
                                        <p:cTn id="16" dur="500"/>
                                        <p:tgtEl>
                                          <p:spTgt spid="19"/>
                                        </p:tgtEl>
                                      </p:cBhvr>
                                    </p:animEffect>
                                  </p:childTnLst>
                                </p:cTn>
                              </p:par>
                            </p:childTnLst>
                          </p:cTn>
                        </p:par>
                        <p:par>
                          <p:cTn id="17" fill="hold">
                            <p:stCondLst>
                              <p:cond delay="1250"/>
                            </p:stCondLst>
                            <p:childTnLst>
                              <p:par>
                                <p:cTn id="18" presetID="10" presetClass="entr" presetSubtype="0" fill="hold" nodeType="after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par>
                          <p:cTn id="21" fill="hold">
                            <p:stCondLst>
                              <p:cond delay="1750"/>
                            </p:stCondLst>
                            <p:childTnLst>
                              <p:par>
                                <p:cTn id="22" presetID="1" presetClass="entr" presetSubtype="0" fill="hold" grpId="0" nodeType="afterEffect">
                                  <p:stCondLst>
                                    <p:cond delay="0"/>
                                  </p:stCondLst>
                                  <p:childTnLst>
                                    <p:set>
                                      <p:cBhvr>
                                        <p:cTn id="23" dur="1" fill="hold">
                                          <p:stCondLst>
                                            <p:cond delay="0"/>
                                          </p:stCondLst>
                                        </p:cTn>
                                        <p:tgtEl>
                                          <p:spTgt spid="46"/>
                                        </p:tgtEl>
                                        <p:attrNameLst>
                                          <p:attrName>style.visibility</p:attrName>
                                        </p:attrNameLst>
                                      </p:cBhvr>
                                      <p:to>
                                        <p:strVal val="visible"/>
                                      </p:to>
                                    </p:set>
                                  </p:childTnLst>
                                </p:cTn>
                              </p:par>
                            </p:childTnLst>
                          </p:cTn>
                        </p:par>
                        <p:par>
                          <p:cTn id="24" fill="hold">
                            <p:stCondLst>
                              <p:cond delay="1750"/>
                            </p:stCondLst>
                            <p:childTnLst>
                              <p:par>
                                <p:cTn id="25" presetID="1" presetClass="entr" presetSubtype="0" fill="hold" grpId="0" nodeType="afterEffect">
                                  <p:stCondLst>
                                    <p:cond delay="0"/>
                                  </p:stCondLst>
                                  <p:childTnLst>
                                    <p:set>
                                      <p:cBhvr>
                                        <p:cTn id="26" dur="1" fill="hold">
                                          <p:stCondLst>
                                            <p:cond delay="249"/>
                                          </p:stCondLst>
                                        </p:cTn>
                                        <p:tgtEl>
                                          <p:spTgt spid="45"/>
                                        </p:tgtEl>
                                        <p:attrNameLst>
                                          <p:attrName>style.visibility</p:attrName>
                                        </p:attrNameLst>
                                      </p:cBhvr>
                                      <p:to>
                                        <p:strVal val="visible"/>
                                      </p:to>
                                    </p:set>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500"/>
                                        <p:tgtEl>
                                          <p:spTgt spid="43"/>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5" grpId="0" animBg="1"/>
      <p:bldP spid="4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3154" name="Group 5"/>
          <p:cNvGrpSpPr>
            <a:grpSpLocks/>
          </p:cNvGrpSpPr>
          <p:nvPr/>
        </p:nvGrpSpPr>
        <p:grpSpPr bwMode="auto">
          <a:xfrm>
            <a:off x="11283950" y="6438900"/>
            <a:ext cx="509588" cy="219075"/>
            <a:chOff x="11014657" y="6520117"/>
            <a:chExt cx="636494" cy="273425"/>
          </a:xfrm>
        </p:grpSpPr>
        <p:sp>
          <p:nvSpPr>
            <p:cNvPr id="7" name="Rounded Rectangle 6"/>
            <p:cNvSpPr/>
            <p:nvPr/>
          </p:nvSpPr>
          <p:spPr>
            <a:xfrm>
              <a:off x="11381484" y="6524080"/>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8" name="Rounded Rectangle 7"/>
            <p:cNvSpPr/>
            <p:nvPr/>
          </p:nvSpPr>
          <p:spPr>
            <a:xfrm>
              <a:off x="11014657" y="6520117"/>
              <a:ext cx="269667" cy="269462"/>
            </a:xfrm>
            <a:prstGeom prst="round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9" name="Action Button: Back or Previous 8">
              <a:hlinkClick r:id="" action="ppaction://hlinkshowjump?jump=previousslide" highlightClick="1"/>
            </p:cNvPr>
            <p:cNvSpPr/>
            <p:nvPr/>
          </p:nvSpPr>
          <p:spPr>
            <a:xfrm>
              <a:off x="11036469" y="6567669"/>
              <a:ext cx="206216" cy="200116"/>
            </a:xfrm>
            <a:prstGeom prst="actionButtonBackPrevious">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eaLnBrk="0" hangingPunct="0">
                <a:defRPr/>
              </a:pPr>
              <a:endParaRPr lang="en-US"/>
            </a:p>
          </p:txBody>
        </p:sp>
        <p:sp>
          <p:nvSpPr>
            <p:cNvPr id="10" name="Action Button: Forward or Next 9">
              <a:hlinkClick r:id="" action="ppaction://hlinkshowjump?jump=nextslide" highlightClick="1"/>
            </p:cNvPr>
            <p:cNvSpPr/>
            <p:nvPr/>
          </p:nvSpPr>
          <p:spPr>
            <a:xfrm>
              <a:off x="11429072" y="6567669"/>
              <a:ext cx="220095" cy="200116"/>
            </a:xfrm>
            <a:prstGeom prst="actionButtonForwardNex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grpSp>
        <p:nvGrpSpPr>
          <p:cNvPr id="11" name="Group 4"/>
          <p:cNvGrpSpPr>
            <a:grpSpLocks noChangeAspect="1"/>
          </p:cNvGrpSpPr>
          <p:nvPr/>
        </p:nvGrpSpPr>
        <p:grpSpPr bwMode="auto">
          <a:xfrm flipH="1">
            <a:off x="474789" y="1355128"/>
            <a:ext cx="2773363" cy="3951288"/>
            <a:chOff x="3790" y="273"/>
            <a:chExt cx="1747" cy="2489"/>
          </a:xfrm>
          <a:solidFill>
            <a:schemeClr val="bg1">
              <a:lumMod val="85000"/>
            </a:schemeClr>
          </a:solidFill>
        </p:grpSpPr>
        <p:sp>
          <p:nvSpPr>
            <p:cNvPr id="12" name="Freeform 5"/>
            <p:cNvSpPr>
              <a:spLocks/>
            </p:cNvSpPr>
            <p:nvPr/>
          </p:nvSpPr>
          <p:spPr bwMode="auto">
            <a:xfrm>
              <a:off x="4335" y="1302"/>
              <a:ext cx="457" cy="295"/>
            </a:xfrm>
            <a:custGeom>
              <a:avLst/>
              <a:gdLst/>
              <a:ahLst/>
              <a:cxnLst>
                <a:cxn ang="0">
                  <a:pos x="474" y="335"/>
                </a:cxn>
                <a:cxn ang="0">
                  <a:pos x="525" y="323"/>
                </a:cxn>
                <a:cxn ang="0">
                  <a:pos x="512" y="270"/>
                </a:cxn>
                <a:cxn ang="0">
                  <a:pos x="61" y="10"/>
                </a:cxn>
                <a:cxn ang="0">
                  <a:pos x="11" y="22"/>
                </a:cxn>
                <a:cxn ang="0">
                  <a:pos x="23" y="75"/>
                </a:cxn>
                <a:cxn ang="0">
                  <a:pos x="474" y="335"/>
                </a:cxn>
              </a:cxnLst>
              <a:rect l="0" t="0" r="r" b="b"/>
              <a:pathLst>
                <a:path w="535" h="345">
                  <a:moveTo>
                    <a:pt x="474" y="335"/>
                  </a:moveTo>
                  <a:cubicBezTo>
                    <a:pt x="492" y="345"/>
                    <a:pt x="514" y="341"/>
                    <a:pt x="525" y="323"/>
                  </a:cubicBezTo>
                  <a:cubicBezTo>
                    <a:pt x="535" y="305"/>
                    <a:pt x="530" y="281"/>
                    <a:pt x="512" y="270"/>
                  </a:cubicBezTo>
                  <a:cubicBezTo>
                    <a:pt x="61" y="10"/>
                    <a:pt x="61" y="10"/>
                    <a:pt x="61" y="10"/>
                  </a:cubicBezTo>
                  <a:cubicBezTo>
                    <a:pt x="43" y="0"/>
                    <a:pt x="21" y="5"/>
                    <a:pt x="11" y="22"/>
                  </a:cubicBezTo>
                  <a:cubicBezTo>
                    <a:pt x="0" y="40"/>
                    <a:pt x="5" y="64"/>
                    <a:pt x="23" y="75"/>
                  </a:cubicBezTo>
                  <a:lnTo>
                    <a:pt x="474" y="335"/>
                  </a:lnTo>
                  <a:close/>
                </a:path>
              </a:pathLst>
            </a:custGeom>
            <a:grpFill/>
            <a:ln w="9525">
              <a:noFill/>
              <a:round/>
              <a:headEnd/>
              <a:tailEnd/>
            </a:ln>
          </p:spPr>
          <p:txBody>
            <a:bodyPr/>
            <a:lstStyle/>
            <a:p>
              <a:pPr eaLnBrk="0" hangingPunct="0">
                <a:defRPr/>
              </a:pPr>
              <a:endParaRPr lang="en-US">
                <a:cs typeface="+mn-cs"/>
              </a:endParaRPr>
            </a:p>
          </p:txBody>
        </p:sp>
        <p:sp>
          <p:nvSpPr>
            <p:cNvPr id="13" name="Freeform 6"/>
            <p:cNvSpPr>
              <a:spLocks/>
            </p:cNvSpPr>
            <p:nvPr/>
          </p:nvSpPr>
          <p:spPr bwMode="auto">
            <a:xfrm>
              <a:off x="4287" y="1384"/>
              <a:ext cx="457" cy="295"/>
            </a:xfrm>
            <a:custGeom>
              <a:avLst/>
              <a:gdLst/>
              <a:ahLst/>
              <a:cxnLst>
                <a:cxn ang="0">
                  <a:pos x="24" y="76"/>
                </a:cxn>
                <a:cxn ang="0">
                  <a:pos x="474" y="336"/>
                </a:cxn>
                <a:cxn ang="0">
                  <a:pos x="525" y="323"/>
                </a:cxn>
                <a:cxn ang="0">
                  <a:pos x="512" y="271"/>
                </a:cxn>
                <a:cxn ang="0">
                  <a:pos x="61" y="11"/>
                </a:cxn>
                <a:cxn ang="0">
                  <a:pos x="11" y="23"/>
                </a:cxn>
                <a:cxn ang="0">
                  <a:pos x="24" y="76"/>
                </a:cxn>
              </a:cxnLst>
              <a:rect l="0" t="0" r="r" b="b"/>
              <a:pathLst>
                <a:path w="535" h="346">
                  <a:moveTo>
                    <a:pt x="24" y="76"/>
                  </a:moveTo>
                  <a:cubicBezTo>
                    <a:pt x="474" y="336"/>
                    <a:pt x="474" y="336"/>
                    <a:pt x="474" y="336"/>
                  </a:cubicBezTo>
                  <a:cubicBezTo>
                    <a:pt x="492" y="346"/>
                    <a:pt x="514" y="341"/>
                    <a:pt x="525" y="323"/>
                  </a:cubicBezTo>
                  <a:cubicBezTo>
                    <a:pt x="535" y="306"/>
                    <a:pt x="530" y="281"/>
                    <a:pt x="512" y="271"/>
                  </a:cubicBezTo>
                  <a:cubicBezTo>
                    <a:pt x="61" y="11"/>
                    <a:pt x="61" y="11"/>
                    <a:pt x="61" y="11"/>
                  </a:cubicBezTo>
                  <a:cubicBezTo>
                    <a:pt x="43" y="0"/>
                    <a:pt x="21" y="5"/>
                    <a:pt x="11" y="23"/>
                  </a:cubicBezTo>
                  <a:cubicBezTo>
                    <a:pt x="0" y="41"/>
                    <a:pt x="6" y="65"/>
                    <a:pt x="24" y="76"/>
                  </a:cubicBezTo>
                  <a:close/>
                </a:path>
              </a:pathLst>
            </a:custGeom>
            <a:grpFill/>
            <a:ln w="9525">
              <a:noFill/>
              <a:round/>
              <a:headEnd/>
              <a:tailEnd/>
            </a:ln>
          </p:spPr>
          <p:txBody>
            <a:bodyPr/>
            <a:lstStyle/>
            <a:p>
              <a:pPr eaLnBrk="0" hangingPunct="0">
                <a:defRPr/>
              </a:pPr>
              <a:endParaRPr lang="en-US">
                <a:cs typeface="+mn-cs"/>
              </a:endParaRPr>
            </a:p>
          </p:txBody>
        </p:sp>
        <p:sp>
          <p:nvSpPr>
            <p:cNvPr id="14" name="Freeform 7"/>
            <p:cNvSpPr>
              <a:spLocks noEditPoints="1"/>
            </p:cNvSpPr>
            <p:nvPr/>
          </p:nvSpPr>
          <p:spPr bwMode="auto">
            <a:xfrm>
              <a:off x="3790" y="1467"/>
              <a:ext cx="914" cy="1295"/>
            </a:xfrm>
            <a:custGeom>
              <a:avLst/>
              <a:gdLst/>
              <a:ahLst/>
              <a:cxnLst>
                <a:cxn ang="0">
                  <a:pos x="1068" y="298"/>
                </a:cxn>
                <a:cxn ang="0">
                  <a:pos x="1058" y="284"/>
                </a:cxn>
                <a:cxn ang="0">
                  <a:pos x="1038" y="271"/>
                </a:cxn>
                <a:cxn ang="0">
                  <a:pos x="587" y="11"/>
                </a:cxn>
                <a:cxn ang="0">
                  <a:pos x="567" y="3"/>
                </a:cxn>
                <a:cxn ang="0">
                  <a:pos x="536" y="17"/>
                </a:cxn>
                <a:cxn ang="0">
                  <a:pos x="24" y="903"/>
                </a:cxn>
                <a:cxn ang="0">
                  <a:pos x="24" y="903"/>
                </a:cxn>
                <a:cxn ang="0">
                  <a:pos x="1" y="1456"/>
                </a:cxn>
                <a:cxn ang="0">
                  <a:pos x="29" y="1507"/>
                </a:cxn>
                <a:cxn ang="0">
                  <a:pos x="87" y="1506"/>
                </a:cxn>
                <a:cxn ang="0">
                  <a:pos x="554" y="1209"/>
                </a:cxn>
                <a:cxn ang="0">
                  <a:pos x="554" y="1209"/>
                </a:cxn>
                <a:cxn ang="0">
                  <a:pos x="1066" y="323"/>
                </a:cxn>
                <a:cxn ang="0">
                  <a:pos x="1069" y="304"/>
                </a:cxn>
                <a:cxn ang="0">
                  <a:pos x="1068" y="298"/>
                </a:cxn>
                <a:cxn ang="0">
                  <a:pos x="509" y="1167"/>
                </a:cxn>
                <a:cxn ang="0">
                  <a:pos x="509" y="1167"/>
                </a:cxn>
                <a:cxn ang="0">
                  <a:pos x="195" y="1367"/>
                </a:cxn>
                <a:cxn ang="0">
                  <a:pos x="194" y="1366"/>
                </a:cxn>
                <a:cxn ang="0">
                  <a:pos x="142" y="1310"/>
                </a:cxn>
                <a:cxn ang="0">
                  <a:pos x="68" y="1289"/>
                </a:cxn>
                <a:cxn ang="0">
                  <a:pos x="68" y="1289"/>
                </a:cxn>
                <a:cxn ang="0">
                  <a:pos x="83" y="921"/>
                </a:cxn>
                <a:cxn ang="0">
                  <a:pos x="83" y="921"/>
                </a:cxn>
                <a:cxn ang="0">
                  <a:pos x="87" y="914"/>
                </a:cxn>
                <a:cxn ang="0">
                  <a:pos x="87" y="914"/>
                </a:cxn>
                <a:cxn ang="0">
                  <a:pos x="229" y="896"/>
                </a:cxn>
                <a:cxn ang="0">
                  <a:pos x="237" y="898"/>
                </a:cxn>
                <a:cxn ang="0">
                  <a:pos x="241" y="905"/>
                </a:cxn>
                <a:cxn ang="0">
                  <a:pos x="255" y="1023"/>
                </a:cxn>
                <a:cxn ang="0">
                  <a:pos x="281" y="1063"/>
                </a:cxn>
                <a:cxn ang="0">
                  <a:pos x="281" y="1063"/>
                </a:cxn>
                <a:cxn ang="0">
                  <a:pos x="328" y="1067"/>
                </a:cxn>
                <a:cxn ang="0">
                  <a:pos x="446" y="1021"/>
                </a:cxn>
                <a:cxn ang="0">
                  <a:pos x="457" y="1025"/>
                </a:cxn>
                <a:cxn ang="0">
                  <a:pos x="513" y="1161"/>
                </a:cxn>
                <a:cxn ang="0">
                  <a:pos x="513" y="1161"/>
                </a:cxn>
                <a:cxn ang="0">
                  <a:pos x="509" y="1167"/>
                </a:cxn>
                <a:cxn ang="0">
                  <a:pos x="538" y="1117"/>
                </a:cxn>
                <a:cxn ang="0">
                  <a:pos x="538" y="1117"/>
                </a:cxn>
                <a:cxn ang="0">
                  <a:pos x="494" y="1010"/>
                </a:cxn>
                <a:cxn ang="0">
                  <a:pos x="432" y="984"/>
                </a:cxn>
                <a:cxn ang="0">
                  <a:pos x="314" y="1030"/>
                </a:cxn>
                <a:cxn ang="0">
                  <a:pos x="301" y="1029"/>
                </a:cxn>
                <a:cxn ang="0">
                  <a:pos x="294" y="1018"/>
                </a:cxn>
                <a:cxn ang="0">
                  <a:pos x="280" y="901"/>
                </a:cxn>
                <a:cxn ang="0">
                  <a:pos x="267" y="872"/>
                </a:cxn>
                <a:cxn ang="0">
                  <a:pos x="224" y="856"/>
                </a:cxn>
                <a:cxn ang="0">
                  <a:pos x="113" y="871"/>
                </a:cxn>
                <a:cxn ang="0">
                  <a:pos x="112" y="870"/>
                </a:cxn>
                <a:cxn ang="0">
                  <a:pos x="566" y="85"/>
                </a:cxn>
                <a:cxn ang="0">
                  <a:pos x="566" y="85"/>
                </a:cxn>
                <a:cxn ang="0">
                  <a:pos x="992" y="331"/>
                </a:cxn>
                <a:cxn ang="0">
                  <a:pos x="992" y="331"/>
                </a:cxn>
                <a:cxn ang="0">
                  <a:pos x="538" y="1117"/>
                </a:cxn>
              </a:cxnLst>
              <a:rect l="0" t="0" r="r" b="b"/>
              <a:pathLst>
                <a:path w="1070" h="1517">
                  <a:moveTo>
                    <a:pt x="1068" y="298"/>
                  </a:moveTo>
                  <a:cubicBezTo>
                    <a:pt x="1066" y="293"/>
                    <a:pt x="1063" y="288"/>
                    <a:pt x="1058" y="284"/>
                  </a:cubicBezTo>
                  <a:cubicBezTo>
                    <a:pt x="1053" y="280"/>
                    <a:pt x="1046" y="275"/>
                    <a:pt x="1038" y="271"/>
                  </a:cubicBezTo>
                  <a:cubicBezTo>
                    <a:pt x="587" y="11"/>
                    <a:pt x="587" y="11"/>
                    <a:pt x="587" y="11"/>
                  </a:cubicBezTo>
                  <a:cubicBezTo>
                    <a:pt x="580" y="6"/>
                    <a:pt x="573" y="4"/>
                    <a:pt x="567" y="3"/>
                  </a:cubicBezTo>
                  <a:cubicBezTo>
                    <a:pt x="555" y="0"/>
                    <a:pt x="542" y="6"/>
                    <a:pt x="536" y="17"/>
                  </a:cubicBezTo>
                  <a:cubicBezTo>
                    <a:pt x="24" y="903"/>
                    <a:pt x="24" y="903"/>
                    <a:pt x="24" y="903"/>
                  </a:cubicBezTo>
                  <a:cubicBezTo>
                    <a:pt x="24" y="903"/>
                    <a:pt x="24" y="903"/>
                    <a:pt x="24" y="903"/>
                  </a:cubicBezTo>
                  <a:cubicBezTo>
                    <a:pt x="1" y="1456"/>
                    <a:pt x="1" y="1456"/>
                    <a:pt x="1" y="1456"/>
                  </a:cubicBezTo>
                  <a:cubicBezTo>
                    <a:pt x="0" y="1477"/>
                    <a:pt x="11" y="1496"/>
                    <a:pt x="29" y="1507"/>
                  </a:cubicBezTo>
                  <a:cubicBezTo>
                    <a:pt x="47" y="1517"/>
                    <a:pt x="70" y="1517"/>
                    <a:pt x="87" y="1506"/>
                  </a:cubicBezTo>
                  <a:cubicBezTo>
                    <a:pt x="554" y="1209"/>
                    <a:pt x="554" y="1209"/>
                    <a:pt x="554" y="1209"/>
                  </a:cubicBezTo>
                  <a:cubicBezTo>
                    <a:pt x="554" y="1209"/>
                    <a:pt x="554" y="1209"/>
                    <a:pt x="554" y="1209"/>
                  </a:cubicBezTo>
                  <a:cubicBezTo>
                    <a:pt x="1066" y="323"/>
                    <a:pt x="1066" y="323"/>
                    <a:pt x="1066" y="323"/>
                  </a:cubicBezTo>
                  <a:cubicBezTo>
                    <a:pt x="1069" y="317"/>
                    <a:pt x="1070" y="311"/>
                    <a:pt x="1069" y="304"/>
                  </a:cubicBezTo>
                  <a:cubicBezTo>
                    <a:pt x="1069" y="302"/>
                    <a:pt x="1069" y="300"/>
                    <a:pt x="1068" y="298"/>
                  </a:cubicBezTo>
                  <a:close/>
                  <a:moveTo>
                    <a:pt x="509" y="1167"/>
                  </a:moveTo>
                  <a:cubicBezTo>
                    <a:pt x="509" y="1167"/>
                    <a:pt x="509" y="1167"/>
                    <a:pt x="509" y="1167"/>
                  </a:cubicBezTo>
                  <a:cubicBezTo>
                    <a:pt x="195" y="1367"/>
                    <a:pt x="195" y="1367"/>
                    <a:pt x="195" y="1367"/>
                  </a:cubicBezTo>
                  <a:cubicBezTo>
                    <a:pt x="194" y="1366"/>
                    <a:pt x="194" y="1366"/>
                    <a:pt x="194" y="1366"/>
                  </a:cubicBezTo>
                  <a:cubicBezTo>
                    <a:pt x="179" y="1342"/>
                    <a:pt x="158" y="1320"/>
                    <a:pt x="142" y="1310"/>
                  </a:cubicBezTo>
                  <a:cubicBezTo>
                    <a:pt x="124" y="1300"/>
                    <a:pt x="95" y="1292"/>
                    <a:pt x="68" y="1289"/>
                  </a:cubicBezTo>
                  <a:cubicBezTo>
                    <a:pt x="68" y="1289"/>
                    <a:pt x="68" y="1289"/>
                    <a:pt x="68" y="1289"/>
                  </a:cubicBezTo>
                  <a:cubicBezTo>
                    <a:pt x="83" y="921"/>
                    <a:pt x="83" y="921"/>
                    <a:pt x="83" y="921"/>
                  </a:cubicBezTo>
                  <a:cubicBezTo>
                    <a:pt x="83" y="921"/>
                    <a:pt x="83" y="921"/>
                    <a:pt x="83" y="921"/>
                  </a:cubicBezTo>
                  <a:cubicBezTo>
                    <a:pt x="87" y="914"/>
                    <a:pt x="87" y="914"/>
                    <a:pt x="87" y="914"/>
                  </a:cubicBezTo>
                  <a:cubicBezTo>
                    <a:pt x="87" y="914"/>
                    <a:pt x="87" y="914"/>
                    <a:pt x="87" y="914"/>
                  </a:cubicBezTo>
                  <a:cubicBezTo>
                    <a:pt x="229" y="896"/>
                    <a:pt x="229" y="896"/>
                    <a:pt x="229" y="896"/>
                  </a:cubicBezTo>
                  <a:cubicBezTo>
                    <a:pt x="233" y="896"/>
                    <a:pt x="235" y="897"/>
                    <a:pt x="237" y="898"/>
                  </a:cubicBezTo>
                  <a:cubicBezTo>
                    <a:pt x="238" y="899"/>
                    <a:pt x="240" y="901"/>
                    <a:pt x="241" y="905"/>
                  </a:cubicBezTo>
                  <a:cubicBezTo>
                    <a:pt x="255" y="1023"/>
                    <a:pt x="255" y="1023"/>
                    <a:pt x="255" y="1023"/>
                  </a:cubicBezTo>
                  <a:cubicBezTo>
                    <a:pt x="257" y="1040"/>
                    <a:pt x="266" y="1054"/>
                    <a:pt x="281" y="1063"/>
                  </a:cubicBezTo>
                  <a:cubicBezTo>
                    <a:pt x="281" y="1063"/>
                    <a:pt x="281" y="1063"/>
                    <a:pt x="281" y="1063"/>
                  </a:cubicBezTo>
                  <a:cubicBezTo>
                    <a:pt x="296" y="1072"/>
                    <a:pt x="313" y="1073"/>
                    <a:pt x="328" y="1067"/>
                  </a:cubicBezTo>
                  <a:cubicBezTo>
                    <a:pt x="446" y="1021"/>
                    <a:pt x="446" y="1021"/>
                    <a:pt x="446" y="1021"/>
                  </a:cubicBezTo>
                  <a:cubicBezTo>
                    <a:pt x="450" y="1019"/>
                    <a:pt x="455" y="1021"/>
                    <a:pt x="457" y="1025"/>
                  </a:cubicBezTo>
                  <a:cubicBezTo>
                    <a:pt x="513" y="1161"/>
                    <a:pt x="513" y="1161"/>
                    <a:pt x="513" y="1161"/>
                  </a:cubicBezTo>
                  <a:cubicBezTo>
                    <a:pt x="513" y="1161"/>
                    <a:pt x="513" y="1161"/>
                    <a:pt x="513" y="1161"/>
                  </a:cubicBezTo>
                  <a:lnTo>
                    <a:pt x="509" y="1167"/>
                  </a:lnTo>
                  <a:close/>
                  <a:moveTo>
                    <a:pt x="538" y="1117"/>
                  </a:moveTo>
                  <a:cubicBezTo>
                    <a:pt x="538" y="1117"/>
                    <a:pt x="538" y="1117"/>
                    <a:pt x="538" y="1117"/>
                  </a:cubicBezTo>
                  <a:cubicBezTo>
                    <a:pt x="494" y="1010"/>
                    <a:pt x="494" y="1010"/>
                    <a:pt x="494" y="1010"/>
                  </a:cubicBezTo>
                  <a:cubicBezTo>
                    <a:pt x="484" y="986"/>
                    <a:pt x="456" y="974"/>
                    <a:pt x="432" y="984"/>
                  </a:cubicBezTo>
                  <a:cubicBezTo>
                    <a:pt x="314" y="1030"/>
                    <a:pt x="314" y="1030"/>
                    <a:pt x="314" y="1030"/>
                  </a:cubicBezTo>
                  <a:cubicBezTo>
                    <a:pt x="308" y="1032"/>
                    <a:pt x="303" y="1030"/>
                    <a:pt x="301" y="1029"/>
                  </a:cubicBezTo>
                  <a:cubicBezTo>
                    <a:pt x="299" y="1027"/>
                    <a:pt x="295" y="1024"/>
                    <a:pt x="294" y="1018"/>
                  </a:cubicBezTo>
                  <a:cubicBezTo>
                    <a:pt x="280" y="901"/>
                    <a:pt x="280" y="901"/>
                    <a:pt x="280" y="901"/>
                  </a:cubicBezTo>
                  <a:cubicBezTo>
                    <a:pt x="279" y="891"/>
                    <a:pt x="275" y="880"/>
                    <a:pt x="267" y="872"/>
                  </a:cubicBezTo>
                  <a:cubicBezTo>
                    <a:pt x="256" y="860"/>
                    <a:pt x="240" y="854"/>
                    <a:pt x="224" y="856"/>
                  </a:cubicBezTo>
                  <a:cubicBezTo>
                    <a:pt x="113" y="871"/>
                    <a:pt x="113" y="871"/>
                    <a:pt x="113" y="871"/>
                  </a:cubicBezTo>
                  <a:cubicBezTo>
                    <a:pt x="112" y="871"/>
                    <a:pt x="112" y="871"/>
                    <a:pt x="112" y="870"/>
                  </a:cubicBezTo>
                  <a:cubicBezTo>
                    <a:pt x="566" y="85"/>
                    <a:pt x="566" y="85"/>
                    <a:pt x="566" y="85"/>
                  </a:cubicBezTo>
                  <a:cubicBezTo>
                    <a:pt x="566" y="85"/>
                    <a:pt x="566" y="85"/>
                    <a:pt x="566" y="85"/>
                  </a:cubicBezTo>
                  <a:cubicBezTo>
                    <a:pt x="992" y="331"/>
                    <a:pt x="992" y="331"/>
                    <a:pt x="992" y="331"/>
                  </a:cubicBezTo>
                  <a:cubicBezTo>
                    <a:pt x="992" y="331"/>
                    <a:pt x="992" y="331"/>
                    <a:pt x="992" y="331"/>
                  </a:cubicBezTo>
                  <a:lnTo>
                    <a:pt x="538" y="1117"/>
                  </a:lnTo>
                  <a:close/>
                </a:path>
              </a:pathLst>
            </a:custGeom>
            <a:grpFill/>
            <a:ln w="9525">
              <a:noFill/>
              <a:round/>
              <a:headEnd/>
              <a:tailEnd/>
            </a:ln>
          </p:spPr>
          <p:txBody>
            <a:bodyPr/>
            <a:lstStyle/>
            <a:p>
              <a:pPr eaLnBrk="0" hangingPunct="0">
                <a:defRPr/>
              </a:pPr>
              <a:endParaRPr lang="en-US">
                <a:cs typeface="+mn-cs"/>
              </a:endParaRPr>
            </a:p>
          </p:txBody>
        </p:sp>
        <p:sp>
          <p:nvSpPr>
            <p:cNvPr id="15" name="Freeform 8"/>
            <p:cNvSpPr>
              <a:spLocks/>
            </p:cNvSpPr>
            <p:nvPr/>
          </p:nvSpPr>
          <p:spPr bwMode="auto">
            <a:xfrm>
              <a:off x="5375" y="745"/>
              <a:ext cx="162" cy="88"/>
            </a:xfrm>
            <a:custGeom>
              <a:avLst/>
              <a:gdLst/>
              <a:ahLst/>
              <a:cxnLst>
                <a:cxn ang="0">
                  <a:pos x="33" y="33"/>
                </a:cxn>
                <a:cxn ang="0">
                  <a:pos x="5" y="76"/>
                </a:cxn>
                <a:cxn ang="0">
                  <a:pos x="51" y="99"/>
                </a:cxn>
                <a:cxn ang="0">
                  <a:pos x="155" y="71"/>
                </a:cxn>
                <a:cxn ang="0">
                  <a:pos x="184" y="28"/>
                </a:cxn>
                <a:cxn ang="0">
                  <a:pos x="138" y="5"/>
                </a:cxn>
                <a:cxn ang="0">
                  <a:pos x="33" y="33"/>
                </a:cxn>
              </a:cxnLst>
              <a:rect l="0" t="0" r="r" b="b"/>
              <a:pathLst>
                <a:path w="189" h="104">
                  <a:moveTo>
                    <a:pt x="33" y="33"/>
                  </a:moveTo>
                  <a:cubicBezTo>
                    <a:pt x="13" y="39"/>
                    <a:pt x="0" y="58"/>
                    <a:pt x="5" y="76"/>
                  </a:cubicBezTo>
                  <a:cubicBezTo>
                    <a:pt x="10" y="94"/>
                    <a:pt x="31" y="104"/>
                    <a:pt x="51" y="99"/>
                  </a:cubicBezTo>
                  <a:cubicBezTo>
                    <a:pt x="155" y="71"/>
                    <a:pt x="155" y="71"/>
                    <a:pt x="155" y="71"/>
                  </a:cubicBezTo>
                  <a:cubicBezTo>
                    <a:pt x="176" y="65"/>
                    <a:pt x="189" y="46"/>
                    <a:pt x="184" y="28"/>
                  </a:cubicBezTo>
                  <a:cubicBezTo>
                    <a:pt x="179" y="10"/>
                    <a:pt x="158" y="0"/>
                    <a:pt x="138" y="5"/>
                  </a:cubicBezTo>
                  <a:lnTo>
                    <a:pt x="33" y="33"/>
                  </a:lnTo>
                  <a:close/>
                </a:path>
              </a:pathLst>
            </a:custGeom>
            <a:grpFill/>
            <a:ln w="9525">
              <a:noFill/>
              <a:round/>
              <a:headEnd/>
              <a:tailEnd/>
            </a:ln>
          </p:spPr>
          <p:txBody>
            <a:bodyPr/>
            <a:lstStyle/>
            <a:p>
              <a:pPr eaLnBrk="0" hangingPunct="0">
                <a:defRPr/>
              </a:pPr>
              <a:endParaRPr lang="en-US">
                <a:cs typeface="+mn-cs"/>
              </a:endParaRPr>
            </a:p>
          </p:txBody>
        </p:sp>
        <p:sp>
          <p:nvSpPr>
            <p:cNvPr id="16" name="Freeform 9"/>
            <p:cNvSpPr>
              <a:spLocks/>
            </p:cNvSpPr>
            <p:nvPr/>
          </p:nvSpPr>
          <p:spPr bwMode="auto">
            <a:xfrm>
              <a:off x="4656" y="273"/>
              <a:ext cx="89" cy="161"/>
            </a:xfrm>
            <a:custGeom>
              <a:avLst/>
              <a:gdLst/>
              <a:ahLst/>
              <a:cxnLst>
                <a:cxn ang="0">
                  <a:pos x="99" y="138"/>
                </a:cxn>
                <a:cxn ang="0">
                  <a:pos x="76" y="184"/>
                </a:cxn>
                <a:cxn ang="0">
                  <a:pos x="33" y="155"/>
                </a:cxn>
                <a:cxn ang="0">
                  <a:pos x="5" y="51"/>
                </a:cxn>
                <a:cxn ang="0">
                  <a:pos x="28" y="5"/>
                </a:cxn>
                <a:cxn ang="0">
                  <a:pos x="71" y="33"/>
                </a:cxn>
                <a:cxn ang="0">
                  <a:pos x="99" y="138"/>
                </a:cxn>
              </a:cxnLst>
              <a:rect l="0" t="0" r="r" b="b"/>
              <a:pathLst>
                <a:path w="104" h="189">
                  <a:moveTo>
                    <a:pt x="99" y="138"/>
                  </a:moveTo>
                  <a:cubicBezTo>
                    <a:pt x="104" y="158"/>
                    <a:pt x="94" y="179"/>
                    <a:pt x="76" y="184"/>
                  </a:cubicBezTo>
                  <a:cubicBezTo>
                    <a:pt x="58" y="189"/>
                    <a:pt x="39" y="176"/>
                    <a:pt x="33" y="155"/>
                  </a:cubicBezTo>
                  <a:cubicBezTo>
                    <a:pt x="5" y="51"/>
                    <a:pt x="5" y="51"/>
                    <a:pt x="5" y="51"/>
                  </a:cubicBezTo>
                  <a:cubicBezTo>
                    <a:pt x="0" y="31"/>
                    <a:pt x="10" y="10"/>
                    <a:pt x="28" y="5"/>
                  </a:cubicBezTo>
                  <a:cubicBezTo>
                    <a:pt x="46" y="0"/>
                    <a:pt x="65" y="13"/>
                    <a:pt x="71" y="33"/>
                  </a:cubicBezTo>
                  <a:lnTo>
                    <a:pt x="99" y="138"/>
                  </a:lnTo>
                  <a:close/>
                </a:path>
              </a:pathLst>
            </a:custGeom>
            <a:grpFill/>
            <a:ln w="9525">
              <a:noFill/>
              <a:round/>
              <a:headEnd/>
              <a:tailEnd/>
            </a:ln>
          </p:spPr>
          <p:txBody>
            <a:bodyPr/>
            <a:lstStyle/>
            <a:p>
              <a:pPr eaLnBrk="0" hangingPunct="0">
                <a:defRPr/>
              </a:pPr>
              <a:endParaRPr lang="en-US">
                <a:cs typeface="+mn-cs"/>
              </a:endParaRPr>
            </a:p>
          </p:txBody>
        </p:sp>
        <p:sp>
          <p:nvSpPr>
            <p:cNvPr id="17" name="Freeform 10"/>
            <p:cNvSpPr>
              <a:spLocks/>
            </p:cNvSpPr>
            <p:nvPr/>
          </p:nvSpPr>
          <p:spPr bwMode="auto">
            <a:xfrm>
              <a:off x="4960" y="1451"/>
              <a:ext cx="89" cy="161"/>
            </a:xfrm>
            <a:custGeom>
              <a:avLst/>
              <a:gdLst/>
              <a:ahLst/>
              <a:cxnLst>
                <a:cxn ang="0">
                  <a:pos x="5" y="51"/>
                </a:cxn>
                <a:cxn ang="0">
                  <a:pos x="28" y="5"/>
                </a:cxn>
                <a:cxn ang="0">
                  <a:pos x="71" y="33"/>
                </a:cxn>
                <a:cxn ang="0">
                  <a:pos x="99" y="137"/>
                </a:cxn>
                <a:cxn ang="0">
                  <a:pos x="76" y="183"/>
                </a:cxn>
                <a:cxn ang="0">
                  <a:pos x="33" y="155"/>
                </a:cxn>
                <a:cxn ang="0">
                  <a:pos x="5" y="51"/>
                </a:cxn>
              </a:cxnLst>
              <a:rect l="0" t="0" r="r" b="b"/>
              <a:pathLst>
                <a:path w="104" h="188">
                  <a:moveTo>
                    <a:pt x="5" y="51"/>
                  </a:moveTo>
                  <a:cubicBezTo>
                    <a:pt x="0" y="30"/>
                    <a:pt x="10" y="10"/>
                    <a:pt x="28" y="5"/>
                  </a:cubicBezTo>
                  <a:cubicBezTo>
                    <a:pt x="46" y="0"/>
                    <a:pt x="65" y="13"/>
                    <a:pt x="71" y="33"/>
                  </a:cubicBezTo>
                  <a:cubicBezTo>
                    <a:pt x="99" y="137"/>
                    <a:pt x="99" y="137"/>
                    <a:pt x="99" y="137"/>
                  </a:cubicBezTo>
                  <a:cubicBezTo>
                    <a:pt x="104" y="158"/>
                    <a:pt x="94" y="179"/>
                    <a:pt x="76" y="183"/>
                  </a:cubicBezTo>
                  <a:cubicBezTo>
                    <a:pt x="58" y="188"/>
                    <a:pt x="39" y="175"/>
                    <a:pt x="33" y="155"/>
                  </a:cubicBezTo>
                  <a:lnTo>
                    <a:pt x="5" y="51"/>
                  </a:lnTo>
                  <a:close/>
                </a:path>
              </a:pathLst>
            </a:custGeom>
            <a:grpFill/>
            <a:ln w="9525">
              <a:noFill/>
              <a:round/>
              <a:headEnd/>
              <a:tailEnd/>
            </a:ln>
          </p:spPr>
          <p:txBody>
            <a:bodyPr/>
            <a:lstStyle/>
            <a:p>
              <a:pPr eaLnBrk="0" hangingPunct="0">
                <a:defRPr/>
              </a:pPr>
              <a:endParaRPr lang="en-US">
                <a:cs typeface="+mn-cs"/>
              </a:endParaRPr>
            </a:p>
          </p:txBody>
        </p:sp>
        <p:sp>
          <p:nvSpPr>
            <p:cNvPr id="18" name="Freeform 11"/>
            <p:cNvSpPr>
              <a:spLocks/>
            </p:cNvSpPr>
            <p:nvPr/>
          </p:nvSpPr>
          <p:spPr bwMode="auto">
            <a:xfrm>
              <a:off x="4198" y="1068"/>
              <a:ext cx="162" cy="90"/>
            </a:xfrm>
            <a:custGeom>
              <a:avLst/>
              <a:gdLst/>
              <a:ahLst/>
              <a:cxnLst>
                <a:cxn ang="0">
                  <a:pos x="155" y="72"/>
                </a:cxn>
                <a:cxn ang="0">
                  <a:pos x="184" y="29"/>
                </a:cxn>
                <a:cxn ang="0">
                  <a:pos x="138" y="6"/>
                </a:cxn>
                <a:cxn ang="0">
                  <a:pos x="34" y="34"/>
                </a:cxn>
                <a:cxn ang="0">
                  <a:pos x="5" y="77"/>
                </a:cxn>
                <a:cxn ang="0">
                  <a:pos x="51" y="99"/>
                </a:cxn>
                <a:cxn ang="0">
                  <a:pos x="155" y="72"/>
                </a:cxn>
              </a:cxnLst>
              <a:rect l="0" t="0" r="r" b="b"/>
              <a:pathLst>
                <a:path w="189" h="105">
                  <a:moveTo>
                    <a:pt x="155" y="72"/>
                  </a:moveTo>
                  <a:cubicBezTo>
                    <a:pt x="176" y="66"/>
                    <a:pt x="189" y="47"/>
                    <a:pt x="184" y="29"/>
                  </a:cubicBezTo>
                  <a:cubicBezTo>
                    <a:pt x="179" y="11"/>
                    <a:pt x="158" y="0"/>
                    <a:pt x="138" y="6"/>
                  </a:cubicBezTo>
                  <a:cubicBezTo>
                    <a:pt x="34" y="34"/>
                    <a:pt x="34" y="34"/>
                    <a:pt x="34" y="34"/>
                  </a:cubicBezTo>
                  <a:cubicBezTo>
                    <a:pt x="13" y="39"/>
                    <a:pt x="0" y="59"/>
                    <a:pt x="5" y="77"/>
                  </a:cubicBezTo>
                  <a:cubicBezTo>
                    <a:pt x="10" y="95"/>
                    <a:pt x="31" y="105"/>
                    <a:pt x="51" y="99"/>
                  </a:cubicBezTo>
                  <a:lnTo>
                    <a:pt x="155" y="72"/>
                  </a:lnTo>
                  <a:close/>
                </a:path>
              </a:pathLst>
            </a:custGeom>
            <a:grpFill/>
            <a:ln w="9525">
              <a:noFill/>
              <a:round/>
              <a:headEnd/>
              <a:tailEnd/>
            </a:ln>
          </p:spPr>
          <p:txBody>
            <a:bodyPr/>
            <a:lstStyle/>
            <a:p>
              <a:pPr eaLnBrk="0" hangingPunct="0">
                <a:defRPr/>
              </a:pPr>
              <a:endParaRPr lang="en-US">
                <a:cs typeface="+mn-cs"/>
              </a:endParaRPr>
            </a:p>
          </p:txBody>
        </p:sp>
        <p:sp>
          <p:nvSpPr>
            <p:cNvPr id="19" name="Freeform 12"/>
            <p:cNvSpPr>
              <a:spLocks/>
            </p:cNvSpPr>
            <p:nvPr/>
          </p:nvSpPr>
          <p:spPr bwMode="auto">
            <a:xfrm>
              <a:off x="5124" y="324"/>
              <a:ext cx="115" cy="153"/>
            </a:xfrm>
            <a:custGeom>
              <a:avLst/>
              <a:gdLst/>
              <a:ahLst/>
              <a:cxnLst>
                <a:cxn ang="0">
                  <a:pos x="10" y="119"/>
                </a:cxn>
                <a:cxn ang="0">
                  <a:pos x="21" y="170"/>
                </a:cxn>
                <a:cxn ang="0">
                  <a:pos x="69" y="153"/>
                </a:cxn>
                <a:cxn ang="0">
                  <a:pos x="123" y="60"/>
                </a:cxn>
                <a:cxn ang="0">
                  <a:pos x="113" y="9"/>
                </a:cxn>
                <a:cxn ang="0">
                  <a:pos x="64" y="26"/>
                </a:cxn>
                <a:cxn ang="0">
                  <a:pos x="10" y="119"/>
                </a:cxn>
              </a:cxnLst>
              <a:rect l="0" t="0" r="r" b="b"/>
              <a:pathLst>
                <a:path w="134" h="179">
                  <a:moveTo>
                    <a:pt x="10" y="119"/>
                  </a:moveTo>
                  <a:cubicBezTo>
                    <a:pt x="0" y="138"/>
                    <a:pt x="4" y="160"/>
                    <a:pt x="21" y="170"/>
                  </a:cubicBezTo>
                  <a:cubicBezTo>
                    <a:pt x="37" y="179"/>
                    <a:pt x="59" y="171"/>
                    <a:pt x="69" y="153"/>
                  </a:cubicBezTo>
                  <a:cubicBezTo>
                    <a:pt x="123" y="60"/>
                    <a:pt x="123" y="60"/>
                    <a:pt x="123" y="60"/>
                  </a:cubicBezTo>
                  <a:cubicBezTo>
                    <a:pt x="134" y="41"/>
                    <a:pt x="129" y="19"/>
                    <a:pt x="113" y="9"/>
                  </a:cubicBezTo>
                  <a:cubicBezTo>
                    <a:pt x="97" y="0"/>
                    <a:pt x="75" y="7"/>
                    <a:pt x="64" y="26"/>
                  </a:cubicBezTo>
                  <a:lnTo>
                    <a:pt x="10" y="119"/>
                  </a:lnTo>
                  <a:close/>
                </a:path>
              </a:pathLst>
            </a:custGeom>
            <a:grpFill/>
            <a:ln w="9525">
              <a:noFill/>
              <a:round/>
              <a:headEnd/>
              <a:tailEnd/>
            </a:ln>
          </p:spPr>
          <p:txBody>
            <a:bodyPr/>
            <a:lstStyle/>
            <a:p>
              <a:pPr eaLnBrk="0" hangingPunct="0">
                <a:defRPr/>
              </a:pPr>
              <a:endParaRPr lang="en-US">
                <a:cs typeface="+mn-cs"/>
              </a:endParaRPr>
            </a:p>
          </p:txBody>
        </p:sp>
        <p:sp>
          <p:nvSpPr>
            <p:cNvPr id="20" name="Freeform 13"/>
            <p:cNvSpPr>
              <a:spLocks/>
            </p:cNvSpPr>
            <p:nvPr/>
          </p:nvSpPr>
          <p:spPr bwMode="auto">
            <a:xfrm>
              <a:off x="4252" y="626"/>
              <a:ext cx="153" cy="114"/>
            </a:xfrm>
            <a:custGeom>
              <a:avLst/>
              <a:gdLst/>
              <a:ahLst/>
              <a:cxnLst>
                <a:cxn ang="0">
                  <a:pos x="59" y="11"/>
                </a:cxn>
                <a:cxn ang="0">
                  <a:pos x="9" y="21"/>
                </a:cxn>
                <a:cxn ang="0">
                  <a:pos x="25" y="69"/>
                </a:cxn>
                <a:cxn ang="0">
                  <a:pos x="119" y="123"/>
                </a:cxn>
                <a:cxn ang="0">
                  <a:pos x="169" y="113"/>
                </a:cxn>
                <a:cxn ang="0">
                  <a:pos x="153" y="65"/>
                </a:cxn>
                <a:cxn ang="0">
                  <a:pos x="59" y="11"/>
                </a:cxn>
              </a:cxnLst>
              <a:rect l="0" t="0" r="r" b="b"/>
              <a:pathLst>
                <a:path w="179" h="134">
                  <a:moveTo>
                    <a:pt x="59" y="11"/>
                  </a:moveTo>
                  <a:cubicBezTo>
                    <a:pt x="41" y="0"/>
                    <a:pt x="18" y="5"/>
                    <a:pt x="9" y="21"/>
                  </a:cubicBezTo>
                  <a:cubicBezTo>
                    <a:pt x="0" y="37"/>
                    <a:pt x="7" y="59"/>
                    <a:pt x="25" y="69"/>
                  </a:cubicBezTo>
                  <a:cubicBezTo>
                    <a:pt x="119" y="123"/>
                    <a:pt x="119" y="123"/>
                    <a:pt x="119" y="123"/>
                  </a:cubicBezTo>
                  <a:cubicBezTo>
                    <a:pt x="137" y="134"/>
                    <a:pt x="160" y="129"/>
                    <a:pt x="169" y="113"/>
                  </a:cubicBezTo>
                  <a:cubicBezTo>
                    <a:pt x="179" y="97"/>
                    <a:pt x="171" y="75"/>
                    <a:pt x="153" y="65"/>
                  </a:cubicBezTo>
                  <a:lnTo>
                    <a:pt x="59" y="11"/>
                  </a:lnTo>
                  <a:close/>
                </a:path>
              </a:pathLst>
            </a:custGeom>
            <a:grpFill/>
            <a:ln w="9525">
              <a:noFill/>
              <a:round/>
              <a:headEnd/>
              <a:tailEnd/>
            </a:ln>
          </p:spPr>
          <p:txBody>
            <a:bodyPr/>
            <a:lstStyle/>
            <a:p>
              <a:pPr eaLnBrk="0" hangingPunct="0">
                <a:defRPr/>
              </a:pPr>
              <a:endParaRPr lang="en-US">
                <a:cs typeface="+mn-cs"/>
              </a:endParaRPr>
            </a:p>
          </p:txBody>
        </p:sp>
        <p:sp>
          <p:nvSpPr>
            <p:cNvPr id="21" name="Freeform 14"/>
            <p:cNvSpPr>
              <a:spLocks/>
            </p:cNvSpPr>
            <p:nvPr/>
          </p:nvSpPr>
          <p:spPr bwMode="auto">
            <a:xfrm>
              <a:off x="5275" y="1217"/>
              <a:ext cx="153" cy="114"/>
            </a:xfrm>
            <a:custGeom>
              <a:avLst/>
              <a:gdLst/>
              <a:ahLst/>
              <a:cxnLst>
                <a:cxn ang="0">
                  <a:pos x="60" y="10"/>
                </a:cxn>
                <a:cxn ang="0">
                  <a:pos x="9" y="21"/>
                </a:cxn>
                <a:cxn ang="0">
                  <a:pos x="26" y="69"/>
                </a:cxn>
                <a:cxn ang="0">
                  <a:pos x="119" y="123"/>
                </a:cxn>
                <a:cxn ang="0">
                  <a:pos x="169" y="113"/>
                </a:cxn>
                <a:cxn ang="0">
                  <a:pos x="153" y="64"/>
                </a:cxn>
                <a:cxn ang="0">
                  <a:pos x="60" y="10"/>
                </a:cxn>
              </a:cxnLst>
              <a:rect l="0" t="0" r="r" b="b"/>
              <a:pathLst>
                <a:path w="179" h="134">
                  <a:moveTo>
                    <a:pt x="60" y="10"/>
                  </a:moveTo>
                  <a:cubicBezTo>
                    <a:pt x="41" y="0"/>
                    <a:pt x="19" y="4"/>
                    <a:pt x="9" y="21"/>
                  </a:cubicBezTo>
                  <a:cubicBezTo>
                    <a:pt x="0" y="37"/>
                    <a:pt x="7" y="59"/>
                    <a:pt x="26" y="69"/>
                  </a:cubicBezTo>
                  <a:cubicBezTo>
                    <a:pt x="119" y="123"/>
                    <a:pt x="119" y="123"/>
                    <a:pt x="119" y="123"/>
                  </a:cubicBezTo>
                  <a:cubicBezTo>
                    <a:pt x="137" y="134"/>
                    <a:pt x="160" y="129"/>
                    <a:pt x="169" y="113"/>
                  </a:cubicBezTo>
                  <a:cubicBezTo>
                    <a:pt x="179" y="97"/>
                    <a:pt x="171" y="75"/>
                    <a:pt x="153" y="64"/>
                  </a:cubicBezTo>
                  <a:lnTo>
                    <a:pt x="60" y="10"/>
                  </a:lnTo>
                  <a:close/>
                </a:path>
              </a:pathLst>
            </a:custGeom>
            <a:grpFill/>
            <a:ln w="9525">
              <a:noFill/>
              <a:round/>
              <a:headEnd/>
              <a:tailEnd/>
            </a:ln>
          </p:spPr>
          <p:txBody>
            <a:bodyPr/>
            <a:lstStyle/>
            <a:p>
              <a:pPr eaLnBrk="0" hangingPunct="0">
                <a:defRPr/>
              </a:pPr>
              <a:endParaRPr lang="en-US">
                <a:cs typeface="+mn-cs"/>
              </a:endParaRPr>
            </a:p>
          </p:txBody>
        </p:sp>
        <p:sp>
          <p:nvSpPr>
            <p:cNvPr id="22" name="Freeform 15"/>
            <p:cNvSpPr>
              <a:spLocks noEditPoints="1"/>
            </p:cNvSpPr>
            <p:nvPr/>
          </p:nvSpPr>
          <p:spPr bwMode="auto">
            <a:xfrm>
              <a:off x="4379" y="454"/>
              <a:ext cx="983" cy="1072"/>
            </a:xfrm>
            <a:custGeom>
              <a:avLst/>
              <a:gdLst/>
              <a:ahLst/>
              <a:cxnLst>
                <a:cxn ang="0">
                  <a:pos x="510" y="1256"/>
                </a:cxn>
                <a:cxn ang="0">
                  <a:pos x="0" y="961"/>
                </a:cxn>
                <a:cxn ang="0">
                  <a:pos x="13" y="937"/>
                </a:cxn>
                <a:cxn ang="0">
                  <a:pos x="32" y="713"/>
                </a:cxn>
                <a:cxn ang="0">
                  <a:pos x="73" y="317"/>
                </a:cxn>
                <a:cxn ang="0">
                  <a:pos x="373" y="37"/>
                </a:cxn>
                <a:cxn ang="0">
                  <a:pos x="616" y="7"/>
                </a:cxn>
                <a:cxn ang="0">
                  <a:pos x="848" y="77"/>
                </a:cxn>
                <a:cxn ang="0">
                  <a:pos x="852" y="80"/>
                </a:cxn>
                <a:cxn ang="0">
                  <a:pos x="853" y="80"/>
                </a:cxn>
                <a:cxn ang="0">
                  <a:pos x="1029" y="245"/>
                </a:cxn>
                <a:cxn ang="0">
                  <a:pos x="1125" y="470"/>
                </a:cxn>
                <a:cxn ang="0">
                  <a:pos x="1032" y="870"/>
                </a:cxn>
                <a:cxn ang="0">
                  <a:pos x="710" y="1104"/>
                </a:cxn>
                <a:cxn ang="0">
                  <a:pos x="524" y="1232"/>
                </a:cxn>
                <a:cxn ang="0">
                  <a:pos x="510" y="1256"/>
                </a:cxn>
                <a:cxn ang="0">
                  <a:pos x="75" y="939"/>
                </a:cxn>
                <a:cxn ang="0">
                  <a:pos x="492" y="1180"/>
                </a:cxn>
                <a:cxn ang="0">
                  <a:pos x="686" y="1053"/>
                </a:cxn>
                <a:cxn ang="0">
                  <a:pos x="987" y="836"/>
                </a:cxn>
                <a:cxn ang="0">
                  <a:pos x="1069" y="481"/>
                </a:cxn>
                <a:cxn ang="0">
                  <a:pos x="824" y="128"/>
                </a:cxn>
                <a:cxn ang="0">
                  <a:pos x="820" y="126"/>
                </a:cxn>
                <a:cxn ang="0">
                  <a:pos x="392" y="90"/>
                </a:cxn>
                <a:cxn ang="0">
                  <a:pos x="125" y="339"/>
                </a:cxn>
                <a:cxn ang="0">
                  <a:pos x="88" y="708"/>
                </a:cxn>
                <a:cxn ang="0">
                  <a:pos x="75" y="939"/>
                </a:cxn>
              </a:cxnLst>
              <a:rect l="0" t="0" r="r" b="b"/>
              <a:pathLst>
                <a:path w="1152" h="1256">
                  <a:moveTo>
                    <a:pt x="510" y="1256"/>
                  </a:moveTo>
                  <a:cubicBezTo>
                    <a:pt x="0" y="961"/>
                    <a:pt x="0" y="961"/>
                    <a:pt x="0" y="961"/>
                  </a:cubicBezTo>
                  <a:cubicBezTo>
                    <a:pt x="13" y="937"/>
                    <a:pt x="13" y="937"/>
                    <a:pt x="13" y="937"/>
                  </a:cubicBezTo>
                  <a:cubicBezTo>
                    <a:pt x="46" y="877"/>
                    <a:pt x="40" y="801"/>
                    <a:pt x="32" y="713"/>
                  </a:cubicBezTo>
                  <a:cubicBezTo>
                    <a:pt x="23" y="604"/>
                    <a:pt x="11" y="468"/>
                    <a:pt x="73" y="317"/>
                  </a:cubicBezTo>
                  <a:cubicBezTo>
                    <a:pt x="128" y="184"/>
                    <a:pt x="234" y="85"/>
                    <a:pt x="373" y="37"/>
                  </a:cubicBezTo>
                  <a:cubicBezTo>
                    <a:pt x="449" y="10"/>
                    <a:pt x="533" y="0"/>
                    <a:pt x="616" y="7"/>
                  </a:cubicBezTo>
                  <a:cubicBezTo>
                    <a:pt x="699" y="14"/>
                    <a:pt x="779" y="38"/>
                    <a:pt x="848" y="77"/>
                  </a:cubicBezTo>
                  <a:cubicBezTo>
                    <a:pt x="852" y="80"/>
                    <a:pt x="852" y="80"/>
                    <a:pt x="852" y="80"/>
                  </a:cubicBezTo>
                  <a:cubicBezTo>
                    <a:pt x="853" y="80"/>
                    <a:pt x="853" y="80"/>
                    <a:pt x="853" y="80"/>
                  </a:cubicBezTo>
                  <a:cubicBezTo>
                    <a:pt x="920" y="120"/>
                    <a:pt x="981" y="177"/>
                    <a:pt x="1029" y="245"/>
                  </a:cubicBezTo>
                  <a:cubicBezTo>
                    <a:pt x="1076" y="313"/>
                    <a:pt x="1109" y="391"/>
                    <a:pt x="1125" y="470"/>
                  </a:cubicBezTo>
                  <a:cubicBezTo>
                    <a:pt x="1152" y="615"/>
                    <a:pt x="1119" y="757"/>
                    <a:pt x="1032" y="870"/>
                  </a:cubicBezTo>
                  <a:cubicBezTo>
                    <a:pt x="932" y="1000"/>
                    <a:pt x="809" y="1057"/>
                    <a:pt x="710" y="1104"/>
                  </a:cubicBezTo>
                  <a:cubicBezTo>
                    <a:pt x="629" y="1141"/>
                    <a:pt x="560" y="1174"/>
                    <a:pt x="524" y="1232"/>
                  </a:cubicBezTo>
                  <a:lnTo>
                    <a:pt x="510" y="1256"/>
                  </a:lnTo>
                  <a:close/>
                  <a:moveTo>
                    <a:pt x="75" y="939"/>
                  </a:moveTo>
                  <a:cubicBezTo>
                    <a:pt x="492" y="1180"/>
                    <a:pt x="492" y="1180"/>
                    <a:pt x="492" y="1180"/>
                  </a:cubicBezTo>
                  <a:cubicBezTo>
                    <a:pt x="538" y="1122"/>
                    <a:pt x="607" y="1090"/>
                    <a:pt x="686" y="1053"/>
                  </a:cubicBezTo>
                  <a:cubicBezTo>
                    <a:pt x="784" y="1007"/>
                    <a:pt x="896" y="955"/>
                    <a:pt x="987" y="836"/>
                  </a:cubicBezTo>
                  <a:cubicBezTo>
                    <a:pt x="1087" y="707"/>
                    <a:pt x="1087" y="572"/>
                    <a:pt x="1069" y="481"/>
                  </a:cubicBezTo>
                  <a:cubicBezTo>
                    <a:pt x="1042" y="337"/>
                    <a:pt x="948" y="201"/>
                    <a:pt x="824" y="128"/>
                  </a:cubicBezTo>
                  <a:cubicBezTo>
                    <a:pt x="820" y="126"/>
                    <a:pt x="820" y="126"/>
                    <a:pt x="820" y="126"/>
                  </a:cubicBezTo>
                  <a:cubicBezTo>
                    <a:pt x="695" y="55"/>
                    <a:pt x="530" y="41"/>
                    <a:pt x="392" y="90"/>
                  </a:cubicBezTo>
                  <a:cubicBezTo>
                    <a:pt x="304" y="120"/>
                    <a:pt x="187" y="188"/>
                    <a:pt x="125" y="339"/>
                  </a:cubicBezTo>
                  <a:cubicBezTo>
                    <a:pt x="68" y="477"/>
                    <a:pt x="79" y="600"/>
                    <a:pt x="88" y="708"/>
                  </a:cubicBezTo>
                  <a:cubicBezTo>
                    <a:pt x="96" y="795"/>
                    <a:pt x="102" y="871"/>
                    <a:pt x="75" y="939"/>
                  </a:cubicBezTo>
                  <a:close/>
                </a:path>
              </a:pathLst>
            </a:custGeom>
            <a:grpFill/>
            <a:ln w="9525">
              <a:noFill/>
              <a:round/>
              <a:headEnd/>
              <a:tailEnd/>
            </a:ln>
          </p:spPr>
          <p:txBody>
            <a:bodyPr/>
            <a:lstStyle/>
            <a:p>
              <a:pPr eaLnBrk="0" hangingPunct="0">
                <a:defRPr/>
              </a:pPr>
              <a:endParaRPr lang="en-US">
                <a:cs typeface="+mn-cs"/>
              </a:endParaRPr>
            </a:p>
          </p:txBody>
        </p:sp>
        <p:sp>
          <p:nvSpPr>
            <p:cNvPr id="23" name="Freeform 16"/>
            <p:cNvSpPr>
              <a:spLocks/>
            </p:cNvSpPr>
            <p:nvPr/>
          </p:nvSpPr>
          <p:spPr bwMode="auto">
            <a:xfrm>
              <a:off x="4949" y="641"/>
              <a:ext cx="318" cy="365"/>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chemeClr val="accent4">
                <a:lumMod val="50000"/>
              </a:schemeClr>
            </a:solidFill>
            <a:ln w="9525">
              <a:noFill/>
              <a:round/>
              <a:headEnd/>
              <a:tailEnd/>
            </a:ln>
          </p:spPr>
          <p:txBody>
            <a:bodyPr/>
            <a:lstStyle/>
            <a:p>
              <a:pPr eaLnBrk="0" hangingPunct="0">
                <a:defRPr/>
              </a:pPr>
              <a:endParaRPr lang="en-US">
                <a:cs typeface="+mn-cs"/>
              </a:endParaRPr>
            </a:p>
          </p:txBody>
        </p:sp>
        <p:sp>
          <p:nvSpPr>
            <p:cNvPr id="24" name="Freeform 17"/>
            <p:cNvSpPr>
              <a:spLocks/>
            </p:cNvSpPr>
            <p:nvPr/>
          </p:nvSpPr>
          <p:spPr bwMode="auto">
            <a:xfrm>
              <a:off x="4756" y="839"/>
              <a:ext cx="477" cy="440"/>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chemeClr val="accent4">
                <a:lumMod val="50000"/>
              </a:schemeClr>
            </a:solidFill>
            <a:ln w="9525">
              <a:noFill/>
              <a:round/>
              <a:headEnd/>
              <a:tailEnd/>
            </a:ln>
          </p:spPr>
          <p:txBody>
            <a:bodyPr/>
            <a:lstStyle/>
            <a:p>
              <a:pPr eaLnBrk="0" hangingPunct="0">
                <a:defRPr/>
              </a:pPr>
              <a:endParaRPr lang="en-US">
                <a:cs typeface="+mn-cs"/>
              </a:endParaRPr>
            </a:p>
          </p:txBody>
        </p:sp>
        <p:sp>
          <p:nvSpPr>
            <p:cNvPr id="25" name="Freeform 18"/>
            <p:cNvSpPr>
              <a:spLocks/>
            </p:cNvSpPr>
            <p:nvPr/>
          </p:nvSpPr>
          <p:spPr bwMode="auto">
            <a:xfrm>
              <a:off x="4507" y="565"/>
              <a:ext cx="512" cy="592"/>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chemeClr val="accent1"/>
            </a:solidFill>
            <a:ln w="9525">
              <a:noFill/>
              <a:round/>
              <a:headEnd/>
              <a:tailEnd/>
            </a:ln>
          </p:spPr>
          <p:txBody>
            <a:bodyPr/>
            <a:lstStyle/>
            <a:p>
              <a:pPr eaLnBrk="0" hangingPunct="0">
                <a:defRPr/>
              </a:pPr>
              <a:endParaRPr lang="en-US">
                <a:cs typeface="+mn-cs"/>
              </a:endParaRPr>
            </a:p>
          </p:txBody>
        </p:sp>
        <p:sp>
          <p:nvSpPr>
            <p:cNvPr id="26" name="Freeform 19"/>
            <p:cNvSpPr>
              <a:spLocks/>
            </p:cNvSpPr>
            <p:nvPr/>
          </p:nvSpPr>
          <p:spPr bwMode="auto">
            <a:xfrm>
              <a:off x="4549" y="1143"/>
              <a:ext cx="96" cy="17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chemeClr val="accent1"/>
            </a:solidFill>
            <a:ln w="9525">
              <a:noFill/>
              <a:round/>
              <a:headEnd/>
              <a:tailEnd/>
            </a:ln>
          </p:spPr>
          <p:txBody>
            <a:bodyPr/>
            <a:lstStyle/>
            <a:p>
              <a:pPr eaLnBrk="0" hangingPunct="0">
                <a:defRPr/>
              </a:pPr>
              <a:endParaRPr lang="en-US">
                <a:cs typeface="+mn-cs"/>
              </a:endParaRPr>
            </a:p>
          </p:txBody>
        </p:sp>
        <p:sp>
          <p:nvSpPr>
            <p:cNvPr id="27" name="Freeform 20"/>
            <p:cNvSpPr>
              <a:spLocks/>
            </p:cNvSpPr>
            <p:nvPr/>
          </p:nvSpPr>
          <p:spPr bwMode="auto">
            <a:xfrm>
              <a:off x="4674" y="1246"/>
              <a:ext cx="143" cy="145"/>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chemeClr val="tx2"/>
            </a:solidFill>
            <a:ln w="9525">
              <a:noFill/>
              <a:round/>
              <a:headEnd/>
              <a:tailEnd/>
            </a:ln>
          </p:spPr>
          <p:txBody>
            <a:bodyPr/>
            <a:lstStyle/>
            <a:p>
              <a:pPr eaLnBrk="0" hangingPunct="0">
                <a:defRPr/>
              </a:pPr>
              <a:endParaRPr lang="en-US">
                <a:cs typeface="+mn-cs"/>
              </a:endParaRPr>
            </a:p>
          </p:txBody>
        </p:sp>
      </p:grpSp>
      <p:sp>
        <p:nvSpPr>
          <p:cNvPr id="30" name="Oval 29"/>
          <p:cNvSpPr/>
          <p:nvPr/>
        </p:nvSpPr>
        <p:spPr>
          <a:xfrm>
            <a:off x="10075862" y="1522413"/>
            <a:ext cx="787400" cy="90805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0" hangingPunct="0">
              <a:defRPr/>
            </a:pPr>
            <a:r>
              <a:rPr lang="ar-SA" sz="3200" b="1" dirty="0"/>
              <a:t>ب</a:t>
            </a:r>
            <a:endParaRPr lang="en-US" sz="3200" b="1" dirty="0"/>
          </a:p>
        </p:txBody>
      </p:sp>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schemeClr val="bg1"/>
                </a:solidFill>
                <a:latin typeface="FontAwesome"/>
              </a:rPr>
              <a:t></a:t>
            </a:r>
          </a:p>
        </p:txBody>
      </p:sp>
      <p:sp>
        <p:nvSpPr>
          <p:cNvPr id="32" name="Content Placeholder 2"/>
          <p:cNvSpPr txBox="1">
            <a:spLocks/>
          </p:cNvSpPr>
          <p:nvPr/>
        </p:nvSpPr>
        <p:spPr>
          <a:xfrm>
            <a:off x="3652838" y="1692275"/>
            <a:ext cx="7480300" cy="400208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defRPr/>
            </a:pPr>
            <a:r>
              <a:rPr lang="ar-SA" sz="4400" u="sng" dirty="0">
                <a:solidFill>
                  <a:srgbClr val="5B9BD5"/>
                </a:solidFill>
                <a:latin typeface="+mj-lt"/>
              </a:rPr>
              <a:t>ا</a:t>
            </a:r>
            <a:r>
              <a:rPr lang="ar-SA" sz="4400" b="1" u="sng" dirty="0">
                <a:solidFill>
                  <a:srgbClr val="5B9BD5"/>
                </a:solidFill>
                <a:latin typeface="+mj-lt"/>
              </a:rPr>
              <a:t>لتعليم (التعليم التربوي</a:t>
            </a:r>
            <a:r>
              <a:rPr lang="ar-SA" sz="4400" b="1" u="sng" dirty="0" smtClean="0">
                <a:solidFill>
                  <a:srgbClr val="5B9BD5"/>
                </a:solidFill>
                <a:latin typeface="+mj-lt"/>
              </a:rPr>
              <a:t>)</a:t>
            </a:r>
            <a:r>
              <a:rPr lang="en-US" sz="4400" u="sng" dirty="0" smtClean="0">
                <a:solidFill>
                  <a:srgbClr val="5B9BD5"/>
                </a:solidFill>
                <a:latin typeface="+mj-lt"/>
              </a:rPr>
              <a:t/>
            </a:r>
            <a:br>
              <a:rPr lang="en-US" sz="4400" u="sng" dirty="0" smtClean="0">
                <a:solidFill>
                  <a:srgbClr val="5B9BD5"/>
                </a:solidFill>
                <a:latin typeface="+mj-lt"/>
              </a:rPr>
            </a:br>
            <a:r>
              <a:rPr lang="ar-SA" sz="3200" dirty="0">
                <a:solidFill>
                  <a:schemeClr val="tx1"/>
                </a:solidFill>
                <a:latin typeface="+mj-lt"/>
              </a:rPr>
              <a:t>التصميم المنظم المقصود للخبرة التي تساعد المتعلم على إنجاز التغيير المرغوب فيه في الأداء، ويُعنى بإدارة التعلم التي يقودها المدرس، وهي عملية مقصودة ومخططة يقوم بها ويشرف عليها المدرس داخل المؤسسة التعليمية أو خارجها بقصد مساعدة المتعلم على تحقيق أهداف ونواتج التعلم المستهدفة</a:t>
            </a:r>
            <a:endParaRPr lang="en-US" sz="3200" dirty="0">
              <a:solidFill>
                <a:schemeClr val="tx1"/>
              </a:solidFill>
              <a:latin typeface="+mj-lt"/>
            </a:endParaRPr>
          </a:p>
        </p:txBody>
      </p:sp>
      <p:sp>
        <p:nvSpPr>
          <p:cNvPr id="45" name="Freeform 13"/>
          <p:cNvSpPr>
            <a:spLocks noEditPoints="1"/>
          </p:cNvSpPr>
          <p:nvPr/>
        </p:nvSpPr>
        <p:spPr bwMode="auto">
          <a:xfrm flipH="1">
            <a:off x="3265488" y="5287963"/>
            <a:ext cx="4887912" cy="1225550"/>
          </a:xfrm>
          <a:custGeom>
            <a:avLst/>
            <a:gdLst>
              <a:gd name="T0" fmla="*/ 2147483647 w 695"/>
              <a:gd name="T1" fmla="*/ 2147483647 h 174"/>
              <a:gd name="T2" fmla="*/ 2147483647 w 695"/>
              <a:gd name="T3" fmla="*/ 2147483647 h 174"/>
              <a:gd name="T4" fmla="*/ 2147483647 w 695"/>
              <a:gd name="T5" fmla="*/ 2147483647 h 174"/>
              <a:gd name="T6" fmla="*/ 2147483647 w 695"/>
              <a:gd name="T7" fmla="*/ 2147483647 h 174"/>
              <a:gd name="T8" fmla="*/ 2147483647 w 695"/>
              <a:gd name="T9" fmla="*/ 2147483647 h 174"/>
              <a:gd name="T10" fmla="*/ 2147483647 w 695"/>
              <a:gd name="T11" fmla="*/ 2147483647 h 174"/>
              <a:gd name="T12" fmla="*/ 2147483647 w 695"/>
              <a:gd name="T13" fmla="*/ 2147483647 h 174"/>
              <a:gd name="T14" fmla="*/ 2147483647 w 695"/>
              <a:gd name="T15" fmla="*/ 2147483647 h 174"/>
              <a:gd name="T16" fmla="*/ 2147483647 w 695"/>
              <a:gd name="T17" fmla="*/ 2147483647 h 174"/>
              <a:gd name="T18" fmla="*/ 2147483647 w 695"/>
              <a:gd name="T19" fmla="*/ 1586925136 h 174"/>
              <a:gd name="T20" fmla="*/ 2147483647 w 695"/>
              <a:gd name="T21" fmla="*/ 1934066013 h 174"/>
              <a:gd name="T22" fmla="*/ 2147483647 w 695"/>
              <a:gd name="T23" fmla="*/ 396733045 h 174"/>
              <a:gd name="T24" fmla="*/ 2147483647 w 695"/>
              <a:gd name="T25" fmla="*/ 198363001 h 174"/>
              <a:gd name="T26" fmla="*/ 2147483647 w 695"/>
              <a:gd name="T27" fmla="*/ 148777547 h 174"/>
              <a:gd name="T28" fmla="*/ 2147483647 w 695"/>
              <a:gd name="T29" fmla="*/ 99185022 h 174"/>
              <a:gd name="T30" fmla="*/ 2147483647 w 695"/>
              <a:gd name="T31" fmla="*/ 49592511 h 174"/>
              <a:gd name="T32" fmla="*/ 2147483647 w 695"/>
              <a:gd name="T33" fmla="*/ 396733045 h 174"/>
              <a:gd name="T34" fmla="*/ 2147483647 w 695"/>
              <a:gd name="T35" fmla="*/ 1388555147 h 174"/>
              <a:gd name="T36" fmla="*/ 2147483647 w 695"/>
              <a:gd name="T37" fmla="*/ 1586925136 h 174"/>
              <a:gd name="T38" fmla="*/ 2147483647 w 695"/>
              <a:gd name="T39" fmla="*/ 1537332638 h 174"/>
              <a:gd name="T40" fmla="*/ 2147483647 w 695"/>
              <a:gd name="T41" fmla="*/ 1438147644 h 174"/>
              <a:gd name="T42" fmla="*/ 2147483647 w 695"/>
              <a:gd name="T43" fmla="*/ 1338969693 h 174"/>
              <a:gd name="T44" fmla="*/ 2147483647 w 695"/>
              <a:gd name="T45" fmla="*/ 1190192201 h 174"/>
              <a:gd name="T46" fmla="*/ 2147483647 w 695"/>
              <a:gd name="T47" fmla="*/ 1091007206 h 174"/>
              <a:gd name="T48" fmla="*/ 2147483647 w 695"/>
              <a:gd name="T49" fmla="*/ 1041421752 h 174"/>
              <a:gd name="T50" fmla="*/ 2147483647 w 695"/>
              <a:gd name="T51" fmla="*/ 1785288081 h 174"/>
              <a:gd name="T52" fmla="*/ 2147483647 w 695"/>
              <a:gd name="T53" fmla="*/ 2132428959 h 174"/>
              <a:gd name="T54" fmla="*/ 2147483647 w 695"/>
              <a:gd name="T55" fmla="*/ 2147483647 h 174"/>
              <a:gd name="T56" fmla="*/ 2147483647 w 695"/>
              <a:gd name="T57" fmla="*/ 2147483647 h 174"/>
              <a:gd name="T58" fmla="*/ 2147483647 w 695"/>
              <a:gd name="T59" fmla="*/ 2147483647 h 174"/>
              <a:gd name="T60" fmla="*/ 2147483647 w 695"/>
              <a:gd name="T61" fmla="*/ 2147483647 h 174"/>
              <a:gd name="T62" fmla="*/ 2147483647 w 695"/>
              <a:gd name="T63" fmla="*/ 2147483647 h 174"/>
              <a:gd name="T64" fmla="*/ 2147483647 w 695"/>
              <a:gd name="T65" fmla="*/ 2147483647 h 174"/>
              <a:gd name="T66" fmla="*/ 2147483647 w 695"/>
              <a:gd name="T67" fmla="*/ 2147483647 h 174"/>
              <a:gd name="T68" fmla="*/ 2147483647 w 695"/>
              <a:gd name="T69" fmla="*/ 2147483647 h 174"/>
              <a:gd name="T70" fmla="*/ 2147483647 w 695"/>
              <a:gd name="T71" fmla="*/ 2147483647 h 174"/>
              <a:gd name="T72" fmla="*/ 2147483647 w 695"/>
              <a:gd name="T73" fmla="*/ 2147483647 h 174"/>
              <a:gd name="T74" fmla="*/ 2147483647 w 695"/>
              <a:gd name="T75" fmla="*/ 2147483647 h 174"/>
              <a:gd name="T76" fmla="*/ 2147483647 w 695"/>
              <a:gd name="T77" fmla="*/ 2147483647 h 174"/>
              <a:gd name="T78" fmla="*/ 2147483647 w 695"/>
              <a:gd name="T79" fmla="*/ 2147483647 h 174"/>
              <a:gd name="T80" fmla="*/ 2147483647 w 695"/>
              <a:gd name="T81" fmla="*/ 2147483647 h 174"/>
              <a:gd name="T82" fmla="*/ 2147483647 w 695"/>
              <a:gd name="T83" fmla="*/ 2147483647 h 174"/>
              <a:gd name="T84" fmla="*/ 2147483647 w 695"/>
              <a:gd name="T85" fmla="*/ 2147483647 h 174"/>
              <a:gd name="T86" fmla="*/ 2147483647 w 695"/>
              <a:gd name="T87" fmla="*/ 2147483647 h 174"/>
              <a:gd name="T88" fmla="*/ 2147483647 w 695"/>
              <a:gd name="T89" fmla="*/ 2147483647 h 174"/>
              <a:gd name="T90" fmla="*/ 2147483647 w 695"/>
              <a:gd name="T91" fmla="*/ 2147483647 h 174"/>
              <a:gd name="T92" fmla="*/ 2147483647 w 695"/>
              <a:gd name="T93" fmla="*/ 2147483647 h 174"/>
              <a:gd name="T94" fmla="*/ 2147483647 w 695"/>
              <a:gd name="T95" fmla="*/ 2147483647 h 174"/>
              <a:gd name="T96" fmla="*/ 2147483647 w 695"/>
              <a:gd name="T97" fmla="*/ 2147483647 h 174"/>
              <a:gd name="T98" fmla="*/ 2147483647 w 695"/>
              <a:gd name="T99" fmla="*/ 2147483647 h 174"/>
              <a:gd name="T100" fmla="*/ 2147483647 w 695"/>
              <a:gd name="T101" fmla="*/ 2147483647 h 174"/>
              <a:gd name="T102" fmla="*/ 2147483647 w 695"/>
              <a:gd name="T103" fmla="*/ 2147483647 h 174"/>
              <a:gd name="T104" fmla="*/ 2147483647 w 695"/>
              <a:gd name="T105" fmla="*/ 2147483647 h 174"/>
              <a:gd name="T106" fmla="*/ 2147483647 w 695"/>
              <a:gd name="T107" fmla="*/ 2147483647 h 174"/>
              <a:gd name="T108" fmla="*/ 2147483647 w 695"/>
              <a:gd name="T109" fmla="*/ 1636517633 h 174"/>
              <a:gd name="T110" fmla="*/ 2147483647 w 695"/>
              <a:gd name="T111" fmla="*/ 247955553 h 174"/>
              <a:gd name="T112" fmla="*/ 2147483647 w 695"/>
              <a:gd name="T113" fmla="*/ 1636517633 h 174"/>
              <a:gd name="T114" fmla="*/ 2147483647 w 695"/>
              <a:gd name="T115" fmla="*/ 1834880578 h 174"/>
              <a:gd name="T116" fmla="*/ 2147483647 w 695"/>
              <a:gd name="T117" fmla="*/ 2147483647 h 1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95"/>
              <a:gd name="T178" fmla="*/ 0 h 174"/>
              <a:gd name="T179" fmla="*/ 695 w 695"/>
              <a:gd name="T180" fmla="*/ 174 h 1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w="9525">
            <a:noFill/>
            <a:miter lim="800000"/>
            <a:headEnd/>
            <a:tailEnd/>
          </a:ln>
        </p:spPr>
        <p:txBody>
          <a:bodyPr/>
          <a:lstStyle/>
          <a:p>
            <a:pPr eaLnBrk="0" hangingPunct="0"/>
            <a:endParaRPr lang="id-ID"/>
          </a:p>
        </p:txBody>
      </p:sp>
      <p:sp>
        <p:nvSpPr>
          <p:cNvPr id="46" name="Oval 45"/>
          <p:cNvSpPr/>
          <p:nvPr/>
        </p:nvSpPr>
        <p:spPr>
          <a:xfrm>
            <a:off x="9874250" y="1373188"/>
            <a:ext cx="1163638" cy="1181100"/>
          </a:xfrm>
          <a:prstGeom prst="ellipse">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4800" dirty="0">
              <a:solidFill>
                <a:schemeClr val="tx1">
                  <a:lumMod val="50000"/>
                  <a:lumOff val="50000"/>
                </a:schemeClr>
              </a:solidFill>
              <a:latin typeface="Sosa" pitchFamily="2" charset="0"/>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46"/>
                                        </p:tgtEl>
                                        <p:attrNameLst>
                                          <p:attrName>style.visibility</p:attrName>
                                        </p:attrNameLst>
                                      </p:cBhvr>
                                      <p:to>
                                        <p:strVal val="visible"/>
                                      </p:to>
                                    </p:set>
                                  </p:childTnLst>
                                </p:cTn>
                              </p:par>
                            </p:childTnLst>
                          </p:cTn>
                        </p:par>
                        <p:par>
                          <p:cTn id="7" fill="hold">
                            <p:stCondLst>
                              <p:cond delay="250"/>
                            </p:stCondLst>
                            <p:childTnLst>
                              <p:par>
                                <p:cTn id="8" presetID="10" presetClass="entr" presetSubtype="0" fill="hold" nodeType="after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par>
                          <p:cTn id="11" fill="hold">
                            <p:stCondLst>
                              <p:cond delay="750"/>
                            </p:stCondLst>
                            <p:childTnLst>
                              <p:par>
                                <p:cTn id="12" presetID="22" presetClass="entr" presetSubtype="1" fill="hold" grpId="0" nodeType="afterEffect">
                                  <p:stCondLst>
                                    <p:cond delay="0"/>
                                  </p:stCondLst>
                                  <p:childTnLst>
                                    <p:set>
                                      <p:cBhvr>
                                        <p:cTn id="13" dur="1" fill="hold">
                                          <p:stCondLst>
                                            <p:cond delay="0"/>
                                          </p:stCondLst>
                                        </p:cTn>
                                        <p:tgtEl>
                                          <p:spTgt spid="45"/>
                                        </p:tgtEl>
                                        <p:attrNameLst>
                                          <p:attrName>style.visibility</p:attrName>
                                        </p:attrNameLst>
                                      </p:cBhvr>
                                      <p:to>
                                        <p:strVal val="visible"/>
                                      </p:to>
                                    </p:set>
                                    <p:animEffect transition="in" filter="wipe(up)">
                                      <p:cBhvr>
                                        <p:cTn id="14" dur="500"/>
                                        <p:tgtEl>
                                          <p:spTgt spid="45"/>
                                        </p:tgtEl>
                                      </p:cBhvr>
                                    </p:animEffect>
                                  </p:childTnLst>
                                </p:cTn>
                              </p:par>
                            </p:childTnLst>
                          </p:cTn>
                        </p:par>
                        <p:par>
                          <p:cTn id="15" fill="hold">
                            <p:stCondLst>
                              <p:cond delay="1250"/>
                            </p:stCondLst>
                            <p:childTnLst>
                              <p:par>
                                <p:cTn id="16" presetID="10" presetClass="entr" presetSubtype="0" fill="hold" grpId="0" nodeType="after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500"/>
                                        <p:tgtEl>
                                          <p:spTgt spid="30"/>
                                        </p:tgtEl>
                                      </p:cBhvr>
                                    </p:animEffect>
                                  </p:childTnLst>
                                </p:cTn>
                              </p:par>
                            </p:childTnLst>
                          </p:cTn>
                        </p:par>
                        <p:par>
                          <p:cTn id="19" fill="hold">
                            <p:stCondLst>
                              <p:cond delay="1750"/>
                            </p:stCondLst>
                            <p:childTnLst>
                              <p:par>
                                <p:cTn id="20" presetID="10" presetClass="entr" presetSubtype="0" fill="hold" grpId="0"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500"/>
                                        <p:tgtEl>
                                          <p:spTgt spid="31"/>
                                        </p:tgtEl>
                                      </p:cBhvr>
                                    </p:animEffect>
                                  </p:childTnLst>
                                </p:cTn>
                              </p:par>
                            </p:childTnLst>
                          </p:cTn>
                        </p:par>
                        <p:par>
                          <p:cTn id="23" fill="hold">
                            <p:stCondLst>
                              <p:cond delay="2250"/>
                            </p:stCondLst>
                            <p:childTnLst>
                              <p:par>
                                <p:cTn id="24" presetID="10" presetClass="entr" presetSubtype="0"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p:bldP spid="45" grpId="0" animBg="1"/>
      <p:bldP spid="46"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schemeClr val="bg1"/>
                </a:solidFill>
                <a:latin typeface="FontAwesome"/>
              </a:rPr>
              <a:t></a:t>
            </a:r>
          </a:p>
        </p:txBody>
      </p:sp>
      <p:pic>
        <p:nvPicPr>
          <p:cNvPr id="29" name="Picture Placeholder 4"/>
          <p:cNvPicPr>
            <a:picLocks noChangeAspect="1"/>
          </p:cNvPicPr>
          <p:nvPr/>
        </p:nvPicPr>
        <p:blipFill rotWithShape="1">
          <a:blip r:embed="rId2">
            <a:extLst>
              <a:ext uri="{28A0092B-C50C-407E-A947-70E740481C1C}">
                <a14:useLocalDpi xmlns:a14="http://schemas.microsoft.com/office/drawing/2010/main" val="0"/>
              </a:ext>
            </a:extLst>
          </a:blip>
          <a:srcRect l="-6346" r="-548"/>
          <a:stretch/>
        </p:blipFill>
        <p:spPr>
          <a:xfrm>
            <a:off x="-357807" y="844348"/>
            <a:ext cx="12225129" cy="4818540"/>
          </a:xfrm>
          <a:prstGeom prst="rect">
            <a:avLst/>
          </a:prstGeom>
        </p:spPr>
      </p:pic>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12813686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Oval 29"/>
          <p:cNvSpPr/>
          <p:nvPr/>
        </p:nvSpPr>
        <p:spPr>
          <a:xfrm>
            <a:off x="9088438" y="1136650"/>
            <a:ext cx="787400" cy="90805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r>
              <a:rPr lang="ar-SA" sz="3200" b="1" dirty="0"/>
              <a:t>ج</a:t>
            </a:r>
            <a:endParaRPr lang="en-US" sz="3200" b="1" dirty="0"/>
          </a:p>
        </p:txBody>
      </p:sp>
      <p:sp>
        <p:nvSpPr>
          <p:cNvPr id="31" name="Rectangle 30"/>
          <p:cNvSpPr>
            <a:spLocks noChangeArrowheads="1"/>
          </p:cNvSpPr>
          <p:nvPr/>
        </p:nvSpPr>
        <p:spPr bwMode="auto">
          <a:xfrm>
            <a:off x="3795713" y="3484563"/>
            <a:ext cx="514350" cy="590550"/>
          </a:xfrm>
          <a:prstGeom prst="rect">
            <a:avLst/>
          </a:prstGeom>
          <a:noFill/>
          <a:ln w="9525">
            <a:noFill/>
            <a:miter lim="800000"/>
            <a:headEnd/>
            <a:tailEnd/>
          </a:ln>
        </p:spPr>
        <p:txBody>
          <a:bodyPr wrap="none">
            <a:spAutoFit/>
          </a:bodyPr>
          <a:lstStyle/>
          <a:p>
            <a:pPr eaLnBrk="0" hangingPunct="0"/>
            <a:r>
              <a:rPr lang="en-US" sz="2400">
                <a:solidFill>
                  <a:schemeClr val="bg1"/>
                </a:solidFill>
                <a:latin typeface="FontAwesome"/>
              </a:rPr>
              <a:t></a:t>
            </a:r>
          </a:p>
        </p:txBody>
      </p:sp>
      <p:sp>
        <p:nvSpPr>
          <p:cNvPr id="32" name="Content Placeholder 2"/>
          <p:cNvSpPr txBox="1">
            <a:spLocks/>
          </p:cNvSpPr>
          <p:nvPr/>
        </p:nvSpPr>
        <p:spPr>
          <a:xfrm>
            <a:off x="1012825" y="963613"/>
            <a:ext cx="7480300" cy="40020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1" indent="0" algn="r">
              <a:buFont typeface="Arial" pitchFamily="34" charset="0"/>
              <a:buNone/>
              <a:defRPr/>
            </a:pPr>
            <a:r>
              <a:rPr lang="ar-SA" sz="4400" b="1" u="sng" dirty="0">
                <a:solidFill>
                  <a:schemeClr val="accent1"/>
                </a:solidFill>
              </a:rPr>
              <a:t>التعلم</a:t>
            </a:r>
            <a:r>
              <a:rPr lang="ar-SA" sz="4400" b="1" u="sng" dirty="0"/>
              <a:t> </a:t>
            </a:r>
            <a:r>
              <a:rPr lang="en-US" sz="4400" u="sng" dirty="0" smtClean="0">
                <a:solidFill>
                  <a:srgbClr val="5B9BD5"/>
                </a:solidFill>
                <a:latin typeface="+mj-lt"/>
              </a:rPr>
              <a:t/>
            </a:r>
            <a:br>
              <a:rPr lang="en-US" sz="4400" u="sng" dirty="0" smtClean="0">
                <a:solidFill>
                  <a:srgbClr val="5B9BD5"/>
                </a:solidFill>
                <a:latin typeface="+mj-lt"/>
              </a:rPr>
            </a:br>
            <a:r>
              <a:rPr lang="ar-SA" sz="3200" dirty="0">
                <a:solidFill>
                  <a:schemeClr val="tx1"/>
                </a:solidFill>
                <a:latin typeface="+mj-lt"/>
              </a:rPr>
              <a:t>التعلم عملية اكتساب الجديد من المعلومات أو المهارات أو المواقف والاتجاهات أو حتى الأحاسيس</a:t>
            </a:r>
            <a:endParaRPr lang="en-US" sz="3200" dirty="0">
              <a:solidFill>
                <a:schemeClr val="tx1"/>
              </a:solidFill>
              <a:latin typeface="+mj-lt"/>
            </a:endParaRPr>
          </a:p>
        </p:txBody>
      </p:sp>
      <p:sp>
        <p:nvSpPr>
          <p:cNvPr id="46" name="Oval 45"/>
          <p:cNvSpPr/>
          <p:nvPr/>
        </p:nvSpPr>
        <p:spPr>
          <a:xfrm>
            <a:off x="8869363" y="987425"/>
            <a:ext cx="1163637" cy="1181100"/>
          </a:xfrm>
          <a:prstGeom prst="ellipse">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4800" dirty="0">
              <a:solidFill>
                <a:schemeClr val="tx1">
                  <a:lumMod val="50000"/>
                  <a:lumOff val="50000"/>
                </a:schemeClr>
              </a:solidFill>
              <a:latin typeface="Sosa" pitchFamily="2" charset="0"/>
            </a:endParaRPr>
          </a:p>
        </p:txBody>
      </p:sp>
      <p:grpSp>
        <p:nvGrpSpPr>
          <p:cNvPr id="33" name="Group 32"/>
          <p:cNvGrpSpPr>
            <a:grpSpLocks/>
          </p:cNvGrpSpPr>
          <p:nvPr/>
        </p:nvGrpSpPr>
        <p:grpSpPr bwMode="auto">
          <a:xfrm rot="-824369">
            <a:off x="4060825" y="3109913"/>
            <a:ext cx="6375400" cy="3009900"/>
            <a:chOff x="812493" y="1298947"/>
            <a:chExt cx="6862137" cy="3384233"/>
          </a:xfrm>
        </p:grpSpPr>
        <p:sp>
          <p:nvSpPr>
            <p:cNvPr id="34" name="Freeform 13"/>
            <p:cNvSpPr>
              <a:spLocks noEditPoints="1"/>
            </p:cNvSpPr>
            <p:nvPr/>
          </p:nvSpPr>
          <p:spPr bwMode="auto">
            <a:xfrm rot="1715850">
              <a:off x="810140" y="3760710"/>
              <a:ext cx="3665160" cy="919240"/>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grpSp>
          <p:nvGrpSpPr>
            <p:cNvPr id="436233" name="Group 34"/>
            <p:cNvGrpSpPr>
              <a:grpSpLocks/>
            </p:cNvGrpSpPr>
            <p:nvPr/>
          </p:nvGrpSpPr>
          <p:grpSpPr bwMode="auto">
            <a:xfrm>
              <a:off x="4378607" y="1298947"/>
              <a:ext cx="3296023" cy="3382760"/>
              <a:chOff x="4516324" y="1568450"/>
              <a:chExt cx="3559176" cy="3652838"/>
            </a:xfrm>
          </p:grpSpPr>
          <p:sp>
            <p:nvSpPr>
              <p:cNvPr id="36" name="Freeform 18"/>
              <p:cNvSpPr>
                <a:spLocks/>
              </p:cNvSpPr>
              <p:nvPr/>
            </p:nvSpPr>
            <p:spPr bwMode="auto">
              <a:xfrm>
                <a:off x="7668564" y="1564716"/>
                <a:ext cx="404082" cy="364286"/>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37" name="Freeform 19"/>
              <p:cNvSpPr>
                <a:spLocks/>
              </p:cNvSpPr>
              <p:nvPr/>
            </p:nvSpPr>
            <p:spPr bwMode="auto">
              <a:xfrm>
                <a:off x="7895472" y="1633122"/>
                <a:ext cx="154990" cy="269842"/>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38" name="Freeform 20"/>
              <p:cNvSpPr>
                <a:spLocks/>
              </p:cNvSpPr>
              <p:nvPr/>
            </p:nvSpPr>
            <p:spPr bwMode="auto">
              <a:xfrm>
                <a:off x="7594715" y="1661477"/>
                <a:ext cx="398546" cy="314174"/>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ysClr val="windowText" lastClr="000000"/>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39" name="Freeform 21"/>
              <p:cNvSpPr>
                <a:spLocks/>
              </p:cNvSpPr>
              <p:nvPr/>
            </p:nvSpPr>
            <p:spPr bwMode="auto">
              <a:xfrm>
                <a:off x="7859363" y="1797403"/>
                <a:ext cx="125468" cy="181179"/>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0" name="Freeform 22"/>
              <p:cNvSpPr>
                <a:spLocks/>
              </p:cNvSpPr>
              <p:nvPr/>
            </p:nvSpPr>
            <p:spPr bwMode="auto">
              <a:xfrm>
                <a:off x="5090187" y="1642776"/>
                <a:ext cx="2848868" cy="2908509"/>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1" name="Freeform 23"/>
              <p:cNvSpPr>
                <a:spLocks/>
              </p:cNvSpPr>
              <p:nvPr/>
            </p:nvSpPr>
            <p:spPr bwMode="auto">
              <a:xfrm>
                <a:off x="6195277" y="1832664"/>
                <a:ext cx="1743640" cy="2717692"/>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rgbClr val="FFC000"/>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2" name="Freeform 24"/>
              <p:cNvSpPr>
                <a:spLocks/>
              </p:cNvSpPr>
              <p:nvPr/>
            </p:nvSpPr>
            <p:spPr bwMode="auto">
              <a:xfrm>
                <a:off x="5088672" y="1690192"/>
                <a:ext cx="2695723" cy="2093201"/>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3" name="Freeform 25"/>
              <p:cNvSpPr>
                <a:spLocks/>
              </p:cNvSpPr>
              <p:nvPr/>
            </p:nvSpPr>
            <p:spPr bwMode="auto">
              <a:xfrm>
                <a:off x="4819942" y="3331788"/>
                <a:ext cx="1560973" cy="1547735"/>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4" name="Freeform 26"/>
              <p:cNvSpPr>
                <a:spLocks/>
              </p:cNvSpPr>
              <p:nvPr/>
            </p:nvSpPr>
            <p:spPr bwMode="auto">
              <a:xfrm>
                <a:off x="4861865" y="3410635"/>
                <a:ext cx="837685" cy="859639"/>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7" name="Freeform 27"/>
              <p:cNvSpPr>
                <a:spLocks/>
              </p:cNvSpPr>
              <p:nvPr/>
            </p:nvSpPr>
            <p:spPr bwMode="auto">
              <a:xfrm>
                <a:off x="5510731" y="4218032"/>
                <a:ext cx="850602" cy="664967"/>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8" name="Freeform 28"/>
              <p:cNvSpPr>
                <a:spLocks/>
              </p:cNvSpPr>
              <p:nvPr/>
            </p:nvSpPr>
            <p:spPr bwMode="auto">
              <a:xfrm>
                <a:off x="4513888" y="4078600"/>
                <a:ext cx="1138439" cy="1139117"/>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49" name="Freeform 29"/>
              <p:cNvSpPr>
                <a:spLocks/>
              </p:cNvSpPr>
              <p:nvPr/>
            </p:nvSpPr>
            <p:spPr bwMode="auto">
              <a:xfrm>
                <a:off x="4568816" y="4204110"/>
                <a:ext cx="655018" cy="909752"/>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50" name="Freeform 30"/>
              <p:cNvSpPr>
                <a:spLocks/>
              </p:cNvSpPr>
              <p:nvPr/>
            </p:nvSpPr>
            <p:spPr bwMode="auto">
              <a:xfrm>
                <a:off x="5709413" y="1735849"/>
                <a:ext cx="2073917" cy="1975628"/>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ysClr val="window" lastClr="FFFFFF">
                  <a:alpha val="20000"/>
                </a:sysClr>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52" name="Freeform 31"/>
              <p:cNvSpPr>
                <a:spLocks/>
              </p:cNvSpPr>
              <p:nvPr/>
            </p:nvSpPr>
            <p:spPr bwMode="auto">
              <a:xfrm>
                <a:off x="6192840" y="1832776"/>
                <a:ext cx="1697512" cy="2359188"/>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ysClr val="window" lastClr="FFFFFF">
                  <a:alpha val="20000"/>
                </a:sysClr>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sp>
            <p:nvSpPr>
              <p:cNvPr id="53" name="Freeform 32"/>
              <p:cNvSpPr>
                <a:spLocks/>
              </p:cNvSpPr>
              <p:nvPr/>
            </p:nvSpPr>
            <p:spPr bwMode="auto">
              <a:xfrm>
                <a:off x="5086988" y="1719636"/>
                <a:ext cx="2507520" cy="1846489"/>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ysClr val="window" lastClr="FFFFFF">
                  <a:alpha val="20000"/>
                </a:sysClr>
              </a:solidFill>
              <a:ln>
                <a:noFill/>
              </a:ln>
            </p:spPr>
            <p:txBody>
              <a:bodyPr lIns="68580" tIns="34290" rIns="68580" bIns="34290"/>
              <a:lstStyle/>
              <a:p>
                <a:pPr fontAlgn="auto">
                  <a:spcBef>
                    <a:spcPts val="0"/>
                  </a:spcBef>
                  <a:spcAft>
                    <a:spcPts val="0"/>
                  </a:spcAft>
                  <a:defRPr/>
                </a:pPr>
                <a:endParaRPr lang="id-ID" sz="1350" kern="0">
                  <a:solidFill>
                    <a:prstClr val="black"/>
                  </a:solidFill>
                  <a:latin typeface="Calibri" panose="020F0502020204030204"/>
                  <a:cs typeface="+mn-cs"/>
                </a:endParaRPr>
              </a:p>
            </p:txBody>
          </p:sp>
        </p:grpSp>
      </p:gr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46"/>
                                        </p:tgtEl>
                                        <p:attrNameLst>
                                          <p:attrName>style.visibility</p:attrName>
                                        </p:attrNameLst>
                                      </p:cBhvr>
                                      <p:to>
                                        <p:strVal val="visible"/>
                                      </p:to>
                                    </p:set>
                                  </p:childTnLst>
                                </p:cTn>
                              </p:par>
                            </p:childTnLst>
                          </p:cTn>
                        </p:par>
                        <p:par>
                          <p:cTn id="7" fill="hold">
                            <p:stCondLst>
                              <p:cond delay="250"/>
                            </p:stCondLst>
                            <p:childTnLst>
                              <p:par>
                                <p:cTn id="8" presetID="10" presetClass="entr" presetSubtype="0" fill="hold" grpId="0" nodeType="after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250"/>
                            </p:stCondLst>
                            <p:childTnLst>
                              <p:par>
                                <p:cTn id="16" presetID="10" presetClass="entr" presetSubtype="0" fill="hold" grpId="0" nodeType="after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childTnLst>
                          </p:cTn>
                        </p:par>
                        <p:par>
                          <p:cTn id="19" fill="hold">
                            <p:stCondLst>
                              <p:cond delay="1750"/>
                            </p:stCondLst>
                            <p:childTnLst>
                              <p:par>
                                <p:cTn id="20" presetID="21" presetClass="entr" presetSubtype="1"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wheel(1)">
                                      <p:cBhvr>
                                        <p:cTn id="22"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p:bldP spid="4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190071" y="4633457"/>
            <a:ext cx="5918200" cy="2235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62" name="Group 61"/>
          <p:cNvGrpSpPr>
            <a:grpSpLocks/>
          </p:cNvGrpSpPr>
          <p:nvPr/>
        </p:nvGrpSpPr>
        <p:grpSpPr bwMode="auto">
          <a:xfrm>
            <a:off x="6272213" y="1803400"/>
            <a:ext cx="5518150" cy="5108575"/>
            <a:chOff x="1674813" y="358775"/>
            <a:chExt cx="4483100" cy="4505325"/>
          </a:xfrm>
        </p:grpSpPr>
        <p:grpSp>
          <p:nvGrpSpPr>
            <p:cNvPr id="437258" name="Group 4"/>
            <p:cNvGrpSpPr>
              <a:grpSpLocks noChangeAspect="1"/>
            </p:cNvGrpSpPr>
            <p:nvPr/>
          </p:nvGrpSpPr>
          <p:grpSpPr bwMode="auto">
            <a:xfrm>
              <a:off x="1674816" y="358775"/>
              <a:ext cx="4483102" cy="4505325"/>
              <a:chOff x="1391" y="226"/>
              <a:chExt cx="2824" cy="2838"/>
            </a:xfrm>
          </p:grpSpPr>
          <p:sp>
            <p:nvSpPr>
              <p:cNvPr id="437260" name="AutoShape 3"/>
              <p:cNvSpPr>
                <a:spLocks noChangeAspect="1" noChangeArrowheads="1" noTextEdit="1"/>
              </p:cNvSpPr>
              <p:nvPr/>
            </p:nvSpPr>
            <p:spPr bwMode="auto">
              <a:xfrm>
                <a:off x="1392" y="228"/>
                <a:ext cx="2798" cy="2836"/>
              </a:xfrm>
              <a:prstGeom prst="rect">
                <a:avLst/>
              </a:prstGeom>
              <a:noFill/>
              <a:ln w="9525">
                <a:noFill/>
                <a:miter lim="800000"/>
                <a:headEnd/>
                <a:tailEnd/>
              </a:ln>
            </p:spPr>
            <p:txBody>
              <a:bodyPr lIns="121920" tIns="60960" rIns="121920" bIns="60960"/>
              <a:lstStyle/>
              <a:p>
                <a:endParaRPr lang="el-GR"/>
              </a:p>
            </p:txBody>
          </p:sp>
          <p:grpSp>
            <p:nvGrpSpPr>
              <p:cNvPr id="437261" name="Group 205"/>
              <p:cNvGrpSpPr>
                <a:grpSpLocks/>
              </p:cNvGrpSpPr>
              <p:nvPr/>
            </p:nvGrpSpPr>
            <p:grpSpPr bwMode="auto">
              <a:xfrm>
                <a:off x="1391" y="226"/>
                <a:ext cx="2824" cy="2829"/>
                <a:chOff x="1391" y="226"/>
                <a:chExt cx="2824" cy="2829"/>
              </a:xfrm>
            </p:grpSpPr>
            <p:sp>
              <p:nvSpPr>
                <p:cNvPr id="437355" name="Freeform 6"/>
                <p:cNvSpPr>
                  <a:spLocks/>
                </p:cNvSpPr>
                <p:nvPr/>
              </p:nvSpPr>
              <p:spPr bwMode="auto">
                <a:xfrm>
                  <a:off x="2064" y="1417"/>
                  <a:ext cx="1376" cy="1638"/>
                </a:xfrm>
                <a:custGeom>
                  <a:avLst/>
                  <a:gdLst>
                    <a:gd name="T0" fmla="*/ 483 w 1522"/>
                    <a:gd name="T1" fmla="*/ 1638 h 1813"/>
                    <a:gd name="T2" fmla="*/ 397 w 1522"/>
                    <a:gd name="T3" fmla="*/ 1403 h 1813"/>
                    <a:gd name="T4" fmla="*/ 134 w 1522"/>
                    <a:gd name="T5" fmla="*/ 1384 h 1813"/>
                    <a:gd name="T6" fmla="*/ 122 w 1522"/>
                    <a:gd name="T7" fmla="*/ 1238 h 1813"/>
                    <a:gd name="T8" fmla="*/ 99 w 1522"/>
                    <a:gd name="T9" fmla="*/ 1165 h 1813"/>
                    <a:gd name="T10" fmla="*/ 99 w 1522"/>
                    <a:gd name="T11" fmla="*/ 1043 h 1813"/>
                    <a:gd name="T12" fmla="*/ 5 w 1522"/>
                    <a:gd name="T13" fmla="*/ 957 h 1813"/>
                    <a:gd name="T14" fmla="*/ 123 w 1522"/>
                    <a:gd name="T15" fmla="*/ 786 h 1813"/>
                    <a:gd name="T16" fmla="*/ 310 w 1522"/>
                    <a:gd name="T17" fmla="*/ 172 h 1813"/>
                    <a:gd name="T18" fmla="*/ 1040 w 1522"/>
                    <a:gd name="T19" fmla="*/ 105 h 1813"/>
                    <a:gd name="T20" fmla="*/ 1321 w 1522"/>
                    <a:gd name="T21" fmla="*/ 409 h 1813"/>
                    <a:gd name="T22" fmla="*/ 1312 w 1522"/>
                    <a:gd name="T23" fmla="*/ 847 h 1813"/>
                    <a:gd name="T24" fmla="*/ 1060 w 1522"/>
                    <a:gd name="T25" fmla="*/ 1193 h 1813"/>
                    <a:gd name="T26" fmla="*/ 1176 w 1522"/>
                    <a:gd name="T27" fmla="*/ 1633 h 1813"/>
                    <a:gd name="T28" fmla="*/ 483 w 1522"/>
                    <a:gd name="T29" fmla="*/ 1638 h 18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22"/>
                    <a:gd name="T46" fmla="*/ 0 h 1813"/>
                    <a:gd name="T47" fmla="*/ 1522 w 1522"/>
                    <a:gd name="T48" fmla="*/ 1813 h 18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22" h="1813">
                      <a:moveTo>
                        <a:pt x="534" y="1813"/>
                      </a:moveTo>
                      <a:cubicBezTo>
                        <a:pt x="534" y="1813"/>
                        <a:pt x="464" y="1592"/>
                        <a:pt x="439" y="1553"/>
                      </a:cubicBezTo>
                      <a:cubicBezTo>
                        <a:pt x="413" y="1514"/>
                        <a:pt x="212" y="1576"/>
                        <a:pt x="148" y="1532"/>
                      </a:cubicBezTo>
                      <a:cubicBezTo>
                        <a:pt x="83" y="1489"/>
                        <a:pt x="135" y="1370"/>
                        <a:pt x="135" y="1370"/>
                      </a:cubicBezTo>
                      <a:cubicBezTo>
                        <a:pt x="135" y="1370"/>
                        <a:pt x="32" y="1362"/>
                        <a:pt x="109" y="1290"/>
                      </a:cubicBezTo>
                      <a:cubicBezTo>
                        <a:pt x="32" y="1272"/>
                        <a:pt x="117" y="1182"/>
                        <a:pt x="109" y="1154"/>
                      </a:cubicBezTo>
                      <a:cubicBezTo>
                        <a:pt x="47" y="1144"/>
                        <a:pt x="0" y="1100"/>
                        <a:pt x="5" y="1059"/>
                      </a:cubicBezTo>
                      <a:cubicBezTo>
                        <a:pt x="11" y="1018"/>
                        <a:pt x="154" y="906"/>
                        <a:pt x="136" y="870"/>
                      </a:cubicBezTo>
                      <a:cubicBezTo>
                        <a:pt x="118" y="834"/>
                        <a:pt x="8" y="466"/>
                        <a:pt x="343" y="190"/>
                      </a:cubicBezTo>
                      <a:cubicBezTo>
                        <a:pt x="553" y="18"/>
                        <a:pt x="897" y="0"/>
                        <a:pt x="1150" y="116"/>
                      </a:cubicBezTo>
                      <a:cubicBezTo>
                        <a:pt x="1301" y="185"/>
                        <a:pt x="1415" y="320"/>
                        <a:pt x="1461" y="453"/>
                      </a:cubicBezTo>
                      <a:cubicBezTo>
                        <a:pt x="1517" y="612"/>
                        <a:pt x="1522" y="801"/>
                        <a:pt x="1451" y="937"/>
                      </a:cubicBezTo>
                      <a:cubicBezTo>
                        <a:pt x="1363" y="1106"/>
                        <a:pt x="1187" y="1215"/>
                        <a:pt x="1173" y="1321"/>
                      </a:cubicBezTo>
                      <a:cubicBezTo>
                        <a:pt x="1147" y="1514"/>
                        <a:pt x="1301" y="1807"/>
                        <a:pt x="1301" y="1807"/>
                      </a:cubicBezTo>
                      <a:lnTo>
                        <a:pt x="534" y="1813"/>
                      </a:lnTo>
                      <a:close/>
                    </a:path>
                  </a:pathLst>
                </a:custGeom>
                <a:solidFill>
                  <a:schemeClr val="bg1"/>
                </a:solidFill>
                <a:ln w="9525">
                  <a:noFill/>
                  <a:round/>
                  <a:headEnd/>
                  <a:tailEnd/>
                </a:ln>
              </p:spPr>
              <p:txBody>
                <a:bodyPr lIns="121920" tIns="60960" rIns="121920" bIns="60960"/>
                <a:lstStyle/>
                <a:p>
                  <a:pPr eaLnBrk="0" hangingPunct="0"/>
                  <a:endParaRPr lang="el-GR" sz="3200"/>
                </a:p>
              </p:txBody>
            </p:sp>
            <p:sp>
              <p:nvSpPr>
                <p:cNvPr id="161" name="Freeform 7"/>
                <p:cNvSpPr>
                  <a:spLocks/>
                </p:cNvSpPr>
                <p:nvPr/>
              </p:nvSpPr>
              <p:spPr bwMode="auto">
                <a:xfrm>
                  <a:off x="2309" y="1519"/>
                  <a:ext cx="277" cy="336"/>
                </a:xfrm>
                <a:custGeom>
                  <a:avLst/>
                  <a:gdLst/>
                  <a:ahLst/>
                  <a:cxnLst>
                    <a:cxn ang="0">
                      <a:pos x="18" y="225"/>
                    </a:cxn>
                    <a:cxn ang="0">
                      <a:pos x="0" y="371"/>
                    </a:cxn>
                    <a:cxn ang="0">
                      <a:pos x="169" y="371"/>
                    </a:cxn>
                    <a:cxn ang="0">
                      <a:pos x="260" y="196"/>
                    </a:cxn>
                    <a:cxn ang="0">
                      <a:pos x="164" y="138"/>
                    </a:cxn>
                    <a:cxn ang="0">
                      <a:pos x="306" y="136"/>
                    </a:cxn>
                    <a:cxn ang="0">
                      <a:pos x="306" y="0"/>
                    </a:cxn>
                    <a:cxn ang="0">
                      <a:pos x="108" y="104"/>
                    </a:cxn>
                    <a:cxn ang="0">
                      <a:pos x="43" y="165"/>
                    </a:cxn>
                    <a:cxn ang="0">
                      <a:pos x="196" y="225"/>
                    </a:cxn>
                    <a:cxn ang="0">
                      <a:pos x="18" y="225"/>
                    </a:cxn>
                  </a:cxnLst>
                  <a:rect l="0" t="0" r="r" b="b"/>
                  <a:pathLst>
                    <a:path w="306" h="371">
                      <a:moveTo>
                        <a:pt x="18" y="225"/>
                      </a:moveTo>
                      <a:cubicBezTo>
                        <a:pt x="9" y="225"/>
                        <a:pt x="0" y="371"/>
                        <a:pt x="0" y="371"/>
                      </a:cubicBezTo>
                      <a:cubicBezTo>
                        <a:pt x="169" y="371"/>
                        <a:pt x="169" y="371"/>
                        <a:pt x="169" y="371"/>
                      </a:cubicBezTo>
                      <a:cubicBezTo>
                        <a:pt x="260" y="196"/>
                        <a:pt x="260" y="196"/>
                        <a:pt x="260" y="196"/>
                      </a:cubicBezTo>
                      <a:cubicBezTo>
                        <a:pt x="164" y="138"/>
                        <a:pt x="164" y="138"/>
                        <a:pt x="164" y="138"/>
                      </a:cubicBezTo>
                      <a:cubicBezTo>
                        <a:pt x="306" y="136"/>
                        <a:pt x="306" y="136"/>
                        <a:pt x="306" y="136"/>
                      </a:cubicBezTo>
                      <a:cubicBezTo>
                        <a:pt x="306" y="0"/>
                        <a:pt x="306" y="0"/>
                        <a:pt x="306" y="0"/>
                      </a:cubicBezTo>
                      <a:cubicBezTo>
                        <a:pt x="233" y="23"/>
                        <a:pt x="165" y="57"/>
                        <a:pt x="108" y="104"/>
                      </a:cubicBezTo>
                      <a:cubicBezTo>
                        <a:pt x="84" y="124"/>
                        <a:pt x="63" y="144"/>
                        <a:pt x="43" y="165"/>
                      </a:cubicBezTo>
                      <a:cubicBezTo>
                        <a:pt x="196" y="225"/>
                        <a:pt x="196" y="225"/>
                        <a:pt x="196" y="225"/>
                      </a:cubicBezTo>
                      <a:cubicBezTo>
                        <a:pt x="196" y="225"/>
                        <a:pt x="26" y="225"/>
                        <a:pt x="18" y="225"/>
                      </a:cubicBez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2" name="Freeform 8"/>
                <p:cNvSpPr>
                  <a:spLocks/>
                </p:cNvSpPr>
                <p:nvPr/>
              </p:nvSpPr>
              <p:spPr bwMode="auto">
                <a:xfrm>
                  <a:off x="2313" y="1888"/>
                  <a:ext cx="258" cy="138"/>
                </a:xfrm>
                <a:custGeom>
                  <a:avLst/>
                  <a:gdLst/>
                  <a:ahLst/>
                  <a:cxnLst>
                    <a:cxn ang="0">
                      <a:pos x="112" y="0"/>
                    </a:cxn>
                    <a:cxn ang="0">
                      <a:pos x="0" y="0"/>
                    </a:cxn>
                    <a:cxn ang="0">
                      <a:pos x="164" y="138"/>
                    </a:cxn>
                    <a:cxn ang="0">
                      <a:pos x="258" y="101"/>
                    </a:cxn>
                    <a:cxn ang="0">
                      <a:pos x="112" y="0"/>
                    </a:cxn>
                  </a:cxnLst>
                  <a:rect l="0" t="0" r="r" b="b"/>
                  <a:pathLst>
                    <a:path w="258" h="138">
                      <a:moveTo>
                        <a:pt x="112" y="0"/>
                      </a:moveTo>
                      <a:lnTo>
                        <a:pt x="0" y="0"/>
                      </a:lnTo>
                      <a:lnTo>
                        <a:pt x="164" y="138"/>
                      </a:lnTo>
                      <a:lnTo>
                        <a:pt x="258" y="101"/>
                      </a:lnTo>
                      <a:lnTo>
                        <a:pt x="112" y="0"/>
                      </a:ln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3" name="Freeform 9"/>
                <p:cNvSpPr>
                  <a:spLocks/>
                </p:cNvSpPr>
                <p:nvPr/>
              </p:nvSpPr>
              <p:spPr bwMode="auto">
                <a:xfrm>
                  <a:off x="2524" y="1776"/>
                  <a:ext cx="842" cy="400"/>
                </a:xfrm>
                <a:custGeom>
                  <a:avLst/>
                  <a:gdLst/>
                  <a:ahLst/>
                  <a:cxnLst>
                    <a:cxn ang="0">
                      <a:pos x="923" y="194"/>
                    </a:cxn>
                    <a:cxn ang="0">
                      <a:pos x="733" y="201"/>
                    </a:cxn>
                    <a:cxn ang="0">
                      <a:pos x="719" y="248"/>
                    </a:cxn>
                    <a:cxn ang="0">
                      <a:pos x="786" y="280"/>
                    </a:cxn>
                    <a:cxn ang="0">
                      <a:pos x="689" y="268"/>
                    </a:cxn>
                    <a:cxn ang="0">
                      <a:pos x="724" y="178"/>
                    </a:cxn>
                    <a:cxn ang="0">
                      <a:pos x="919" y="164"/>
                    </a:cxn>
                    <a:cxn ang="0">
                      <a:pos x="891" y="59"/>
                    </a:cxn>
                    <a:cxn ang="0">
                      <a:pos x="866" y="0"/>
                    </a:cxn>
                    <a:cxn ang="0">
                      <a:pos x="684" y="134"/>
                    </a:cxn>
                    <a:cxn ang="0">
                      <a:pos x="529" y="87"/>
                    </a:cxn>
                    <a:cxn ang="0">
                      <a:pos x="374" y="177"/>
                    </a:cxn>
                    <a:cxn ang="0">
                      <a:pos x="198" y="172"/>
                    </a:cxn>
                    <a:cxn ang="0">
                      <a:pos x="190" y="251"/>
                    </a:cxn>
                    <a:cxn ang="0">
                      <a:pos x="307" y="296"/>
                    </a:cxn>
                    <a:cxn ang="0">
                      <a:pos x="295" y="341"/>
                    </a:cxn>
                    <a:cxn ang="0">
                      <a:pos x="204" y="312"/>
                    </a:cxn>
                    <a:cxn ang="0">
                      <a:pos x="58" y="251"/>
                    </a:cxn>
                    <a:cxn ang="0">
                      <a:pos x="0" y="283"/>
                    </a:cxn>
                    <a:cxn ang="0">
                      <a:pos x="0" y="382"/>
                    </a:cxn>
                    <a:cxn ang="0">
                      <a:pos x="90" y="443"/>
                    </a:cxn>
                    <a:cxn ang="0">
                      <a:pos x="371" y="443"/>
                    </a:cxn>
                    <a:cxn ang="0">
                      <a:pos x="423" y="327"/>
                    </a:cxn>
                    <a:cxn ang="0">
                      <a:pos x="364" y="252"/>
                    </a:cxn>
                    <a:cxn ang="0">
                      <a:pos x="532" y="259"/>
                    </a:cxn>
                    <a:cxn ang="0">
                      <a:pos x="457" y="331"/>
                    </a:cxn>
                    <a:cxn ang="0">
                      <a:pos x="543" y="334"/>
                    </a:cxn>
                    <a:cxn ang="0">
                      <a:pos x="654" y="291"/>
                    </a:cxn>
                    <a:cxn ang="0">
                      <a:pos x="733" y="359"/>
                    </a:cxn>
                    <a:cxn ang="0">
                      <a:pos x="925" y="356"/>
                    </a:cxn>
                    <a:cxn ang="0">
                      <a:pos x="923" y="194"/>
                    </a:cxn>
                  </a:cxnLst>
                  <a:rect l="0" t="0" r="r" b="b"/>
                  <a:pathLst>
                    <a:path w="932" h="443">
                      <a:moveTo>
                        <a:pt x="923" y="194"/>
                      </a:moveTo>
                      <a:cubicBezTo>
                        <a:pt x="733" y="201"/>
                        <a:pt x="733" y="201"/>
                        <a:pt x="733" y="201"/>
                      </a:cubicBezTo>
                      <a:cubicBezTo>
                        <a:pt x="719" y="248"/>
                        <a:pt x="719" y="248"/>
                        <a:pt x="719" y="248"/>
                      </a:cubicBezTo>
                      <a:cubicBezTo>
                        <a:pt x="786" y="280"/>
                        <a:pt x="786" y="280"/>
                        <a:pt x="786" y="280"/>
                      </a:cubicBezTo>
                      <a:cubicBezTo>
                        <a:pt x="689" y="268"/>
                        <a:pt x="689" y="268"/>
                        <a:pt x="689" y="268"/>
                      </a:cubicBezTo>
                      <a:cubicBezTo>
                        <a:pt x="724" y="178"/>
                        <a:pt x="724" y="178"/>
                        <a:pt x="724" y="178"/>
                      </a:cubicBezTo>
                      <a:cubicBezTo>
                        <a:pt x="919" y="164"/>
                        <a:pt x="919" y="164"/>
                        <a:pt x="919" y="164"/>
                      </a:cubicBezTo>
                      <a:cubicBezTo>
                        <a:pt x="912" y="128"/>
                        <a:pt x="903" y="93"/>
                        <a:pt x="891" y="59"/>
                      </a:cubicBezTo>
                      <a:cubicBezTo>
                        <a:pt x="884" y="40"/>
                        <a:pt x="876" y="20"/>
                        <a:pt x="866" y="0"/>
                      </a:cubicBezTo>
                      <a:cubicBezTo>
                        <a:pt x="684" y="134"/>
                        <a:pt x="684" y="134"/>
                        <a:pt x="684" y="134"/>
                      </a:cubicBezTo>
                      <a:cubicBezTo>
                        <a:pt x="529" y="87"/>
                        <a:pt x="529" y="87"/>
                        <a:pt x="529" y="87"/>
                      </a:cubicBezTo>
                      <a:cubicBezTo>
                        <a:pt x="374" y="177"/>
                        <a:pt x="374" y="177"/>
                        <a:pt x="374" y="177"/>
                      </a:cubicBezTo>
                      <a:cubicBezTo>
                        <a:pt x="198" y="172"/>
                        <a:pt x="198" y="172"/>
                        <a:pt x="198" y="172"/>
                      </a:cubicBezTo>
                      <a:cubicBezTo>
                        <a:pt x="190" y="251"/>
                        <a:pt x="190" y="251"/>
                        <a:pt x="190" y="251"/>
                      </a:cubicBezTo>
                      <a:cubicBezTo>
                        <a:pt x="307" y="296"/>
                        <a:pt x="307" y="296"/>
                        <a:pt x="307" y="296"/>
                      </a:cubicBezTo>
                      <a:cubicBezTo>
                        <a:pt x="295" y="341"/>
                        <a:pt x="295" y="341"/>
                        <a:pt x="295" y="341"/>
                      </a:cubicBezTo>
                      <a:cubicBezTo>
                        <a:pt x="204" y="312"/>
                        <a:pt x="204" y="312"/>
                        <a:pt x="204" y="312"/>
                      </a:cubicBezTo>
                      <a:cubicBezTo>
                        <a:pt x="58" y="251"/>
                        <a:pt x="58" y="251"/>
                        <a:pt x="58" y="251"/>
                      </a:cubicBezTo>
                      <a:cubicBezTo>
                        <a:pt x="0" y="283"/>
                        <a:pt x="0" y="283"/>
                        <a:pt x="0" y="283"/>
                      </a:cubicBezTo>
                      <a:cubicBezTo>
                        <a:pt x="0" y="382"/>
                        <a:pt x="0" y="382"/>
                        <a:pt x="0" y="382"/>
                      </a:cubicBezTo>
                      <a:cubicBezTo>
                        <a:pt x="90" y="443"/>
                        <a:pt x="90" y="443"/>
                        <a:pt x="90" y="443"/>
                      </a:cubicBezTo>
                      <a:cubicBezTo>
                        <a:pt x="371" y="443"/>
                        <a:pt x="371" y="443"/>
                        <a:pt x="371" y="443"/>
                      </a:cubicBezTo>
                      <a:cubicBezTo>
                        <a:pt x="423" y="327"/>
                        <a:pt x="423" y="327"/>
                        <a:pt x="423" y="327"/>
                      </a:cubicBezTo>
                      <a:cubicBezTo>
                        <a:pt x="364" y="252"/>
                        <a:pt x="364" y="252"/>
                        <a:pt x="364" y="252"/>
                      </a:cubicBezTo>
                      <a:cubicBezTo>
                        <a:pt x="532" y="259"/>
                        <a:pt x="532" y="259"/>
                        <a:pt x="532" y="259"/>
                      </a:cubicBezTo>
                      <a:cubicBezTo>
                        <a:pt x="457" y="331"/>
                        <a:pt x="457" y="331"/>
                        <a:pt x="457" y="331"/>
                      </a:cubicBezTo>
                      <a:cubicBezTo>
                        <a:pt x="543" y="334"/>
                        <a:pt x="543" y="334"/>
                        <a:pt x="543" y="334"/>
                      </a:cubicBezTo>
                      <a:cubicBezTo>
                        <a:pt x="654" y="291"/>
                        <a:pt x="654" y="291"/>
                        <a:pt x="654" y="291"/>
                      </a:cubicBezTo>
                      <a:cubicBezTo>
                        <a:pt x="733" y="359"/>
                        <a:pt x="733" y="359"/>
                        <a:pt x="733" y="359"/>
                      </a:cubicBezTo>
                      <a:cubicBezTo>
                        <a:pt x="925" y="356"/>
                        <a:pt x="925" y="356"/>
                        <a:pt x="925" y="356"/>
                      </a:cubicBezTo>
                      <a:cubicBezTo>
                        <a:pt x="932" y="304"/>
                        <a:pt x="931" y="248"/>
                        <a:pt x="923" y="194"/>
                      </a:cubicBez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4" name="Freeform 10"/>
                <p:cNvSpPr>
                  <a:spLocks/>
                </p:cNvSpPr>
                <p:nvPr/>
              </p:nvSpPr>
              <p:spPr bwMode="auto">
                <a:xfrm>
                  <a:off x="2782" y="2201"/>
                  <a:ext cx="222" cy="173"/>
                </a:xfrm>
                <a:custGeom>
                  <a:avLst/>
                  <a:gdLst/>
                  <a:ahLst/>
                  <a:cxnLst>
                    <a:cxn ang="0">
                      <a:pos x="0" y="26"/>
                    </a:cxn>
                    <a:cxn ang="0">
                      <a:pos x="158" y="191"/>
                    </a:cxn>
                    <a:cxn ang="0">
                      <a:pos x="246" y="150"/>
                    </a:cxn>
                    <a:cxn ang="0">
                      <a:pos x="111" y="0"/>
                    </a:cxn>
                    <a:cxn ang="0">
                      <a:pos x="0" y="26"/>
                    </a:cxn>
                  </a:cxnLst>
                  <a:rect l="0" t="0" r="r" b="b"/>
                  <a:pathLst>
                    <a:path w="246" h="191">
                      <a:moveTo>
                        <a:pt x="0" y="26"/>
                      </a:moveTo>
                      <a:cubicBezTo>
                        <a:pt x="158" y="191"/>
                        <a:pt x="158" y="191"/>
                        <a:pt x="158" y="191"/>
                      </a:cubicBezTo>
                      <a:cubicBezTo>
                        <a:pt x="246" y="150"/>
                        <a:pt x="246" y="150"/>
                        <a:pt x="246" y="150"/>
                      </a:cubicBezTo>
                      <a:cubicBezTo>
                        <a:pt x="111" y="0"/>
                        <a:pt x="111" y="0"/>
                        <a:pt x="111" y="0"/>
                      </a:cubicBezTo>
                      <a:cubicBezTo>
                        <a:pt x="111" y="0"/>
                        <a:pt x="20" y="26"/>
                        <a:pt x="0" y="26"/>
                      </a:cubicBez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5" name="Freeform 11"/>
                <p:cNvSpPr>
                  <a:spLocks/>
                </p:cNvSpPr>
                <p:nvPr/>
              </p:nvSpPr>
              <p:spPr bwMode="auto">
                <a:xfrm>
                  <a:off x="2902" y="2104"/>
                  <a:ext cx="258" cy="143"/>
                </a:xfrm>
                <a:custGeom>
                  <a:avLst/>
                  <a:gdLst/>
                  <a:ahLst/>
                  <a:cxnLst>
                    <a:cxn ang="0">
                      <a:pos x="0" y="72"/>
                    </a:cxn>
                    <a:cxn ang="0">
                      <a:pos x="80" y="143"/>
                    </a:cxn>
                    <a:cxn ang="0">
                      <a:pos x="258" y="103"/>
                    </a:cxn>
                    <a:cxn ang="0">
                      <a:pos x="258" y="0"/>
                    </a:cxn>
                    <a:cxn ang="0">
                      <a:pos x="28" y="0"/>
                    </a:cxn>
                    <a:cxn ang="0">
                      <a:pos x="0" y="72"/>
                    </a:cxn>
                  </a:cxnLst>
                  <a:rect l="0" t="0" r="r" b="b"/>
                  <a:pathLst>
                    <a:path w="258" h="143">
                      <a:moveTo>
                        <a:pt x="0" y="72"/>
                      </a:moveTo>
                      <a:lnTo>
                        <a:pt x="80" y="143"/>
                      </a:lnTo>
                      <a:lnTo>
                        <a:pt x="258" y="103"/>
                      </a:lnTo>
                      <a:lnTo>
                        <a:pt x="258" y="0"/>
                      </a:lnTo>
                      <a:lnTo>
                        <a:pt x="28" y="0"/>
                      </a:lnTo>
                      <a:lnTo>
                        <a:pt x="0" y="72"/>
                      </a:ln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6" name="Freeform 12"/>
                <p:cNvSpPr>
                  <a:spLocks/>
                </p:cNvSpPr>
                <p:nvPr/>
              </p:nvSpPr>
              <p:spPr bwMode="auto">
                <a:xfrm>
                  <a:off x="2847" y="1509"/>
                  <a:ext cx="230" cy="317"/>
                </a:xfrm>
                <a:custGeom>
                  <a:avLst/>
                  <a:gdLst/>
                  <a:ahLst/>
                  <a:cxnLst>
                    <a:cxn ang="0">
                      <a:pos x="128" y="202"/>
                    </a:cxn>
                    <a:cxn ang="0">
                      <a:pos x="121" y="333"/>
                    </a:cxn>
                    <a:cxn ang="0">
                      <a:pos x="171" y="352"/>
                    </a:cxn>
                    <a:cxn ang="0">
                      <a:pos x="247" y="238"/>
                    </a:cxn>
                    <a:cxn ang="0">
                      <a:pos x="254" y="50"/>
                    </a:cxn>
                    <a:cxn ang="0">
                      <a:pos x="249" y="48"/>
                    </a:cxn>
                    <a:cxn ang="0">
                      <a:pos x="107" y="0"/>
                    </a:cxn>
                    <a:cxn ang="0">
                      <a:pos x="0" y="162"/>
                    </a:cxn>
                    <a:cxn ang="0">
                      <a:pos x="128" y="202"/>
                    </a:cxn>
                  </a:cxnLst>
                  <a:rect l="0" t="0" r="r" b="b"/>
                  <a:pathLst>
                    <a:path w="254" h="352">
                      <a:moveTo>
                        <a:pt x="128" y="202"/>
                      </a:moveTo>
                      <a:cubicBezTo>
                        <a:pt x="121" y="333"/>
                        <a:pt x="121" y="333"/>
                        <a:pt x="121" y="333"/>
                      </a:cubicBezTo>
                      <a:cubicBezTo>
                        <a:pt x="171" y="352"/>
                        <a:pt x="171" y="352"/>
                        <a:pt x="171" y="352"/>
                      </a:cubicBezTo>
                      <a:cubicBezTo>
                        <a:pt x="247" y="238"/>
                        <a:pt x="247" y="238"/>
                        <a:pt x="247" y="238"/>
                      </a:cubicBezTo>
                      <a:cubicBezTo>
                        <a:pt x="254" y="50"/>
                        <a:pt x="254" y="50"/>
                        <a:pt x="254" y="50"/>
                      </a:cubicBezTo>
                      <a:cubicBezTo>
                        <a:pt x="252" y="49"/>
                        <a:pt x="251" y="48"/>
                        <a:pt x="249" y="48"/>
                      </a:cubicBezTo>
                      <a:cubicBezTo>
                        <a:pt x="204" y="27"/>
                        <a:pt x="156" y="11"/>
                        <a:pt x="107" y="0"/>
                      </a:cubicBezTo>
                      <a:cubicBezTo>
                        <a:pt x="0" y="162"/>
                        <a:pt x="0" y="162"/>
                        <a:pt x="0" y="162"/>
                      </a:cubicBezTo>
                      <a:lnTo>
                        <a:pt x="128" y="202"/>
                      </a:ln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7" name="Freeform 13"/>
                <p:cNvSpPr>
                  <a:spLocks/>
                </p:cNvSpPr>
                <p:nvPr/>
              </p:nvSpPr>
              <p:spPr bwMode="auto">
                <a:xfrm>
                  <a:off x="3078" y="1595"/>
                  <a:ext cx="203" cy="246"/>
                </a:xfrm>
                <a:custGeom>
                  <a:avLst/>
                  <a:gdLst/>
                  <a:ahLst/>
                  <a:cxnLst>
                    <a:cxn ang="0">
                      <a:pos x="47" y="133"/>
                    </a:cxn>
                    <a:cxn ang="0">
                      <a:pos x="0" y="193"/>
                    </a:cxn>
                    <a:cxn ang="0">
                      <a:pos x="0" y="272"/>
                    </a:cxn>
                    <a:cxn ang="0">
                      <a:pos x="82" y="272"/>
                    </a:cxn>
                    <a:cxn ang="0">
                      <a:pos x="225" y="152"/>
                    </a:cxn>
                    <a:cxn ang="0">
                      <a:pos x="77" y="0"/>
                    </a:cxn>
                    <a:cxn ang="0">
                      <a:pos x="41" y="33"/>
                    </a:cxn>
                    <a:cxn ang="0">
                      <a:pos x="47" y="133"/>
                    </a:cxn>
                  </a:cxnLst>
                  <a:rect l="0" t="0" r="r" b="b"/>
                  <a:pathLst>
                    <a:path w="225" h="272">
                      <a:moveTo>
                        <a:pt x="47" y="133"/>
                      </a:moveTo>
                      <a:cubicBezTo>
                        <a:pt x="0" y="193"/>
                        <a:pt x="0" y="193"/>
                        <a:pt x="0" y="193"/>
                      </a:cubicBezTo>
                      <a:cubicBezTo>
                        <a:pt x="0" y="272"/>
                        <a:pt x="0" y="272"/>
                        <a:pt x="0" y="272"/>
                      </a:cubicBezTo>
                      <a:cubicBezTo>
                        <a:pt x="82" y="272"/>
                        <a:pt x="82" y="272"/>
                        <a:pt x="82" y="272"/>
                      </a:cubicBezTo>
                      <a:cubicBezTo>
                        <a:pt x="225" y="152"/>
                        <a:pt x="225" y="152"/>
                        <a:pt x="225" y="152"/>
                      </a:cubicBezTo>
                      <a:cubicBezTo>
                        <a:pt x="187" y="95"/>
                        <a:pt x="137" y="42"/>
                        <a:pt x="77" y="0"/>
                      </a:cubicBezTo>
                      <a:cubicBezTo>
                        <a:pt x="41" y="33"/>
                        <a:pt x="41" y="33"/>
                        <a:pt x="41" y="33"/>
                      </a:cubicBezTo>
                      <a:lnTo>
                        <a:pt x="47" y="133"/>
                      </a:ln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8" name="Freeform 14"/>
                <p:cNvSpPr>
                  <a:spLocks/>
                </p:cNvSpPr>
                <p:nvPr/>
              </p:nvSpPr>
              <p:spPr bwMode="auto">
                <a:xfrm>
                  <a:off x="2477" y="1488"/>
                  <a:ext cx="440" cy="478"/>
                </a:xfrm>
                <a:custGeom>
                  <a:avLst/>
                  <a:gdLst/>
                  <a:ahLst/>
                  <a:cxnLst>
                    <a:cxn ang="0">
                      <a:pos x="321" y="283"/>
                    </a:cxn>
                    <a:cxn ang="0">
                      <a:pos x="276" y="304"/>
                    </a:cxn>
                    <a:cxn ang="0">
                      <a:pos x="124" y="252"/>
                    </a:cxn>
                    <a:cxn ang="0">
                      <a:pos x="97" y="304"/>
                    </a:cxn>
                    <a:cxn ang="0">
                      <a:pos x="136" y="333"/>
                    </a:cxn>
                    <a:cxn ang="0">
                      <a:pos x="124" y="377"/>
                    </a:cxn>
                    <a:cxn ang="0">
                      <a:pos x="51" y="352"/>
                    </a:cxn>
                    <a:cxn ang="0">
                      <a:pos x="0" y="442"/>
                    </a:cxn>
                    <a:cxn ang="0">
                      <a:pos x="120" y="529"/>
                    </a:cxn>
                    <a:cxn ang="0">
                      <a:pos x="208" y="494"/>
                    </a:cxn>
                    <a:cxn ang="0">
                      <a:pos x="242" y="391"/>
                    </a:cxn>
                    <a:cxn ang="0">
                      <a:pos x="276" y="406"/>
                    </a:cxn>
                    <a:cxn ang="0">
                      <a:pos x="276" y="438"/>
                    </a:cxn>
                    <a:cxn ang="0">
                      <a:pos x="457" y="426"/>
                    </a:cxn>
                    <a:cxn ang="0">
                      <a:pos x="486" y="345"/>
                    </a:cxn>
                    <a:cxn ang="0">
                      <a:pos x="486" y="254"/>
                    </a:cxn>
                    <a:cxn ang="0">
                      <a:pos x="346" y="210"/>
                    </a:cxn>
                    <a:cxn ang="0">
                      <a:pos x="393" y="144"/>
                    </a:cxn>
                    <a:cxn ang="0">
                      <a:pos x="450" y="54"/>
                    </a:cxn>
                    <a:cxn ang="0">
                      <a:pos x="392" y="5"/>
                    </a:cxn>
                    <a:cxn ang="0">
                      <a:pos x="172" y="21"/>
                    </a:cxn>
                    <a:cxn ang="0">
                      <a:pos x="170" y="193"/>
                    </a:cxn>
                    <a:cxn ang="0">
                      <a:pos x="321" y="283"/>
                    </a:cxn>
                  </a:cxnLst>
                  <a:rect l="0" t="0" r="r" b="b"/>
                  <a:pathLst>
                    <a:path w="486" h="529">
                      <a:moveTo>
                        <a:pt x="321" y="283"/>
                      </a:moveTo>
                      <a:cubicBezTo>
                        <a:pt x="276" y="304"/>
                        <a:pt x="276" y="304"/>
                        <a:pt x="276" y="304"/>
                      </a:cubicBezTo>
                      <a:cubicBezTo>
                        <a:pt x="124" y="252"/>
                        <a:pt x="124" y="252"/>
                        <a:pt x="124" y="252"/>
                      </a:cubicBezTo>
                      <a:cubicBezTo>
                        <a:pt x="97" y="304"/>
                        <a:pt x="97" y="304"/>
                        <a:pt x="97" y="304"/>
                      </a:cubicBezTo>
                      <a:cubicBezTo>
                        <a:pt x="136" y="333"/>
                        <a:pt x="136" y="333"/>
                        <a:pt x="136" y="333"/>
                      </a:cubicBezTo>
                      <a:cubicBezTo>
                        <a:pt x="124" y="377"/>
                        <a:pt x="124" y="377"/>
                        <a:pt x="124" y="377"/>
                      </a:cubicBezTo>
                      <a:cubicBezTo>
                        <a:pt x="51" y="352"/>
                        <a:pt x="51" y="352"/>
                        <a:pt x="51" y="352"/>
                      </a:cubicBezTo>
                      <a:cubicBezTo>
                        <a:pt x="0" y="442"/>
                        <a:pt x="0" y="442"/>
                        <a:pt x="0" y="442"/>
                      </a:cubicBezTo>
                      <a:cubicBezTo>
                        <a:pt x="120" y="529"/>
                        <a:pt x="120" y="529"/>
                        <a:pt x="120" y="529"/>
                      </a:cubicBezTo>
                      <a:cubicBezTo>
                        <a:pt x="208" y="494"/>
                        <a:pt x="208" y="494"/>
                        <a:pt x="208" y="494"/>
                      </a:cubicBezTo>
                      <a:cubicBezTo>
                        <a:pt x="242" y="391"/>
                        <a:pt x="242" y="391"/>
                        <a:pt x="242" y="391"/>
                      </a:cubicBezTo>
                      <a:cubicBezTo>
                        <a:pt x="276" y="406"/>
                        <a:pt x="276" y="406"/>
                        <a:pt x="276" y="406"/>
                      </a:cubicBezTo>
                      <a:cubicBezTo>
                        <a:pt x="276" y="438"/>
                        <a:pt x="276" y="438"/>
                        <a:pt x="276" y="438"/>
                      </a:cubicBezTo>
                      <a:cubicBezTo>
                        <a:pt x="457" y="426"/>
                        <a:pt x="457" y="426"/>
                        <a:pt x="457" y="426"/>
                      </a:cubicBezTo>
                      <a:cubicBezTo>
                        <a:pt x="486" y="345"/>
                        <a:pt x="486" y="345"/>
                        <a:pt x="486" y="345"/>
                      </a:cubicBezTo>
                      <a:cubicBezTo>
                        <a:pt x="486" y="254"/>
                        <a:pt x="486" y="254"/>
                        <a:pt x="486" y="254"/>
                      </a:cubicBezTo>
                      <a:cubicBezTo>
                        <a:pt x="346" y="210"/>
                        <a:pt x="346" y="210"/>
                        <a:pt x="346" y="210"/>
                      </a:cubicBezTo>
                      <a:cubicBezTo>
                        <a:pt x="393" y="144"/>
                        <a:pt x="393" y="144"/>
                        <a:pt x="393" y="144"/>
                      </a:cubicBezTo>
                      <a:cubicBezTo>
                        <a:pt x="450" y="54"/>
                        <a:pt x="450" y="54"/>
                        <a:pt x="450" y="54"/>
                      </a:cubicBezTo>
                      <a:cubicBezTo>
                        <a:pt x="392" y="5"/>
                        <a:pt x="392" y="5"/>
                        <a:pt x="392" y="5"/>
                      </a:cubicBezTo>
                      <a:cubicBezTo>
                        <a:pt x="318" y="0"/>
                        <a:pt x="243" y="6"/>
                        <a:pt x="172" y="21"/>
                      </a:cubicBezTo>
                      <a:cubicBezTo>
                        <a:pt x="170" y="193"/>
                        <a:pt x="170" y="193"/>
                        <a:pt x="170" y="193"/>
                      </a:cubicBezTo>
                      <a:lnTo>
                        <a:pt x="321" y="283"/>
                      </a:lnTo>
                      <a:close/>
                    </a:path>
                  </a:pathLst>
                </a:custGeom>
                <a:solidFill>
                  <a:schemeClr val="bg1">
                    <a:lumMod val="6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69" name="Oval 15"/>
                <p:cNvSpPr>
                  <a:spLocks noChangeArrowheads="1"/>
                </p:cNvSpPr>
                <p:nvPr/>
              </p:nvSpPr>
              <p:spPr bwMode="auto">
                <a:xfrm>
                  <a:off x="3211" y="691"/>
                  <a:ext cx="318" cy="317"/>
                </a:xfrm>
                <a:prstGeom prst="ellipse">
                  <a:avLst/>
                </a:prstGeom>
                <a:solidFill>
                  <a:schemeClr val="accent6"/>
                </a:solidFill>
                <a:ln w="9525">
                  <a:noFill/>
                  <a:round/>
                  <a:headEnd/>
                  <a:tailEnd/>
                </a:ln>
              </p:spPr>
              <p:txBody>
                <a:bodyPr lIns="121920" tIns="60960" rIns="121920" bIns="60960"/>
                <a:lstStyle/>
                <a:p>
                  <a:pPr eaLnBrk="0" hangingPunct="0">
                    <a:defRPr/>
                  </a:pPr>
                  <a:endParaRPr lang="en-US" sz="3200">
                    <a:cs typeface="+mn-cs"/>
                  </a:endParaRPr>
                </a:p>
              </p:txBody>
            </p:sp>
            <p:sp>
              <p:nvSpPr>
                <p:cNvPr id="170" name="Oval 16"/>
                <p:cNvSpPr>
                  <a:spLocks noChangeArrowheads="1"/>
                </p:cNvSpPr>
                <p:nvPr/>
              </p:nvSpPr>
              <p:spPr bwMode="auto">
                <a:xfrm>
                  <a:off x="2278" y="1130"/>
                  <a:ext cx="276" cy="277"/>
                </a:xfrm>
                <a:prstGeom prst="ellipse">
                  <a:avLst/>
                </a:prstGeom>
                <a:solidFill>
                  <a:schemeClr val="bg2">
                    <a:lumMod val="2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71" name="Oval 17"/>
                <p:cNvSpPr>
                  <a:spLocks noChangeArrowheads="1"/>
                </p:cNvSpPr>
                <p:nvPr/>
              </p:nvSpPr>
              <p:spPr bwMode="auto">
                <a:xfrm>
                  <a:off x="2930" y="229"/>
                  <a:ext cx="185" cy="186"/>
                </a:xfrm>
                <a:prstGeom prst="ellipse">
                  <a:avLst/>
                </a:prstGeom>
                <a:solidFill>
                  <a:schemeClr val="bg2">
                    <a:lumMod val="2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437367" name="Oval 18"/>
                <p:cNvSpPr>
                  <a:spLocks noChangeArrowheads="1"/>
                </p:cNvSpPr>
                <p:nvPr/>
              </p:nvSpPr>
              <p:spPr bwMode="auto">
                <a:xfrm>
                  <a:off x="1916" y="2538"/>
                  <a:ext cx="167" cy="166"/>
                </a:xfrm>
                <a:prstGeom prst="ellipse">
                  <a:avLst/>
                </a:prstGeom>
                <a:solidFill>
                  <a:schemeClr val="accent1"/>
                </a:solidFill>
                <a:ln w="9525">
                  <a:noFill/>
                  <a:round/>
                  <a:headEnd/>
                  <a:tailEnd/>
                </a:ln>
              </p:spPr>
              <p:txBody>
                <a:bodyPr lIns="121920" tIns="60960" rIns="121920" bIns="60960"/>
                <a:lstStyle/>
                <a:p>
                  <a:pPr eaLnBrk="0" hangingPunct="0"/>
                  <a:endParaRPr lang="el-GR" sz="3200"/>
                </a:p>
              </p:txBody>
            </p:sp>
            <p:sp>
              <p:nvSpPr>
                <p:cNvPr id="437368" name="Oval 19"/>
                <p:cNvSpPr>
                  <a:spLocks noChangeArrowheads="1"/>
                </p:cNvSpPr>
                <p:nvPr/>
              </p:nvSpPr>
              <p:spPr bwMode="auto">
                <a:xfrm>
                  <a:off x="2931" y="1073"/>
                  <a:ext cx="316" cy="317"/>
                </a:xfrm>
                <a:prstGeom prst="ellipse">
                  <a:avLst/>
                </a:prstGeom>
                <a:solidFill>
                  <a:schemeClr val="tx2"/>
                </a:solidFill>
                <a:ln w="9525">
                  <a:noFill/>
                  <a:round/>
                  <a:headEnd/>
                  <a:tailEnd/>
                </a:ln>
              </p:spPr>
              <p:txBody>
                <a:bodyPr lIns="121920" tIns="60960" rIns="121920" bIns="60960"/>
                <a:lstStyle/>
                <a:p>
                  <a:pPr eaLnBrk="0" hangingPunct="0"/>
                  <a:endParaRPr lang="el-GR" sz="3200"/>
                </a:p>
              </p:txBody>
            </p:sp>
            <p:sp>
              <p:nvSpPr>
                <p:cNvPr id="174" name="Oval 20"/>
                <p:cNvSpPr>
                  <a:spLocks noChangeArrowheads="1"/>
                </p:cNvSpPr>
                <p:nvPr/>
              </p:nvSpPr>
              <p:spPr bwMode="auto">
                <a:xfrm>
                  <a:off x="3431" y="2142"/>
                  <a:ext cx="178" cy="179"/>
                </a:xfrm>
                <a:prstGeom prst="ellipse">
                  <a:avLst/>
                </a:pr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75" name="Oval 21"/>
                <p:cNvSpPr>
                  <a:spLocks noChangeArrowheads="1"/>
                </p:cNvSpPr>
                <p:nvPr/>
              </p:nvSpPr>
              <p:spPr bwMode="auto">
                <a:xfrm>
                  <a:off x="2620" y="314"/>
                  <a:ext cx="247" cy="247"/>
                </a:xfrm>
                <a:prstGeom prst="ellipse">
                  <a:avLst/>
                </a:prstGeom>
                <a:solidFill>
                  <a:schemeClr val="accent4"/>
                </a:solidFill>
                <a:ln w="9525">
                  <a:noFill/>
                  <a:round/>
                  <a:headEnd/>
                  <a:tailEnd/>
                </a:ln>
              </p:spPr>
              <p:txBody>
                <a:bodyPr lIns="121920" tIns="60960" rIns="121920" bIns="60960"/>
                <a:lstStyle/>
                <a:p>
                  <a:pPr eaLnBrk="0" hangingPunct="0">
                    <a:defRPr/>
                  </a:pPr>
                  <a:endParaRPr lang="en-US" sz="3200">
                    <a:cs typeface="+mn-cs"/>
                  </a:endParaRPr>
                </a:p>
              </p:txBody>
            </p:sp>
            <p:sp>
              <p:nvSpPr>
                <p:cNvPr id="176" name="Oval 22"/>
                <p:cNvSpPr>
                  <a:spLocks noChangeArrowheads="1"/>
                </p:cNvSpPr>
                <p:nvPr/>
              </p:nvSpPr>
              <p:spPr bwMode="auto">
                <a:xfrm>
                  <a:off x="2086" y="652"/>
                  <a:ext cx="221" cy="220"/>
                </a:xfrm>
                <a:prstGeom prst="ellipse">
                  <a:avLst/>
                </a:pr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437372" name="Oval 23"/>
                <p:cNvSpPr>
                  <a:spLocks noChangeArrowheads="1"/>
                </p:cNvSpPr>
                <p:nvPr/>
              </p:nvSpPr>
              <p:spPr bwMode="auto">
                <a:xfrm>
                  <a:off x="3217" y="2642"/>
                  <a:ext cx="246" cy="247"/>
                </a:xfrm>
                <a:prstGeom prst="ellipse">
                  <a:avLst/>
                </a:prstGeom>
                <a:solidFill>
                  <a:schemeClr val="accent2"/>
                </a:solidFill>
                <a:ln w="9525">
                  <a:noFill/>
                  <a:round/>
                  <a:headEnd/>
                  <a:tailEnd/>
                </a:ln>
              </p:spPr>
              <p:txBody>
                <a:bodyPr lIns="121920" tIns="60960" rIns="121920" bIns="60960"/>
                <a:lstStyle/>
                <a:p>
                  <a:pPr eaLnBrk="0" hangingPunct="0"/>
                  <a:endParaRPr lang="el-GR" sz="3200"/>
                </a:p>
              </p:txBody>
            </p:sp>
            <p:sp>
              <p:nvSpPr>
                <p:cNvPr id="437373" name="Oval 25"/>
                <p:cNvSpPr>
                  <a:spLocks noChangeArrowheads="1"/>
                </p:cNvSpPr>
                <p:nvPr/>
              </p:nvSpPr>
              <p:spPr bwMode="auto">
                <a:xfrm>
                  <a:off x="1467" y="1913"/>
                  <a:ext cx="256" cy="255"/>
                </a:xfrm>
                <a:prstGeom prst="ellipse">
                  <a:avLst/>
                </a:prstGeom>
                <a:solidFill>
                  <a:schemeClr val="accent1"/>
                </a:solidFill>
                <a:ln w="9525">
                  <a:noFill/>
                  <a:round/>
                  <a:headEnd/>
                  <a:tailEnd/>
                </a:ln>
              </p:spPr>
              <p:txBody>
                <a:bodyPr lIns="121920" tIns="60960" rIns="121920" bIns="60960"/>
                <a:lstStyle/>
                <a:p>
                  <a:pPr eaLnBrk="0" hangingPunct="0"/>
                  <a:endParaRPr lang="el-GR" sz="3200"/>
                </a:p>
              </p:txBody>
            </p:sp>
            <p:sp>
              <p:nvSpPr>
                <p:cNvPr id="437374" name="Oval 26"/>
                <p:cNvSpPr>
                  <a:spLocks noChangeArrowheads="1"/>
                </p:cNvSpPr>
                <p:nvPr/>
              </p:nvSpPr>
              <p:spPr bwMode="auto">
                <a:xfrm>
                  <a:off x="3513" y="2441"/>
                  <a:ext cx="247" cy="247"/>
                </a:xfrm>
                <a:prstGeom prst="ellipse">
                  <a:avLst/>
                </a:prstGeom>
                <a:solidFill>
                  <a:schemeClr val="accent2"/>
                </a:solidFill>
                <a:ln w="9525">
                  <a:noFill/>
                  <a:round/>
                  <a:headEnd/>
                  <a:tailEnd/>
                </a:ln>
              </p:spPr>
              <p:txBody>
                <a:bodyPr lIns="121920" tIns="60960" rIns="121920" bIns="60960"/>
                <a:lstStyle/>
                <a:p>
                  <a:pPr eaLnBrk="0" hangingPunct="0"/>
                  <a:endParaRPr lang="el-GR" sz="3200"/>
                </a:p>
              </p:txBody>
            </p:sp>
            <p:sp>
              <p:nvSpPr>
                <p:cNvPr id="180" name="Oval 27"/>
                <p:cNvSpPr>
                  <a:spLocks noChangeArrowheads="1"/>
                </p:cNvSpPr>
                <p:nvPr/>
              </p:nvSpPr>
              <p:spPr bwMode="auto">
                <a:xfrm>
                  <a:off x="1529" y="881"/>
                  <a:ext cx="197" cy="197"/>
                </a:xfrm>
                <a:prstGeom prst="ellipse">
                  <a:avLst/>
                </a:prstGeom>
                <a:solidFill>
                  <a:schemeClr val="accent4"/>
                </a:solidFill>
                <a:ln w="9525">
                  <a:noFill/>
                  <a:round/>
                  <a:headEnd/>
                  <a:tailEnd/>
                </a:ln>
              </p:spPr>
              <p:txBody>
                <a:bodyPr lIns="121920" tIns="60960" rIns="121920" bIns="60960"/>
                <a:lstStyle/>
                <a:p>
                  <a:pPr eaLnBrk="0" hangingPunct="0">
                    <a:defRPr/>
                  </a:pPr>
                  <a:endParaRPr lang="en-US" sz="3200">
                    <a:cs typeface="+mn-cs"/>
                  </a:endParaRPr>
                </a:p>
              </p:txBody>
            </p:sp>
            <p:sp>
              <p:nvSpPr>
                <p:cNvPr id="181" name="Oval 28"/>
                <p:cNvSpPr>
                  <a:spLocks noChangeArrowheads="1"/>
                </p:cNvSpPr>
                <p:nvPr/>
              </p:nvSpPr>
              <p:spPr bwMode="auto">
                <a:xfrm>
                  <a:off x="1391" y="1155"/>
                  <a:ext cx="308" cy="310"/>
                </a:xfrm>
                <a:prstGeom prst="ellipse">
                  <a:avLst/>
                </a:prstGeom>
                <a:solidFill>
                  <a:schemeClr val="accent4"/>
                </a:solidFill>
                <a:ln w="9525">
                  <a:noFill/>
                  <a:round/>
                  <a:headEnd/>
                  <a:tailEnd/>
                </a:ln>
              </p:spPr>
              <p:txBody>
                <a:bodyPr lIns="121920" tIns="60960" rIns="121920" bIns="60960"/>
                <a:lstStyle/>
                <a:p>
                  <a:pPr eaLnBrk="0" hangingPunct="0">
                    <a:defRPr/>
                  </a:pPr>
                  <a:endParaRPr lang="en-US" sz="3200">
                    <a:cs typeface="+mn-cs"/>
                  </a:endParaRPr>
                </a:p>
              </p:txBody>
            </p:sp>
            <p:sp>
              <p:nvSpPr>
                <p:cNvPr id="182" name="Oval 29"/>
                <p:cNvSpPr>
                  <a:spLocks noChangeArrowheads="1"/>
                </p:cNvSpPr>
                <p:nvPr/>
              </p:nvSpPr>
              <p:spPr bwMode="auto">
                <a:xfrm>
                  <a:off x="3584" y="928"/>
                  <a:ext cx="246" cy="246"/>
                </a:xfrm>
                <a:prstGeom prst="ellipse">
                  <a:avLst/>
                </a:prstGeom>
                <a:solidFill>
                  <a:schemeClr val="accent6"/>
                </a:solidFill>
                <a:ln w="9525">
                  <a:noFill/>
                  <a:round/>
                  <a:headEnd/>
                  <a:tailEnd/>
                </a:ln>
              </p:spPr>
              <p:txBody>
                <a:bodyPr lIns="121920" tIns="60960" rIns="121920" bIns="60960"/>
                <a:lstStyle/>
                <a:p>
                  <a:pPr eaLnBrk="0" hangingPunct="0">
                    <a:defRPr/>
                  </a:pPr>
                  <a:endParaRPr lang="en-US" sz="3200">
                    <a:cs typeface="+mn-cs"/>
                  </a:endParaRPr>
                </a:p>
              </p:txBody>
            </p:sp>
            <p:sp>
              <p:nvSpPr>
                <p:cNvPr id="183" name="Oval 30"/>
                <p:cNvSpPr>
                  <a:spLocks noChangeArrowheads="1"/>
                </p:cNvSpPr>
                <p:nvPr/>
              </p:nvSpPr>
              <p:spPr bwMode="auto">
                <a:xfrm>
                  <a:off x="3607" y="1266"/>
                  <a:ext cx="184" cy="186"/>
                </a:xfrm>
                <a:prstGeom prst="ellipse">
                  <a:avLst/>
                </a:pr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84" name="Freeform 31"/>
                <p:cNvSpPr>
                  <a:spLocks/>
                </p:cNvSpPr>
                <p:nvPr/>
              </p:nvSpPr>
              <p:spPr bwMode="auto">
                <a:xfrm>
                  <a:off x="1698" y="557"/>
                  <a:ext cx="281" cy="282"/>
                </a:xfrm>
                <a:custGeom>
                  <a:avLst/>
                  <a:gdLst/>
                  <a:ahLst/>
                  <a:cxnLst>
                    <a:cxn ang="0">
                      <a:pos x="276" y="221"/>
                    </a:cxn>
                    <a:cxn ang="0">
                      <a:pos x="92" y="277"/>
                    </a:cxn>
                    <a:cxn ang="0">
                      <a:pos x="36" y="92"/>
                    </a:cxn>
                    <a:cxn ang="0">
                      <a:pos x="220" y="36"/>
                    </a:cxn>
                    <a:cxn ang="0">
                      <a:pos x="276" y="221"/>
                    </a:cxn>
                  </a:cxnLst>
                  <a:rect l="0" t="0" r="r" b="b"/>
                  <a:pathLst>
                    <a:path w="312" h="312">
                      <a:moveTo>
                        <a:pt x="276" y="221"/>
                      </a:moveTo>
                      <a:cubicBezTo>
                        <a:pt x="241" y="287"/>
                        <a:pt x="158" y="312"/>
                        <a:pt x="92" y="277"/>
                      </a:cubicBezTo>
                      <a:cubicBezTo>
                        <a:pt x="25" y="241"/>
                        <a:pt x="0" y="159"/>
                        <a:pt x="36" y="92"/>
                      </a:cubicBezTo>
                      <a:cubicBezTo>
                        <a:pt x="71" y="26"/>
                        <a:pt x="154" y="0"/>
                        <a:pt x="220" y="36"/>
                      </a:cubicBezTo>
                      <a:cubicBezTo>
                        <a:pt x="287" y="71"/>
                        <a:pt x="312" y="154"/>
                        <a:pt x="276" y="221"/>
                      </a:cubicBezTo>
                      <a:close/>
                    </a:path>
                  </a:pathLst>
                </a:cu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437380" name="Freeform 32"/>
                <p:cNvSpPr>
                  <a:spLocks/>
                </p:cNvSpPr>
                <p:nvPr/>
              </p:nvSpPr>
              <p:spPr bwMode="auto">
                <a:xfrm>
                  <a:off x="1585" y="2154"/>
                  <a:ext cx="404" cy="402"/>
                </a:xfrm>
                <a:custGeom>
                  <a:avLst/>
                  <a:gdLst>
                    <a:gd name="T0" fmla="*/ 358 w 446"/>
                    <a:gd name="T1" fmla="*/ 284 h 445"/>
                    <a:gd name="T2" fmla="*/ 119 w 446"/>
                    <a:gd name="T3" fmla="*/ 356 h 445"/>
                    <a:gd name="T4" fmla="*/ 46 w 446"/>
                    <a:gd name="T5" fmla="*/ 118 h 445"/>
                    <a:gd name="T6" fmla="*/ 285 w 446"/>
                    <a:gd name="T7" fmla="*/ 45 h 445"/>
                    <a:gd name="T8" fmla="*/ 358 w 446"/>
                    <a:gd name="T9" fmla="*/ 284 h 445"/>
                    <a:gd name="T10" fmla="*/ 0 60000 65536"/>
                    <a:gd name="T11" fmla="*/ 0 60000 65536"/>
                    <a:gd name="T12" fmla="*/ 0 60000 65536"/>
                    <a:gd name="T13" fmla="*/ 0 60000 65536"/>
                    <a:gd name="T14" fmla="*/ 0 60000 65536"/>
                    <a:gd name="T15" fmla="*/ 0 w 446"/>
                    <a:gd name="T16" fmla="*/ 0 h 445"/>
                    <a:gd name="T17" fmla="*/ 446 w 446"/>
                    <a:gd name="T18" fmla="*/ 445 h 445"/>
                  </a:gdLst>
                  <a:ahLst/>
                  <a:cxnLst>
                    <a:cxn ang="T10">
                      <a:pos x="T0" y="T1"/>
                    </a:cxn>
                    <a:cxn ang="T11">
                      <a:pos x="T2" y="T3"/>
                    </a:cxn>
                    <a:cxn ang="T12">
                      <a:pos x="T4" y="T5"/>
                    </a:cxn>
                    <a:cxn ang="T13">
                      <a:pos x="T6" y="T7"/>
                    </a:cxn>
                    <a:cxn ang="T14">
                      <a:pos x="T8" y="T9"/>
                    </a:cxn>
                  </a:cxnLst>
                  <a:rect l="T15" t="T16" r="T17" b="T18"/>
                  <a:pathLst>
                    <a:path w="446" h="445">
                      <a:moveTo>
                        <a:pt x="395" y="314"/>
                      </a:moveTo>
                      <a:cubicBezTo>
                        <a:pt x="344" y="409"/>
                        <a:pt x="226" y="445"/>
                        <a:pt x="131" y="394"/>
                      </a:cubicBezTo>
                      <a:cubicBezTo>
                        <a:pt x="36" y="344"/>
                        <a:pt x="0" y="226"/>
                        <a:pt x="51" y="131"/>
                      </a:cubicBezTo>
                      <a:cubicBezTo>
                        <a:pt x="102" y="36"/>
                        <a:pt x="220" y="0"/>
                        <a:pt x="315" y="50"/>
                      </a:cubicBezTo>
                      <a:cubicBezTo>
                        <a:pt x="410" y="101"/>
                        <a:pt x="446" y="219"/>
                        <a:pt x="395" y="314"/>
                      </a:cubicBezTo>
                      <a:close/>
                    </a:path>
                  </a:pathLst>
                </a:custGeom>
                <a:solidFill>
                  <a:schemeClr val="accent1"/>
                </a:solidFill>
                <a:ln w="9525">
                  <a:noFill/>
                  <a:round/>
                  <a:headEnd/>
                  <a:tailEnd/>
                </a:ln>
              </p:spPr>
              <p:txBody>
                <a:bodyPr lIns="121920" tIns="60960" rIns="121920" bIns="60960"/>
                <a:lstStyle/>
                <a:p>
                  <a:pPr eaLnBrk="0" hangingPunct="0"/>
                  <a:endParaRPr lang="el-GR" sz="3200"/>
                </a:p>
              </p:txBody>
            </p:sp>
            <p:sp>
              <p:nvSpPr>
                <p:cNvPr id="437381" name="Freeform 33"/>
                <p:cNvSpPr>
                  <a:spLocks/>
                </p:cNvSpPr>
                <p:nvPr/>
              </p:nvSpPr>
              <p:spPr bwMode="auto">
                <a:xfrm>
                  <a:off x="3812" y="1427"/>
                  <a:ext cx="403" cy="403"/>
                </a:xfrm>
                <a:custGeom>
                  <a:avLst/>
                  <a:gdLst>
                    <a:gd name="T0" fmla="*/ 357 w 446"/>
                    <a:gd name="T1" fmla="*/ 285 h 446"/>
                    <a:gd name="T2" fmla="*/ 118 w 446"/>
                    <a:gd name="T3" fmla="*/ 357 h 446"/>
                    <a:gd name="T4" fmla="*/ 46 w 446"/>
                    <a:gd name="T5" fmla="*/ 118 h 446"/>
                    <a:gd name="T6" fmla="*/ 285 w 446"/>
                    <a:gd name="T7" fmla="*/ 46 h 446"/>
                    <a:gd name="T8" fmla="*/ 357 w 446"/>
                    <a:gd name="T9" fmla="*/ 285 h 446"/>
                    <a:gd name="T10" fmla="*/ 0 60000 65536"/>
                    <a:gd name="T11" fmla="*/ 0 60000 65536"/>
                    <a:gd name="T12" fmla="*/ 0 60000 65536"/>
                    <a:gd name="T13" fmla="*/ 0 60000 65536"/>
                    <a:gd name="T14" fmla="*/ 0 60000 65536"/>
                    <a:gd name="T15" fmla="*/ 0 w 446"/>
                    <a:gd name="T16" fmla="*/ 0 h 446"/>
                    <a:gd name="T17" fmla="*/ 446 w 446"/>
                    <a:gd name="T18" fmla="*/ 446 h 446"/>
                  </a:gdLst>
                  <a:ahLst/>
                  <a:cxnLst>
                    <a:cxn ang="T10">
                      <a:pos x="T0" y="T1"/>
                    </a:cxn>
                    <a:cxn ang="T11">
                      <a:pos x="T2" y="T3"/>
                    </a:cxn>
                    <a:cxn ang="T12">
                      <a:pos x="T4" y="T5"/>
                    </a:cxn>
                    <a:cxn ang="T13">
                      <a:pos x="T6" y="T7"/>
                    </a:cxn>
                    <a:cxn ang="T14">
                      <a:pos x="T8" y="T9"/>
                    </a:cxn>
                  </a:cxnLst>
                  <a:rect l="T15" t="T16" r="T17" b="T18"/>
                  <a:pathLst>
                    <a:path w="446" h="446">
                      <a:moveTo>
                        <a:pt x="395" y="315"/>
                      </a:moveTo>
                      <a:cubicBezTo>
                        <a:pt x="344" y="410"/>
                        <a:pt x="226" y="446"/>
                        <a:pt x="131" y="395"/>
                      </a:cubicBezTo>
                      <a:cubicBezTo>
                        <a:pt x="36" y="344"/>
                        <a:pt x="0" y="226"/>
                        <a:pt x="51" y="131"/>
                      </a:cubicBezTo>
                      <a:cubicBezTo>
                        <a:pt x="102" y="36"/>
                        <a:pt x="220" y="0"/>
                        <a:pt x="315" y="51"/>
                      </a:cubicBezTo>
                      <a:cubicBezTo>
                        <a:pt x="410" y="102"/>
                        <a:pt x="446" y="220"/>
                        <a:pt x="395" y="315"/>
                      </a:cubicBezTo>
                      <a:close/>
                    </a:path>
                  </a:pathLst>
                </a:custGeom>
                <a:solidFill>
                  <a:schemeClr val="tx2"/>
                </a:solidFill>
                <a:ln w="9525">
                  <a:noFill/>
                  <a:round/>
                  <a:headEnd/>
                  <a:tailEnd/>
                </a:ln>
              </p:spPr>
              <p:txBody>
                <a:bodyPr lIns="121920" tIns="60960" rIns="121920" bIns="60960"/>
                <a:lstStyle/>
                <a:p>
                  <a:pPr eaLnBrk="0" hangingPunct="0"/>
                  <a:endParaRPr lang="el-GR" sz="3200"/>
                </a:p>
              </p:txBody>
            </p:sp>
            <p:sp>
              <p:nvSpPr>
                <p:cNvPr id="437382" name="Freeform 34"/>
                <p:cNvSpPr>
                  <a:spLocks/>
                </p:cNvSpPr>
                <p:nvPr/>
              </p:nvSpPr>
              <p:spPr bwMode="auto">
                <a:xfrm>
                  <a:off x="3429" y="1604"/>
                  <a:ext cx="402" cy="402"/>
                </a:xfrm>
                <a:custGeom>
                  <a:avLst/>
                  <a:gdLst>
                    <a:gd name="T0" fmla="*/ 356 w 445"/>
                    <a:gd name="T1" fmla="*/ 285 h 445"/>
                    <a:gd name="T2" fmla="*/ 117 w 445"/>
                    <a:gd name="T3" fmla="*/ 357 h 445"/>
                    <a:gd name="T4" fmla="*/ 45 w 445"/>
                    <a:gd name="T5" fmla="*/ 118 h 445"/>
                    <a:gd name="T6" fmla="*/ 284 w 445"/>
                    <a:gd name="T7" fmla="*/ 46 h 445"/>
                    <a:gd name="T8" fmla="*/ 356 w 445"/>
                    <a:gd name="T9" fmla="*/ 285 h 445"/>
                    <a:gd name="T10" fmla="*/ 0 60000 65536"/>
                    <a:gd name="T11" fmla="*/ 0 60000 65536"/>
                    <a:gd name="T12" fmla="*/ 0 60000 65536"/>
                    <a:gd name="T13" fmla="*/ 0 60000 65536"/>
                    <a:gd name="T14" fmla="*/ 0 60000 65536"/>
                    <a:gd name="T15" fmla="*/ 0 w 445"/>
                    <a:gd name="T16" fmla="*/ 0 h 445"/>
                    <a:gd name="T17" fmla="*/ 445 w 445"/>
                    <a:gd name="T18" fmla="*/ 445 h 445"/>
                  </a:gdLst>
                  <a:ahLst/>
                  <a:cxnLst>
                    <a:cxn ang="T10">
                      <a:pos x="T0" y="T1"/>
                    </a:cxn>
                    <a:cxn ang="T11">
                      <a:pos x="T2" y="T3"/>
                    </a:cxn>
                    <a:cxn ang="T12">
                      <a:pos x="T4" y="T5"/>
                    </a:cxn>
                    <a:cxn ang="T13">
                      <a:pos x="T6" y="T7"/>
                    </a:cxn>
                    <a:cxn ang="T14">
                      <a:pos x="T8" y="T9"/>
                    </a:cxn>
                  </a:cxnLst>
                  <a:rect l="T15" t="T16" r="T17" b="T18"/>
                  <a:pathLst>
                    <a:path w="445" h="445">
                      <a:moveTo>
                        <a:pt x="394" y="315"/>
                      </a:moveTo>
                      <a:cubicBezTo>
                        <a:pt x="343" y="410"/>
                        <a:pt x="225" y="445"/>
                        <a:pt x="130" y="395"/>
                      </a:cubicBezTo>
                      <a:cubicBezTo>
                        <a:pt x="35" y="344"/>
                        <a:pt x="0" y="226"/>
                        <a:pt x="50" y="131"/>
                      </a:cubicBezTo>
                      <a:cubicBezTo>
                        <a:pt x="101" y="36"/>
                        <a:pt x="219" y="0"/>
                        <a:pt x="314" y="51"/>
                      </a:cubicBezTo>
                      <a:cubicBezTo>
                        <a:pt x="409" y="102"/>
                        <a:pt x="445" y="220"/>
                        <a:pt x="394" y="315"/>
                      </a:cubicBezTo>
                      <a:close/>
                    </a:path>
                  </a:pathLst>
                </a:custGeom>
                <a:solidFill>
                  <a:schemeClr val="tx2"/>
                </a:solidFill>
                <a:ln w="9525">
                  <a:noFill/>
                  <a:round/>
                  <a:headEnd/>
                  <a:tailEnd/>
                </a:ln>
              </p:spPr>
              <p:txBody>
                <a:bodyPr lIns="121920" tIns="60960" rIns="121920" bIns="60960"/>
                <a:lstStyle/>
                <a:p>
                  <a:pPr eaLnBrk="0" hangingPunct="0"/>
                  <a:endParaRPr lang="el-GR" sz="3200"/>
                </a:p>
              </p:txBody>
            </p:sp>
            <p:sp>
              <p:nvSpPr>
                <p:cNvPr id="188" name="Freeform 35"/>
                <p:cNvSpPr>
                  <a:spLocks/>
                </p:cNvSpPr>
                <p:nvPr/>
              </p:nvSpPr>
              <p:spPr bwMode="auto">
                <a:xfrm>
                  <a:off x="1461" y="1542"/>
                  <a:ext cx="300" cy="300"/>
                </a:xfrm>
                <a:custGeom>
                  <a:avLst/>
                  <a:gdLst/>
                  <a:ahLst/>
                  <a:cxnLst>
                    <a:cxn ang="0">
                      <a:pos x="294" y="235"/>
                    </a:cxn>
                    <a:cxn ang="0">
                      <a:pos x="97" y="295"/>
                    </a:cxn>
                    <a:cxn ang="0">
                      <a:pos x="37" y="97"/>
                    </a:cxn>
                    <a:cxn ang="0">
                      <a:pos x="235" y="38"/>
                    </a:cxn>
                    <a:cxn ang="0">
                      <a:pos x="294" y="235"/>
                    </a:cxn>
                  </a:cxnLst>
                  <a:rect l="0" t="0" r="r" b="b"/>
                  <a:pathLst>
                    <a:path w="332" h="332">
                      <a:moveTo>
                        <a:pt x="294" y="235"/>
                      </a:moveTo>
                      <a:cubicBezTo>
                        <a:pt x="257" y="306"/>
                        <a:pt x="168" y="332"/>
                        <a:pt x="97" y="295"/>
                      </a:cubicBezTo>
                      <a:cubicBezTo>
                        <a:pt x="26" y="257"/>
                        <a:pt x="0" y="168"/>
                        <a:pt x="37" y="97"/>
                      </a:cubicBezTo>
                      <a:cubicBezTo>
                        <a:pt x="75" y="26"/>
                        <a:pt x="164" y="0"/>
                        <a:pt x="235" y="38"/>
                      </a:cubicBezTo>
                      <a:cubicBezTo>
                        <a:pt x="306" y="76"/>
                        <a:pt x="332" y="164"/>
                        <a:pt x="294" y="235"/>
                      </a:cubicBezTo>
                      <a:close/>
                    </a:path>
                  </a:pathLst>
                </a:custGeom>
                <a:solidFill>
                  <a:schemeClr val="accent4"/>
                </a:solidFill>
                <a:ln w="9525">
                  <a:noFill/>
                  <a:round/>
                  <a:headEnd/>
                  <a:tailEnd/>
                </a:ln>
              </p:spPr>
              <p:txBody>
                <a:bodyPr lIns="121920" tIns="60960" rIns="121920" bIns="60960"/>
                <a:lstStyle/>
                <a:p>
                  <a:pPr eaLnBrk="0" hangingPunct="0">
                    <a:defRPr/>
                  </a:pPr>
                  <a:endParaRPr lang="en-US" sz="3200">
                    <a:cs typeface="+mn-cs"/>
                  </a:endParaRPr>
                </a:p>
              </p:txBody>
            </p:sp>
            <p:sp>
              <p:nvSpPr>
                <p:cNvPr id="189" name="Freeform 36"/>
                <p:cNvSpPr>
                  <a:spLocks/>
                </p:cNvSpPr>
                <p:nvPr/>
              </p:nvSpPr>
              <p:spPr bwMode="auto">
                <a:xfrm>
                  <a:off x="2359" y="706"/>
                  <a:ext cx="310" cy="307"/>
                </a:xfrm>
                <a:custGeom>
                  <a:avLst/>
                  <a:gdLst/>
                  <a:ahLst/>
                  <a:cxnLst>
                    <a:cxn ang="0">
                      <a:pos x="302" y="240"/>
                    </a:cxn>
                    <a:cxn ang="0">
                      <a:pos x="100" y="301"/>
                    </a:cxn>
                    <a:cxn ang="0">
                      <a:pos x="39" y="100"/>
                    </a:cxn>
                    <a:cxn ang="0">
                      <a:pos x="241" y="38"/>
                    </a:cxn>
                    <a:cxn ang="0">
                      <a:pos x="302" y="240"/>
                    </a:cxn>
                  </a:cxnLst>
                  <a:rect l="0" t="0" r="r" b="b"/>
                  <a:pathLst>
                    <a:path w="341" h="340">
                      <a:moveTo>
                        <a:pt x="302" y="240"/>
                      </a:moveTo>
                      <a:cubicBezTo>
                        <a:pt x="263" y="313"/>
                        <a:pt x="173" y="340"/>
                        <a:pt x="100" y="301"/>
                      </a:cubicBezTo>
                      <a:cubicBezTo>
                        <a:pt x="27" y="263"/>
                        <a:pt x="0" y="172"/>
                        <a:pt x="39" y="100"/>
                      </a:cubicBezTo>
                      <a:cubicBezTo>
                        <a:pt x="78" y="27"/>
                        <a:pt x="168" y="0"/>
                        <a:pt x="241" y="38"/>
                      </a:cubicBezTo>
                      <a:cubicBezTo>
                        <a:pt x="313" y="77"/>
                        <a:pt x="341" y="168"/>
                        <a:pt x="302" y="240"/>
                      </a:cubicBezTo>
                      <a:close/>
                    </a:path>
                  </a:pathLst>
                </a:cu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90" name="Freeform 37"/>
                <p:cNvSpPr>
                  <a:spLocks/>
                </p:cNvSpPr>
                <p:nvPr/>
              </p:nvSpPr>
              <p:spPr bwMode="auto">
                <a:xfrm>
                  <a:off x="2617" y="1101"/>
                  <a:ext cx="249" cy="250"/>
                </a:xfrm>
                <a:custGeom>
                  <a:avLst/>
                  <a:gdLst/>
                  <a:ahLst/>
                  <a:cxnLst>
                    <a:cxn ang="0">
                      <a:pos x="245" y="195"/>
                    </a:cxn>
                    <a:cxn ang="0">
                      <a:pos x="81" y="245"/>
                    </a:cxn>
                    <a:cxn ang="0">
                      <a:pos x="31" y="81"/>
                    </a:cxn>
                    <a:cxn ang="0">
                      <a:pos x="195" y="31"/>
                    </a:cxn>
                    <a:cxn ang="0">
                      <a:pos x="245" y="195"/>
                    </a:cxn>
                  </a:cxnLst>
                  <a:rect l="0" t="0" r="r" b="b"/>
                  <a:pathLst>
                    <a:path w="276" h="276">
                      <a:moveTo>
                        <a:pt x="245" y="195"/>
                      </a:moveTo>
                      <a:cubicBezTo>
                        <a:pt x="213" y="254"/>
                        <a:pt x="140" y="276"/>
                        <a:pt x="81" y="245"/>
                      </a:cubicBezTo>
                      <a:cubicBezTo>
                        <a:pt x="22" y="213"/>
                        <a:pt x="0" y="140"/>
                        <a:pt x="31" y="81"/>
                      </a:cubicBezTo>
                      <a:cubicBezTo>
                        <a:pt x="63" y="22"/>
                        <a:pt x="136" y="0"/>
                        <a:pt x="195" y="31"/>
                      </a:cubicBezTo>
                      <a:cubicBezTo>
                        <a:pt x="254" y="63"/>
                        <a:pt x="276" y="136"/>
                        <a:pt x="245" y="195"/>
                      </a:cubicBezTo>
                      <a:close/>
                    </a:path>
                  </a:pathLst>
                </a:custGeom>
                <a:solidFill>
                  <a:schemeClr val="accent6">
                    <a:lumMod val="75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437386" name="Freeform 38"/>
                <p:cNvSpPr>
                  <a:spLocks/>
                </p:cNvSpPr>
                <p:nvPr/>
              </p:nvSpPr>
              <p:spPr bwMode="auto">
                <a:xfrm>
                  <a:off x="2746" y="580"/>
                  <a:ext cx="347" cy="346"/>
                </a:xfrm>
                <a:custGeom>
                  <a:avLst/>
                  <a:gdLst>
                    <a:gd name="T0" fmla="*/ 307 w 384"/>
                    <a:gd name="T1" fmla="*/ 245 h 383"/>
                    <a:gd name="T2" fmla="*/ 102 w 384"/>
                    <a:gd name="T3" fmla="*/ 307 h 383"/>
                    <a:gd name="T4" fmla="*/ 40 w 384"/>
                    <a:gd name="T5" fmla="*/ 102 h 383"/>
                    <a:gd name="T6" fmla="*/ 245 w 384"/>
                    <a:gd name="T7" fmla="*/ 40 h 383"/>
                    <a:gd name="T8" fmla="*/ 307 w 384"/>
                    <a:gd name="T9" fmla="*/ 245 h 383"/>
                    <a:gd name="T10" fmla="*/ 0 60000 65536"/>
                    <a:gd name="T11" fmla="*/ 0 60000 65536"/>
                    <a:gd name="T12" fmla="*/ 0 60000 65536"/>
                    <a:gd name="T13" fmla="*/ 0 60000 65536"/>
                    <a:gd name="T14" fmla="*/ 0 60000 65536"/>
                    <a:gd name="T15" fmla="*/ 0 w 384"/>
                    <a:gd name="T16" fmla="*/ 0 h 383"/>
                    <a:gd name="T17" fmla="*/ 384 w 384"/>
                    <a:gd name="T18" fmla="*/ 383 h 383"/>
                  </a:gdLst>
                  <a:ahLst/>
                  <a:cxnLst>
                    <a:cxn ang="T10">
                      <a:pos x="T0" y="T1"/>
                    </a:cxn>
                    <a:cxn ang="T11">
                      <a:pos x="T2" y="T3"/>
                    </a:cxn>
                    <a:cxn ang="T12">
                      <a:pos x="T4" y="T5"/>
                    </a:cxn>
                    <a:cxn ang="T13">
                      <a:pos x="T6" y="T7"/>
                    </a:cxn>
                    <a:cxn ang="T14">
                      <a:pos x="T8" y="T9"/>
                    </a:cxn>
                  </a:cxnLst>
                  <a:rect l="T15" t="T16" r="T17" b="T18"/>
                  <a:pathLst>
                    <a:path w="384" h="383">
                      <a:moveTo>
                        <a:pt x="340" y="271"/>
                      </a:moveTo>
                      <a:cubicBezTo>
                        <a:pt x="296" y="352"/>
                        <a:pt x="195" y="383"/>
                        <a:pt x="113" y="340"/>
                      </a:cubicBezTo>
                      <a:cubicBezTo>
                        <a:pt x="31" y="296"/>
                        <a:pt x="0" y="194"/>
                        <a:pt x="44" y="113"/>
                      </a:cubicBezTo>
                      <a:cubicBezTo>
                        <a:pt x="87" y="31"/>
                        <a:pt x="189" y="0"/>
                        <a:pt x="271" y="44"/>
                      </a:cubicBezTo>
                      <a:cubicBezTo>
                        <a:pt x="353" y="87"/>
                        <a:pt x="384" y="189"/>
                        <a:pt x="340" y="271"/>
                      </a:cubicBezTo>
                      <a:close/>
                    </a:path>
                  </a:pathLst>
                </a:custGeom>
                <a:solidFill>
                  <a:schemeClr val="tx2"/>
                </a:solidFill>
                <a:ln w="9525">
                  <a:noFill/>
                  <a:round/>
                  <a:headEnd/>
                  <a:tailEnd/>
                </a:ln>
              </p:spPr>
              <p:txBody>
                <a:bodyPr lIns="121920" tIns="60960" rIns="121920" bIns="60960"/>
                <a:lstStyle/>
                <a:p>
                  <a:pPr eaLnBrk="0" hangingPunct="0"/>
                  <a:endParaRPr lang="el-GR" sz="3200"/>
                </a:p>
              </p:txBody>
            </p:sp>
            <p:sp>
              <p:nvSpPr>
                <p:cNvPr id="437387" name="Freeform 39"/>
                <p:cNvSpPr>
                  <a:spLocks/>
                </p:cNvSpPr>
                <p:nvPr/>
              </p:nvSpPr>
              <p:spPr bwMode="auto">
                <a:xfrm>
                  <a:off x="1816" y="1435"/>
                  <a:ext cx="348" cy="347"/>
                </a:xfrm>
                <a:custGeom>
                  <a:avLst/>
                  <a:gdLst>
                    <a:gd name="T0" fmla="*/ 308 w 385"/>
                    <a:gd name="T1" fmla="*/ 245 h 385"/>
                    <a:gd name="T2" fmla="*/ 102 w 385"/>
                    <a:gd name="T3" fmla="*/ 307 h 385"/>
                    <a:gd name="T4" fmla="*/ 40 w 385"/>
                    <a:gd name="T5" fmla="*/ 102 h 385"/>
                    <a:gd name="T6" fmla="*/ 246 w 385"/>
                    <a:gd name="T7" fmla="*/ 40 h 385"/>
                    <a:gd name="T8" fmla="*/ 308 w 385"/>
                    <a:gd name="T9" fmla="*/ 245 h 385"/>
                    <a:gd name="T10" fmla="*/ 0 60000 65536"/>
                    <a:gd name="T11" fmla="*/ 0 60000 65536"/>
                    <a:gd name="T12" fmla="*/ 0 60000 65536"/>
                    <a:gd name="T13" fmla="*/ 0 60000 65536"/>
                    <a:gd name="T14" fmla="*/ 0 60000 65536"/>
                    <a:gd name="T15" fmla="*/ 0 w 385"/>
                    <a:gd name="T16" fmla="*/ 0 h 385"/>
                    <a:gd name="T17" fmla="*/ 385 w 385"/>
                    <a:gd name="T18" fmla="*/ 385 h 385"/>
                  </a:gdLst>
                  <a:ahLst/>
                  <a:cxnLst>
                    <a:cxn ang="T10">
                      <a:pos x="T0" y="T1"/>
                    </a:cxn>
                    <a:cxn ang="T11">
                      <a:pos x="T2" y="T3"/>
                    </a:cxn>
                    <a:cxn ang="T12">
                      <a:pos x="T4" y="T5"/>
                    </a:cxn>
                    <a:cxn ang="T13">
                      <a:pos x="T6" y="T7"/>
                    </a:cxn>
                    <a:cxn ang="T14">
                      <a:pos x="T8" y="T9"/>
                    </a:cxn>
                  </a:cxnLst>
                  <a:rect l="T15" t="T16" r="T17" b="T18"/>
                  <a:pathLst>
                    <a:path w="385" h="385">
                      <a:moveTo>
                        <a:pt x="341" y="272"/>
                      </a:moveTo>
                      <a:cubicBezTo>
                        <a:pt x="297" y="354"/>
                        <a:pt x="195" y="385"/>
                        <a:pt x="113" y="341"/>
                      </a:cubicBezTo>
                      <a:cubicBezTo>
                        <a:pt x="31" y="297"/>
                        <a:pt x="0" y="195"/>
                        <a:pt x="44" y="113"/>
                      </a:cubicBezTo>
                      <a:cubicBezTo>
                        <a:pt x="88" y="31"/>
                        <a:pt x="190" y="0"/>
                        <a:pt x="272" y="44"/>
                      </a:cubicBezTo>
                      <a:cubicBezTo>
                        <a:pt x="354" y="87"/>
                        <a:pt x="385" y="190"/>
                        <a:pt x="341" y="272"/>
                      </a:cubicBezTo>
                      <a:close/>
                    </a:path>
                  </a:pathLst>
                </a:custGeom>
                <a:solidFill>
                  <a:schemeClr val="accent1"/>
                </a:solidFill>
                <a:ln w="9525">
                  <a:noFill/>
                  <a:round/>
                  <a:headEnd/>
                  <a:tailEnd/>
                </a:ln>
              </p:spPr>
              <p:txBody>
                <a:bodyPr lIns="121920" tIns="60960" rIns="121920" bIns="60960"/>
                <a:lstStyle/>
                <a:p>
                  <a:pPr eaLnBrk="0" hangingPunct="0"/>
                  <a:endParaRPr lang="el-GR" sz="3200"/>
                </a:p>
              </p:txBody>
            </p:sp>
            <p:sp>
              <p:nvSpPr>
                <p:cNvPr id="193" name="Freeform 40"/>
                <p:cNvSpPr>
                  <a:spLocks/>
                </p:cNvSpPr>
                <p:nvPr/>
              </p:nvSpPr>
              <p:spPr bwMode="auto">
                <a:xfrm>
                  <a:off x="1775" y="967"/>
                  <a:ext cx="366" cy="370"/>
                </a:xfrm>
                <a:custGeom>
                  <a:avLst/>
                  <a:gdLst/>
                  <a:ahLst/>
                  <a:cxnLst>
                    <a:cxn ang="0">
                      <a:pos x="360" y="287"/>
                    </a:cxn>
                    <a:cxn ang="0">
                      <a:pos x="119" y="361"/>
                    </a:cxn>
                    <a:cxn ang="0">
                      <a:pos x="46" y="120"/>
                    </a:cxn>
                    <a:cxn ang="0">
                      <a:pos x="287" y="47"/>
                    </a:cxn>
                    <a:cxn ang="0">
                      <a:pos x="360" y="287"/>
                    </a:cxn>
                  </a:cxnLst>
                  <a:rect l="0" t="0" r="r" b="b"/>
                  <a:pathLst>
                    <a:path w="406" h="407">
                      <a:moveTo>
                        <a:pt x="360" y="287"/>
                      </a:moveTo>
                      <a:cubicBezTo>
                        <a:pt x="314" y="374"/>
                        <a:pt x="206" y="407"/>
                        <a:pt x="119" y="361"/>
                      </a:cubicBezTo>
                      <a:cubicBezTo>
                        <a:pt x="32" y="314"/>
                        <a:pt x="0" y="206"/>
                        <a:pt x="46" y="120"/>
                      </a:cubicBezTo>
                      <a:cubicBezTo>
                        <a:pt x="92" y="33"/>
                        <a:pt x="200" y="0"/>
                        <a:pt x="287" y="47"/>
                      </a:cubicBezTo>
                      <a:cubicBezTo>
                        <a:pt x="374" y="93"/>
                        <a:pt x="406" y="201"/>
                        <a:pt x="360" y="287"/>
                      </a:cubicBezTo>
                      <a:close/>
                    </a:path>
                  </a:pathLst>
                </a:custGeom>
                <a:solidFill>
                  <a:schemeClr val="accent4"/>
                </a:solidFill>
                <a:ln w="9525">
                  <a:noFill/>
                  <a:round/>
                  <a:headEnd/>
                  <a:tailEnd/>
                </a:ln>
              </p:spPr>
              <p:txBody>
                <a:bodyPr lIns="121920" tIns="60960" rIns="121920" bIns="60960"/>
                <a:lstStyle/>
                <a:p>
                  <a:pPr eaLnBrk="0" hangingPunct="0">
                    <a:defRPr/>
                  </a:pPr>
                  <a:endParaRPr lang="en-US" sz="3200">
                    <a:cs typeface="+mn-cs"/>
                  </a:endParaRPr>
                </a:p>
              </p:txBody>
            </p:sp>
            <p:sp>
              <p:nvSpPr>
                <p:cNvPr id="194" name="Freeform 41"/>
                <p:cNvSpPr>
                  <a:spLocks/>
                </p:cNvSpPr>
                <p:nvPr/>
              </p:nvSpPr>
              <p:spPr bwMode="auto">
                <a:xfrm>
                  <a:off x="2208" y="226"/>
                  <a:ext cx="335" cy="335"/>
                </a:xfrm>
                <a:custGeom>
                  <a:avLst/>
                  <a:gdLst/>
                  <a:ahLst/>
                  <a:cxnLst>
                    <a:cxn ang="0">
                      <a:pos x="307" y="299"/>
                    </a:cxn>
                    <a:cxn ang="0">
                      <a:pos x="71" y="307"/>
                    </a:cxn>
                    <a:cxn ang="0">
                      <a:pos x="63" y="71"/>
                    </a:cxn>
                    <a:cxn ang="0">
                      <a:pos x="299" y="63"/>
                    </a:cxn>
                    <a:cxn ang="0">
                      <a:pos x="307" y="299"/>
                    </a:cxn>
                  </a:cxnLst>
                  <a:rect l="0" t="0" r="r" b="b"/>
                  <a:pathLst>
                    <a:path w="370" h="370">
                      <a:moveTo>
                        <a:pt x="307" y="299"/>
                      </a:moveTo>
                      <a:cubicBezTo>
                        <a:pt x="244" y="366"/>
                        <a:pt x="138" y="370"/>
                        <a:pt x="71" y="307"/>
                      </a:cubicBezTo>
                      <a:cubicBezTo>
                        <a:pt x="4" y="244"/>
                        <a:pt x="0" y="138"/>
                        <a:pt x="63" y="71"/>
                      </a:cubicBezTo>
                      <a:cubicBezTo>
                        <a:pt x="126" y="4"/>
                        <a:pt x="232" y="0"/>
                        <a:pt x="299" y="63"/>
                      </a:cubicBezTo>
                      <a:cubicBezTo>
                        <a:pt x="366" y="126"/>
                        <a:pt x="370" y="231"/>
                        <a:pt x="307" y="299"/>
                      </a:cubicBezTo>
                      <a:close/>
                    </a:path>
                  </a:pathLst>
                </a:custGeom>
                <a:solidFill>
                  <a:schemeClr val="accent6"/>
                </a:solidFill>
                <a:ln w="9525">
                  <a:noFill/>
                  <a:round/>
                  <a:headEnd/>
                  <a:tailEnd/>
                </a:ln>
              </p:spPr>
              <p:txBody>
                <a:bodyPr lIns="121920" tIns="60960" rIns="121920" bIns="60960"/>
                <a:lstStyle/>
                <a:p>
                  <a:pPr eaLnBrk="0" hangingPunct="0">
                    <a:defRPr/>
                  </a:pPr>
                  <a:endParaRPr lang="en-US" sz="3200">
                    <a:cs typeface="+mn-cs"/>
                  </a:endParaRPr>
                </a:p>
              </p:txBody>
            </p:sp>
            <p:sp>
              <p:nvSpPr>
                <p:cNvPr id="437390" name="Freeform 42"/>
                <p:cNvSpPr>
                  <a:spLocks/>
                </p:cNvSpPr>
                <p:nvPr/>
              </p:nvSpPr>
              <p:spPr bwMode="auto">
                <a:xfrm>
                  <a:off x="3806" y="1055"/>
                  <a:ext cx="344" cy="343"/>
                </a:xfrm>
                <a:custGeom>
                  <a:avLst/>
                  <a:gdLst>
                    <a:gd name="T0" fmla="*/ 304 w 381"/>
                    <a:gd name="T1" fmla="*/ 242 h 380"/>
                    <a:gd name="T2" fmla="*/ 101 w 381"/>
                    <a:gd name="T3" fmla="*/ 304 h 380"/>
                    <a:gd name="T4" fmla="*/ 39 w 381"/>
                    <a:gd name="T5" fmla="*/ 100 h 380"/>
                    <a:gd name="T6" fmla="*/ 243 w 381"/>
                    <a:gd name="T7" fmla="*/ 39 h 380"/>
                    <a:gd name="T8" fmla="*/ 304 w 381"/>
                    <a:gd name="T9" fmla="*/ 242 h 380"/>
                    <a:gd name="T10" fmla="*/ 0 60000 65536"/>
                    <a:gd name="T11" fmla="*/ 0 60000 65536"/>
                    <a:gd name="T12" fmla="*/ 0 60000 65536"/>
                    <a:gd name="T13" fmla="*/ 0 60000 65536"/>
                    <a:gd name="T14" fmla="*/ 0 60000 65536"/>
                    <a:gd name="T15" fmla="*/ 0 w 381"/>
                    <a:gd name="T16" fmla="*/ 0 h 380"/>
                    <a:gd name="T17" fmla="*/ 381 w 381"/>
                    <a:gd name="T18" fmla="*/ 380 h 380"/>
                  </a:gdLst>
                  <a:ahLst/>
                  <a:cxnLst>
                    <a:cxn ang="T10">
                      <a:pos x="T0" y="T1"/>
                    </a:cxn>
                    <a:cxn ang="T11">
                      <a:pos x="T2" y="T3"/>
                    </a:cxn>
                    <a:cxn ang="T12">
                      <a:pos x="T4" y="T5"/>
                    </a:cxn>
                    <a:cxn ang="T13">
                      <a:pos x="T6" y="T7"/>
                    </a:cxn>
                    <a:cxn ang="T14">
                      <a:pos x="T8" y="T9"/>
                    </a:cxn>
                  </a:cxnLst>
                  <a:rect l="T15" t="T16" r="T17" b="T18"/>
                  <a:pathLst>
                    <a:path w="381" h="380">
                      <a:moveTo>
                        <a:pt x="337" y="268"/>
                      </a:moveTo>
                      <a:cubicBezTo>
                        <a:pt x="294" y="350"/>
                        <a:pt x="193" y="380"/>
                        <a:pt x="112" y="337"/>
                      </a:cubicBezTo>
                      <a:cubicBezTo>
                        <a:pt x="31" y="294"/>
                        <a:pt x="0" y="193"/>
                        <a:pt x="43" y="111"/>
                      </a:cubicBezTo>
                      <a:cubicBezTo>
                        <a:pt x="87" y="30"/>
                        <a:pt x="188" y="0"/>
                        <a:pt x="269" y="43"/>
                      </a:cubicBezTo>
                      <a:cubicBezTo>
                        <a:pt x="350" y="86"/>
                        <a:pt x="381" y="187"/>
                        <a:pt x="337" y="268"/>
                      </a:cubicBezTo>
                      <a:close/>
                    </a:path>
                  </a:pathLst>
                </a:custGeom>
                <a:solidFill>
                  <a:schemeClr val="accent1"/>
                </a:solidFill>
                <a:ln w="9525">
                  <a:noFill/>
                  <a:round/>
                  <a:headEnd/>
                  <a:tailEnd/>
                </a:ln>
              </p:spPr>
              <p:txBody>
                <a:bodyPr lIns="121920" tIns="60960" rIns="121920" bIns="60960"/>
                <a:lstStyle/>
                <a:p>
                  <a:pPr eaLnBrk="0" hangingPunct="0"/>
                  <a:endParaRPr lang="el-GR" sz="3200"/>
                </a:p>
              </p:txBody>
            </p:sp>
            <p:sp>
              <p:nvSpPr>
                <p:cNvPr id="437391" name="Freeform 43"/>
                <p:cNvSpPr>
                  <a:spLocks/>
                </p:cNvSpPr>
                <p:nvPr/>
              </p:nvSpPr>
              <p:spPr bwMode="auto">
                <a:xfrm>
                  <a:off x="3725" y="1999"/>
                  <a:ext cx="343" cy="345"/>
                </a:xfrm>
                <a:custGeom>
                  <a:avLst/>
                  <a:gdLst>
                    <a:gd name="T0" fmla="*/ 304 w 380"/>
                    <a:gd name="T1" fmla="*/ 244 h 381"/>
                    <a:gd name="T2" fmla="*/ 101 w 380"/>
                    <a:gd name="T3" fmla="*/ 306 h 381"/>
                    <a:gd name="T4" fmla="*/ 39 w 380"/>
                    <a:gd name="T5" fmla="*/ 101 h 381"/>
                    <a:gd name="T6" fmla="*/ 243 w 380"/>
                    <a:gd name="T7" fmla="*/ 40 h 381"/>
                    <a:gd name="T8" fmla="*/ 304 w 380"/>
                    <a:gd name="T9" fmla="*/ 244 h 381"/>
                    <a:gd name="T10" fmla="*/ 0 60000 65536"/>
                    <a:gd name="T11" fmla="*/ 0 60000 65536"/>
                    <a:gd name="T12" fmla="*/ 0 60000 65536"/>
                    <a:gd name="T13" fmla="*/ 0 60000 65536"/>
                    <a:gd name="T14" fmla="*/ 0 60000 65536"/>
                    <a:gd name="T15" fmla="*/ 0 w 380"/>
                    <a:gd name="T16" fmla="*/ 0 h 381"/>
                    <a:gd name="T17" fmla="*/ 380 w 380"/>
                    <a:gd name="T18" fmla="*/ 381 h 381"/>
                  </a:gdLst>
                  <a:ahLst/>
                  <a:cxnLst>
                    <a:cxn ang="T10">
                      <a:pos x="T0" y="T1"/>
                    </a:cxn>
                    <a:cxn ang="T11">
                      <a:pos x="T2" y="T3"/>
                    </a:cxn>
                    <a:cxn ang="T12">
                      <a:pos x="T4" y="T5"/>
                    </a:cxn>
                    <a:cxn ang="T13">
                      <a:pos x="T6" y="T7"/>
                    </a:cxn>
                    <a:cxn ang="T14">
                      <a:pos x="T8" y="T9"/>
                    </a:cxn>
                  </a:cxnLst>
                  <a:rect l="T15" t="T16" r="T17" b="T18"/>
                  <a:pathLst>
                    <a:path w="380" h="381">
                      <a:moveTo>
                        <a:pt x="337" y="269"/>
                      </a:moveTo>
                      <a:cubicBezTo>
                        <a:pt x="294" y="350"/>
                        <a:pt x="193" y="381"/>
                        <a:pt x="112" y="338"/>
                      </a:cubicBezTo>
                      <a:cubicBezTo>
                        <a:pt x="30" y="294"/>
                        <a:pt x="0" y="193"/>
                        <a:pt x="43" y="112"/>
                      </a:cubicBezTo>
                      <a:cubicBezTo>
                        <a:pt x="86" y="31"/>
                        <a:pt x="187" y="0"/>
                        <a:pt x="269" y="44"/>
                      </a:cubicBezTo>
                      <a:cubicBezTo>
                        <a:pt x="350" y="87"/>
                        <a:pt x="380" y="188"/>
                        <a:pt x="337" y="269"/>
                      </a:cubicBezTo>
                      <a:close/>
                    </a:path>
                  </a:pathLst>
                </a:custGeom>
                <a:solidFill>
                  <a:schemeClr val="accent2"/>
                </a:solidFill>
                <a:ln w="9525">
                  <a:noFill/>
                  <a:round/>
                  <a:headEnd/>
                  <a:tailEnd/>
                </a:ln>
              </p:spPr>
              <p:txBody>
                <a:bodyPr lIns="121920" tIns="60960" rIns="121920" bIns="60960"/>
                <a:lstStyle/>
                <a:p>
                  <a:pPr eaLnBrk="0" hangingPunct="0"/>
                  <a:endParaRPr lang="el-GR" sz="3200"/>
                </a:p>
              </p:txBody>
            </p:sp>
            <p:sp>
              <p:nvSpPr>
                <p:cNvPr id="437392" name="Freeform 44"/>
                <p:cNvSpPr>
                  <a:spLocks/>
                </p:cNvSpPr>
                <p:nvPr/>
              </p:nvSpPr>
              <p:spPr bwMode="auto">
                <a:xfrm>
                  <a:off x="3233" y="1264"/>
                  <a:ext cx="344" cy="343"/>
                </a:xfrm>
                <a:custGeom>
                  <a:avLst/>
                  <a:gdLst>
                    <a:gd name="T0" fmla="*/ 305 w 381"/>
                    <a:gd name="T1" fmla="*/ 242 h 380"/>
                    <a:gd name="T2" fmla="*/ 101 w 381"/>
                    <a:gd name="T3" fmla="*/ 304 h 380"/>
                    <a:gd name="T4" fmla="*/ 40 w 381"/>
                    <a:gd name="T5" fmla="*/ 100 h 380"/>
                    <a:gd name="T6" fmla="*/ 243 w 381"/>
                    <a:gd name="T7" fmla="*/ 39 h 380"/>
                    <a:gd name="T8" fmla="*/ 305 w 381"/>
                    <a:gd name="T9" fmla="*/ 242 h 380"/>
                    <a:gd name="T10" fmla="*/ 0 60000 65536"/>
                    <a:gd name="T11" fmla="*/ 0 60000 65536"/>
                    <a:gd name="T12" fmla="*/ 0 60000 65536"/>
                    <a:gd name="T13" fmla="*/ 0 60000 65536"/>
                    <a:gd name="T14" fmla="*/ 0 60000 65536"/>
                    <a:gd name="T15" fmla="*/ 0 w 381"/>
                    <a:gd name="T16" fmla="*/ 0 h 380"/>
                    <a:gd name="T17" fmla="*/ 381 w 381"/>
                    <a:gd name="T18" fmla="*/ 380 h 380"/>
                  </a:gdLst>
                  <a:ahLst/>
                  <a:cxnLst>
                    <a:cxn ang="T10">
                      <a:pos x="T0" y="T1"/>
                    </a:cxn>
                    <a:cxn ang="T11">
                      <a:pos x="T2" y="T3"/>
                    </a:cxn>
                    <a:cxn ang="T12">
                      <a:pos x="T4" y="T5"/>
                    </a:cxn>
                    <a:cxn ang="T13">
                      <a:pos x="T6" y="T7"/>
                    </a:cxn>
                    <a:cxn ang="T14">
                      <a:pos x="T8" y="T9"/>
                    </a:cxn>
                  </a:cxnLst>
                  <a:rect l="T15" t="T16" r="T17" b="T18"/>
                  <a:pathLst>
                    <a:path w="381" h="380">
                      <a:moveTo>
                        <a:pt x="338" y="268"/>
                      </a:moveTo>
                      <a:cubicBezTo>
                        <a:pt x="294" y="350"/>
                        <a:pt x="193" y="380"/>
                        <a:pt x="112" y="337"/>
                      </a:cubicBezTo>
                      <a:cubicBezTo>
                        <a:pt x="31" y="294"/>
                        <a:pt x="0" y="193"/>
                        <a:pt x="44" y="111"/>
                      </a:cubicBezTo>
                      <a:cubicBezTo>
                        <a:pt x="87" y="30"/>
                        <a:pt x="188" y="0"/>
                        <a:pt x="269" y="43"/>
                      </a:cubicBezTo>
                      <a:cubicBezTo>
                        <a:pt x="350" y="86"/>
                        <a:pt x="381" y="187"/>
                        <a:pt x="338" y="268"/>
                      </a:cubicBezTo>
                      <a:close/>
                    </a:path>
                  </a:pathLst>
                </a:custGeom>
                <a:solidFill>
                  <a:schemeClr val="tx2"/>
                </a:solidFill>
                <a:ln w="9525">
                  <a:noFill/>
                  <a:round/>
                  <a:headEnd/>
                  <a:tailEnd/>
                </a:ln>
              </p:spPr>
              <p:txBody>
                <a:bodyPr lIns="121920" tIns="60960" rIns="121920" bIns="60960"/>
                <a:lstStyle/>
                <a:p>
                  <a:pPr eaLnBrk="0" hangingPunct="0"/>
                  <a:endParaRPr lang="el-GR" sz="3200"/>
                </a:p>
              </p:txBody>
            </p:sp>
            <p:sp>
              <p:nvSpPr>
                <p:cNvPr id="198" name="Freeform 45"/>
                <p:cNvSpPr>
                  <a:spLocks/>
                </p:cNvSpPr>
                <p:nvPr/>
              </p:nvSpPr>
              <p:spPr bwMode="auto">
                <a:xfrm>
                  <a:off x="3492" y="516"/>
                  <a:ext cx="290" cy="290"/>
                </a:xfrm>
                <a:custGeom>
                  <a:avLst/>
                  <a:gdLst/>
                  <a:ahLst/>
                  <a:cxnLst>
                    <a:cxn ang="0">
                      <a:pos x="284" y="226"/>
                    </a:cxn>
                    <a:cxn ang="0">
                      <a:pos x="94" y="283"/>
                    </a:cxn>
                    <a:cxn ang="0">
                      <a:pos x="37" y="94"/>
                    </a:cxn>
                    <a:cxn ang="0">
                      <a:pos x="226" y="36"/>
                    </a:cxn>
                    <a:cxn ang="0">
                      <a:pos x="284" y="226"/>
                    </a:cxn>
                  </a:cxnLst>
                  <a:rect l="0" t="0" r="r" b="b"/>
                  <a:pathLst>
                    <a:path w="320" h="320">
                      <a:moveTo>
                        <a:pt x="284" y="226"/>
                      </a:moveTo>
                      <a:cubicBezTo>
                        <a:pt x="247" y="294"/>
                        <a:pt x="162" y="320"/>
                        <a:pt x="94" y="283"/>
                      </a:cubicBezTo>
                      <a:cubicBezTo>
                        <a:pt x="26" y="247"/>
                        <a:pt x="0" y="162"/>
                        <a:pt x="37" y="94"/>
                      </a:cubicBezTo>
                      <a:cubicBezTo>
                        <a:pt x="73" y="25"/>
                        <a:pt x="158" y="0"/>
                        <a:pt x="226" y="36"/>
                      </a:cubicBezTo>
                      <a:cubicBezTo>
                        <a:pt x="295" y="73"/>
                        <a:pt x="320" y="157"/>
                        <a:pt x="284" y="226"/>
                      </a:cubicBezTo>
                      <a:close/>
                    </a:path>
                  </a:pathLst>
                </a:custGeom>
                <a:solidFill>
                  <a:schemeClr val="accent2">
                    <a:lumMod val="50000"/>
                  </a:schemeClr>
                </a:solidFill>
                <a:ln w="9525">
                  <a:noFill/>
                  <a:round/>
                  <a:headEnd/>
                  <a:tailEnd/>
                </a:ln>
              </p:spPr>
              <p:txBody>
                <a:bodyPr lIns="121920" tIns="60960" rIns="121920" bIns="60960"/>
                <a:lstStyle/>
                <a:p>
                  <a:pPr eaLnBrk="0" hangingPunct="0">
                    <a:defRPr/>
                  </a:pPr>
                  <a:endParaRPr lang="en-US" sz="3200">
                    <a:cs typeface="+mn-cs"/>
                  </a:endParaRPr>
                </a:p>
              </p:txBody>
            </p:sp>
            <p:sp>
              <p:nvSpPr>
                <p:cNvPr id="199" name="Freeform 46"/>
                <p:cNvSpPr>
                  <a:spLocks/>
                </p:cNvSpPr>
                <p:nvPr/>
              </p:nvSpPr>
              <p:spPr bwMode="auto">
                <a:xfrm>
                  <a:off x="3113" y="311"/>
                  <a:ext cx="344" cy="344"/>
                </a:xfrm>
                <a:custGeom>
                  <a:avLst/>
                  <a:gdLst/>
                  <a:ahLst/>
                  <a:cxnLst>
                    <a:cxn ang="0">
                      <a:pos x="338" y="269"/>
                    </a:cxn>
                    <a:cxn ang="0">
                      <a:pos x="112" y="337"/>
                    </a:cxn>
                    <a:cxn ang="0">
                      <a:pos x="44" y="112"/>
                    </a:cxn>
                    <a:cxn ang="0">
                      <a:pos x="269" y="43"/>
                    </a:cxn>
                    <a:cxn ang="0">
                      <a:pos x="338" y="269"/>
                    </a:cxn>
                  </a:cxnLst>
                  <a:rect l="0" t="0" r="r" b="b"/>
                  <a:pathLst>
                    <a:path w="381" h="381">
                      <a:moveTo>
                        <a:pt x="338" y="269"/>
                      </a:moveTo>
                      <a:cubicBezTo>
                        <a:pt x="294" y="350"/>
                        <a:pt x="193" y="381"/>
                        <a:pt x="112" y="337"/>
                      </a:cubicBezTo>
                      <a:cubicBezTo>
                        <a:pt x="31" y="294"/>
                        <a:pt x="0" y="193"/>
                        <a:pt x="44" y="112"/>
                      </a:cubicBezTo>
                      <a:cubicBezTo>
                        <a:pt x="87" y="31"/>
                        <a:pt x="188" y="0"/>
                        <a:pt x="269" y="43"/>
                      </a:cubicBezTo>
                      <a:cubicBezTo>
                        <a:pt x="350" y="87"/>
                        <a:pt x="381" y="188"/>
                        <a:pt x="338" y="269"/>
                      </a:cubicBezTo>
                      <a:close/>
                    </a:path>
                  </a:pathLst>
                </a:custGeom>
                <a:solidFill>
                  <a:schemeClr val="accent6"/>
                </a:solidFill>
                <a:ln w="9525">
                  <a:noFill/>
                  <a:round/>
                  <a:headEnd/>
                  <a:tailEnd/>
                </a:ln>
              </p:spPr>
              <p:txBody>
                <a:bodyPr lIns="121920" tIns="60960" rIns="121920" bIns="60960"/>
                <a:lstStyle/>
                <a:p>
                  <a:pPr eaLnBrk="0" hangingPunct="0">
                    <a:defRPr/>
                  </a:pPr>
                  <a:endParaRPr lang="en-US" sz="3200">
                    <a:cs typeface="+mn-cs"/>
                  </a:endParaRPr>
                </a:p>
              </p:txBody>
            </p:sp>
            <p:sp>
              <p:nvSpPr>
                <p:cNvPr id="437395" name="Freeform 47"/>
                <p:cNvSpPr>
                  <a:spLocks/>
                </p:cNvSpPr>
                <p:nvPr/>
              </p:nvSpPr>
              <p:spPr bwMode="auto">
                <a:xfrm>
                  <a:off x="3275" y="751"/>
                  <a:ext cx="89" cy="154"/>
                </a:xfrm>
                <a:custGeom>
                  <a:avLst/>
                  <a:gdLst>
                    <a:gd name="T0" fmla="*/ 89 w 99"/>
                    <a:gd name="T1" fmla="*/ 91 h 170"/>
                    <a:gd name="T2" fmla="*/ 89 w 99"/>
                    <a:gd name="T3" fmla="*/ 0 h 170"/>
                    <a:gd name="T4" fmla="*/ 89 w 99"/>
                    <a:gd name="T5" fmla="*/ 0 h 170"/>
                    <a:gd name="T6" fmla="*/ 0 w 99"/>
                    <a:gd name="T7" fmla="*/ 91 h 170"/>
                    <a:gd name="T8" fmla="*/ 26 w 99"/>
                    <a:gd name="T9" fmla="*/ 154 h 170"/>
                    <a:gd name="T10" fmla="*/ 89 w 99"/>
                    <a:gd name="T11" fmla="*/ 91 h 170"/>
                    <a:gd name="T12" fmla="*/ 0 60000 65536"/>
                    <a:gd name="T13" fmla="*/ 0 60000 65536"/>
                    <a:gd name="T14" fmla="*/ 0 60000 65536"/>
                    <a:gd name="T15" fmla="*/ 0 60000 65536"/>
                    <a:gd name="T16" fmla="*/ 0 60000 65536"/>
                    <a:gd name="T17" fmla="*/ 0 60000 65536"/>
                    <a:gd name="T18" fmla="*/ 0 w 99"/>
                    <a:gd name="T19" fmla="*/ 0 h 170"/>
                    <a:gd name="T20" fmla="*/ 99 w 99"/>
                    <a:gd name="T21" fmla="*/ 170 h 170"/>
                  </a:gdLst>
                  <a:ahLst/>
                  <a:cxnLst>
                    <a:cxn ang="T12">
                      <a:pos x="T0" y="T1"/>
                    </a:cxn>
                    <a:cxn ang="T13">
                      <a:pos x="T2" y="T3"/>
                    </a:cxn>
                    <a:cxn ang="T14">
                      <a:pos x="T4" y="T5"/>
                    </a:cxn>
                    <a:cxn ang="T15">
                      <a:pos x="T6" y="T7"/>
                    </a:cxn>
                    <a:cxn ang="T16">
                      <a:pos x="T8" y="T9"/>
                    </a:cxn>
                    <a:cxn ang="T17">
                      <a:pos x="T10" y="T11"/>
                    </a:cxn>
                  </a:cxnLst>
                  <a:rect l="T18" t="T19" r="T20" b="T21"/>
                  <a:pathLst>
                    <a:path w="99" h="170">
                      <a:moveTo>
                        <a:pt x="99" y="100"/>
                      </a:moveTo>
                      <a:cubicBezTo>
                        <a:pt x="99" y="0"/>
                        <a:pt x="99" y="0"/>
                        <a:pt x="99" y="0"/>
                      </a:cubicBezTo>
                      <a:cubicBezTo>
                        <a:pt x="99" y="0"/>
                        <a:pt x="99" y="0"/>
                        <a:pt x="99" y="0"/>
                      </a:cubicBezTo>
                      <a:cubicBezTo>
                        <a:pt x="44" y="0"/>
                        <a:pt x="0" y="45"/>
                        <a:pt x="0" y="100"/>
                      </a:cubicBezTo>
                      <a:cubicBezTo>
                        <a:pt x="0" y="127"/>
                        <a:pt x="11" y="152"/>
                        <a:pt x="29" y="170"/>
                      </a:cubicBezTo>
                      <a:cubicBezTo>
                        <a:pt x="99" y="100"/>
                        <a:pt x="99" y="100"/>
                        <a:pt x="99" y="10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396" name="Freeform 48"/>
                <p:cNvSpPr>
                  <a:spLocks/>
                </p:cNvSpPr>
                <p:nvPr/>
              </p:nvSpPr>
              <p:spPr bwMode="auto">
                <a:xfrm>
                  <a:off x="3308" y="852"/>
                  <a:ext cx="153" cy="89"/>
                </a:xfrm>
                <a:custGeom>
                  <a:avLst/>
                  <a:gdLst>
                    <a:gd name="T0" fmla="*/ 0 w 169"/>
                    <a:gd name="T1" fmla="*/ 63 h 99"/>
                    <a:gd name="T2" fmla="*/ 63 w 169"/>
                    <a:gd name="T3" fmla="*/ 89 h 99"/>
                    <a:gd name="T4" fmla="*/ 153 w 169"/>
                    <a:gd name="T5" fmla="*/ 0 h 99"/>
                    <a:gd name="T6" fmla="*/ 63 w 169"/>
                    <a:gd name="T7" fmla="*/ 0 h 99"/>
                    <a:gd name="T8" fmla="*/ 0 w 169"/>
                    <a:gd name="T9" fmla="*/ 63 h 99"/>
                    <a:gd name="T10" fmla="*/ 0 60000 65536"/>
                    <a:gd name="T11" fmla="*/ 0 60000 65536"/>
                    <a:gd name="T12" fmla="*/ 0 60000 65536"/>
                    <a:gd name="T13" fmla="*/ 0 60000 65536"/>
                    <a:gd name="T14" fmla="*/ 0 60000 65536"/>
                    <a:gd name="T15" fmla="*/ 0 w 169"/>
                    <a:gd name="T16" fmla="*/ 0 h 99"/>
                    <a:gd name="T17" fmla="*/ 169 w 169"/>
                    <a:gd name="T18" fmla="*/ 99 h 99"/>
                  </a:gdLst>
                  <a:ahLst/>
                  <a:cxnLst>
                    <a:cxn ang="T10">
                      <a:pos x="T0" y="T1"/>
                    </a:cxn>
                    <a:cxn ang="T11">
                      <a:pos x="T2" y="T3"/>
                    </a:cxn>
                    <a:cxn ang="T12">
                      <a:pos x="T4" y="T5"/>
                    </a:cxn>
                    <a:cxn ang="T13">
                      <a:pos x="T6" y="T7"/>
                    </a:cxn>
                    <a:cxn ang="T14">
                      <a:pos x="T8" y="T9"/>
                    </a:cxn>
                  </a:cxnLst>
                  <a:rect l="T15" t="T16" r="T17" b="T18"/>
                  <a:pathLst>
                    <a:path w="169" h="99">
                      <a:moveTo>
                        <a:pt x="0" y="70"/>
                      </a:moveTo>
                      <a:cubicBezTo>
                        <a:pt x="18" y="88"/>
                        <a:pt x="43" y="99"/>
                        <a:pt x="70" y="99"/>
                      </a:cubicBezTo>
                      <a:cubicBezTo>
                        <a:pt x="125" y="99"/>
                        <a:pt x="169" y="55"/>
                        <a:pt x="169" y="0"/>
                      </a:cubicBezTo>
                      <a:cubicBezTo>
                        <a:pt x="70" y="0"/>
                        <a:pt x="70" y="0"/>
                        <a:pt x="70" y="0"/>
                      </a:cubicBezTo>
                      <a:lnTo>
                        <a:pt x="0" y="7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397" name="Freeform 49"/>
                <p:cNvSpPr>
                  <a:spLocks/>
                </p:cNvSpPr>
                <p:nvPr/>
              </p:nvSpPr>
              <p:spPr bwMode="auto">
                <a:xfrm>
                  <a:off x="3376" y="751"/>
                  <a:ext cx="89" cy="91"/>
                </a:xfrm>
                <a:custGeom>
                  <a:avLst/>
                  <a:gdLst>
                    <a:gd name="T0" fmla="*/ 0 w 99"/>
                    <a:gd name="T1" fmla="*/ 0 h 100"/>
                    <a:gd name="T2" fmla="*/ 0 w 99"/>
                    <a:gd name="T3" fmla="*/ 91 h 100"/>
                    <a:gd name="T4" fmla="*/ 89 w 99"/>
                    <a:gd name="T5" fmla="*/ 91 h 100"/>
                    <a:gd name="T6" fmla="*/ 89 w 99"/>
                    <a:gd name="T7" fmla="*/ 91 h 100"/>
                    <a:gd name="T8" fmla="*/ 0 w 99"/>
                    <a:gd name="T9" fmla="*/ 0 h 100"/>
                    <a:gd name="T10" fmla="*/ 0 60000 65536"/>
                    <a:gd name="T11" fmla="*/ 0 60000 65536"/>
                    <a:gd name="T12" fmla="*/ 0 60000 65536"/>
                    <a:gd name="T13" fmla="*/ 0 60000 65536"/>
                    <a:gd name="T14" fmla="*/ 0 60000 65536"/>
                    <a:gd name="T15" fmla="*/ 0 w 99"/>
                    <a:gd name="T16" fmla="*/ 0 h 100"/>
                    <a:gd name="T17" fmla="*/ 99 w 99"/>
                    <a:gd name="T18" fmla="*/ 100 h 100"/>
                  </a:gdLst>
                  <a:ahLst/>
                  <a:cxnLst>
                    <a:cxn ang="T10">
                      <a:pos x="T0" y="T1"/>
                    </a:cxn>
                    <a:cxn ang="T11">
                      <a:pos x="T2" y="T3"/>
                    </a:cxn>
                    <a:cxn ang="T12">
                      <a:pos x="T4" y="T5"/>
                    </a:cxn>
                    <a:cxn ang="T13">
                      <a:pos x="T6" y="T7"/>
                    </a:cxn>
                    <a:cxn ang="T14">
                      <a:pos x="T8" y="T9"/>
                    </a:cxn>
                  </a:cxnLst>
                  <a:rect l="T15" t="T16" r="T17" b="T18"/>
                  <a:pathLst>
                    <a:path w="99" h="100">
                      <a:moveTo>
                        <a:pt x="0" y="0"/>
                      </a:moveTo>
                      <a:cubicBezTo>
                        <a:pt x="0" y="100"/>
                        <a:pt x="0" y="100"/>
                        <a:pt x="0" y="100"/>
                      </a:cubicBezTo>
                      <a:cubicBezTo>
                        <a:pt x="99" y="100"/>
                        <a:pt x="99" y="100"/>
                        <a:pt x="99" y="100"/>
                      </a:cubicBezTo>
                      <a:cubicBezTo>
                        <a:pt x="99" y="100"/>
                        <a:pt x="99" y="100"/>
                        <a:pt x="99" y="100"/>
                      </a:cubicBezTo>
                      <a:cubicBezTo>
                        <a:pt x="99" y="45"/>
                        <a:pt x="55" y="1"/>
                        <a:pt x="0" y="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398" name="Freeform 50"/>
                <p:cNvSpPr>
                  <a:spLocks noEditPoints="1"/>
                </p:cNvSpPr>
                <p:nvPr/>
              </p:nvSpPr>
              <p:spPr bwMode="auto">
                <a:xfrm>
                  <a:off x="3500" y="2208"/>
                  <a:ext cx="47" cy="47"/>
                </a:xfrm>
                <a:custGeom>
                  <a:avLst/>
                  <a:gdLst>
                    <a:gd name="T0" fmla="*/ 24 w 52"/>
                    <a:gd name="T1" fmla="*/ 0 h 52"/>
                    <a:gd name="T2" fmla="*/ 0 w 52"/>
                    <a:gd name="T3" fmla="*/ 24 h 52"/>
                    <a:gd name="T4" fmla="*/ 24 w 52"/>
                    <a:gd name="T5" fmla="*/ 47 h 52"/>
                    <a:gd name="T6" fmla="*/ 47 w 52"/>
                    <a:gd name="T7" fmla="*/ 24 h 52"/>
                    <a:gd name="T8" fmla="*/ 24 w 52"/>
                    <a:gd name="T9" fmla="*/ 0 h 52"/>
                    <a:gd name="T10" fmla="*/ 24 w 52"/>
                    <a:gd name="T11" fmla="*/ 41 h 52"/>
                    <a:gd name="T12" fmla="*/ 6 w 52"/>
                    <a:gd name="T13" fmla="*/ 24 h 52"/>
                    <a:gd name="T14" fmla="*/ 24 w 52"/>
                    <a:gd name="T15" fmla="*/ 6 h 52"/>
                    <a:gd name="T16" fmla="*/ 41 w 52"/>
                    <a:gd name="T17" fmla="*/ 24 h 52"/>
                    <a:gd name="T18" fmla="*/ 24 w 52"/>
                    <a:gd name="T19" fmla="*/ 41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52"/>
                    <a:gd name="T32" fmla="*/ 52 w 52"/>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52">
                      <a:moveTo>
                        <a:pt x="26" y="0"/>
                      </a:moveTo>
                      <a:cubicBezTo>
                        <a:pt x="12" y="0"/>
                        <a:pt x="0" y="12"/>
                        <a:pt x="0" y="26"/>
                      </a:cubicBezTo>
                      <a:cubicBezTo>
                        <a:pt x="0" y="40"/>
                        <a:pt x="12" y="52"/>
                        <a:pt x="26" y="52"/>
                      </a:cubicBezTo>
                      <a:cubicBezTo>
                        <a:pt x="41" y="52"/>
                        <a:pt x="52" y="40"/>
                        <a:pt x="52" y="26"/>
                      </a:cubicBezTo>
                      <a:cubicBezTo>
                        <a:pt x="52" y="12"/>
                        <a:pt x="41" y="0"/>
                        <a:pt x="26" y="0"/>
                      </a:cubicBezTo>
                      <a:close/>
                      <a:moveTo>
                        <a:pt x="26" y="45"/>
                      </a:moveTo>
                      <a:cubicBezTo>
                        <a:pt x="16" y="45"/>
                        <a:pt x="7" y="37"/>
                        <a:pt x="7" y="26"/>
                      </a:cubicBezTo>
                      <a:cubicBezTo>
                        <a:pt x="7" y="16"/>
                        <a:pt x="16" y="7"/>
                        <a:pt x="26" y="7"/>
                      </a:cubicBezTo>
                      <a:cubicBezTo>
                        <a:pt x="37" y="7"/>
                        <a:pt x="45" y="16"/>
                        <a:pt x="45" y="26"/>
                      </a:cubicBezTo>
                      <a:cubicBezTo>
                        <a:pt x="45" y="37"/>
                        <a:pt x="37" y="45"/>
                        <a:pt x="26" y="45"/>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399" name="Freeform 51"/>
                <p:cNvSpPr>
                  <a:spLocks noEditPoints="1"/>
                </p:cNvSpPr>
                <p:nvPr/>
              </p:nvSpPr>
              <p:spPr bwMode="auto">
                <a:xfrm>
                  <a:off x="3467" y="2176"/>
                  <a:ext cx="110" cy="110"/>
                </a:xfrm>
                <a:custGeom>
                  <a:avLst/>
                  <a:gdLst>
                    <a:gd name="T0" fmla="*/ 55 w 122"/>
                    <a:gd name="T1" fmla="*/ 0 h 122"/>
                    <a:gd name="T2" fmla="*/ 0 w 122"/>
                    <a:gd name="T3" fmla="*/ 55 h 122"/>
                    <a:gd name="T4" fmla="*/ 55 w 122"/>
                    <a:gd name="T5" fmla="*/ 110 h 122"/>
                    <a:gd name="T6" fmla="*/ 110 w 122"/>
                    <a:gd name="T7" fmla="*/ 55 h 122"/>
                    <a:gd name="T8" fmla="*/ 55 w 122"/>
                    <a:gd name="T9" fmla="*/ 0 h 122"/>
                    <a:gd name="T10" fmla="*/ 56 w 122"/>
                    <a:gd name="T11" fmla="*/ 82 h 122"/>
                    <a:gd name="T12" fmla="*/ 30 w 122"/>
                    <a:gd name="T13" fmla="*/ 56 h 122"/>
                    <a:gd name="T14" fmla="*/ 56 w 122"/>
                    <a:gd name="T15" fmla="*/ 30 h 122"/>
                    <a:gd name="T16" fmla="*/ 82 w 122"/>
                    <a:gd name="T17" fmla="*/ 56 h 122"/>
                    <a:gd name="T18" fmla="*/ 56 w 122"/>
                    <a:gd name="T19" fmla="*/ 82 h 1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122"/>
                    <a:gd name="T32" fmla="*/ 122 w 122"/>
                    <a:gd name="T33" fmla="*/ 122 h 1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122">
                      <a:moveTo>
                        <a:pt x="61" y="0"/>
                      </a:moveTo>
                      <a:cubicBezTo>
                        <a:pt x="28" y="0"/>
                        <a:pt x="0" y="27"/>
                        <a:pt x="0" y="61"/>
                      </a:cubicBezTo>
                      <a:cubicBezTo>
                        <a:pt x="0" y="95"/>
                        <a:pt x="28" y="122"/>
                        <a:pt x="61" y="122"/>
                      </a:cubicBezTo>
                      <a:cubicBezTo>
                        <a:pt x="95" y="122"/>
                        <a:pt x="122" y="95"/>
                        <a:pt x="122" y="61"/>
                      </a:cubicBezTo>
                      <a:cubicBezTo>
                        <a:pt x="122" y="27"/>
                        <a:pt x="95" y="0"/>
                        <a:pt x="61" y="0"/>
                      </a:cubicBezTo>
                      <a:close/>
                      <a:moveTo>
                        <a:pt x="62" y="91"/>
                      </a:moveTo>
                      <a:cubicBezTo>
                        <a:pt x="46" y="91"/>
                        <a:pt x="33" y="78"/>
                        <a:pt x="33" y="62"/>
                      </a:cubicBezTo>
                      <a:cubicBezTo>
                        <a:pt x="33" y="46"/>
                        <a:pt x="46" y="33"/>
                        <a:pt x="62" y="33"/>
                      </a:cubicBezTo>
                      <a:cubicBezTo>
                        <a:pt x="78" y="33"/>
                        <a:pt x="91" y="46"/>
                        <a:pt x="91" y="62"/>
                      </a:cubicBezTo>
                      <a:cubicBezTo>
                        <a:pt x="91" y="78"/>
                        <a:pt x="78" y="91"/>
                        <a:pt x="62" y="91"/>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0" name="Freeform 52"/>
                <p:cNvSpPr>
                  <a:spLocks/>
                </p:cNvSpPr>
                <p:nvPr/>
              </p:nvSpPr>
              <p:spPr bwMode="auto">
                <a:xfrm>
                  <a:off x="2706" y="441"/>
                  <a:ext cx="5" cy="4"/>
                </a:xfrm>
                <a:custGeom>
                  <a:avLst/>
                  <a:gdLst>
                    <a:gd name="T0" fmla="*/ 0 w 5"/>
                    <a:gd name="T1" fmla="*/ 0 h 4"/>
                    <a:gd name="T2" fmla="*/ 0 w 5"/>
                    <a:gd name="T3" fmla="*/ 4 h 4"/>
                    <a:gd name="T4" fmla="*/ 5 w 5"/>
                    <a:gd name="T5" fmla="*/ 4 h 4"/>
                    <a:gd name="T6" fmla="*/ 5 w 5"/>
                    <a:gd name="T7" fmla="*/ 2 h 4"/>
                    <a:gd name="T8" fmla="*/ 5 w 5"/>
                    <a:gd name="T9" fmla="*/ 0 h 4"/>
                    <a:gd name="T10" fmla="*/ 0 w 5"/>
                    <a:gd name="T11" fmla="*/ 0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0"/>
                      </a:moveTo>
                      <a:cubicBezTo>
                        <a:pt x="0" y="4"/>
                        <a:pt x="0" y="4"/>
                        <a:pt x="0" y="4"/>
                      </a:cubicBezTo>
                      <a:cubicBezTo>
                        <a:pt x="5" y="4"/>
                        <a:pt x="5" y="4"/>
                        <a:pt x="5" y="4"/>
                      </a:cubicBezTo>
                      <a:cubicBezTo>
                        <a:pt x="5" y="3"/>
                        <a:pt x="5" y="3"/>
                        <a:pt x="5" y="2"/>
                      </a:cubicBezTo>
                      <a:cubicBezTo>
                        <a:pt x="5" y="1"/>
                        <a:pt x="5" y="0"/>
                        <a:pt x="5" y="0"/>
                      </a:cubicBezTo>
                      <a:lnTo>
                        <a:pt x="0"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1" name="Freeform 53"/>
                <p:cNvSpPr>
                  <a:spLocks/>
                </p:cNvSpPr>
                <p:nvPr/>
              </p:nvSpPr>
              <p:spPr bwMode="auto">
                <a:xfrm>
                  <a:off x="2744" y="403"/>
                  <a:ext cx="5" cy="5"/>
                </a:xfrm>
                <a:custGeom>
                  <a:avLst/>
                  <a:gdLst>
                    <a:gd name="T0" fmla="*/ 5 w 5"/>
                    <a:gd name="T1" fmla="*/ 5 h 5"/>
                    <a:gd name="T2" fmla="*/ 5 w 5"/>
                    <a:gd name="T3" fmla="*/ 0 h 5"/>
                    <a:gd name="T4" fmla="*/ 0 w 5"/>
                    <a:gd name="T5" fmla="*/ 0 h 5"/>
                    <a:gd name="T6" fmla="*/ 0 w 5"/>
                    <a:gd name="T7" fmla="*/ 5 h 5"/>
                    <a:gd name="T8" fmla="*/ 2 w 5"/>
                    <a:gd name="T9" fmla="*/ 5 h 5"/>
                    <a:gd name="T10" fmla="*/ 5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5"/>
                      </a:moveTo>
                      <a:cubicBezTo>
                        <a:pt x="5" y="0"/>
                        <a:pt x="5" y="0"/>
                        <a:pt x="5" y="0"/>
                      </a:cubicBezTo>
                      <a:cubicBezTo>
                        <a:pt x="0" y="0"/>
                        <a:pt x="0" y="0"/>
                        <a:pt x="0" y="0"/>
                      </a:cubicBezTo>
                      <a:cubicBezTo>
                        <a:pt x="0" y="5"/>
                        <a:pt x="0" y="5"/>
                        <a:pt x="0" y="5"/>
                      </a:cubicBezTo>
                      <a:cubicBezTo>
                        <a:pt x="1" y="5"/>
                        <a:pt x="2" y="5"/>
                        <a:pt x="2" y="5"/>
                      </a:cubicBezTo>
                      <a:cubicBezTo>
                        <a:pt x="3" y="5"/>
                        <a:pt x="4" y="5"/>
                        <a:pt x="5" y="5"/>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2" name="Freeform 54"/>
                <p:cNvSpPr>
                  <a:spLocks/>
                </p:cNvSpPr>
                <p:nvPr/>
              </p:nvSpPr>
              <p:spPr bwMode="auto">
                <a:xfrm>
                  <a:off x="2781" y="441"/>
                  <a:ext cx="6" cy="4"/>
                </a:xfrm>
                <a:custGeom>
                  <a:avLst/>
                  <a:gdLst>
                    <a:gd name="T0" fmla="*/ 6 w 6"/>
                    <a:gd name="T1" fmla="*/ 4 h 4"/>
                    <a:gd name="T2" fmla="*/ 6 w 6"/>
                    <a:gd name="T3" fmla="*/ 0 h 4"/>
                    <a:gd name="T4" fmla="*/ 0 w 6"/>
                    <a:gd name="T5" fmla="*/ 0 h 4"/>
                    <a:gd name="T6" fmla="*/ 0 w 6"/>
                    <a:gd name="T7" fmla="*/ 2 h 4"/>
                    <a:gd name="T8" fmla="*/ 0 w 6"/>
                    <a:gd name="T9" fmla="*/ 4 h 4"/>
                    <a:gd name="T10" fmla="*/ 6 w 6"/>
                    <a:gd name="T11" fmla="*/ 4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6" y="4"/>
                      </a:moveTo>
                      <a:cubicBezTo>
                        <a:pt x="6" y="0"/>
                        <a:pt x="6" y="0"/>
                        <a:pt x="6" y="0"/>
                      </a:cubicBezTo>
                      <a:cubicBezTo>
                        <a:pt x="0" y="0"/>
                        <a:pt x="0" y="0"/>
                        <a:pt x="0" y="0"/>
                      </a:cubicBezTo>
                      <a:cubicBezTo>
                        <a:pt x="0" y="0"/>
                        <a:pt x="0" y="1"/>
                        <a:pt x="0" y="2"/>
                      </a:cubicBezTo>
                      <a:cubicBezTo>
                        <a:pt x="0" y="3"/>
                        <a:pt x="0" y="3"/>
                        <a:pt x="0" y="4"/>
                      </a:cubicBezTo>
                      <a:lnTo>
                        <a:pt x="6" y="4"/>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3" name="Freeform 55"/>
                <p:cNvSpPr>
                  <a:spLocks/>
                </p:cNvSpPr>
                <p:nvPr/>
              </p:nvSpPr>
              <p:spPr bwMode="auto">
                <a:xfrm>
                  <a:off x="2744" y="478"/>
                  <a:ext cx="5" cy="5"/>
                </a:xfrm>
                <a:custGeom>
                  <a:avLst/>
                  <a:gdLst>
                    <a:gd name="T0" fmla="*/ 5 w 5"/>
                    <a:gd name="T1" fmla="*/ 0 h 5"/>
                    <a:gd name="T2" fmla="*/ 2 w 5"/>
                    <a:gd name="T3" fmla="*/ 0 h 5"/>
                    <a:gd name="T4" fmla="*/ 0 w 5"/>
                    <a:gd name="T5" fmla="*/ 0 h 5"/>
                    <a:gd name="T6" fmla="*/ 0 w 5"/>
                    <a:gd name="T7" fmla="*/ 5 h 5"/>
                    <a:gd name="T8" fmla="*/ 5 w 5"/>
                    <a:gd name="T9" fmla="*/ 5 h 5"/>
                    <a:gd name="T10" fmla="*/ 5 w 5"/>
                    <a:gd name="T11" fmla="*/ 0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0"/>
                      </a:moveTo>
                      <a:cubicBezTo>
                        <a:pt x="4" y="0"/>
                        <a:pt x="3" y="0"/>
                        <a:pt x="2" y="0"/>
                      </a:cubicBezTo>
                      <a:cubicBezTo>
                        <a:pt x="2" y="0"/>
                        <a:pt x="1" y="0"/>
                        <a:pt x="0" y="0"/>
                      </a:cubicBezTo>
                      <a:cubicBezTo>
                        <a:pt x="0" y="5"/>
                        <a:pt x="0" y="5"/>
                        <a:pt x="0" y="5"/>
                      </a:cubicBezTo>
                      <a:cubicBezTo>
                        <a:pt x="5" y="5"/>
                        <a:pt x="5" y="5"/>
                        <a:pt x="5" y="5"/>
                      </a:cubicBezTo>
                      <a:lnTo>
                        <a:pt x="5"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4" name="Freeform 56"/>
                <p:cNvSpPr>
                  <a:spLocks/>
                </p:cNvSpPr>
                <p:nvPr/>
              </p:nvSpPr>
              <p:spPr bwMode="auto">
                <a:xfrm>
                  <a:off x="2745" y="411"/>
                  <a:ext cx="23" cy="34"/>
                </a:xfrm>
                <a:custGeom>
                  <a:avLst/>
                  <a:gdLst>
                    <a:gd name="T0" fmla="*/ 3 w 23"/>
                    <a:gd name="T1" fmla="*/ 0 h 34"/>
                    <a:gd name="T2" fmla="*/ 0 w 23"/>
                    <a:gd name="T3" fmla="*/ 0 h 34"/>
                    <a:gd name="T4" fmla="*/ 0 w 23"/>
                    <a:gd name="T5" fmla="*/ 34 h 34"/>
                    <a:gd name="T6" fmla="*/ 23 w 23"/>
                    <a:gd name="T7" fmla="*/ 34 h 34"/>
                    <a:gd name="T8" fmla="*/ 23 w 23"/>
                    <a:gd name="T9" fmla="*/ 30 h 34"/>
                    <a:gd name="T10" fmla="*/ 3 w 23"/>
                    <a:gd name="T11" fmla="*/ 30 h 34"/>
                    <a:gd name="T12" fmla="*/ 3 w 23"/>
                    <a:gd name="T13" fmla="*/ 0 h 34"/>
                    <a:gd name="T14" fmla="*/ 0 60000 65536"/>
                    <a:gd name="T15" fmla="*/ 0 60000 65536"/>
                    <a:gd name="T16" fmla="*/ 0 60000 65536"/>
                    <a:gd name="T17" fmla="*/ 0 60000 65536"/>
                    <a:gd name="T18" fmla="*/ 0 60000 65536"/>
                    <a:gd name="T19" fmla="*/ 0 60000 65536"/>
                    <a:gd name="T20" fmla="*/ 0 60000 65536"/>
                    <a:gd name="T21" fmla="*/ 0 w 23"/>
                    <a:gd name="T22" fmla="*/ 0 h 34"/>
                    <a:gd name="T23" fmla="*/ 23 w 23"/>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34">
                      <a:moveTo>
                        <a:pt x="3" y="0"/>
                      </a:moveTo>
                      <a:lnTo>
                        <a:pt x="0" y="0"/>
                      </a:lnTo>
                      <a:lnTo>
                        <a:pt x="0" y="34"/>
                      </a:lnTo>
                      <a:lnTo>
                        <a:pt x="23" y="34"/>
                      </a:lnTo>
                      <a:lnTo>
                        <a:pt x="23" y="30"/>
                      </a:lnTo>
                      <a:lnTo>
                        <a:pt x="3" y="30"/>
                      </a:lnTo>
                      <a:lnTo>
                        <a:pt x="3"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5" name="Freeform 57"/>
                <p:cNvSpPr>
                  <a:spLocks/>
                </p:cNvSpPr>
                <p:nvPr/>
              </p:nvSpPr>
              <p:spPr bwMode="auto">
                <a:xfrm>
                  <a:off x="2760" y="365"/>
                  <a:ext cx="57" cy="55"/>
                </a:xfrm>
                <a:custGeom>
                  <a:avLst/>
                  <a:gdLst>
                    <a:gd name="T0" fmla="*/ 27 w 63"/>
                    <a:gd name="T1" fmla="*/ 0 h 60"/>
                    <a:gd name="T2" fmla="*/ 0 w 63"/>
                    <a:gd name="T3" fmla="*/ 18 h 60"/>
                    <a:gd name="T4" fmla="*/ 43 w 63"/>
                    <a:gd name="T5" fmla="*/ 55 h 60"/>
                    <a:gd name="T6" fmla="*/ 57 w 63"/>
                    <a:gd name="T7" fmla="*/ 29 h 60"/>
                    <a:gd name="T8" fmla="*/ 27 w 63"/>
                    <a:gd name="T9" fmla="*/ 0 h 60"/>
                    <a:gd name="T10" fmla="*/ 0 60000 65536"/>
                    <a:gd name="T11" fmla="*/ 0 60000 65536"/>
                    <a:gd name="T12" fmla="*/ 0 60000 65536"/>
                    <a:gd name="T13" fmla="*/ 0 60000 65536"/>
                    <a:gd name="T14" fmla="*/ 0 60000 65536"/>
                    <a:gd name="T15" fmla="*/ 0 w 63"/>
                    <a:gd name="T16" fmla="*/ 0 h 60"/>
                    <a:gd name="T17" fmla="*/ 63 w 63"/>
                    <a:gd name="T18" fmla="*/ 60 h 60"/>
                  </a:gdLst>
                  <a:ahLst/>
                  <a:cxnLst>
                    <a:cxn ang="T10">
                      <a:pos x="T0" y="T1"/>
                    </a:cxn>
                    <a:cxn ang="T11">
                      <a:pos x="T2" y="T3"/>
                    </a:cxn>
                    <a:cxn ang="T12">
                      <a:pos x="T4" y="T5"/>
                    </a:cxn>
                    <a:cxn ang="T13">
                      <a:pos x="T6" y="T7"/>
                    </a:cxn>
                    <a:cxn ang="T14">
                      <a:pos x="T8" y="T9"/>
                    </a:cxn>
                  </a:cxnLst>
                  <a:rect l="T15" t="T16" r="T17" b="T18"/>
                  <a:pathLst>
                    <a:path w="63" h="60">
                      <a:moveTo>
                        <a:pt x="30" y="0"/>
                      </a:moveTo>
                      <a:cubicBezTo>
                        <a:pt x="16" y="0"/>
                        <a:pt x="5" y="8"/>
                        <a:pt x="0" y="20"/>
                      </a:cubicBezTo>
                      <a:cubicBezTo>
                        <a:pt x="21" y="24"/>
                        <a:pt x="39" y="40"/>
                        <a:pt x="47" y="60"/>
                      </a:cubicBezTo>
                      <a:cubicBezTo>
                        <a:pt x="56" y="54"/>
                        <a:pt x="63" y="44"/>
                        <a:pt x="63" y="32"/>
                      </a:cubicBezTo>
                      <a:cubicBezTo>
                        <a:pt x="63" y="14"/>
                        <a:pt x="48" y="0"/>
                        <a:pt x="30" y="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6" name="Freeform 58"/>
                <p:cNvSpPr>
                  <a:spLocks/>
                </p:cNvSpPr>
                <p:nvPr/>
              </p:nvSpPr>
              <p:spPr bwMode="auto">
                <a:xfrm>
                  <a:off x="2675" y="365"/>
                  <a:ext cx="57" cy="55"/>
                </a:xfrm>
                <a:custGeom>
                  <a:avLst/>
                  <a:gdLst>
                    <a:gd name="T0" fmla="*/ 57 w 63"/>
                    <a:gd name="T1" fmla="*/ 18 h 60"/>
                    <a:gd name="T2" fmla="*/ 30 w 63"/>
                    <a:gd name="T3" fmla="*/ 0 h 60"/>
                    <a:gd name="T4" fmla="*/ 0 w 63"/>
                    <a:gd name="T5" fmla="*/ 29 h 60"/>
                    <a:gd name="T6" fmla="*/ 14 w 63"/>
                    <a:gd name="T7" fmla="*/ 55 h 60"/>
                    <a:gd name="T8" fmla="*/ 57 w 63"/>
                    <a:gd name="T9" fmla="*/ 18 h 60"/>
                    <a:gd name="T10" fmla="*/ 0 60000 65536"/>
                    <a:gd name="T11" fmla="*/ 0 60000 65536"/>
                    <a:gd name="T12" fmla="*/ 0 60000 65536"/>
                    <a:gd name="T13" fmla="*/ 0 60000 65536"/>
                    <a:gd name="T14" fmla="*/ 0 60000 65536"/>
                    <a:gd name="T15" fmla="*/ 0 w 63"/>
                    <a:gd name="T16" fmla="*/ 0 h 60"/>
                    <a:gd name="T17" fmla="*/ 63 w 63"/>
                    <a:gd name="T18" fmla="*/ 60 h 60"/>
                  </a:gdLst>
                  <a:ahLst/>
                  <a:cxnLst>
                    <a:cxn ang="T10">
                      <a:pos x="T0" y="T1"/>
                    </a:cxn>
                    <a:cxn ang="T11">
                      <a:pos x="T2" y="T3"/>
                    </a:cxn>
                    <a:cxn ang="T12">
                      <a:pos x="T4" y="T5"/>
                    </a:cxn>
                    <a:cxn ang="T13">
                      <a:pos x="T6" y="T7"/>
                    </a:cxn>
                    <a:cxn ang="T14">
                      <a:pos x="T8" y="T9"/>
                    </a:cxn>
                  </a:cxnLst>
                  <a:rect l="T15" t="T16" r="T17" b="T18"/>
                  <a:pathLst>
                    <a:path w="63" h="60">
                      <a:moveTo>
                        <a:pt x="63" y="20"/>
                      </a:moveTo>
                      <a:cubicBezTo>
                        <a:pt x="58" y="8"/>
                        <a:pt x="46" y="0"/>
                        <a:pt x="33" y="0"/>
                      </a:cubicBezTo>
                      <a:cubicBezTo>
                        <a:pt x="15" y="0"/>
                        <a:pt x="0" y="14"/>
                        <a:pt x="0" y="32"/>
                      </a:cubicBezTo>
                      <a:cubicBezTo>
                        <a:pt x="0" y="44"/>
                        <a:pt x="6" y="54"/>
                        <a:pt x="15" y="60"/>
                      </a:cubicBezTo>
                      <a:cubicBezTo>
                        <a:pt x="23" y="40"/>
                        <a:pt x="41" y="24"/>
                        <a:pt x="63" y="2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7" name="Freeform 59"/>
                <p:cNvSpPr>
                  <a:spLocks noEditPoints="1"/>
                </p:cNvSpPr>
                <p:nvPr/>
              </p:nvSpPr>
              <p:spPr bwMode="auto">
                <a:xfrm>
                  <a:off x="2688" y="384"/>
                  <a:ext cx="117" cy="126"/>
                </a:xfrm>
                <a:custGeom>
                  <a:avLst/>
                  <a:gdLst>
                    <a:gd name="T0" fmla="*/ 117 w 129"/>
                    <a:gd name="T1" fmla="*/ 59 h 139"/>
                    <a:gd name="T2" fmla="*/ 58 w 129"/>
                    <a:gd name="T3" fmla="*/ 0 h 139"/>
                    <a:gd name="T4" fmla="*/ 0 w 129"/>
                    <a:gd name="T5" fmla="*/ 59 h 139"/>
                    <a:gd name="T6" fmla="*/ 24 w 129"/>
                    <a:gd name="T7" fmla="*/ 106 h 139"/>
                    <a:gd name="T8" fmla="*/ 15 w 129"/>
                    <a:gd name="T9" fmla="*/ 126 h 139"/>
                    <a:gd name="T10" fmla="*/ 23 w 129"/>
                    <a:gd name="T11" fmla="*/ 126 h 139"/>
                    <a:gd name="T12" fmla="*/ 30 w 129"/>
                    <a:gd name="T13" fmla="*/ 110 h 139"/>
                    <a:gd name="T14" fmla="*/ 58 w 129"/>
                    <a:gd name="T15" fmla="*/ 117 h 139"/>
                    <a:gd name="T16" fmla="*/ 85 w 129"/>
                    <a:gd name="T17" fmla="*/ 111 h 139"/>
                    <a:gd name="T18" fmla="*/ 92 w 129"/>
                    <a:gd name="T19" fmla="*/ 126 h 139"/>
                    <a:gd name="T20" fmla="*/ 101 w 129"/>
                    <a:gd name="T21" fmla="*/ 126 h 139"/>
                    <a:gd name="T22" fmla="*/ 92 w 129"/>
                    <a:gd name="T23" fmla="*/ 107 h 139"/>
                    <a:gd name="T24" fmla="*/ 117 w 129"/>
                    <a:gd name="T25" fmla="*/ 59 h 139"/>
                    <a:gd name="T26" fmla="*/ 15 w 129"/>
                    <a:gd name="T27" fmla="*/ 59 h 139"/>
                    <a:gd name="T28" fmla="*/ 58 w 129"/>
                    <a:gd name="T29" fmla="*/ 16 h 139"/>
                    <a:gd name="T30" fmla="*/ 96 w 129"/>
                    <a:gd name="T31" fmla="*/ 38 h 139"/>
                    <a:gd name="T32" fmla="*/ 101 w 129"/>
                    <a:gd name="T33" fmla="*/ 58 h 139"/>
                    <a:gd name="T34" fmla="*/ 57 w 129"/>
                    <a:gd name="T35" fmla="*/ 102 h 139"/>
                    <a:gd name="T36" fmla="*/ 45 w 129"/>
                    <a:gd name="T37" fmla="*/ 100 h 139"/>
                    <a:gd name="T38" fmla="*/ 15 w 129"/>
                    <a:gd name="T39" fmla="*/ 59 h 13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139"/>
                    <a:gd name="T62" fmla="*/ 129 w 129"/>
                    <a:gd name="T63" fmla="*/ 139 h 13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139">
                      <a:moveTo>
                        <a:pt x="129" y="65"/>
                      </a:moveTo>
                      <a:cubicBezTo>
                        <a:pt x="129" y="29"/>
                        <a:pt x="100" y="0"/>
                        <a:pt x="64" y="0"/>
                      </a:cubicBezTo>
                      <a:cubicBezTo>
                        <a:pt x="29" y="0"/>
                        <a:pt x="0" y="29"/>
                        <a:pt x="0" y="65"/>
                      </a:cubicBezTo>
                      <a:cubicBezTo>
                        <a:pt x="0" y="86"/>
                        <a:pt x="10" y="105"/>
                        <a:pt x="26" y="117"/>
                      </a:cubicBezTo>
                      <a:cubicBezTo>
                        <a:pt x="16" y="139"/>
                        <a:pt x="16" y="139"/>
                        <a:pt x="16" y="139"/>
                      </a:cubicBezTo>
                      <a:cubicBezTo>
                        <a:pt x="25" y="139"/>
                        <a:pt x="25" y="139"/>
                        <a:pt x="25" y="139"/>
                      </a:cubicBezTo>
                      <a:cubicBezTo>
                        <a:pt x="33" y="121"/>
                        <a:pt x="33" y="121"/>
                        <a:pt x="33" y="121"/>
                      </a:cubicBezTo>
                      <a:cubicBezTo>
                        <a:pt x="42" y="126"/>
                        <a:pt x="53" y="129"/>
                        <a:pt x="64" y="129"/>
                      </a:cubicBezTo>
                      <a:cubicBezTo>
                        <a:pt x="75" y="129"/>
                        <a:pt x="85" y="127"/>
                        <a:pt x="94" y="122"/>
                      </a:cubicBezTo>
                      <a:cubicBezTo>
                        <a:pt x="101" y="139"/>
                        <a:pt x="101" y="139"/>
                        <a:pt x="101" y="139"/>
                      </a:cubicBezTo>
                      <a:cubicBezTo>
                        <a:pt x="111" y="139"/>
                        <a:pt x="111" y="139"/>
                        <a:pt x="111" y="139"/>
                      </a:cubicBezTo>
                      <a:cubicBezTo>
                        <a:pt x="101" y="118"/>
                        <a:pt x="101" y="118"/>
                        <a:pt x="101" y="118"/>
                      </a:cubicBezTo>
                      <a:cubicBezTo>
                        <a:pt x="118" y="106"/>
                        <a:pt x="129" y="87"/>
                        <a:pt x="129" y="65"/>
                      </a:cubicBezTo>
                      <a:close/>
                      <a:moveTo>
                        <a:pt x="17" y="65"/>
                      </a:moveTo>
                      <a:cubicBezTo>
                        <a:pt x="17" y="39"/>
                        <a:pt x="38" y="18"/>
                        <a:pt x="64" y="18"/>
                      </a:cubicBezTo>
                      <a:cubicBezTo>
                        <a:pt x="82" y="18"/>
                        <a:pt x="98" y="28"/>
                        <a:pt x="106" y="42"/>
                      </a:cubicBezTo>
                      <a:cubicBezTo>
                        <a:pt x="109" y="49"/>
                        <a:pt x="111" y="56"/>
                        <a:pt x="111" y="64"/>
                      </a:cubicBezTo>
                      <a:cubicBezTo>
                        <a:pt x="111" y="90"/>
                        <a:pt x="89" y="112"/>
                        <a:pt x="63" y="112"/>
                      </a:cubicBezTo>
                      <a:cubicBezTo>
                        <a:pt x="59" y="112"/>
                        <a:pt x="54" y="111"/>
                        <a:pt x="50" y="110"/>
                      </a:cubicBezTo>
                      <a:cubicBezTo>
                        <a:pt x="31" y="104"/>
                        <a:pt x="17" y="86"/>
                        <a:pt x="17" y="65"/>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8" name="Freeform 60"/>
                <p:cNvSpPr>
                  <a:spLocks noEditPoints="1"/>
                </p:cNvSpPr>
                <p:nvPr/>
              </p:nvSpPr>
              <p:spPr bwMode="auto">
                <a:xfrm>
                  <a:off x="3634" y="972"/>
                  <a:ext cx="145" cy="145"/>
                </a:xfrm>
                <a:custGeom>
                  <a:avLst/>
                  <a:gdLst>
                    <a:gd name="T0" fmla="*/ 131 w 145"/>
                    <a:gd name="T1" fmla="*/ 70 h 145"/>
                    <a:gd name="T2" fmla="*/ 120 w 145"/>
                    <a:gd name="T3" fmla="*/ 59 h 145"/>
                    <a:gd name="T4" fmla="*/ 145 w 145"/>
                    <a:gd name="T5" fmla="*/ 32 h 145"/>
                    <a:gd name="T6" fmla="*/ 111 w 145"/>
                    <a:gd name="T7" fmla="*/ 0 h 145"/>
                    <a:gd name="T8" fmla="*/ 86 w 145"/>
                    <a:gd name="T9" fmla="*/ 26 h 145"/>
                    <a:gd name="T10" fmla="*/ 73 w 145"/>
                    <a:gd name="T11" fmla="*/ 12 h 145"/>
                    <a:gd name="T12" fmla="*/ 57 w 145"/>
                    <a:gd name="T13" fmla="*/ 29 h 145"/>
                    <a:gd name="T14" fmla="*/ 70 w 145"/>
                    <a:gd name="T15" fmla="*/ 41 h 145"/>
                    <a:gd name="T16" fmla="*/ 18 w 145"/>
                    <a:gd name="T17" fmla="*/ 94 h 145"/>
                    <a:gd name="T18" fmla="*/ 17 w 145"/>
                    <a:gd name="T19" fmla="*/ 110 h 145"/>
                    <a:gd name="T20" fmla="*/ 0 w 145"/>
                    <a:gd name="T21" fmla="*/ 125 h 145"/>
                    <a:gd name="T22" fmla="*/ 20 w 145"/>
                    <a:gd name="T23" fmla="*/ 145 h 145"/>
                    <a:gd name="T24" fmla="*/ 36 w 145"/>
                    <a:gd name="T25" fmla="*/ 130 h 145"/>
                    <a:gd name="T26" fmla="*/ 52 w 145"/>
                    <a:gd name="T27" fmla="*/ 127 h 145"/>
                    <a:gd name="T28" fmla="*/ 104 w 145"/>
                    <a:gd name="T29" fmla="*/ 75 h 145"/>
                    <a:gd name="T30" fmla="*/ 116 w 145"/>
                    <a:gd name="T31" fmla="*/ 87 h 145"/>
                    <a:gd name="T32" fmla="*/ 131 w 145"/>
                    <a:gd name="T33" fmla="*/ 70 h 145"/>
                    <a:gd name="T34" fmla="*/ 49 w 145"/>
                    <a:gd name="T35" fmla="*/ 122 h 145"/>
                    <a:gd name="T36" fmla="*/ 33 w 145"/>
                    <a:gd name="T37" fmla="*/ 124 h 145"/>
                    <a:gd name="T38" fmla="*/ 20 w 145"/>
                    <a:gd name="T39" fmla="*/ 136 h 145"/>
                    <a:gd name="T40" fmla="*/ 10 w 145"/>
                    <a:gd name="T41" fmla="*/ 125 h 145"/>
                    <a:gd name="T42" fmla="*/ 22 w 145"/>
                    <a:gd name="T43" fmla="*/ 113 h 145"/>
                    <a:gd name="T44" fmla="*/ 24 w 145"/>
                    <a:gd name="T45" fmla="*/ 97 h 145"/>
                    <a:gd name="T46" fmla="*/ 74 w 145"/>
                    <a:gd name="T47" fmla="*/ 46 h 145"/>
                    <a:gd name="T48" fmla="*/ 100 w 145"/>
                    <a:gd name="T49" fmla="*/ 70 h 145"/>
                    <a:gd name="T50" fmla="*/ 49 w 145"/>
                    <a:gd name="T51" fmla="*/ 122 h 1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45"/>
                    <a:gd name="T79" fmla="*/ 0 h 145"/>
                    <a:gd name="T80" fmla="*/ 145 w 145"/>
                    <a:gd name="T81" fmla="*/ 145 h 14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45" h="145">
                      <a:moveTo>
                        <a:pt x="131" y="70"/>
                      </a:moveTo>
                      <a:lnTo>
                        <a:pt x="120" y="59"/>
                      </a:lnTo>
                      <a:lnTo>
                        <a:pt x="145" y="32"/>
                      </a:lnTo>
                      <a:lnTo>
                        <a:pt x="111" y="0"/>
                      </a:lnTo>
                      <a:lnTo>
                        <a:pt x="86" y="26"/>
                      </a:lnTo>
                      <a:lnTo>
                        <a:pt x="73" y="12"/>
                      </a:lnTo>
                      <a:lnTo>
                        <a:pt x="57" y="29"/>
                      </a:lnTo>
                      <a:lnTo>
                        <a:pt x="70" y="41"/>
                      </a:lnTo>
                      <a:lnTo>
                        <a:pt x="18" y="94"/>
                      </a:lnTo>
                      <a:lnTo>
                        <a:pt x="17" y="110"/>
                      </a:lnTo>
                      <a:lnTo>
                        <a:pt x="0" y="125"/>
                      </a:lnTo>
                      <a:lnTo>
                        <a:pt x="20" y="145"/>
                      </a:lnTo>
                      <a:lnTo>
                        <a:pt x="36" y="130"/>
                      </a:lnTo>
                      <a:lnTo>
                        <a:pt x="52" y="127"/>
                      </a:lnTo>
                      <a:lnTo>
                        <a:pt x="104" y="75"/>
                      </a:lnTo>
                      <a:lnTo>
                        <a:pt x="116" y="87"/>
                      </a:lnTo>
                      <a:lnTo>
                        <a:pt x="131" y="70"/>
                      </a:lnTo>
                      <a:close/>
                      <a:moveTo>
                        <a:pt x="49" y="122"/>
                      </a:moveTo>
                      <a:lnTo>
                        <a:pt x="33" y="124"/>
                      </a:lnTo>
                      <a:lnTo>
                        <a:pt x="20" y="136"/>
                      </a:lnTo>
                      <a:lnTo>
                        <a:pt x="10" y="125"/>
                      </a:lnTo>
                      <a:lnTo>
                        <a:pt x="22" y="113"/>
                      </a:lnTo>
                      <a:lnTo>
                        <a:pt x="24" y="97"/>
                      </a:lnTo>
                      <a:lnTo>
                        <a:pt x="74" y="46"/>
                      </a:lnTo>
                      <a:lnTo>
                        <a:pt x="100" y="70"/>
                      </a:lnTo>
                      <a:lnTo>
                        <a:pt x="49" y="122"/>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09" name="Freeform 61"/>
                <p:cNvSpPr>
                  <a:spLocks/>
                </p:cNvSpPr>
                <p:nvPr/>
              </p:nvSpPr>
              <p:spPr bwMode="auto">
                <a:xfrm>
                  <a:off x="3931" y="1511"/>
                  <a:ext cx="172" cy="195"/>
                </a:xfrm>
                <a:custGeom>
                  <a:avLst/>
                  <a:gdLst>
                    <a:gd name="T0" fmla="*/ 117 w 191"/>
                    <a:gd name="T1" fmla="*/ 122 h 215"/>
                    <a:gd name="T2" fmla="*/ 115 w 191"/>
                    <a:gd name="T3" fmla="*/ 79 h 215"/>
                    <a:gd name="T4" fmla="*/ 131 w 191"/>
                    <a:gd name="T5" fmla="*/ 45 h 215"/>
                    <a:gd name="T6" fmla="*/ 86 w 191"/>
                    <a:gd name="T7" fmla="*/ 0 h 215"/>
                    <a:gd name="T8" fmla="*/ 41 w 191"/>
                    <a:gd name="T9" fmla="*/ 45 h 215"/>
                    <a:gd name="T10" fmla="*/ 59 w 191"/>
                    <a:gd name="T11" fmla="*/ 82 h 215"/>
                    <a:gd name="T12" fmla="*/ 54 w 191"/>
                    <a:gd name="T13" fmla="*/ 121 h 215"/>
                    <a:gd name="T14" fmla="*/ 16 w 191"/>
                    <a:gd name="T15" fmla="*/ 170 h 215"/>
                    <a:gd name="T16" fmla="*/ 0 w 191"/>
                    <a:gd name="T17" fmla="*/ 170 h 215"/>
                    <a:gd name="T18" fmla="*/ 0 w 191"/>
                    <a:gd name="T19" fmla="*/ 195 h 215"/>
                    <a:gd name="T20" fmla="*/ 172 w 191"/>
                    <a:gd name="T21" fmla="*/ 195 h 215"/>
                    <a:gd name="T22" fmla="*/ 172 w 191"/>
                    <a:gd name="T23" fmla="*/ 170 h 215"/>
                    <a:gd name="T24" fmla="*/ 156 w 191"/>
                    <a:gd name="T25" fmla="*/ 170 h 215"/>
                    <a:gd name="T26" fmla="*/ 117 w 191"/>
                    <a:gd name="T27" fmla="*/ 122 h 2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1"/>
                    <a:gd name="T43" fmla="*/ 0 h 215"/>
                    <a:gd name="T44" fmla="*/ 191 w 191"/>
                    <a:gd name="T45" fmla="*/ 215 h 2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1" h="215">
                      <a:moveTo>
                        <a:pt x="130" y="135"/>
                      </a:moveTo>
                      <a:cubicBezTo>
                        <a:pt x="125" y="120"/>
                        <a:pt x="126" y="100"/>
                        <a:pt x="128" y="87"/>
                      </a:cubicBezTo>
                      <a:cubicBezTo>
                        <a:pt x="139" y="78"/>
                        <a:pt x="145" y="65"/>
                        <a:pt x="145" y="50"/>
                      </a:cubicBezTo>
                      <a:cubicBezTo>
                        <a:pt x="145" y="22"/>
                        <a:pt x="123" y="0"/>
                        <a:pt x="96" y="0"/>
                      </a:cubicBezTo>
                      <a:cubicBezTo>
                        <a:pt x="68" y="0"/>
                        <a:pt x="46" y="22"/>
                        <a:pt x="46" y="50"/>
                      </a:cubicBezTo>
                      <a:cubicBezTo>
                        <a:pt x="46" y="66"/>
                        <a:pt x="54" y="81"/>
                        <a:pt x="66" y="90"/>
                      </a:cubicBezTo>
                      <a:cubicBezTo>
                        <a:pt x="67" y="102"/>
                        <a:pt x="66" y="118"/>
                        <a:pt x="60" y="133"/>
                      </a:cubicBezTo>
                      <a:cubicBezTo>
                        <a:pt x="51" y="158"/>
                        <a:pt x="24" y="182"/>
                        <a:pt x="18" y="187"/>
                      </a:cubicBezTo>
                      <a:cubicBezTo>
                        <a:pt x="0" y="187"/>
                        <a:pt x="0" y="187"/>
                        <a:pt x="0" y="187"/>
                      </a:cubicBezTo>
                      <a:cubicBezTo>
                        <a:pt x="0" y="215"/>
                        <a:pt x="0" y="215"/>
                        <a:pt x="0" y="215"/>
                      </a:cubicBezTo>
                      <a:cubicBezTo>
                        <a:pt x="191" y="215"/>
                        <a:pt x="191" y="215"/>
                        <a:pt x="191" y="215"/>
                      </a:cubicBezTo>
                      <a:cubicBezTo>
                        <a:pt x="191" y="187"/>
                        <a:pt x="191" y="187"/>
                        <a:pt x="191" y="187"/>
                      </a:cubicBezTo>
                      <a:cubicBezTo>
                        <a:pt x="173" y="187"/>
                        <a:pt x="173" y="187"/>
                        <a:pt x="173" y="187"/>
                      </a:cubicBezTo>
                      <a:cubicBezTo>
                        <a:pt x="167" y="182"/>
                        <a:pt x="137" y="156"/>
                        <a:pt x="130" y="135"/>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0" name="Freeform 62"/>
                <p:cNvSpPr>
                  <a:spLocks noEditPoints="1"/>
                </p:cNvSpPr>
                <p:nvPr/>
              </p:nvSpPr>
              <p:spPr bwMode="auto">
                <a:xfrm>
                  <a:off x="2299" y="321"/>
                  <a:ext cx="71" cy="70"/>
                </a:xfrm>
                <a:custGeom>
                  <a:avLst/>
                  <a:gdLst>
                    <a:gd name="T0" fmla="*/ 0 w 71"/>
                    <a:gd name="T1" fmla="*/ 70 h 70"/>
                    <a:gd name="T2" fmla="*/ 71 w 71"/>
                    <a:gd name="T3" fmla="*/ 70 h 70"/>
                    <a:gd name="T4" fmla="*/ 71 w 71"/>
                    <a:gd name="T5" fmla="*/ 0 h 70"/>
                    <a:gd name="T6" fmla="*/ 0 w 71"/>
                    <a:gd name="T7" fmla="*/ 0 h 70"/>
                    <a:gd name="T8" fmla="*/ 0 w 71"/>
                    <a:gd name="T9" fmla="*/ 70 h 70"/>
                    <a:gd name="T10" fmla="*/ 20 w 71"/>
                    <a:gd name="T11" fmla="*/ 32 h 70"/>
                    <a:gd name="T12" fmla="*/ 32 w 71"/>
                    <a:gd name="T13" fmla="*/ 32 h 70"/>
                    <a:gd name="T14" fmla="*/ 32 w 71"/>
                    <a:gd name="T15" fmla="*/ 19 h 70"/>
                    <a:gd name="T16" fmla="*/ 39 w 71"/>
                    <a:gd name="T17" fmla="*/ 19 h 70"/>
                    <a:gd name="T18" fmla="*/ 39 w 71"/>
                    <a:gd name="T19" fmla="*/ 32 h 70"/>
                    <a:gd name="T20" fmla="*/ 51 w 71"/>
                    <a:gd name="T21" fmla="*/ 32 h 70"/>
                    <a:gd name="T22" fmla="*/ 51 w 71"/>
                    <a:gd name="T23" fmla="*/ 39 h 70"/>
                    <a:gd name="T24" fmla="*/ 39 w 71"/>
                    <a:gd name="T25" fmla="*/ 39 h 70"/>
                    <a:gd name="T26" fmla="*/ 39 w 71"/>
                    <a:gd name="T27" fmla="*/ 51 h 70"/>
                    <a:gd name="T28" fmla="*/ 32 w 71"/>
                    <a:gd name="T29" fmla="*/ 51 h 70"/>
                    <a:gd name="T30" fmla="*/ 32 w 71"/>
                    <a:gd name="T31" fmla="*/ 39 h 70"/>
                    <a:gd name="T32" fmla="*/ 20 w 71"/>
                    <a:gd name="T33" fmla="*/ 39 h 70"/>
                    <a:gd name="T34" fmla="*/ 20 w 71"/>
                    <a:gd name="T35" fmla="*/ 32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70"/>
                    <a:gd name="T56" fmla="*/ 71 w 7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70">
                      <a:moveTo>
                        <a:pt x="0" y="70"/>
                      </a:moveTo>
                      <a:lnTo>
                        <a:pt x="71" y="70"/>
                      </a:lnTo>
                      <a:lnTo>
                        <a:pt x="71" y="0"/>
                      </a:lnTo>
                      <a:lnTo>
                        <a:pt x="0" y="0"/>
                      </a:lnTo>
                      <a:lnTo>
                        <a:pt x="0" y="70"/>
                      </a:lnTo>
                      <a:close/>
                      <a:moveTo>
                        <a:pt x="20" y="32"/>
                      </a:moveTo>
                      <a:lnTo>
                        <a:pt x="32" y="32"/>
                      </a:lnTo>
                      <a:lnTo>
                        <a:pt x="32" y="19"/>
                      </a:lnTo>
                      <a:lnTo>
                        <a:pt x="39" y="19"/>
                      </a:lnTo>
                      <a:lnTo>
                        <a:pt x="39" y="32"/>
                      </a:lnTo>
                      <a:lnTo>
                        <a:pt x="51" y="32"/>
                      </a:lnTo>
                      <a:lnTo>
                        <a:pt x="51" y="39"/>
                      </a:lnTo>
                      <a:lnTo>
                        <a:pt x="39" y="39"/>
                      </a:lnTo>
                      <a:lnTo>
                        <a:pt x="39" y="51"/>
                      </a:lnTo>
                      <a:lnTo>
                        <a:pt x="32" y="51"/>
                      </a:lnTo>
                      <a:lnTo>
                        <a:pt x="32" y="39"/>
                      </a:lnTo>
                      <a:lnTo>
                        <a:pt x="20" y="39"/>
                      </a:lnTo>
                      <a:lnTo>
                        <a:pt x="20" y="32"/>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1" name="Freeform 63"/>
                <p:cNvSpPr>
                  <a:spLocks noEditPoints="1"/>
                </p:cNvSpPr>
                <p:nvPr/>
              </p:nvSpPr>
              <p:spPr bwMode="auto">
                <a:xfrm>
                  <a:off x="2299" y="399"/>
                  <a:ext cx="71" cy="69"/>
                </a:xfrm>
                <a:custGeom>
                  <a:avLst/>
                  <a:gdLst>
                    <a:gd name="T0" fmla="*/ 0 w 71"/>
                    <a:gd name="T1" fmla="*/ 69 h 69"/>
                    <a:gd name="T2" fmla="*/ 71 w 71"/>
                    <a:gd name="T3" fmla="*/ 69 h 69"/>
                    <a:gd name="T4" fmla="*/ 71 w 71"/>
                    <a:gd name="T5" fmla="*/ 0 h 69"/>
                    <a:gd name="T6" fmla="*/ 0 w 71"/>
                    <a:gd name="T7" fmla="*/ 0 h 69"/>
                    <a:gd name="T8" fmla="*/ 0 w 71"/>
                    <a:gd name="T9" fmla="*/ 69 h 69"/>
                    <a:gd name="T10" fmla="*/ 20 w 71"/>
                    <a:gd name="T11" fmla="*/ 31 h 69"/>
                    <a:gd name="T12" fmla="*/ 51 w 71"/>
                    <a:gd name="T13" fmla="*/ 31 h 69"/>
                    <a:gd name="T14" fmla="*/ 51 w 71"/>
                    <a:gd name="T15" fmla="*/ 38 h 69"/>
                    <a:gd name="T16" fmla="*/ 20 w 71"/>
                    <a:gd name="T17" fmla="*/ 38 h 69"/>
                    <a:gd name="T18" fmla="*/ 20 w 71"/>
                    <a:gd name="T19" fmla="*/ 31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69"/>
                    <a:gd name="T32" fmla="*/ 71 w 71"/>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69">
                      <a:moveTo>
                        <a:pt x="0" y="69"/>
                      </a:moveTo>
                      <a:lnTo>
                        <a:pt x="71" y="69"/>
                      </a:lnTo>
                      <a:lnTo>
                        <a:pt x="71" y="0"/>
                      </a:lnTo>
                      <a:lnTo>
                        <a:pt x="0" y="0"/>
                      </a:lnTo>
                      <a:lnTo>
                        <a:pt x="0" y="69"/>
                      </a:lnTo>
                      <a:close/>
                      <a:moveTo>
                        <a:pt x="20" y="31"/>
                      </a:moveTo>
                      <a:lnTo>
                        <a:pt x="51" y="31"/>
                      </a:lnTo>
                      <a:lnTo>
                        <a:pt x="51" y="38"/>
                      </a:lnTo>
                      <a:lnTo>
                        <a:pt x="20" y="38"/>
                      </a:lnTo>
                      <a:lnTo>
                        <a:pt x="20" y="3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2" name="Freeform 64"/>
                <p:cNvSpPr>
                  <a:spLocks noEditPoints="1"/>
                </p:cNvSpPr>
                <p:nvPr/>
              </p:nvSpPr>
              <p:spPr bwMode="auto">
                <a:xfrm>
                  <a:off x="2381" y="321"/>
                  <a:ext cx="70" cy="70"/>
                </a:xfrm>
                <a:custGeom>
                  <a:avLst/>
                  <a:gdLst>
                    <a:gd name="T0" fmla="*/ 0 w 70"/>
                    <a:gd name="T1" fmla="*/ 0 h 70"/>
                    <a:gd name="T2" fmla="*/ 0 w 70"/>
                    <a:gd name="T3" fmla="*/ 70 h 70"/>
                    <a:gd name="T4" fmla="*/ 70 w 70"/>
                    <a:gd name="T5" fmla="*/ 70 h 70"/>
                    <a:gd name="T6" fmla="*/ 70 w 70"/>
                    <a:gd name="T7" fmla="*/ 0 h 70"/>
                    <a:gd name="T8" fmla="*/ 0 w 70"/>
                    <a:gd name="T9" fmla="*/ 0 h 70"/>
                    <a:gd name="T10" fmla="*/ 51 w 70"/>
                    <a:gd name="T11" fmla="*/ 43 h 70"/>
                    <a:gd name="T12" fmla="*/ 46 w 70"/>
                    <a:gd name="T13" fmla="*/ 49 h 70"/>
                    <a:gd name="T14" fmla="*/ 38 w 70"/>
                    <a:gd name="T15" fmla="*/ 40 h 70"/>
                    <a:gd name="T16" fmla="*/ 29 w 70"/>
                    <a:gd name="T17" fmla="*/ 49 h 70"/>
                    <a:gd name="T18" fmla="*/ 24 w 70"/>
                    <a:gd name="T19" fmla="*/ 43 h 70"/>
                    <a:gd name="T20" fmla="*/ 32 w 70"/>
                    <a:gd name="T21" fmla="*/ 35 h 70"/>
                    <a:gd name="T22" fmla="*/ 24 w 70"/>
                    <a:gd name="T23" fmla="*/ 26 h 70"/>
                    <a:gd name="T24" fmla="*/ 29 w 70"/>
                    <a:gd name="T25" fmla="*/ 22 h 70"/>
                    <a:gd name="T26" fmla="*/ 38 w 70"/>
                    <a:gd name="T27" fmla="*/ 30 h 70"/>
                    <a:gd name="T28" fmla="*/ 46 w 70"/>
                    <a:gd name="T29" fmla="*/ 22 h 70"/>
                    <a:gd name="T30" fmla="*/ 51 w 70"/>
                    <a:gd name="T31" fmla="*/ 26 h 70"/>
                    <a:gd name="T32" fmla="*/ 42 w 70"/>
                    <a:gd name="T33" fmla="*/ 35 h 70"/>
                    <a:gd name="T34" fmla="*/ 51 w 70"/>
                    <a:gd name="T35" fmla="*/ 43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0"/>
                    <a:gd name="T56" fmla="*/ 70 w 7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0">
                      <a:moveTo>
                        <a:pt x="0" y="0"/>
                      </a:moveTo>
                      <a:lnTo>
                        <a:pt x="0" y="70"/>
                      </a:lnTo>
                      <a:lnTo>
                        <a:pt x="70" y="70"/>
                      </a:lnTo>
                      <a:lnTo>
                        <a:pt x="70" y="0"/>
                      </a:lnTo>
                      <a:lnTo>
                        <a:pt x="0" y="0"/>
                      </a:lnTo>
                      <a:close/>
                      <a:moveTo>
                        <a:pt x="51" y="43"/>
                      </a:moveTo>
                      <a:lnTo>
                        <a:pt x="46" y="49"/>
                      </a:lnTo>
                      <a:lnTo>
                        <a:pt x="38" y="40"/>
                      </a:lnTo>
                      <a:lnTo>
                        <a:pt x="29" y="49"/>
                      </a:lnTo>
                      <a:lnTo>
                        <a:pt x="24" y="43"/>
                      </a:lnTo>
                      <a:lnTo>
                        <a:pt x="32" y="35"/>
                      </a:lnTo>
                      <a:lnTo>
                        <a:pt x="24" y="26"/>
                      </a:lnTo>
                      <a:lnTo>
                        <a:pt x="29" y="22"/>
                      </a:lnTo>
                      <a:lnTo>
                        <a:pt x="38" y="30"/>
                      </a:lnTo>
                      <a:lnTo>
                        <a:pt x="46" y="22"/>
                      </a:lnTo>
                      <a:lnTo>
                        <a:pt x="51" y="26"/>
                      </a:lnTo>
                      <a:lnTo>
                        <a:pt x="42" y="35"/>
                      </a:lnTo>
                      <a:lnTo>
                        <a:pt x="51" y="43"/>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3" name="Freeform 65"/>
                <p:cNvSpPr>
                  <a:spLocks noEditPoints="1"/>
                </p:cNvSpPr>
                <p:nvPr/>
              </p:nvSpPr>
              <p:spPr bwMode="auto">
                <a:xfrm>
                  <a:off x="2381" y="399"/>
                  <a:ext cx="70" cy="69"/>
                </a:xfrm>
                <a:custGeom>
                  <a:avLst/>
                  <a:gdLst>
                    <a:gd name="T0" fmla="*/ 0 w 78"/>
                    <a:gd name="T1" fmla="*/ 69 h 77"/>
                    <a:gd name="T2" fmla="*/ 70 w 78"/>
                    <a:gd name="T3" fmla="*/ 69 h 77"/>
                    <a:gd name="T4" fmla="*/ 70 w 78"/>
                    <a:gd name="T5" fmla="*/ 0 h 77"/>
                    <a:gd name="T6" fmla="*/ 0 w 78"/>
                    <a:gd name="T7" fmla="*/ 0 h 77"/>
                    <a:gd name="T8" fmla="*/ 0 w 78"/>
                    <a:gd name="T9" fmla="*/ 69 h 77"/>
                    <a:gd name="T10" fmla="*/ 42 w 78"/>
                    <a:gd name="T11" fmla="*/ 50 h 77"/>
                    <a:gd name="T12" fmla="*/ 41 w 78"/>
                    <a:gd name="T13" fmla="*/ 52 h 77"/>
                    <a:gd name="T14" fmla="*/ 39 w 78"/>
                    <a:gd name="T15" fmla="*/ 54 h 77"/>
                    <a:gd name="T16" fmla="*/ 37 w 78"/>
                    <a:gd name="T17" fmla="*/ 54 h 77"/>
                    <a:gd name="T18" fmla="*/ 35 w 78"/>
                    <a:gd name="T19" fmla="*/ 54 h 77"/>
                    <a:gd name="T20" fmla="*/ 33 w 78"/>
                    <a:gd name="T21" fmla="*/ 52 h 77"/>
                    <a:gd name="T22" fmla="*/ 31 w 78"/>
                    <a:gd name="T23" fmla="*/ 50 h 77"/>
                    <a:gd name="T24" fmla="*/ 31 w 78"/>
                    <a:gd name="T25" fmla="*/ 48 h 77"/>
                    <a:gd name="T26" fmla="*/ 31 w 78"/>
                    <a:gd name="T27" fmla="*/ 46 h 77"/>
                    <a:gd name="T28" fmla="*/ 33 w 78"/>
                    <a:gd name="T29" fmla="*/ 44 h 77"/>
                    <a:gd name="T30" fmla="*/ 35 w 78"/>
                    <a:gd name="T31" fmla="*/ 43 h 77"/>
                    <a:gd name="T32" fmla="*/ 37 w 78"/>
                    <a:gd name="T33" fmla="*/ 42 h 77"/>
                    <a:gd name="T34" fmla="*/ 39 w 78"/>
                    <a:gd name="T35" fmla="*/ 43 h 77"/>
                    <a:gd name="T36" fmla="*/ 41 w 78"/>
                    <a:gd name="T37" fmla="*/ 44 h 77"/>
                    <a:gd name="T38" fmla="*/ 42 w 78"/>
                    <a:gd name="T39" fmla="*/ 46 h 77"/>
                    <a:gd name="T40" fmla="*/ 42 w 78"/>
                    <a:gd name="T41" fmla="*/ 48 h 77"/>
                    <a:gd name="T42" fmla="*/ 42 w 78"/>
                    <a:gd name="T43" fmla="*/ 50 h 77"/>
                    <a:gd name="T44" fmla="*/ 31 w 78"/>
                    <a:gd name="T45" fmla="*/ 18 h 77"/>
                    <a:gd name="T46" fmla="*/ 33 w 78"/>
                    <a:gd name="T47" fmla="*/ 16 h 77"/>
                    <a:gd name="T48" fmla="*/ 35 w 78"/>
                    <a:gd name="T49" fmla="*/ 15 h 77"/>
                    <a:gd name="T50" fmla="*/ 37 w 78"/>
                    <a:gd name="T51" fmla="*/ 14 h 77"/>
                    <a:gd name="T52" fmla="*/ 39 w 78"/>
                    <a:gd name="T53" fmla="*/ 15 h 77"/>
                    <a:gd name="T54" fmla="*/ 41 w 78"/>
                    <a:gd name="T55" fmla="*/ 16 h 77"/>
                    <a:gd name="T56" fmla="*/ 42 w 78"/>
                    <a:gd name="T57" fmla="*/ 18 h 77"/>
                    <a:gd name="T58" fmla="*/ 42 w 78"/>
                    <a:gd name="T59" fmla="*/ 21 h 77"/>
                    <a:gd name="T60" fmla="*/ 42 w 78"/>
                    <a:gd name="T61" fmla="*/ 22 h 77"/>
                    <a:gd name="T62" fmla="*/ 41 w 78"/>
                    <a:gd name="T63" fmla="*/ 24 h 77"/>
                    <a:gd name="T64" fmla="*/ 39 w 78"/>
                    <a:gd name="T65" fmla="*/ 26 h 77"/>
                    <a:gd name="T66" fmla="*/ 37 w 78"/>
                    <a:gd name="T67" fmla="*/ 26 h 77"/>
                    <a:gd name="T68" fmla="*/ 35 w 78"/>
                    <a:gd name="T69" fmla="*/ 26 h 77"/>
                    <a:gd name="T70" fmla="*/ 33 w 78"/>
                    <a:gd name="T71" fmla="*/ 24 h 77"/>
                    <a:gd name="T72" fmla="*/ 31 w 78"/>
                    <a:gd name="T73" fmla="*/ 22 h 77"/>
                    <a:gd name="T74" fmla="*/ 31 w 78"/>
                    <a:gd name="T75" fmla="*/ 21 h 77"/>
                    <a:gd name="T76" fmla="*/ 31 w 78"/>
                    <a:gd name="T77" fmla="*/ 18 h 77"/>
                    <a:gd name="T78" fmla="*/ 22 w 78"/>
                    <a:gd name="T79" fmla="*/ 30 h 77"/>
                    <a:gd name="T80" fmla="*/ 53 w 78"/>
                    <a:gd name="T81" fmla="*/ 30 h 77"/>
                    <a:gd name="T82" fmla="*/ 53 w 78"/>
                    <a:gd name="T83" fmla="*/ 39 h 77"/>
                    <a:gd name="T84" fmla="*/ 22 w 78"/>
                    <a:gd name="T85" fmla="*/ 39 h 77"/>
                    <a:gd name="T86" fmla="*/ 22 w 78"/>
                    <a:gd name="T87" fmla="*/ 3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8"/>
                    <a:gd name="T133" fmla="*/ 0 h 77"/>
                    <a:gd name="T134" fmla="*/ 78 w 78"/>
                    <a:gd name="T135" fmla="*/ 77 h 7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8" h="77">
                      <a:moveTo>
                        <a:pt x="0" y="77"/>
                      </a:moveTo>
                      <a:cubicBezTo>
                        <a:pt x="78" y="77"/>
                        <a:pt x="78" y="77"/>
                        <a:pt x="78" y="77"/>
                      </a:cubicBezTo>
                      <a:cubicBezTo>
                        <a:pt x="78" y="0"/>
                        <a:pt x="78" y="0"/>
                        <a:pt x="78" y="0"/>
                      </a:cubicBezTo>
                      <a:cubicBezTo>
                        <a:pt x="0" y="0"/>
                        <a:pt x="0" y="0"/>
                        <a:pt x="0" y="0"/>
                      </a:cubicBezTo>
                      <a:lnTo>
                        <a:pt x="0" y="77"/>
                      </a:lnTo>
                      <a:close/>
                      <a:moveTo>
                        <a:pt x="47" y="56"/>
                      </a:moveTo>
                      <a:cubicBezTo>
                        <a:pt x="47" y="57"/>
                        <a:pt x="46" y="58"/>
                        <a:pt x="46" y="58"/>
                      </a:cubicBezTo>
                      <a:cubicBezTo>
                        <a:pt x="45" y="59"/>
                        <a:pt x="44" y="59"/>
                        <a:pt x="44" y="60"/>
                      </a:cubicBezTo>
                      <a:cubicBezTo>
                        <a:pt x="43" y="60"/>
                        <a:pt x="42" y="60"/>
                        <a:pt x="41" y="60"/>
                      </a:cubicBezTo>
                      <a:cubicBezTo>
                        <a:pt x="40" y="60"/>
                        <a:pt x="39" y="60"/>
                        <a:pt x="39" y="60"/>
                      </a:cubicBezTo>
                      <a:cubicBezTo>
                        <a:pt x="38" y="59"/>
                        <a:pt x="37" y="59"/>
                        <a:pt x="37" y="58"/>
                      </a:cubicBezTo>
                      <a:cubicBezTo>
                        <a:pt x="36" y="58"/>
                        <a:pt x="35" y="57"/>
                        <a:pt x="35" y="56"/>
                      </a:cubicBezTo>
                      <a:cubicBezTo>
                        <a:pt x="35" y="56"/>
                        <a:pt x="35" y="55"/>
                        <a:pt x="35" y="54"/>
                      </a:cubicBezTo>
                      <a:cubicBezTo>
                        <a:pt x="35" y="53"/>
                        <a:pt x="35" y="52"/>
                        <a:pt x="35" y="51"/>
                      </a:cubicBezTo>
                      <a:cubicBezTo>
                        <a:pt x="35" y="51"/>
                        <a:pt x="36" y="50"/>
                        <a:pt x="37" y="49"/>
                      </a:cubicBezTo>
                      <a:cubicBezTo>
                        <a:pt x="37" y="49"/>
                        <a:pt x="38" y="48"/>
                        <a:pt x="39" y="48"/>
                      </a:cubicBezTo>
                      <a:cubicBezTo>
                        <a:pt x="39" y="48"/>
                        <a:pt x="40" y="47"/>
                        <a:pt x="41" y="47"/>
                      </a:cubicBezTo>
                      <a:cubicBezTo>
                        <a:pt x="42" y="47"/>
                        <a:pt x="43" y="48"/>
                        <a:pt x="44" y="48"/>
                      </a:cubicBezTo>
                      <a:cubicBezTo>
                        <a:pt x="44" y="48"/>
                        <a:pt x="45" y="49"/>
                        <a:pt x="46" y="49"/>
                      </a:cubicBezTo>
                      <a:cubicBezTo>
                        <a:pt x="46" y="50"/>
                        <a:pt x="47" y="51"/>
                        <a:pt x="47" y="51"/>
                      </a:cubicBezTo>
                      <a:cubicBezTo>
                        <a:pt x="47" y="52"/>
                        <a:pt x="47" y="53"/>
                        <a:pt x="47" y="54"/>
                      </a:cubicBezTo>
                      <a:cubicBezTo>
                        <a:pt x="47" y="55"/>
                        <a:pt x="47" y="56"/>
                        <a:pt x="47" y="56"/>
                      </a:cubicBezTo>
                      <a:close/>
                      <a:moveTo>
                        <a:pt x="35" y="20"/>
                      </a:moveTo>
                      <a:cubicBezTo>
                        <a:pt x="35" y="19"/>
                        <a:pt x="36" y="19"/>
                        <a:pt x="37" y="18"/>
                      </a:cubicBezTo>
                      <a:cubicBezTo>
                        <a:pt x="37" y="18"/>
                        <a:pt x="38" y="17"/>
                        <a:pt x="39" y="17"/>
                      </a:cubicBezTo>
                      <a:cubicBezTo>
                        <a:pt x="39" y="16"/>
                        <a:pt x="40" y="16"/>
                        <a:pt x="41" y="16"/>
                      </a:cubicBezTo>
                      <a:cubicBezTo>
                        <a:pt x="42" y="16"/>
                        <a:pt x="43" y="16"/>
                        <a:pt x="44" y="17"/>
                      </a:cubicBezTo>
                      <a:cubicBezTo>
                        <a:pt x="44" y="17"/>
                        <a:pt x="45" y="18"/>
                        <a:pt x="46" y="18"/>
                      </a:cubicBezTo>
                      <a:cubicBezTo>
                        <a:pt x="46" y="19"/>
                        <a:pt x="47" y="19"/>
                        <a:pt x="47" y="20"/>
                      </a:cubicBezTo>
                      <a:cubicBezTo>
                        <a:pt x="47" y="21"/>
                        <a:pt x="47" y="22"/>
                        <a:pt x="47" y="23"/>
                      </a:cubicBezTo>
                      <a:cubicBezTo>
                        <a:pt x="47" y="24"/>
                        <a:pt x="47" y="25"/>
                        <a:pt x="47" y="25"/>
                      </a:cubicBezTo>
                      <a:cubicBezTo>
                        <a:pt x="47" y="26"/>
                        <a:pt x="46" y="27"/>
                        <a:pt x="46" y="27"/>
                      </a:cubicBezTo>
                      <a:cubicBezTo>
                        <a:pt x="45" y="28"/>
                        <a:pt x="44" y="28"/>
                        <a:pt x="44" y="29"/>
                      </a:cubicBezTo>
                      <a:cubicBezTo>
                        <a:pt x="43" y="29"/>
                        <a:pt x="42" y="29"/>
                        <a:pt x="41" y="29"/>
                      </a:cubicBezTo>
                      <a:cubicBezTo>
                        <a:pt x="40" y="29"/>
                        <a:pt x="39" y="29"/>
                        <a:pt x="39" y="29"/>
                      </a:cubicBezTo>
                      <a:cubicBezTo>
                        <a:pt x="38" y="28"/>
                        <a:pt x="37" y="28"/>
                        <a:pt x="37" y="27"/>
                      </a:cubicBezTo>
                      <a:cubicBezTo>
                        <a:pt x="36" y="27"/>
                        <a:pt x="35" y="26"/>
                        <a:pt x="35" y="25"/>
                      </a:cubicBezTo>
                      <a:cubicBezTo>
                        <a:pt x="35" y="25"/>
                        <a:pt x="35" y="24"/>
                        <a:pt x="35" y="23"/>
                      </a:cubicBezTo>
                      <a:cubicBezTo>
                        <a:pt x="35" y="22"/>
                        <a:pt x="35" y="21"/>
                        <a:pt x="35" y="20"/>
                      </a:cubicBezTo>
                      <a:close/>
                      <a:moveTo>
                        <a:pt x="24" y="34"/>
                      </a:moveTo>
                      <a:cubicBezTo>
                        <a:pt x="59" y="34"/>
                        <a:pt x="59" y="34"/>
                        <a:pt x="59" y="34"/>
                      </a:cubicBezTo>
                      <a:cubicBezTo>
                        <a:pt x="59" y="43"/>
                        <a:pt x="59" y="43"/>
                        <a:pt x="59" y="43"/>
                      </a:cubicBezTo>
                      <a:cubicBezTo>
                        <a:pt x="24" y="43"/>
                        <a:pt x="24" y="43"/>
                        <a:pt x="24" y="43"/>
                      </a:cubicBezTo>
                      <a:lnTo>
                        <a:pt x="24" y="34"/>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4" name="Freeform 66"/>
                <p:cNvSpPr>
                  <a:spLocks/>
                </p:cNvSpPr>
                <p:nvPr/>
              </p:nvSpPr>
              <p:spPr bwMode="auto">
                <a:xfrm>
                  <a:off x="1541" y="1598"/>
                  <a:ext cx="141" cy="168"/>
                </a:xfrm>
                <a:custGeom>
                  <a:avLst/>
                  <a:gdLst>
                    <a:gd name="T0" fmla="*/ 9 w 156"/>
                    <a:gd name="T1" fmla="*/ 120 h 186"/>
                    <a:gd name="T2" fmla="*/ 23 w 156"/>
                    <a:gd name="T3" fmla="*/ 126 h 186"/>
                    <a:gd name="T4" fmla="*/ 43 w 156"/>
                    <a:gd name="T5" fmla="*/ 107 h 186"/>
                    <a:gd name="T6" fmla="*/ 23 w 156"/>
                    <a:gd name="T7" fmla="*/ 87 h 186"/>
                    <a:gd name="T8" fmla="*/ 9 w 156"/>
                    <a:gd name="T9" fmla="*/ 93 h 186"/>
                    <a:gd name="T10" fmla="*/ 1 w 156"/>
                    <a:gd name="T11" fmla="*/ 93 h 186"/>
                    <a:gd name="T12" fmla="*/ 1 w 156"/>
                    <a:gd name="T13" fmla="*/ 47 h 186"/>
                    <a:gd name="T14" fmla="*/ 58 w 156"/>
                    <a:gd name="T15" fmla="*/ 47 h 186"/>
                    <a:gd name="T16" fmla="*/ 58 w 156"/>
                    <a:gd name="T17" fmla="*/ 40 h 186"/>
                    <a:gd name="T18" fmla="*/ 51 w 156"/>
                    <a:gd name="T19" fmla="*/ 23 h 186"/>
                    <a:gd name="T20" fmla="*/ 74 w 156"/>
                    <a:gd name="T21" fmla="*/ 0 h 186"/>
                    <a:gd name="T22" fmla="*/ 97 w 156"/>
                    <a:gd name="T23" fmla="*/ 23 h 186"/>
                    <a:gd name="T24" fmla="*/ 90 w 156"/>
                    <a:gd name="T25" fmla="*/ 40 h 186"/>
                    <a:gd name="T26" fmla="*/ 89 w 156"/>
                    <a:gd name="T27" fmla="*/ 47 h 186"/>
                    <a:gd name="T28" fmla="*/ 141 w 156"/>
                    <a:gd name="T29" fmla="*/ 47 h 186"/>
                    <a:gd name="T30" fmla="*/ 141 w 156"/>
                    <a:gd name="T31" fmla="*/ 93 h 186"/>
                    <a:gd name="T32" fmla="*/ 134 w 156"/>
                    <a:gd name="T33" fmla="*/ 93 h 186"/>
                    <a:gd name="T34" fmla="*/ 120 w 156"/>
                    <a:gd name="T35" fmla="*/ 87 h 186"/>
                    <a:gd name="T36" fmla="*/ 100 w 156"/>
                    <a:gd name="T37" fmla="*/ 107 h 186"/>
                    <a:gd name="T38" fmla="*/ 120 w 156"/>
                    <a:gd name="T39" fmla="*/ 126 h 186"/>
                    <a:gd name="T40" fmla="*/ 134 w 156"/>
                    <a:gd name="T41" fmla="*/ 121 h 186"/>
                    <a:gd name="T42" fmla="*/ 141 w 156"/>
                    <a:gd name="T43" fmla="*/ 121 h 186"/>
                    <a:gd name="T44" fmla="*/ 141 w 156"/>
                    <a:gd name="T45" fmla="*/ 168 h 186"/>
                    <a:gd name="T46" fmla="*/ 87 w 156"/>
                    <a:gd name="T47" fmla="*/ 168 h 186"/>
                    <a:gd name="T48" fmla="*/ 87 w 156"/>
                    <a:gd name="T49" fmla="*/ 163 h 186"/>
                    <a:gd name="T50" fmla="*/ 93 w 156"/>
                    <a:gd name="T51" fmla="*/ 149 h 186"/>
                    <a:gd name="T52" fmla="*/ 73 w 156"/>
                    <a:gd name="T53" fmla="*/ 129 h 186"/>
                    <a:gd name="T54" fmla="*/ 53 w 156"/>
                    <a:gd name="T55" fmla="*/ 149 h 186"/>
                    <a:gd name="T56" fmla="*/ 60 w 156"/>
                    <a:gd name="T57" fmla="*/ 163 h 186"/>
                    <a:gd name="T58" fmla="*/ 60 w 156"/>
                    <a:gd name="T59" fmla="*/ 168 h 186"/>
                    <a:gd name="T60" fmla="*/ 0 w 156"/>
                    <a:gd name="T61" fmla="*/ 168 h 186"/>
                    <a:gd name="T62" fmla="*/ 1 w 156"/>
                    <a:gd name="T63" fmla="*/ 120 h 186"/>
                    <a:gd name="T64" fmla="*/ 9 w 156"/>
                    <a:gd name="T65" fmla="*/ 120 h 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86"/>
                    <a:gd name="T101" fmla="*/ 156 w 156"/>
                    <a:gd name="T102" fmla="*/ 186 h 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86">
                      <a:moveTo>
                        <a:pt x="10" y="133"/>
                      </a:moveTo>
                      <a:cubicBezTo>
                        <a:pt x="14" y="137"/>
                        <a:pt x="20" y="140"/>
                        <a:pt x="26" y="140"/>
                      </a:cubicBezTo>
                      <a:cubicBezTo>
                        <a:pt x="38" y="140"/>
                        <a:pt x="48" y="130"/>
                        <a:pt x="48" y="118"/>
                      </a:cubicBezTo>
                      <a:cubicBezTo>
                        <a:pt x="48" y="106"/>
                        <a:pt x="38" y="96"/>
                        <a:pt x="26" y="96"/>
                      </a:cubicBezTo>
                      <a:cubicBezTo>
                        <a:pt x="20" y="96"/>
                        <a:pt x="14" y="99"/>
                        <a:pt x="10" y="103"/>
                      </a:cubicBezTo>
                      <a:cubicBezTo>
                        <a:pt x="1" y="103"/>
                        <a:pt x="1" y="103"/>
                        <a:pt x="1" y="103"/>
                      </a:cubicBezTo>
                      <a:cubicBezTo>
                        <a:pt x="1" y="52"/>
                        <a:pt x="1" y="52"/>
                        <a:pt x="1" y="52"/>
                      </a:cubicBezTo>
                      <a:cubicBezTo>
                        <a:pt x="64" y="52"/>
                        <a:pt x="64" y="52"/>
                        <a:pt x="64" y="52"/>
                      </a:cubicBezTo>
                      <a:cubicBezTo>
                        <a:pt x="64" y="44"/>
                        <a:pt x="64" y="44"/>
                        <a:pt x="64" y="44"/>
                      </a:cubicBezTo>
                      <a:cubicBezTo>
                        <a:pt x="59" y="39"/>
                        <a:pt x="56" y="33"/>
                        <a:pt x="56" y="25"/>
                      </a:cubicBezTo>
                      <a:cubicBezTo>
                        <a:pt x="56" y="11"/>
                        <a:pt x="68" y="0"/>
                        <a:pt x="82" y="0"/>
                      </a:cubicBezTo>
                      <a:cubicBezTo>
                        <a:pt x="96" y="0"/>
                        <a:pt x="107" y="11"/>
                        <a:pt x="107" y="26"/>
                      </a:cubicBezTo>
                      <a:cubicBezTo>
                        <a:pt x="107" y="33"/>
                        <a:pt x="104" y="39"/>
                        <a:pt x="100" y="44"/>
                      </a:cubicBezTo>
                      <a:cubicBezTo>
                        <a:pt x="99" y="52"/>
                        <a:pt x="99" y="52"/>
                        <a:pt x="99" y="52"/>
                      </a:cubicBezTo>
                      <a:cubicBezTo>
                        <a:pt x="156" y="52"/>
                        <a:pt x="156" y="52"/>
                        <a:pt x="156" y="52"/>
                      </a:cubicBezTo>
                      <a:cubicBezTo>
                        <a:pt x="156" y="103"/>
                        <a:pt x="156" y="103"/>
                        <a:pt x="156" y="103"/>
                      </a:cubicBezTo>
                      <a:cubicBezTo>
                        <a:pt x="148" y="103"/>
                        <a:pt x="148" y="103"/>
                        <a:pt x="148" y="103"/>
                      </a:cubicBezTo>
                      <a:cubicBezTo>
                        <a:pt x="144" y="99"/>
                        <a:pt x="139" y="96"/>
                        <a:pt x="133" y="96"/>
                      </a:cubicBezTo>
                      <a:cubicBezTo>
                        <a:pt x="121" y="96"/>
                        <a:pt x="111" y="106"/>
                        <a:pt x="111" y="118"/>
                      </a:cubicBezTo>
                      <a:cubicBezTo>
                        <a:pt x="111" y="130"/>
                        <a:pt x="120" y="140"/>
                        <a:pt x="133" y="140"/>
                      </a:cubicBezTo>
                      <a:cubicBezTo>
                        <a:pt x="139" y="140"/>
                        <a:pt x="144" y="138"/>
                        <a:pt x="148" y="134"/>
                      </a:cubicBezTo>
                      <a:cubicBezTo>
                        <a:pt x="156" y="134"/>
                        <a:pt x="156" y="134"/>
                        <a:pt x="156" y="134"/>
                      </a:cubicBezTo>
                      <a:cubicBezTo>
                        <a:pt x="156" y="186"/>
                        <a:pt x="156" y="186"/>
                        <a:pt x="156" y="186"/>
                      </a:cubicBezTo>
                      <a:cubicBezTo>
                        <a:pt x="96" y="186"/>
                        <a:pt x="96" y="186"/>
                        <a:pt x="96" y="186"/>
                      </a:cubicBezTo>
                      <a:cubicBezTo>
                        <a:pt x="96" y="180"/>
                        <a:pt x="96" y="180"/>
                        <a:pt x="96" y="180"/>
                      </a:cubicBezTo>
                      <a:cubicBezTo>
                        <a:pt x="100" y="176"/>
                        <a:pt x="103" y="171"/>
                        <a:pt x="103" y="165"/>
                      </a:cubicBezTo>
                      <a:cubicBezTo>
                        <a:pt x="103" y="153"/>
                        <a:pt x="93" y="143"/>
                        <a:pt x="81" y="143"/>
                      </a:cubicBezTo>
                      <a:cubicBezTo>
                        <a:pt x="69" y="143"/>
                        <a:pt x="59" y="152"/>
                        <a:pt x="59" y="165"/>
                      </a:cubicBezTo>
                      <a:cubicBezTo>
                        <a:pt x="59" y="171"/>
                        <a:pt x="62" y="176"/>
                        <a:pt x="66" y="180"/>
                      </a:cubicBezTo>
                      <a:cubicBezTo>
                        <a:pt x="66" y="186"/>
                        <a:pt x="66" y="186"/>
                        <a:pt x="66" y="186"/>
                      </a:cubicBezTo>
                      <a:cubicBezTo>
                        <a:pt x="0" y="186"/>
                        <a:pt x="0" y="186"/>
                        <a:pt x="0" y="186"/>
                      </a:cubicBezTo>
                      <a:cubicBezTo>
                        <a:pt x="1" y="133"/>
                        <a:pt x="1" y="133"/>
                        <a:pt x="1" y="133"/>
                      </a:cubicBezTo>
                      <a:lnTo>
                        <a:pt x="10" y="133"/>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5" name="Rectangle 67"/>
                <p:cNvSpPr>
                  <a:spLocks noChangeArrowheads="1"/>
                </p:cNvSpPr>
                <p:nvPr/>
              </p:nvSpPr>
              <p:spPr bwMode="auto">
                <a:xfrm>
                  <a:off x="3067" y="1309"/>
                  <a:ext cx="46" cy="36"/>
                </a:xfrm>
                <a:prstGeom prst="rect">
                  <a:avLst/>
                </a:prstGeom>
                <a:solidFill>
                  <a:srgbClr val="FFFFFF"/>
                </a:solidFill>
                <a:ln w="9525">
                  <a:noFill/>
                  <a:miter lim="800000"/>
                  <a:headEnd/>
                  <a:tailEnd/>
                </a:ln>
              </p:spPr>
              <p:txBody>
                <a:bodyPr lIns="121920" tIns="60960" rIns="121920" bIns="60960"/>
                <a:lstStyle/>
                <a:p>
                  <a:pPr eaLnBrk="0" hangingPunct="0"/>
                  <a:endParaRPr lang="el-GR" sz="3200"/>
                </a:p>
              </p:txBody>
            </p:sp>
            <p:sp>
              <p:nvSpPr>
                <p:cNvPr id="437416" name="Freeform 68"/>
                <p:cNvSpPr>
                  <a:spLocks/>
                </p:cNvSpPr>
                <p:nvPr/>
              </p:nvSpPr>
              <p:spPr bwMode="auto">
                <a:xfrm>
                  <a:off x="3043" y="1115"/>
                  <a:ext cx="94" cy="185"/>
                </a:xfrm>
                <a:custGeom>
                  <a:avLst/>
                  <a:gdLst>
                    <a:gd name="T0" fmla="*/ 94 w 104"/>
                    <a:gd name="T1" fmla="*/ 112 h 205"/>
                    <a:gd name="T2" fmla="*/ 83 w 104"/>
                    <a:gd name="T3" fmla="*/ 79 h 205"/>
                    <a:gd name="T4" fmla="*/ 60 w 104"/>
                    <a:gd name="T5" fmla="*/ 15 h 205"/>
                    <a:gd name="T6" fmla="*/ 64 w 104"/>
                    <a:gd name="T7" fmla="*/ 8 h 205"/>
                    <a:gd name="T8" fmla="*/ 56 w 104"/>
                    <a:gd name="T9" fmla="*/ 0 h 205"/>
                    <a:gd name="T10" fmla="*/ 51 w 104"/>
                    <a:gd name="T11" fmla="*/ 3 h 205"/>
                    <a:gd name="T12" fmla="*/ 51 w 104"/>
                    <a:gd name="T13" fmla="*/ 89 h 205"/>
                    <a:gd name="T14" fmla="*/ 60 w 104"/>
                    <a:gd name="T15" fmla="*/ 102 h 205"/>
                    <a:gd name="T16" fmla="*/ 47 w 104"/>
                    <a:gd name="T17" fmla="*/ 115 h 205"/>
                    <a:gd name="T18" fmla="*/ 34 w 104"/>
                    <a:gd name="T19" fmla="*/ 102 h 205"/>
                    <a:gd name="T20" fmla="*/ 43 w 104"/>
                    <a:gd name="T21" fmla="*/ 89 h 205"/>
                    <a:gd name="T22" fmla="*/ 43 w 104"/>
                    <a:gd name="T23" fmla="*/ 3 h 205"/>
                    <a:gd name="T24" fmla="*/ 38 w 104"/>
                    <a:gd name="T25" fmla="*/ 0 h 205"/>
                    <a:gd name="T26" fmla="*/ 30 w 104"/>
                    <a:gd name="T27" fmla="*/ 8 h 205"/>
                    <a:gd name="T28" fmla="*/ 34 w 104"/>
                    <a:gd name="T29" fmla="*/ 15 h 205"/>
                    <a:gd name="T30" fmla="*/ 8 w 104"/>
                    <a:gd name="T31" fmla="*/ 81 h 205"/>
                    <a:gd name="T32" fmla="*/ 0 w 104"/>
                    <a:gd name="T33" fmla="*/ 112 h 205"/>
                    <a:gd name="T34" fmla="*/ 14 w 104"/>
                    <a:gd name="T35" fmla="*/ 151 h 205"/>
                    <a:gd name="T36" fmla="*/ 11 w 104"/>
                    <a:gd name="T37" fmla="*/ 185 h 205"/>
                    <a:gd name="T38" fmla="*/ 82 w 104"/>
                    <a:gd name="T39" fmla="*/ 185 h 205"/>
                    <a:gd name="T40" fmla="*/ 79 w 104"/>
                    <a:gd name="T41" fmla="*/ 151 h 205"/>
                    <a:gd name="T42" fmla="*/ 94 w 104"/>
                    <a:gd name="T43" fmla="*/ 112 h 20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205"/>
                    <a:gd name="T68" fmla="*/ 104 w 104"/>
                    <a:gd name="T69" fmla="*/ 205 h 20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205">
                      <a:moveTo>
                        <a:pt x="104" y="124"/>
                      </a:moveTo>
                      <a:cubicBezTo>
                        <a:pt x="104" y="110"/>
                        <a:pt x="100" y="97"/>
                        <a:pt x="92" y="87"/>
                      </a:cubicBezTo>
                      <a:cubicBezTo>
                        <a:pt x="85" y="74"/>
                        <a:pt x="72" y="55"/>
                        <a:pt x="66" y="17"/>
                      </a:cubicBezTo>
                      <a:cubicBezTo>
                        <a:pt x="69" y="15"/>
                        <a:pt x="71" y="13"/>
                        <a:pt x="71" y="9"/>
                      </a:cubicBezTo>
                      <a:cubicBezTo>
                        <a:pt x="71" y="4"/>
                        <a:pt x="67" y="0"/>
                        <a:pt x="62" y="0"/>
                      </a:cubicBezTo>
                      <a:cubicBezTo>
                        <a:pt x="60" y="0"/>
                        <a:pt x="58" y="2"/>
                        <a:pt x="56" y="3"/>
                      </a:cubicBezTo>
                      <a:cubicBezTo>
                        <a:pt x="56" y="99"/>
                        <a:pt x="56" y="99"/>
                        <a:pt x="56" y="99"/>
                      </a:cubicBezTo>
                      <a:cubicBezTo>
                        <a:pt x="62" y="101"/>
                        <a:pt x="66" y="106"/>
                        <a:pt x="66" y="113"/>
                      </a:cubicBezTo>
                      <a:cubicBezTo>
                        <a:pt x="66" y="120"/>
                        <a:pt x="59" y="127"/>
                        <a:pt x="52" y="127"/>
                      </a:cubicBezTo>
                      <a:cubicBezTo>
                        <a:pt x="44" y="127"/>
                        <a:pt x="38" y="120"/>
                        <a:pt x="38" y="113"/>
                      </a:cubicBezTo>
                      <a:cubicBezTo>
                        <a:pt x="38" y="106"/>
                        <a:pt x="42" y="101"/>
                        <a:pt x="48" y="99"/>
                      </a:cubicBezTo>
                      <a:cubicBezTo>
                        <a:pt x="48" y="3"/>
                        <a:pt x="48" y="3"/>
                        <a:pt x="48" y="3"/>
                      </a:cubicBezTo>
                      <a:cubicBezTo>
                        <a:pt x="47" y="2"/>
                        <a:pt x="44" y="0"/>
                        <a:pt x="42" y="0"/>
                      </a:cubicBezTo>
                      <a:cubicBezTo>
                        <a:pt x="37" y="0"/>
                        <a:pt x="33" y="4"/>
                        <a:pt x="33" y="9"/>
                      </a:cubicBezTo>
                      <a:cubicBezTo>
                        <a:pt x="33" y="12"/>
                        <a:pt x="35" y="15"/>
                        <a:pt x="38" y="17"/>
                      </a:cubicBezTo>
                      <a:cubicBezTo>
                        <a:pt x="31" y="59"/>
                        <a:pt x="16" y="77"/>
                        <a:pt x="9" y="90"/>
                      </a:cubicBezTo>
                      <a:cubicBezTo>
                        <a:pt x="3" y="100"/>
                        <a:pt x="0" y="111"/>
                        <a:pt x="0" y="124"/>
                      </a:cubicBezTo>
                      <a:cubicBezTo>
                        <a:pt x="0" y="141"/>
                        <a:pt x="6" y="156"/>
                        <a:pt x="16" y="167"/>
                      </a:cubicBezTo>
                      <a:cubicBezTo>
                        <a:pt x="12" y="205"/>
                        <a:pt x="12" y="205"/>
                        <a:pt x="12" y="205"/>
                      </a:cubicBezTo>
                      <a:cubicBezTo>
                        <a:pt x="91" y="205"/>
                        <a:pt x="91" y="205"/>
                        <a:pt x="91" y="205"/>
                      </a:cubicBezTo>
                      <a:cubicBezTo>
                        <a:pt x="87" y="167"/>
                        <a:pt x="87" y="167"/>
                        <a:pt x="87" y="167"/>
                      </a:cubicBezTo>
                      <a:cubicBezTo>
                        <a:pt x="98" y="156"/>
                        <a:pt x="104" y="141"/>
                        <a:pt x="104" y="124"/>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7" name="Freeform 69"/>
                <p:cNvSpPr>
                  <a:spLocks noEditPoints="1"/>
                </p:cNvSpPr>
                <p:nvPr/>
              </p:nvSpPr>
              <p:spPr bwMode="auto">
                <a:xfrm>
                  <a:off x="3296" y="486"/>
                  <a:ext cx="74" cy="74"/>
                </a:xfrm>
                <a:custGeom>
                  <a:avLst/>
                  <a:gdLst>
                    <a:gd name="T0" fmla="*/ 37 w 82"/>
                    <a:gd name="T1" fmla="*/ 0 h 82"/>
                    <a:gd name="T2" fmla="*/ 0 w 82"/>
                    <a:gd name="T3" fmla="*/ 37 h 82"/>
                    <a:gd name="T4" fmla="*/ 37 w 82"/>
                    <a:gd name="T5" fmla="*/ 74 h 82"/>
                    <a:gd name="T6" fmla="*/ 74 w 82"/>
                    <a:gd name="T7" fmla="*/ 37 h 82"/>
                    <a:gd name="T8" fmla="*/ 37 w 82"/>
                    <a:gd name="T9" fmla="*/ 0 h 82"/>
                    <a:gd name="T10" fmla="*/ 37 w 82"/>
                    <a:gd name="T11" fmla="*/ 55 h 82"/>
                    <a:gd name="T12" fmla="*/ 20 w 82"/>
                    <a:gd name="T13" fmla="*/ 37 h 82"/>
                    <a:gd name="T14" fmla="*/ 37 w 82"/>
                    <a:gd name="T15" fmla="*/ 19 h 82"/>
                    <a:gd name="T16" fmla="*/ 55 w 82"/>
                    <a:gd name="T17" fmla="*/ 37 h 82"/>
                    <a:gd name="T18" fmla="*/ 37 w 82"/>
                    <a:gd name="T19" fmla="*/ 55 h 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82"/>
                    <a:gd name="T32" fmla="*/ 82 w 82"/>
                    <a:gd name="T33" fmla="*/ 82 h 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82">
                      <a:moveTo>
                        <a:pt x="41" y="0"/>
                      </a:moveTo>
                      <a:cubicBezTo>
                        <a:pt x="19" y="0"/>
                        <a:pt x="0" y="18"/>
                        <a:pt x="0" y="41"/>
                      </a:cubicBezTo>
                      <a:cubicBezTo>
                        <a:pt x="0" y="64"/>
                        <a:pt x="19" y="82"/>
                        <a:pt x="41" y="82"/>
                      </a:cubicBezTo>
                      <a:cubicBezTo>
                        <a:pt x="64" y="82"/>
                        <a:pt x="82" y="64"/>
                        <a:pt x="82" y="41"/>
                      </a:cubicBezTo>
                      <a:cubicBezTo>
                        <a:pt x="82" y="18"/>
                        <a:pt x="64" y="0"/>
                        <a:pt x="41" y="0"/>
                      </a:cubicBezTo>
                      <a:close/>
                      <a:moveTo>
                        <a:pt x="41" y="61"/>
                      </a:moveTo>
                      <a:cubicBezTo>
                        <a:pt x="30" y="61"/>
                        <a:pt x="22" y="52"/>
                        <a:pt x="22" y="41"/>
                      </a:cubicBezTo>
                      <a:cubicBezTo>
                        <a:pt x="22" y="30"/>
                        <a:pt x="30" y="21"/>
                        <a:pt x="41" y="21"/>
                      </a:cubicBezTo>
                      <a:cubicBezTo>
                        <a:pt x="52" y="21"/>
                        <a:pt x="61" y="30"/>
                        <a:pt x="61" y="41"/>
                      </a:cubicBezTo>
                      <a:cubicBezTo>
                        <a:pt x="61" y="52"/>
                        <a:pt x="52" y="61"/>
                        <a:pt x="41" y="61"/>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8" name="Freeform 70"/>
                <p:cNvSpPr>
                  <a:spLocks noEditPoints="1"/>
                </p:cNvSpPr>
                <p:nvPr/>
              </p:nvSpPr>
              <p:spPr bwMode="auto">
                <a:xfrm>
                  <a:off x="3212" y="486"/>
                  <a:ext cx="74" cy="74"/>
                </a:xfrm>
                <a:custGeom>
                  <a:avLst/>
                  <a:gdLst>
                    <a:gd name="T0" fmla="*/ 37 w 82"/>
                    <a:gd name="T1" fmla="*/ 0 h 82"/>
                    <a:gd name="T2" fmla="*/ 0 w 82"/>
                    <a:gd name="T3" fmla="*/ 37 h 82"/>
                    <a:gd name="T4" fmla="*/ 37 w 82"/>
                    <a:gd name="T5" fmla="*/ 74 h 82"/>
                    <a:gd name="T6" fmla="*/ 74 w 82"/>
                    <a:gd name="T7" fmla="*/ 37 h 82"/>
                    <a:gd name="T8" fmla="*/ 37 w 82"/>
                    <a:gd name="T9" fmla="*/ 0 h 82"/>
                    <a:gd name="T10" fmla="*/ 37 w 82"/>
                    <a:gd name="T11" fmla="*/ 55 h 82"/>
                    <a:gd name="T12" fmla="*/ 19 w 82"/>
                    <a:gd name="T13" fmla="*/ 37 h 82"/>
                    <a:gd name="T14" fmla="*/ 37 w 82"/>
                    <a:gd name="T15" fmla="*/ 19 h 82"/>
                    <a:gd name="T16" fmla="*/ 55 w 82"/>
                    <a:gd name="T17" fmla="*/ 37 h 82"/>
                    <a:gd name="T18" fmla="*/ 37 w 82"/>
                    <a:gd name="T19" fmla="*/ 55 h 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82"/>
                    <a:gd name="T32" fmla="*/ 82 w 82"/>
                    <a:gd name="T33" fmla="*/ 82 h 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82">
                      <a:moveTo>
                        <a:pt x="41" y="0"/>
                      </a:moveTo>
                      <a:cubicBezTo>
                        <a:pt x="18" y="0"/>
                        <a:pt x="0" y="18"/>
                        <a:pt x="0" y="41"/>
                      </a:cubicBezTo>
                      <a:cubicBezTo>
                        <a:pt x="0" y="64"/>
                        <a:pt x="18" y="82"/>
                        <a:pt x="41" y="82"/>
                      </a:cubicBezTo>
                      <a:cubicBezTo>
                        <a:pt x="63" y="82"/>
                        <a:pt x="82" y="64"/>
                        <a:pt x="82" y="41"/>
                      </a:cubicBezTo>
                      <a:cubicBezTo>
                        <a:pt x="82" y="18"/>
                        <a:pt x="63" y="0"/>
                        <a:pt x="41" y="0"/>
                      </a:cubicBezTo>
                      <a:close/>
                      <a:moveTo>
                        <a:pt x="41" y="61"/>
                      </a:moveTo>
                      <a:cubicBezTo>
                        <a:pt x="30" y="61"/>
                        <a:pt x="21" y="52"/>
                        <a:pt x="21" y="41"/>
                      </a:cubicBezTo>
                      <a:cubicBezTo>
                        <a:pt x="21" y="30"/>
                        <a:pt x="30" y="21"/>
                        <a:pt x="41" y="21"/>
                      </a:cubicBezTo>
                      <a:cubicBezTo>
                        <a:pt x="52" y="21"/>
                        <a:pt x="61" y="30"/>
                        <a:pt x="61" y="41"/>
                      </a:cubicBezTo>
                      <a:cubicBezTo>
                        <a:pt x="61" y="52"/>
                        <a:pt x="52" y="61"/>
                        <a:pt x="41" y="61"/>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19" name="Freeform 71"/>
                <p:cNvSpPr>
                  <a:spLocks noEditPoints="1"/>
                </p:cNvSpPr>
                <p:nvPr/>
              </p:nvSpPr>
              <p:spPr bwMode="auto">
                <a:xfrm>
                  <a:off x="3224" y="390"/>
                  <a:ext cx="139" cy="110"/>
                </a:xfrm>
                <a:custGeom>
                  <a:avLst/>
                  <a:gdLst>
                    <a:gd name="T0" fmla="*/ 139 w 154"/>
                    <a:gd name="T1" fmla="*/ 0 h 122"/>
                    <a:gd name="T2" fmla="*/ 68 w 154"/>
                    <a:gd name="T3" fmla="*/ 67 h 122"/>
                    <a:gd name="T4" fmla="*/ 68 w 154"/>
                    <a:gd name="T5" fmla="*/ 66 h 122"/>
                    <a:gd name="T6" fmla="*/ 0 w 154"/>
                    <a:gd name="T7" fmla="*/ 1 h 122"/>
                    <a:gd name="T8" fmla="*/ 0 w 154"/>
                    <a:gd name="T9" fmla="*/ 44 h 122"/>
                    <a:gd name="T10" fmla="*/ 68 w 154"/>
                    <a:gd name="T11" fmla="*/ 110 h 122"/>
                    <a:gd name="T12" fmla="*/ 135 w 154"/>
                    <a:gd name="T13" fmla="*/ 44 h 122"/>
                    <a:gd name="T14" fmla="*/ 139 w 154"/>
                    <a:gd name="T15" fmla="*/ 0 h 122"/>
                    <a:gd name="T16" fmla="*/ 69 w 154"/>
                    <a:gd name="T17" fmla="*/ 94 h 122"/>
                    <a:gd name="T18" fmla="*/ 60 w 154"/>
                    <a:gd name="T19" fmla="*/ 85 h 122"/>
                    <a:gd name="T20" fmla="*/ 69 w 154"/>
                    <a:gd name="T21" fmla="*/ 75 h 122"/>
                    <a:gd name="T22" fmla="*/ 79 w 154"/>
                    <a:gd name="T23" fmla="*/ 85 h 122"/>
                    <a:gd name="T24" fmla="*/ 69 w 154"/>
                    <a:gd name="T25" fmla="*/ 94 h 1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4"/>
                    <a:gd name="T40" fmla="*/ 0 h 122"/>
                    <a:gd name="T41" fmla="*/ 154 w 154"/>
                    <a:gd name="T42" fmla="*/ 122 h 1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4" h="122">
                      <a:moveTo>
                        <a:pt x="154" y="0"/>
                      </a:moveTo>
                      <a:cubicBezTo>
                        <a:pt x="75" y="74"/>
                        <a:pt x="75" y="74"/>
                        <a:pt x="75" y="74"/>
                      </a:cubicBezTo>
                      <a:cubicBezTo>
                        <a:pt x="75" y="73"/>
                        <a:pt x="75" y="73"/>
                        <a:pt x="75" y="73"/>
                      </a:cubicBezTo>
                      <a:cubicBezTo>
                        <a:pt x="0" y="1"/>
                        <a:pt x="0" y="1"/>
                        <a:pt x="0" y="1"/>
                      </a:cubicBezTo>
                      <a:cubicBezTo>
                        <a:pt x="0" y="49"/>
                        <a:pt x="0" y="49"/>
                        <a:pt x="0" y="49"/>
                      </a:cubicBezTo>
                      <a:cubicBezTo>
                        <a:pt x="75" y="122"/>
                        <a:pt x="75" y="122"/>
                        <a:pt x="75" y="122"/>
                      </a:cubicBezTo>
                      <a:cubicBezTo>
                        <a:pt x="150" y="49"/>
                        <a:pt x="150" y="49"/>
                        <a:pt x="150" y="49"/>
                      </a:cubicBezTo>
                      <a:lnTo>
                        <a:pt x="154" y="0"/>
                      </a:lnTo>
                      <a:close/>
                      <a:moveTo>
                        <a:pt x="76" y="104"/>
                      </a:moveTo>
                      <a:cubicBezTo>
                        <a:pt x="70" y="104"/>
                        <a:pt x="66" y="99"/>
                        <a:pt x="66" y="94"/>
                      </a:cubicBezTo>
                      <a:cubicBezTo>
                        <a:pt x="66" y="88"/>
                        <a:pt x="70" y="83"/>
                        <a:pt x="76" y="83"/>
                      </a:cubicBezTo>
                      <a:cubicBezTo>
                        <a:pt x="82" y="83"/>
                        <a:pt x="87" y="88"/>
                        <a:pt x="87" y="94"/>
                      </a:cubicBezTo>
                      <a:cubicBezTo>
                        <a:pt x="87" y="99"/>
                        <a:pt x="82" y="104"/>
                        <a:pt x="76" y="104"/>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0" name="Freeform 72"/>
                <p:cNvSpPr>
                  <a:spLocks noEditPoints="1"/>
                </p:cNvSpPr>
                <p:nvPr/>
              </p:nvSpPr>
              <p:spPr bwMode="auto">
                <a:xfrm>
                  <a:off x="1529" y="1966"/>
                  <a:ext cx="132" cy="143"/>
                </a:xfrm>
                <a:custGeom>
                  <a:avLst/>
                  <a:gdLst>
                    <a:gd name="T0" fmla="*/ 98 w 147"/>
                    <a:gd name="T1" fmla="*/ 89 h 158"/>
                    <a:gd name="T2" fmla="*/ 103 w 147"/>
                    <a:gd name="T3" fmla="*/ 84 h 158"/>
                    <a:gd name="T4" fmla="*/ 96 w 147"/>
                    <a:gd name="T5" fmla="*/ 76 h 158"/>
                    <a:gd name="T6" fmla="*/ 102 w 147"/>
                    <a:gd name="T7" fmla="*/ 52 h 158"/>
                    <a:gd name="T8" fmla="*/ 51 w 147"/>
                    <a:gd name="T9" fmla="*/ 0 h 158"/>
                    <a:gd name="T10" fmla="*/ 0 w 147"/>
                    <a:gd name="T11" fmla="*/ 52 h 158"/>
                    <a:gd name="T12" fmla="*/ 51 w 147"/>
                    <a:gd name="T13" fmla="*/ 102 h 158"/>
                    <a:gd name="T14" fmla="*/ 68 w 147"/>
                    <a:gd name="T15" fmla="*/ 100 h 158"/>
                    <a:gd name="T16" fmla="*/ 75 w 147"/>
                    <a:gd name="T17" fmla="*/ 108 h 158"/>
                    <a:gd name="T18" fmla="*/ 82 w 147"/>
                    <a:gd name="T19" fmla="*/ 102 h 158"/>
                    <a:gd name="T20" fmla="*/ 116 w 147"/>
                    <a:gd name="T21" fmla="*/ 143 h 158"/>
                    <a:gd name="T22" fmla="*/ 132 w 147"/>
                    <a:gd name="T23" fmla="*/ 129 h 158"/>
                    <a:gd name="T24" fmla="*/ 98 w 147"/>
                    <a:gd name="T25" fmla="*/ 89 h 158"/>
                    <a:gd name="T26" fmla="*/ 22 w 147"/>
                    <a:gd name="T27" fmla="*/ 52 h 158"/>
                    <a:gd name="T28" fmla="*/ 51 w 147"/>
                    <a:gd name="T29" fmla="*/ 22 h 158"/>
                    <a:gd name="T30" fmla="*/ 81 w 147"/>
                    <a:gd name="T31" fmla="*/ 52 h 158"/>
                    <a:gd name="T32" fmla="*/ 51 w 147"/>
                    <a:gd name="T33" fmla="*/ 81 h 158"/>
                    <a:gd name="T34" fmla="*/ 22 w 147"/>
                    <a:gd name="T35" fmla="*/ 52 h 15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7"/>
                    <a:gd name="T55" fmla="*/ 0 h 158"/>
                    <a:gd name="T56" fmla="*/ 147 w 147"/>
                    <a:gd name="T57" fmla="*/ 158 h 15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7" h="158">
                      <a:moveTo>
                        <a:pt x="109" y="98"/>
                      </a:moveTo>
                      <a:cubicBezTo>
                        <a:pt x="115" y="93"/>
                        <a:pt x="115" y="93"/>
                        <a:pt x="115" y="93"/>
                      </a:cubicBezTo>
                      <a:cubicBezTo>
                        <a:pt x="107" y="84"/>
                        <a:pt x="107" y="84"/>
                        <a:pt x="107" y="84"/>
                      </a:cubicBezTo>
                      <a:cubicBezTo>
                        <a:pt x="111" y="76"/>
                        <a:pt x="114" y="67"/>
                        <a:pt x="114" y="57"/>
                      </a:cubicBezTo>
                      <a:cubicBezTo>
                        <a:pt x="114" y="26"/>
                        <a:pt x="88" y="0"/>
                        <a:pt x="57" y="0"/>
                      </a:cubicBezTo>
                      <a:cubicBezTo>
                        <a:pt x="26" y="0"/>
                        <a:pt x="0" y="26"/>
                        <a:pt x="0" y="57"/>
                      </a:cubicBezTo>
                      <a:cubicBezTo>
                        <a:pt x="0" y="88"/>
                        <a:pt x="26" y="113"/>
                        <a:pt x="57" y="113"/>
                      </a:cubicBezTo>
                      <a:cubicBezTo>
                        <a:pt x="64" y="113"/>
                        <a:pt x="70" y="112"/>
                        <a:pt x="76" y="110"/>
                      </a:cubicBezTo>
                      <a:cubicBezTo>
                        <a:pt x="84" y="119"/>
                        <a:pt x="84" y="119"/>
                        <a:pt x="84" y="119"/>
                      </a:cubicBezTo>
                      <a:cubicBezTo>
                        <a:pt x="91" y="113"/>
                        <a:pt x="91" y="113"/>
                        <a:pt x="91" y="113"/>
                      </a:cubicBezTo>
                      <a:cubicBezTo>
                        <a:pt x="129" y="158"/>
                        <a:pt x="129" y="158"/>
                        <a:pt x="129" y="158"/>
                      </a:cubicBezTo>
                      <a:cubicBezTo>
                        <a:pt x="147" y="143"/>
                        <a:pt x="147" y="143"/>
                        <a:pt x="147" y="143"/>
                      </a:cubicBezTo>
                      <a:lnTo>
                        <a:pt x="109" y="98"/>
                      </a:lnTo>
                      <a:close/>
                      <a:moveTo>
                        <a:pt x="24" y="57"/>
                      </a:moveTo>
                      <a:cubicBezTo>
                        <a:pt x="24" y="39"/>
                        <a:pt x="39" y="24"/>
                        <a:pt x="57" y="24"/>
                      </a:cubicBezTo>
                      <a:cubicBezTo>
                        <a:pt x="75" y="24"/>
                        <a:pt x="90" y="39"/>
                        <a:pt x="90" y="57"/>
                      </a:cubicBezTo>
                      <a:cubicBezTo>
                        <a:pt x="90" y="75"/>
                        <a:pt x="75" y="90"/>
                        <a:pt x="57" y="90"/>
                      </a:cubicBezTo>
                      <a:cubicBezTo>
                        <a:pt x="39" y="90"/>
                        <a:pt x="24" y="75"/>
                        <a:pt x="24" y="57"/>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1" name="Freeform 73"/>
                <p:cNvSpPr>
                  <a:spLocks/>
                </p:cNvSpPr>
                <p:nvPr/>
              </p:nvSpPr>
              <p:spPr bwMode="auto">
                <a:xfrm>
                  <a:off x="1474" y="1241"/>
                  <a:ext cx="138" cy="137"/>
                </a:xfrm>
                <a:custGeom>
                  <a:avLst/>
                  <a:gdLst>
                    <a:gd name="T0" fmla="*/ 69 w 138"/>
                    <a:gd name="T1" fmla="*/ 95 h 137"/>
                    <a:gd name="T2" fmla="*/ 112 w 138"/>
                    <a:gd name="T3" fmla="*/ 137 h 137"/>
                    <a:gd name="T4" fmla="*/ 138 w 138"/>
                    <a:gd name="T5" fmla="*/ 112 h 137"/>
                    <a:gd name="T6" fmla="*/ 95 w 138"/>
                    <a:gd name="T7" fmla="*/ 69 h 137"/>
                    <a:gd name="T8" fmla="*/ 138 w 138"/>
                    <a:gd name="T9" fmla="*/ 25 h 137"/>
                    <a:gd name="T10" fmla="*/ 112 w 138"/>
                    <a:gd name="T11" fmla="*/ 0 h 137"/>
                    <a:gd name="T12" fmla="*/ 69 w 138"/>
                    <a:gd name="T13" fmla="*/ 44 h 137"/>
                    <a:gd name="T14" fmla="*/ 26 w 138"/>
                    <a:gd name="T15" fmla="*/ 0 h 137"/>
                    <a:gd name="T16" fmla="*/ 0 w 138"/>
                    <a:gd name="T17" fmla="*/ 25 h 137"/>
                    <a:gd name="T18" fmla="*/ 44 w 138"/>
                    <a:gd name="T19" fmla="*/ 69 h 137"/>
                    <a:gd name="T20" fmla="*/ 0 w 138"/>
                    <a:gd name="T21" fmla="*/ 112 h 137"/>
                    <a:gd name="T22" fmla="*/ 26 w 138"/>
                    <a:gd name="T23" fmla="*/ 137 h 137"/>
                    <a:gd name="T24" fmla="*/ 69 w 138"/>
                    <a:gd name="T25" fmla="*/ 95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8"/>
                    <a:gd name="T40" fmla="*/ 0 h 137"/>
                    <a:gd name="T41" fmla="*/ 138 w 13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8" h="137">
                      <a:moveTo>
                        <a:pt x="69" y="95"/>
                      </a:moveTo>
                      <a:lnTo>
                        <a:pt x="112" y="137"/>
                      </a:lnTo>
                      <a:lnTo>
                        <a:pt x="138" y="112"/>
                      </a:lnTo>
                      <a:lnTo>
                        <a:pt x="95" y="69"/>
                      </a:lnTo>
                      <a:lnTo>
                        <a:pt x="138" y="25"/>
                      </a:lnTo>
                      <a:lnTo>
                        <a:pt x="112" y="0"/>
                      </a:lnTo>
                      <a:lnTo>
                        <a:pt x="69" y="44"/>
                      </a:lnTo>
                      <a:lnTo>
                        <a:pt x="26" y="0"/>
                      </a:lnTo>
                      <a:lnTo>
                        <a:pt x="0" y="25"/>
                      </a:lnTo>
                      <a:lnTo>
                        <a:pt x="44" y="69"/>
                      </a:lnTo>
                      <a:lnTo>
                        <a:pt x="0" y="112"/>
                      </a:lnTo>
                      <a:lnTo>
                        <a:pt x="26" y="137"/>
                      </a:lnTo>
                      <a:lnTo>
                        <a:pt x="69" y="95"/>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2" name="Rectangle 74"/>
                <p:cNvSpPr>
                  <a:spLocks noChangeArrowheads="1"/>
                </p:cNvSpPr>
                <p:nvPr/>
              </p:nvSpPr>
              <p:spPr bwMode="auto">
                <a:xfrm>
                  <a:off x="1903" y="1940"/>
                  <a:ext cx="134" cy="16"/>
                </a:xfrm>
                <a:prstGeom prst="rect">
                  <a:avLst/>
                </a:prstGeom>
                <a:solidFill>
                  <a:srgbClr val="FFFFFF"/>
                </a:solidFill>
                <a:ln w="9525">
                  <a:noFill/>
                  <a:miter lim="800000"/>
                  <a:headEnd/>
                  <a:tailEnd/>
                </a:ln>
              </p:spPr>
              <p:txBody>
                <a:bodyPr lIns="121920" tIns="60960" rIns="121920" bIns="60960"/>
                <a:lstStyle/>
                <a:p>
                  <a:pPr eaLnBrk="0" hangingPunct="0"/>
                  <a:endParaRPr lang="el-GR" sz="3200"/>
                </a:p>
              </p:txBody>
            </p:sp>
            <p:sp>
              <p:nvSpPr>
                <p:cNvPr id="437423" name="Freeform 75"/>
                <p:cNvSpPr>
                  <a:spLocks/>
                </p:cNvSpPr>
                <p:nvPr/>
              </p:nvSpPr>
              <p:spPr bwMode="auto">
                <a:xfrm>
                  <a:off x="1922" y="1872"/>
                  <a:ext cx="29" cy="56"/>
                </a:xfrm>
                <a:custGeom>
                  <a:avLst/>
                  <a:gdLst>
                    <a:gd name="T0" fmla="*/ 12 w 33"/>
                    <a:gd name="T1" fmla="*/ 56 h 62"/>
                    <a:gd name="T2" fmla="*/ 29 w 33"/>
                    <a:gd name="T3" fmla="*/ 56 h 62"/>
                    <a:gd name="T4" fmla="*/ 29 w 33"/>
                    <a:gd name="T5" fmla="*/ 0 h 62"/>
                    <a:gd name="T6" fmla="*/ 16 w 33"/>
                    <a:gd name="T7" fmla="*/ 0 h 62"/>
                    <a:gd name="T8" fmla="*/ 14 w 33"/>
                    <a:gd name="T9" fmla="*/ 5 h 62"/>
                    <a:gd name="T10" fmla="*/ 11 w 33"/>
                    <a:gd name="T11" fmla="*/ 9 h 62"/>
                    <a:gd name="T12" fmla="*/ 5 w 33"/>
                    <a:gd name="T13" fmla="*/ 11 h 62"/>
                    <a:gd name="T14" fmla="*/ 0 w 33"/>
                    <a:gd name="T15" fmla="*/ 12 h 62"/>
                    <a:gd name="T16" fmla="*/ 0 w 33"/>
                    <a:gd name="T17" fmla="*/ 23 h 62"/>
                    <a:gd name="T18" fmla="*/ 12 w 33"/>
                    <a:gd name="T19" fmla="*/ 23 h 62"/>
                    <a:gd name="T20" fmla="*/ 12 w 33"/>
                    <a:gd name="T21" fmla="*/ 56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2"/>
                    <a:gd name="T35" fmla="*/ 33 w 33"/>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2">
                      <a:moveTo>
                        <a:pt x="14" y="62"/>
                      </a:moveTo>
                      <a:cubicBezTo>
                        <a:pt x="33" y="62"/>
                        <a:pt x="33" y="62"/>
                        <a:pt x="33" y="62"/>
                      </a:cubicBezTo>
                      <a:cubicBezTo>
                        <a:pt x="33" y="0"/>
                        <a:pt x="33" y="0"/>
                        <a:pt x="33" y="0"/>
                      </a:cubicBezTo>
                      <a:cubicBezTo>
                        <a:pt x="18" y="0"/>
                        <a:pt x="18" y="0"/>
                        <a:pt x="18" y="0"/>
                      </a:cubicBezTo>
                      <a:cubicBezTo>
                        <a:pt x="18" y="2"/>
                        <a:pt x="17" y="4"/>
                        <a:pt x="16" y="6"/>
                      </a:cubicBezTo>
                      <a:cubicBezTo>
                        <a:pt x="15" y="8"/>
                        <a:pt x="14" y="9"/>
                        <a:pt x="12" y="10"/>
                      </a:cubicBezTo>
                      <a:cubicBezTo>
                        <a:pt x="10" y="11"/>
                        <a:pt x="8" y="12"/>
                        <a:pt x="6" y="12"/>
                      </a:cubicBezTo>
                      <a:cubicBezTo>
                        <a:pt x="4" y="13"/>
                        <a:pt x="2" y="13"/>
                        <a:pt x="0" y="13"/>
                      </a:cubicBezTo>
                      <a:cubicBezTo>
                        <a:pt x="0" y="26"/>
                        <a:pt x="0" y="26"/>
                        <a:pt x="0" y="26"/>
                      </a:cubicBezTo>
                      <a:cubicBezTo>
                        <a:pt x="14" y="26"/>
                        <a:pt x="14" y="26"/>
                        <a:pt x="14" y="26"/>
                      </a:cubicBezTo>
                      <a:lnTo>
                        <a:pt x="14" y="62"/>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4" name="Freeform 76"/>
                <p:cNvSpPr>
                  <a:spLocks/>
                </p:cNvSpPr>
                <p:nvPr/>
              </p:nvSpPr>
              <p:spPr bwMode="auto">
                <a:xfrm>
                  <a:off x="1969" y="1871"/>
                  <a:ext cx="48" cy="57"/>
                </a:xfrm>
                <a:custGeom>
                  <a:avLst/>
                  <a:gdLst>
                    <a:gd name="T0" fmla="*/ 48 w 54"/>
                    <a:gd name="T1" fmla="*/ 43 h 63"/>
                    <a:gd name="T2" fmla="*/ 23 w 54"/>
                    <a:gd name="T3" fmla="*/ 43 h 63"/>
                    <a:gd name="T4" fmla="*/ 23 w 54"/>
                    <a:gd name="T5" fmla="*/ 43 h 63"/>
                    <a:gd name="T6" fmla="*/ 31 w 54"/>
                    <a:gd name="T7" fmla="*/ 38 h 63"/>
                    <a:gd name="T8" fmla="*/ 39 w 54"/>
                    <a:gd name="T9" fmla="*/ 33 h 63"/>
                    <a:gd name="T10" fmla="*/ 44 w 54"/>
                    <a:gd name="T11" fmla="*/ 26 h 63"/>
                    <a:gd name="T12" fmla="*/ 47 w 54"/>
                    <a:gd name="T13" fmla="*/ 17 h 63"/>
                    <a:gd name="T14" fmla="*/ 45 w 54"/>
                    <a:gd name="T15" fmla="*/ 10 h 63"/>
                    <a:gd name="T16" fmla="*/ 41 w 54"/>
                    <a:gd name="T17" fmla="*/ 5 h 63"/>
                    <a:gd name="T18" fmla="*/ 34 w 54"/>
                    <a:gd name="T19" fmla="*/ 1 h 63"/>
                    <a:gd name="T20" fmla="*/ 25 w 54"/>
                    <a:gd name="T21" fmla="*/ 0 h 63"/>
                    <a:gd name="T22" fmla="*/ 14 w 54"/>
                    <a:gd name="T23" fmla="*/ 2 h 63"/>
                    <a:gd name="T24" fmla="*/ 7 w 54"/>
                    <a:gd name="T25" fmla="*/ 6 h 63"/>
                    <a:gd name="T26" fmla="*/ 3 w 54"/>
                    <a:gd name="T27" fmla="*/ 14 h 63"/>
                    <a:gd name="T28" fmla="*/ 1 w 54"/>
                    <a:gd name="T29" fmla="*/ 24 h 63"/>
                    <a:gd name="T30" fmla="*/ 16 w 54"/>
                    <a:gd name="T31" fmla="*/ 24 h 63"/>
                    <a:gd name="T32" fmla="*/ 18 w 54"/>
                    <a:gd name="T33" fmla="*/ 15 h 63"/>
                    <a:gd name="T34" fmla="*/ 24 w 54"/>
                    <a:gd name="T35" fmla="*/ 13 h 63"/>
                    <a:gd name="T36" fmla="*/ 29 w 54"/>
                    <a:gd name="T37" fmla="*/ 14 h 63"/>
                    <a:gd name="T38" fmla="*/ 31 w 54"/>
                    <a:gd name="T39" fmla="*/ 20 h 63"/>
                    <a:gd name="T40" fmla="*/ 30 w 54"/>
                    <a:gd name="T41" fmla="*/ 23 h 63"/>
                    <a:gd name="T42" fmla="*/ 28 w 54"/>
                    <a:gd name="T43" fmla="*/ 24 h 63"/>
                    <a:gd name="T44" fmla="*/ 26 w 54"/>
                    <a:gd name="T45" fmla="*/ 26 h 63"/>
                    <a:gd name="T46" fmla="*/ 23 w 54"/>
                    <a:gd name="T47" fmla="*/ 28 h 63"/>
                    <a:gd name="T48" fmla="*/ 18 w 54"/>
                    <a:gd name="T49" fmla="*/ 31 h 63"/>
                    <a:gd name="T50" fmla="*/ 12 w 54"/>
                    <a:gd name="T51" fmla="*/ 34 h 63"/>
                    <a:gd name="T52" fmla="*/ 8 w 54"/>
                    <a:gd name="T53" fmla="*/ 38 h 63"/>
                    <a:gd name="T54" fmla="*/ 4 w 54"/>
                    <a:gd name="T55" fmla="*/ 43 h 63"/>
                    <a:gd name="T56" fmla="*/ 1 w 54"/>
                    <a:gd name="T57" fmla="*/ 49 h 63"/>
                    <a:gd name="T58" fmla="*/ 0 w 54"/>
                    <a:gd name="T59" fmla="*/ 57 h 63"/>
                    <a:gd name="T60" fmla="*/ 48 w 54"/>
                    <a:gd name="T61" fmla="*/ 57 h 63"/>
                    <a:gd name="T62" fmla="*/ 48 w 54"/>
                    <a:gd name="T63" fmla="*/ 43 h 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4"/>
                    <a:gd name="T97" fmla="*/ 0 h 63"/>
                    <a:gd name="T98" fmla="*/ 54 w 54"/>
                    <a:gd name="T99" fmla="*/ 63 h 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4" h="63">
                      <a:moveTo>
                        <a:pt x="54" y="47"/>
                      </a:moveTo>
                      <a:cubicBezTo>
                        <a:pt x="26" y="47"/>
                        <a:pt x="26" y="47"/>
                        <a:pt x="26" y="47"/>
                      </a:cubicBezTo>
                      <a:cubicBezTo>
                        <a:pt x="26" y="47"/>
                        <a:pt x="26" y="47"/>
                        <a:pt x="26" y="47"/>
                      </a:cubicBezTo>
                      <a:cubicBezTo>
                        <a:pt x="29" y="46"/>
                        <a:pt x="32" y="44"/>
                        <a:pt x="35" y="42"/>
                      </a:cubicBezTo>
                      <a:cubicBezTo>
                        <a:pt x="38" y="41"/>
                        <a:pt x="41" y="39"/>
                        <a:pt x="44" y="37"/>
                      </a:cubicBezTo>
                      <a:cubicBezTo>
                        <a:pt x="46" y="35"/>
                        <a:pt x="48" y="32"/>
                        <a:pt x="50" y="29"/>
                      </a:cubicBezTo>
                      <a:cubicBezTo>
                        <a:pt x="52" y="27"/>
                        <a:pt x="53" y="23"/>
                        <a:pt x="53" y="19"/>
                      </a:cubicBezTo>
                      <a:cubicBezTo>
                        <a:pt x="53" y="16"/>
                        <a:pt x="52" y="13"/>
                        <a:pt x="51" y="11"/>
                      </a:cubicBezTo>
                      <a:cubicBezTo>
                        <a:pt x="50" y="8"/>
                        <a:pt x="48" y="6"/>
                        <a:pt x="46" y="5"/>
                      </a:cubicBezTo>
                      <a:cubicBezTo>
                        <a:pt x="44" y="3"/>
                        <a:pt x="41" y="2"/>
                        <a:pt x="38" y="1"/>
                      </a:cubicBezTo>
                      <a:cubicBezTo>
                        <a:pt x="35" y="0"/>
                        <a:pt x="31" y="0"/>
                        <a:pt x="28" y="0"/>
                      </a:cubicBezTo>
                      <a:cubicBezTo>
                        <a:pt x="23" y="0"/>
                        <a:pt x="20" y="0"/>
                        <a:pt x="16" y="2"/>
                      </a:cubicBezTo>
                      <a:cubicBezTo>
                        <a:pt x="13" y="3"/>
                        <a:pt x="10" y="5"/>
                        <a:pt x="8" y="7"/>
                      </a:cubicBezTo>
                      <a:cubicBezTo>
                        <a:pt x="5" y="9"/>
                        <a:pt x="4" y="12"/>
                        <a:pt x="3" y="15"/>
                      </a:cubicBezTo>
                      <a:cubicBezTo>
                        <a:pt x="1" y="19"/>
                        <a:pt x="1" y="22"/>
                        <a:pt x="1" y="27"/>
                      </a:cubicBezTo>
                      <a:cubicBezTo>
                        <a:pt x="18" y="27"/>
                        <a:pt x="18" y="27"/>
                        <a:pt x="18" y="27"/>
                      </a:cubicBezTo>
                      <a:cubicBezTo>
                        <a:pt x="18" y="23"/>
                        <a:pt x="19" y="20"/>
                        <a:pt x="20" y="17"/>
                      </a:cubicBezTo>
                      <a:cubicBezTo>
                        <a:pt x="21" y="15"/>
                        <a:pt x="24" y="14"/>
                        <a:pt x="27" y="14"/>
                      </a:cubicBezTo>
                      <a:cubicBezTo>
                        <a:pt x="29" y="14"/>
                        <a:pt x="31" y="15"/>
                        <a:pt x="33" y="16"/>
                      </a:cubicBezTo>
                      <a:cubicBezTo>
                        <a:pt x="34" y="17"/>
                        <a:pt x="35" y="19"/>
                        <a:pt x="35" y="22"/>
                      </a:cubicBezTo>
                      <a:cubicBezTo>
                        <a:pt x="35" y="23"/>
                        <a:pt x="35" y="24"/>
                        <a:pt x="34" y="25"/>
                      </a:cubicBezTo>
                      <a:cubicBezTo>
                        <a:pt x="33" y="25"/>
                        <a:pt x="33" y="26"/>
                        <a:pt x="32" y="27"/>
                      </a:cubicBezTo>
                      <a:cubicBezTo>
                        <a:pt x="31" y="28"/>
                        <a:pt x="30" y="28"/>
                        <a:pt x="29" y="29"/>
                      </a:cubicBezTo>
                      <a:cubicBezTo>
                        <a:pt x="28" y="30"/>
                        <a:pt x="27" y="30"/>
                        <a:pt x="26" y="31"/>
                      </a:cubicBezTo>
                      <a:cubicBezTo>
                        <a:pt x="24" y="32"/>
                        <a:pt x="22" y="33"/>
                        <a:pt x="20" y="34"/>
                      </a:cubicBezTo>
                      <a:cubicBezTo>
                        <a:pt x="18" y="35"/>
                        <a:pt x="16" y="37"/>
                        <a:pt x="14" y="38"/>
                      </a:cubicBezTo>
                      <a:cubicBezTo>
                        <a:pt x="12" y="39"/>
                        <a:pt x="11" y="41"/>
                        <a:pt x="9" y="42"/>
                      </a:cubicBezTo>
                      <a:cubicBezTo>
                        <a:pt x="7" y="44"/>
                        <a:pt x="6" y="45"/>
                        <a:pt x="4" y="47"/>
                      </a:cubicBezTo>
                      <a:cubicBezTo>
                        <a:pt x="3" y="49"/>
                        <a:pt x="2" y="52"/>
                        <a:pt x="1" y="54"/>
                      </a:cubicBezTo>
                      <a:cubicBezTo>
                        <a:pt x="0" y="57"/>
                        <a:pt x="0" y="60"/>
                        <a:pt x="0" y="63"/>
                      </a:cubicBezTo>
                      <a:cubicBezTo>
                        <a:pt x="54" y="63"/>
                        <a:pt x="54" y="63"/>
                        <a:pt x="54" y="63"/>
                      </a:cubicBezTo>
                      <a:lnTo>
                        <a:pt x="54" y="47"/>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5" name="Freeform 77"/>
                <p:cNvSpPr>
                  <a:spLocks noEditPoints="1"/>
                </p:cNvSpPr>
                <p:nvPr/>
              </p:nvSpPr>
              <p:spPr bwMode="auto">
                <a:xfrm>
                  <a:off x="1942" y="1968"/>
                  <a:ext cx="47" cy="57"/>
                </a:xfrm>
                <a:custGeom>
                  <a:avLst/>
                  <a:gdLst>
                    <a:gd name="T0" fmla="*/ 42 w 52"/>
                    <a:gd name="T1" fmla="*/ 24 h 63"/>
                    <a:gd name="T2" fmla="*/ 35 w 52"/>
                    <a:gd name="T3" fmla="*/ 20 h 63"/>
                    <a:gd name="T4" fmla="*/ 28 w 52"/>
                    <a:gd name="T5" fmla="*/ 18 h 63"/>
                    <a:gd name="T6" fmla="*/ 21 w 52"/>
                    <a:gd name="T7" fmla="*/ 19 h 63"/>
                    <a:gd name="T8" fmla="*/ 15 w 52"/>
                    <a:gd name="T9" fmla="*/ 23 h 63"/>
                    <a:gd name="T10" fmla="*/ 16 w 52"/>
                    <a:gd name="T11" fmla="*/ 19 h 63"/>
                    <a:gd name="T12" fmla="*/ 18 w 52"/>
                    <a:gd name="T13" fmla="*/ 15 h 63"/>
                    <a:gd name="T14" fmla="*/ 21 w 52"/>
                    <a:gd name="T15" fmla="*/ 13 h 63"/>
                    <a:gd name="T16" fmla="*/ 25 w 52"/>
                    <a:gd name="T17" fmla="*/ 12 h 63"/>
                    <a:gd name="T18" fmla="*/ 29 w 52"/>
                    <a:gd name="T19" fmla="*/ 13 h 63"/>
                    <a:gd name="T20" fmla="*/ 32 w 52"/>
                    <a:gd name="T21" fmla="*/ 15 h 63"/>
                    <a:gd name="T22" fmla="*/ 46 w 52"/>
                    <a:gd name="T23" fmla="*/ 15 h 63"/>
                    <a:gd name="T24" fmla="*/ 40 w 52"/>
                    <a:gd name="T25" fmla="*/ 4 h 63"/>
                    <a:gd name="T26" fmla="*/ 25 w 52"/>
                    <a:gd name="T27" fmla="*/ 0 h 63"/>
                    <a:gd name="T28" fmla="*/ 14 w 52"/>
                    <a:gd name="T29" fmla="*/ 2 h 63"/>
                    <a:gd name="T30" fmla="*/ 6 w 52"/>
                    <a:gd name="T31" fmla="*/ 8 h 63"/>
                    <a:gd name="T32" fmla="*/ 2 w 52"/>
                    <a:gd name="T33" fmla="*/ 18 h 63"/>
                    <a:gd name="T34" fmla="*/ 0 w 52"/>
                    <a:gd name="T35" fmla="*/ 31 h 63"/>
                    <a:gd name="T36" fmla="*/ 1 w 52"/>
                    <a:gd name="T37" fmla="*/ 41 h 63"/>
                    <a:gd name="T38" fmla="*/ 5 w 52"/>
                    <a:gd name="T39" fmla="*/ 49 h 63"/>
                    <a:gd name="T40" fmla="*/ 13 w 52"/>
                    <a:gd name="T41" fmla="*/ 55 h 63"/>
                    <a:gd name="T42" fmla="*/ 24 w 52"/>
                    <a:gd name="T43" fmla="*/ 57 h 63"/>
                    <a:gd name="T44" fmla="*/ 33 w 52"/>
                    <a:gd name="T45" fmla="*/ 56 h 63"/>
                    <a:gd name="T46" fmla="*/ 41 w 52"/>
                    <a:gd name="T47" fmla="*/ 52 h 63"/>
                    <a:gd name="T48" fmla="*/ 45 w 52"/>
                    <a:gd name="T49" fmla="*/ 45 h 63"/>
                    <a:gd name="T50" fmla="*/ 47 w 52"/>
                    <a:gd name="T51" fmla="*/ 36 h 63"/>
                    <a:gd name="T52" fmla="*/ 45 w 52"/>
                    <a:gd name="T53" fmla="*/ 29 h 63"/>
                    <a:gd name="T54" fmla="*/ 42 w 52"/>
                    <a:gd name="T55" fmla="*/ 24 h 63"/>
                    <a:gd name="T56" fmla="*/ 30 w 52"/>
                    <a:gd name="T57" fmla="*/ 43 h 63"/>
                    <a:gd name="T58" fmla="*/ 24 w 52"/>
                    <a:gd name="T59" fmla="*/ 44 h 63"/>
                    <a:gd name="T60" fmla="*/ 18 w 52"/>
                    <a:gd name="T61" fmla="*/ 43 h 63"/>
                    <a:gd name="T62" fmla="*/ 16 w 52"/>
                    <a:gd name="T63" fmla="*/ 36 h 63"/>
                    <a:gd name="T64" fmla="*/ 18 w 52"/>
                    <a:gd name="T65" fmla="*/ 32 h 63"/>
                    <a:gd name="T66" fmla="*/ 24 w 52"/>
                    <a:gd name="T67" fmla="*/ 29 h 63"/>
                    <a:gd name="T68" fmla="*/ 30 w 52"/>
                    <a:gd name="T69" fmla="*/ 32 h 63"/>
                    <a:gd name="T70" fmla="*/ 33 w 52"/>
                    <a:gd name="T71" fmla="*/ 36 h 63"/>
                    <a:gd name="T72" fmla="*/ 30 w 52"/>
                    <a:gd name="T73" fmla="*/ 43 h 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
                    <a:gd name="T112" fmla="*/ 0 h 63"/>
                    <a:gd name="T113" fmla="*/ 52 w 52"/>
                    <a:gd name="T114" fmla="*/ 63 h 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 h="63">
                      <a:moveTo>
                        <a:pt x="46" y="26"/>
                      </a:moveTo>
                      <a:cubicBezTo>
                        <a:pt x="44" y="24"/>
                        <a:pt x="42" y="23"/>
                        <a:pt x="39" y="22"/>
                      </a:cubicBezTo>
                      <a:cubicBezTo>
                        <a:pt x="37" y="21"/>
                        <a:pt x="34" y="20"/>
                        <a:pt x="31" y="20"/>
                      </a:cubicBezTo>
                      <a:cubicBezTo>
                        <a:pt x="28" y="20"/>
                        <a:pt x="26" y="21"/>
                        <a:pt x="23" y="21"/>
                      </a:cubicBezTo>
                      <a:cubicBezTo>
                        <a:pt x="21" y="22"/>
                        <a:pt x="19" y="23"/>
                        <a:pt x="17" y="25"/>
                      </a:cubicBezTo>
                      <a:cubicBezTo>
                        <a:pt x="17" y="24"/>
                        <a:pt x="17" y="22"/>
                        <a:pt x="18" y="21"/>
                      </a:cubicBezTo>
                      <a:cubicBezTo>
                        <a:pt x="18" y="19"/>
                        <a:pt x="19" y="18"/>
                        <a:pt x="20" y="17"/>
                      </a:cubicBezTo>
                      <a:cubicBezTo>
                        <a:pt x="21" y="15"/>
                        <a:pt x="22" y="14"/>
                        <a:pt x="23" y="14"/>
                      </a:cubicBezTo>
                      <a:cubicBezTo>
                        <a:pt x="24" y="13"/>
                        <a:pt x="26" y="13"/>
                        <a:pt x="28" y="13"/>
                      </a:cubicBezTo>
                      <a:cubicBezTo>
                        <a:pt x="30" y="13"/>
                        <a:pt x="31" y="13"/>
                        <a:pt x="32" y="14"/>
                      </a:cubicBezTo>
                      <a:cubicBezTo>
                        <a:pt x="34" y="15"/>
                        <a:pt x="35" y="16"/>
                        <a:pt x="35" y="17"/>
                      </a:cubicBezTo>
                      <a:cubicBezTo>
                        <a:pt x="51" y="17"/>
                        <a:pt x="51" y="17"/>
                        <a:pt x="51" y="17"/>
                      </a:cubicBezTo>
                      <a:cubicBezTo>
                        <a:pt x="50" y="11"/>
                        <a:pt x="48" y="6"/>
                        <a:pt x="44" y="4"/>
                      </a:cubicBezTo>
                      <a:cubicBezTo>
                        <a:pt x="40" y="1"/>
                        <a:pt x="35" y="0"/>
                        <a:pt x="28" y="0"/>
                      </a:cubicBezTo>
                      <a:cubicBezTo>
                        <a:pt x="23" y="0"/>
                        <a:pt x="19" y="1"/>
                        <a:pt x="16" y="2"/>
                      </a:cubicBezTo>
                      <a:cubicBezTo>
                        <a:pt x="12" y="4"/>
                        <a:pt x="9" y="6"/>
                        <a:pt x="7" y="9"/>
                      </a:cubicBezTo>
                      <a:cubicBezTo>
                        <a:pt x="5" y="12"/>
                        <a:pt x="3" y="16"/>
                        <a:pt x="2" y="20"/>
                      </a:cubicBezTo>
                      <a:cubicBezTo>
                        <a:pt x="1" y="24"/>
                        <a:pt x="0" y="29"/>
                        <a:pt x="0" y="34"/>
                      </a:cubicBezTo>
                      <a:cubicBezTo>
                        <a:pt x="0" y="37"/>
                        <a:pt x="0" y="41"/>
                        <a:pt x="1" y="45"/>
                      </a:cubicBezTo>
                      <a:cubicBezTo>
                        <a:pt x="2" y="48"/>
                        <a:pt x="4" y="51"/>
                        <a:pt x="6" y="54"/>
                      </a:cubicBezTo>
                      <a:cubicBezTo>
                        <a:pt x="8" y="57"/>
                        <a:pt x="11" y="59"/>
                        <a:pt x="14" y="61"/>
                      </a:cubicBezTo>
                      <a:cubicBezTo>
                        <a:pt x="18" y="62"/>
                        <a:pt x="22" y="63"/>
                        <a:pt x="26" y="63"/>
                      </a:cubicBezTo>
                      <a:cubicBezTo>
                        <a:pt x="30" y="63"/>
                        <a:pt x="34" y="63"/>
                        <a:pt x="37" y="62"/>
                      </a:cubicBezTo>
                      <a:cubicBezTo>
                        <a:pt x="40" y="61"/>
                        <a:pt x="42" y="59"/>
                        <a:pt x="45" y="57"/>
                      </a:cubicBezTo>
                      <a:cubicBezTo>
                        <a:pt x="47" y="55"/>
                        <a:pt x="49" y="53"/>
                        <a:pt x="50" y="50"/>
                      </a:cubicBezTo>
                      <a:cubicBezTo>
                        <a:pt x="51" y="47"/>
                        <a:pt x="52" y="44"/>
                        <a:pt x="52" y="40"/>
                      </a:cubicBezTo>
                      <a:cubicBezTo>
                        <a:pt x="52" y="37"/>
                        <a:pt x="51" y="34"/>
                        <a:pt x="50" y="32"/>
                      </a:cubicBezTo>
                      <a:cubicBezTo>
                        <a:pt x="49" y="30"/>
                        <a:pt x="48" y="28"/>
                        <a:pt x="46" y="26"/>
                      </a:cubicBezTo>
                      <a:close/>
                      <a:moveTo>
                        <a:pt x="33" y="47"/>
                      </a:moveTo>
                      <a:cubicBezTo>
                        <a:pt x="31" y="48"/>
                        <a:pt x="29" y="49"/>
                        <a:pt x="26" y="49"/>
                      </a:cubicBezTo>
                      <a:cubicBezTo>
                        <a:pt x="24" y="49"/>
                        <a:pt x="22" y="48"/>
                        <a:pt x="20" y="47"/>
                      </a:cubicBezTo>
                      <a:cubicBezTo>
                        <a:pt x="19" y="45"/>
                        <a:pt x="18" y="43"/>
                        <a:pt x="18" y="40"/>
                      </a:cubicBezTo>
                      <a:cubicBezTo>
                        <a:pt x="18" y="38"/>
                        <a:pt x="19" y="36"/>
                        <a:pt x="20" y="35"/>
                      </a:cubicBezTo>
                      <a:cubicBezTo>
                        <a:pt x="22" y="33"/>
                        <a:pt x="24" y="32"/>
                        <a:pt x="26" y="32"/>
                      </a:cubicBezTo>
                      <a:cubicBezTo>
                        <a:pt x="29" y="32"/>
                        <a:pt x="31" y="33"/>
                        <a:pt x="33" y="35"/>
                      </a:cubicBezTo>
                      <a:cubicBezTo>
                        <a:pt x="35" y="36"/>
                        <a:pt x="36" y="38"/>
                        <a:pt x="36" y="40"/>
                      </a:cubicBezTo>
                      <a:cubicBezTo>
                        <a:pt x="36" y="43"/>
                        <a:pt x="35" y="45"/>
                        <a:pt x="33" y="47"/>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6" name="Freeform 78"/>
                <p:cNvSpPr>
                  <a:spLocks noEditPoints="1"/>
                </p:cNvSpPr>
                <p:nvPr/>
              </p:nvSpPr>
              <p:spPr bwMode="auto">
                <a:xfrm>
                  <a:off x="3350" y="1341"/>
                  <a:ext cx="118" cy="179"/>
                </a:xfrm>
                <a:custGeom>
                  <a:avLst/>
                  <a:gdLst>
                    <a:gd name="T0" fmla="*/ 0 w 131"/>
                    <a:gd name="T1" fmla="*/ 0 h 198"/>
                    <a:gd name="T2" fmla="*/ 0 w 131"/>
                    <a:gd name="T3" fmla="*/ 179 h 198"/>
                    <a:gd name="T4" fmla="*/ 118 w 131"/>
                    <a:gd name="T5" fmla="*/ 179 h 198"/>
                    <a:gd name="T6" fmla="*/ 118 w 131"/>
                    <a:gd name="T7" fmla="*/ 0 h 198"/>
                    <a:gd name="T8" fmla="*/ 0 w 131"/>
                    <a:gd name="T9" fmla="*/ 0 h 198"/>
                    <a:gd name="T10" fmla="*/ 61 w 131"/>
                    <a:gd name="T11" fmla="*/ 170 h 198"/>
                    <a:gd name="T12" fmla="*/ 56 w 131"/>
                    <a:gd name="T13" fmla="*/ 165 h 198"/>
                    <a:gd name="T14" fmla="*/ 61 w 131"/>
                    <a:gd name="T15" fmla="*/ 158 h 198"/>
                    <a:gd name="T16" fmla="*/ 68 w 131"/>
                    <a:gd name="T17" fmla="*/ 165 h 198"/>
                    <a:gd name="T18" fmla="*/ 61 w 131"/>
                    <a:gd name="T19" fmla="*/ 170 h 198"/>
                    <a:gd name="T20" fmla="*/ 101 w 131"/>
                    <a:gd name="T21" fmla="*/ 149 h 198"/>
                    <a:gd name="T22" fmla="*/ 17 w 131"/>
                    <a:gd name="T23" fmla="*/ 149 h 198"/>
                    <a:gd name="T24" fmla="*/ 17 w 131"/>
                    <a:gd name="T25" fmla="*/ 17 h 198"/>
                    <a:gd name="T26" fmla="*/ 101 w 131"/>
                    <a:gd name="T27" fmla="*/ 17 h 198"/>
                    <a:gd name="T28" fmla="*/ 101 w 131"/>
                    <a:gd name="T29" fmla="*/ 149 h 19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1"/>
                    <a:gd name="T46" fmla="*/ 0 h 198"/>
                    <a:gd name="T47" fmla="*/ 131 w 131"/>
                    <a:gd name="T48" fmla="*/ 198 h 19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1" h="198">
                      <a:moveTo>
                        <a:pt x="0" y="0"/>
                      </a:moveTo>
                      <a:cubicBezTo>
                        <a:pt x="0" y="198"/>
                        <a:pt x="0" y="198"/>
                        <a:pt x="0" y="198"/>
                      </a:cubicBezTo>
                      <a:cubicBezTo>
                        <a:pt x="131" y="198"/>
                        <a:pt x="131" y="198"/>
                        <a:pt x="131" y="198"/>
                      </a:cubicBezTo>
                      <a:cubicBezTo>
                        <a:pt x="131" y="0"/>
                        <a:pt x="131" y="0"/>
                        <a:pt x="131" y="0"/>
                      </a:cubicBezTo>
                      <a:lnTo>
                        <a:pt x="0" y="0"/>
                      </a:lnTo>
                      <a:close/>
                      <a:moveTo>
                        <a:pt x="68" y="188"/>
                      </a:moveTo>
                      <a:cubicBezTo>
                        <a:pt x="65" y="188"/>
                        <a:pt x="62" y="185"/>
                        <a:pt x="62" y="182"/>
                      </a:cubicBezTo>
                      <a:cubicBezTo>
                        <a:pt x="62" y="178"/>
                        <a:pt x="65" y="175"/>
                        <a:pt x="68" y="175"/>
                      </a:cubicBezTo>
                      <a:cubicBezTo>
                        <a:pt x="72" y="175"/>
                        <a:pt x="75" y="178"/>
                        <a:pt x="75" y="182"/>
                      </a:cubicBezTo>
                      <a:cubicBezTo>
                        <a:pt x="75" y="185"/>
                        <a:pt x="72" y="188"/>
                        <a:pt x="68" y="188"/>
                      </a:cubicBezTo>
                      <a:close/>
                      <a:moveTo>
                        <a:pt x="112" y="165"/>
                      </a:moveTo>
                      <a:cubicBezTo>
                        <a:pt x="19" y="165"/>
                        <a:pt x="19" y="165"/>
                        <a:pt x="19" y="165"/>
                      </a:cubicBezTo>
                      <a:cubicBezTo>
                        <a:pt x="19" y="19"/>
                        <a:pt x="19" y="19"/>
                        <a:pt x="19" y="19"/>
                      </a:cubicBezTo>
                      <a:cubicBezTo>
                        <a:pt x="112" y="19"/>
                        <a:pt x="112" y="19"/>
                        <a:pt x="112" y="19"/>
                      </a:cubicBezTo>
                      <a:lnTo>
                        <a:pt x="112" y="165"/>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7" name="Freeform 79"/>
                <p:cNvSpPr>
                  <a:spLocks noEditPoints="1"/>
                </p:cNvSpPr>
                <p:nvPr/>
              </p:nvSpPr>
              <p:spPr bwMode="auto">
                <a:xfrm>
                  <a:off x="1687" y="2281"/>
                  <a:ext cx="207" cy="149"/>
                </a:xfrm>
                <a:custGeom>
                  <a:avLst/>
                  <a:gdLst>
                    <a:gd name="T0" fmla="*/ 207 w 207"/>
                    <a:gd name="T1" fmla="*/ 132 h 149"/>
                    <a:gd name="T2" fmla="*/ 207 w 207"/>
                    <a:gd name="T3" fmla="*/ 0 h 149"/>
                    <a:gd name="T4" fmla="*/ 0 w 207"/>
                    <a:gd name="T5" fmla="*/ 0 h 149"/>
                    <a:gd name="T6" fmla="*/ 0 w 207"/>
                    <a:gd name="T7" fmla="*/ 132 h 149"/>
                    <a:gd name="T8" fmla="*/ 85 w 207"/>
                    <a:gd name="T9" fmla="*/ 132 h 149"/>
                    <a:gd name="T10" fmla="*/ 85 w 207"/>
                    <a:gd name="T11" fmla="*/ 141 h 149"/>
                    <a:gd name="T12" fmla="*/ 40 w 207"/>
                    <a:gd name="T13" fmla="*/ 141 h 149"/>
                    <a:gd name="T14" fmla="*/ 40 w 207"/>
                    <a:gd name="T15" fmla="*/ 149 h 149"/>
                    <a:gd name="T16" fmla="*/ 163 w 207"/>
                    <a:gd name="T17" fmla="*/ 149 h 149"/>
                    <a:gd name="T18" fmla="*/ 163 w 207"/>
                    <a:gd name="T19" fmla="*/ 141 h 149"/>
                    <a:gd name="T20" fmla="*/ 121 w 207"/>
                    <a:gd name="T21" fmla="*/ 141 h 149"/>
                    <a:gd name="T22" fmla="*/ 121 w 207"/>
                    <a:gd name="T23" fmla="*/ 132 h 149"/>
                    <a:gd name="T24" fmla="*/ 207 w 207"/>
                    <a:gd name="T25" fmla="*/ 132 h 149"/>
                    <a:gd name="T26" fmla="*/ 15 w 207"/>
                    <a:gd name="T27" fmla="*/ 15 h 149"/>
                    <a:gd name="T28" fmla="*/ 191 w 207"/>
                    <a:gd name="T29" fmla="*/ 15 h 149"/>
                    <a:gd name="T30" fmla="*/ 191 w 207"/>
                    <a:gd name="T31" fmla="*/ 113 h 149"/>
                    <a:gd name="T32" fmla="*/ 15 w 207"/>
                    <a:gd name="T33" fmla="*/ 113 h 149"/>
                    <a:gd name="T34" fmla="*/ 15 w 207"/>
                    <a:gd name="T35" fmla="*/ 15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7"/>
                    <a:gd name="T55" fmla="*/ 0 h 149"/>
                    <a:gd name="T56" fmla="*/ 207 w 207"/>
                    <a:gd name="T57" fmla="*/ 149 h 1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7" h="149">
                      <a:moveTo>
                        <a:pt x="207" y="132"/>
                      </a:moveTo>
                      <a:lnTo>
                        <a:pt x="207" y="0"/>
                      </a:lnTo>
                      <a:lnTo>
                        <a:pt x="0" y="0"/>
                      </a:lnTo>
                      <a:lnTo>
                        <a:pt x="0" y="132"/>
                      </a:lnTo>
                      <a:lnTo>
                        <a:pt x="85" y="132"/>
                      </a:lnTo>
                      <a:lnTo>
                        <a:pt x="85" y="141"/>
                      </a:lnTo>
                      <a:lnTo>
                        <a:pt x="40" y="141"/>
                      </a:lnTo>
                      <a:lnTo>
                        <a:pt x="40" y="149"/>
                      </a:lnTo>
                      <a:lnTo>
                        <a:pt x="163" y="149"/>
                      </a:lnTo>
                      <a:lnTo>
                        <a:pt x="163" y="141"/>
                      </a:lnTo>
                      <a:lnTo>
                        <a:pt x="121" y="141"/>
                      </a:lnTo>
                      <a:lnTo>
                        <a:pt x="121" y="132"/>
                      </a:lnTo>
                      <a:lnTo>
                        <a:pt x="207" y="132"/>
                      </a:lnTo>
                      <a:close/>
                      <a:moveTo>
                        <a:pt x="15" y="15"/>
                      </a:moveTo>
                      <a:lnTo>
                        <a:pt x="191" y="15"/>
                      </a:lnTo>
                      <a:lnTo>
                        <a:pt x="191" y="113"/>
                      </a:lnTo>
                      <a:lnTo>
                        <a:pt x="15" y="113"/>
                      </a:lnTo>
                      <a:lnTo>
                        <a:pt x="15" y="15"/>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8" name="Freeform 80"/>
                <p:cNvSpPr>
                  <a:spLocks noEditPoints="1"/>
                </p:cNvSpPr>
                <p:nvPr/>
              </p:nvSpPr>
              <p:spPr bwMode="auto">
                <a:xfrm>
                  <a:off x="2813" y="799"/>
                  <a:ext cx="218" cy="18"/>
                </a:xfrm>
                <a:custGeom>
                  <a:avLst/>
                  <a:gdLst>
                    <a:gd name="T0" fmla="*/ 194 w 218"/>
                    <a:gd name="T1" fmla="*/ 0 h 18"/>
                    <a:gd name="T2" fmla="*/ 112 w 218"/>
                    <a:gd name="T3" fmla="*/ 0 h 18"/>
                    <a:gd name="T4" fmla="*/ 107 w 218"/>
                    <a:gd name="T5" fmla="*/ 0 h 18"/>
                    <a:gd name="T6" fmla="*/ 24 w 218"/>
                    <a:gd name="T7" fmla="*/ 0 h 18"/>
                    <a:gd name="T8" fmla="*/ 0 w 218"/>
                    <a:gd name="T9" fmla="*/ 1 h 18"/>
                    <a:gd name="T10" fmla="*/ 0 w 218"/>
                    <a:gd name="T11" fmla="*/ 18 h 18"/>
                    <a:gd name="T12" fmla="*/ 218 w 218"/>
                    <a:gd name="T13" fmla="*/ 18 h 18"/>
                    <a:gd name="T14" fmla="*/ 218 w 218"/>
                    <a:gd name="T15" fmla="*/ 1 h 18"/>
                    <a:gd name="T16" fmla="*/ 194 w 218"/>
                    <a:gd name="T17" fmla="*/ 0 h 18"/>
                    <a:gd name="T18" fmla="*/ 23 w 218"/>
                    <a:gd name="T19" fmla="*/ 11 h 18"/>
                    <a:gd name="T20" fmla="*/ 11 w 218"/>
                    <a:gd name="T21" fmla="*/ 11 h 18"/>
                    <a:gd name="T22" fmla="*/ 11 w 218"/>
                    <a:gd name="T23" fmla="*/ 7 h 18"/>
                    <a:gd name="T24" fmla="*/ 23 w 218"/>
                    <a:gd name="T25" fmla="*/ 7 h 18"/>
                    <a:gd name="T26" fmla="*/ 23 w 218"/>
                    <a:gd name="T27" fmla="*/ 11 h 18"/>
                    <a:gd name="T28" fmla="*/ 133 w 218"/>
                    <a:gd name="T29" fmla="*/ 11 h 18"/>
                    <a:gd name="T30" fmla="*/ 83 w 218"/>
                    <a:gd name="T31" fmla="*/ 11 h 18"/>
                    <a:gd name="T32" fmla="*/ 83 w 218"/>
                    <a:gd name="T33" fmla="*/ 7 h 18"/>
                    <a:gd name="T34" fmla="*/ 133 w 218"/>
                    <a:gd name="T35" fmla="*/ 7 h 18"/>
                    <a:gd name="T36" fmla="*/ 133 w 218"/>
                    <a:gd name="T37" fmla="*/ 11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8"/>
                    <a:gd name="T58" fmla="*/ 0 h 18"/>
                    <a:gd name="T59" fmla="*/ 218 w 2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8" h="18">
                      <a:moveTo>
                        <a:pt x="194" y="0"/>
                      </a:moveTo>
                      <a:lnTo>
                        <a:pt x="112" y="0"/>
                      </a:lnTo>
                      <a:lnTo>
                        <a:pt x="107" y="0"/>
                      </a:lnTo>
                      <a:lnTo>
                        <a:pt x="24" y="0"/>
                      </a:lnTo>
                      <a:lnTo>
                        <a:pt x="0" y="1"/>
                      </a:lnTo>
                      <a:lnTo>
                        <a:pt x="0" y="18"/>
                      </a:lnTo>
                      <a:lnTo>
                        <a:pt x="218" y="18"/>
                      </a:lnTo>
                      <a:lnTo>
                        <a:pt x="218" y="1"/>
                      </a:lnTo>
                      <a:lnTo>
                        <a:pt x="194" y="0"/>
                      </a:lnTo>
                      <a:close/>
                      <a:moveTo>
                        <a:pt x="23" y="11"/>
                      </a:moveTo>
                      <a:lnTo>
                        <a:pt x="11" y="11"/>
                      </a:lnTo>
                      <a:lnTo>
                        <a:pt x="11" y="7"/>
                      </a:lnTo>
                      <a:lnTo>
                        <a:pt x="23" y="7"/>
                      </a:lnTo>
                      <a:lnTo>
                        <a:pt x="23" y="11"/>
                      </a:lnTo>
                      <a:close/>
                      <a:moveTo>
                        <a:pt x="133" y="11"/>
                      </a:moveTo>
                      <a:lnTo>
                        <a:pt x="83" y="11"/>
                      </a:lnTo>
                      <a:lnTo>
                        <a:pt x="83" y="7"/>
                      </a:lnTo>
                      <a:lnTo>
                        <a:pt x="133" y="7"/>
                      </a:lnTo>
                      <a:lnTo>
                        <a:pt x="133" y="1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29" name="Freeform 81"/>
                <p:cNvSpPr>
                  <a:spLocks noEditPoints="1"/>
                </p:cNvSpPr>
                <p:nvPr/>
              </p:nvSpPr>
              <p:spPr bwMode="auto">
                <a:xfrm>
                  <a:off x="2837" y="682"/>
                  <a:ext cx="170" cy="112"/>
                </a:xfrm>
                <a:custGeom>
                  <a:avLst/>
                  <a:gdLst>
                    <a:gd name="T0" fmla="*/ 170 w 170"/>
                    <a:gd name="T1" fmla="*/ 0 h 112"/>
                    <a:gd name="T2" fmla="*/ 0 w 170"/>
                    <a:gd name="T3" fmla="*/ 0 h 112"/>
                    <a:gd name="T4" fmla="*/ 0 w 170"/>
                    <a:gd name="T5" fmla="*/ 112 h 112"/>
                    <a:gd name="T6" fmla="*/ 170 w 170"/>
                    <a:gd name="T7" fmla="*/ 112 h 112"/>
                    <a:gd name="T8" fmla="*/ 170 w 170"/>
                    <a:gd name="T9" fmla="*/ 0 h 112"/>
                    <a:gd name="T10" fmla="*/ 8 w 170"/>
                    <a:gd name="T11" fmla="*/ 34 h 112"/>
                    <a:gd name="T12" fmla="*/ 5 w 170"/>
                    <a:gd name="T13" fmla="*/ 34 h 112"/>
                    <a:gd name="T14" fmla="*/ 5 w 170"/>
                    <a:gd name="T15" fmla="*/ 22 h 112"/>
                    <a:gd name="T16" fmla="*/ 8 w 170"/>
                    <a:gd name="T17" fmla="*/ 22 h 112"/>
                    <a:gd name="T18" fmla="*/ 8 w 170"/>
                    <a:gd name="T19" fmla="*/ 34 h 112"/>
                    <a:gd name="T20" fmla="*/ 157 w 170"/>
                    <a:gd name="T21" fmla="*/ 99 h 112"/>
                    <a:gd name="T22" fmla="*/ 13 w 170"/>
                    <a:gd name="T23" fmla="*/ 99 h 112"/>
                    <a:gd name="T24" fmla="*/ 13 w 170"/>
                    <a:gd name="T25" fmla="*/ 12 h 112"/>
                    <a:gd name="T26" fmla="*/ 157 w 170"/>
                    <a:gd name="T27" fmla="*/ 12 h 112"/>
                    <a:gd name="T28" fmla="*/ 157 w 170"/>
                    <a:gd name="T29" fmla="*/ 99 h 112"/>
                    <a:gd name="T30" fmla="*/ 166 w 170"/>
                    <a:gd name="T31" fmla="*/ 34 h 112"/>
                    <a:gd name="T32" fmla="*/ 163 w 170"/>
                    <a:gd name="T33" fmla="*/ 34 h 112"/>
                    <a:gd name="T34" fmla="*/ 163 w 170"/>
                    <a:gd name="T35" fmla="*/ 22 h 112"/>
                    <a:gd name="T36" fmla="*/ 166 w 170"/>
                    <a:gd name="T37" fmla="*/ 22 h 112"/>
                    <a:gd name="T38" fmla="*/ 166 w 170"/>
                    <a:gd name="T39" fmla="*/ 34 h 1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0"/>
                    <a:gd name="T61" fmla="*/ 0 h 112"/>
                    <a:gd name="T62" fmla="*/ 170 w 170"/>
                    <a:gd name="T63" fmla="*/ 112 h 1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0" h="112">
                      <a:moveTo>
                        <a:pt x="170" y="0"/>
                      </a:moveTo>
                      <a:lnTo>
                        <a:pt x="0" y="0"/>
                      </a:lnTo>
                      <a:lnTo>
                        <a:pt x="0" y="112"/>
                      </a:lnTo>
                      <a:lnTo>
                        <a:pt x="170" y="112"/>
                      </a:lnTo>
                      <a:lnTo>
                        <a:pt x="170" y="0"/>
                      </a:lnTo>
                      <a:close/>
                      <a:moveTo>
                        <a:pt x="8" y="34"/>
                      </a:moveTo>
                      <a:lnTo>
                        <a:pt x="5" y="34"/>
                      </a:lnTo>
                      <a:lnTo>
                        <a:pt x="5" y="22"/>
                      </a:lnTo>
                      <a:lnTo>
                        <a:pt x="8" y="22"/>
                      </a:lnTo>
                      <a:lnTo>
                        <a:pt x="8" y="34"/>
                      </a:lnTo>
                      <a:close/>
                      <a:moveTo>
                        <a:pt x="157" y="99"/>
                      </a:moveTo>
                      <a:lnTo>
                        <a:pt x="13" y="99"/>
                      </a:lnTo>
                      <a:lnTo>
                        <a:pt x="13" y="12"/>
                      </a:lnTo>
                      <a:lnTo>
                        <a:pt x="157" y="12"/>
                      </a:lnTo>
                      <a:lnTo>
                        <a:pt x="157" y="99"/>
                      </a:lnTo>
                      <a:close/>
                      <a:moveTo>
                        <a:pt x="166" y="34"/>
                      </a:moveTo>
                      <a:lnTo>
                        <a:pt x="163" y="34"/>
                      </a:lnTo>
                      <a:lnTo>
                        <a:pt x="163" y="22"/>
                      </a:lnTo>
                      <a:lnTo>
                        <a:pt x="166" y="22"/>
                      </a:lnTo>
                      <a:lnTo>
                        <a:pt x="166" y="34"/>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0" name="Freeform 82"/>
                <p:cNvSpPr>
                  <a:spLocks/>
                </p:cNvSpPr>
                <p:nvPr/>
              </p:nvSpPr>
              <p:spPr bwMode="auto">
                <a:xfrm>
                  <a:off x="3029" y="334"/>
                  <a:ext cx="47" cy="41"/>
                </a:xfrm>
                <a:custGeom>
                  <a:avLst/>
                  <a:gdLst>
                    <a:gd name="T0" fmla="*/ 11 w 47"/>
                    <a:gd name="T1" fmla="*/ 0 h 41"/>
                    <a:gd name="T2" fmla="*/ 0 w 47"/>
                    <a:gd name="T3" fmla="*/ 23 h 41"/>
                    <a:gd name="T4" fmla="*/ 11 w 47"/>
                    <a:gd name="T5" fmla="*/ 41 h 41"/>
                    <a:gd name="T6" fmla="*/ 11 w 47"/>
                    <a:gd name="T7" fmla="*/ 33 h 41"/>
                    <a:gd name="T8" fmla="*/ 32 w 47"/>
                    <a:gd name="T9" fmla="*/ 33 h 41"/>
                    <a:gd name="T10" fmla="*/ 47 w 47"/>
                    <a:gd name="T11" fmla="*/ 9 h 41"/>
                    <a:gd name="T12" fmla="*/ 11 w 47"/>
                    <a:gd name="T13" fmla="*/ 9 h 41"/>
                    <a:gd name="T14" fmla="*/ 11 w 47"/>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41"/>
                    <a:gd name="T26" fmla="*/ 47 w 47"/>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41">
                      <a:moveTo>
                        <a:pt x="11" y="0"/>
                      </a:moveTo>
                      <a:lnTo>
                        <a:pt x="0" y="23"/>
                      </a:lnTo>
                      <a:lnTo>
                        <a:pt x="11" y="41"/>
                      </a:lnTo>
                      <a:lnTo>
                        <a:pt x="11" y="33"/>
                      </a:lnTo>
                      <a:lnTo>
                        <a:pt x="32" y="33"/>
                      </a:lnTo>
                      <a:lnTo>
                        <a:pt x="47" y="9"/>
                      </a:lnTo>
                      <a:lnTo>
                        <a:pt x="11" y="9"/>
                      </a:lnTo>
                      <a:lnTo>
                        <a:pt x="11"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1" name="Freeform 83"/>
                <p:cNvSpPr>
                  <a:spLocks noEditPoints="1"/>
                </p:cNvSpPr>
                <p:nvPr/>
              </p:nvSpPr>
              <p:spPr bwMode="auto">
                <a:xfrm>
                  <a:off x="2984" y="342"/>
                  <a:ext cx="50" cy="32"/>
                </a:xfrm>
                <a:custGeom>
                  <a:avLst/>
                  <a:gdLst>
                    <a:gd name="T0" fmla="*/ 49 w 55"/>
                    <a:gd name="T1" fmla="*/ 0 h 36"/>
                    <a:gd name="T2" fmla="*/ 9 w 55"/>
                    <a:gd name="T3" fmla="*/ 0 h 36"/>
                    <a:gd name="T4" fmla="*/ 9 w 55"/>
                    <a:gd name="T5" fmla="*/ 0 h 36"/>
                    <a:gd name="T6" fmla="*/ 0 w 55"/>
                    <a:gd name="T7" fmla="*/ 16 h 36"/>
                    <a:gd name="T8" fmla="*/ 8 w 55"/>
                    <a:gd name="T9" fmla="*/ 31 h 36"/>
                    <a:gd name="T10" fmla="*/ 18 w 55"/>
                    <a:gd name="T11" fmla="*/ 32 h 36"/>
                    <a:gd name="T12" fmla="*/ 18 w 55"/>
                    <a:gd name="T13" fmla="*/ 32 h 36"/>
                    <a:gd name="T14" fmla="*/ 45 w 55"/>
                    <a:gd name="T15" fmla="*/ 31 h 36"/>
                    <a:gd name="T16" fmla="*/ 50 w 55"/>
                    <a:gd name="T17" fmla="*/ 31 h 36"/>
                    <a:gd name="T18" fmla="*/ 41 w 55"/>
                    <a:gd name="T19" fmla="*/ 14 h 36"/>
                    <a:gd name="T20" fmla="*/ 49 w 55"/>
                    <a:gd name="T21" fmla="*/ 0 h 36"/>
                    <a:gd name="T22" fmla="*/ 41 w 55"/>
                    <a:gd name="T23" fmla="*/ 26 h 36"/>
                    <a:gd name="T24" fmla="*/ 18 w 55"/>
                    <a:gd name="T25" fmla="*/ 27 h 36"/>
                    <a:gd name="T26" fmla="*/ 11 w 55"/>
                    <a:gd name="T27" fmla="*/ 26 h 36"/>
                    <a:gd name="T28" fmla="*/ 10 w 55"/>
                    <a:gd name="T29" fmla="*/ 26 h 36"/>
                    <a:gd name="T30" fmla="*/ 5 w 55"/>
                    <a:gd name="T31" fmla="*/ 16 h 36"/>
                    <a:gd name="T32" fmla="*/ 9 w 55"/>
                    <a:gd name="T33" fmla="*/ 5 h 36"/>
                    <a:gd name="T34" fmla="*/ 40 w 55"/>
                    <a:gd name="T35" fmla="*/ 5 h 36"/>
                    <a:gd name="T36" fmla="*/ 35 w 55"/>
                    <a:gd name="T37" fmla="*/ 14 h 36"/>
                    <a:gd name="T38" fmla="*/ 41 w 55"/>
                    <a:gd name="T39" fmla="*/ 2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5"/>
                    <a:gd name="T61" fmla="*/ 0 h 36"/>
                    <a:gd name="T62" fmla="*/ 55 w 55"/>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5" h="36">
                      <a:moveTo>
                        <a:pt x="54" y="0"/>
                      </a:moveTo>
                      <a:cubicBezTo>
                        <a:pt x="10" y="0"/>
                        <a:pt x="10" y="0"/>
                        <a:pt x="10" y="0"/>
                      </a:cubicBezTo>
                      <a:cubicBezTo>
                        <a:pt x="10" y="0"/>
                        <a:pt x="10" y="0"/>
                        <a:pt x="10" y="0"/>
                      </a:cubicBezTo>
                      <a:cubicBezTo>
                        <a:pt x="9" y="0"/>
                        <a:pt x="0" y="2"/>
                        <a:pt x="0" y="18"/>
                      </a:cubicBezTo>
                      <a:cubicBezTo>
                        <a:pt x="0" y="26"/>
                        <a:pt x="3" y="32"/>
                        <a:pt x="9" y="35"/>
                      </a:cubicBezTo>
                      <a:cubicBezTo>
                        <a:pt x="10" y="36"/>
                        <a:pt x="13" y="36"/>
                        <a:pt x="20" y="36"/>
                      </a:cubicBezTo>
                      <a:cubicBezTo>
                        <a:pt x="20" y="36"/>
                        <a:pt x="20" y="36"/>
                        <a:pt x="20" y="36"/>
                      </a:cubicBezTo>
                      <a:cubicBezTo>
                        <a:pt x="31" y="36"/>
                        <a:pt x="50" y="35"/>
                        <a:pt x="50" y="35"/>
                      </a:cubicBezTo>
                      <a:cubicBezTo>
                        <a:pt x="55" y="35"/>
                        <a:pt x="55" y="35"/>
                        <a:pt x="55" y="35"/>
                      </a:cubicBezTo>
                      <a:cubicBezTo>
                        <a:pt x="45" y="16"/>
                        <a:pt x="45" y="16"/>
                        <a:pt x="45" y="16"/>
                      </a:cubicBezTo>
                      <a:lnTo>
                        <a:pt x="54" y="0"/>
                      </a:lnTo>
                      <a:close/>
                      <a:moveTo>
                        <a:pt x="45" y="29"/>
                      </a:moveTo>
                      <a:cubicBezTo>
                        <a:pt x="39" y="29"/>
                        <a:pt x="28" y="30"/>
                        <a:pt x="20" y="30"/>
                      </a:cubicBezTo>
                      <a:cubicBezTo>
                        <a:pt x="15" y="30"/>
                        <a:pt x="13" y="30"/>
                        <a:pt x="12" y="29"/>
                      </a:cubicBezTo>
                      <a:cubicBezTo>
                        <a:pt x="12" y="29"/>
                        <a:pt x="12" y="29"/>
                        <a:pt x="11" y="29"/>
                      </a:cubicBezTo>
                      <a:cubicBezTo>
                        <a:pt x="10" y="29"/>
                        <a:pt x="6" y="27"/>
                        <a:pt x="6" y="18"/>
                      </a:cubicBezTo>
                      <a:cubicBezTo>
                        <a:pt x="6" y="8"/>
                        <a:pt x="10" y="6"/>
                        <a:pt x="10" y="6"/>
                      </a:cubicBezTo>
                      <a:cubicBezTo>
                        <a:pt x="44" y="6"/>
                        <a:pt x="44" y="6"/>
                        <a:pt x="44" y="6"/>
                      </a:cubicBezTo>
                      <a:cubicBezTo>
                        <a:pt x="38" y="16"/>
                        <a:pt x="38" y="16"/>
                        <a:pt x="38" y="16"/>
                      </a:cubicBezTo>
                      <a:lnTo>
                        <a:pt x="45" y="29"/>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2" name="Freeform 84"/>
                <p:cNvSpPr>
                  <a:spLocks/>
                </p:cNvSpPr>
                <p:nvPr/>
              </p:nvSpPr>
              <p:spPr bwMode="auto">
                <a:xfrm>
                  <a:off x="2968" y="305"/>
                  <a:ext cx="40" cy="48"/>
                </a:xfrm>
                <a:custGeom>
                  <a:avLst/>
                  <a:gdLst>
                    <a:gd name="T0" fmla="*/ 40 w 40"/>
                    <a:gd name="T1" fmla="*/ 22 h 48"/>
                    <a:gd name="T2" fmla="*/ 25 w 40"/>
                    <a:gd name="T3" fmla="*/ 0 h 48"/>
                    <a:gd name="T4" fmla="*/ 5 w 40"/>
                    <a:gd name="T5" fmla="*/ 0 h 48"/>
                    <a:gd name="T6" fmla="*/ 11 w 40"/>
                    <a:gd name="T7" fmla="*/ 4 h 48"/>
                    <a:gd name="T8" fmla="*/ 0 w 40"/>
                    <a:gd name="T9" fmla="*/ 22 h 48"/>
                    <a:gd name="T10" fmla="*/ 14 w 40"/>
                    <a:gd name="T11" fmla="*/ 48 h 48"/>
                    <a:gd name="T12" fmla="*/ 32 w 40"/>
                    <a:gd name="T13" fmla="*/ 17 h 48"/>
                    <a:gd name="T14" fmla="*/ 40 w 40"/>
                    <a:gd name="T15" fmla="*/ 22 h 48"/>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8"/>
                    <a:gd name="T26" fmla="*/ 40 w 40"/>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8">
                      <a:moveTo>
                        <a:pt x="40" y="22"/>
                      </a:moveTo>
                      <a:lnTo>
                        <a:pt x="25" y="0"/>
                      </a:lnTo>
                      <a:lnTo>
                        <a:pt x="5" y="0"/>
                      </a:lnTo>
                      <a:lnTo>
                        <a:pt x="11" y="4"/>
                      </a:lnTo>
                      <a:lnTo>
                        <a:pt x="0" y="22"/>
                      </a:lnTo>
                      <a:lnTo>
                        <a:pt x="14" y="48"/>
                      </a:lnTo>
                      <a:lnTo>
                        <a:pt x="32" y="17"/>
                      </a:lnTo>
                      <a:lnTo>
                        <a:pt x="40" y="22"/>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3" name="Freeform 85"/>
                <p:cNvSpPr>
                  <a:spLocks noEditPoints="1"/>
                </p:cNvSpPr>
                <p:nvPr/>
              </p:nvSpPr>
              <p:spPr bwMode="auto">
                <a:xfrm>
                  <a:off x="2976" y="263"/>
                  <a:ext cx="52" cy="54"/>
                </a:xfrm>
                <a:custGeom>
                  <a:avLst/>
                  <a:gdLst>
                    <a:gd name="T0" fmla="*/ 28 w 57"/>
                    <a:gd name="T1" fmla="*/ 54 h 59"/>
                    <a:gd name="T2" fmla="*/ 48 w 57"/>
                    <a:gd name="T3" fmla="*/ 19 h 59"/>
                    <a:gd name="T4" fmla="*/ 49 w 57"/>
                    <a:gd name="T5" fmla="*/ 19 h 59"/>
                    <a:gd name="T6" fmla="*/ 39 w 57"/>
                    <a:gd name="T7" fmla="*/ 3 h 59"/>
                    <a:gd name="T8" fmla="*/ 29 w 57"/>
                    <a:gd name="T9" fmla="*/ 0 h 59"/>
                    <a:gd name="T10" fmla="*/ 22 w 57"/>
                    <a:gd name="T11" fmla="*/ 2 h 59"/>
                    <a:gd name="T12" fmla="*/ 2 w 57"/>
                    <a:gd name="T13" fmla="*/ 35 h 59"/>
                    <a:gd name="T14" fmla="*/ 0 w 57"/>
                    <a:gd name="T15" fmla="*/ 38 h 59"/>
                    <a:gd name="T16" fmla="*/ 20 w 57"/>
                    <a:gd name="T17" fmla="*/ 39 h 59"/>
                    <a:gd name="T18" fmla="*/ 28 w 57"/>
                    <a:gd name="T19" fmla="*/ 54 h 59"/>
                    <a:gd name="T20" fmla="*/ 25 w 57"/>
                    <a:gd name="T21" fmla="*/ 7 h 59"/>
                    <a:gd name="T22" fmla="*/ 26 w 57"/>
                    <a:gd name="T23" fmla="*/ 6 h 59"/>
                    <a:gd name="T24" fmla="*/ 29 w 57"/>
                    <a:gd name="T25" fmla="*/ 5 h 59"/>
                    <a:gd name="T26" fmla="*/ 36 w 57"/>
                    <a:gd name="T27" fmla="*/ 7 h 59"/>
                    <a:gd name="T28" fmla="*/ 44 w 57"/>
                    <a:gd name="T29" fmla="*/ 16 h 59"/>
                    <a:gd name="T30" fmla="*/ 28 w 57"/>
                    <a:gd name="T31" fmla="*/ 43 h 59"/>
                    <a:gd name="T32" fmla="*/ 23 w 57"/>
                    <a:gd name="T33" fmla="*/ 34 h 59"/>
                    <a:gd name="T34" fmla="*/ 9 w 57"/>
                    <a:gd name="T35" fmla="*/ 33 h 59"/>
                    <a:gd name="T36" fmla="*/ 25 w 57"/>
                    <a:gd name="T37" fmla="*/ 7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59"/>
                    <a:gd name="T59" fmla="*/ 57 w 57"/>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59">
                      <a:moveTo>
                        <a:pt x="31" y="59"/>
                      </a:moveTo>
                      <a:cubicBezTo>
                        <a:pt x="53" y="21"/>
                        <a:pt x="53" y="21"/>
                        <a:pt x="53" y="21"/>
                      </a:cubicBezTo>
                      <a:cubicBezTo>
                        <a:pt x="54" y="21"/>
                        <a:pt x="54" y="21"/>
                        <a:pt x="54" y="21"/>
                      </a:cubicBezTo>
                      <a:cubicBezTo>
                        <a:pt x="54" y="20"/>
                        <a:pt x="57" y="11"/>
                        <a:pt x="43" y="3"/>
                      </a:cubicBezTo>
                      <a:cubicBezTo>
                        <a:pt x="39" y="1"/>
                        <a:pt x="36" y="0"/>
                        <a:pt x="32" y="0"/>
                      </a:cubicBezTo>
                      <a:cubicBezTo>
                        <a:pt x="28" y="0"/>
                        <a:pt x="25" y="1"/>
                        <a:pt x="24" y="2"/>
                      </a:cubicBezTo>
                      <a:cubicBezTo>
                        <a:pt x="22" y="3"/>
                        <a:pt x="19" y="9"/>
                        <a:pt x="2" y="38"/>
                      </a:cubicBezTo>
                      <a:cubicBezTo>
                        <a:pt x="0" y="42"/>
                        <a:pt x="0" y="42"/>
                        <a:pt x="0" y="42"/>
                      </a:cubicBezTo>
                      <a:cubicBezTo>
                        <a:pt x="22" y="43"/>
                        <a:pt x="22" y="43"/>
                        <a:pt x="22" y="43"/>
                      </a:cubicBezTo>
                      <a:lnTo>
                        <a:pt x="31" y="59"/>
                      </a:lnTo>
                      <a:close/>
                      <a:moveTo>
                        <a:pt x="27" y="8"/>
                      </a:moveTo>
                      <a:cubicBezTo>
                        <a:pt x="27" y="8"/>
                        <a:pt x="27" y="7"/>
                        <a:pt x="28" y="7"/>
                      </a:cubicBezTo>
                      <a:cubicBezTo>
                        <a:pt x="28" y="7"/>
                        <a:pt x="30" y="6"/>
                        <a:pt x="32" y="6"/>
                      </a:cubicBezTo>
                      <a:cubicBezTo>
                        <a:pt x="34" y="6"/>
                        <a:pt x="37" y="6"/>
                        <a:pt x="40" y="8"/>
                      </a:cubicBezTo>
                      <a:cubicBezTo>
                        <a:pt x="49" y="13"/>
                        <a:pt x="48" y="18"/>
                        <a:pt x="48" y="18"/>
                      </a:cubicBezTo>
                      <a:cubicBezTo>
                        <a:pt x="31" y="47"/>
                        <a:pt x="31" y="47"/>
                        <a:pt x="31" y="47"/>
                      </a:cubicBezTo>
                      <a:cubicBezTo>
                        <a:pt x="25" y="37"/>
                        <a:pt x="25" y="37"/>
                        <a:pt x="25" y="37"/>
                      </a:cubicBezTo>
                      <a:cubicBezTo>
                        <a:pt x="10" y="36"/>
                        <a:pt x="10" y="36"/>
                        <a:pt x="10" y="36"/>
                      </a:cubicBezTo>
                      <a:cubicBezTo>
                        <a:pt x="17" y="25"/>
                        <a:pt x="25" y="11"/>
                        <a:pt x="27" y="8"/>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4" name="Freeform 86"/>
                <p:cNvSpPr>
                  <a:spLocks/>
                </p:cNvSpPr>
                <p:nvPr/>
              </p:nvSpPr>
              <p:spPr bwMode="auto">
                <a:xfrm>
                  <a:off x="3021" y="264"/>
                  <a:ext cx="46" cy="36"/>
                </a:xfrm>
                <a:custGeom>
                  <a:avLst/>
                  <a:gdLst>
                    <a:gd name="T0" fmla="*/ 10 w 46"/>
                    <a:gd name="T1" fmla="*/ 36 h 36"/>
                    <a:gd name="T2" fmla="*/ 36 w 46"/>
                    <a:gd name="T3" fmla="*/ 34 h 36"/>
                    <a:gd name="T4" fmla="*/ 46 w 46"/>
                    <a:gd name="T5" fmla="*/ 16 h 36"/>
                    <a:gd name="T6" fmla="*/ 39 w 46"/>
                    <a:gd name="T7" fmla="*/ 19 h 36"/>
                    <a:gd name="T8" fmla="*/ 28 w 46"/>
                    <a:gd name="T9" fmla="*/ 0 h 36"/>
                    <a:gd name="T10" fmla="*/ 0 w 46"/>
                    <a:gd name="T11" fmla="*/ 1 h 36"/>
                    <a:gd name="T12" fmla="*/ 18 w 46"/>
                    <a:gd name="T13" fmla="*/ 32 h 36"/>
                    <a:gd name="T14" fmla="*/ 10 w 46"/>
                    <a:gd name="T15" fmla="*/ 36 h 36"/>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6"/>
                    <a:gd name="T26" fmla="*/ 46 w 46"/>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6">
                      <a:moveTo>
                        <a:pt x="10" y="36"/>
                      </a:moveTo>
                      <a:lnTo>
                        <a:pt x="36" y="34"/>
                      </a:lnTo>
                      <a:lnTo>
                        <a:pt x="46" y="16"/>
                      </a:lnTo>
                      <a:lnTo>
                        <a:pt x="39" y="19"/>
                      </a:lnTo>
                      <a:lnTo>
                        <a:pt x="28" y="0"/>
                      </a:lnTo>
                      <a:lnTo>
                        <a:pt x="0" y="1"/>
                      </a:lnTo>
                      <a:lnTo>
                        <a:pt x="18" y="32"/>
                      </a:lnTo>
                      <a:lnTo>
                        <a:pt x="10" y="36"/>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5" name="Freeform 87"/>
                <p:cNvSpPr>
                  <a:spLocks noEditPoints="1"/>
                </p:cNvSpPr>
                <p:nvPr/>
              </p:nvSpPr>
              <p:spPr bwMode="auto">
                <a:xfrm>
                  <a:off x="3041" y="285"/>
                  <a:ext cx="49" cy="54"/>
                </a:xfrm>
                <a:custGeom>
                  <a:avLst/>
                  <a:gdLst>
                    <a:gd name="T0" fmla="*/ 48 w 54"/>
                    <a:gd name="T1" fmla="*/ 36 h 60"/>
                    <a:gd name="T2" fmla="*/ 29 w 54"/>
                    <a:gd name="T3" fmla="*/ 4 h 60"/>
                    <a:gd name="T4" fmla="*/ 26 w 54"/>
                    <a:gd name="T5" fmla="*/ 0 h 60"/>
                    <a:gd name="T6" fmla="*/ 17 w 54"/>
                    <a:gd name="T7" fmla="*/ 16 h 60"/>
                    <a:gd name="T8" fmla="*/ 0 w 54"/>
                    <a:gd name="T9" fmla="*/ 17 h 60"/>
                    <a:gd name="T10" fmla="*/ 20 w 54"/>
                    <a:gd name="T11" fmla="*/ 50 h 60"/>
                    <a:gd name="T12" fmla="*/ 20 w 54"/>
                    <a:gd name="T13" fmla="*/ 51 h 60"/>
                    <a:gd name="T14" fmla="*/ 28 w 54"/>
                    <a:gd name="T15" fmla="*/ 54 h 60"/>
                    <a:gd name="T16" fmla="*/ 39 w 54"/>
                    <a:gd name="T17" fmla="*/ 50 h 60"/>
                    <a:gd name="T18" fmla="*/ 48 w 54"/>
                    <a:gd name="T19" fmla="*/ 36 h 60"/>
                    <a:gd name="T20" fmla="*/ 36 w 54"/>
                    <a:gd name="T21" fmla="*/ 46 h 60"/>
                    <a:gd name="T22" fmla="*/ 28 w 54"/>
                    <a:gd name="T23" fmla="*/ 49 h 60"/>
                    <a:gd name="T24" fmla="*/ 25 w 54"/>
                    <a:gd name="T25" fmla="*/ 48 h 60"/>
                    <a:gd name="T26" fmla="*/ 9 w 54"/>
                    <a:gd name="T27" fmla="*/ 23 h 60"/>
                    <a:gd name="T28" fmla="*/ 20 w 54"/>
                    <a:gd name="T29" fmla="*/ 22 h 60"/>
                    <a:gd name="T30" fmla="*/ 27 w 54"/>
                    <a:gd name="T31" fmla="*/ 10 h 60"/>
                    <a:gd name="T32" fmla="*/ 43 w 54"/>
                    <a:gd name="T33" fmla="*/ 36 h 60"/>
                    <a:gd name="T34" fmla="*/ 43 w 54"/>
                    <a:gd name="T35" fmla="*/ 37 h 60"/>
                    <a:gd name="T36" fmla="*/ 36 w 54"/>
                    <a:gd name="T37" fmla="*/ 46 h 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
                    <a:gd name="T58" fmla="*/ 0 h 60"/>
                    <a:gd name="T59" fmla="*/ 54 w 54"/>
                    <a:gd name="T60" fmla="*/ 60 h 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 h="60">
                      <a:moveTo>
                        <a:pt x="53" y="40"/>
                      </a:moveTo>
                      <a:cubicBezTo>
                        <a:pt x="53" y="38"/>
                        <a:pt x="51" y="34"/>
                        <a:pt x="32" y="4"/>
                      </a:cubicBezTo>
                      <a:cubicBezTo>
                        <a:pt x="29" y="0"/>
                        <a:pt x="29" y="0"/>
                        <a:pt x="29" y="0"/>
                      </a:cubicBezTo>
                      <a:cubicBezTo>
                        <a:pt x="19" y="18"/>
                        <a:pt x="19" y="18"/>
                        <a:pt x="19" y="18"/>
                      </a:cubicBezTo>
                      <a:cubicBezTo>
                        <a:pt x="0" y="19"/>
                        <a:pt x="0" y="19"/>
                        <a:pt x="0" y="19"/>
                      </a:cubicBezTo>
                      <a:cubicBezTo>
                        <a:pt x="22" y="56"/>
                        <a:pt x="22" y="56"/>
                        <a:pt x="22" y="56"/>
                      </a:cubicBezTo>
                      <a:cubicBezTo>
                        <a:pt x="22" y="57"/>
                        <a:pt x="22" y="57"/>
                        <a:pt x="22" y="57"/>
                      </a:cubicBezTo>
                      <a:cubicBezTo>
                        <a:pt x="23" y="57"/>
                        <a:pt x="25" y="60"/>
                        <a:pt x="31" y="60"/>
                      </a:cubicBezTo>
                      <a:cubicBezTo>
                        <a:pt x="34" y="60"/>
                        <a:pt x="38" y="59"/>
                        <a:pt x="43" y="56"/>
                      </a:cubicBezTo>
                      <a:cubicBezTo>
                        <a:pt x="50" y="52"/>
                        <a:pt x="54" y="46"/>
                        <a:pt x="53" y="40"/>
                      </a:cubicBezTo>
                      <a:close/>
                      <a:moveTo>
                        <a:pt x="40" y="51"/>
                      </a:moveTo>
                      <a:cubicBezTo>
                        <a:pt x="36" y="53"/>
                        <a:pt x="33" y="54"/>
                        <a:pt x="31" y="54"/>
                      </a:cubicBezTo>
                      <a:cubicBezTo>
                        <a:pt x="29" y="54"/>
                        <a:pt x="27" y="53"/>
                        <a:pt x="27" y="53"/>
                      </a:cubicBezTo>
                      <a:cubicBezTo>
                        <a:pt x="10" y="25"/>
                        <a:pt x="10" y="25"/>
                        <a:pt x="10" y="25"/>
                      </a:cubicBezTo>
                      <a:cubicBezTo>
                        <a:pt x="22" y="24"/>
                        <a:pt x="22" y="24"/>
                        <a:pt x="22" y="24"/>
                      </a:cubicBezTo>
                      <a:cubicBezTo>
                        <a:pt x="30" y="11"/>
                        <a:pt x="30" y="11"/>
                        <a:pt x="30" y="11"/>
                      </a:cubicBezTo>
                      <a:cubicBezTo>
                        <a:pt x="37" y="23"/>
                        <a:pt x="45" y="37"/>
                        <a:pt x="47" y="40"/>
                      </a:cubicBezTo>
                      <a:cubicBezTo>
                        <a:pt x="47" y="40"/>
                        <a:pt x="47" y="40"/>
                        <a:pt x="47" y="41"/>
                      </a:cubicBezTo>
                      <a:cubicBezTo>
                        <a:pt x="47" y="42"/>
                        <a:pt x="48" y="46"/>
                        <a:pt x="40" y="51"/>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6" name="Freeform 88"/>
                <p:cNvSpPr>
                  <a:spLocks noEditPoints="1"/>
                </p:cNvSpPr>
                <p:nvPr/>
              </p:nvSpPr>
              <p:spPr bwMode="auto">
                <a:xfrm>
                  <a:off x="1885" y="1603"/>
                  <a:ext cx="205" cy="59"/>
                </a:xfrm>
                <a:custGeom>
                  <a:avLst/>
                  <a:gdLst>
                    <a:gd name="T0" fmla="*/ 113 w 205"/>
                    <a:gd name="T1" fmla="*/ 0 h 59"/>
                    <a:gd name="T2" fmla="*/ 113 w 205"/>
                    <a:gd name="T3" fmla="*/ 17 h 59"/>
                    <a:gd name="T4" fmla="*/ 92 w 205"/>
                    <a:gd name="T5" fmla="*/ 17 h 59"/>
                    <a:gd name="T6" fmla="*/ 92 w 205"/>
                    <a:gd name="T7" fmla="*/ 0 h 59"/>
                    <a:gd name="T8" fmla="*/ 0 w 205"/>
                    <a:gd name="T9" fmla="*/ 0 h 59"/>
                    <a:gd name="T10" fmla="*/ 0 w 205"/>
                    <a:gd name="T11" fmla="*/ 59 h 59"/>
                    <a:gd name="T12" fmla="*/ 92 w 205"/>
                    <a:gd name="T13" fmla="*/ 59 h 59"/>
                    <a:gd name="T14" fmla="*/ 92 w 205"/>
                    <a:gd name="T15" fmla="*/ 42 h 59"/>
                    <a:gd name="T16" fmla="*/ 113 w 205"/>
                    <a:gd name="T17" fmla="*/ 42 h 59"/>
                    <a:gd name="T18" fmla="*/ 113 w 205"/>
                    <a:gd name="T19" fmla="*/ 59 h 59"/>
                    <a:gd name="T20" fmla="*/ 205 w 205"/>
                    <a:gd name="T21" fmla="*/ 59 h 59"/>
                    <a:gd name="T22" fmla="*/ 205 w 205"/>
                    <a:gd name="T23" fmla="*/ 0 h 59"/>
                    <a:gd name="T24" fmla="*/ 113 w 205"/>
                    <a:gd name="T25" fmla="*/ 0 h 59"/>
                    <a:gd name="T26" fmla="*/ 83 w 205"/>
                    <a:gd name="T27" fmla="*/ 50 h 59"/>
                    <a:gd name="T28" fmla="*/ 10 w 205"/>
                    <a:gd name="T29" fmla="*/ 50 h 59"/>
                    <a:gd name="T30" fmla="*/ 10 w 205"/>
                    <a:gd name="T31" fmla="*/ 10 h 59"/>
                    <a:gd name="T32" fmla="*/ 83 w 205"/>
                    <a:gd name="T33" fmla="*/ 10 h 59"/>
                    <a:gd name="T34" fmla="*/ 83 w 205"/>
                    <a:gd name="T35" fmla="*/ 50 h 59"/>
                    <a:gd name="T36" fmla="*/ 196 w 205"/>
                    <a:gd name="T37" fmla="*/ 50 h 59"/>
                    <a:gd name="T38" fmla="*/ 123 w 205"/>
                    <a:gd name="T39" fmla="*/ 50 h 59"/>
                    <a:gd name="T40" fmla="*/ 123 w 205"/>
                    <a:gd name="T41" fmla="*/ 10 h 59"/>
                    <a:gd name="T42" fmla="*/ 196 w 205"/>
                    <a:gd name="T43" fmla="*/ 10 h 59"/>
                    <a:gd name="T44" fmla="*/ 196 w 205"/>
                    <a:gd name="T45" fmla="*/ 50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5"/>
                    <a:gd name="T70" fmla="*/ 0 h 59"/>
                    <a:gd name="T71" fmla="*/ 205 w 205"/>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5" h="59">
                      <a:moveTo>
                        <a:pt x="113" y="0"/>
                      </a:moveTo>
                      <a:lnTo>
                        <a:pt x="113" y="17"/>
                      </a:lnTo>
                      <a:lnTo>
                        <a:pt x="92" y="17"/>
                      </a:lnTo>
                      <a:lnTo>
                        <a:pt x="92" y="0"/>
                      </a:lnTo>
                      <a:lnTo>
                        <a:pt x="0" y="0"/>
                      </a:lnTo>
                      <a:lnTo>
                        <a:pt x="0" y="59"/>
                      </a:lnTo>
                      <a:lnTo>
                        <a:pt x="92" y="59"/>
                      </a:lnTo>
                      <a:lnTo>
                        <a:pt x="92" y="42"/>
                      </a:lnTo>
                      <a:lnTo>
                        <a:pt x="113" y="42"/>
                      </a:lnTo>
                      <a:lnTo>
                        <a:pt x="113" y="59"/>
                      </a:lnTo>
                      <a:lnTo>
                        <a:pt x="205" y="59"/>
                      </a:lnTo>
                      <a:lnTo>
                        <a:pt x="205" y="0"/>
                      </a:lnTo>
                      <a:lnTo>
                        <a:pt x="113" y="0"/>
                      </a:lnTo>
                      <a:close/>
                      <a:moveTo>
                        <a:pt x="83" y="50"/>
                      </a:moveTo>
                      <a:lnTo>
                        <a:pt x="10" y="50"/>
                      </a:lnTo>
                      <a:lnTo>
                        <a:pt x="10" y="10"/>
                      </a:lnTo>
                      <a:lnTo>
                        <a:pt x="83" y="10"/>
                      </a:lnTo>
                      <a:lnTo>
                        <a:pt x="83" y="50"/>
                      </a:lnTo>
                      <a:close/>
                      <a:moveTo>
                        <a:pt x="196" y="50"/>
                      </a:moveTo>
                      <a:lnTo>
                        <a:pt x="123" y="50"/>
                      </a:lnTo>
                      <a:lnTo>
                        <a:pt x="123" y="10"/>
                      </a:lnTo>
                      <a:lnTo>
                        <a:pt x="196" y="10"/>
                      </a:lnTo>
                      <a:lnTo>
                        <a:pt x="196" y="5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7" name="Freeform 89"/>
                <p:cNvSpPr>
                  <a:spLocks/>
                </p:cNvSpPr>
                <p:nvPr/>
              </p:nvSpPr>
              <p:spPr bwMode="auto">
                <a:xfrm>
                  <a:off x="1885" y="1537"/>
                  <a:ext cx="47" cy="62"/>
                </a:xfrm>
                <a:custGeom>
                  <a:avLst/>
                  <a:gdLst>
                    <a:gd name="T0" fmla="*/ 24 w 47"/>
                    <a:gd name="T1" fmla="*/ 21 h 62"/>
                    <a:gd name="T2" fmla="*/ 42 w 47"/>
                    <a:gd name="T3" fmla="*/ 29 h 62"/>
                    <a:gd name="T4" fmla="*/ 47 w 47"/>
                    <a:gd name="T5" fmla="*/ 20 h 62"/>
                    <a:gd name="T6" fmla="*/ 14 w 47"/>
                    <a:gd name="T7" fmla="*/ 0 h 62"/>
                    <a:gd name="T8" fmla="*/ 0 w 47"/>
                    <a:gd name="T9" fmla="*/ 62 h 62"/>
                    <a:gd name="T10" fmla="*/ 24 w 47"/>
                    <a:gd name="T11" fmla="*/ 62 h 62"/>
                    <a:gd name="T12" fmla="*/ 24 w 47"/>
                    <a:gd name="T13" fmla="*/ 21 h 62"/>
                    <a:gd name="T14" fmla="*/ 0 60000 65536"/>
                    <a:gd name="T15" fmla="*/ 0 60000 65536"/>
                    <a:gd name="T16" fmla="*/ 0 60000 65536"/>
                    <a:gd name="T17" fmla="*/ 0 60000 65536"/>
                    <a:gd name="T18" fmla="*/ 0 60000 65536"/>
                    <a:gd name="T19" fmla="*/ 0 60000 65536"/>
                    <a:gd name="T20" fmla="*/ 0 60000 65536"/>
                    <a:gd name="T21" fmla="*/ 0 w 47"/>
                    <a:gd name="T22" fmla="*/ 0 h 62"/>
                    <a:gd name="T23" fmla="*/ 47 w 47"/>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62">
                      <a:moveTo>
                        <a:pt x="24" y="21"/>
                      </a:moveTo>
                      <a:lnTo>
                        <a:pt x="42" y="29"/>
                      </a:lnTo>
                      <a:lnTo>
                        <a:pt x="47" y="20"/>
                      </a:lnTo>
                      <a:lnTo>
                        <a:pt x="14" y="0"/>
                      </a:lnTo>
                      <a:lnTo>
                        <a:pt x="0" y="62"/>
                      </a:lnTo>
                      <a:lnTo>
                        <a:pt x="24" y="62"/>
                      </a:lnTo>
                      <a:lnTo>
                        <a:pt x="24" y="2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8" name="Freeform 90"/>
                <p:cNvSpPr>
                  <a:spLocks/>
                </p:cNvSpPr>
                <p:nvPr/>
              </p:nvSpPr>
              <p:spPr bwMode="auto">
                <a:xfrm>
                  <a:off x="2044" y="1536"/>
                  <a:ext cx="45" cy="61"/>
                </a:xfrm>
                <a:custGeom>
                  <a:avLst/>
                  <a:gdLst>
                    <a:gd name="T0" fmla="*/ 21 w 45"/>
                    <a:gd name="T1" fmla="*/ 21 h 61"/>
                    <a:gd name="T2" fmla="*/ 21 w 45"/>
                    <a:gd name="T3" fmla="*/ 61 h 61"/>
                    <a:gd name="T4" fmla="*/ 45 w 45"/>
                    <a:gd name="T5" fmla="*/ 61 h 61"/>
                    <a:gd name="T6" fmla="*/ 31 w 45"/>
                    <a:gd name="T7" fmla="*/ 0 h 61"/>
                    <a:gd name="T8" fmla="*/ 0 w 45"/>
                    <a:gd name="T9" fmla="*/ 20 h 61"/>
                    <a:gd name="T10" fmla="*/ 3 w 45"/>
                    <a:gd name="T11" fmla="*/ 28 h 61"/>
                    <a:gd name="T12" fmla="*/ 21 w 45"/>
                    <a:gd name="T13" fmla="*/ 21 h 61"/>
                    <a:gd name="T14" fmla="*/ 0 60000 65536"/>
                    <a:gd name="T15" fmla="*/ 0 60000 65536"/>
                    <a:gd name="T16" fmla="*/ 0 60000 65536"/>
                    <a:gd name="T17" fmla="*/ 0 60000 65536"/>
                    <a:gd name="T18" fmla="*/ 0 60000 65536"/>
                    <a:gd name="T19" fmla="*/ 0 60000 65536"/>
                    <a:gd name="T20" fmla="*/ 0 60000 65536"/>
                    <a:gd name="T21" fmla="*/ 0 w 45"/>
                    <a:gd name="T22" fmla="*/ 0 h 61"/>
                    <a:gd name="T23" fmla="*/ 45 w 45"/>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61">
                      <a:moveTo>
                        <a:pt x="21" y="21"/>
                      </a:moveTo>
                      <a:lnTo>
                        <a:pt x="21" y="61"/>
                      </a:lnTo>
                      <a:lnTo>
                        <a:pt x="45" y="61"/>
                      </a:lnTo>
                      <a:lnTo>
                        <a:pt x="31" y="0"/>
                      </a:lnTo>
                      <a:lnTo>
                        <a:pt x="0" y="20"/>
                      </a:lnTo>
                      <a:lnTo>
                        <a:pt x="3" y="28"/>
                      </a:lnTo>
                      <a:lnTo>
                        <a:pt x="21" y="2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39" name="Freeform 91"/>
                <p:cNvSpPr>
                  <a:spLocks noEditPoints="1"/>
                </p:cNvSpPr>
                <p:nvPr/>
              </p:nvSpPr>
              <p:spPr bwMode="auto">
                <a:xfrm>
                  <a:off x="3876" y="1136"/>
                  <a:ext cx="208" cy="180"/>
                </a:xfrm>
                <a:custGeom>
                  <a:avLst/>
                  <a:gdLst>
                    <a:gd name="T0" fmla="*/ 163 w 231"/>
                    <a:gd name="T1" fmla="*/ 90 h 199"/>
                    <a:gd name="T2" fmla="*/ 128 w 231"/>
                    <a:gd name="T3" fmla="*/ 83 h 199"/>
                    <a:gd name="T4" fmla="*/ 146 w 231"/>
                    <a:gd name="T5" fmla="*/ 47 h 199"/>
                    <a:gd name="T6" fmla="*/ 173 w 231"/>
                    <a:gd name="T7" fmla="*/ 17 h 199"/>
                    <a:gd name="T8" fmla="*/ 133 w 231"/>
                    <a:gd name="T9" fmla="*/ 35 h 199"/>
                    <a:gd name="T10" fmla="*/ 117 w 231"/>
                    <a:gd name="T11" fmla="*/ 71 h 199"/>
                    <a:gd name="T12" fmla="*/ 89 w 231"/>
                    <a:gd name="T13" fmla="*/ 43 h 199"/>
                    <a:gd name="T14" fmla="*/ 68 w 231"/>
                    <a:gd name="T15" fmla="*/ 5 h 199"/>
                    <a:gd name="T16" fmla="*/ 82 w 231"/>
                    <a:gd name="T17" fmla="*/ 46 h 199"/>
                    <a:gd name="T18" fmla="*/ 86 w 231"/>
                    <a:gd name="T19" fmla="*/ 86 h 199"/>
                    <a:gd name="T20" fmla="*/ 44 w 231"/>
                    <a:gd name="T21" fmla="*/ 74 h 199"/>
                    <a:gd name="T22" fmla="*/ 5 w 231"/>
                    <a:gd name="T23" fmla="*/ 92 h 199"/>
                    <a:gd name="T24" fmla="*/ 45 w 231"/>
                    <a:gd name="T25" fmla="*/ 90 h 199"/>
                    <a:gd name="T26" fmla="*/ 87 w 231"/>
                    <a:gd name="T27" fmla="*/ 102 h 199"/>
                    <a:gd name="T28" fmla="*/ 67 w 231"/>
                    <a:gd name="T29" fmla="*/ 134 h 199"/>
                    <a:gd name="T30" fmla="*/ 38 w 231"/>
                    <a:gd name="T31" fmla="*/ 163 h 199"/>
                    <a:gd name="T32" fmla="*/ 77 w 231"/>
                    <a:gd name="T33" fmla="*/ 145 h 199"/>
                    <a:gd name="T34" fmla="*/ 95 w 231"/>
                    <a:gd name="T35" fmla="*/ 111 h 199"/>
                    <a:gd name="T36" fmla="*/ 124 w 231"/>
                    <a:gd name="T37" fmla="*/ 137 h 199"/>
                    <a:gd name="T38" fmla="*/ 145 w 231"/>
                    <a:gd name="T39" fmla="*/ 175 h 199"/>
                    <a:gd name="T40" fmla="*/ 131 w 231"/>
                    <a:gd name="T41" fmla="*/ 134 h 199"/>
                    <a:gd name="T42" fmla="*/ 130 w 231"/>
                    <a:gd name="T43" fmla="*/ 96 h 199"/>
                    <a:gd name="T44" fmla="*/ 164 w 231"/>
                    <a:gd name="T45" fmla="*/ 107 h 199"/>
                    <a:gd name="T46" fmla="*/ 203 w 231"/>
                    <a:gd name="T47" fmla="*/ 89 h 199"/>
                    <a:gd name="T48" fmla="*/ 147 w 231"/>
                    <a:gd name="T49" fmla="*/ 14 h 199"/>
                    <a:gd name="T50" fmla="*/ 159 w 231"/>
                    <a:gd name="T51" fmla="*/ 40 h 199"/>
                    <a:gd name="T52" fmla="*/ 147 w 231"/>
                    <a:gd name="T53" fmla="*/ 14 h 199"/>
                    <a:gd name="T54" fmla="*/ 12 w 231"/>
                    <a:gd name="T55" fmla="*/ 90 h 199"/>
                    <a:gd name="T56" fmla="*/ 38 w 231"/>
                    <a:gd name="T57" fmla="*/ 77 h 199"/>
                    <a:gd name="T58" fmla="*/ 63 w 231"/>
                    <a:gd name="T59" fmla="*/ 166 h 199"/>
                    <a:gd name="T60" fmla="*/ 51 w 231"/>
                    <a:gd name="T61" fmla="*/ 141 h 199"/>
                    <a:gd name="T62" fmla="*/ 63 w 231"/>
                    <a:gd name="T63" fmla="*/ 166 h 199"/>
                    <a:gd name="T64" fmla="*/ 71 w 231"/>
                    <a:gd name="T65" fmla="*/ 12 h 199"/>
                    <a:gd name="T66" fmla="*/ 84 w 231"/>
                    <a:gd name="T67" fmla="*/ 37 h 199"/>
                    <a:gd name="T68" fmla="*/ 149 w 231"/>
                    <a:gd name="T69" fmla="*/ 148 h 199"/>
                    <a:gd name="T70" fmla="*/ 123 w 231"/>
                    <a:gd name="T71" fmla="*/ 161 h 199"/>
                    <a:gd name="T72" fmla="*/ 149 w 231"/>
                    <a:gd name="T73" fmla="*/ 148 h 199"/>
                    <a:gd name="T74" fmla="*/ 170 w 231"/>
                    <a:gd name="T75" fmla="*/ 103 h 199"/>
                    <a:gd name="T76" fmla="*/ 196 w 231"/>
                    <a:gd name="T77" fmla="*/ 91 h 1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1"/>
                    <a:gd name="T118" fmla="*/ 0 h 199"/>
                    <a:gd name="T119" fmla="*/ 231 w 231"/>
                    <a:gd name="T120" fmla="*/ 199 h 1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1" h="199">
                      <a:moveTo>
                        <a:pt x="194" y="86"/>
                      </a:moveTo>
                      <a:cubicBezTo>
                        <a:pt x="188" y="89"/>
                        <a:pt x="183" y="94"/>
                        <a:pt x="181" y="100"/>
                      </a:cubicBezTo>
                      <a:cubicBezTo>
                        <a:pt x="144" y="97"/>
                        <a:pt x="144" y="97"/>
                        <a:pt x="144" y="97"/>
                      </a:cubicBezTo>
                      <a:cubicBezTo>
                        <a:pt x="144" y="96"/>
                        <a:pt x="143" y="94"/>
                        <a:pt x="142" y="92"/>
                      </a:cubicBezTo>
                      <a:cubicBezTo>
                        <a:pt x="141" y="89"/>
                        <a:pt x="139" y="86"/>
                        <a:pt x="136" y="84"/>
                      </a:cubicBezTo>
                      <a:cubicBezTo>
                        <a:pt x="162" y="52"/>
                        <a:pt x="162" y="52"/>
                        <a:pt x="162" y="52"/>
                      </a:cubicBezTo>
                      <a:cubicBezTo>
                        <a:pt x="168" y="54"/>
                        <a:pt x="174" y="54"/>
                        <a:pt x="180" y="51"/>
                      </a:cubicBezTo>
                      <a:cubicBezTo>
                        <a:pt x="192" y="46"/>
                        <a:pt x="197" y="31"/>
                        <a:pt x="192" y="19"/>
                      </a:cubicBezTo>
                      <a:cubicBezTo>
                        <a:pt x="186" y="7"/>
                        <a:pt x="172" y="2"/>
                        <a:pt x="160" y="8"/>
                      </a:cubicBezTo>
                      <a:cubicBezTo>
                        <a:pt x="148" y="13"/>
                        <a:pt x="143" y="27"/>
                        <a:pt x="148" y="39"/>
                      </a:cubicBezTo>
                      <a:cubicBezTo>
                        <a:pt x="150" y="43"/>
                        <a:pt x="152" y="46"/>
                        <a:pt x="155" y="48"/>
                      </a:cubicBezTo>
                      <a:cubicBezTo>
                        <a:pt x="130" y="79"/>
                        <a:pt x="130" y="79"/>
                        <a:pt x="130" y="79"/>
                      </a:cubicBezTo>
                      <a:cubicBezTo>
                        <a:pt x="124" y="77"/>
                        <a:pt x="119" y="77"/>
                        <a:pt x="113" y="78"/>
                      </a:cubicBezTo>
                      <a:cubicBezTo>
                        <a:pt x="99" y="47"/>
                        <a:pt x="99" y="47"/>
                        <a:pt x="99" y="47"/>
                      </a:cubicBezTo>
                      <a:cubicBezTo>
                        <a:pt x="109" y="41"/>
                        <a:pt x="113" y="28"/>
                        <a:pt x="108" y="17"/>
                      </a:cubicBezTo>
                      <a:cubicBezTo>
                        <a:pt x="102" y="5"/>
                        <a:pt x="88" y="0"/>
                        <a:pt x="76" y="5"/>
                      </a:cubicBezTo>
                      <a:cubicBezTo>
                        <a:pt x="64" y="11"/>
                        <a:pt x="59" y="25"/>
                        <a:pt x="64" y="37"/>
                      </a:cubicBezTo>
                      <a:cubicBezTo>
                        <a:pt x="69" y="48"/>
                        <a:pt x="80" y="53"/>
                        <a:pt x="91" y="51"/>
                      </a:cubicBezTo>
                      <a:cubicBezTo>
                        <a:pt x="105" y="82"/>
                        <a:pt x="105" y="82"/>
                        <a:pt x="105" y="82"/>
                      </a:cubicBezTo>
                      <a:cubicBezTo>
                        <a:pt x="101" y="85"/>
                        <a:pt x="97" y="89"/>
                        <a:pt x="96" y="95"/>
                      </a:cubicBezTo>
                      <a:cubicBezTo>
                        <a:pt x="51" y="92"/>
                        <a:pt x="51" y="92"/>
                        <a:pt x="51" y="92"/>
                      </a:cubicBezTo>
                      <a:cubicBezTo>
                        <a:pt x="51" y="89"/>
                        <a:pt x="51" y="85"/>
                        <a:pt x="49" y="82"/>
                      </a:cubicBezTo>
                      <a:cubicBezTo>
                        <a:pt x="44" y="70"/>
                        <a:pt x="29" y="65"/>
                        <a:pt x="17" y="70"/>
                      </a:cubicBezTo>
                      <a:cubicBezTo>
                        <a:pt x="5" y="76"/>
                        <a:pt x="0" y="90"/>
                        <a:pt x="5" y="102"/>
                      </a:cubicBezTo>
                      <a:cubicBezTo>
                        <a:pt x="11" y="114"/>
                        <a:pt x="25" y="119"/>
                        <a:pt x="37" y="114"/>
                      </a:cubicBezTo>
                      <a:cubicBezTo>
                        <a:pt x="44" y="111"/>
                        <a:pt x="48" y="106"/>
                        <a:pt x="50" y="100"/>
                      </a:cubicBezTo>
                      <a:cubicBezTo>
                        <a:pt x="94" y="103"/>
                        <a:pt x="94" y="103"/>
                        <a:pt x="94" y="103"/>
                      </a:cubicBezTo>
                      <a:cubicBezTo>
                        <a:pt x="95" y="106"/>
                        <a:pt x="95" y="110"/>
                        <a:pt x="97" y="113"/>
                      </a:cubicBezTo>
                      <a:cubicBezTo>
                        <a:pt x="97" y="114"/>
                        <a:pt x="98" y="116"/>
                        <a:pt x="99" y="117"/>
                      </a:cubicBezTo>
                      <a:cubicBezTo>
                        <a:pt x="74" y="148"/>
                        <a:pt x="74" y="148"/>
                        <a:pt x="74" y="148"/>
                      </a:cubicBezTo>
                      <a:cubicBezTo>
                        <a:pt x="68" y="145"/>
                        <a:pt x="60" y="145"/>
                        <a:pt x="53" y="148"/>
                      </a:cubicBezTo>
                      <a:cubicBezTo>
                        <a:pt x="41" y="154"/>
                        <a:pt x="36" y="168"/>
                        <a:pt x="42" y="180"/>
                      </a:cubicBezTo>
                      <a:cubicBezTo>
                        <a:pt x="47" y="192"/>
                        <a:pt x="61" y="197"/>
                        <a:pt x="73" y="192"/>
                      </a:cubicBezTo>
                      <a:cubicBezTo>
                        <a:pt x="86" y="186"/>
                        <a:pt x="91" y="172"/>
                        <a:pt x="85" y="160"/>
                      </a:cubicBezTo>
                      <a:cubicBezTo>
                        <a:pt x="84" y="157"/>
                        <a:pt x="83" y="155"/>
                        <a:pt x="81" y="153"/>
                      </a:cubicBezTo>
                      <a:cubicBezTo>
                        <a:pt x="105" y="123"/>
                        <a:pt x="105" y="123"/>
                        <a:pt x="105" y="123"/>
                      </a:cubicBezTo>
                      <a:cubicBezTo>
                        <a:pt x="111" y="127"/>
                        <a:pt x="119" y="128"/>
                        <a:pt x="126" y="126"/>
                      </a:cubicBezTo>
                      <a:cubicBezTo>
                        <a:pt x="138" y="151"/>
                        <a:pt x="138" y="151"/>
                        <a:pt x="138" y="151"/>
                      </a:cubicBezTo>
                      <a:cubicBezTo>
                        <a:pt x="128" y="158"/>
                        <a:pt x="124" y="170"/>
                        <a:pt x="129" y="181"/>
                      </a:cubicBezTo>
                      <a:cubicBezTo>
                        <a:pt x="135" y="193"/>
                        <a:pt x="149" y="199"/>
                        <a:pt x="161" y="193"/>
                      </a:cubicBezTo>
                      <a:cubicBezTo>
                        <a:pt x="173" y="187"/>
                        <a:pt x="179" y="173"/>
                        <a:pt x="173" y="161"/>
                      </a:cubicBezTo>
                      <a:cubicBezTo>
                        <a:pt x="168" y="150"/>
                        <a:pt x="156" y="145"/>
                        <a:pt x="145" y="148"/>
                      </a:cubicBezTo>
                      <a:cubicBezTo>
                        <a:pt x="134" y="123"/>
                        <a:pt x="134" y="123"/>
                        <a:pt x="134" y="123"/>
                      </a:cubicBezTo>
                      <a:cubicBezTo>
                        <a:pt x="139" y="119"/>
                        <a:pt x="143" y="113"/>
                        <a:pt x="144" y="106"/>
                      </a:cubicBezTo>
                      <a:cubicBezTo>
                        <a:pt x="180" y="108"/>
                        <a:pt x="180" y="108"/>
                        <a:pt x="180" y="108"/>
                      </a:cubicBezTo>
                      <a:cubicBezTo>
                        <a:pt x="180" y="111"/>
                        <a:pt x="180" y="115"/>
                        <a:pt x="182" y="118"/>
                      </a:cubicBezTo>
                      <a:cubicBezTo>
                        <a:pt x="188" y="130"/>
                        <a:pt x="202" y="135"/>
                        <a:pt x="214" y="130"/>
                      </a:cubicBezTo>
                      <a:cubicBezTo>
                        <a:pt x="226" y="124"/>
                        <a:pt x="231" y="110"/>
                        <a:pt x="226" y="98"/>
                      </a:cubicBezTo>
                      <a:cubicBezTo>
                        <a:pt x="220" y="86"/>
                        <a:pt x="206" y="80"/>
                        <a:pt x="194" y="86"/>
                      </a:cubicBezTo>
                      <a:close/>
                      <a:moveTo>
                        <a:pt x="163" y="15"/>
                      </a:moveTo>
                      <a:cubicBezTo>
                        <a:pt x="171" y="11"/>
                        <a:pt x="181" y="15"/>
                        <a:pt x="184" y="23"/>
                      </a:cubicBezTo>
                      <a:cubicBezTo>
                        <a:pt x="188" y="31"/>
                        <a:pt x="185" y="40"/>
                        <a:pt x="177" y="44"/>
                      </a:cubicBezTo>
                      <a:cubicBezTo>
                        <a:pt x="169" y="47"/>
                        <a:pt x="159" y="44"/>
                        <a:pt x="156" y="36"/>
                      </a:cubicBezTo>
                      <a:cubicBezTo>
                        <a:pt x="152" y="28"/>
                        <a:pt x="156" y="19"/>
                        <a:pt x="163" y="15"/>
                      </a:cubicBezTo>
                      <a:close/>
                      <a:moveTo>
                        <a:pt x="34" y="106"/>
                      </a:moveTo>
                      <a:cubicBezTo>
                        <a:pt x="26" y="110"/>
                        <a:pt x="17" y="107"/>
                        <a:pt x="13" y="99"/>
                      </a:cubicBezTo>
                      <a:cubicBezTo>
                        <a:pt x="9" y="91"/>
                        <a:pt x="13" y="81"/>
                        <a:pt x="21" y="78"/>
                      </a:cubicBezTo>
                      <a:cubicBezTo>
                        <a:pt x="29" y="74"/>
                        <a:pt x="38" y="77"/>
                        <a:pt x="42" y="85"/>
                      </a:cubicBezTo>
                      <a:cubicBezTo>
                        <a:pt x="45" y="93"/>
                        <a:pt x="42" y="103"/>
                        <a:pt x="34" y="106"/>
                      </a:cubicBezTo>
                      <a:close/>
                      <a:moveTo>
                        <a:pt x="70" y="184"/>
                      </a:moveTo>
                      <a:cubicBezTo>
                        <a:pt x="62" y="188"/>
                        <a:pt x="53" y="184"/>
                        <a:pt x="49" y="176"/>
                      </a:cubicBezTo>
                      <a:cubicBezTo>
                        <a:pt x="45" y="169"/>
                        <a:pt x="49" y="159"/>
                        <a:pt x="57" y="156"/>
                      </a:cubicBezTo>
                      <a:cubicBezTo>
                        <a:pt x="65" y="152"/>
                        <a:pt x="74" y="155"/>
                        <a:pt x="78" y="163"/>
                      </a:cubicBezTo>
                      <a:cubicBezTo>
                        <a:pt x="81" y="171"/>
                        <a:pt x="78" y="181"/>
                        <a:pt x="70" y="184"/>
                      </a:cubicBezTo>
                      <a:close/>
                      <a:moveTo>
                        <a:pt x="72" y="34"/>
                      </a:moveTo>
                      <a:cubicBezTo>
                        <a:pt x="68" y="26"/>
                        <a:pt x="71" y="16"/>
                        <a:pt x="79" y="13"/>
                      </a:cubicBezTo>
                      <a:cubicBezTo>
                        <a:pt x="87" y="9"/>
                        <a:pt x="97" y="13"/>
                        <a:pt x="100" y="20"/>
                      </a:cubicBezTo>
                      <a:cubicBezTo>
                        <a:pt x="104" y="28"/>
                        <a:pt x="100" y="38"/>
                        <a:pt x="93" y="41"/>
                      </a:cubicBezTo>
                      <a:cubicBezTo>
                        <a:pt x="85" y="45"/>
                        <a:pt x="75" y="42"/>
                        <a:pt x="72" y="34"/>
                      </a:cubicBezTo>
                      <a:close/>
                      <a:moveTo>
                        <a:pt x="166" y="164"/>
                      </a:moveTo>
                      <a:cubicBezTo>
                        <a:pt x="169" y="172"/>
                        <a:pt x="166" y="182"/>
                        <a:pt x="158" y="185"/>
                      </a:cubicBezTo>
                      <a:cubicBezTo>
                        <a:pt x="150" y="189"/>
                        <a:pt x="141" y="186"/>
                        <a:pt x="137" y="178"/>
                      </a:cubicBezTo>
                      <a:cubicBezTo>
                        <a:pt x="133" y="170"/>
                        <a:pt x="137" y="160"/>
                        <a:pt x="145" y="157"/>
                      </a:cubicBezTo>
                      <a:cubicBezTo>
                        <a:pt x="153" y="153"/>
                        <a:pt x="162" y="157"/>
                        <a:pt x="166" y="164"/>
                      </a:cubicBezTo>
                      <a:close/>
                      <a:moveTo>
                        <a:pt x="210" y="122"/>
                      </a:moveTo>
                      <a:cubicBezTo>
                        <a:pt x="203" y="126"/>
                        <a:pt x="193" y="122"/>
                        <a:pt x="189" y="114"/>
                      </a:cubicBezTo>
                      <a:cubicBezTo>
                        <a:pt x="186" y="107"/>
                        <a:pt x="189" y="97"/>
                        <a:pt x="197" y="94"/>
                      </a:cubicBezTo>
                      <a:cubicBezTo>
                        <a:pt x="205" y="90"/>
                        <a:pt x="214" y="93"/>
                        <a:pt x="218" y="101"/>
                      </a:cubicBezTo>
                      <a:cubicBezTo>
                        <a:pt x="222" y="109"/>
                        <a:pt x="218" y="118"/>
                        <a:pt x="210" y="122"/>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0" name="Freeform 92"/>
                <p:cNvSpPr>
                  <a:spLocks noEditPoints="1"/>
                </p:cNvSpPr>
                <p:nvPr/>
              </p:nvSpPr>
              <p:spPr bwMode="auto">
                <a:xfrm>
                  <a:off x="3559" y="1688"/>
                  <a:ext cx="148" cy="163"/>
                </a:xfrm>
                <a:custGeom>
                  <a:avLst/>
                  <a:gdLst>
                    <a:gd name="T0" fmla="*/ 109 w 163"/>
                    <a:gd name="T1" fmla="*/ 129 h 181"/>
                    <a:gd name="T2" fmla="*/ 109 w 163"/>
                    <a:gd name="T3" fmla="*/ 163 h 181"/>
                    <a:gd name="T4" fmla="*/ 148 w 163"/>
                    <a:gd name="T5" fmla="*/ 163 h 181"/>
                    <a:gd name="T6" fmla="*/ 148 w 163"/>
                    <a:gd name="T7" fmla="*/ 131 h 181"/>
                    <a:gd name="T8" fmla="*/ 148 w 163"/>
                    <a:gd name="T9" fmla="*/ 129 h 181"/>
                    <a:gd name="T10" fmla="*/ 148 w 163"/>
                    <a:gd name="T11" fmla="*/ 62 h 181"/>
                    <a:gd name="T12" fmla="*/ 74 w 163"/>
                    <a:gd name="T13" fmla="*/ 0 h 181"/>
                    <a:gd name="T14" fmla="*/ 0 w 163"/>
                    <a:gd name="T15" fmla="*/ 62 h 181"/>
                    <a:gd name="T16" fmla="*/ 0 w 163"/>
                    <a:gd name="T17" fmla="*/ 129 h 181"/>
                    <a:gd name="T18" fmla="*/ 0 w 163"/>
                    <a:gd name="T19" fmla="*/ 131 h 181"/>
                    <a:gd name="T20" fmla="*/ 0 w 163"/>
                    <a:gd name="T21" fmla="*/ 163 h 181"/>
                    <a:gd name="T22" fmla="*/ 40 w 163"/>
                    <a:gd name="T23" fmla="*/ 163 h 181"/>
                    <a:gd name="T24" fmla="*/ 40 w 163"/>
                    <a:gd name="T25" fmla="*/ 131 h 181"/>
                    <a:gd name="T26" fmla="*/ 40 w 163"/>
                    <a:gd name="T27" fmla="*/ 131 h 181"/>
                    <a:gd name="T28" fmla="*/ 40 w 163"/>
                    <a:gd name="T29" fmla="*/ 62 h 181"/>
                    <a:gd name="T30" fmla="*/ 74 w 163"/>
                    <a:gd name="T31" fmla="*/ 39 h 181"/>
                    <a:gd name="T32" fmla="*/ 109 w 163"/>
                    <a:gd name="T33" fmla="*/ 62 h 181"/>
                    <a:gd name="T34" fmla="*/ 109 w 163"/>
                    <a:gd name="T35" fmla="*/ 129 h 181"/>
                    <a:gd name="T36" fmla="*/ 33 w 163"/>
                    <a:gd name="T37" fmla="*/ 157 h 181"/>
                    <a:gd name="T38" fmla="*/ 7 w 163"/>
                    <a:gd name="T39" fmla="*/ 157 h 181"/>
                    <a:gd name="T40" fmla="*/ 7 w 163"/>
                    <a:gd name="T41" fmla="*/ 136 h 181"/>
                    <a:gd name="T42" fmla="*/ 33 w 163"/>
                    <a:gd name="T43" fmla="*/ 136 h 181"/>
                    <a:gd name="T44" fmla="*/ 33 w 163"/>
                    <a:gd name="T45" fmla="*/ 157 h 181"/>
                    <a:gd name="T46" fmla="*/ 115 w 163"/>
                    <a:gd name="T47" fmla="*/ 136 h 181"/>
                    <a:gd name="T48" fmla="*/ 142 w 163"/>
                    <a:gd name="T49" fmla="*/ 136 h 181"/>
                    <a:gd name="T50" fmla="*/ 142 w 163"/>
                    <a:gd name="T51" fmla="*/ 157 h 181"/>
                    <a:gd name="T52" fmla="*/ 115 w 163"/>
                    <a:gd name="T53" fmla="*/ 157 h 181"/>
                    <a:gd name="T54" fmla="*/ 115 w 163"/>
                    <a:gd name="T55" fmla="*/ 136 h 18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3"/>
                    <a:gd name="T85" fmla="*/ 0 h 181"/>
                    <a:gd name="T86" fmla="*/ 163 w 163"/>
                    <a:gd name="T87" fmla="*/ 181 h 18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3" h="181">
                      <a:moveTo>
                        <a:pt x="120" y="143"/>
                      </a:moveTo>
                      <a:cubicBezTo>
                        <a:pt x="120" y="181"/>
                        <a:pt x="120" y="181"/>
                        <a:pt x="120" y="181"/>
                      </a:cubicBezTo>
                      <a:cubicBezTo>
                        <a:pt x="163" y="181"/>
                        <a:pt x="163" y="181"/>
                        <a:pt x="163" y="181"/>
                      </a:cubicBezTo>
                      <a:cubicBezTo>
                        <a:pt x="163" y="146"/>
                        <a:pt x="163" y="146"/>
                        <a:pt x="163" y="146"/>
                      </a:cubicBezTo>
                      <a:cubicBezTo>
                        <a:pt x="163" y="143"/>
                        <a:pt x="163" y="143"/>
                        <a:pt x="163" y="143"/>
                      </a:cubicBezTo>
                      <a:cubicBezTo>
                        <a:pt x="163" y="69"/>
                        <a:pt x="163" y="69"/>
                        <a:pt x="163" y="69"/>
                      </a:cubicBezTo>
                      <a:cubicBezTo>
                        <a:pt x="163" y="41"/>
                        <a:pt x="142" y="0"/>
                        <a:pt x="82" y="0"/>
                      </a:cubicBezTo>
                      <a:cubicBezTo>
                        <a:pt x="20" y="0"/>
                        <a:pt x="0" y="47"/>
                        <a:pt x="0" y="69"/>
                      </a:cubicBezTo>
                      <a:cubicBezTo>
                        <a:pt x="0" y="143"/>
                        <a:pt x="0" y="143"/>
                        <a:pt x="0" y="143"/>
                      </a:cubicBezTo>
                      <a:cubicBezTo>
                        <a:pt x="0" y="146"/>
                        <a:pt x="0" y="146"/>
                        <a:pt x="0" y="146"/>
                      </a:cubicBezTo>
                      <a:cubicBezTo>
                        <a:pt x="0" y="181"/>
                        <a:pt x="0" y="181"/>
                        <a:pt x="0" y="181"/>
                      </a:cubicBezTo>
                      <a:cubicBezTo>
                        <a:pt x="44" y="181"/>
                        <a:pt x="44" y="181"/>
                        <a:pt x="44" y="181"/>
                      </a:cubicBezTo>
                      <a:cubicBezTo>
                        <a:pt x="44" y="146"/>
                        <a:pt x="44" y="146"/>
                        <a:pt x="44" y="146"/>
                      </a:cubicBezTo>
                      <a:cubicBezTo>
                        <a:pt x="44" y="146"/>
                        <a:pt x="44" y="146"/>
                        <a:pt x="44" y="146"/>
                      </a:cubicBezTo>
                      <a:cubicBezTo>
                        <a:pt x="44" y="69"/>
                        <a:pt x="44" y="69"/>
                        <a:pt x="44" y="69"/>
                      </a:cubicBezTo>
                      <a:cubicBezTo>
                        <a:pt x="44" y="69"/>
                        <a:pt x="45" y="43"/>
                        <a:pt x="82" y="43"/>
                      </a:cubicBezTo>
                      <a:cubicBezTo>
                        <a:pt x="120" y="43"/>
                        <a:pt x="120" y="68"/>
                        <a:pt x="120" y="69"/>
                      </a:cubicBezTo>
                      <a:cubicBezTo>
                        <a:pt x="120" y="143"/>
                        <a:pt x="120" y="143"/>
                        <a:pt x="120" y="143"/>
                      </a:cubicBezTo>
                      <a:close/>
                      <a:moveTo>
                        <a:pt x="36" y="174"/>
                      </a:moveTo>
                      <a:cubicBezTo>
                        <a:pt x="8" y="174"/>
                        <a:pt x="8" y="174"/>
                        <a:pt x="8" y="174"/>
                      </a:cubicBezTo>
                      <a:cubicBezTo>
                        <a:pt x="8" y="151"/>
                        <a:pt x="8" y="151"/>
                        <a:pt x="8" y="151"/>
                      </a:cubicBezTo>
                      <a:cubicBezTo>
                        <a:pt x="36" y="151"/>
                        <a:pt x="36" y="151"/>
                        <a:pt x="36" y="151"/>
                      </a:cubicBezTo>
                      <a:lnTo>
                        <a:pt x="36" y="174"/>
                      </a:lnTo>
                      <a:close/>
                      <a:moveTo>
                        <a:pt x="127" y="151"/>
                      </a:moveTo>
                      <a:cubicBezTo>
                        <a:pt x="156" y="151"/>
                        <a:pt x="156" y="151"/>
                        <a:pt x="156" y="151"/>
                      </a:cubicBezTo>
                      <a:cubicBezTo>
                        <a:pt x="156" y="174"/>
                        <a:pt x="156" y="174"/>
                        <a:pt x="156" y="174"/>
                      </a:cubicBezTo>
                      <a:cubicBezTo>
                        <a:pt x="127" y="174"/>
                        <a:pt x="127" y="174"/>
                        <a:pt x="127" y="174"/>
                      </a:cubicBezTo>
                      <a:lnTo>
                        <a:pt x="127" y="15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1" name="Freeform 93"/>
                <p:cNvSpPr>
                  <a:spLocks/>
                </p:cNvSpPr>
                <p:nvPr/>
              </p:nvSpPr>
              <p:spPr bwMode="auto">
                <a:xfrm>
                  <a:off x="3560" y="1861"/>
                  <a:ext cx="38" cy="38"/>
                </a:xfrm>
                <a:custGeom>
                  <a:avLst/>
                  <a:gdLst>
                    <a:gd name="T0" fmla="*/ 24 w 38"/>
                    <a:gd name="T1" fmla="*/ 0 h 38"/>
                    <a:gd name="T2" fmla="*/ 15 w 38"/>
                    <a:gd name="T3" fmla="*/ 0 h 38"/>
                    <a:gd name="T4" fmla="*/ 15 w 38"/>
                    <a:gd name="T5" fmla="*/ 15 h 38"/>
                    <a:gd name="T6" fmla="*/ 0 w 38"/>
                    <a:gd name="T7" fmla="*/ 15 h 38"/>
                    <a:gd name="T8" fmla="*/ 0 w 38"/>
                    <a:gd name="T9" fmla="*/ 23 h 38"/>
                    <a:gd name="T10" fmla="*/ 15 w 38"/>
                    <a:gd name="T11" fmla="*/ 23 h 38"/>
                    <a:gd name="T12" fmla="*/ 15 w 38"/>
                    <a:gd name="T13" fmla="*/ 38 h 38"/>
                    <a:gd name="T14" fmla="*/ 24 w 38"/>
                    <a:gd name="T15" fmla="*/ 38 h 38"/>
                    <a:gd name="T16" fmla="*/ 24 w 38"/>
                    <a:gd name="T17" fmla="*/ 23 h 38"/>
                    <a:gd name="T18" fmla="*/ 38 w 38"/>
                    <a:gd name="T19" fmla="*/ 23 h 38"/>
                    <a:gd name="T20" fmla="*/ 38 w 38"/>
                    <a:gd name="T21" fmla="*/ 15 h 38"/>
                    <a:gd name="T22" fmla="*/ 24 w 38"/>
                    <a:gd name="T23" fmla="*/ 15 h 38"/>
                    <a:gd name="T24" fmla="*/ 24 w 38"/>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38"/>
                    <a:gd name="T41" fmla="*/ 38 w 38"/>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38">
                      <a:moveTo>
                        <a:pt x="24" y="0"/>
                      </a:moveTo>
                      <a:lnTo>
                        <a:pt x="15" y="0"/>
                      </a:lnTo>
                      <a:lnTo>
                        <a:pt x="15" y="15"/>
                      </a:lnTo>
                      <a:lnTo>
                        <a:pt x="0" y="15"/>
                      </a:lnTo>
                      <a:lnTo>
                        <a:pt x="0" y="23"/>
                      </a:lnTo>
                      <a:lnTo>
                        <a:pt x="15" y="23"/>
                      </a:lnTo>
                      <a:lnTo>
                        <a:pt x="15" y="38"/>
                      </a:lnTo>
                      <a:lnTo>
                        <a:pt x="24" y="38"/>
                      </a:lnTo>
                      <a:lnTo>
                        <a:pt x="24" y="23"/>
                      </a:lnTo>
                      <a:lnTo>
                        <a:pt x="38" y="23"/>
                      </a:lnTo>
                      <a:lnTo>
                        <a:pt x="38" y="15"/>
                      </a:lnTo>
                      <a:lnTo>
                        <a:pt x="24" y="15"/>
                      </a:lnTo>
                      <a:lnTo>
                        <a:pt x="24"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2" name="Rectangle 94"/>
                <p:cNvSpPr>
                  <a:spLocks noChangeArrowheads="1"/>
                </p:cNvSpPr>
                <p:nvPr/>
              </p:nvSpPr>
              <p:spPr bwMode="auto">
                <a:xfrm>
                  <a:off x="3668" y="1876"/>
                  <a:ext cx="39" cy="8"/>
                </a:xfrm>
                <a:prstGeom prst="rect">
                  <a:avLst/>
                </a:prstGeom>
                <a:solidFill>
                  <a:srgbClr val="FFFFFF"/>
                </a:solidFill>
                <a:ln w="9525">
                  <a:noFill/>
                  <a:miter lim="800000"/>
                  <a:headEnd/>
                  <a:tailEnd/>
                </a:ln>
              </p:spPr>
              <p:txBody>
                <a:bodyPr lIns="121920" tIns="60960" rIns="121920" bIns="60960"/>
                <a:lstStyle/>
                <a:p>
                  <a:pPr eaLnBrk="0" hangingPunct="0"/>
                  <a:endParaRPr lang="el-GR" sz="3200"/>
                </a:p>
              </p:txBody>
            </p:sp>
            <p:sp>
              <p:nvSpPr>
                <p:cNvPr id="437443" name="Freeform 95"/>
                <p:cNvSpPr>
                  <a:spLocks/>
                </p:cNvSpPr>
                <p:nvPr/>
              </p:nvSpPr>
              <p:spPr bwMode="auto">
                <a:xfrm>
                  <a:off x="2349" y="1261"/>
                  <a:ext cx="135" cy="60"/>
                </a:xfrm>
                <a:custGeom>
                  <a:avLst/>
                  <a:gdLst>
                    <a:gd name="T0" fmla="*/ 68 w 149"/>
                    <a:gd name="T1" fmla="*/ 24 h 66"/>
                    <a:gd name="T2" fmla="*/ 0 w 149"/>
                    <a:gd name="T3" fmla="*/ 0 h 66"/>
                    <a:gd name="T4" fmla="*/ 0 w 149"/>
                    <a:gd name="T5" fmla="*/ 45 h 66"/>
                    <a:gd name="T6" fmla="*/ 68 w 149"/>
                    <a:gd name="T7" fmla="*/ 60 h 66"/>
                    <a:gd name="T8" fmla="*/ 135 w 149"/>
                    <a:gd name="T9" fmla="*/ 41 h 66"/>
                    <a:gd name="T10" fmla="*/ 135 w 149"/>
                    <a:gd name="T11" fmla="*/ 0 h 66"/>
                    <a:gd name="T12" fmla="*/ 68 w 149"/>
                    <a:gd name="T13" fmla="*/ 24 h 66"/>
                    <a:gd name="T14" fmla="*/ 0 60000 65536"/>
                    <a:gd name="T15" fmla="*/ 0 60000 65536"/>
                    <a:gd name="T16" fmla="*/ 0 60000 65536"/>
                    <a:gd name="T17" fmla="*/ 0 60000 65536"/>
                    <a:gd name="T18" fmla="*/ 0 60000 65536"/>
                    <a:gd name="T19" fmla="*/ 0 60000 65536"/>
                    <a:gd name="T20" fmla="*/ 0 60000 65536"/>
                    <a:gd name="T21" fmla="*/ 0 w 149"/>
                    <a:gd name="T22" fmla="*/ 0 h 66"/>
                    <a:gd name="T23" fmla="*/ 149 w 149"/>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66">
                      <a:moveTo>
                        <a:pt x="75" y="26"/>
                      </a:moveTo>
                      <a:cubicBezTo>
                        <a:pt x="0" y="0"/>
                        <a:pt x="0" y="0"/>
                        <a:pt x="0" y="0"/>
                      </a:cubicBezTo>
                      <a:cubicBezTo>
                        <a:pt x="0" y="49"/>
                        <a:pt x="0" y="49"/>
                        <a:pt x="0" y="49"/>
                      </a:cubicBezTo>
                      <a:cubicBezTo>
                        <a:pt x="0" y="49"/>
                        <a:pt x="35" y="66"/>
                        <a:pt x="75" y="66"/>
                      </a:cubicBezTo>
                      <a:cubicBezTo>
                        <a:pt x="116" y="66"/>
                        <a:pt x="149" y="45"/>
                        <a:pt x="149" y="45"/>
                      </a:cubicBezTo>
                      <a:cubicBezTo>
                        <a:pt x="149" y="0"/>
                        <a:pt x="149" y="0"/>
                        <a:pt x="149" y="0"/>
                      </a:cubicBezTo>
                      <a:lnTo>
                        <a:pt x="75" y="26"/>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4" name="Freeform 96"/>
                <p:cNvSpPr>
                  <a:spLocks/>
                </p:cNvSpPr>
                <p:nvPr/>
              </p:nvSpPr>
              <p:spPr bwMode="auto">
                <a:xfrm>
                  <a:off x="2317" y="1199"/>
                  <a:ext cx="200" cy="111"/>
                </a:xfrm>
                <a:custGeom>
                  <a:avLst/>
                  <a:gdLst>
                    <a:gd name="T0" fmla="*/ 188 w 200"/>
                    <a:gd name="T1" fmla="*/ 45 h 111"/>
                    <a:gd name="T2" fmla="*/ 200 w 200"/>
                    <a:gd name="T3" fmla="*/ 40 h 111"/>
                    <a:gd name="T4" fmla="*/ 100 w 200"/>
                    <a:gd name="T5" fmla="*/ 0 h 111"/>
                    <a:gd name="T6" fmla="*/ 0 w 200"/>
                    <a:gd name="T7" fmla="*/ 40 h 111"/>
                    <a:gd name="T8" fmla="*/ 100 w 200"/>
                    <a:gd name="T9" fmla="*/ 77 h 111"/>
                    <a:gd name="T10" fmla="*/ 179 w 200"/>
                    <a:gd name="T11" fmla="*/ 48 h 111"/>
                    <a:gd name="T12" fmla="*/ 179 w 200"/>
                    <a:gd name="T13" fmla="*/ 90 h 111"/>
                    <a:gd name="T14" fmla="*/ 175 w 200"/>
                    <a:gd name="T15" fmla="*/ 90 h 111"/>
                    <a:gd name="T16" fmla="*/ 175 w 200"/>
                    <a:gd name="T17" fmla="*/ 111 h 111"/>
                    <a:gd name="T18" fmla="*/ 191 w 200"/>
                    <a:gd name="T19" fmla="*/ 111 h 111"/>
                    <a:gd name="T20" fmla="*/ 191 w 200"/>
                    <a:gd name="T21" fmla="*/ 90 h 111"/>
                    <a:gd name="T22" fmla="*/ 188 w 200"/>
                    <a:gd name="T23" fmla="*/ 90 h 111"/>
                    <a:gd name="T24" fmla="*/ 188 w 200"/>
                    <a:gd name="T25" fmla="*/ 45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0"/>
                    <a:gd name="T40" fmla="*/ 0 h 111"/>
                    <a:gd name="T41" fmla="*/ 200 w 200"/>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0" h="111">
                      <a:moveTo>
                        <a:pt x="188" y="45"/>
                      </a:moveTo>
                      <a:lnTo>
                        <a:pt x="200" y="40"/>
                      </a:lnTo>
                      <a:lnTo>
                        <a:pt x="100" y="0"/>
                      </a:lnTo>
                      <a:lnTo>
                        <a:pt x="0" y="40"/>
                      </a:lnTo>
                      <a:lnTo>
                        <a:pt x="100" y="77"/>
                      </a:lnTo>
                      <a:lnTo>
                        <a:pt x="179" y="48"/>
                      </a:lnTo>
                      <a:lnTo>
                        <a:pt x="179" y="90"/>
                      </a:lnTo>
                      <a:lnTo>
                        <a:pt x="175" y="90"/>
                      </a:lnTo>
                      <a:lnTo>
                        <a:pt x="175" y="111"/>
                      </a:lnTo>
                      <a:lnTo>
                        <a:pt x="191" y="111"/>
                      </a:lnTo>
                      <a:lnTo>
                        <a:pt x="191" y="90"/>
                      </a:lnTo>
                      <a:lnTo>
                        <a:pt x="188" y="90"/>
                      </a:lnTo>
                      <a:lnTo>
                        <a:pt x="188" y="45"/>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5" name="Freeform 97"/>
                <p:cNvSpPr>
                  <a:spLocks/>
                </p:cNvSpPr>
                <p:nvPr/>
              </p:nvSpPr>
              <p:spPr bwMode="auto">
                <a:xfrm>
                  <a:off x="3672" y="591"/>
                  <a:ext cx="22" cy="144"/>
                </a:xfrm>
                <a:custGeom>
                  <a:avLst/>
                  <a:gdLst>
                    <a:gd name="T0" fmla="*/ 15 w 24"/>
                    <a:gd name="T1" fmla="*/ 0 h 159"/>
                    <a:gd name="T2" fmla="*/ 0 w 24"/>
                    <a:gd name="T3" fmla="*/ 0 h 159"/>
                    <a:gd name="T4" fmla="*/ 0 w 24"/>
                    <a:gd name="T5" fmla="*/ 144 h 159"/>
                    <a:gd name="T6" fmla="*/ 15 w 24"/>
                    <a:gd name="T7" fmla="*/ 144 h 159"/>
                    <a:gd name="T8" fmla="*/ 22 w 24"/>
                    <a:gd name="T9" fmla="*/ 137 h 159"/>
                    <a:gd name="T10" fmla="*/ 22 w 24"/>
                    <a:gd name="T11" fmla="*/ 7 h 159"/>
                    <a:gd name="T12" fmla="*/ 15 w 24"/>
                    <a:gd name="T13" fmla="*/ 0 h 159"/>
                    <a:gd name="T14" fmla="*/ 0 60000 65536"/>
                    <a:gd name="T15" fmla="*/ 0 60000 65536"/>
                    <a:gd name="T16" fmla="*/ 0 60000 65536"/>
                    <a:gd name="T17" fmla="*/ 0 60000 65536"/>
                    <a:gd name="T18" fmla="*/ 0 60000 65536"/>
                    <a:gd name="T19" fmla="*/ 0 60000 65536"/>
                    <a:gd name="T20" fmla="*/ 0 60000 65536"/>
                    <a:gd name="T21" fmla="*/ 0 w 24"/>
                    <a:gd name="T22" fmla="*/ 0 h 159"/>
                    <a:gd name="T23" fmla="*/ 24 w 24"/>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59">
                      <a:moveTo>
                        <a:pt x="16" y="0"/>
                      </a:moveTo>
                      <a:cubicBezTo>
                        <a:pt x="0" y="0"/>
                        <a:pt x="0" y="0"/>
                        <a:pt x="0" y="0"/>
                      </a:cubicBezTo>
                      <a:cubicBezTo>
                        <a:pt x="0" y="159"/>
                        <a:pt x="0" y="159"/>
                        <a:pt x="0" y="159"/>
                      </a:cubicBezTo>
                      <a:cubicBezTo>
                        <a:pt x="16" y="159"/>
                        <a:pt x="16" y="159"/>
                        <a:pt x="16" y="159"/>
                      </a:cubicBezTo>
                      <a:cubicBezTo>
                        <a:pt x="21" y="159"/>
                        <a:pt x="24" y="156"/>
                        <a:pt x="24" y="151"/>
                      </a:cubicBezTo>
                      <a:cubicBezTo>
                        <a:pt x="24" y="8"/>
                        <a:pt x="24" y="8"/>
                        <a:pt x="24" y="8"/>
                      </a:cubicBezTo>
                      <a:cubicBezTo>
                        <a:pt x="24" y="4"/>
                        <a:pt x="21" y="0"/>
                        <a:pt x="16" y="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6" name="Freeform 98"/>
                <p:cNvSpPr>
                  <a:spLocks/>
                </p:cNvSpPr>
                <p:nvPr/>
              </p:nvSpPr>
              <p:spPr bwMode="auto">
                <a:xfrm>
                  <a:off x="3586" y="591"/>
                  <a:ext cx="74" cy="153"/>
                </a:xfrm>
                <a:custGeom>
                  <a:avLst/>
                  <a:gdLst>
                    <a:gd name="T0" fmla="*/ 74 w 74"/>
                    <a:gd name="T1" fmla="*/ 0 h 153"/>
                    <a:gd name="T2" fmla="*/ 0 w 74"/>
                    <a:gd name="T3" fmla="*/ 0 h 153"/>
                    <a:gd name="T4" fmla="*/ 0 w 74"/>
                    <a:gd name="T5" fmla="*/ 144 h 153"/>
                    <a:gd name="T6" fmla="*/ 8 w 74"/>
                    <a:gd name="T7" fmla="*/ 144 h 153"/>
                    <a:gd name="T8" fmla="*/ 8 w 74"/>
                    <a:gd name="T9" fmla="*/ 153 h 153"/>
                    <a:gd name="T10" fmla="*/ 17 w 74"/>
                    <a:gd name="T11" fmla="*/ 149 h 153"/>
                    <a:gd name="T12" fmla="*/ 26 w 74"/>
                    <a:gd name="T13" fmla="*/ 153 h 153"/>
                    <a:gd name="T14" fmla="*/ 26 w 74"/>
                    <a:gd name="T15" fmla="*/ 144 h 153"/>
                    <a:gd name="T16" fmla="*/ 74 w 74"/>
                    <a:gd name="T17" fmla="*/ 144 h 153"/>
                    <a:gd name="T18" fmla="*/ 74 w 74"/>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53"/>
                    <a:gd name="T32" fmla="*/ 74 w 74"/>
                    <a:gd name="T33" fmla="*/ 153 h 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53">
                      <a:moveTo>
                        <a:pt x="74" y="0"/>
                      </a:moveTo>
                      <a:lnTo>
                        <a:pt x="0" y="0"/>
                      </a:lnTo>
                      <a:lnTo>
                        <a:pt x="0" y="144"/>
                      </a:lnTo>
                      <a:lnTo>
                        <a:pt x="8" y="144"/>
                      </a:lnTo>
                      <a:lnTo>
                        <a:pt x="8" y="153"/>
                      </a:lnTo>
                      <a:lnTo>
                        <a:pt x="17" y="149"/>
                      </a:lnTo>
                      <a:lnTo>
                        <a:pt x="26" y="153"/>
                      </a:lnTo>
                      <a:lnTo>
                        <a:pt x="26" y="144"/>
                      </a:lnTo>
                      <a:lnTo>
                        <a:pt x="74" y="144"/>
                      </a:lnTo>
                      <a:lnTo>
                        <a:pt x="74"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7" name="Freeform 99"/>
                <p:cNvSpPr>
                  <a:spLocks noEditPoints="1"/>
                </p:cNvSpPr>
                <p:nvPr/>
              </p:nvSpPr>
              <p:spPr bwMode="auto">
                <a:xfrm>
                  <a:off x="1792" y="631"/>
                  <a:ext cx="132" cy="138"/>
                </a:xfrm>
                <a:custGeom>
                  <a:avLst/>
                  <a:gdLst>
                    <a:gd name="T0" fmla="*/ 127 w 146"/>
                    <a:gd name="T1" fmla="*/ 55 h 153"/>
                    <a:gd name="T2" fmla="*/ 111 w 146"/>
                    <a:gd name="T3" fmla="*/ 55 h 153"/>
                    <a:gd name="T4" fmla="*/ 112 w 146"/>
                    <a:gd name="T5" fmla="*/ 71 h 153"/>
                    <a:gd name="T6" fmla="*/ 117 w 146"/>
                    <a:gd name="T7" fmla="*/ 74 h 153"/>
                    <a:gd name="T8" fmla="*/ 65 w 146"/>
                    <a:gd name="T9" fmla="*/ 106 h 153"/>
                    <a:gd name="T10" fmla="*/ 65 w 146"/>
                    <a:gd name="T11" fmla="*/ 103 h 153"/>
                    <a:gd name="T12" fmla="*/ 105 w 146"/>
                    <a:gd name="T13" fmla="*/ 52 h 153"/>
                    <a:gd name="T14" fmla="*/ 52 w 146"/>
                    <a:gd name="T15" fmla="*/ 0 h 153"/>
                    <a:gd name="T16" fmla="*/ 0 w 146"/>
                    <a:gd name="T17" fmla="*/ 52 h 153"/>
                    <a:gd name="T18" fmla="*/ 43 w 146"/>
                    <a:gd name="T19" fmla="*/ 103 h 153"/>
                    <a:gd name="T20" fmla="*/ 43 w 146"/>
                    <a:gd name="T21" fmla="*/ 113 h 153"/>
                    <a:gd name="T22" fmla="*/ 26 w 146"/>
                    <a:gd name="T23" fmla="*/ 113 h 153"/>
                    <a:gd name="T24" fmla="*/ 26 w 146"/>
                    <a:gd name="T25" fmla="*/ 120 h 153"/>
                    <a:gd name="T26" fmla="*/ 11 w 146"/>
                    <a:gd name="T27" fmla="*/ 120 h 153"/>
                    <a:gd name="T28" fmla="*/ 11 w 146"/>
                    <a:gd name="T29" fmla="*/ 138 h 153"/>
                    <a:gd name="T30" fmla="*/ 92 w 146"/>
                    <a:gd name="T31" fmla="*/ 138 h 153"/>
                    <a:gd name="T32" fmla="*/ 92 w 146"/>
                    <a:gd name="T33" fmla="*/ 120 h 153"/>
                    <a:gd name="T34" fmla="*/ 81 w 146"/>
                    <a:gd name="T35" fmla="*/ 120 h 153"/>
                    <a:gd name="T36" fmla="*/ 81 w 146"/>
                    <a:gd name="T37" fmla="*/ 113 h 153"/>
                    <a:gd name="T38" fmla="*/ 65 w 146"/>
                    <a:gd name="T39" fmla="*/ 113 h 153"/>
                    <a:gd name="T40" fmla="*/ 65 w 146"/>
                    <a:gd name="T41" fmla="*/ 112 h 153"/>
                    <a:gd name="T42" fmla="*/ 122 w 146"/>
                    <a:gd name="T43" fmla="*/ 74 h 153"/>
                    <a:gd name="T44" fmla="*/ 128 w 146"/>
                    <a:gd name="T45" fmla="*/ 71 h 153"/>
                    <a:gd name="T46" fmla="*/ 127 w 146"/>
                    <a:gd name="T47" fmla="*/ 55 h 153"/>
                    <a:gd name="T48" fmla="*/ 39 w 146"/>
                    <a:gd name="T49" fmla="*/ 52 h 153"/>
                    <a:gd name="T50" fmla="*/ 53 w 146"/>
                    <a:gd name="T51" fmla="*/ 38 h 153"/>
                    <a:gd name="T52" fmla="*/ 68 w 146"/>
                    <a:gd name="T53" fmla="*/ 52 h 153"/>
                    <a:gd name="T54" fmla="*/ 53 w 146"/>
                    <a:gd name="T55" fmla="*/ 67 h 153"/>
                    <a:gd name="T56" fmla="*/ 39 w 146"/>
                    <a:gd name="T57" fmla="*/ 52 h 15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46"/>
                    <a:gd name="T88" fmla="*/ 0 h 153"/>
                    <a:gd name="T89" fmla="*/ 146 w 146"/>
                    <a:gd name="T90" fmla="*/ 153 h 15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46" h="153">
                      <a:moveTo>
                        <a:pt x="141" y="61"/>
                      </a:moveTo>
                      <a:cubicBezTo>
                        <a:pt x="136" y="56"/>
                        <a:pt x="128" y="56"/>
                        <a:pt x="123" y="61"/>
                      </a:cubicBezTo>
                      <a:cubicBezTo>
                        <a:pt x="119" y="66"/>
                        <a:pt x="119" y="74"/>
                        <a:pt x="124" y="79"/>
                      </a:cubicBezTo>
                      <a:cubicBezTo>
                        <a:pt x="125" y="80"/>
                        <a:pt x="127" y="81"/>
                        <a:pt x="129" y="82"/>
                      </a:cubicBezTo>
                      <a:cubicBezTo>
                        <a:pt x="126" y="94"/>
                        <a:pt x="114" y="111"/>
                        <a:pt x="72" y="117"/>
                      </a:cubicBezTo>
                      <a:cubicBezTo>
                        <a:pt x="72" y="114"/>
                        <a:pt x="72" y="114"/>
                        <a:pt x="72" y="114"/>
                      </a:cubicBezTo>
                      <a:cubicBezTo>
                        <a:pt x="98" y="107"/>
                        <a:pt x="116" y="85"/>
                        <a:pt x="116" y="58"/>
                      </a:cubicBezTo>
                      <a:cubicBezTo>
                        <a:pt x="116" y="26"/>
                        <a:pt x="90" y="0"/>
                        <a:pt x="58" y="0"/>
                      </a:cubicBezTo>
                      <a:cubicBezTo>
                        <a:pt x="26" y="0"/>
                        <a:pt x="0" y="26"/>
                        <a:pt x="0" y="58"/>
                      </a:cubicBezTo>
                      <a:cubicBezTo>
                        <a:pt x="0" y="86"/>
                        <a:pt x="21" y="110"/>
                        <a:pt x="48" y="114"/>
                      </a:cubicBezTo>
                      <a:cubicBezTo>
                        <a:pt x="48" y="125"/>
                        <a:pt x="48" y="125"/>
                        <a:pt x="48" y="125"/>
                      </a:cubicBezTo>
                      <a:cubicBezTo>
                        <a:pt x="29" y="125"/>
                        <a:pt x="29" y="125"/>
                        <a:pt x="29" y="125"/>
                      </a:cubicBezTo>
                      <a:cubicBezTo>
                        <a:pt x="29" y="133"/>
                        <a:pt x="29" y="133"/>
                        <a:pt x="29" y="133"/>
                      </a:cubicBezTo>
                      <a:cubicBezTo>
                        <a:pt x="12" y="133"/>
                        <a:pt x="12" y="133"/>
                        <a:pt x="12" y="133"/>
                      </a:cubicBezTo>
                      <a:cubicBezTo>
                        <a:pt x="12" y="153"/>
                        <a:pt x="12" y="153"/>
                        <a:pt x="12" y="153"/>
                      </a:cubicBezTo>
                      <a:cubicBezTo>
                        <a:pt x="102" y="153"/>
                        <a:pt x="102" y="153"/>
                        <a:pt x="102" y="153"/>
                      </a:cubicBezTo>
                      <a:cubicBezTo>
                        <a:pt x="102" y="133"/>
                        <a:pt x="102" y="133"/>
                        <a:pt x="102" y="133"/>
                      </a:cubicBezTo>
                      <a:cubicBezTo>
                        <a:pt x="90" y="133"/>
                        <a:pt x="90" y="133"/>
                        <a:pt x="90" y="133"/>
                      </a:cubicBezTo>
                      <a:cubicBezTo>
                        <a:pt x="90" y="125"/>
                        <a:pt x="90" y="125"/>
                        <a:pt x="90" y="125"/>
                      </a:cubicBezTo>
                      <a:cubicBezTo>
                        <a:pt x="72" y="125"/>
                        <a:pt x="72" y="125"/>
                        <a:pt x="72" y="125"/>
                      </a:cubicBezTo>
                      <a:cubicBezTo>
                        <a:pt x="72" y="124"/>
                        <a:pt x="72" y="124"/>
                        <a:pt x="72" y="124"/>
                      </a:cubicBezTo>
                      <a:cubicBezTo>
                        <a:pt x="120" y="117"/>
                        <a:pt x="132" y="96"/>
                        <a:pt x="135" y="82"/>
                      </a:cubicBezTo>
                      <a:cubicBezTo>
                        <a:pt x="137" y="82"/>
                        <a:pt x="140" y="81"/>
                        <a:pt x="142" y="79"/>
                      </a:cubicBezTo>
                      <a:cubicBezTo>
                        <a:pt x="146" y="74"/>
                        <a:pt x="146" y="66"/>
                        <a:pt x="141" y="61"/>
                      </a:cubicBezTo>
                      <a:close/>
                      <a:moveTo>
                        <a:pt x="43" y="58"/>
                      </a:moveTo>
                      <a:cubicBezTo>
                        <a:pt x="43" y="49"/>
                        <a:pt x="51" y="42"/>
                        <a:pt x="59" y="42"/>
                      </a:cubicBezTo>
                      <a:cubicBezTo>
                        <a:pt x="68" y="42"/>
                        <a:pt x="75" y="49"/>
                        <a:pt x="75" y="58"/>
                      </a:cubicBezTo>
                      <a:cubicBezTo>
                        <a:pt x="75" y="66"/>
                        <a:pt x="68" y="74"/>
                        <a:pt x="59" y="74"/>
                      </a:cubicBezTo>
                      <a:cubicBezTo>
                        <a:pt x="51" y="74"/>
                        <a:pt x="43" y="66"/>
                        <a:pt x="43" y="58"/>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8" name="Freeform 100"/>
                <p:cNvSpPr>
                  <a:spLocks noEditPoints="1"/>
                </p:cNvSpPr>
                <p:nvPr/>
              </p:nvSpPr>
              <p:spPr bwMode="auto">
                <a:xfrm>
                  <a:off x="1882" y="1036"/>
                  <a:ext cx="154" cy="211"/>
                </a:xfrm>
                <a:custGeom>
                  <a:avLst/>
                  <a:gdLst>
                    <a:gd name="T0" fmla="*/ 139 w 170"/>
                    <a:gd name="T1" fmla="*/ 45 h 233"/>
                    <a:gd name="T2" fmla="*/ 92 w 170"/>
                    <a:gd name="T3" fmla="*/ 0 h 233"/>
                    <a:gd name="T4" fmla="*/ 82 w 170"/>
                    <a:gd name="T5" fmla="*/ 5 h 233"/>
                    <a:gd name="T6" fmla="*/ 76 w 170"/>
                    <a:gd name="T7" fmla="*/ 170 h 233"/>
                    <a:gd name="T8" fmla="*/ 54 w 170"/>
                    <a:gd name="T9" fmla="*/ 191 h 233"/>
                    <a:gd name="T10" fmla="*/ 39 w 170"/>
                    <a:gd name="T11" fmla="*/ 199 h 233"/>
                    <a:gd name="T12" fmla="*/ 127 w 170"/>
                    <a:gd name="T13" fmla="*/ 211 h 233"/>
                    <a:gd name="T14" fmla="*/ 112 w 170"/>
                    <a:gd name="T15" fmla="*/ 199 h 233"/>
                    <a:gd name="T16" fmla="*/ 92 w 170"/>
                    <a:gd name="T17" fmla="*/ 191 h 233"/>
                    <a:gd name="T18" fmla="*/ 139 w 170"/>
                    <a:gd name="T19" fmla="*/ 129 h 233"/>
                    <a:gd name="T20" fmla="*/ 154 w 170"/>
                    <a:gd name="T21" fmla="*/ 87 h 233"/>
                    <a:gd name="T22" fmla="*/ 149 w 170"/>
                    <a:gd name="T23" fmla="*/ 86 h 233"/>
                    <a:gd name="T24" fmla="*/ 123 w 170"/>
                    <a:gd name="T25" fmla="*/ 60 h 233"/>
                    <a:gd name="T26" fmla="*/ 149 w 170"/>
                    <a:gd name="T27" fmla="*/ 86 h 233"/>
                    <a:gd name="T28" fmla="*/ 121 w 170"/>
                    <a:gd name="T29" fmla="*/ 54 h 233"/>
                    <a:gd name="T30" fmla="*/ 134 w 170"/>
                    <a:gd name="T31" fmla="*/ 48 h 233"/>
                    <a:gd name="T32" fmla="*/ 58 w 170"/>
                    <a:gd name="T33" fmla="*/ 62 h 233"/>
                    <a:gd name="T34" fmla="*/ 85 w 170"/>
                    <a:gd name="T35" fmla="*/ 86 h 233"/>
                    <a:gd name="T36" fmla="*/ 85 w 170"/>
                    <a:gd name="T37" fmla="*/ 91 h 233"/>
                    <a:gd name="T38" fmla="*/ 58 w 170"/>
                    <a:gd name="T39" fmla="*/ 112 h 233"/>
                    <a:gd name="T40" fmla="*/ 85 w 170"/>
                    <a:gd name="T41" fmla="*/ 91 h 233"/>
                    <a:gd name="T42" fmla="*/ 43 w 170"/>
                    <a:gd name="T43" fmla="*/ 48 h 233"/>
                    <a:gd name="T44" fmla="*/ 55 w 170"/>
                    <a:gd name="T45" fmla="*/ 54 h 233"/>
                    <a:gd name="T46" fmla="*/ 50 w 170"/>
                    <a:gd name="T47" fmla="*/ 86 h 233"/>
                    <a:gd name="T48" fmla="*/ 39 w 170"/>
                    <a:gd name="T49" fmla="*/ 53 h 233"/>
                    <a:gd name="T50" fmla="*/ 50 w 170"/>
                    <a:gd name="T51" fmla="*/ 91 h 233"/>
                    <a:gd name="T52" fmla="*/ 39 w 170"/>
                    <a:gd name="T53" fmla="*/ 121 h 233"/>
                    <a:gd name="T54" fmla="*/ 50 w 170"/>
                    <a:gd name="T55" fmla="*/ 91 h 233"/>
                    <a:gd name="T56" fmla="*/ 70 w 170"/>
                    <a:gd name="T57" fmla="*/ 144 h 233"/>
                    <a:gd name="T58" fmla="*/ 55 w 170"/>
                    <a:gd name="T59" fmla="*/ 120 h 233"/>
                    <a:gd name="T60" fmla="*/ 85 w 170"/>
                    <a:gd name="T61" fmla="*/ 114 h 233"/>
                    <a:gd name="T62" fmla="*/ 60 w 170"/>
                    <a:gd name="T63" fmla="*/ 118 h 233"/>
                    <a:gd name="T64" fmla="*/ 60 w 170"/>
                    <a:gd name="T65" fmla="*/ 56 h 233"/>
                    <a:gd name="T66" fmla="*/ 85 w 170"/>
                    <a:gd name="T67" fmla="*/ 60 h 233"/>
                    <a:gd name="T68" fmla="*/ 121 w 170"/>
                    <a:gd name="T69" fmla="*/ 91 h 233"/>
                    <a:gd name="T70" fmla="*/ 91 w 170"/>
                    <a:gd name="T71" fmla="*/ 109 h 233"/>
                    <a:gd name="T72" fmla="*/ 91 w 170"/>
                    <a:gd name="T73" fmla="*/ 86 h 233"/>
                    <a:gd name="T74" fmla="*/ 119 w 170"/>
                    <a:gd name="T75" fmla="*/ 61 h 233"/>
                    <a:gd name="T76" fmla="*/ 91 w 170"/>
                    <a:gd name="T77" fmla="*/ 86 h 233"/>
                    <a:gd name="T78" fmla="*/ 91 w 170"/>
                    <a:gd name="T79" fmla="*/ 60 h 233"/>
                    <a:gd name="T80" fmla="*/ 117 w 170"/>
                    <a:gd name="T81" fmla="*/ 56 h 233"/>
                    <a:gd name="T82" fmla="*/ 82 w 170"/>
                    <a:gd name="T83" fmla="*/ 15 h 233"/>
                    <a:gd name="T84" fmla="*/ 38 w 170"/>
                    <a:gd name="T85" fmla="*/ 45 h 233"/>
                    <a:gd name="T86" fmla="*/ 23 w 170"/>
                    <a:gd name="T87" fmla="*/ 87 h 233"/>
                    <a:gd name="T88" fmla="*/ 38 w 170"/>
                    <a:gd name="T89" fmla="*/ 129 h 233"/>
                    <a:gd name="T90" fmla="*/ 84 w 170"/>
                    <a:gd name="T91" fmla="*/ 159 h 233"/>
                    <a:gd name="T92" fmla="*/ 11 w 170"/>
                    <a:gd name="T93" fmla="*/ 88 h 233"/>
                    <a:gd name="T94" fmla="*/ 91 w 170"/>
                    <a:gd name="T95" fmla="*/ 114 h 233"/>
                    <a:gd name="T96" fmla="*/ 91 w 170"/>
                    <a:gd name="T97" fmla="*/ 147 h 233"/>
                    <a:gd name="T98" fmla="*/ 121 w 170"/>
                    <a:gd name="T99" fmla="*/ 120 h 233"/>
                    <a:gd name="T100" fmla="*/ 107 w 170"/>
                    <a:gd name="T101" fmla="*/ 144 h 233"/>
                    <a:gd name="T102" fmla="*/ 123 w 170"/>
                    <a:gd name="T103" fmla="*/ 114 h 233"/>
                    <a:gd name="T104" fmla="*/ 148 w 170"/>
                    <a:gd name="T105" fmla="*/ 91 h 2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0"/>
                    <a:gd name="T160" fmla="*/ 0 h 233"/>
                    <a:gd name="T161" fmla="*/ 170 w 170"/>
                    <a:gd name="T162" fmla="*/ 233 h 23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0" h="233">
                      <a:moveTo>
                        <a:pt x="156" y="54"/>
                      </a:moveTo>
                      <a:cubicBezTo>
                        <a:pt x="155" y="53"/>
                        <a:pt x="154" y="51"/>
                        <a:pt x="153" y="50"/>
                      </a:cubicBezTo>
                      <a:cubicBezTo>
                        <a:pt x="141" y="35"/>
                        <a:pt x="123" y="25"/>
                        <a:pt x="102" y="24"/>
                      </a:cubicBezTo>
                      <a:cubicBezTo>
                        <a:pt x="102" y="0"/>
                        <a:pt x="102" y="0"/>
                        <a:pt x="102" y="0"/>
                      </a:cubicBezTo>
                      <a:cubicBezTo>
                        <a:pt x="91" y="0"/>
                        <a:pt x="91" y="0"/>
                        <a:pt x="91" y="0"/>
                      </a:cubicBezTo>
                      <a:cubicBezTo>
                        <a:pt x="91" y="5"/>
                        <a:pt x="91" y="5"/>
                        <a:pt x="91" y="5"/>
                      </a:cubicBezTo>
                      <a:cubicBezTo>
                        <a:pt x="41" y="6"/>
                        <a:pt x="0" y="46"/>
                        <a:pt x="0" y="97"/>
                      </a:cubicBezTo>
                      <a:cubicBezTo>
                        <a:pt x="0" y="144"/>
                        <a:pt x="37" y="184"/>
                        <a:pt x="84" y="188"/>
                      </a:cubicBezTo>
                      <a:cubicBezTo>
                        <a:pt x="84" y="211"/>
                        <a:pt x="84" y="211"/>
                        <a:pt x="84" y="211"/>
                      </a:cubicBezTo>
                      <a:cubicBezTo>
                        <a:pt x="60" y="211"/>
                        <a:pt x="60" y="211"/>
                        <a:pt x="60" y="211"/>
                      </a:cubicBezTo>
                      <a:cubicBezTo>
                        <a:pt x="60" y="220"/>
                        <a:pt x="60" y="220"/>
                        <a:pt x="60" y="220"/>
                      </a:cubicBezTo>
                      <a:cubicBezTo>
                        <a:pt x="43" y="220"/>
                        <a:pt x="43" y="220"/>
                        <a:pt x="43" y="220"/>
                      </a:cubicBezTo>
                      <a:cubicBezTo>
                        <a:pt x="43" y="233"/>
                        <a:pt x="43" y="233"/>
                        <a:pt x="43" y="233"/>
                      </a:cubicBezTo>
                      <a:cubicBezTo>
                        <a:pt x="140" y="233"/>
                        <a:pt x="140" y="233"/>
                        <a:pt x="140" y="233"/>
                      </a:cubicBezTo>
                      <a:cubicBezTo>
                        <a:pt x="140" y="220"/>
                        <a:pt x="140" y="220"/>
                        <a:pt x="140" y="220"/>
                      </a:cubicBezTo>
                      <a:cubicBezTo>
                        <a:pt x="124" y="220"/>
                        <a:pt x="124" y="220"/>
                        <a:pt x="124" y="220"/>
                      </a:cubicBezTo>
                      <a:cubicBezTo>
                        <a:pt x="124" y="211"/>
                        <a:pt x="124" y="211"/>
                        <a:pt x="124" y="211"/>
                      </a:cubicBezTo>
                      <a:cubicBezTo>
                        <a:pt x="102" y="211"/>
                        <a:pt x="102" y="211"/>
                        <a:pt x="102" y="211"/>
                      </a:cubicBezTo>
                      <a:cubicBezTo>
                        <a:pt x="102" y="168"/>
                        <a:pt x="102" y="168"/>
                        <a:pt x="102" y="168"/>
                      </a:cubicBezTo>
                      <a:cubicBezTo>
                        <a:pt x="123" y="166"/>
                        <a:pt x="141" y="157"/>
                        <a:pt x="153" y="142"/>
                      </a:cubicBezTo>
                      <a:cubicBezTo>
                        <a:pt x="154" y="141"/>
                        <a:pt x="155" y="139"/>
                        <a:pt x="156" y="138"/>
                      </a:cubicBezTo>
                      <a:cubicBezTo>
                        <a:pt x="165" y="126"/>
                        <a:pt x="170" y="111"/>
                        <a:pt x="170" y="96"/>
                      </a:cubicBezTo>
                      <a:cubicBezTo>
                        <a:pt x="170" y="80"/>
                        <a:pt x="165" y="66"/>
                        <a:pt x="156" y="54"/>
                      </a:cubicBezTo>
                      <a:close/>
                      <a:moveTo>
                        <a:pt x="164" y="95"/>
                      </a:moveTo>
                      <a:cubicBezTo>
                        <a:pt x="140" y="95"/>
                        <a:pt x="140" y="95"/>
                        <a:pt x="140" y="95"/>
                      </a:cubicBezTo>
                      <a:cubicBezTo>
                        <a:pt x="140" y="85"/>
                        <a:pt x="139" y="75"/>
                        <a:pt x="136" y="66"/>
                      </a:cubicBezTo>
                      <a:cubicBezTo>
                        <a:pt x="142" y="63"/>
                        <a:pt x="147" y="61"/>
                        <a:pt x="152" y="58"/>
                      </a:cubicBezTo>
                      <a:cubicBezTo>
                        <a:pt x="159" y="68"/>
                        <a:pt x="164" y="81"/>
                        <a:pt x="164" y="95"/>
                      </a:cubicBezTo>
                      <a:close/>
                      <a:moveTo>
                        <a:pt x="148" y="53"/>
                      </a:moveTo>
                      <a:cubicBezTo>
                        <a:pt x="144" y="56"/>
                        <a:pt x="140" y="58"/>
                        <a:pt x="134" y="60"/>
                      </a:cubicBezTo>
                      <a:cubicBezTo>
                        <a:pt x="131" y="49"/>
                        <a:pt x="125" y="39"/>
                        <a:pt x="118" y="33"/>
                      </a:cubicBezTo>
                      <a:cubicBezTo>
                        <a:pt x="130" y="37"/>
                        <a:pt x="140" y="44"/>
                        <a:pt x="148" y="53"/>
                      </a:cubicBezTo>
                      <a:close/>
                      <a:moveTo>
                        <a:pt x="61" y="95"/>
                      </a:moveTo>
                      <a:cubicBezTo>
                        <a:pt x="61" y="85"/>
                        <a:pt x="62" y="76"/>
                        <a:pt x="64" y="68"/>
                      </a:cubicBezTo>
                      <a:cubicBezTo>
                        <a:pt x="74" y="70"/>
                        <a:pt x="84" y="72"/>
                        <a:pt x="94" y="72"/>
                      </a:cubicBezTo>
                      <a:cubicBezTo>
                        <a:pt x="94" y="95"/>
                        <a:pt x="94" y="95"/>
                        <a:pt x="94" y="95"/>
                      </a:cubicBezTo>
                      <a:lnTo>
                        <a:pt x="61" y="95"/>
                      </a:lnTo>
                      <a:close/>
                      <a:moveTo>
                        <a:pt x="94" y="101"/>
                      </a:moveTo>
                      <a:cubicBezTo>
                        <a:pt x="94" y="120"/>
                        <a:pt x="94" y="120"/>
                        <a:pt x="94" y="120"/>
                      </a:cubicBezTo>
                      <a:cubicBezTo>
                        <a:pt x="84" y="120"/>
                        <a:pt x="74" y="121"/>
                        <a:pt x="64" y="124"/>
                      </a:cubicBezTo>
                      <a:cubicBezTo>
                        <a:pt x="63" y="117"/>
                        <a:pt x="61" y="109"/>
                        <a:pt x="61" y="101"/>
                      </a:cubicBezTo>
                      <a:lnTo>
                        <a:pt x="94" y="101"/>
                      </a:lnTo>
                      <a:close/>
                      <a:moveTo>
                        <a:pt x="61" y="60"/>
                      </a:moveTo>
                      <a:cubicBezTo>
                        <a:pt x="55" y="58"/>
                        <a:pt x="51" y="56"/>
                        <a:pt x="47" y="53"/>
                      </a:cubicBezTo>
                      <a:cubicBezTo>
                        <a:pt x="55" y="44"/>
                        <a:pt x="65" y="37"/>
                        <a:pt x="77" y="33"/>
                      </a:cubicBezTo>
                      <a:cubicBezTo>
                        <a:pt x="70" y="39"/>
                        <a:pt x="64" y="49"/>
                        <a:pt x="61" y="60"/>
                      </a:cubicBezTo>
                      <a:close/>
                      <a:moveTo>
                        <a:pt x="59" y="66"/>
                      </a:moveTo>
                      <a:cubicBezTo>
                        <a:pt x="56" y="75"/>
                        <a:pt x="55" y="85"/>
                        <a:pt x="55" y="95"/>
                      </a:cubicBezTo>
                      <a:cubicBezTo>
                        <a:pt x="31" y="95"/>
                        <a:pt x="31" y="95"/>
                        <a:pt x="31" y="95"/>
                      </a:cubicBezTo>
                      <a:cubicBezTo>
                        <a:pt x="31" y="81"/>
                        <a:pt x="36" y="68"/>
                        <a:pt x="43" y="58"/>
                      </a:cubicBezTo>
                      <a:cubicBezTo>
                        <a:pt x="48" y="61"/>
                        <a:pt x="53" y="63"/>
                        <a:pt x="59" y="66"/>
                      </a:cubicBezTo>
                      <a:close/>
                      <a:moveTo>
                        <a:pt x="55" y="101"/>
                      </a:moveTo>
                      <a:cubicBezTo>
                        <a:pt x="55" y="110"/>
                        <a:pt x="57" y="118"/>
                        <a:pt x="59" y="126"/>
                      </a:cubicBezTo>
                      <a:cubicBezTo>
                        <a:pt x="53" y="128"/>
                        <a:pt x="48" y="131"/>
                        <a:pt x="43" y="134"/>
                      </a:cubicBezTo>
                      <a:cubicBezTo>
                        <a:pt x="37" y="125"/>
                        <a:pt x="32" y="113"/>
                        <a:pt x="31" y="101"/>
                      </a:cubicBezTo>
                      <a:lnTo>
                        <a:pt x="55" y="101"/>
                      </a:lnTo>
                      <a:close/>
                      <a:moveTo>
                        <a:pt x="61" y="132"/>
                      </a:moveTo>
                      <a:cubicBezTo>
                        <a:pt x="64" y="143"/>
                        <a:pt x="70" y="152"/>
                        <a:pt x="77" y="159"/>
                      </a:cubicBezTo>
                      <a:cubicBezTo>
                        <a:pt x="65" y="155"/>
                        <a:pt x="55" y="148"/>
                        <a:pt x="47" y="139"/>
                      </a:cubicBezTo>
                      <a:cubicBezTo>
                        <a:pt x="51" y="136"/>
                        <a:pt x="55" y="134"/>
                        <a:pt x="61" y="132"/>
                      </a:cubicBezTo>
                      <a:close/>
                      <a:moveTo>
                        <a:pt x="66" y="130"/>
                      </a:moveTo>
                      <a:cubicBezTo>
                        <a:pt x="75" y="127"/>
                        <a:pt x="84" y="126"/>
                        <a:pt x="94" y="126"/>
                      </a:cubicBezTo>
                      <a:cubicBezTo>
                        <a:pt x="94" y="162"/>
                        <a:pt x="94" y="162"/>
                        <a:pt x="94" y="162"/>
                      </a:cubicBezTo>
                      <a:cubicBezTo>
                        <a:pt x="82" y="160"/>
                        <a:pt x="72" y="148"/>
                        <a:pt x="66" y="130"/>
                      </a:cubicBezTo>
                      <a:close/>
                      <a:moveTo>
                        <a:pt x="94" y="66"/>
                      </a:moveTo>
                      <a:cubicBezTo>
                        <a:pt x="84" y="66"/>
                        <a:pt x="75" y="64"/>
                        <a:pt x="66" y="62"/>
                      </a:cubicBezTo>
                      <a:cubicBezTo>
                        <a:pt x="72" y="44"/>
                        <a:pt x="82" y="32"/>
                        <a:pt x="94" y="30"/>
                      </a:cubicBezTo>
                      <a:lnTo>
                        <a:pt x="94" y="66"/>
                      </a:lnTo>
                      <a:close/>
                      <a:moveTo>
                        <a:pt x="100" y="101"/>
                      </a:moveTo>
                      <a:cubicBezTo>
                        <a:pt x="134" y="101"/>
                        <a:pt x="134" y="101"/>
                        <a:pt x="134" y="101"/>
                      </a:cubicBezTo>
                      <a:cubicBezTo>
                        <a:pt x="134" y="109"/>
                        <a:pt x="132" y="117"/>
                        <a:pt x="131" y="124"/>
                      </a:cubicBezTo>
                      <a:cubicBezTo>
                        <a:pt x="121" y="122"/>
                        <a:pt x="111" y="120"/>
                        <a:pt x="100" y="120"/>
                      </a:cubicBezTo>
                      <a:lnTo>
                        <a:pt x="100" y="101"/>
                      </a:lnTo>
                      <a:close/>
                      <a:moveTo>
                        <a:pt x="100" y="95"/>
                      </a:moveTo>
                      <a:cubicBezTo>
                        <a:pt x="100" y="72"/>
                        <a:pt x="100" y="72"/>
                        <a:pt x="100" y="72"/>
                      </a:cubicBezTo>
                      <a:cubicBezTo>
                        <a:pt x="111" y="72"/>
                        <a:pt x="121" y="70"/>
                        <a:pt x="131" y="67"/>
                      </a:cubicBezTo>
                      <a:cubicBezTo>
                        <a:pt x="133" y="76"/>
                        <a:pt x="134" y="85"/>
                        <a:pt x="134" y="95"/>
                      </a:cubicBezTo>
                      <a:lnTo>
                        <a:pt x="100" y="95"/>
                      </a:lnTo>
                      <a:close/>
                      <a:moveTo>
                        <a:pt x="129" y="62"/>
                      </a:moveTo>
                      <a:cubicBezTo>
                        <a:pt x="120" y="64"/>
                        <a:pt x="111" y="66"/>
                        <a:pt x="100" y="66"/>
                      </a:cubicBezTo>
                      <a:cubicBezTo>
                        <a:pt x="100" y="30"/>
                        <a:pt x="100" y="30"/>
                        <a:pt x="100" y="30"/>
                      </a:cubicBezTo>
                      <a:cubicBezTo>
                        <a:pt x="113" y="31"/>
                        <a:pt x="123" y="44"/>
                        <a:pt x="129" y="62"/>
                      </a:cubicBezTo>
                      <a:close/>
                      <a:moveTo>
                        <a:pt x="12" y="97"/>
                      </a:moveTo>
                      <a:cubicBezTo>
                        <a:pt x="12" y="53"/>
                        <a:pt x="47" y="17"/>
                        <a:pt x="91" y="17"/>
                      </a:cubicBezTo>
                      <a:cubicBezTo>
                        <a:pt x="91" y="24"/>
                        <a:pt x="91" y="24"/>
                        <a:pt x="91" y="24"/>
                      </a:cubicBezTo>
                      <a:cubicBezTo>
                        <a:pt x="71" y="26"/>
                        <a:pt x="54" y="35"/>
                        <a:pt x="42" y="50"/>
                      </a:cubicBezTo>
                      <a:cubicBezTo>
                        <a:pt x="41" y="51"/>
                        <a:pt x="39" y="53"/>
                        <a:pt x="38" y="54"/>
                      </a:cubicBezTo>
                      <a:cubicBezTo>
                        <a:pt x="30" y="66"/>
                        <a:pt x="25" y="80"/>
                        <a:pt x="25" y="96"/>
                      </a:cubicBezTo>
                      <a:cubicBezTo>
                        <a:pt x="25" y="111"/>
                        <a:pt x="30" y="126"/>
                        <a:pt x="38" y="138"/>
                      </a:cubicBezTo>
                      <a:cubicBezTo>
                        <a:pt x="39" y="139"/>
                        <a:pt x="41" y="141"/>
                        <a:pt x="42" y="142"/>
                      </a:cubicBezTo>
                      <a:cubicBezTo>
                        <a:pt x="54" y="157"/>
                        <a:pt x="72" y="167"/>
                        <a:pt x="93" y="168"/>
                      </a:cubicBezTo>
                      <a:cubicBezTo>
                        <a:pt x="93" y="176"/>
                        <a:pt x="93" y="176"/>
                        <a:pt x="93" y="176"/>
                      </a:cubicBezTo>
                      <a:cubicBezTo>
                        <a:pt x="93" y="177"/>
                        <a:pt x="92" y="177"/>
                        <a:pt x="92" y="177"/>
                      </a:cubicBezTo>
                      <a:cubicBezTo>
                        <a:pt x="48" y="177"/>
                        <a:pt x="12" y="141"/>
                        <a:pt x="12" y="97"/>
                      </a:cubicBezTo>
                      <a:close/>
                      <a:moveTo>
                        <a:pt x="100" y="162"/>
                      </a:moveTo>
                      <a:cubicBezTo>
                        <a:pt x="100" y="126"/>
                        <a:pt x="100" y="126"/>
                        <a:pt x="100" y="126"/>
                      </a:cubicBezTo>
                      <a:cubicBezTo>
                        <a:pt x="111" y="126"/>
                        <a:pt x="120" y="127"/>
                        <a:pt x="129" y="130"/>
                      </a:cubicBezTo>
                      <a:cubicBezTo>
                        <a:pt x="123" y="148"/>
                        <a:pt x="113" y="160"/>
                        <a:pt x="100" y="162"/>
                      </a:cubicBezTo>
                      <a:close/>
                      <a:moveTo>
                        <a:pt x="118" y="159"/>
                      </a:moveTo>
                      <a:cubicBezTo>
                        <a:pt x="125" y="152"/>
                        <a:pt x="131" y="143"/>
                        <a:pt x="134" y="132"/>
                      </a:cubicBezTo>
                      <a:cubicBezTo>
                        <a:pt x="140" y="134"/>
                        <a:pt x="144" y="136"/>
                        <a:pt x="148" y="139"/>
                      </a:cubicBezTo>
                      <a:cubicBezTo>
                        <a:pt x="140" y="148"/>
                        <a:pt x="130" y="155"/>
                        <a:pt x="118" y="159"/>
                      </a:cubicBezTo>
                      <a:close/>
                      <a:moveTo>
                        <a:pt x="152" y="134"/>
                      </a:moveTo>
                      <a:cubicBezTo>
                        <a:pt x="147" y="131"/>
                        <a:pt x="142" y="128"/>
                        <a:pt x="136" y="126"/>
                      </a:cubicBezTo>
                      <a:cubicBezTo>
                        <a:pt x="138" y="118"/>
                        <a:pt x="140" y="110"/>
                        <a:pt x="140" y="101"/>
                      </a:cubicBezTo>
                      <a:cubicBezTo>
                        <a:pt x="163" y="101"/>
                        <a:pt x="163" y="101"/>
                        <a:pt x="163" y="101"/>
                      </a:cubicBezTo>
                      <a:cubicBezTo>
                        <a:pt x="163" y="113"/>
                        <a:pt x="158" y="125"/>
                        <a:pt x="152" y="134"/>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49" name="Freeform 101"/>
                <p:cNvSpPr>
                  <a:spLocks noEditPoints="1"/>
                </p:cNvSpPr>
                <p:nvPr/>
              </p:nvSpPr>
              <p:spPr bwMode="auto">
                <a:xfrm>
                  <a:off x="2468" y="785"/>
                  <a:ext cx="96" cy="157"/>
                </a:xfrm>
                <a:custGeom>
                  <a:avLst/>
                  <a:gdLst>
                    <a:gd name="T0" fmla="*/ 0 w 96"/>
                    <a:gd name="T1" fmla="*/ 157 h 157"/>
                    <a:gd name="T2" fmla="*/ 96 w 96"/>
                    <a:gd name="T3" fmla="*/ 0 h 157"/>
                    <a:gd name="T4" fmla="*/ 36 w 96"/>
                    <a:gd name="T5" fmla="*/ 9 h 157"/>
                    <a:gd name="T6" fmla="*/ 61 w 96"/>
                    <a:gd name="T7" fmla="*/ 11 h 157"/>
                    <a:gd name="T8" fmla="*/ 36 w 96"/>
                    <a:gd name="T9" fmla="*/ 9 h 157"/>
                    <a:gd name="T10" fmla="*/ 14 w 96"/>
                    <a:gd name="T11" fmla="*/ 137 h 157"/>
                    <a:gd name="T12" fmla="*/ 33 w 96"/>
                    <a:gd name="T13" fmla="*/ 127 h 157"/>
                    <a:gd name="T14" fmla="*/ 33 w 96"/>
                    <a:gd name="T15" fmla="*/ 122 h 157"/>
                    <a:gd name="T16" fmla="*/ 14 w 96"/>
                    <a:gd name="T17" fmla="*/ 112 h 157"/>
                    <a:gd name="T18" fmla="*/ 33 w 96"/>
                    <a:gd name="T19" fmla="*/ 122 h 157"/>
                    <a:gd name="T20" fmla="*/ 14 w 96"/>
                    <a:gd name="T21" fmla="*/ 106 h 157"/>
                    <a:gd name="T22" fmla="*/ 33 w 96"/>
                    <a:gd name="T23" fmla="*/ 96 h 157"/>
                    <a:gd name="T24" fmla="*/ 33 w 96"/>
                    <a:gd name="T25" fmla="*/ 90 h 157"/>
                    <a:gd name="T26" fmla="*/ 14 w 96"/>
                    <a:gd name="T27" fmla="*/ 80 h 157"/>
                    <a:gd name="T28" fmla="*/ 33 w 96"/>
                    <a:gd name="T29" fmla="*/ 90 h 157"/>
                    <a:gd name="T30" fmla="*/ 36 w 96"/>
                    <a:gd name="T31" fmla="*/ 151 h 157"/>
                    <a:gd name="T32" fmla="*/ 61 w 96"/>
                    <a:gd name="T33" fmla="*/ 148 h 157"/>
                    <a:gd name="T34" fmla="*/ 57 w 96"/>
                    <a:gd name="T35" fmla="*/ 96 h 157"/>
                    <a:gd name="T36" fmla="*/ 39 w 96"/>
                    <a:gd name="T37" fmla="*/ 106 h 157"/>
                    <a:gd name="T38" fmla="*/ 57 w 96"/>
                    <a:gd name="T39" fmla="*/ 96 h 157"/>
                    <a:gd name="T40" fmla="*/ 39 w 96"/>
                    <a:gd name="T41" fmla="*/ 80 h 157"/>
                    <a:gd name="T42" fmla="*/ 57 w 96"/>
                    <a:gd name="T43" fmla="*/ 90 h 157"/>
                    <a:gd name="T44" fmla="*/ 57 w 96"/>
                    <a:gd name="T45" fmla="*/ 112 h 157"/>
                    <a:gd name="T46" fmla="*/ 39 w 96"/>
                    <a:gd name="T47" fmla="*/ 122 h 157"/>
                    <a:gd name="T48" fmla="*/ 57 w 96"/>
                    <a:gd name="T49" fmla="*/ 112 h 157"/>
                    <a:gd name="T50" fmla="*/ 57 w 96"/>
                    <a:gd name="T51" fmla="*/ 137 h 157"/>
                    <a:gd name="T52" fmla="*/ 39 w 96"/>
                    <a:gd name="T53" fmla="*/ 127 h 157"/>
                    <a:gd name="T54" fmla="*/ 83 w 96"/>
                    <a:gd name="T55" fmla="*/ 137 h 157"/>
                    <a:gd name="T56" fmla="*/ 64 w 96"/>
                    <a:gd name="T57" fmla="*/ 127 h 157"/>
                    <a:gd name="T58" fmla="*/ 83 w 96"/>
                    <a:gd name="T59" fmla="*/ 137 h 157"/>
                    <a:gd name="T60" fmla="*/ 64 w 96"/>
                    <a:gd name="T61" fmla="*/ 122 h 157"/>
                    <a:gd name="T62" fmla="*/ 83 w 96"/>
                    <a:gd name="T63" fmla="*/ 112 h 157"/>
                    <a:gd name="T64" fmla="*/ 83 w 96"/>
                    <a:gd name="T65" fmla="*/ 106 h 157"/>
                    <a:gd name="T66" fmla="*/ 64 w 96"/>
                    <a:gd name="T67" fmla="*/ 96 h 157"/>
                    <a:gd name="T68" fmla="*/ 83 w 96"/>
                    <a:gd name="T69" fmla="*/ 106 h 157"/>
                    <a:gd name="T70" fmla="*/ 64 w 96"/>
                    <a:gd name="T71" fmla="*/ 90 h 157"/>
                    <a:gd name="T72" fmla="*/ 83 w 96"/>
                    <a:gd name="T73" fmla="*/ 80 h 157"/>
                    <a:gd name="T74" fmla="*/ 83 w 96"/>
                    <a:gd name="T75" fmla="*/ 74 h 157"/>
                    <a:gd name="T76" fmla="*/ 14 w 96"/>
                    <a:gd name="T77" fmla="*/ 17 h 157"/>
                    <a:gd name="T78" fmla="*/ 83 w 96"/>
                    <a:gd name="T79" fmla="*/ 74 h 1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6"/>
                    <a:gd name="T121" fmla="*/ 0 h 157"/>
                    <a:gd name="T122" fmla="*/ 96 w 96"/>
                    <a:gd name="T123" fmla="*/ 157 h 1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6" h="157">
                      <a:moveTo>
                        <a:pt x="0" y="0"/>
                      </a:moveTo>
                      <a:lnTo>
                        <a:pt x="0" y="157"/>
                      </a:lnTo>
                      <a:lnTo>
                        <a:pt x="96" y="157"/>
                      </a:lnTo>
                      <a:lnTo>
                        <a:pt x="96" y="0"/>
                      </a:lnTo>
                      <a:lnTo>
                        <a:pt x="0" y="0"/>
                      </a:lnTo>
                      <a:close/>
                      <a:moveTo>
                        <a:pt x="36" y="9"/>
                      </a:moveTo>
                      <a:lnTo>
                        <a:pt x="61" y="9"/>
                      </a:lnTo>
                      <a:lnTo>
                        <a:pt x="61" y="11"/>
                      </a:lnTo>
                      <a:lnTo>
                        <a:pt x="36" y="11"/>
                      </a:lnTo>
                      <a:lnTo>
                        <a:pt x="36" y="9"/>
                      </a:lnTo>
                      <a:close/>
                      <a:moveTo>
                        <a:pt x="33" y="137"/>
                      </a:moveTo>
                      <a:lnTo>
                        <a:pt x="14" y="137"/>
                      </a:lnTo>
                      <a:lnTo>
                        <a:pt x="14" y="127"/>
                      </a:lnTo>
                      <a:lnTo>
                        <a:pt x="33" y="127"/>
                      </a:lnTo>
                      <a:lnTo>
                        <a:pt x="33" y="137"/>
                      </a:lnTo>
                      <a:close/>
                      <a:moveTo>
                        <a:pt x="33" y="122"/>
                      </a:moveTo>
                      <a:lnTo>
                        <a:pt x="14" y="122"/>
                      </a:lnTo>
                      <a:lnTo>
                        <a:pt x="14" y="112"/>
                      </a:lnTo>
                      <a:lnTo>
                        <a:pt x="33" y="112"/>
                      </a:lnTo>
                      <a:lnTo>
                        <a:pt x="33" y="122"/>
                      </a:lnTo>
                      <a:close/>
                      <a:moveTo>
                        <a:pt x="33" y="106"/>
                      </a:moveTo>
                      <a:lnTo>
                        <a:pt x="14" y="106"/>
                      </a:lnTo>
                      <a:lnTo>
                        <a:pt x="14" y="96"/>
                      </a:lnTo>
                      <a:lnTo>
                        <a:pt x="33" y="96"/>
                      </a:lnTo>
                      <a:lnTo>
                        <a:pt x="33" y="106"/>
                      </a:lnTo>
                      <a:close/>
                      <a:moveTo>
                        <a:pt x="33" y="90"/>
                      </a:moveTo>
                      <a:lnTo>
                        <a:pt x="14" y="90"/>
                      </a:lnTo>
                      <a:lnTo>
                        <a:pt x="14" y="80"/>
                      </a:lnTo>
                      <a:lnTo>
                        <a:pt x="33" y="80"/>
                      </a:lnTo>
                      <a:lnTo>
                        <a:pt x="33" y="90"/>
                      </a:lnTo>
                      <a:close/>
                      <a:moveTo>
                        <a:pt x="61" y="151"/>
                      </a:moveTo>
                      <a:lnTo>
                        <a:pt x="36" y="151"/>
                      </a:lnTo>
                      <a:lnTo>
                        <a:pt x="36" y="148"/>
                      </a:lnTo>
                      <a:lnTo>
                        <a:pt x="61" y="148"/>
                      </a:lnTo>
                      <a:lnTo>
                        <a:pt x="61" y="151"/>
                      </a:lnTo>
                      <a:close/>
                      <a:moveTo>
                        <a:pt x="57" y="96"/>
                      </a:moveTo>
                      <a:lnTo>
                        <a:pt x="57" y="106"/>
                      </a:lnTo>
                      <a:lnTo>
                        <a:pt x="39" y="106"/>
                      </a:lnTo>
                      <a:lnTo>
                        <a:pt x="39" y="96"/>
                      </a:lnTo>
                      <a:lnTo>
                        <a:pt x="57" y="96"/>
                      </a:lnTo>
                      <a:close/>
                      <a:moveTo>
                        <a:pt x="39" y="90"/>
                      </a:moveTo>
                      <a:lnTo>
                        <a:pt x="39" y="80"/>
                      </a:lnTo>
                      <a:lnTo>
                        <a:pt x="57" y="80"/>
                      </a:lnTo>
                      <a:lnTo>
                        <a:pt x="57" y="90"/>
                      </a:lnTo>
                      <a:lnTo>
                        <a:pt x="39" y="90"/>
                      </a:lnTo>
                      <a:close/>
                      <a:moveTo>
                        <a:pt x="57" y="112"/>
                      </a:moveTo>
                      <a:lnTo>
                        <a:pt x="57" y="122"/>
                      </a:lnTo>
                      <a:lnTo>
                        <a:pt x="39" y="122"/>
                      </a:lnTo>
                      <a:lnTo>
                        <a:pt x="39" y="112"/>
                      </a:lnTo>
                      <a:lnTo>
                        <a:pt x="57" y="112"/>
                      </a:lnTo>
                      <a:close/>
                      <a:moveTo>
                        <a:pt x="57" y="127"/>
                      </a:moveTo>
                      <a:lnTo>
                        <a:pt x="57" y="137"/>
                      </a:lnTo>
                      <a:lnTo>
                        <a:pt x="39" y="137"/>
                      </a:lnTo>
                      <a:lnTo>
                        <a:pt x="39" y="127"/>
                      </a:lnTo>
                      <a:lnTo>
                        <a:pt x="57" y="127"/>
                      </a:lnTo>
                      <a:close/>
                      <a:moveTo>
                        <a:pt x="83" y="137"/>
                      </a:moveTo>
                      <a:lnTo>
                        <a:pt x="64" y="137"/>
                      </a:lnTo>
                      <a:lnTo>
                        <a:pt x="64" y="127"/>
                      </a:lnTo>
                      <a:lnTo>
                        <a:pt x="83" y="127"/>
                      </a:lnTo>
                      <a:lnTo>
                        <a:pt x="83" y="137"/>
                      </a:lnTo>
                      <a:close/>
                      <a:moveTo>
                        <a:pt x="83" y="122"/>
                      </a:moveTo>
                      <a:lnTo>
                        <a:pt x="64" y="122"/>
                      </a:lnTo>
                      <a:lnTo>
                        <a:pt x="64" y="112"/>
                      </a:lnTo>
                      <a:lnTo>
                        <a:pt x="83" y="112"/>
                      </a:lnTo>
                      <a:lnTo>
                        <a:pt x="83" y="122"/>
                      </a:lnTo>
                      <a:close/>
                      <a:moveTo>
                        <a:pt x="83" y="106"/>
                      </a:moveTo>
                      <a:lnTo>
                        <a:pt x="64" y="106"/>
                      </a:lnTo>
                      <a:lnTo>
                        <a:pt x="64" y="96"/>
                      </a:lnTo>
                      <a:lnTo>
                        <a:pt x="83" y="96"/>
                      </a:lnTo>
                      <a:lnTo>
                        <a:pt x="83" y="106"/>
                      </a:lnTo>
                      <a:close/>
                      <a:moveTo>
                        <a:pt x="83" y="90"/>
                      </a:moveTo>
                      <a:lnTo>
                        <a:pt x="64" y="90"/>
                      </a:lnTo>
                      <a:lnTo>
                        <a:pt x="64" y="80"/>
                      </a:lnTo>
                      <a:lnTo>
                        <a:pt x="83" y="80"/>
                      </a:lnTo>
                      <a:lnTo>
                        <a:pt x="83" y="90"/>
                      </a:lnTo>
                      <a:close/>
                      <a:moveTo>
                        <a:pt x="83" y="74"/>
                      </a:moveTo>
                      <a:lnTo>
                        <a:pt x="14" y="74"/>
                      </a:lnTo>
                      <a:lnTo>
                        <a:pt x="14" y="17"/>
                      </a:lnTo>
                      <a:lnTo>
                        <a:pt x="83" y="17"/>
                      </a:lnTo>
                      <a:lnTo>
                        <a:pt x="83" y="74"/>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0" name="Freeform 102"/>
                <p:cNvSpPr>
                  <a:spLocks/>
                </p:cNvSpPr>
                <p:nvPr/>
              </p:nvSpPr>
              <p:spPr bwMode="auto">
                <a:xfrm>
                  <a:off x="2694" y="1167"/>
                  <a:ext cx="110" cy="110"/>
                </a:xfrm>
                <a:custGeom>
                  <a:avLst/>
                  <a:gdLst>
                    <a:gd name="T0" fmla="*/ 0 w 110"/>
                    <a:gd name="T1" fmla="*/ 21 h 110"/>
                    <a:gd name="T2" fmla="*/ 90 w 110"/>
                    <a:gd name="T3" fmla="*/ 110 h 110"/>
                    <a:gd name="T4" fmla="*/ 110 w 110"/>
                    <a:gd name="T5" fmla="*/ 90 h 110"/>
                    <a:gd name="T6" fmla="*/ 20 w 110"/>
                    <a:gd name="T7" fmla="*/ 0 h 110"/>
                    <a:gd name="T8" fmla="*/ 0 w 110"/>
                    <a:gd name="T9" fmla="*/ 21 h 110"/>
                    <a:gd name="T10" fmla="*/ 0 60000 65536"/>
                    <a:gd name="T11" fmla="*/ 0 60000 65536"/>
                    <a:gd name="T12" fmla="*/ 0 60000 65536"/>
                    <a:gd name="T13" fmla="*/ 0 60000 65536"/>
                    <a:gd name="T14" fmla="*/ 0 60000 65536"/>
                    <a:gd name="T15" fmla="*/ 0 w 110"/>
                    <a:gd name="T16" fmla="*/ 0 h 110"/>
                    <a:gd name="T17" fmla="*/ 110 w 110"/>
                    <a:gd name="T18" fmla="*/ 110 h 110"/>
                  </a:gdLst>
                  <a:ahLst/>
                  <a:cxnLst>
                    <a:cxn ang="T10">
                      <a:pos x="T0" y="T1"/>
                    </a:cxn>
                    <a:cxn ang="T11">
                      <a:pos x="T2" y="T3"/>
                    </a:cxn>
                    <a:cxn ang="T12">
                      <a:pos x="T4" y="T5"/>
                    </a:cxn>
                    <a:cxn ang="T13">
                      <a:pos x="T6" y="T7"/>
                    </a:cxn>
                    <a:cxn ang="T14">
                      <a:pos x="T8" y="T9"/>
                    </a:cxn>
                  </a:cxnLst>
                  <a:rect l="T15" t="T16" r="T17" b="T18"/>
                  <a:pathLst>
                    <a:path w="110" h="110">
                      <a:moveTo>
                        <a:pt x="0" y="21"/>
                      </a:moveTo>
                      <a:lnTo>
                        <a:pt x="90" y="110"/>
                      </a:lnTo>
                      <a:lnTo>
                        <a:pt x="110" y="90"/>
                      </a:lnTo>
                      <a:lnTo>
                        <a:pt x="20" y="0"/>
                      </a:lnTo>
                      <a:lnTo>
                        <a:pt x="0" y="2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1" name="Oval 103"/>
                <p:cNvSpPr>
                  <a:spLocks noChangeArrowheads="1"/>
                </p:cNvSpPr>
                <p:nvPr/>
              </p:nvSpPr>
              <p:spPr bwMode="auto">
                <a:xfrm>
                  <a:off x="2759" y="1164"/>
                  <a:ext cx="45" cy="45"/>
                </a:xfrm>
                <a:prstGeom prst="ellipse">
                  <a:avLst/>
                </a:prstGeom>
                <a:solidFill>
                  <a:srgbClr val="FFFFFF"/>
                </a:solidFill>
                <a:ln w="9525">
                  <a:noFill/>
                  <a:round/>
                  <a:headEnd/>
                  <a:tailEnd/>
                </a:ln>
              </p:spPr>
              <p:txBody>
                <a:bodyPr lIns="121920" tIns="60960" rIns="121920" bIns="60960"/>
                <a:lstStyle/>
                <a:p>
                  <a:pPr eaLnBrk="0" hangingPunct="0"/>
                  <a:endParaRPr lang="el-GR" sz="3200"/>
                </a:p>
              </p:txBody>
            </p:sp>
            <p:sp>
              <p:nvSpPr>
                <p:cNvPr id="437452" name="Oval 104"/>
                <p:cNvSpPr>
                  <a:spLocks noChangeArrowheads="1"/>
                </p:cNvSpPr>
                <p:nvPr/>
              </p:nvSpPr>
              <p:spPr bwMode="auto">
                <a:xfrm>
                  <a:off x="2689" y="1233"/>
                  <a:ext cx="44" cy="45"/>
                </a:xfrm>
                <a:prstGeom prst="ellipse">
                  <a:avLst/>
                </a:prstGeom>
                <a:solidFill>
                  <a:srgbClr val="FFFFFF"/>
                </a:solidFill>
                <a:ln w="9525">
                  <a:noFill/>
                  <a:round/>
                  <a:headEnd/>
                  <a:tailEnd/>
                </a:ln>
              </p:spPr>
              <p:txBody>
                <a:bodyPr lIns="121920" tIns="60960" rIns="121920" bIns="60960"/>
                <a:lstStyle/>
                <a:p>
                  <a:pPr eaLnBrk="0" hangingPunct="0"/>
                  <a:endParaRPr lang="el-GR" sz="3200"/>
                </a:p>
              </p:txBody>
            </p:sp>
            <p:sp>
              <p:nvSpPr>
                <p:cNvPr id="437453" name="Freeform 105"/>
                <p:cNvSpPr>
                  <a:spLocks noEditPoints="1"/>
                </p:cNvSpPr>
                <p:nvPr/>
              </p:nvSpPr>
              <p:spPr bwMode="auto">
                <a:xfrm>
                  <a:off x="3637" y="1295"/>
                  <a:ext cx="126" cy="113"/>
                </a:xfrm>
                <a:custGeom>
                  <a:avLst/>
                  <a:gdLst>
                    <a:gd name="T0" fmla="*/ 98 w 139"/>
                    <a:gd name="T1" fmla="*/ 19 h 125"/>
                    <a:gd name="T2" fmla="*/ 65 w 139"/>
                    <a:gd name="T3" fmla="*/ 27 h 125"/>
                    <a:gd name="T4" fmla="*/ 66 w 139"/>
                    <a:gd name="T5" fmla="*/ 15 h 125"/>
                    <a:gd name="T6" fmla="*/ 76 w 139"/>
                    <a:gd name="T7" fmla="*/ 6 h 125"/>
                    <a:gd name="T8" fmla="*/ 76 w 139"/>
                    <a:gd name="T9" fmla="*/ 0 h 125"/>
                    <a:gd name="T10" fmla="*/ 60 w 139"/>
                    <a:gd name="T11" fmla="*/ 14 h 125"/>
                    <a:gd name="T12" fmla="*/ 60 w 139"/>
                    <a:gd name="T13" fmla="*/ 26 h 125"/>
                    <a:gd name="T14" fmla="*/ 32 w 139"/>
                    <a:gd name="T15" fmla="*/ 19 h 125"/>
                    <a:gd name="T16" fmla="*/ 0 w 139"/>
                    <a:gd name="T17" fmla="*/ 54 h 125"/>
                    <a:gd name="T18" fmla="*/ 44 w 139"/>
                    <a:gd name="T19" fmla="*/ 108 h 125"/>
                    <a:gd name="T20" fmla="*/ 55 w 139"/>
                    <a:gd name="T21" fmla="*/ 107 h 125"/>
                    <a:gd name="T22" fmla="*/ 54 w 139"/>
                    <a:gd name="T23" fmla="*/ 108 h 125"/>
                    <a:gd name="T24" fmla="*/ 58 w 139"/>
                    <a:gd name="T25" fmla="*/ 107 h 125"/>
                    <a:gd name="T26" fmla="*/ 60 w 139"/>
                    <a:gd name="T27" fmla="*/ 113 h 125"/>
                    <a:gd name="T28" fmla="*/ 62 w 139"/>
                    <a:gd name="T29" fmla="*/ 108 h 125"/>
                    <a:gd name="T30" fmla="*/ 65 w 139"/>
                    <a:gd name="T31" fmla="*/ 111 h 125"/>
                    <a:gd name="T32" fmla="*/ 65 w 139"/>
                    <a:gd name="T33" fmla="*/ 108 h 125"/>
                    <a:gd name="T34" fmla="*/ 70 w 139"/>
                    <a:gd name="T35" fmla="*/ 109 h 125"/>
                    <a:gd name="T36" fmla="*/ 69 w 139"/>
                    <a:gd name="T37" fmla="*/ 106 h 125"/>
                    <a:gd name="T38" fmla="*/ 82 w 139"/>
                    <a:gd name="T39" fmla="*/ 108 h 125"/>
                    <a:gd name="T40" fmla="*/ 125 w 139"/>
                    <a:gd name="T41" fmla="*/ 60 h 125"/>
                    <a:gd name="T42" fmla="*/ 98 w 139"/>
                    <a:gd name="T43" fmla="*/ 19 h 125"/>
                    <a:gd name="T44" fmla="*/ 26 w 139"/>
                    <a:gd name="T45" fmla="*/ 80 h 125"/>
                    <a:gd name="T46" fmla="*/ 22 w 139"/>
                    <a:gd name="T47" fmla="*/ 58 h 125"/>
                    <a:gd name="T48" fmla="*/ 32 w 139"/>
                    <a:gd name="T49" fmla="*/ 78 h 125"/>
                    <a:gd name="T50" fmla="*/ 45 w 139"/>
                    <a:gd name="T51" fmla="*/ 91 h 125"/>
                    <a:gd name="T52" fmla="*/ 26 w 139"/>
                    <a:gd name="T53" fmla="*/ 80 h 1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9"/>
                    <a:gd name="T82" fmla="*/ 0 h 125"/>
                    <a:gd name="T83" fmla="*/ 139 w 139"/>
                    <a:gd name="T84" fmla="*/ 125 h 1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9" h="125">
                      <a:moveTo>
                        <a:pt x="108" y="21"/>
                      </a:moveTo>
                      <a:cubicBezTo>
                        <a:pt x="91" y="19"/>
                        <a:pt x="78" y="26"/>
                        <a:pt x="72" y="30"/>
                      </a:cubicBezTo>
                      <a:cubicBezTo>
                        <a:pt x="72" y="25"/>
                        <a:pt x="73" y="20"/>
                        <a:pt x="73" y="17"/>
                      </a:cubicBezTo>
                      <a:cubicBezTo>
                        <a:pt x="73" y="12"/>
                        <a:pt x="80" y="10"/>
                        <a:pt x="84" y="7"/>
                      </a:cubicBezTo>
                      <a:cubicBezTo>
                        <a:pt x="86" y="5"/>
                        <a:pt x="84" y="0"/>
                        <a:pt x="84" y="0"/>
                      </a:cubicBezTo>
                      <a:cubicBezTo>
                        <a:pt x="84" y="0"/>
                        <a:pt x="65" y="8"/>
                        <a:pt x="66" y="16"/>
                      </a:cubicBezTo>
                      <a:cubicBezTo>
                        <a:pt x="66" y="19"/>
                        <a:pt x="66" y="25"/>
                        <a:pt x="66" y="29"/>
                      </a:cubicBezTo>
                      <a:cubicBezTo>
                        <a:pt x="61" y="26"/>
                        <a:pt x="50" y="20"/>
                        <a:pt x="35" y="21"/>
                      </a:cubicBezTo>
                      <a:cubicBezTo>
                        <a:pt x="14" y="22"/>
                        <a:pt x="0" y="37"/>
                        <a:pt x="0" y="60"/>
                      </a:cubicBezTo>
                      <a:cubicBezTo>
                        <a:pt x="1" y="92"/>
                        <a:pt x="29" y="119"/>
                        <a:pt x="49" y="119"/>
                      </a:cubicBezTo>
                      <a:cubicBezTo>
                        <a:pt x="54" y="119"/>
                        <a:pt x="58" y="119"/>
                        <a:pt x="61" y="118"/>
                      </a:cubicBezTo>
                      <a:cubicBezTo>
                        <a:pt x="60" y="120"/>
                        <a:pt x="60" y="120"/>
                        <a:pt x="60" y="120"/>
                      </a:cubicBezTo>
                      <a:cubicBezTo>
                        <a:pt x="64" y="118"/>
                        <a:pt x="64" y="118"/>
                        <a:pt x="64" y="118"/>
                      </a:cubicBezTo>
                      <a:cubicBezTo>
                        <a:pt x="66" y="125"/>
                        <a:pt x="66" y="125"/>
                        <a:pt x="66" y="125"/>
                      </a:cubicBezTo>
                      <a:cubicBezTo>
                        <a:pt x="68" y="119"/>
                        <a:pt x="68" y="119"/>
                        <a:pt x="68" y="119"/>
                      </a:cubicBezTo>
                      <a:cubicBezTo>
                        <a:pt x="72" y="123"/>
                        <a:pt x="72" y="123"/>
                        <a:pt x="72" y="123"/>
                      </a:cubicBezTo>
                      <a:cubicBezTo>
                        <a:pt x="72" y="119"/>
                        <a:pt x="72" y="119"/>
                        <a:pt x="72" y="119"/>
                      </a:cubicBezTo>
                      <a:cubicBezTo>
                        <a:pt x="77" y="121"/>
                        <a:pt x="77" y="121"/>
                        <a:pt x="77" y="121"/>
                      </a:cubicBezTo>
                      <a:cubicBezTo>
                        <a:pt x="76" y="117"/>
                        <a:pt x="76" y="117"/>
                        <a:pt x="76" y="117"/>
                      </a:cubicBezTo>
                      <a:cubicBezTo>
                        <a:pt x="79" y="118"/>
                        <a:pt x="83" y="119"/>
                        <a:pt x="90" y="119"/>
                      </a:cubicBezTo>
                      <a:cubicBezTo>
                        <a:pt x="110" y="119"/>
                        <a:pt x="138" y="98"/>
                        <a:pt x="138" y="66"/>
                      </a:cubicBezTo>
                      <a:cubicBezTo>
                        <a:pt x="139" y="43"/>
                        <a:pt x="129" y="25"/>
                        <a:pt x="108" y="21"/>
                      </a:cubicBezTo>
                      <a:close/>
                      <a:moveTo>
                        <a:pt x="29" y="89"/>
                      </a:moveTo>
                      <a:cubicBezTo>
                        <a:pt x="21" y="79"/>
                        <a:pt x="24" y="64"/>
                        <a:pt x="24" y="64"/>
                      </a:cubicBezTo>
                      <a:cubicBezTo>
                        <a:pt x="24" y="64"/>
                        <a:pt x="29" y="77"/>
                        <a:pt x="35" y="86"/>
                      </a:cubicBezTo>
                      <a:cubicBezTo>
                        <a:pt x="40" y="94"/>
                        <a:pt x="50" y="101"/>
                        <a:pt x="50" y="101"/>
                      </a:cubicBezTo>
                      <a:cubicBezTo>
                        <a:pt x="50" y="101"/>
                        <a:pt x="37" y="99"/>
                        <a:pt x="29" y="89"/>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4" name="Rectangle 106"/>
                <p:cNvSpPr>
                  <a:spLocks noChangeArrowheads="1"/>
                </p:cNvSpPr>
                <p:nvPr/>
              </p:nvSpPr>
              <p:spPr bwMode="auto">
                <a:xfrm>
                  <a:off x="3824" y="2127"/>
                  <a:ext cx="158" cy="36"/>
                </a:xfrm>
                <a:prstGeom prst="rect">
                  <a:avLst/>
                </a:prstGeom>
                <a:solidFill>
                  <a:srgbClr val="FFFFFF"/>
                </a:solidFill>
                <a:ln w="9525">
                  <a:noFill/>
                  <a:miter lim="800000"/>
                  <a:headEnd/>
                  <a:tailEnd/>
                </a:ln>
              </p:spPr>
              <p:txBody>
                <a:bodyPr lIns="121920" tIns="60960" rIns="121920" bIns="60960"/>
                <a:lstStyle/>
                <a:p>
                  <a:pPr eaLnBrk="0" hangingPunct="0"/>
                  <a:endParaRPr lang="el-GR" sz="3200"/>
                </a:p>
              </p:txBody>
            </p:sp>
            <p:sp>
              <p:nvSpPr>
                <p:cNvPr id="437455" name="Rectangle 107"/>
                <p:cNvSpPr>
                  <a:spLocks noChangeArrowheads="1"/>
                </p:cNvSpPr>
                <p:nvPr/>
              </p:nvSpPr>
              <p:spPr bwMode="auto">
                <a:xfrm>
                  <a:off x="3824" y="2196"/>
                  <a:ext cx="158" cy="36"/>
                </a:xfrm>
                <a:prstGeom prst="rect">
                  <a:avLst/>
                </a:prstGeom>
                <a:solidFill>
                  <a:srgbClr val="FFFFFF"/>
                </a:solidFill>
                <a:ln w="9525">
                  <a:noFill/>
                  <a:miter lim="800000"/>
                  <a:headEnd/>
                  <a:tailEnd/>
                </a:ln>
              </p:spPr>
              <p:txBody>
                <a:bodyPr lIns="121920" tIns="60960" rIns="121920" bIns="60960"/>
                <a:lstStyle/>
                <a:p>
                  <a:pPr eaLnBrk="0" hangingPunct="0"/>
                  <a:endParaRPr lang="el-GR" sz="3200"/>
                </a:p>
              </p:txBody>
            </p:sp>
            <p:sp>
              <p:nvSpPr>
                <p:cNvPr id="437456" name="Freeform 108"/>
                <p:cNvSpPr>
                  <a:spLocks/>
                </p:cNvSpPr>
                <p:nvPr/>
              </p:nvSpPr>
              <p:spPr bwMode="auto">
                <a:xfrm>
                  <a:off x="3283" y="2797"/>
                  <a:ext cx="128" cy="18"/>
                </a:xfrm>
                <a:custGeom>
                  <a:avLst/>
                  <a:gdLst>
                    <a:gd name="T0" fmla="*/ 123 w 128"/>
                    <a:gd name="T1" fmla="*/ 5 h 18"/>
                    <a:gd name="T2" fmla="*/ 118 w 128"/>
                    <a:gd name="T3" fmla="*/ 5 h 18"/>
                    <a:gd name="T4" fmla="*/ 118 w 128"/>
                    <a:gd name="T5" fmla="*/ 0 h 18"/>
                    <a:gd name="T6" fmla="*/ 10 w 128"/>
                    <a:gd name="T7" fmla="*/ 0 h 18"/>
                    <a:gd name="T8" fmla="*/ 10 w 128"/>
                    <a:gd name="T9" fmla="*/ 5 h 18"/>
                    <a:gd name="T10" fmla="*/ 4 w 128"/>
                    <a:gd name="T11" fmla="*/ 5 h 18"/>
                    <a:gd name="T12" fmla="*/ 4 w 128"/>
                    <a:gd name="T13" fmla="*/ 9 h 18"/>
                    <a:gd name="T14" fmla="*/ 0 w 128"/>
                    <a:gd name="T15" fmla="*/ 9 h 18"/>
                    <a:gd name="T16" fmla="*/ 0 w 128"/>
                    <a:gd name="T17" fmla="*/ 18 h 18"/>
                    <a:gd name="T18" fmla="*/ 128 w 128"/>
                    <a:gd name="T19" fmla="*/ 18 h 18"/>
                    <a:gd name="T20" fmla="*/ 128 w 128"/>
                    <a:gd name="T21" fmla="*/ 9 h 18"/>
                    <a:gd name="T22" fmla="*/ 123 w 128"/>
                    <a:gd name="T23" fmla="*/ 9 h 18"/>
                    <a:gd name="T24" fmla="*/ 123 w 128"/>
                    <a:gd name="T25" fmla="*/ 5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8"/>
                    <a:gd name="T40" fmla="*/ 0 h 18"/>
                    <a:gd name="T41" fmla="*/ 128 w 128"/>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8" h="18">
                      <a:moveTo>
                        <a:pt x="123" y="5"/>
                      </a:moveTo>
                      <a:lnTo>
                        <a:pt x="118" y="5"/>
                      </a:lnTo>
                      <a:lnTo>
                        <a:pt x="118" y="0"/>
                      </a:lnTo>
                      <a:lnTo>
                        <a:pt x="10" y="0"/>
                      </a:lnTo>
                      <a:lnTo>
                        <a:pt x="10" y="5"/>
                      </a:lnTo>
                      <a:lnTo>
                        <a:pt x="4" y="5"/>
                      </a:lnTo>
                      <a:lnTo>
                        <a:pt x="4" y="9"/>
                      </a:lnTo>
                      <a:lnTo>
                        <a:pt x="0" y="9"/>
                      </a:lnTo>
                      <a:lnTo>
                        <a:pt x="0" y="18"/>
                      </a:lnTo>
                      <a:lnTo>
                        <a:pt x="128" y="18"/>
                      </a:lnTo>
                      <a:lnTo>
                        <a:pt x="128" y="9"/>
                      </a:lnTo>
                      <a:lnTo>
                        <a:pt x="123" y="9"/>
                      </a:lnTo>
                      <a:lnTo>
                        <a:pt x="123" y="5"/>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7" name="Freeform 109"/>
                <p:cNvSpPr>
                  <a:spLocks/>
                </p:cNvSpPr>
                <p:nvPr/>
              </p:nvSpPr>
              <p:spPr bwMode="auto">
                <a:xfrm>
                  <a:off x="3285" y="2726"/>
                  <a:ext cx="121" cy="70"/>
                </a:xfrm>
                <a:custGeom>
                  <a:avLst/>
                  <a:gdLst>
                    <a:gd name="T0" fmla="*/ 110 w 121"/>
                    <a:gd name="T1" fmla="*/ 70 h 70"/>
                    <a:gd name="T2" fmla="*/ 110 w 121"/>
                    <a:gd name="T3" fmla="*/ 8 h 70"/>
                    <a:gd name="T4" fmla="*/ 121 w 121"/>
                    <a:gd name="T5" fmla="*/ 8 h 70"/>
                    <a:gd name="T6" fmla="*/ 121 w 121"/>
                    <a:gd name="T7" fmla="*/ 0 h 70"/>
                    <a:gd name="T8" fmla="*/ 0 w 121"/>
                    <a:gd name="T9" fmla="*/ 0 h 70"/>
                    <a:gd name="T10" fmla="*/ 0 w 121"/>
                    <a:gd name="T11" fmla="*/ 8 h 70"/>
                    <a:gd name="T12" fmla="*/ 12 w 121"/>
                    <a:gd name="T13" fmla="*/ 8 h 70"/>
                    <a:gd name="T14" fmla="*/ 12 w 121"/>
                    <a:gd name="T15" fmla="*/ 70 h 70"/>
                    <a:gd name="T16" fmla="*/ 24 w 121"/>
                    <a:gd name="T17" fmla="*/ 70 h 70"/>
                    <a:gd name="T18" fmla="*/ 24 w 121"/>
                    <a:gd name="T19" fmla="*/ 8 h 70"/>
                    <a:gd name="T20" fmla="*/ 39 w 121"/>
                    <a:gd name="T21" fmla="*/ 8 h 70"/>
                    <a:gd name="T22" fmla="*/ 39 w 121"/>
                    <a:gd name="T23" fmla="*/ 70 h 70"/>
                    <a:gd name="T24" fmla="*/ 51 w 121"/>
                    <a:gd name="T25" fmla="*/ 70 h 70"/>
                    <a:gd name="T26" fmla="*/ 51 w 121"/>
                    <a:gd name="T27" fmla="*/ 8 h 70"/>
                    <a:gd name="T28" fmla="*/ 71 w 121"/>
                    <a:gd name="T29" fmla="*/ 8 h 70"/>
                    <a:gd name="T30" fmla="*/ 71 w 121"/>
                    <a:gd name="T31" fmla="*/ 70 h 70"/>
                    <a:gd name="T32" fmla="*/ 83 w 121"/>
                    <a:gd name="T33" fmla="*/ 70 h 70"/>
                    <a:gd name="T34" fmla="*/ 83 w 121"/>
                    <a:gd name="T35" fmla="*/ 8 h 70"/>
                    <a:gd name="T36" fmla="*/ 98 w 121"/>
                    <a:gd name="T37" fmla="*/ 8 h 70"/>
                    <a:gd name="T38" fmla="*/ 98 w 121"/>
                    <a:gd name="T39" fmla="*/ 70 h 70"/>
                    <a:gd name="T40" fmla="*/ 110 w 121"/>
                    <a:gd name="T41" fmla="*/ 70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1"/>
                    <a:gd name="T64" fmla="*/ 0 h 70"/>
                    <a:gd name="T65" fmla="*/ 121 w 121"/>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1" h="70">
                      <a:moveTo>
                        <a:pt x="110" y="70"/>
                      </a:moveTo>
                      <a:lnTo>
                        <a:pt x="110" y="8"/>
                      </a:lnTo>
                      <a:lnTo>
                        <a:pt x="121" y="8"/>
                      </a:lnTo>
                      <a:lnTo>
                        <a:pt x="121" y="0"/>
                      </a:lnTo>
                      <a:lnTo>
                        <a:pt x="0" y="0"/>
                      </a:lnTo>
                      <a:lnTo>
                        <a:pt x="0" y="8"/>
                      </a:lnTo>
                      <a:lnTo>
                        <a:pt x="12" y="8"/>
                      </a:lnTo>
                      <a:lnTo>
                        <a:pt x="12" y="70"/>
                      </a:lnTo>
                      <a:lnTo>
                        <a:pt x="24" y="70"/>
                      </a:lnTo>
                      <a:lnTo>
                        <a:pt x="24" y="8"/>
                      </a:lnTo>
                      <a:lnTo>
                        <a:pt x="39" y="8"/>
                      </a:lnTo>
                      <a:lnTo>
                        <a:pt x="39" y="70"/>
                      </a:lnTo>
                      <a:lnTo>
                        <a:pt x="51" y="70"/>
                      </a:lnTo>
                      <a:lnTo>
                        <a:pt x="51" y="8"/>
                      </a:lnTo>
                      <a:lnTo>
                        <a:pt x="71" y="8"/>
                      </a:lnTo>
                      <a:lnTo>
                        <a:pt x="71" y="70"/>
                      </a:lnTo>
                      <a:lnTo>
                        <a:pt x="83" y="70"/>
                      </a:lnTo>
                      <a:lnTo>
                        <a:pt x="83" y="8"/>
                      </a:lnTo>
                      <a:lnTo>
                        <a:pt x="98" y="8"/>
                      </a:lnTo>
                      <a:lnTo>
                        <a:pt x="98" y="70"/>
                      </a:lnTo>
                      <a:lnTo>
                        <a:pt x="110" y="7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8" name="Freeform 110"/>
                <p:cNvSpPr>
                  <a:spLocks/>
                </p:cNvSpPr>
                <p:nvPr/>
              </p:nvSpPr>
              <p:spPr bwMode="auto">
                <a:xfrm>
                  <a:off x="3279" y="2684"/>
                  <a:ext cx="134" cy="38"/>
                </a:xfrm>
                <a:custGeom>
                  <a:avLst/>
                  <a:gdLst>
                    <a:gd name="T0" fmla="*/ 68 w 134"/>
                    <a:gd name="T1" fmla="*/ 0 h 38"/>
                    <a:gd name="T2" fmla="*/ 0 w 134"/>
                    <a:gd name="T3" fmla="*/ 38 h 38"/>
                    <a:gd name="T4" fmla="*/ 134 w 134"/>
                    <a:gd name="T5" fmla="*/ 38 h 38"/>
                    <a:gd name="T6" fmla="*/ 68 w 134"/>
                    <a:gd name="T7" fmla="*/ 0 h 38"/>
                    <a:gd name="T8" fmla="*/ 0 60000 65536"/>
                    <a:gd name="T9" fmla="*/ 0 60000 65536"/>
                    <a:gd name="T10" fmla="*/ 0 60000 65536"/>
                    <a:gd name="T11" fmla="*/ 0 60000 65536"/>
                    <a:gd name="T12" fmla="*/ 0 w 134"/>
                    <a:gd name="T13" fmla="*/ 0 h 38"/>
                    <a:gd name="T14" fmla="*/ 134 w 134"/>
                    <a:gd name="T15" fmla="*/ 38 h 38"/>
                  </a:gdLst>
                  <a:ahLst/>
                  <a:cxnLst>
                    <a:cxn ang="T8">
                      <a:pos x="T0" y="T1"/>
                    </a:cxn>
                    <a:cxn ang="T9">
                      <a:pos x="T2" y="T3"/>
                    </a:cxn>
                    <a:cxn ang="T10">
                      <a:pos x="T4" y="T5"/>
                    </a:cxn>
                    <a:cxn ang="T11">
                      <a:pos x="T6" y="T7"/>
                    </a:cxn>
                  </a:cxnLst>
                  <a:rect l="T12" t="T13" r="T14" b="T15"/>
                  <a:pathLst>
                    <a:path w="134" h="38">
                      <a:moveTo>
                        <a:pt x="68" y="0"/>
                      </a:moveTo>
                      <a:lnTo>
                        <a:pt x="0" y="38"/>
                      </a:lnTo>
                      <a:lnTo>
                        <a:pt x="134" y="38"/>
                      </a:lnTo>
                      <a:lnTo>
                        <a:pt x="68" y="0"/>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59" name="Freeform 111"/>
                <p:cNvSpPr>
                  <a:spLocks/>
                </p:cNvSpPr>
                <p:nvPr/>
              </p:nvSpPr>
              <p:spPr bwMode="auto">
                <a:xfrm>
                  <a:off x="1574" y="915"/>
                  <a:ext cx="113" cy="122"/>
                </a:xfrm>
                <a:custGeom>
                  <a:avLst/>
                  <a:gdLst>
                    <a:gd name="T0" fmla="*/ 26 w 113"/>
                    <a:gd name="T1" fmla="*/ 122 h 122"/>
                    <a:gd name="T2" fmla="*/ 0 w 113"/>
                    <a:gd name="T3" fmla="*/ 95 h 122"/>
                    <a:gd name="T4" fmla="*/ 66 w 113"/>
                    <a:gd name="T5" fmla="*/ 30 h 122"/>
                    <a:gd name="T6" fmla="*/ 83 w 113"/>
                    <a:gd name="T7" fmla="*/ 48 h 122"/>
                    <a:gd name="T8" fmla="*/ 40 w 113"/>
                    <a:gd name="T9" fmla="*/ 89 h 122"/>
                    <a:gd name="T10" fmla="*/ 36 w 113"/>
                    <a:gd name="T11" fmla="*/ 84 h 122"/>
                    <a:gd name="T12" fmla="*/ 73 w 113"/>
                    <a:gd name="T13" fmla="*/ 48 h 122"/>
                    <a:gd name="T14" fmla="*/ 66 w 113"/>
                    <a:gd name="T15" fmla="*/ 40 h 122"/>
                    <a:gd name="T16" fmla="*/ 10 w 113"/>
                    <a:gd name="T17" fmla="*/ 95 h 122"/>
                    <a:gd name="T18" fmla="*/ 26 w 113"/>
                    <a:gd name="T19" fmla="*/ 112 h 122"/>
                    <a:gd name="T20" fmla="*/ 103 w 113"/>
                    <a:gd name="T21" fmla="*/ 37 h 122"/>
                    <a:gd name="T22" fmla="*/ 76 w 113"/>
                    <a:gd name="T23" fmla="*/ 10 h 122"/>
                    <a:gd name="T24" fmla="*/ 31 w 113"/>
                    <a:gd name="T25" fmla="*/ 53 h 122"/>
                    <a:gd name="T26" fmla="*/ 27 w 113"/>
                    <a:gd name="T27" fmla="*/ 49 h 122"/>
                    <a:gd name="T28" fmla="*/ 77 w 113"/>
                    <a:gd name="T29" fmla="*/ 0 h 122"/>
                    <a:gd name="T30" fmla="*/ 113 w 113"/>
                    <a:gd name="T31" fmla="*/ 37 h 122"/>
                    <a:gd name="T32" fmla="*/ 26 w 113"/>
                    <a:gd name="T33" fmla="*/ 122 h 1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3"/>
                    <a:gd name="T52" fmla="*/ 0 h 122"/>
                    <a:gd name="T53" fmla="*/ 113 w 113"/>
                    <a:gd name="T54" fmla="*/ 122 h 1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3" h="122">
                      <a:moveTo>
                        <a:pt x="26" y="122"/>
                      </a:moveTo>
                      <a:lnTo>
                        <a:pt x="0" y="95"/>
                      </a:lnTo>
                      <a:lnTo>
                        <a:pt x="66" y="30"/>
                      </a:lnTo>
                      <a:lnTo>
                        <a:pt x="83" y="48"/>
                      </a:lnTo>
                      <a:lnTo>
                        <a:pt x="40" y="89"/>
                      </a:lnTo>
                      <a:lnTo>
                        <a:pt x="36" y="84"/>
                      </a:lnTo>
                      <a:lnTo>
                        <a:pt x="73" y="48"/>
                      </a:lnTo>
                      <a:lnTo>
                        <a:pt x="66" y="40"/>
                      </a:lnTo>
                      <a:lnTo>
                        <a:pt x="10" y="95"/>
                      </a:lnTo>
                      <a:lnTo>
                        <a:pt x="26" y="112"/>
                      </a:lnTo>
                      <a:lnTo>
                        <a:pt x="103" y="37"/>
                      </a:lnTo>
                      <a:lnTo>
                        <a:pt x="76" y="10"/>
                      </a:lnTo>
                      <a:lnTo>
                        <a:pt x="31" y="53"/>
                      </a:lnTo>
                      <a:lnTo>
                        <a:pt x="27" y="49"/>
                      </a:lnTo>
                      <a:lnTo>
                        <a:pt x="77" y="0"/>
                      </a:lnTo>
                      <a:lnTo>
                        <a:pt x="113" y="37"/>
                      </a:lnTo>
                      <a:lnTo>
                        <a:pt x="26" y="122"/>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0" name="Freeform 112"/>
                <p:cNvSpPr>
                  <a:spLocks noEditPoints="1"/>
                </p:cNvSpPr>
                <p:nvPr/>
              </p:nvSpPr>
              <p:spPr bwMode="auto">
                <a:xfrm>
                  <a:off x="2130" y="760"/>
                  <a:ext cx="48" cy="48"/>
                </a:xfrm>
                <a:custGeom>
                  <a:avLst/>
                  <a:gdLst>
                    <a:gd name="T0" fmla="*/ 17 w 48"/>
                    <a:gd name="T1" fmla="*/ 0 h 48"/>
                    <a:gd name="T2" fmla="*/ 0 w 48"/>
                    <a:gd name="T3" fmla="*/ 48 h 48"/>
                    <a:gd name="T4" fmla="*/ 14 w 48"/>
                    <a:gd name="T5" fmla="*/ 48 h 48"/>
                    <a:gd name="T6" fmla="*/ 16 w 48"/>
                    <a:gd name="T7" fmla="*/ 41 h 48"/>
                    <a:gd name="T8" fmla="*/ 31 w 48"/>
                    <a:gd name="T9" fmla="*/ 41 h 48"/>
                    <a:gd name="T10" fmla="*/ 33 w 48"/>
                    <a:gd name="T11" fmla="*/ 48 h 48"/>
                    <a:gd name="T12" fmla="*/ 48 w 48"/>
                    <a:gd name="T13" fmla="*/ 48 h 48"/>
                    <a:gd name="T14" fmla="*/ 31 w 48"/>
                    <a:gd name="T15" fmla="*/ 0 h 48"/>
                    <a:gd name="T16" fmla="*/ 17 w 48"/>
                    <a:gd name="T17" fmla="*/ 0 h 48"/>
                    <a:gd name="T18" fmla="*/ 19 w 48"/>
                    <a:gd name="T19" fmla="*/ 31 h 48"/>
                    <a:gd name="T20" fmla="*/ 24 w 48"/>
                    <a:gd name="T21" fmla="*/ 17 h 48"/>
                    <a:gd name="T22" fmla="*/ 24 w 48"/>
                    <a:gd name="T23" fmla="*/ 17 h 48"/>
                    <a:gd name="T24" fmla="*/ 28 w 48"/>
                    <a:gd name="T25" fmla="*/ 31 h 48"/>
                    <a:gd name="T26" fmla="*/ 19 w 48"/>
                    <a:gd name="T27" fmla="*/ 31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48"/>
                    <a:gd name="T44" fmla="*/ 48 w 48"/>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48">
                      <a:moveTo>
                        <a:pt x="17" y="0"/>
                      </a:moveTo>
                      <a:lnTo>
                        <a:pt x="0" y="48"/>
                      </a:lnTo>
                      <a:lnTo>
                        <a:pt x="14" y="48"/>
                      </a:lnTo>
                      <a:lnTo>
                        <a:pt x="16" y="41"/>
                      </a:lnTo>
                      <a:lnTo>
                        <a:pt x="31" y="41"/>
                      </a:lnTo>
                      <a:lnTo>
                        <a:pt x="33" y="48"/>
                      </a:lnTo>
                      <a:lnTo>
                        <a:pt x="48" y="48"/>
                      </a:lnTo>
                      <a:lnTo>
                        <a:pt x="31" y="0"/>
                      </a:lnTo>
                      <a:lnTo>
                        <a:pt x="17" y="0"/>
                      </a:lnTo>
                      <a:close/>
                      <a:moveTo>
                        <a:pt x="19" y="31"/>
                      </a:moveTo>
                      <a:lnTo>
                        <a:pt x="24" y="17"/>
                      </a:lnTo>
                      <a:lnTo>
                        <a:pt x="28" y="31"/>
                      </a:lnTo>
                      <a:lnTo>
                        <a:pt x="19" y="31"/>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1" name="Freeform 113"/>
                <p:cNvSpPr>
                  <a:spLocks noEditPoints="1"/>
                </p:cNvSpPr>
                <p:nvPr/>
              </p:nvSpPr>
              <p:spPr bwMode="auto">
                <a:xfrm>
                  <a:off x="2181" y="698"/>
                  <a:ext cx="43" cy="48"/>
                </a:xfrm>
                <a:custGeom>
                  <a:avLst/>
                  <a:gdLst>
                    <a:gd name="T0" fmla="*/ 40 w 48"/>
                    <a:gd name="T1" fmla="*/ 25 h 53"/>
                    <a:gd name="T2" fmla="*/ 38 w 48"/>
                    <a:gd name="T3" fmla="*/ 23 h 53"/>
                    <a:gd name="T4" fmla="*/ 34 w 48"/>
                    <a:gd name="T5" fmla="*/ 22 h 53"/>
                    <a:gd name="T6" fmla="*/ 39 w 48"/>
                    <a:gd name="T7" fmla="*/ 18 h 53"/>
                    <a:gd name="T8" fmla="*/ 40 w 48"/>
                    <a:gd name="T9" fmla="*/ 12 h 53"/>
                    <a:gd name="T10" fmla="*/ 39 w 48"/>
                    <a:gd name="T11" fmla="*/ 8 h 53"/>
                    <a:gd name="T12" fmla="*/ 38 w 48"/>
                    <a:gd name="T13" fmla="*/ 5 h 53"/>
                    <a:gd name="T14" fmla="*/ 33 w 48"/>
                    <a:gd name="T15" fmla="*/ 2 h 53"/>
                    <a:gd name="T16" fmla="*/ 25 w 48"/>
                    <a:gd name="T17" fmla="*/ 0 h 53"/>
                    <a:gd name="T18" fmla="*/ 0 w 48"/>
                    <a:gd name="T19" fmla="*/ 0 h 53"/>
                    <a:gd name="T20" fmla="*/ 0 w 48"/>
                    <a:gd name="T21" fmla="*/ 48 h 53"/>
                    <a:gd name="T22" fmla="*/ 26 w 48"/>
                    <a:gd name="T23" fmla="*/ 48 h 53"/>
                    <a:gd name="T24" fmla="*/ 32 w 48"/>
                    <a:gd name="T25" fmla="*/ 47 h 53"/>
                    <a:gd name="T26" fmla="*/ 38 w 48"/>
                    <a:gd name="T27" fmla="*/ 44 h 53"/>
                    <a:gd name="T28" fmla="*/ 41 w 48"/>
                    <a:gd name="T29" fmla="*/ 40 h 53"/>
                    <a:gd name="T30" fmla="*/ 43 w 48"/>
                    <a:gd name="T31" fmla="*/ 34 h 53"/>
                    <a:gd name="T32" fmla="*/ 42 w 48"/>
                    <a:gd name="T33" fmla="*/ 29 h 53"/>
                    <a:gd name="T34" fmla="*/ 40 w 48"/>
                    <a:gd name="T35" fmla="*/ 25 h 53"/>
                    <a:gd name="T36" fmla="*/ 14 w 48"/>
                    <a:gd name="T37" fmla="*/ 12 h 53"/>
                    <a:gd name="T38" fmla="*/ 22 w 48"/>
                    <a:gd name="T39" fmla="*/ 12 h 53"/>
                    <a:gd name="T40" fmla="*/ 25 w 48"/>
                    <a:gd name="T41" fmla="*/ 13 h 53"/>
                    <a:gd name="T42" fmla="*/ 27 w 48"/>
                    <a:gd name="T43" fmla="*/ 14 h 53"/>
                    <a:gd name="T44" fmla="*/ 25 w 48"/>
                    <a:gd name="T45" fmla="*/ 18 h 53"/>
                    <a:gd name="T46" fmla="*/ 22 w 48"/>
                    <a:gd name="T47" fmla="*/ 19 h 53"/>
                    <a:gd name="T48" fmla="*/ 14 w 48"/>
                    <a:gd name="T49" fmla="*/ 19 h 53"/>
                    <a:gd name="T50" fmla="*/ 14 w 48"/>
                    <a:gd name="T51" fmla="*/ 12 h 53"/>
                    <a:gd name="T52" fmla="*/ 28 w 48"/>
                    <a:gd name="T53" fmla="*/ 34 h 53"/>
                    <a:gd name="T54" fmla="*/ 26 w 48"/>
                    <a:gd name="T55" fmla="*/ 35 h 53"/>
                    <a:gd name="T56" fmla="*/ 24 w 48"/>
                    <a:gd name="T57" fmla="*/ 36 h 53"/>
                    <a:gd name="T58" fmla="*/ 22 w 48"/>
                    <a:gd name="T59" fmla="*/ 36 h 53"/>
                    <a:gd name="T60" fmla="*/ 14 w 48"/>
                    <a:gd name="T61" fmla="*/ 36 h 53"/>
                    <a:gd name="T62" fmla="*/ 14 w 48"/>
                    <a:gd name="T63" fmla="*/ 27 h 53"/>
                    <a:gd name="T64" fmla="*/ 23 w 48"/>
                    <a:gd name="T65" fmla="*/ 27 h 53"/>
                    <a:gd name="T66" fmla="*/ 28 w 48"/>
                    <a:gd name="T67" fmla="*/ 32 h 53"/>
                    <a:gd name="T68" fmla="*/ 28 w 48"/>
                    <a:gd name="T69" fmla="*/ 34 h 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8"/>
                    <a:gd name="T106" fmla="*/ 0 h 53"/>
                    <a:gd name="T107" fmla="*/ 48 w 48"/>
                    <a:gd name="T108" fmla="*/ 53 h 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8" h="53">
                      <a:moveTo>
                        <a:pt x="45" y="28"/>
                      </a:moveTo>
                      <a:cubicBezTo>
                        <a:pt x="44" y="27"/>
                        <a:pt x="43" y="26"/>
                        <a:pt x="42" y="25"/>
                      </a:cubicBezTo>
                      <a:cubicBezTo>
                        <a:pt x="41" y="25"/>
                        <a:pt x="40" y="24"/>
                        <a:pt x="38" y="24"/>
                      </a:cubicBezTo>
                      <a:cubicBezTo>
                        <a:pt x="40" y="23"/>
                        <a:pt x="42" y="21"/>
                        <a:pt x="43" y="20"/>
                      </a:cubicBezTo>
                      <a:cubicBezTo>
                        <a:pt x="44" y="18"/>
                        <a:pt x="45" y="16"/>
                        <a:pt x="45" y="13"/>
                      </a:cubicBezTo>
                      <a:cubicBezTo>
                        <a:pt x="45" y="12"/>
                        <a:pt x="45" y="11"/>
                        <a:pt x="44" y="9"/>
                      </a:cubicBezTo>
                      <a:cubicBezTo>
                        <a:pt x="44" y="8"/>
                        <a:pt x="43" y="6"/>
                        <a:pt x="42" y="5"/>
                      </a:cubicBezTo>
                      <a:cubicBezTo>
                        <a:pt x="40" y="4"/>
                        <a:pt x="39" y="2"/>
                        <a:pt x="37" y="2"/>
                      </a:cubicBezTo>
                      <a:cubicBezTo>
                        <a:pt x="34" y="1"/>
                        <a:pt x="32" y="0"/>
                        <a:pt x="28" y="0"/>
                      </a:cubicBezTo>
                      <a:cubicBezTo>
                        <a:pt x="0" y="0"/>
                        <a:pt x="0" y="0"/>
                        <a:pt x="0" y="0"/>
                      </a:cubicBezTo>
                      <a:cubicBezTo>
                        <a:pt x="0" y="53"/>
                        <a:pt x="0" y="53"/>
                        <a:pt x="0" y="53"/>
                      </a:cubicBezTo>
                      <a:cubicBezTo>
                        <a:pt x="29" y="53"/>
                        <a:pt x="29" y="53"/>
                        <a:pt x="29" y="53"/>
                      </a:cubicBezTo>
                      <a:cubicBezTo>
                        <a:pt x="31" y="53"/>
                        <a:pt x="34" y="52"/>
                        <a:pt x="36" y="52"/>
                      </a:cubicBezTo>
                      <a:cubicBezTo>
                        <a:pt x="38" y="51"/>
                        <a:pt x="40" y="50"/>
                        <a:pt x="42" y="49"/>
                      </a:cubicBezTo>
                      <a:cubicBezTo>
                        <a:pt x="44" y="47"/>
                        <a:pt x="45" y="46"/>
                        <a:pt x="46" y="44"/>
                      </a:cubicBezTo>
                      <a:cubicBezTo>
                        <a:pt x="47" y="42"/>
                        <a:pt x="48" y="39"/>
                        <a:pt x="48" y="37"/>
                      </a:cubicBezTo>
                      <a:cubicBezTo>
                        <a:pt x="48" y="35"/>
                        <a:pt x="47" y="33"/>
                        <a:pt x="47" y="32"/>
                      </a:cubicBezTo>
                      <a:cubicBezTo>
                        <a:pt x="46" y="30"/>
                        <a:pt x="46" y="29"/>
                        <a:pt x="45" y="28"/>
                      </a:cubicBezTo>
                      <a:close/>
                      <a:moveTo>
                        <a:pt x="16" y="13"/>
                      </a:moveTo>
                      <a:cubicBezTo>
                        <a:pt x="24" y="13"/>
                        <a:pt x="24" y="13"/>
                        <a:pt x="24" y="13"/>
                      </a:cubicBezTo>
                      <a:cubicBezTo>
                        <a:pt x="26" y="13"/>
                        <a:pt x="27" y="13"/>
                        <a:pt x="28" y="14"/>
                      </a:cubicBezTo>
                      <a:cubicBezTo>
                        <a:pt x="29" y="14"/>
                        <a:pt x="30" y="15"/>
                        <a:pt x="30" y="16"/>
                      </a:cubicBezTo>
                      <a:cubicBezTo>
                        <a:pt x="30" y="18"/>
                        <a:pt x="29" y="19"/>
                        <a:pt x="28" y="20"/>
                      </a:cubicBezTo>
                      <a:cubicBezTo>
                        <a:pt x="27" y="20"/>
                        <a:pt x="26" y="21"/>
                        <a:pt x="24" y="21"/>
                      </a:cubicBezTo>
                      <a:cubicBezTo>
                        <a:pt x="16" y="21"/>
                        <a:pt x="16" y="21"/>
                        <a:pt x="16" y="21"/>
                      </a:cubicBezTo>
                      <a:lnTo>
                        <a:pt x="16" y="13"/>
                      </a:lnTo>
                      <a:close/>
                      <a:moveTo>
                        <a:pt x="31" y="38"/>
                      </a:moveTo>
                      <a:cubicBezTo>
                        <a:pt x="31" y="38"/>
                        <a:pt x="30" y="39"/>
                        <a:pt x="29" y="39"/>
                      </a:cubicBezTo>
                      <a:cubicBezTo>
                        <a:pt x="29" y="40"/>
                        <a:pt x="28" y="40"/>
                        <a:pt x="27" y="40"/>
                      </a:cubicBezTo>
                      <a:cubicBezTo>
                        <a:pt x="27" y="40"/>
                        <a:pt x="26" y="40"/>
                        <a:pt x="25" y="40"/>
                      </a:cubicBezTo>
                      <a:cubicBezTo>
                        <a:pt x="16" y="40"/>
                        <a:pt x="16" y="40"/>
                        <a:pt x="16" y="40"/>
                      </a:cubicBezTo>
                      <a:cubicBezTo>
                        <a:pt x="16" y="30"/>
                        <a:pt x="16" y="30"/>
                        <a:pt x="16" y="30"/>
                      </a:cubicBezTo>
                      <a:cubicBezTo>
                        <a:pt x="26" y="30"/>
                        <a:pt x="26" y="30"/>
                        <a:pt x="26" y="30"/>
                      </a:cubicBezTo>
                      <a:cubicBezTo>
                        <a:pt x="30" y="30"/>
                        <a:pt x="31" y="32"/>
                        <a:pt x="31" y="35"/>
                      </a:cubicBezTo>
                      <a:cubicBezTo>
                        <a:pt x="31" y="36"/>
                        <a:pt x="31" y="37"/>
                        <a:pt x="31" y="38"/>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2" name="Freeform 114"/>
                <p:cNvSpPr>
                  <a:spLocks/>
                </p:cNvSpPr>
                <p:nvPr/>
              </p:nvSpPr>
              <p:spPr bwMode="auto">
                <a:xfrm>
                  <a:off x="2233" y="747"/>
                  <a:ext cx="46" cy="49"/>
                </a:xfrm>
                <a:custGeom>
                  <a:avLst/>
                  <a:gdLst>
                    <a:gd name="T0" fmla="*/ 31 w 50"/>
                    <a:gd name="T1" fmla="*/ 30 h 54"/>
                    <a:gd name="T2" fmla="*/ 30 w 50"/>
                    <a:gd name="T3" fmla="*/ 33 h 54"/>
                    <a:gd name="T4" fmla="*/ 29 w 50"/>
                    <a:gd name="T5" fmla="*/ 35 h 54"/>
                    <a:gd name="T6" fmla="*/ 27 w 50"/>
                    <a:gd name="T7" fmla="*/ 37 h 54"/>
                    <a:gd name="T8" fmla="*/ 24 w 50"/>
                    <a:gd name="T9" fmla="*/ 37 h 54"/>
                    <a:gd name="T10" fmla="*/ 19 w 50"/>
                    <a:gd name="T11" fmla="*/ 36 h 54"/>
                    <a:gd name="T12" fmla="*/ 17 w 50"/>
                    <a:gd name="T13" fmla="*/ 34 h 54"/>
                    <a:gd name="T14" fmla="*/ 15 w 50"/>
                    <a:gd name="T15" fmla="*/ 29 h 54"/>
                    <a:gd name="T16" fmla="*/ 15 w 50"/>
                    <a:gd name="T17" fmla="*/ 25 h 54"/>
                    <a:gd name="T18" fmla="*/ 15 w 50"/>
                    <a:gd name="T19" fmla="*/ 20 h 54"/>
                    <a:gd name="T20" fmla="*/ 17 w 50"/>
                    <a:gd name="T21" fmla="*/ 15 h 54"/>
                    <a:gd name="T22" fmla="*/ 19 w 50"/>
                    <a:gd name="T23" fmla="*/ 13 h 54"/>
                    <a:gd name="T24" fmla="*/ 24 w 50"/>
                    <a:gd name="T25" fmla="*/ 12 h 54"/>
                    <a:gd name="T26" fmla="*/ 28 w 50"/>
                    <a:gd name="T27" fmla="*/ 13 h 54"/>
                    <a:gd name="T28" fmla="*/ 29 w 50"/>
                    <a:gd name="T29" fmla="*/ 15 h 54"/>
                    <a:gd name="T30" fmla="*/ 31 w 50"/>
                    <a:gd name="T31" fmla="*/ 16 h 54"/>
                    <a:gd name="T32" fmla="*/ 31 w 50"/>
                    <a:gd name="T33" fmla="*/ 18 h 54"/>
                    <a:gd name="T34" fmla="*/ 46 w 50"/>
                    <a:gd name="T35" fmla="*/ 18 h 54"/>
                    <a:gd name="T36" fmla="*/ 40 w 50"/>
                    <a:gd name="T37" fmla="*/ 5 h 54"/>
                    <a:gd name="T38" fmla="*/ 24 w 50"/>
                    <a:gd name="T39" fmla="*/ 0 h 54"/>
                    <a:gd name="T40" fmla="*/ 14 w 50"/>
                    <a:gd name="T41" fmla="*/ 2 h 54"/>
                    <a:gd name="T42" fmla="*/ 6 w 50"/>
                    <a:gd name="T43" fmla="*/ 6 h 54"/>
                    <a:gd name="T44" fmla="*/ 1 w 50"/>
                    <a:gd name="T45" fmla="*/ 15 h 54"/>
                    <a:gd name="T46" fmla="*/ 0 w 50"/>
                    <a:gd name="T47" fmla="*/ 25 h 54"/>
                    <a:gd name="T48" fmla="*/ 1 w 50"/>
                    <a:gd name="T49" fmla="*/ 34 h 54"/>
                    <a:gd name="T50" fmla="*/ 6 w 50"/>
                    <a:gd name="T51" fmla="*/ 42 h 54"/>
                    <a:gd name="T52" fmla="*/ 14 w 50"/>
                    <a:gd name="T53" fmla="*/ 47 h 54"/>
                    <a:gd name="T54" fmla="*/ 24 w 50"/>
                    <a:gd name="T55" fmla="*/ 49 h 54"/>
                    <a:gd name="T56" fmla="*/ 33 w 50"/>
                    <a:gd name="T57" fmla="*/ 47 h 54"/>
                    <a:gd name="T58" fmla="*/ 40 w 50"/>
                    <a:gd name="T59" fmla="*/ 43 h 54"/>
                    <a:gd name="T60" fmla="*/ 44 w 50"/>
                    <a:gd name="T61" fmla="*/ 36 h 54"/>
                    <a:gd name="T62" fmla="*/ 46 w 50"/>
                    <a:gd name="T63" fmla="*/ 30 h 54"/>
                    <a:gd name="T64" fmla="*/ 31 w 50"/>
                    <a:gd name="T65" fmla="*/ 3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54"/>
                    <a:gd name="T101" fmla="*/ 50 w 50"/>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54">
                      <a:moveTo>
                        <a:pt x="34" y="33"/>
                      </a:moveTo>
                      <a:cubicBezTo>
                        <a:pt x="34" y="34"/>
                        <a:pt x="34" y="35"/>
                        <a:pt x="33" y="36"/>
                      </a:cubicBezTo>
                      <a:cubicBezTo>
                        <a:pt x="33" y="37"/>
                        <a:pt x="32" y="38"/>
                        <a:pt x="32" y="39"/>
                      </a:cubicBezTo>
                      <a:cubicBezTo>
                        <a:pt x="31" y="40"/>
                        <a:pt x="30" y="40"/>
                        <a:pt x="29" y="41"/>
                      </a:cubicBezTo>
                      <a:cubicBezTo>
                        <a:pt x="28" y="41"/>
                        <a:pt x="27" y="41"/>
                        <a:pt x="26" y="41"/>
                      </a:cubicBezTo>
                      <a:cubicBezTo>
                        <a:pt x="24" y="41"/>
                        <a:pt x="22" y="41"/>
                        <a:pt x="21" y="40"/>
                      </a:cubicBezTo>
                      <a:cubicBezTo>
                        <a:pt x="20" y="39"/>
                        <a:pt x="19" y="38"/>
                        <a:pt x="18" y="37"/>
                      </a:cubicBezTo>
                      <a:cubicBezTo>
                        <a:pt x="17" y="35"/>
                        <a:pt x="17" y="34"/>
                        <a:pt x="16" y="32"/>
                      </a:cubicBezTo>
                      <a:cubicBezTo>
                        <a:pt x="16" y="30"/>
                        <a:pt x="16" y="29"/>
                        <a:pt x="16" y="27"/>
                      </a:cubicBezTo>
                      <a:cubicBezTo>
                        <a:pt x="16" y="25"/>
                        <a:pt x="16" y="23"/>
                        <a:pt x="16" y="22"/>
                      </a:cubicBezTo>
                      <a:cubicBezTo>
                        <a:pt x="17" y="20"/>
                        <a:pt x="17" y="18"/>
                        <a:pt x="18" y="17"/>
                      </a:cubicBezTo>
                      <a:cubicBezTo>
                        <a:pt x="19" y="16"/>
                        <a:pt x="20" y="15"/>
                        <a:pt x="21" y="14"/>
                      </a:cubicBezTo>
                      <a:cubicBezTo>
                        <a:pt x="22" y="13"/>
                        <a:pt x="24" y="13"/>
                        <a:pt x="26" y="13"/>
                      </a:cubicBezTo>
                      <a:cubicBezTo>
                        <a:pt x="27" y="13"/>
                        <a:pt x="29" y="13"/>
                        <a:pt x="30" y="14"/>
                      </a:cubicBezTo>
                      <a:cubicBezTo>
                        <a:pt x="31" y="14"/>
                        <a:pt x="32" y="15"/>
                        <a:pt x="32" y="16"/>
                      </a:cubicBezTo>
                      <a:cubicBezTo>
                        <a:pt x="33" y="17"/>
                        <a:pt x="33" y="17"/>
                        <a:pt x="34" y="18"/>
                      </a:cubicBezTo>
                      <a:cubicBezTo>
                        <a:pt x="34" y="19"/>
                        <a:pt x="34" y="20"/>
                        <a:pt x="34" y="20"/>
                      </a:cubicBezTo>
                      <a:cubicBezTo>
                        <a:pt x="50" y="20"/>
                        <a:pt x="50" y="20"/>
                        <a:pt x="50" y="20"/>
                      </a:cubicBezTo>
                      <a:cubicBezTo>
                        <a:pt x="49" y="14"/>
                        <a:pt x="47" y="9"/>
                        <a:pt x="43" y="5"/>
                      </a:cubicBezTo>
                      <a:cubicBezTo>
                        <a:pt x="39" y="1"/>
                        <a:pt x="33" y="0"/>
                        <a:pt x="26" y="0"/>
                      </a:cubicBezTo>
                      <a:cubicBezTo>
                        <a:pt x="22" y="0"/>
                        <a:pt x="18" y="0"/>
                        <a:pt x="15" y="2"/>
                      </a:cubicBezTo>
                      <a:cubicBezTo>
                        <a:pt x="12" y="3"/>
                        <a:pt x="9" y="5"/>
                        <a:pt x="7" y="7"/>
                      </a:cubicBezTo>
                      <a:cubicBezTo>
                        <a:pt x="4" y="9"/>
                        <a:pt x="3" y="12"/>
                        <a:pt x="1" y="16"/>
                      </a:cubicBezTo>
                      <a:cubicBezTo>
                        <a:pt x="0" y="19"/>
                        <a:pt x="0" y="23"/>
                        <a:pt x="0" y="27"/>
                      </a:cubicBezTo>
                      <a:cubicBezTo>
                        <a:pt x="0" y="31"/>
                        <a:pt x="0" y="34"/>
                        <a:pt x="1" y="38"/>
                      </a:cubicBezTo>
                      <a:cubicBezTo>
                        <a:pt x="2" y="41"/>
                        <a:pt x="4" y="44"/>
                        <a:pt x="6" y="46"/>
                      </a:cubicBezTo>
                      <a:cubicBezTo>
                        <a:pt x="9" y="49"/>
                        <a:pt x="11" y="51"/>
                        <a:pt x="15" y="52"/>
                      </a:cubicBezTo>
                      <a:cubicBezTo>
                        <a:pt x="18" y="54"/>
                        <a:pt x="22" y="54"/>
                        <a:pt x="26" y="54"/>
                      </a:cubicBezTo>
                      <a:cubicBezTo>
                        <a:pt x="30" y="54"/>
                        <a:pt x="33" y="54"/>
                        <a:pt x="36" y="52"/>
                      </a:cubicBezTo>
                      <a:cubicBezTo>
                        <a:pt x="39" y="51"/>
                        <a:pt x="42" y="49"/>
                        <a:pt x="44" y="47"/>
                      </a:cubicBezTo>
                      <a:cubicBezTo>
                        <a:pt x="46" y="45"/>
                        <a:pt x="47" y="43"/>
                        <a:pt x="48" y="40"/>
                      </a:cubicBezTo>
                      <a:cubicBezTo>
                        <a:pt x="49" y="38"/>
                        <a:pt x="50" y="35"/>
                        <a:pt x="50" y="33"/>
                      </a:cubicBezTo>
                      <a:lnTo>
                        <a:pt x="34" y="33"/>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3" name="Freeform 115"/>
                <p:cNvSpPr>
                  <a:spLocks noEditPoints="1"/>
                </p:cNvSpPr>
                <p:nvPr/>
              </p:nvSpPr>
              <p:spPr bwMode="auto">
                <a:xfrm>
                  <a:off x="3561" y="2479"/>
                  <a:ext cx="157" cy="158"/>
                </a:xfrm>
                <a:custGeom>
                  <a:avLst/>
                  <a:gdLst>
                    <a:gd name="T0" fmla="*/ 128 w 174"/>
                    <a:gd name="T1" fmla="*/ 30 h 174"/>
                    <a:gd name="T2" fmla="*/ 49 w 174"/>
                    <a:gd name="T3" fmla="*/ 21 h 174"/>
                    <a:gd name="T4" fmla="*/ 0 w 174"/>
                    <a:gd name="T5" fmla="*/ 79 h 174"/>
                    <a:gd name="T6" fmla="*/ 47 w 174"/>
                    <a:gd name="T7" fmla="*/ 136 h 174"/>
                    <a:gd name="T8" fmla="*/ 129 w 174"/>
                    <a:gd name="T9" fmla="*/ 131 h 174"/>
                    <a:gd name="T10" fmla="*/ 104 w 174"/>
                    <a:gd name="T11" fmla="*/ 134 h 174"/>
                    <a:gd name="T12" fmla="*/ 111 w 174"/>
                    <a:gd name="T13" fmla="*/ 121 h 174"/>
                    <a:gd name="T14" fmla="*/ 69 w 174"/>
                    <a:gd name="T15" fmla="*/ 124 h 174"/>
                    <a:gd name="T16" fmla="*/ 46 w 174"/>
                    <a:gd name="T17" fmla="*/ 121 h 174"/>
                    <a:gd name="T18" fmla="*/ 72 w 174"/>
                    <a:gd name="T19" fmla="*/ 35 h 174"/>
                    <a:gd name="T20" fmla="*/ 111 w 174"/>
                    <a:gd name="T21" fmla="*/ 38 h 174"/>
                    <a:gd name="T22" fmla="*/ 105 w 174"/>
                    <a:gd name="T23" fmla="*/ 25 h 174"/>
                    <a:gd name="T24" fmla="*/ 117 w 174"/>
                    <a:gd name="T25" fmla="*/ 90 h 174"/>
                    <a:gd name="T26" fmla="*/ 79 w 174"/>
                    <a:gd name="T27" fmla="*/ 119 h 174"/>
                    <a:gd name="T28" fmla="*/ 40 w 174"/>
                    <a:gd name="T29" fmla="*/ 93 h 174"/>
                    <a:gd name="T30" fmla="*/ 52 w 174"/>
                    <a:gd name="T31" fmla="*/ 54 h 174"/>
                    <a:gd name="T32" fmla="*/ 91 w 174"/>
                    <a:gd name="T33" fmla="*/ 41 h 174"/>
                    <a:gd name="T34" fmla="*/ 117 w 174"/>
                    <a:gd name="T35" fmla="*/ 79 h 174"/>
                    <a:gd name="T36" fmla="*/ 113 w 174"/>
                    <a:gd name="T37" fmla="*/ 44 h 174"/>
                    <a:gd name="T38" fmla="*/ 81 w 174"/>
                    <a:gd name="T39" fmla="*/ 34 h 174"/>
                    <a:gd name="T40" fmla="*/ 80 w 174"/>
                    <a:gd name="T41" fmla="*/ 34 h 174"/>
                    <a:gd name="T42" fmla="*/ 51 w 174"/>
                    <a:gd name="T43" fmla="*/ 51 h 174"/>
                    <a:gd name="T44" fmla="*/ 62 w 174"/>
                    <a:gd name="T45" fmla="*/ 41 h 174"/>
                    <a:gd name="T46" fmla="*/ 23 w 174"/>
                    <a:gd name="T47" fmla="*/ 54 h 174"/>
                    <a:gd name="T48" fmla="*/ 33 w 174"/>
                    <a:gd name="T49" fmla="*/ 79 h 174"/>
                    <a:gd name="T50" fmla="*/ 32 w 174"/>
                    <a:gd name="T51" fmla="*/ 81 h 174"/>
                    <a:gd name="T52" fmla="*/ 37 w 174"/>
                    <a:gd name="T53" fmla="*/ 112 h 174"/>
                    <a:gd name="T54" fmla="*/ 33 w 174"/>
                    <a:gd name="T55" fmla="*/ 88 h 174"/>
                    <a:gd name="T56" fmla="*/ 60 w 174"/>
                    <a:gd name="T57" fmla="*/ 117 h 174"/>
                    <a:gd name="T58" fmla="*/ 76 w 174"/>
                    <a:gd name="T59" fmla="*/ 124 h 174"/>
                    <a:gd name="T60" fmla="*/ 78 w 174"/>
                    <a:gd name="T61" fmla="*/ 125 h 174"/>
                    <a:gd name="T62" fmla="*/ 106 w 174"/>
                    <a:gd name="T63" fmla="*/ 107 h 174"/>
                    <a:gd name="T64" fmla="*/ 95 w 174"/>
                    <a:gd name="T65" fmla="*/ 118 h 174"/>
                    <a:gd name="T66" fmla="*/ 132 w 174"/>
                    <a:gd name="T67" fmla="*/ 95 h 174"/>
                    <a:gd name="T68" fmla="*/ 124 w 174"/>
                    <a:gd name="T69" fmla="*/ 86 h 174"/>
                    <a:gd name="T70" fmla="*/ 124 w 174"/>
                    <a:gd name="T71" fmla="*/ 76 h 174"/>
                    <a:gd name="T72" fmla="*/ 124 w 174"/>
                    <a:gd name="T73" fmla="*/ 70 h 174"/>
                    <a:gd name="T74" fmla="*/ 130 w 174"/>
                    <a:gd name="T75" fmla="*/ 64 h 174"/>
                    <a:gd name="T76" fmla="*/ 125 w 174"/>
                    <a:gd name="T77" fmla="*/ 32 h 174"/>
                    <a:gd name="T78" fmla="*/ 112 w 174"/>
                    <a:gd name="T79" fmla="*/ 25 h 174"/>
                    <a:gd name="T80" fmla="*/ 103 w 174"/>
                    <a:gd name="T81" fmla="*/ 23 h 174"/>
                    <a:gd name="T82" fmla="*/ 79 w 174"/>
                    <a:gd name="T83" fmla="*/ 6 h 174"/>
                    <a:gd name="T84" fmla="*/ 40 w 174"/>
                    <a:gd name="T85" fmla="*/ 40 h 174"/>
                    <a:gd name="T86" fmla="*/ 6 w 174"/>
                    <a:gd name="T87" fmla="*/ 79 h 174"/>
                    <a:gd name="T88" fmla="*/ 23 w 174"/>
                    <a:gd name="T89" fmla="*/ 104 h 174"/>
                    <a:gd name="T90" fmla="*/ 25 w 174"/>
                    <a:gd name="T91" fmla="*/ 113 h 174"/>
                    <a:gd name="T92" fmla="*/ 32 w 174"/>
                    <a:gd name="T93" fmla="*/ 127 h 174"/>
                    <a:gd name="T94" fmla="*/ 78 w 174"/>
                    <a:gd name="T95" fmla="*/ 129 h 174"/>
                    <a:gd name="T96" fmla="*/ 127 w 174"/>
                    <a:gd name="T97" fmla="*/ 128 h 174"/>
                    <a:gd name="T98" fmla="*/ 134 w 174"/>
                    <a:gd name="T99" fmla="*/ 112 h 174"/>
                    <a:gd name="T100" fmla="*/ 134 w 174"/>
                    <a:gd name="T101" fmla="*/ 94 h 174"/>
                    <a:gd name="T102" fmla="*/ 135 w 174"/>
                    <a:gd name="T103" fmla="*/ 54 h 17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4"/>
                    <a:gd name="T157" fmla="*/ 0 h 174"/>
                    <a:gd name="T158" fmla="*/ 174 w 174"/>
                    <a:gd name="T159" fmla="*/ 174 h 17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4" h="174">
                      <a:moveTo>
                        <a:pt x="174" y="87"/>
                      </a:moveTo>
                      <a:cubicBezTo>
                        <a:pt x="174" y="74"/>
                        <a:pt x="165" y="62"/>
                        <a:pt x="150" y="53"/>
                      </a:cubicBezTo>
                      <a:cubicBezTo>
                        <a:pt x="149" y="45"/>
                        <a:pt x="147" y="38"/>
                        <a:pt x="142" y="33"/>
                      </a:cubicBezTo>
                      <a:cubicBezTo>
                        <a:pt x="137" y="28"/>
                        <a:pt x="130" y="25"/>
                        <a:pt x="122" y="25"/>
                      </a:cubicBezTo>
                      <a:cubicBezTo>
                        <a:pt x="113" y="10"/>
                        <a:pt x="100" y="0"/>
                        <a:pt x="87" y="0"/>
                      </a:cubicBezTo>
                      <a:cubicBezTo>
                        <a:pt x="74" y="0"/>
                        <a:pt x="62" y="9"/>
                        <a:pt x="54" y="23"/>
                      </a:cubicBezTo>
                      <a:cubicBezTo>
                        <a:pt x="44" y="23"/>
                        <a:pt x="36" y="26"/>
                        <a:pt x="31" y="31"/>
                      </a:cubicBezTo>
                      <a:cubicBezTo>
                        <a:pt x="25" y="37"/>
                        <a:pt x="23" y="45"/>
                        <a:pt x="23" y="54"/>
                      </a:cubicBezTo>
                      <a:cubicBezTo>
                        <a:pt x="9" y="63"/>
                        <a:pt x="0" y="75"/>
                        <a:pt x="0" y="87"/>
                      </a:cubicBezTo>
                      <a:cubicBezTo>
                        <a:pt x="0" y="101"/>
                        <a:pt x="9" y="113"/>
                        <a:pt x="24" y="122"/>
                      </a:cubicBezTo>
                      <a:cubicBezTo>
                        <a:pt x="25" y="130"/>
                        <a:pt x="27" y="137"/>
                        <a:pt x="32" y="142"/>
                      </a:cubicBezTo>
                      <a:cubicBezTo>
                        <a:pt x="37" y="147"/>
                        <a:pt x="44" y="150"/>
                        <a:pt x="52" y="150"/>
                      </a:cubicBezTo>
                      <a:cubicBezTo>
                        <a:pt x="61" y="165"/>
                        <a:pt x="74" y="174"/>
                        <a:pt x="87" y="174"/>
                      </a:cubicBezTo>
                      <a:cubicBezTo>
                        <a:pt x="100" y="174"/>
                        <a:pt x="112" y="166"/>
                        <a:pt x="120" y="152"/>
                      </a:cubicBezTo>
                      <a:cubicBezTo>
                        <a:pt x="130" y="152"/>
                        <a:pt x="138" y="149"/>
                        <a:pt x="143" y="144"/>
                      </a:cubicBezTo>
                      <a:cubicBezTo>
                        <a:pt x="149" y="138"/>
                        <a:pt x="152" y="130"/>
                        <a:pt x="152" y="121"/>
                      </a:cubicBezTo>
                      <a:cubicBezTo>
                        <a:pt x="166" y="112"/>
                        <a:pt x="174" y="100"/>
                        <a:pt x="174" y="87"/>
                      </a:cubicBezTo>
                      <a:close/>
                      <a:moveTo>
                        <a:pt x="115" y="148"/>
                      </a:moveTo>
                      <a:cubicBezTo>
                        <a:pt x="107" y="148"/>
                        <a:pt x="98" y="145"/>
                        <a:pt x="89" y="140"/>
                      </a:cubicBezTo>
                      <a:cubicBezTo>
                        <a:pt x="91" y="139"/>
                        <a:pt x="93" y="138"/>
                        <a:pt x="94" y="137"/>
                      </a:cubicBezTo>
                      <a:cubicBezTo>
                        <a:pt x="104" y="137"/>
                        <a:pt x="114" y="135"/>
                        <a:pt x="123" y="133"/>
                      </a:cubicBezTo>
                      <a:cubicBezTo>
                        <a:pt x="121" y="139"/>
                        <a:pt x="118" y="144"/>
                        <a:pt x="115" y="148"/>
                      </a:cubicBezTo>
                      <a:close/>
                      <a:moveTo>
                        <a:pt x="51" y="133"/>
                      </a:moveTo>
                      <a:cubicBezTo>
                        <a:pt x="59" y="135"/>
                        <a:pt x="68" y="136"/>
                        <a:pt x="77" y="137"/>
                      </a:cubicBezTo>
                      <a:cubicBezTo>
                        <a:pt x="79" y="138"/>
                        <a:pt x="80" y="139"/>
                        <a:pt x="82" y="140"/>
                      </a:cubicBezTo>
                      <a:cubicBezTo>
                        <a:pt x="74" y="144"/>
                        <a:pt x="65" y="146"/>
                        <a:pt x="58" y="147"/>
                      </a:cubicBezTo>
                      <a:cubicBezTo>
                        <a:pt x="55" y="143"/>
                        <a:pt x="53" y="138"/>
                        <a:pt x="51" y="133"/>
                      </a:cubicBezTo>
                      <a:close/>
                      <a:moveTo>
                        <a:pt x="59" y="26"/>
                      </a:moveTo>
                      <a:cubicBezTo>
                        <a:pt x="67" y="27"/>
                        <a:pt x="76" y="30"/>
                        <a:pt x="85" y="35"/>
                      </a:cubicBezTo>
                      <a:cubicBezTo>
                        <a:pt x="83" y="36"/>
                        <a:pt x="82" y="37"/>
                        <a:pt x="80" y="38"/>
                      </a:cubicBezTo>
                      <a:cubicBezTo>
                        <a:pt x="70" y="38"/>
                        <a:pt x="60" y="40"/>
                        <a:pt x="51" y="42"/>
                      </a:cubicBezTo>
                      <a:cubicBezTo>
                        <a:pt x="54" y="36"/>
                        <a:pt x="56" y="31"/>
                        <a:pt x="59" y="26"/>
                      </a:cubicBezTo>
                      <a:close/>
                      <a:moveTo>
                        <a:pt x="123" y="42"/>
                      </a:moveTo>
                      <a:cubicBezTo>
                        <a:pt x="115" y="40"/>
                        <a:pt x="106" y="38"/>
                        <a:pt x="97" y="38"/>
                      </a:cubicBezTo>
                      <a:cubicBezTo>
                        <a:pt x="95" y="37"/>
                        <a:pt x="94" y="36"/>
                        <a:pt x="92" y="35"/>
                      </a:cubicBezTo>
                      <a:cubicBezTo>
                        <a:pt x="100" y="31"/>
                        <a:pt x="109" y="29"/>
                        <a:pt x="116" y="28"/>
                      </a:cubicBezTo>
                      <a:cubicBezTo>
                        <a:pt x="119" y="32"/>
                        <a:pt x="121" y="37"/>
                        <a:pt x="123" y="42"/>
                      </a:cubicBezTo>
                      <a:close/>
                      <a:moveTo>
                        <a:pt x="130" y="87"/>
                      </a:moveTo>
                      <a:cubicBezTo>
                        <a:pt x="130" y="91"/>
                        <a:pt x="130" y="95"/>
                        <a:pt x="130" y="99"/>
                      </a:cubicBezTo>
                      <a:cubicBezTo>
                        <a:pt x="126" y="105"/>
                        <a:pt x="121" y="111"/>
                        <a:pt x="116" y="116"/>
                      </a:cubicBezTo>
                      <a:cubicBezTo>
                        <a:pt x="110" y="121"/>
                        <a:pt x="105" y="126"/>
                        <a:pt x="99" y="130"/>
                      </a:cubicBezTo>
                      <a:cubicBezTo>
                        <a:pt x="95" y="131"/>
                        <a:pt x="91" y="131"/>
                        <a:pt x="87" y="131"/>
                      </a:cubicBezTo>
                      <a:cubicBezTo>
                        <a:pt x="82" y="131"/>
                        <a:pt x="77" y="130"/>
                        <a:pt x="73" y="130"/>
                      </a:cubicBezTo>
                      <a:cubicBezTo>
                        <a:pt x="68" y="126"/>
                        <a:pt x="62" y="122"/>
                        <a:pt x="58" y="117"/>
                      </a:cubicBezTo>
                      <a:cubicBezTo>
                        <a:pt x="53" y="112"/>
                        <a:pt x="48" y="107"/>
                        <a:pt x="44" y="102"/>
                      </a:cubicBezTo>
                      <a:cubicBezTo>
                        <a:pt x="44" y="97"/>
                        <a:pt x="44" y="92"/>
                        <a:pt x="44" y="87"/>
                      </a:cubicBezTo>
                      <a:cubicBezTo>
                        <a:pt x="44" y="83"/>
                        <a:pt x="44" y="79"/>
                        <a:pt x="44" y="76"/>
                      </a:cubicBezTo>
                      <a:cubicBezTo>
                        <a:pt x="48" y="70"/>
                        <a:pt x="53" y="64"/>
                        <a:pt x="58" y="59"/>
                      </a:cubicBezTo>
                      <a:cubicBezTo>
                        <a:pt x="64" y="53"/>
                        <a:pt x="70" y="49"/>
                        <a:pt x="75" y="45"/>
                      </a:cubicBezTo>
                      <a:cubicBezTo>
                        <a:pt x="79" y="44"/>
                        <a:pt x="83" y="44"/>
                        <a:pt x="87" y="44"/>
                      </a:cubicBezTo>
                      <a:cubicBezTo>
                        <a:pt x="92" y="44"/>
                        <a:pt x="97" y="44"/>
                        <a:pt x="101" y="45"/>
                      </a:cubicBezTo>
                      <a:cubicBezTo>
                        <a:pt x="107" y="49"/>
                        <a:pt x="112" y="53"/>
                        <a:pt x="117" y="58"/>
                      </a:cubicBezTo>
                      <a:cubicBezTo>
                        <a:pt x="121" y="63"/>
                        <a:pt x="126" y="68"/>
                        <a:pt x="130" y="73"/>
                      </a:cubicBezTo>
                      <a:cubicBezTo>
                        <a:pt x="130" y="78"/>
                        <a:pt x="130" y="83"/>
                        <a:pt x="130" y="87"/>
                      </a:cubicBezTo>
                      <a:close/>
                      <a:moveTo>
                        <a:pt x="119" y="56"/>
                      </a:moveTo>
                      <a:cubicBezTo>
                        <a:pt x="115" y="52"/>
                        <a:pt x="112" y="49"/>
                        <a:pt x="108" y="46"/>
                      </a:cubicBezTo>
                      <a:cubicBezTo>
                        <a:pt x="114" y="46"/>
                        <a:pt x="120" y="48"/>
                        <a:pt x="125" y="49"/>
                      </a:cubicBezTo>
                      <a:cubicBezTo>
                        <a:pt x="127" y="55"/>
                        <a:pt x="128" y="61"/>
                        <a:pt x="129" y="67"/>
                      </a:cubicBezTo>
                      <a:cubicBezTo>
                        <a:pt x="126" y="63"/>
                        <a:pt x="122" y="59"/>
                        <a:pt x="119" y="56"/>
                      </a:cubicBezTo>
                      <a:close/>
                      <a:moveTo>
                        <a:pt x="90" y="37"/>
                      </a:moveTo>
                      <a:cubicBezTo>
                        <a:pt x="89" y="37"/>
                        <a:pt x="88" y="37"/>
                        <a:pt x="87" y="37"/>
                      </a:cubicBezTo>
                      <a:cubicBezTo>
                        <a:pt x="87" y="37"/>
                        <a:pt x="87" y="37"/>
                        <a:pt x="87" y="37"/>
                      </a:cubicBezTo>
                      <a:cubicBezTo>
                        <a:pt x="87" y="37"/>
                        <a:pt x="88" y="37"/>
                        <a:pt x="89" y="37"/>
                      </a:cubicBezTo>
                      <a:cubicBezTo>
                        <a:pt x="89" y="37"/>
                        <a:pt x="90" y="37"/>
                        <a:pt x="90" y="37"/>
                      </a:cubicBezTo>
                      <a:close/>
                      <a:moveTo>
                        <a:pt x="69" y="45"/>
                      </a:moveTo>
                      <a:cubicBezTo>
                        <a:pt x="65" y="49"/>
                        <a:pt x="60" y="52"/>
                        <a:pt x="56" y="56"/>
                      </a:cubicBezTo>
                      <a:cubicBezTo>
                        <a:pt x="52" y="61"/>
                        <a:pt x="48" y="65"/>
                        <a:pt x="45" y="69"/>
                      </a:cubicBezTo>
                      <a:cubicBezTo>
                        <a:pt x="46" y="62"/>
                        <a:pt x="47" y="55"/>
                        <a:pt x="49" y="49"/>
                      </a:cubicBezTo>
                      <a:cubicBezTo>
                        <a:pt x="55" y="47"/>
                        <a:pt x="62" y="46"/>
                        <a:pt x="69" y="45"/>
                      </a:cubicBezTo>
                      <a:close/>
                      <a:moveTo>
                        <a:pt x="37" y="80"/>
                      </a:moveTo>
                      <a:cubicBezTo>
                        <a:pt x="36" y="82"/>
                        <a:pt x="35" y="84"/>
                        <a:pt x="34" y="85"/>
                      </a:cubicBezTo>
                      <a:cubicBezTo>
                        <a:pt x="30" y="76"/>
                        <a:pt x="27" y="67"/>
                        <a:pt x="26" y="59"/>
                      </a:cubicBezTo>
                      <a:cubicBezTo>
                        <a:pt x="30" y="56"/>
                        <a:pt x="36" y="54"/>
                        <a:pt x="41" y="52"/>
                      </a:cubicBezTo>
                      <a:cubicBezTo>
                        <a:pt x="39" y="61"/>
                        <a:pt x="38" y="70"/>
                        <a:pt x="37" y="80"/>
                      </a:cubicBezTo>
                      <a:close/>
                      <a:moveTo>
                        <a:pt x="37" y="87"/>
                      </a:moveTo>
                      <a:cubicBezTo>
                        <a:pt x="37" y="87"/>
                        <a:pt x="37" y="87"/>
                        <a:pt x="37" y="87"/>
                      </a:cubicBezTo>
                      <a:cubicBezTo>
                        <a:pt x="37" y="88"/>
                        <a:pt x="37" y="89"/>
                        <a:pt x="37" y="91"/>
                      </a:cubicBezTo>
                      <a:cubicBezTo>
                        <a:pt x="37" y="90"/>
                        <a:pt x="36" y="89"/>
                        <a:pt x="36" y="89"/>
                      </a:cubicBezTo>
                      <a:cubicBezTo>
                        <a:pt x="36" y="88"/>
                        <a:pt x="37" y="88"/>
                        <a:pt x="37" y="87"/>
                      </a:cubicBezTo>
                      <a:close/>
                      <a:moveTo>
                        <a:pt x="37" y="97"/>
                      </a:moveTo>
                      <a:cubicBezTo>
                        <a:pt x="38" y="106"/>
                        <a:pt x="39" y="115"/>
                        <a:pt x="41" y="123"/>
                      </a:cubicBezTo>
                      <a:cubicBezTo>
                        <a:pt x="36" y="121"/>
                        <a:pt x="32" y="119"/>
                        <a:pt x="28" y="117"/>
                      </a:cubicBezTo>
                      <a:cubicBezTo>
                        <a:pt x="28" y="109"/>
                        <a:pt x="30" y="101"/>
                        <a:pt x="34" y="92"/>
                      </a:cubicBezTo>
                      <a:cubicBezTo>
                        <a:pt x="35" y="94"/>
                        <a:pt x="36" y="96"/>
                        <a:pt x="37" y="97"/>
                      </a:cubicBezTo>
                      <a:close/>
                      <a:moveTo>
                        <a:pt x="45" y="108"/>
                      </a:moveTo>
                      <a:cubicBezTo>
                        <a:pt x="48" y="112"/>
                        <a:pt x="52" y="116"/>
                        <a:pt x="55" y="119"/>
                      </a:cubicBezTo>
                      <a:cubicBezTo>
                        <a:pt x="59" y="123"/>
                        <a:pt x="63" y="126"/>
                        <a:pt x="66" y="129"/>
                      </a:cubicBezTo>
                      <a:cubicBezTo>
                        <a:pt x="60" y="128"/>
                        <a:pt x="54" y="127"/>
                        <a:pt x="49" y="126"/>
                      </a:cubicBezTo>
                      <a:cubicBezTo>
                        <a:pt x="47" y="120"/>
                        <a:pt x="46" y="114"/>
                        <a:pt x="45" y="108"/>
                      </a:cubicBezTo>
                      <a:close/>
                      <a:moveTo>
                        <a:pt x="84" y="137"/>
                      </a:moveTo>
                      <a:cubicBezTo>
                        <a:pt x="85" y="137"/>
                        <a:pt x="86" y="137"/>
                        <a:pt x="87" y="137"/>
                      </a:cubicBezTo>
                      <a:cubicBezTo>
                        <a:pt x="87" y="137"/>
                        <a:pt x="87" y="137"/>
                        <a:pt x="87" y="137"/>
                      </a:cubicBezTo>
                      <a:cubicBezTo>
                        <a:pt x="87" y="138"/>
                        <a:pt x="86" y="138"/>
                        <a:pt x="86" y="138"/>
                      </a:cubicBezTo>
                      <a:cubicBezTo>
                        <a:pt x="85" y="138"/>
                        <a:pt x="84" y="138"/>
                        <a:pt x="84" y="137"/>
                      </a:cubicBezTo>
                      <a:close/>
                      <a:moveTo>
                        <a:pt x="105" y="130"/>
                      </a:moveTo>
                      <a:cubicBezTo>
                        <a:pt x="110" y="126"/>
                        <a:pt x="114" y="122"/>
                        <a:pt x="118" y="118"/>
                      </a:cubicBezTo>
                      <a:cubicBezTo>
                        <a:pt x="122" y="114"/>
                        <a:pt x="126" y="110"/>
                        <a:pt x="129" y="105"/>
                      </a:cubicBezTo>
                      <a:cubicBezTo>
                        <a:pt x="128" y="113"/>
                        <a:pt x="127" y="119"/>
                        <a:pt x="125" y="126"/>
                      </a:cubicBezTo>
                      <a:cubicBezTo>
                        <a:pt x="119" y="127"/>
                        <a:pt x="112" y="129"/>
                        <a:pt x="105" y="130"/>
                      </a:cubicBezTo>
                      <a:close/>
                      <a:moveTo>
                        <a:pt x="137" y="95"/>
                      </a:moveTo>
                      <a:cubicBezTo>
                        <a:pt x="138" y="93"/>
                        <a:pt x="139" y="91"/>
                        <a:pt x="140" y="90"/>
                      </a:cubicBezTo>
                      <a:cubicBezTo>
                        <a:pt x="142" y="95"/>
                        <a:pt x="145" y="100"/>
                        <a:pt x="146" y="105"/>
                      </a:cubicBezTo>
                      <a:cubicBezTo>
                        <a:pt x="147" y="109"/>
                        <a:pt x="148" y="112"/>
                        <a:pt x="148" y="116"/>
                      </a:cubicBezTo>
                      <a:cubicBezTo>
                        <a:pt x="144" y="118"/>
                        <a:pt x="138" y="121"/>
                        <a:pt x="133" y="123"/>
                      </a:cubicBezTo>
                      <a:cubicBezTo>
                        <a:pt x="135" y="114"/>
                        <a:pt x="136" y="105"/>
                        <a:pt x="137" y="95"/>
                      </a:cubicBezTo>
                      <a:close/>
                      <a:moveTo>
                        <a:pt x="137" y="88"/>
                      </a:moveTo>
                      <a:cubicBezTo>
                        <a:pt x="137" y="88"/>
                        <a:pt x="137" y="87"/>
                        <a:pt x="137" y="87"/>
                      </a:cubicBezTo>
                      <a:cubicBezTo>
                        <a:pt x="137" y="86"/>
                        <a:pt x="137" y="85"/>
                        <a:pt x="137" y="84"/>
                      </a:cubicBezTo>
                      <a:cubicBezTo>
                        <a:pt x="137" y="85"/>
                        <a:pt x="138" y="85"/>
                        <a:pt x="138" y="86"/>
                      </a:cubicBezTo>
                      <a:cubicBezTo>
                        <a:pt x="138" y="87"/>
                        <a:pt x="137" y="87"/>
                        <a:pt x="137" y="88"/>
                      </a:cubicBezTo>
                      <a:close/>
                      <a:moveTo>
                        <a:pt x="137" y="77"/>
                      </a:moveTo>
                      <a:cubicBezTo>
                        <a:pt x="136" y="68"/>
                        <a:pt x="135" y="60"/>
                        <a:pt x="133" y="52"/>
                      </a:cubicBezTo>
                      <a:cubicBezTo>
                        <a:pt x="138" y="54"/>
                        <a:pt x="142" y="56"/>
                        <a:pt x="146" y="58"/>
                      </a:cubicBezTo>
                      <a:cubicBezTo>
                        <a:pt x="146" y="62"/>
                        <a:pt x="145" y="66"/>
                        <a:pt x="144" y="70"/>
                      </a:cubicBezTo>
                      <a:cubicBezTo>
                        <a:pt x="143" y="74"/>
                        <a:pt x="142" y="78"/>
                        <a:pt x="140" y="82"/>
                      </a:cubicBezTo>
                      <a:cubicBezTo>
                        <a:pt x="139" y="81"/>
                        <a:pt x="138" y="79"/>
                        <a:pt x="137" y="77"/>
                      </a:cubicBezTo>
                      <a:close/>
                      <a:moveTo>
                        <a:pt x="139" y="35"/>
                      </a:moveTo>
                      <a:cubicBezTo>
                        <a:pt x="143" y="39"/>
                        <a:pt x="146" y="44"/>
                        <a:pt x="146" y="51"/>
                      </a:cubicBezTo>
                      <a:cubicBezTo>
                        <a:pt x="141" y="48"/>
                        <a:pt x="136" y="46"/>
                        <a:pt x="130" y="44"/>
                      </a:cubicBezTo>
                      <a:cubicBezTo>
                        <a:pt x="128" y="38"/>
                        <a:pt x="126" y="33"/>
                        <a:pt x="124" y="28"/>
                      </a:cubicBezTo>
                      <a:cubicBezTo>
                        <a:pt x="130" y="29"/>
                        <a:pt x="135" y="31"/>
                        <a:pt x="139" y="35"/>
                      </a:cubicBezTo>
                      <a:close/>
                      <a:moveTo>
                        <a:pt x="87" y="7"/>
                      </a:moveTo>
                      <a:cubicBezTo>
                        <a:pt x="97" y="7"/>
                        <a:pt x="107" y="14"/>
                        <a:pt x="114" y="25"/>
                      </a:cubicBezTo>
                      <a:cubicBezTo>
                        <a:pt x="106" y="26"/>
                        <a:pt x="97" y="28"/>
                        <a:pt x="89" y="33"/>
                      </a:cubicBezTo>
                      <a:cubicBezTo>
                        <a:pt x="79" y="28"/>
                        <a:pt x="70" y="24"/>
                        <a:pt x="61" y="23"/>
                      </a:cubicBezTo>
                      <a:cubicBezTo>
                        <a:pt x="68" y="13"/>
                        <a:pt x="77" y="7"/>
                        <a:pt x="87" y="7"/>
                      </a:cubicBezTo>
                      <a:close/>
                      <a:moveTo>
                        <a:pt x="33" y="34"/>
                      </a:moveTo>
                      <a:cubicBezTo>
                        <a:pt x="38" y="29"/>
                        <a:pt x="44" y="27"/>
                        <a:pt x="52" y="26"/>
                      </a:cubicBezTo>
                      <a:cubicBezTo>
                        <a:pt x="49" y="31"/>
                        <a:pt x="46" y="38"/>
                        <a:pt x="44" y="44"/>
                      </a:cubicBezTo>
                      <a:cubicBezTo>
                        <a:pt x="37" y="46"/>
                        <a:pt x="31" y="49"/>
                        <a:pt x="26" y="52"/>
                      </a:cubicBezTo>
                      <a:cubicBezTo>
                        <a:pt x="26" y="45"/>
                        <a:pt x="29" y="38"/>
                        <a:pt x="33" y="34"/>
                      </a:cubicBezTo>
                      <a:close/>
                      <a:moveTo>
                        <a:pt x="7" y="87"/>
                      </a:moveTo>
                      <a:cubicBezTo>
                        <a:pt x="7" y="78"/>
                        <a:pt x="13" y="68"/>
                        <a:pt x="23" y="61"/>
                      </a:cubicBezTo>
                      <a:cubicBezTo>
                        <a:pt x="24" y="70"/>
                        <a:pt x="27" y="79"/>
                        <a:pt x="33" y="89"/>
                      </a:cubicBezTo>
                      <a:cubicBezTo>
                        <a:pt x="28" y="98"/>
                        <a:pt x="25" y="107"/>
                        <a:pt x="25" y="115"/>
                      </a:cubicBezTo>
                      <a:cubicBezTo>
                        <a:pt x="13" y="107"/>
                        <a:pt x="7" y="98"/>
                        <a:pt x="7" y="87"/>
                      </a:cubicBezTo>
                      <a:close/>
                      <a:moveTo>
                        <a:pt x="35" y="140"/>
                      </a:moveTo>
                      <a:cubicBezTo>
                        <a:pt x="31" y="136"/>
                        <a:pt x="28" y="130"/>
                        <a:pt x="28" y="124"/>
                      </a:cubicBezTo>
                      <a:cubicBezTo>
                        <a:pt x="33" y="127"/>
                        <a:pt x="38" y="129"/>
                        <a:pt x="44" y="131"/>
                      </a:cubicBezTo>
                      <a:cubicBezTo>
                        <a:pt x="46" y="136"/>
                        <a:pt x="48" y="142"/>
                        <a:pt x="50" y="147"/>
                      </a:cubicBezTo>
                      <a:cubicBezTo>
                        <a:pt x="44" y="146"/>
                        <a:pt x="39" y="144"/>
                        <a:pt x="35" y="140"/>
                      </a:cubicBezTo>
                      <a:close/>
                      <a:moveTo>
                        <a:pt x="87" y="168"/>
                      </a:moveTo>
                      <a:cubicBezTo>
                        <a:pt x="77" y="168"/>
                        <a:pt x="67" y="161"/>
                        <a:pt x="60" y="150"/>
                      </a:cubicBezTo>
                      <a:cubicBezTo>
                        <a:pt x="68" y="149"/>
                        <a:pt x="77" y="146"/>
                        <a:pt x="86" y="142"/>
                      </a:cubicBezTo>
                      <a:cubicBezTo>
                        <a:pt x="95" y="147"/>
                        <a:pt x="104" y="150"/>
                        <a:pt x="113" y="152"/>
                      </a:cubicBezTo>
                      <a:cubicBezTo>
                        <a:pt x="106" y="162"/>
                        <a:pt x="97" y="168"/>
                        <a:pt x="87" y="168"/>
                      </a:cubicBezTo>
                      <a:close/>
                      <a:moveTo>
                        <a:pt x="141" y="141"/>
                      </a:moveTo>
                      <a:cubicBezTo>
                        <a:pt x="136" y="146"/>
                        <a:pt x="130" y="148"/>
                        <a:pt x="122" y="149"/>
                      </a:cubicBezTo>
                      <a:cubicBezTo>
                        <a:pt x="126" y="143"/>
                        <a:pt x="128" y="137"/>
                        <a:pt x="130" y="131"/>
                      </a:cubicBezTo>
                      <a:cubicBezTo>
                        <a:pt x="137" y="129"/>
                        <a:pt x="143" y="126"/>
                        <a:pt x="148" y="123"/>
                      </a:cubicBezTo>
                      <a:cubicBezTo>
                        <a:pt x="148" y="130"/>
                        <a:pt x="145" y="137"/>
                        <a:pt x="141" y="141"/>
                      </a:cubicBezTo>
                      <a:close/>
                      <a:moveTo>
                        <a:pt x="151" y="114"/>
                      </a:moveTo>
                      <a:cubicBezTo>
                        <a:pt x="151" y="110"/>
                        <a:pt x="150" y="107"/>
                        <a:pt x="149" y="104"/>
                      </a:cubicBezTo>
                      <a:cubicBezTo>
                        <a:pt x="147" y="98"/>
                        <a:pt x="145" y="92"/>
                        <a:pt x="142" y="86"/>
                      </a:cubicBezTo>
                      <a:cubicBezTo>
                        <a:pt x="144" y="81"/>
                        <a:pt x="146" y="76"/>
                        <a:pt x="147" y="71"/>
                      </a:cubicBezTo>
                      <a:cubicBezTo>
                        <a:pt x="149" y="67"/>
                        <a:pt x="149" y="64"/>
                        <a:pt x="150" y="60"/>
                      </a:cubicBezTo>
                      <a:cubicBezTo>
                        <a:pt x="161" y="68"/>
                        <a:pt x="167" y="77"/>
                        <a:pt x="167" y="87"/>
                      </a:cubicBezTo>
                      <a:cubicBezTo>
                        <a:pt x="167" y="97"/>
                        <a:pt x="161" y="106"/>
                        <a:pt x="151" y="114"/>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4" name="Oval 116"/>
                <p:cNvSpPr>
                  <a:spLocks noChangeArrowheads="1"/>
                </p:cNvSpPr>
                <p:nvPr/>
              </p:nvSpPr>
              <p:spPr bwMode="auto">
                <a:xfrm>
                  <a:off x="3628" y="2545"/>
                  <a:ext cx="26" cy="26"/>
                </a:xfrm>
                <a:prstGeom prst="ellipse">
                  <a:avLst/>
                </a:prstGeom>
                <a:solidFill>
                  <a:srgbClr val="FFFFFF"/>
                </a:solidFill>
                <a:ln w="9525">
                  <a:noFill/>
                  <a:round/>
                  <a:headEnd/>
                  <a:tailEnd/>
                </a:ln>
              </p:spPr>
              <p:txBody>
                <a:bodyPr lIns="121920" tIns="60960" rIns="121920" bIns="60960"/>
                <a:lstStyle/>
                <a:p>
                  <a:pPr eaLnBrk="0" hangingPunct="0"/>
                  <a:endParaRPr lang="el-GR" sz="3200"/>
                </a:p>
              </p:txBody>
            </p:sp>
            <p:sp>
              <p:nvSpPr>
                <p:cNvPr id="437465" name="Freeform 117"/>
                <p:cNvSpPr>
                  <a:spLocks/>
                </p:cNvSpPr>
                <p:nvPr/>
              </p:nvSpPr>
              <p:spPr bwMode="auto">
                <a:xfrm>
                  <a:off x="2039" y="2597"/>
                  <a:ext cx="1" cy="1"/>
                </a:xfrm>
                <a:custGeom>
                  <a:avLst/>
                  <a:gdLst>
                    <a:gd name="T0" fmla="*/ 0 w 1"/>
                    <a:gd name="T1" fmla="*/ 0 h 1"/>
                    <a:gd name="T2" fmla="*/ 0 w 1"/>
                    <a:gd name="T3" fmla="*/ 0 h 1"/>
                    <a:gd name="T4" fmla="*/ 0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cubicBezTo>
                        <a:pt x="0" y="0"/>
                        <a:pt x="0" y="0"/>
                        <a:pt x="0" y="0"/>
                      </a:cubicBezTo>
                      <a:cubicBezTo>
                        <a:pt x="0" y="0"/>
                        <a:pt x="0" y="0"/>
                        <a:pt x="0" y="0"/>
                      </a:cubicBezTo>
                      <a:cubicBezTo>
                        <a:pt x="0" y="0"/>
                        <a:pt x="0" y="0"/>
                        <a:pt x="0" y="0"/>
                      </a:cubicBez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6" name="Freeform 118"/>
                <p:cNvSpPr>
                  <a:spLocks/>
                </p:cNvSpPr>
                <p:nvPr/>
              </p:nvSpPr>
              <p:spPr bwMode="auto">
                <a:xfrm>
                  <a:off x="1955" y="2596"/>
                  <a:ext cx="90" cy="69"/>
                </a:xfrm>
                <a:custGeom>
                  <a:avLst/>
                  <a:gdLst>
                    <a:gd name="T0" fmla="*/ 41 w 100"/>
                    <a:gd name="T1" fmla="*/ 62 h 77"/>
                    <a:gd name="T2" fmla="*/ 34 w 100"/>
                    <a:gd name="T3" fmla="*/ 66 h 77"/>
                    <a:gd name="T4" fmla="*/ 27 w 100"/>
                    <a:gd name="T5" fmla="*/ 64 h 77"/>
                    <a:gd name="T6" fmla="*/ 2 w 100"/>
                    <a:gd name="T7" fmla="*/ 44 h 77"/>
                    <a:gd name="T8" fmla="*/ 0 w 100"/>
                    <a:gd name="T9" fmla="*/ 43 h 77"/>
                    <a:gd name="T10" fmla="*/ 5 w 100"/>
                    <a:gd name="T11" fmla="*/ 49 h 77"/>
                    <a:gd name="T12" fmla="*/ 27 w 100"/>
                    <a:gd name="T13" fmla="*/ 66 h 77"/>
                    <a:gd name="T14" fmla="*/ 35 w 100"/>
                    <a:gd name="T15" fmla="*/ 69 h 77"/>
                    <a:gd name="T16" fmla="*/ 44 w 100"/>
                    <a:gd name="T17" fmla="*/ 65 h 77"/>
                    <a:gd name="T18" fmla="*/ 87 w 100"/>
                    <a:gd name="T19" fmla="*/ 8 h 77"/>
                    <a:gd name="T20" fmla="*/ 90 w 100"/>
                    <a:gd name="T21" fmla="*/ 0 h 77"/>
                    <a:gd name="T22" fmla="*/ 41 w 100"/>
                    <a:gd name="T23" fmla="*/ 62 h 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
                    <a:gd name="T37" fmla="*/ 0 h 77"/>
                    <a:gd name="T38" fmla="*/ 100 w 100"/>
                    <a:gd name="T39" fmla="*/ 77 h 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 h="77">
                      <a:moveTo>
                        <a:pt x="46" y="69"/>
                      </a:moveTo>
                      <a:cubicBezTo>
                        <a:pt x="44" y="72"/>
                        <a:pt x="41" y="74"/>
                        <a:pt x="38" y="74"/>
                      </a:cubicBezTo>
                      <a:cubicBezTo>
                        <a:pt x="35" y="74"/>
                        <a:pt x="32" y="73"/>
                        <a:pt x="30" y="71"/>
                      </a:cubicBezTo>
                      <a:cubicBezTo>
                        <a:pt x="2" y="49"/>
                        <a:pt x="2" y="49"/>
                        <a:pt x="2" y="49"/>
                      </a:cubicBezTo>
                      <a:cubicBezTo>
                        <a:pt x="1" y="49"/>
                        <a:pt x="1" y="48"/>
                        <a:pt x="0" y="48"/>
                      </a:cubicBezTo>
                      <a:cubicBezTo>
                        <a:pt x="1" y="50"/>
                        <a:pt x="3" y="53"/>
                        <a:pt x="5" y="55"/>
                      </a:cubicBezTo>
                      <a:cubicBezTo>
                        <a:pt x="30" y="74"/>
                        <a:pt x="30" y="74"/>
                        <a:pt x="30" y="74"/>
                      </a:cubicBezTo>
                      <a:cubicBezTo>
                        <a:pt x="33" y="76"/>
                        <a:pt x="36" y="77"/>
                        <a:pt x="39" y="77"/>
                      </a:cubicBezTo>
                      <a:cubicBezTo>
                        <a:pt x="43" y="77"/>
                        <a:pt x="46" y="75"/>
                        <a:pt x="49" y="72"/>
                      </a:cubicBezTo>
                      <a:cubicBezTo>
                        <a:pt x="97" y="9"/>
                        <a:pt x="97" y="9"/>
                        <a:pt x="97" y="9"/>
                      </a:cubicBezTo>
                      <a:cubicBezTo>
                        <a:pt x="99" y="7"/>
                        <a:pt x="100" y="3"/>
                        <a:pt x="100" y="0"/>
                      </a:cubicBezTo>
                      <a:lnTo>
                        <a:pt x="46" y="69"/>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7" name="Freeform 119"/>
                <p:cNvSpPr>
                  <a:spLocks noEditPoints="1"/>
                </p:cNvSpPr>
                <p:nvPr/>
              </p:nvSpPr>
              <p:spPr bwMode="auto">
                <a:xfrm>
                  <a:off x="1953" y="2562"/>
                  <a:ext cx="92" cy="100"/>
                </a:xfrm>
                <a:custGeom>
                  <a:avLst/>
                  <a:gdLst>
                    <a:gd name="T0" fmla="*/ 4 w 102"/>
                    <a:gd name="T1" fmla="*/ 77 h 110"/>
                    <a:gd name="T2" fmla="*/ 30 w 102"/>
                    <a:gd name="T3" fmla="*/ 97 h 110"/>
                    <a:gd name="T4" fmla="*/ 36 w 102"/>
                    <a:gd name="T5" fmla="*/ 100 h 110"/>
                    <a:gd name="T6" fmla="*/ 43 w 102"/>
                    <a:gd name="T7" fmla="*/ 96 h 110"/>
                    <a:gd name="T8" fmla="*/ 92 w 102"/>
                    <a:gd name="T9" fmla="*/ 33 h 110"/>
                    <a:gd name="T10" fmla="*/ 92 w 102"/>
                    <a:gd name="T11" fmla="*/ 32 h 110"/>
                    <a:gd name="T12" fmla="*/ 87 w 102"/>
                    <a:gd name="T13" fmla="*/ 20 h 110"/>
                    <a:gd name="T14" fmla="*/ 63 w 102"/>
                    <a:gd name="T15" fmla="*/ 3 h 110"/>
                    <a:gd name="T16" fmla="*/ 56 w 102"/>
                    <a:gd name="T17" fmla="*/ 0 h 110"/>
                    <a:gd name="T18" fmla="*/ 49 w 102"/>
                    <a:gd name="T19" fmla="*/ 2 h 110"/>
                    <a:gd name="T20" fmla="*/ 2 w 102"/>
                    <a:gd name="T21" fmla="*/ 65 h 110"/>
                    <a:gd name="T22" fmla="*/ 1 w 102"/>
                    <a:gd name="T23" fmla="*/ 65 h 110"/>
                    <a:gd name="T24" fmla="*/ 1 w 102"/>
                    <a:gd name="T25" fmla="*/ 72 h 110"/>
                    <a:gd name="T26" fmla="*/ 1 w 102"/>
                    <a:gd name="T27" fmla="*/ 75 h 110"/>
                    <a:gd name="T28" fmla="*/ 4 w 102"/>
                    <a:gd name="T29" fmla="*/ 77 h 110"/>
                    <a:gd name="T30" fmla="*/ 48 w 102"/>
                    <a:gd name="T31" fmla="*/ 8 h 110"/>
                    <a:gd name="T32" fmla="*/ 57 w 102"/>
                    <a:gd name="T33" fmla="*/ 4 h 110"/>
                    <a:gd name="T34" fmla="*/ 64 w 102"/>
                    <a:gd name="T35" fmla="*/ 6 h 110"/>
                    <a:gd name="T36" fmla="*/ 83 w 102"/>
                    <a:gd name="T37" fmla="*/ 20 h 110"/>
                    <a:gd name="T38" fmla="*/ 88 w 102"/>
                    <a:gd name="T39" fmla="*/ 28 h 110"/>
                    <a:gd name="T40" fmla="*/ 87 w 102"/>
                    <a:gd name="T41" fmla="*/ 33 h 110"/>
                    <a:gd name="T42" fmla="*/ 87 w 102"/>
                    <a:gd name="T43" fmla="*/ 33 h 110"/>
                    <a:gd name="T44" fmla="*/ 87 w 102"/>
                    <a:gd name="T45" fmla="*/ 33 h 110"/>
                    <a:gd name="T46" fmla="*/ 87 w 102"/>
                    <a:gd name="T47" fmla="*/ 34 h 110"/>
                    <a:gd name="T48" fmla="*/ 85 w 102"/>
                    <a:gd name="T49" fmla="*/ 36 h 110"/>
                    <a:gd name="T50" fmla="*/ 85 w 102"/>
                    <a:gd name="T51" fmla="*/ 36 h 110"/>
                    <a:gd name="T52" fmla="*/ 86 w 102"/>
                    <a:gd name="T53" fmla="*/ 35 h 110"/>
                    <a:gd name="T54" fmla="*/ 86 w 102"/>
                    <a:gd name="T55" fmla="*/ 35 h 110"/>
                    <a:gd name="T56" fmla="*/ 85 w 102"/>
                    <a:gd name="T57" fmla="*/ 36 h 110"/>
                    <a:gd name="T58" fmla="*/ 69 w 102"/>
                    <a:gd name="T59" fmla="*/ 58 h 110"/>
                    <a:gd name="T60" fmla="*/ 66 w 102"/>
                    <a:gd name="T61" fmla="*/ 56 h 110"/>
                    <a:gd name="T62" fmla="*/ 66 w 102"/>
                    <a:gd name="T63" fmla="*/ 56 h 110"/>
                    <a:gd name="T64" fmla="*/ 37 w 102"/>
                    <a:gd name="T65" fmla="*/ 34 h 110"/>
                    <a:gd name="T66" fmla="*/ 32 w 102"/>
                    <a:gd name="T67" fmla="*/ 30 h 110"/>
                    <a:gd name="T68" fmla="*/ 48 w 102"/>
                    <a:gd name="T69" fmla="*/ 8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
                    <a:gd name="T106" fmla="*/ 0 h 110"/>
                    <a:gd name="T107" fmla="*/ 102 w 102"/>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 h="110">
                      <a:moveTo>
                        <a:pt x="4" y="85"/>
                      </a:moveTo>
                      <a:cubicBezTo>
                        <a:pt x="33" y="107"/>
                        <a:pt x="33" y="107"/>
                        <a:pt x="33" y="107"/>
                      </a:cubicBezTo>
                      <a:cubicBezTo>
                        <a:pt x="35" y="109"/>
                        <a:pt x="37" y="110"/>
                        <a:pt x="40" y="110"/>
                      </a:cubicBezTo>
                      <a:cubicBezTo>
                        <a:pt x="43" y="110"/>
                        <a:pt x="46" y="108"/>
                        <a:pt x="48" y="106"/>
                      </a:cubicBezTo>
                      <a:cubicBezTo>
                        <a:pt x="102" y="36"/>
                        <a:pt x="102" y="36"/>
                        <a:pt x="102" y="36"/>
                      </a:cubicBezTo>
                      <a:cubicBezTo>
                        <a:pt x="102" y="35"/>
                        <a:pt x="102" y="35"/>
                        <a:pt x="102" y="35"/>
                      </a:cubicBezTo>
                      <a:cubicBezTo>
                        <a:pt x="101" y="31"/>
                        <a:pt x="100" y="25"/>
                        <a:pt x="96" y="22"/>
                      </a:cubicBezTo>
                      <a:cubicBezTo>
                        <a:pt x="70" y="3"/>
                        <a:pt x="70" y="3"/>
                        <a:pt x="70" y="3"/>
                      </a:cubicBezTo>
                      <a:cubicBezTo>
                        <a:pt x="68" y="1"/>
                        <a:pt x="65" y="0"/>
                        <a:pt x="62" y="0"/>
                      </a:cubicBezTo>
                      <a:cubicBezTo>
                        <a:pt x="58" y="0"/>
                        <a:pt x="56" y="1"/>
                        <a:pt x="54" y="2"/>
                      </a:cubicBezTo>
                      <a:cubicBezTo>
                        <a:pt x="2" y="71"/>
                        <a:pt x="2" y="71"/>
                        <a:pt x="2" y="71"/>
                      </a:cubicBezTo>
                      <a:cubicBezTo>
                        <a:pt x="2" y="71"/>
                        <a:pt x="2" y="71"/>
                        <a:pt x="1" y="71"/>
                      </a:cubicBezTo>
                      <a:cubicBezTo>
                        <a:pt x="1" y="73"/>
                        <a:pt x="0" y="75"/>
                        <a:pt x="1" y="79"/>
                      </a:cubicBezTo>
                      <a:cubicBezTo>
                        <a:pt x="1" y="81"/>
                        <a:pt x="1" y="81"/>
                        <a:pt x="1" y="82"/>
                      </a:cubicBezTo>
                      <a:cubicBezTo>
                        <a:pt x="2" y="83"/>
                        <a:pt x="3" y="84"/>
                        <a:pt x="4" y="85"/>
                      </a:cubicBezTo>
                      <a:close/>
                      <a:moveTo>
                        <a:pt x="53" y="9"/>
                      </a:moveTo>
                      <a:cubicBezTo>
                        <a:pt x="55" y="6"/>
                        <a:pt x="59" y="4"/>
                        <a:pt x="63" y="4"/>
                      </a:cubicBezTo>
                      <a:cubicBezTo>
                        <a:pt x="66" y="4"/>
                        <a:pt x="69" y="5"/>
                        <a:pt x="71" y="7"/>
                      </a:cubicBezTo>
                      <a:cubicBezTo>
                        <a:pt x="92" y="22"/>
                        <a:pt x="92" y="22"/>
                        <a:pt x="92" y="22"/>
                      </a:cubicBezTo>
                      <a:cubicBezTo>
                        <a:pt x="96" y="25"/>
                        <a:pt x="98" y="28"/>
                        <a:pt x="98" y="31"/>
                      </a:cubicBezTo>
                      <a:cubicBezTo>
                        <a:pt x="98" y="33"/>
                        <a:pt x="97" y="35"/>
                        <a:pt x="97" y="36"/>
                      </a:cubicBezTo>
                      <a:cubicBezTo>
                        <a:pt x="97" y="36"/>
                        <a:pt x="97" y="36"/>
                        <a:pt x="97" y="36"/>
                      </a:cubicBezTo>
                      <a:cubicBezTo>
                        <a:pt x="97" y="36"/>
                        <a:pt x="97" y="36"/>
                        <a:pt x="97" y="36"/>
                      </a:cubicBezTo>
                      <a:cubicBezTo>
                        <a:pt x="96" y="37"/>
                        <a:pt x="96" y="37"/>
                        <a:pt x="96" y="37"/>
                      </a:cubicBezTo>
                      <a:cubicBezTo>
                        <a:pt x="94" y="40"/>
                        <a:pt x="94" y="40"/>
                        <a:pt x="94" y="40"/>
                      </a:cubicBezTo>
                      <a:cubicBezTo>
                        <a:pt x="94" y="40"/>
                        <a:pt x="94" y="40"/>
                        <a:pt x="94" y="40"/>
                      </a:cubicBezTo>
                      <a:cubicBezTo>
                        <a:pt x="95" y="40"/>
                        <a:pt x="95" y="39"/>
                        <a:pt x="95" y="38"/>
                      </a:cubicBezTo>
                      <a:cubicBezTo>
                        <a:pt x="95" y="38"/>
                        <a:pt x="95" y="39"/>
                        <a:pt x="95" y="39"/>
                      </a:cubicBezTo>
                      <a:cubicBezTo>
                        <a:pt x="94" y="40"/>
                        <a:pt x="94" y="40"/>
                        <a:pt x="94" y="40"/>
                      </a:cubicBezTo>
                      <a:cubicBezTo>
                        <a:pt x="76" y="64"/>
                        <a:pt x="76" y="64"/>
                        <a:pt x="76" y="64"/>
                      </a:cubicBezTo>
                      <a:cubicBezTo>
                        <a:pt x="73" y="62"/>
                        <a:pt x="73" y="62"/>
                        <a:pt x="73" y="62"/>
                      </a:cubicBezTo>
                      <a:cubicBezTo>
                        <a:pt x="73" y="62"/>
                        <a:pt x="73" y="62"/>
                        <a:pt x="73" y="62"/>
                      </a:cubicBezTo>
                      <a:cubicBezTo>
                        <a:pt x="41" y="37"/>
                        <a:pt x="41" y="37"/>
                        <a:pt x="41" y="37"/>
                      </a:cubicBezTo>
                      <a:cubicBezTo>
                        <a:pt x="35" y="33"/>
                        <a:pt x="35" y="33"/>
                        <a:pt x="35" y="33"/>
                      </a:cubicBezTo>
                      <a:lnTo>
                        <a:pt x="53" y="9"/>
                      </a:lnTo>
                      <a:close/>
                    </a:path>
                  </a:pathLst>
                </a:custGeom>
                <a:solidFill>
                  <a:srgbClr val="FFFFFF"/>
                </a:solidFill>
                <a:ln w="9525">
                  <a:noFill/>
                  <a:round/>
                  <a:headEnd/>
                  <a:tailEnd/>
                </a:ln>
              </p:spPr>
              <p:txBody>
                <a:bodyPr lIns="121920" tIns="60960" rIns="121920" bIns="60960"/>
                <a:lstStyle/>
                <a:p>
                  <a:pPr eaLnBrk="0" hangingPunct="0"/>
                  <a:endParaRPr lang="el-GR" sz="3200"/>
                </a:p>
              </p:txBody>
            </p:sp>
            <p:sp>
              <p:nvSpPr>
                <p:cNvPr id="437468" name="Freeform 120"/>
                <p:cNvSpPr>
                  <a:spLocks noEditPoints="1"/>
                </p:cNvSpPr>
                <p:nvPr/>
              </p:nvSpPr>
              <p:spPr bwMode="auto">
                <a:xfrm>
                  <a:off x="3730" y="1484"/>
                  <a:ext cx="64" cy="141"/>
                </a:xfrm>
                <a:custGeom>
                  <a:avLst/>
                  <a:gdLst>
                    <a:gd name="T0" fmla="*/ 49 w 71"/>
                    <a:gd name="T1" fmla="*/ 68 h 156"/>
                    <a:gd name="T2" fmla="*/ 48 w 71"/>
                    <a:gd name="T3" fmla="*/ 52 h 156"/>
                    <a:gd name="T4" fmla="*/ 38 w 71"/>
                    <a:gd name="T5" fmla="*/ 23 h 156"/>
                    <a:gd name="T6" fmla="*/ 26 w 71"/>
                    <a:gd name="T7" fmla="*/ 0 h 156"/>
                    <a:gd name="T8" fmla="*/ 16 w 71"/>
                    <a:gd name="T9" fmla="*/ 23 h 156"/>
                    <a:gd name="T10" fmla="*/ 19 w 71"/>
                    <a:gd name="T11" fmla="*/ 52 h 156"/>
                    <a:gd name="T12" fmla="*/ 0 w 71"/>
                    <a:gd name="T13" fmla="*/ 66 h 156"/>
                    <a:gd name="T14" fmla="*/ 13 w 71"/>
                    <a:gd name="T15" fmla="*/ 80 h 156"/>
                    <a:gd name="T16" fmla="*/ 4 w 71"/>
                    <a:gd name="T17" fmla="*/ 134 h 156"/>
                    <a:gd name="T18" fmla="*/ 5 w 71"/>
                    <a:gd name="T19" fmla="*/ 138 h 156"/>
                    <a:gd name="T20" fmla="*/ 5 w 71"/>
                    <a:gd name="T21" fmla="*/ 141 h 156"/>
                    <a:gd name="T22" fmla="*/ 9 w 71"/>
                    <a:gd name="T23" fmla="*/ 139 h 156"/>
                    <a:gd name="T24" fmla="*/ 14 w 71"/>
                    <a:gd name="T25" fmla="*/ 136 h 156"/>
                    <a:gd name="T26" fmla="*/ 32 w 71"/>
                    <a:gd name="T27" fmla="*/ 82 h 156"/>
                    <a:gd name="T28" fmla="*/ 50 w 71"/>
                    <a:gd name="T29" fmla="*/ 136 h 156"/>
                    <a:gd name="T30" fmla="*/ 55 w 71"/>
                    <a:gd name="T31" fmla="*/ 139 h 156"/>
                    <a:gd name="T32" fmla="*/ 59 w 71"/>
                    <a:gd name="T33" fmla="*/ 141 h 156"/>
                    <a:gd name="T34" fmla="*/ 59 w 71"/>
                    <a:gd name="T35" fmla="*/ 139 h 156"/>
                    <a:gd name="T36" fmla="*/ 60 w 71"/>
                    <a:gd name="T37" fmla="*/ 134 h 156"/>
                    <a:gd name="T38" fmla="*/ 51 w 71"/>
                    <a:gd name="T39" fmla="*/ 80 h 156"/>
                    <a:gd name="T40" fmla="*/ 64 w 71"/>
                    <a:gd name="T41" fmla="*/ 66 h 156"/>
                    <a:gd name="T42" fmla="*/ 44 w 71"/>
                    <a:gd name="T43" fmla="*/ 26 h 156"/>
                    <a:gd name="T44" fmla="*/ 44 w 71"/>
                    <a:gd name="T45" fmla="*/ 48 h 156"/>
                    <a:gd name="T46" fmla="*/ 30 w 71"/>
                    <a:gd name="T47" fmla="*/ 48 h 156"/>
                    <a:gd name="T48" fmla="*/ 19 w 71"/>
                    <a:gd name="T49" fmla="*/ 48 h 156"/>
                    <a:gd name="T50" fmla="*/ 11 w 71"/>
                    <a:gd name="T51" fmla="*/ 132 h 156"/>
                    <a:gd name="T52" fmla="*/ 15 w 71"/>
                    <a:gd name="T53" fmla="*/ 81 h 156"/>
                    <a:gd name="T54" fmla="*/ 11 w 71"/>
                    <a:gd name="T55" fmla="*/ 132 h 156"/>
                    <a:gd name="T56" fmla="*/ 18 w 71"/>
                    <a:gd name="T57" fmla="*/ 69 h 156"/>
                    <a:gd name="T58" fmla="*/ 30 w 71"/>
                    <a:gd name="T59" fmla="*/ 52 h 156"/>
                    <a:gd name="T60" fmla="*/ 32 w 71"/>
                    <a:gd name="T61" fmla="*/ 70 h 156"/>
                    <a:gd name="T62" fmla="*/ 32 w 71"/>
                    <a:gd name="T63" fmla="*/ 57 h 156"/>
                    <a:gd name="T64" fmla="*/ 32 w 71"/>
                    <a:gd name="T65" fmla="*/ 70 h 156"/>
                    <a:gd name="T66" fmla="*/ 41 w 71"/>
                    <a:gd name="T67" fmla="*/ 52 h 156"/>
                    <a:gd name="T68" fmla="*/ 38 w 71"/>
                    <a:gd name="T69" fmla="*/ 70 h 156"/>
                    <a:gd name="T70" fmla="*/ 59 w 71"/>
                    <a:gd name="T71" fmla="*/ 130 h 156"/>
                    <a:gd name="T72" fmla="*/ 41 w 71"/>
                    <a:gd name="T73" fmla="*/ 81 h 156"/>
                    <a:gd name="T74" fmla="*/ 59 w 71"/>
                    <a:gd name="T75" fmla="*/ 130 h 1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156"/>
                    <a:gd name="T116" fmla="*/ 71 w 71"/>
                    <a:gd name="T117" fmla="*/ 156 h 1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156">
                      <a:moveTo>
                        <a:pt x="71" y="73"/>
                      </a:moveTo>
                      <a:cubicBezTo>
                        <a:pt x="71" y="73"/>
                        <a:pt x="63" y="74"/>
                        <a:pt x="54" y="75"/>
                      </a:cubicBezTo>
                      <a:cubicBezTo>
                        <a:pt x="50" y="57"/>
                        <a:pt x="50" y="57"/>
                        <a:pt x="50" y="57"/>
                      </a:cubicBezTo>
                      <a:cubicBezTo>
                        <a:pt x="53" y="57"/>
                        <a:pt x="53" y="57"/>
                        <a:pt x="53" y="57"/>
                      </a:cubicBezTo>
                      <a:cubicBezTo>
                        <a:pt x="53" y="25"/>
                        <a:pt x="53" y="25"/>
                        <a:pt x="53" y="25"/>
                      </a:cubicBezTo>
                      <a:cubicBezTo>
                        <a:pt x="42" y="25"/>
                        <a:pt x="42" y="25"/>
                        <a:pt x="42" y="25"/>
                      </a:cubicBezTo>
                      <a:cubicBezTo>
                        <a:pt x="42" y="0"/>
                        <a:pt x="42" y="0"/>
                        <a:pt x="42" y="0"/>
                      </a:cubicBezTo>
                      <a:cubicBezTo>
                        <a:pt x="29" y="0"/>
                        <a:pt x="29" y="0"/>
                        <a:pt x="29" y="0"/>
                      </a:cubicBezTo>
                      <a:cubicBezTo>
                        <a:pt x="29" y="25"/>
                        <a:pt x="29" y="25"/>
                        <a:pt x="29" y="25"/>
                      </a:cubicBezTo>
                      <a:cubicBezTo>
                        <a:pt x="18" y="25"/>
                        <a:pt x="18" y="25"/>
                        <a:pt x="18" y="25"/>
                      </a:cubicBezTo>
                      <a:cubicBezTo>
                        <a:pt x="18" y="57"/>
                        <a:pt x="18" y="57"/>
                        <a:pt x="18" y="57"/>
                      </a:cubicBezTo>
                      <a:cubicBezTo>
                        <a:pt x="21" y="57"/>
                        <a:pt x="21" y="57"/>
                        <a:pt x="21" y="57"/>
                      </a:cubicBezTo>
                      <a:cubicBezTo>
                        <a:pt x="17" y="75"/>
                        <a:pt x="17" y="75"/>
                        <a:pt x="17" y="75"/>
                      </a:cubicBezTo>
                      <a:cubicBezTo>
                        <a:pt x="8" y="74"/>
                        <a:pt x="0" y="73"/>
                        <a:pt x="0" y="73"/>
                      </a:cubicBezTo>
                      <a:cubicBezTo>
                        <a:pt x="0" y="87"/>
                        <a:pt x="0" y="87"/>
                        <a:pt x="0" y="87"/>
                      </a:cubicBezTo>
                      <a:cubicBezTo>
                        <a:pt x="0" y="87"/>
                        <a:pt x="6" y="88"/>
                        <a:pt x="14" y="89"/>
                      </a:cubicBezTo>
                      <a:cubicBezTo>
                        <a:pt x="0" y="147"/>
                        <a:pt x="0" y="147"/>
                        <a:pt x="0" y="147"/>
                      </a:cubicBezTo>
                      <a:cubicBezTo>
                        <a:pt x="4" y="148"/>
                        <a:pt x="4" y="148"/>
                        <a:pt x="4" y="148"/>
                      </a:cubicBezTo>
                      <a:cubicBezTo>
                        <a:pt x="3" y="153"/>
                        <a:pt x="3" y="153"/>
                        <a:pt x="3" y="153"/>
                      </a:cubicBezTo>
                      <a:cubicBezTo>
                        <a:pt x="5" y="153"/>
                        <a:pt x="5" y="153"/>
                        <a:pt x="5" y="153"/>
                      </a:cubicBezTo>
                      <a:cubicBezTo>
                        <a:pt x="5" y="155"/>
                        <a:pt x="5" y="155"/>
                        <a:pt x="5" y="155"/>
                      </a:cubicBezTo>
                      <a:cubicBezTo>
                        <a:pt x="6" y="156"/>
                        <a:pt x="6" y="156"/>
                        <a:pt x="6" y="156"/>
                      </a:cubicBezTo>
                      <a:cubicBezTo>
                        <a:pt x="7" y="153"/>
                        <a:pt x="7" y="153"/>
                        <a:pt x="7" y="153"/>
                      </a:cubicBezTo>
                      <a:cubicBezTo>
                        <a:pt x="10" y="154"/>
                        <a:pt x="10" y="154"/>
                        <a:pt x="10" y="154"/>
                      </a:cubicBezTo>
                      <a:cubicBezTo>
                        <a:pt x="11" y="149"/>
                        <a:pt x="11" y="149"/>
                        <a:pt x="11" y="149"/>
                      </a:cubicBezTo>
                      <a:cubicBezTo>
                        <a:pt x="15" y="150"/>
                        <a:pt x="15" y="150"/>
                        <a:pt x="15" y="150"/>
                      </a:cubicBezTo>
                      <a:cubicBezTo>
                        <a:pt x="29" y="91"/>
                        <a:pt x="29" y="91"/>
                        <a:pt x="29" y="91"/>
                      </a:cubicBezTo>
                      <a:cubicBezTo>
                        <a:pt x="31" y="91"/>
                        <a:pt x="33" y="91"/>
                        <a:pt x="36" y="91"/>
                      </a:cubicBezTo>
                      <a:cubicBezTo>
                        <a:pt x="38" y="91"/>
                        <a:pt x="40" y="91"/>
                        <a:pt x="42" y="91"/>
                      </a:cubicBezTo>
                      <a:cubicBezTo>
                        <a:pt x="56" y="150"/>
                        <a:pt x="56" y="150"/>
                        <a:pt x="56" y="150"/>
                      </a:cubicBezTo>
                      <a:cubicBezTo>
                        <a:pt x="60" y="149"/>
                        <a:pt x="60" y="149"/>
                        <a:pt x="60" y="149"/>
                      </a:cubicBezTo>
                      <a:cubicBezTo>
                        <a:pt x="61" y="154"/>
                        <a:pt x="61" y="154"/>
                        <a:pt x="61" y="154"/>
                      </a:cubicBezTo>
                      <a:cubicBezTo>
                        <a:pt x="64" y="154"/>
                        <a:pt x="64" y="154"/>
                        <a:pt x="64" y="154"/>
                      </a:cubicBezTo>
                      <a:cubicBezTo>
                        <a:pt x="65" y="156"/>
                        <a:pt x="65" y="156"/>
                        <a:pt x="65" y="156"/>
                      </a:cubicBezTo>
                      <a:cubicBezTo>
                        <a:pt x="66" y="156"/>
                        <a:pt x="66" y="156"/>
                        <a:pt x="66" y="156"/>
                      </a:cubicBezTo>
                      <a:cubicBezTo>
                        <a:pt x="66" y="154"/>
                        <a:pt x="66" y="154"/>
                        <a:pt x="66" y="154"/>
                      </a:cubicBezTo>
                      <a:cubicBezTo>
                        <a:pt x="68" y="153"/>
                        <a:pt x="68" y="153"/>
                        <a:pt x="68" y="153"/>
                      </a:cubicBezTo>
                      <a:cubicBezTo>
                        <a:pt x="67" y="148"/>
                        <a:pt x="67" y="148"/>
                        <a:pt x="67" y="148"/>
                      </a:cubicBezTo>
                      <a:cubicBezTo>
                        <a:pt x="71" y="147"/>
                        <a:pt x="71" y="147"/>
                        <a:pt x="71" y="147"/>
                      </a:cubicBezTo>
                      <a:cubicBezTo>
                        <a:pt x="57" y="89"/>
                        <a:pt x="57" y="89"/>
                        <a:pt x="57" y="89"/>
                      </a:cubicBezTo>
                      <a:cubicBezTo>
                        <a:pt x="65" y="88"/>
                        <a:pt x="71" y="87"/>
                        <a:pt x="71" y="87"/>
                      </a:cubicBezTo>
                      <a:lnTo>
                        <a:pt x="71" y="73"/>
                      </a:lnTo>
                      <a:close/>
                      <a:moveTo>
                        <a:pt x="21" y="29"/>
                      </a:moveTo>
                      <a:cubicBezTo>
                        <a:pt x="49" y="29"/>
                        <a:pt x="49" y="29"/>
                        <a:pt x="49" y="29"/>
                      </a:cubicBezTo>
                      <a:cubicBezTo>
                        <a:pt x="49" y="53"/>
                        <a:pt x="49" y="53"/>
                        <a:pt x="49" y="53"/>
                      </a:cubicBezTo>
                      <a:cubicBezTo>
                        <a:pt x="49" y="53"/>
                        <a:pt x="49" y="53"/>
                        <a:pt x="49" y="53"/>
                      </a:cubicBezTo>
                      <a:cubicBezTo>
                        <a:pt x="38" y="53"/>
                        <a:pt x="38" y="53"/>
                        <a:pt x="38" y="53"/>
                      </a:cubicBezTo>
                      <a:cubicBezTo>
                        <a:pt x="33" y="53"/>
                        <a:pt x="33" y="53"/>
                        <a:pt x="33" y="53"/>
                      </a:cubicBezTo>
                      <a:cubicBezTo>
                        <a:pt x="22" y="53"/>
                        <a:pt x="22" y="53"/>
                        <a:pt x="22" y="53"/>
                      </a:cubicBezTo>
                      <a:cubicBezTo>
                        <a:pt x="21" y="53"/>
                        <a:pt x="21" y="53"/>
                        <a:pt x="21" y="53"/>
                      </a:cubicBezTo>
                      <a:lnTo>
                        <a:pt x="21" y="29"/>
                      </a:lnTo>
                      <a:close/>
                      <a:moveTo>
                        <a:pt x="12" y="146"/>
                      </a:moveTo>
                      <a:cubicBezTo>
                        <a:pt x="5" y="144"/>
                        <a:pt x="5" y="144"/>
                        <a:pt x="5" y="144"/>
                      </a:cubicBezTo>
                      <a:cubicBezTo>
                        <a:pt x="17" y="90"/>
                        <a:pt x="17" y="90"/>
                        <a:pt x="17" y="90"/>
                      </a:cubicBezTo>
                      <a:cubicBezTo>
                        <a:pt x="20" y="90"/>
                        <a:pt x="22" y="90"/>
                        <a:pt x="25" y="90"/>
                      </a:cubicBezTo>
                      <a:lnTo>
                        <a:pt x="12" y="146"/>
                      </a:lnTo>
                      <a:close/>
                      <a:moveTo>
                        <a:pt x="28" y="77"/>
                      </a:moveTo>
                      <a:cubicBezTo>
                        <a:pt x="26" y="76"/>
                        <a:pt x="23" y="76"/>
                        <a:pt x="20" y="76"/>
                      </a:cubicBezTo>
                      <a:cubicBezTo>
                        <a:pt x="25" y="57"/>
                        <a:pt x="25" y="57"/>
                        <a:pt x="25" y="57"/>
                      </a:cubicBezTo>
                      <a:cubicBezTo>
                        <a:pt x="33" y="57"/>
                        <a:pt x="33" y="57"/>
                        <a:pt x="33" y="57"/>
                      </a:cubicBezTo>
                      <a:lnTo>
                        <a:pt x="28" y="77"/>
                      </a:lnTo>
                      <a:close/>
                      <a:moveTo>
                        <a:pt x="36" y="77"/>
                      </a:moveTo>
                      <a:cubicBezTo>
                        <a:pt x="34" y="77"/>
                        <a:pt x="33" y="77"/>
                        <a:pt x="32" y="77"/>
                      </a:cubicBezTo>
                      <a:cubicBezTo>
                        <a:pt x="35" y="63"/>
                        <a:pt x="35" y="63"/>
                        <a:pt x="35" y="63"/>
                      </a:cubicBezTo>
                      <a:cubicBezTo>
                        <a:pt x="39" y="77"/>
                        <a:pt x="39" y="77"/>
                        <a:pt x="39" y="77"/>
                      </a:cubicBezTo>
                      <a:cubicBezTo>
                        <a:pt x="38" y="77"/>
                        <a:pt x="37" y="77"/>
                        <a:pt x="36" y="77"/>
                      </a:cubicBezTo>
                      <a:close/>
                      <a:moveTo>
                        <a:pt x="38" y="57"/>
                      </a:moveTo>
                      <a:cubicBezTo>
                        <a:pt x="46" y="57"/>
                        <a:pt x="46" y="57"/>
                        <a:pt x="46" y="57"/>
                      </a:cubicBezTo>
                      <a:cubicBezTo>
                        <a:pt x="50" y="76"/>
                        <a:pt x="50" y="76"/>
                        <a:pt x="50" y="76"/>
                      </a:cubicBezTo>
                      <a:cubicBezTo>
                        <a:pt x="48" y="76"/>
                        <a:pt x="45" y="76"/>
                        <a:pt x="42" y="77"/>
                      </a:cubicBezTo>
                      <a:lnTo>
                        <a:pt x="38" y="57"/>
                      </a:lnTo>
                      <a:close/>
                      <a:moveTo>
                        <a:pt x="66" y="144"/>
                      </a:moveTo>
                      <a:cubicBezTo>
                        <a:pt x="59" y="146"/>
                        <a:pt x="59" y="146"/>
                        <a:pt x="59" y="146"/>
                      </a:cubicBezTo>
                      <a:cubicBezTo>
                        <a:pt x="46" y="90"/>
                        <a:pt x="46" y="90"/>
                        <a:pt x="46" y="90"/>
                      </a:cubicBezTo>
                      <a:cubicBezTo>
                        <a:pt x="48" y="90"/>
                        <a:pt x="51" y="90"/>
                        <a:pt x="54" y="90"/>
                      </a:cubicBezTo>
                      <a:lnTo>
                        <a:pt x="66" y="144"/>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69" name="Freeform 121"/>
                <p:cNvSpPr>
                  <a:spLocks noEditPoints="1"/>
                </p:cNvSpPr>
                <p:nvPr/>
              </p:nvSpPr>
              <p:spPr bwMode="auto">
                <a:xfrm>
                  <a:off x="2918" y="431"/>
                  <a:ext cx="145" cy="159"/>
                </a:xfrm>
                <a:custGeom>
                  <a:avLst/>
                  <a:gdLst>
                    <a:gd name="T0" fmla="*/ 145 w 145"/>
                    <a:gd name="T1" fmla="*/ 131 h 159"/>
                    <a:gd name="T2" fmla="*/ 34 w 145"/>
                    <a:gd name="T3" fmla="*/ 0 h 159"/>
                    <a:gd name="T4" fmla="*/ 0 w 145"/>
                    <a:gd name="T5" fmla="*/ 28 h 159"/>
                    <a:gd name="T6" fmla="*/ 112 w 145"/>
                    <a:gd name="T7" fmla="*/ 159 h 159"/>
                    <a:gd name="T8" fmla="*/ 145 w 145"/>
                    <a:gd name="T9" fmla="*/ 131 h 159"/>
                    <a:gd name="T10" fmla="*/ 103 w 145"/>
                    <a:gd name="T11" fmla="*/ 138 h 159"/>
                    <a:gd name="T12" fmla="*/ 100 w 145"/>
                    <a:gd name="T13" fmla="*/ 133 h 159"/>
                    <a:gd name="T14" fmla="*/ 106 w 145"/>
                    <a:gd name="T15" fmla="*/ 128 h 159"/>
                    <a:gd name="T16" fmla="*/ 103 w 145"/>
                    <a:gd name="T17" fmla="*/ 123 h 159"/>
                    <a:gd name="T18" fmla="*/ 96 w 145"/>
                    <a:gd name="T19" fmla="*/ 129 h 159"/>
                    <a:gd name="T20" fmla="*/ 91 w 145"/>
                    <a:gd name="T21" fmla="*/ 122 h 159"/>
                    <a:gd name="T22" fmla="*/ 101 w 145"/>
                    <a:gd name="T23" fmla="*/ 114 h 159"/>
                    <a:gd name="T24" fmla="*/ 97 w 145"/>
                    <a:gd name="T25" fmla="*/ 110 h 159"/>
                    <a:gd name="T26" fmla="*/ 87 w 145"/>
                    <a:gd name="T27" fmla="*/ 119 h 159"/>
                    <a:gd name="T28" fmla="*/ 84 w 145"/>
                    <a:gd name="T29" fmla="*/ 114 h 159"/>
                    <a:gd name="T30" fmla="*/ 90 w 145"/>
                    <a:gd name="T31" fmla="*/ 109 h 159"/>
                    <a:gd name="T32" fmla="*/ 86 w 145"/>
                    <a:gd name="T33" fmla="*/ 104 h 159"/>
                    <a:gd name="T34" fmla="*/ 80 w 145"/>
                    <a:gd name="T35" fmla="*/ 110 h 159"/>
                    <a:gd name="T36" fmla="*/ 75 w 145"/>
                    <a:gd name="T37" fmla="*/ 104 h 159"/>
                    <a:gd name="T38" fmla="*/ 86 w 145"/>
                    <a:gd name="T39" fmla="*/ 94 h 159"/>
                    <a:gd name="T40" fmla="*/ 83 w 145"/>
                    <a:gd name="T41" fmla="*/ 90 h 159"/>
                    <a:gd name="T42" fmla="*/ 71 w 145"/>
                    <a:gd name="T43" fmla="*/ 100 h 159"/>
                    <a:gd name="T44" fmla="*/ 67 w 145"/>
                    <a:gd name="T45" fmla="*/ 95 h 159"/>
                    <a:gd name="T46" fmla="*/ 75 w 145"/>
                    <a:gd name="T47" fmla="*/ 89 h 159"/>
                    <a:gd name="T48" fmla="*/ 72 w 145"/>
                    <a:gd name="T49" fmla="*/ 84 h 159"/>
                    <a:gd name="T50" fmla="*/ 64 w 145"/>
                    <a:gd name="T51" fmla="*/ 91 h 159"/>
                    <a:gd name="T52" fmla="*/ 58 w 145"/>
                    <a:gd name="T53" fmla="*/ 85 h 159"/>
                    <a:gd name="T54" fmla="*/ 70 w 145"/>
                    <a:gd name="T55" fmla="*/ 75 h 159"/>
                    <a:gd name="T56" fmla="*/ 66 w 145"/>
                    <a:gd name="T57" fmla="*/ 71 h 159"/>
                    <a:gd name="T58" fmla="*/ 55 w 145"/>
                    <a:gd name="T59" fmla="*/ 81 h 159"/>
                    <a:gd name="T60" fmla="*/ 51 w 145"/>
                    <a:gd name="T61" fmla="*/ 76 h 159"/>
                    <a:gd name="T62" fmla="*/ 59 w 145"/>
                    <a:gd name="T63" fmla="*/ 70 h 159"/>
                    <a:gd name="T64" fmla="*/ 56 w 145"/>
                    <a:gd name="T65" fmla="*/ 65 h 159"/>
                    <a:gd name="T66" fmla="*/ 47 w 145"/>
                    <a:gd name="T67" fmla="*/ 72 h 159"/>
                    <a:gd name="T68" fmla="*/ 43 w 145"/>
                    <a:gd name="T69" fmla="*/ 66 h 159"/>
                    <a:gd name="T70" fmla="*/ 54 w 145"/>
                    <a:gd name="T71" fmla="*/ 57 h 159"/>
                    <a:gd name="T72" fmla="*/ 51 w 145"/>
                    <a:gd name="T73" fmla="*/ 53 h 159"/>
                    <a:gd name="T74" fmla="*/ 39 w 145"/>
                    <a:gd name="T75" fmla="*/ 63 h 159"/>
                    <a:gd name="T76" fmla="*/ 36 w 145"/>
                    <a:gd name="T77" fmla="*/ 58 h 159"/>
                    <a:gd name="T78" fmla="*/ 43 w 145"/>
                    <a:gd name="T79" fmla="*/ 51 h 159"/>
                    <a:gd name="T80" fmla="*/ 39 w 145"/>
                    <a:gd name="T81" fmla="*/ 47 h 159"/>
                    <a:gd name="T82" fmla="*/ 32 w 145"/>
                    <a:gd name="T83" fmla="*/ 54 h 159"/>
                    <a:gd name="T84" fmla="*/ 27 w 145"/>
                    <a:gd name="T85" fmla="*/ 47 h 159"/>
                    <a:gd name="T86" fmla="*/ 38 w 145"/>
                    <a:gd name="T87" fmla="*/ 38 h 159"/>
                    <a:gd name="T88" fmla="*/ 35 w 145"/>
                    <a:gd name="T89" fmla="*/ 34 h 159"/>
                    <a:gd name="T90" fmla="*/ 23 w 145"/>
                    <a:gd name="T91" fmla="*/ 44 h 159"/>
                    <a:gd name="T92" fmla="*/ 19 w 145"/>
                    <a:gd name="T93" fmla="*/ 39 h 159"/>
                    <a:gd name="T94" fmla="*/ 28 w 145"/>
                    <a:gd name="T95" fmla="*/ 32 h 159"/>
                    <a:gd name="T96" fmla="*/ 24 w 145"/>
                    <a:gd name="T97" fmla="*/ 28 h 159"/>
                    <a:gd name="T98" fmla="*/ 16 w 145"/>
                    <a:gd name="T99" fmla="*/ 35 h 159"/>
                    <a:gd name="T100" fmla="*/ 11 w 145"/>
                    <a:gd name="T101" fmla="*/ 29 h 159"/>
                    <a:gd name="T102" fmla="*/ 33 w 145"/>
                    <a:gd name="T103" fmla="*/ 11 h 159"/>
                    <a:gd name="T104" fmla="*/ 134 w 145"/>
                    <a:gd name="T105" fmla="*/ 130 h 159"/>
                    <a:gd name="T106" fmla="*/ 113 w 145"/>
                    <a:gd name="T107" fmla="*/ 149 h 159"/>
                    <a:gd name="T108" fmla="*/ 107 w 145"/>
                    <a:gd name="T109" fmla="*/ 141 h 159"/>
                    <a:gd name="T110" fmla="*/ 117 w 145"/>
                    <a:gd name="T111" fmla="*/ 133 h 159"/>
                    <a:gd name="T112" fmla="*/ 113 w 145"/>
                    <a:gd name="T113" fmla="*/ 129 h 159"/>
                    <a:gd name="T114" fmla="*/ 103 w 145"/>
                    <a:gd name="T115" fmla="*/ 138 h 1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5"/>
                    <a:gd name="T175" fmla="*/ 0 h 159"/>
                    <a:gd name="T176" fmla="*/ 145 w 145"/>
                    <a:gd name="T177" fmla="*/ 159 h 1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5" h="159">
                      <a:moveTo>
                        <a:pt x="145" y="131"/>
                      </a:moveTo>
                      <a:lnTo>
                        <a:pt x="34" y="0"/>
                      </a:lnTo>
                      <a:lnTo>
                        <a:pt x="0" y="28"/>
                      </a:lnTo>
                      <a:lnTo>
                        <a:pt x="112" y="159"/>
                      </a:lnTo>
                      <a:lnTo>
                        <a:pt x="145" y="131"/>
                      </a:lnTo>
                      <a:close/>
                      <a:moveTo>
                        <a:pt x="103" y="138"/>
                      </a:moveTo>
                      <a:lnTo>
                        <a:pt x="100" y="133"/>
                      </a:lnTo>
                      <a:lnTo>
                        <a:pt x="106" y="128"/>
                      </a:lnTo>
                      <a:lnTo>
                        <a:pt x="103" y="123"/>
                      </a:lnTo>
                      <a:lnTo>
                        <a:pt x="96" y="129"/>
                      </a:lnTo>
                      <a:lnTo>
                        <a:pt x="91" y="122"/>
                      </a:lnTo>
                      <a:lnTo>
                        <a:pt x="101" y="114"/>
                      </a:lnTo>
                      <a:lnTo>
                        <a:pt x="97" y="110"/>
                      </a:lnTo>
                      <a:lnTo>
                        <a:pt x="87" y="119"/>
                      </a:lnTo>
                      <a:lnTo>
                        <a:pt x="84" y="114"/>
                      </a:lnTo>
                      <a:lnTo>
                        <a:pt x="90" y="109"/>
                      </a:lnTo>
                      <a:lnTo>
                        <a:pt x="86" y="104"/>
                      </a:lnTo>
                      <a:lnTo>
                        <a:pt x="80" y="110"/>
                      </a:lnTo>
                      <a:lnTo>
                        <a:pt x="75" y="104"/>
                      </a:lnTo>
                      <a:lnTo>
                        <a:pt x="86" y="94"/>
                      </a:lnTo>
                      <a:lnTo>
                        <a:pt x="83" y="90"/>
                      </a:lnTo>
                      <a:lnTo>
                        <a:pt x="71" y="100"/>
                      </a:lnTo>
                      <a:lnTo>
                        <a:pt x="67" y="95"/>
                      </a:lnTo>
                      <a:lnTo>
                        <a:pt x="75" y="89"/>
                      </a:lnTo>
                      <a:lnTo>
                        <a:pt x="72" y="84"/>
                      </a:lnTo>
                      <a:lnTo>
                        <a:pt x="64" y="91"/>
                      </a:lnTo>
                      <a:lnTo>
                        <a:pt x="58" y="85"/>
                      </a:lnTo>
                      <a:lnTo>
                        <a:pt x="70" y="75"/>
                      </a:lnTo>
                      <a:lnTo>
                        <a:pt x="66" y="71"/>
                      </a:lnTo>
                      <a:lnTo>
                        <a:pt x="55" y="81"/>
                      </a:lnTo>
                      <a:lnTo>
                        <a:pt x="51" y="76"/>
                      </a:lnTo>
                      <a:lnTo>
                        <a:pt x="59" y="70"/>
                      </a:lnTo>
                      <a:lnTo>
                        <a:pt x="56" y="65"/>
                      </a:lnTo>
                      <a:lnTo>
                        <a:pt x="47" y="72"/>
                      </a:lnTo>
                      <a:lnTo>
                        <a:pt x="43" y="66"/>
                      </a:lnTo>
                      <a:lnTo>
                        <a:pt x="54" y="57"/>
                      </a:lnTo>
                      <a:lnTo>
                        <a:pt x="51" y="53"/>
                      </a:lnTo>
                      <a:lnTo>
                        <a:pt x="39" y="63"/>
                      </a:lnTo>
                      <a:lnTo>
                        <a:pt x="36" y="58"/>
                      </a:lnTo>
                      <a:lnTo>
                        <a:pt x="43" y="51"/>
                      </a:lnTo>
                      <a:lnTo>
                        <a:pt x="39" y="47"/>
                      </a:lnTo>
                      <a:lnTo>
                        <a:pt x="32" y="54"/>
                      </a:lnTo>
                      <a:lnTo>
                        <a:pt x="27" y="47"/>
                      </a:lnTo>
                      <a:lnTo>
                        <a:pt x="38" y="38"/>
                      </a:lnTo>
                      <a:lnTo>
                        <a:pt x="35" y="34"/>
                      </a:lnTo>
                      <a:lnTo>
                        <a:pt x="23" y="44"/>
                      </a:lnTo>
                      <a:lnTo>
                        <a:pt x="19" y="39"/>
                      </a:lnTo>
                      <a:lnTo>
                        <a:pt x="28" y="32"/>
                      </a:lnTo>
                      <a:lnTo>
                        <a:pt x="24" y="28"/>
                      </a:lnTo>
                      <a:lnTo>
                        <a:pt x="16" y="35"/>
                      </a:lnTo>
                      <a:lnTo>
                        <a:pt x="11" y="29"/>
                      </a:lnTo>
                      <a:lnTo>
                        <a:pt x="33" y="11"/>
                      </a:lnTo>
                      <a:lnTo>
                        <a:pt x="134" y="130"/>
                      </a:lnTo>
                      <a:lnTo>
                        <a:pt x="113" y="149"/>
                      </a:lnTo>
                      <a:lnTo>
                        <a:pt x="107" y="141"/>
                      </a:lnTo>
                      <a:lnTo>
                        <a:pt x="117" y="133"/>
                      </a:lnTo>
                      <a:lnTo>
                        <a:pt x="113" y="129"/>
                      </a:lnTo>
                      <a:lnTo>
                        <a:pt x="103" y="138"/>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0" name="Freeform 122"/>
                <p:cNvSpPr>
                  <a:spLocks noEditPoints="1"/>
                </p:cNvSpPr>
                <p:nvPr/>
              </p:nvSpPr>
              <p:spPr bwMode="auto">
                <a:xfrm>
                  <a:off x="2029" y="2117"/>
                  <a:ext cx="77" cy="172"/>
                </a:xfrm>
                <a:custGeom>
                  <a:avLst/>
                  <a:gdLst>
                    <a:gd name="T0" fmla="*/ 1 w 77"/>
                    <a:gd name="T1" fmla="*/ 14 h 172"/>
                    <a:gd name="T2" fmla="*/ 1 w 77"/>
                    <a:gd name="T3" fmla="*/ 19 h 172"/>
                    <a:gd name="T4" fmla="*/ 77 w 77"/>
                    <a:gd name="T5" fmla="*/ 84 h 172"/>
                    <a:gd name="T6" fmla="*/ 10 w 77"/>
                    <a:gd name="T7" fmla="*/ 158 h 172"/>
                    <a:gd name="T8" fmla="*/ 15 w 77"/>
                    <a:gd name="T9" fmla="*/ 150 h 172"/>
                    <a:gd name="T10" fmla="*/ 10 w 77"/>
                    <a:gd name="T11" fmla="*/ 147 h 172"/>
                    <a:gd name="T12" fmla="*/ 17 w 77"/>
                    <a:gd name="T13" fmla="*/ 143 h 172"/>
                    <a:gd name="T14" fmla="*/ 10 w 77"/>
                    <a:gd name="T15" fmla="*/ 140 h 172"/>
                    <a:gd name="T16" fmla="*/ 15 w 77"/>
                    <a:gd name="T17" fmla="*/ 137 h 172"/>
                    <a:gd name="T18" fmla="*/ 10 w 77"/>
                    <a:gd name="T19" fmla="*/ 135 h 172"/>
                    <a:gd name="T20" fmla="*/ 17 w 77"/>
                    <a:gd name="T21" fmla="*/ 130 h 172"/>
                    <a:gd name="T22" fmla="*/ 9 w 77"/>
                    <a:gd name="T23" fmla="*/ 127 h 172"/>
                    <a:gd name="T24" fmla="*/ 15 w 77"/>
                    <a:gd name="T25" fmla="*/ 125 h 172"/>
                    <a:gd name="T26" fmla="*/ 9 w 77"/>
                    <a:gd name="T27" fmla="*/ 122 h 172"/>
                    <a:gd name="T28" fmla="*/ 16 w 77"/>
                    <a:gd name="T29" fmla="*/ 118 h 172"/>
                    <a:gd name="T30" fmla="*/ 9 w 77"/>
                    <a:gd name="T31" fmla="*/ 116 h 172"/>
                    <a:gd name="T32" fmla="*/ 14 w 77"/>
                    <a:gd name="T33" fmla="*/ 113 h 172"/>
                    <a:gd name="T34" fmla="*/ 9 w 77"/>
                    <a:gd name="T35" fmla="*/ 110 h 172"/>
                    <a:gd name="T36" fmla="*/ 16 w 77"/>
                    <a:gd name="T37" fmla="*/ 106 h 172"/>
                    <a:gd name="T38" fmla="*/ 8 w 77"/>
                    <a:gd name="T39" fmla="*/ 103 h 172"/>
                    <a:gd name="T40" fmla="*/ 14 w 77"/>
                    <a:gd name="T41" fmla="*/ 100 h 172"/>
                    <a:gd name="T42" fmla="*/ 8 w 77"/>
                    <a:gd name="T43" fmla="*/ 97 h 172"/>
                    <a:gd name="T44" fmla="*/ 8 w 77"/>
                    <a:gd name="T45" fmla="*/ 94 h 172"/>
                    <a:gd name="T46" fmla="*/ 14 w 77"/>
                    <a:gd name="T47" fmla="*/ 92 h 172"/>
                    <a:gd name="T48" fmla="*/ 8 w 77"/>
                    <a:gd name="T49" fmla="*/ 89 h 172"/>
                    <a:gd name="T50" fmla="*/ 11 w 77"/>
                    <a:gd name="T51" fmla="*/ 86 h 172"/>
                    <a:gd name="T52" fmla="*/ 7 w 77"/>
                    <a:gd name="T53" fmla="*/ 83 h 172"/>
                    <a:gd name="T54" fmla="*/ 14 w 77"/>
                    <a:gd name="T55" fmla="*/ 79 h 172"/>
                    <a:gd name="T56" fmla="*/ 7 w 77"/>
                    <a:gd name="T57" fmla="*/ 77 h 172"/>
                    <a:gd name="T58" fmla="*/ 11 w 77"/>
                    <a:gd name="T59" fmla="*/ 74 h 172"/>
                    <a:gd name="T60" fmla="*/ 7 w 77"/>
                    <a:gd name="T61" fmla="*/ 71 h 172"/>
                    <a:gd name="T62" fmla="*/ 14 w 77"/>
                    <a:gd name="T63" fmla="*/ 67 h 172"/>
                    <a:gd name="T64" fmla="*/ 7 w 77"/>
                    <a:gd name="T65" fmla="*/ 64 h 172"/>
                    <a:gd name="T66" fmla="*/ 11 w 77"/>
                    <a:gd name="T67" fmla="*/ 61 h 172"/>
                    <a:gd name="T68" fmla="*/ 7 w 77"/>
                    <a:gd name="T69" fmla="*/ 59 h 172"/>
                    <a:gd name="T70" fmla="*/ 13 w 77"/>
                    <a:gd name="T71" fmla="*/ 54 h 172"/>
                    <a:gd name="T72" fmla="*/ 7 w 77"/>
                    <a:gd name="T73" fmla="*/ 52 h 172"/>
                    <a:gd name="T74" fmla="*/ 11 w 77"/>
                    <a:gd name="T75" fmla="*/ 49 h 172"/>
                    <a:gd name="T76" fmla="*/ 7 w 77"/>
                    <a:gd name="T77" fmla="*/ 46 h 172"/>
                    <a:gd name="T78" fmla="*/ 13 w 77"/>
                    <a:gd name="T79" fmla="*/ 42 h 172"/>
                    <a:gd name="T80" fmla="*/ 7 w 77"/>
                    <a:gd name="T81" fmla="*/ 40 h 172"/>
                    <a:gd name="T82" fmla="*/ 10 w 77"/>
                    <a:gd name="T83" fmla="*/ 37 h 172"/>
                    <a:gd name="T84" fmla="*/ 7 w 77"/>
                    <a:gd name="T85" fmla="*/ 34 h 172"/>
                    <a:gd name="T86" fmla="*/ 13 w 77"/>
                    <a:gd name="T87" fmla="*/ 30 h 172"/>
                    <a:gd name="T88" fmla="*/ 6 w 77"/>
                    <a:gd name="T89" fmla="*/ 27 h 172"/>
                    <a:gd name="T90" fmla="*/ 10 w 77"/>
                    <a:gd name="T91" fmla="*/ 24 h 172"/>
                    <a:gd name="T92" fmla="*/ 6 w 77"/>
                    <a:gd name="T93" fmla="*/ 22 h 172"/>
                    <a:gd name="T94" fmla="*/ 71 w 77"/>
                    <a:gd name="T95" fmla="*/ 84 h 1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7"/>
                    <a:gd name="T145" fmla="*/ 0 h 172"/>
                    <a:gd name="T146" fmla="*/ 77 w 77"/>
                    <a:gd name="T147" fmla="*/ 172 h 1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7" h="172">
                      <a:moveTo>
                        <a:pt x="0" y="0"/>
                      </a:moveTo>
                      <a:lnTo>
                        <a:pt x="1" y="14"/>
                      </a:lnTo>
                      <a:lnTo>
                        <a:pt x="1" y="19"/>
                      </a:lnTo>
                      <a:lnTo>
                        <a:pt x="6" y="172"/>
                      </a:lnTo>
                      <a:lnTo>
                        <a:pt x="77" y="84"/>
                      </a:lnTo>
                      <a:lnTo>
                        <a:pt x="0" y="0"/>
                      </a:lnTo>
                      <a:close/>
                      <a:moveTo>
                        <a:pt x="10" y="158"/>
                      </a:moveTo>
                      <a:lnTo>
                        <a:pt x="10" y="150"/>
                      </a:lnTo>
                      <a:lnTo>
                        <a:pt x="15" y="150"/>
                      </a:lnTo>
                      <a:lnTo>
                        <a:pt x="15" y="146"/>
                      </a:lnTo>
                      <a:lnTo>
                        <a:pt x="10" y="147"/>
                      </a:lnTo>
                      <a:lnTo>
                        <a:pt x="10" y="143"/>
                      </a:lnTo>
                      <a:lnTo>
                        <a:pt x="17" y="143"/>
                      </a:lnTo>
                      <a:lnTo>
                        <a:pt x="17" y="140"/>
                      </a:lnTo>
                      <a:lnTo>
                        <a:pt x="10" y="140"/>
                      </a:lnTo>
                      <a:lnTo>
                        <a:pt x="10" y="137"/>
                      </a:lnTo>
                      <a:lnTo>
                        <a:pt x="15" y="137"/>
                      </a:lnTo>
                      <a:lnTo>
                        <a:pt x="15" y="135"/>
                      </a:lnTo>
                      <a:lnTo>
                        <a:pt x="10" y="135"/>
                      </a:lnTo>
                      <a:lnTo>
                        <a:pt x="9" y="131"/>
                      </a:lnTo>
                      <a:lnTo>
                        <a:pt x="17" y="130"/>
                      </a:lnTo>
                      <a:lnTo>
                        <a:pt x="16" y="127"/>
                      </a:lnTo>
                      <a:lnTo>
                        <a:pt x="9" y="127"/>
                      </a:lnTo>
                      <a:lnTo>
                        <a:pt x="9" y="125"/>
                      </a:lnTo>
                      <a:lnTo>
                        <a:pt x="15" y="125"/>
                      </a:lnTo>
                      <a:lnTo>
                        <a:pt x="15" y="122"/>
                      </a:lnTo>
                      <a:lnTo>
                        <a:pt x="9" y="122"/>
                      </a:lnTo>
                      <a:lnTo>
                        <a:pt x="9" y="118"/>
                      </a:lnTo>
                      <a:lnTo>
                        <a:pt x="16" y="118"/>
                      </a:lnTo>
                      <a:lnTo>
                        <a:pt x="16" y="116"/>
                      </a:lnTo>
                      <a:lnTo>
                        <a:pt x="9" y="116"/>
                      </a:lnTo>
                      <a:lnTo>
                        <a:pt x="9" y="113"/>
                      </a:lnTo>
                      <a:lnTo>
                        <a:pt x="14" y="113"/>
                      </a:lnTo>
                      <a:lnTo>
                        <a:pt x="14" y="110"/>
                      </a:lnTo>
                      <a:lnTo>
                        <a:pt x="9" y="110"/>
                      </a:lnTo>
                      <a:lnTo>
                        <a:pt x="8" y="106"/>
                      </a:lnTo>
                      <a:lnTo>
                        <a:pt x="16" y="106"/>
                      </a:lnTo>
                      <a:lnTo>
                        <a:pt x="16" y="103"/>
                      </a:lnTo>
                      <a:lnTo>
                        <a:pt x="8" y="103"/>
                      </a:lnTo>
                      <a:lnTo>
                        <a:pt x="8" y="100"/>
                      </a:lnTo>
                      <a:lnTo>
                        <a:pt x="14" y="100"/>
                      </a:lnTo>
                      <a:lnTo>
                        <a:pt x="14" y="97"/>
                      </a:lnTo>
                      <a:lnTo>
                        <a:pt x="8" y="97"/>
                      </a:lnTo>
                      <a:lnTo>
                        <a:pt x="8" y="94"/>
                      </a:lnTo>
                      <a:lnTo>
                        <a:pt x="8" y="92"/>
                      </a:lnTo>
                      <a:lnTo>
                        <a:pt x="14" y="92"/>
                      </a:lnTo>
                      <a:lnTo>
                        <a:pt x="14" y="89"/>
                      </a:lnTo>
                      <a:lnTo>
                        <a:pt x="8" y="89"/>
                      </a:lnTo>
                      <a:lnTo>
                        <a:pt x="7" y="86"/>
                      </a:lnTo>
                      <a:lnTo>
                        <a:pt x="11" y="86"/>
                      </a:lnTo>
                      <a:lnTo>
                        <a:pt x="11" y="83"/>
                      </a:lnTo>
                      <a:lnTo>
                        <a:pt x="7" y="83"/>
                      </a:lnTo>
                      <a:lnTo>
                        <a:pt x="7" y="79"/>
                      </a:lnTo>
                      <a:lnTo>
                        <a:pt x="14" y="79"/>
                      </a:lnTo>
                      <a:lnTo>
                        <a:pt x="14" y="77"/>
                      </a:lnTo>
                      <a:lnTo>
                        <a:pt x="7" y="77"/>
                      </a:lnTo>
                      <a:lnTo>
                        <a:pt x="7" y="74"/>
                      </a:lnTo>
                      <a:lnTo>
                        <a:pt x="11" y="74"/>
                      </a:lnTo>
                      <a:lnTo>
                        <a:pt x="11" y="71"/>
                      </a:lnTo>
                      <a:lnTo>
                        <a:pt x="7" y="71"/>
                      </a:lnTo>
                      <a:lnTo>
                        <a:pt x="7" y="67"/>
                      </a:lnTo>
                      <a:lnTo>
                        <a:pt x="14" y="67"/>
                      </a:lnTo>
                      <a:lnTo>
                        <a:pt x="14" y="64"/>
                      </a:lnTo>
                      <a:lnTo>
                        <a:pt x="7" y="64"/>
                      </a:lnTo>
                      <a:lnTo>
                        <a:pt x="7" y="61"/>
                      </a:lnTo>
                      <a:lnTo>
                        <a:pt x="11" y="61"/>
                      </a:lnTo>
                      <a:lnTo>
                        <a:pt x="11" y="59"/>
                      </a:lnTo>
                      <a:lnTo>
                        <a:pt x="7" y="59"/>
                      </a:lnTo>
                      <a:lnTo>
                        <a:pt x="7" y="55"/>
                      </a:lnTo>
                      <a:lnTo>
                        <a:pt x="13" y="54"/>
                      </a:lnTo>
                      <a:lnTo>
                        <a:pt x="13" y="51"/>
                      </a:lnTo>
                      <a:lnTo>
                        <a:pt x="7" y="52"/>
                      </a:lnTo>
                      <a:lnTo>
                        <a:pt x="7" y="49"/>
                      </a:lnTo>
                      <a:lnTo>
                        <a:pt x="11" y="49"/>
                      </a:lnTo>
                      <a:lnTo>
                        <a:pt x="11" y="46"/>
                      </a:lnTo>
                      <a:lnTo>
                        <a:pt x="7" y="46"/>
                      </a:lnTo>
                      <a:lnTo>
                        <a:pt x="7" y="42"/>
                      </a:lnTo>
                      <a:lnTo>
                        <a:pt x="13" y="42"/>
                      </a:lnTo>
                      <a:lnTo>
                        <a:pt x="13" y="40"/>
                      </a:lnTo>
                      <a:lnTo>
                        <a:pt x="7" y="40"/>
                      </a:lnTo>
                      <a:lnTo>
                        <a:pt x="7" y="37"/>
                      </a:lnTo>
                      <a:lnTo>
                        <a:pt x="10" y="37"/>
                      </a:lnTo>
                      <a:lnTo>
                        <a:pt x="10" y="34"/>
                      </a:lnTo>
                      <a:lnTo>
                        <a:pt x="7" y="34"/>
                      </a:lnTo>
                      <a:lnTo>
                        <a:pt x="6" y="30"/>
                      </a:lnTo>
                      <a:lnTo>
                        <a:pt x="13" y="30"/>
                      </a:lnTo>
                      <a:lnTo>
                        <a:pt x="12" y="27"/>
                      </a:lnTo>
                      <a:lnTo>
                        <a:pt x="6" y="27"/>
                      </a:lnTo>
                      <a:lnTo>
                        <a:pt x="6" y="24"/>
                      </a:lnTo>
                      <a:lnTo>
                        <a:pt x="10" y="24"/>
                      </a:lnTo>
                      <a:lnTo>
                        <a:pt x="10" y="22"/>
                      </a:lnTo>
                      <a:lnTo>
                        <a:pt x="6" y="22"/>
                      </a:lnTo>
                      <a:lnTo>
                        <a:pt x="6" y="13"/>
                      </a:lnTo>
                      <a:lnTo>
                        <a:pt x="71" y="84"/>
                      </a:lnTo>
                      <a:lnTo>
                        <a:pt x="10" y="158"/>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1" name="Freeform 123"/>
                <p:cNvSpPr>
                  <a:spLocks noEditPoints="1"/>
                </p:cNvSpPr>
                <p:nvPr/>
              </p:nvSpPr>
              <p:spPr bwMode="auto">
                <a:xfrm>
                  <a:off x="2048" y="2167"/>
                  <a:ext cx="33" cy="73"/>
                </a:xfrm>
                <a:custGeom>
                  <a:avLst/>
                  <a:gdLst>
                    <a:gd name="T0" fmla="*/ 33 w 33"/>
                    <a:gd name="T1" fmla="*/ 36 h 73"/>
                    <a:gd name="T2" fmla="*/ 0 w 33"/>
                    <a:gd name="T3" fmla="*/ 0 h 73"/>
                    <a:gd name="T4" fmla="*/ 3 w 33"/>
                    <a:gd name="T5" fmla="*/ 73 h 73"/>
                    <a:gd name="T6" fmla="*/ 33 w 33"/>
                    <a:gd name="T7" fmla="*/ 36 h 73"/>
                    <a:gd name="T8" fmla="*/ 7 w 33"/>
                    <a:gd name="T9" fmla="*/ 59 h 73"/>
                    <a:gd name="T10" fmla="*/ 6 w 33"/>
                    <a:gd name="T11" fmla="*/ 13 h 73"/>
                    <a:gd name="T12" fmla="*/ 26 w 33"/>
                    <a:gd name="T13" fmla="*/ 36 h 73"/>
                    <a:gd name="T14" fmla="*/ 7 w 33"/>
                    <a:gd name="T15" fmla="*/ 59 h 73"/>
                    <a:gd name="T16" fmla="*/ 0 60000 65536"/>
                    <a:gd name="T17" fmla="*/ 0 60000 65536"/>
                    <a:gd name="T18" fmla="*/ 0 60000 65536"/>
                    <a:gd name="T19" fmla="*/ 0 60000 65536"/>
                    <a:gd name="T20" fmla="*/ 0 60000 65536"/>
                    <a:gd name="T21" fmla="*/ 0 60000 65536"/>
                    <a:gd name="T22" fmla="*/ 0 60000 65536"/>
                    <a:gd name="T23" fmla="*/ 0 60000 65536"/>
                    <a:gd name="T24" fmla="*/ 0 w 33"/>
                    <a:gd name="T25" fmla="*/ 0 h 73"/>
                    <a:gd name="T26" fmla="*/ 33 w 33"/>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 h="73">
                      <a:moveTo>
                        <a:pt x="33" y="36"/>
                      </a:moveTo>
                      <a:lnTo>
                        <a:pt x="0" y="0"/>
                      </a:lnTo>
                      <a:lnTo>
                        <a:pt x="3" y="73"/>
                      </a:lnTo>
                      <a:lnTo>
                        <a:pt x="33" y="36"/>
                      </a:lnTo>
                      <a:close/>
                      <a:moveTo>
                        <a:pt x="7" y="59"/>
                      </a:moveTo>
                      <a:lnTo>
                        <a:pt x="6" y="13"/>
                      </a:lnTo>
                      <a:lnTo>
                        <a:pt x="26" y="36"/>
                      </a:lnTo>
                      <a:lnTo>
                        <a:pt x="7" y="59"/>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2" name="Freeform 124"/>
                <p:cNvSpPr>
                  <a:spLocks/>
                </p:cNvSpPr>
                <p:nvPr/>
              </p:nvSpPr>
              <p:spPr bwMode="auto">
                <a:xfrm>
                  <a:off x="1684" y="1119"/>
                  <a:ext cx="58" cy="57"/>
                </a:xfrm>
                <a:custGeom>
                  <a:avLst/>
                  <a:gdLst>
                    <a:gd name="T0" fmla="*/ 22 w 58"/>
                    <a:gd name="T1" fmla="*/ 57 h 57"/>
                    <a:gd name="T2" fmla="*/ 35 w 58"/>
                    <a:gd name="T3" fmla="*/ 57 h 57"/>
                    <a:gd name="T4" fmla="*/ 35 w 58"/>
                    <a:gd name="T5" fmla="*/ 35 h 57"/>
                    <a:gd name="T6" fmla="*/ 58 w 58"/>
                    <a:gd name="T7" fmla="*/ 35 h 57"/>
                    <a:gd name="T8" fmla="*/ 58 w 58"/>
                    <a:gd name="T9" fmla="*/ 22 h 57"/>
                    <a:gd name="T10" fmla="*/ 35 w 58"/>
                    <a:gd name="T11" fmla="*/ 22 h 57"/>
                    <a:gd name="T12" fmla="*/ 35 w 58"/>
                    <a:gd name="T13" fmla="*/ 0 h 57"/>
                    <a:gd name="T14" fmla="*/ 22 w 58"/>
                    <a:gd name="T15" fmla="*/ 0 h 57"/>
                    <a:gd name="T16" fmla="*/ 22 w 58"/>
                    <a:gd name="T17" fmla="*/ 22 h 57"/>
                    <a:gd name="T18" fmla="*/ 0 w 58"/>
                    <a:gd name="T19" fmla="*/ 22 h 57"/>
                    <a:gd name="T20" fmla="*/ 0 w 58"/>
                    <a:gd name="T21" fmla="*/ 35 h 57"/>
                    <a:gd name="T22" fmla="*/ 22 w 58"/>
                    <a:gd name="T23" fmla="*/ 35 h 57"/>
                    <a:gd name="T24" fmla="*/ 22 w 58"/>
                    <a:gd name="T25" fmla="*/ 57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7"/>
                    <a:gd name="T41" fmla="*/ 58 w 58"/>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7">
                      <a:moveTo>
                        <a:pt x="22" y="57"/>
                      </a:moveTo>
                      <a:lnTo>
                        <a:pt x="35" y="57"/>
                      </a:lnTo>
                      <a:lnTo>
                        <a:pt x="35" y="35"/>
                      </a:lnTo>
                      <a:lnTo>
                        <a:pt x="58" y="35"/>
                      </a:lnTo>
                      <a:lnTo>
                        <a:pt x="58" y="22"/>
                      </a:lnTo>
                      <a:lnTo>
                        <a:pt x="35" y="22"/>
                      </a:lnTo>
                      <a:lnTo>
                        <a:pt x="35" y="0"/>
                      </a:lnTo>
                      <a:lnTo>
                        <a:pt x="22" y="0"/>
                      </a:lnTo>
                      <a:lnTo>
                        <a:pt x="22" y="22"/>
                      </a:lnTo>
                      <a:lnTo>
                        <a:pt x="0" y="22"/>
                      </a:lnTo>
                      <a:lnTo>
                        <a:pt x="0" y="35"/>
                      </a:lnTo>
                      <a:lnTo>
                        <a:pt x="22" y="35"/>
                      </a:lnTo>
                      <a:lnTo>
                        <a:pt x="22" y="57"/>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3" name="Freeform 125"/>
                <p:cNvSpPr>
                  <a:spLocks/>
                </p:cNvSpPr>
                <p:nvPr/>
              </p:nvSpPr>
              <p:spPr bwMode="auto">
                <a:xfrm>
                  <a:off x="2188" y="1003"/>
                  <a:ext cx="178" cy="109"/>
                </a:xfrm>
                <a:custGeom>
                  <a:avLst/>
                  <a:gdLst>
                    <a:gd name="T0" fmla="*/ 86 w 178"/>
                    <a:gd name="T1" fmla="*/ 0 h 109"/>
                    <a:gd name="T2" fmla="*/ 40 w 178"/>
                    <a:gd name="T3" fmla="*/ 78 h 109"/>
                    <a:gd name="T4" fmla="*/ 26 w 178"/>
                    <a:gd name="T5" fmla="*/ 51 h 109"/>
                    <a:gd name="T6" fmla="*/ 0 w 178"/>
                    <a:gd name="T7" fmla="*/ 51 h 109"/>
                    <a:gd name="T8" fmla="*/ 0 w 178"/>
                    <a:gd name="T9" fmla="*/ 66 h 109"/>
                    <a:gd name="T10" fmla="*/ 17 w 178"/>
                    <a:gd name="T11" fmla="*/ 66 h 109"/>
                    <a:gd name="T12" fmla="*/ 38 w 178"/>
                    <a:gd name="T13" fmla="*/ 109 h 109"/>
                    <a:gd name="T14" fmla="*/ 95 w 178"/>
                    <a:gd name="T15" fmla="*/ 15 h 109"/>
                    <a:gd name="T16" fmla="*/ 163 w 178"/>
                    <a:gd name="T17" fmla="*/ 15 h 109"/>
                    <a:gd name="T18" fmla="*/ 163 w 178"/>
                    <a:gd name="T19" fmla="*/ 26 h 109"/>
                    <a:gd name="T20" fmla="*/ 178 w 178"/>
                    <a:gd name="T21" fmla="*/ 26 h 109"/>
                    <a:gd name="T22" fmla="*/ 178 w 178"/>
                    <a:gd name="T23" fmla="*/ 0 h 109"/>
                    <a:gd name="T24" fmla="*/ 86 w 178"/>
                    <a:gd name="T25" fmla="*/ 0 h 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8"/>
                    <a:gd name="T40" fmla="*/ 0 h 109"/>
                    <a:gd name="T41" fmla="*/ 178 w 178"/>
                    <a:gd name="T42" fmla="*/ 109 h 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8" h="109">
                      <a:moveTo>
                        <a:pt x="86" y="0"/>
                      </a:moveTo>
                      <a:lnTo>
                        <a:pt x="40" y="78"/>
                      </a:lnTo>
                      <a:lnTo>
                        <a:pt x="26" y="51"/>
                      </a:lnTo>
                      <a:lnTo>
                        <a:pt x="0" y="51"/>
                      </a:lnTo>
                      <a:lnTo>
                        <a:pt x="0" y="66"/>
                      </a:lnTo>
                      <a:lnTo>
                        <a:pt x="17" y="66"/>
                      </a:lnTo>
                      <a:lnTo>
                        <a:pt x="38" y="109"/>
                      </a:lnTo>
                      <a:lnTo>
                        <a:pt x="95" y="15"/>
                      </a:lnTo>
                      <a:lnTo>
                        <a:pt x="163" y="15"/>
                      </a:lnTo>
                      <a:lnTo>
                        <a:pt x="163" y="26"/>
                      </a:lnTo>
                      <a:lnTo>
                        <a:pt x="178" y="26"/>
                      </a:lnTo>
                      <a:lnTo>
                        <a:pt x="178" y="0"/>
                      </a:lnTo>
                      <a:lnTo>
                        <a:pt x="86"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4" name="Freeform 126"/>
                <p:cNvSpPr>
                  <a:spLocks noEditPoints="1"/>
                </p:cNvSpPr>
                <p:nvPr/>
              </p:nvSpPr>
              <p:spPr bwMode="auto">
                <a:xfrm>
                  <a:off x="3643" y="2023"/>
                  <a:ext cx="89" cy="113"/>
                </a:xfrm>
                <a:custGeom>
                  <a:avLst/>
                  <a:gdLst>
                    <a:gd name="T0" fmla="*/ 0 w 98"/>
                    <a:gd name="T1" fmla="*/ 44 h 125"/>
                    <a:gd name="T2" fmla="*/ 89 w 98"/>
                    <a:gd name="T3" fmla="*/ 44 h 125"/>
                    <a:gd name="T4" fmla="*/ 89 w 98"/>
                    <a:gd name="T5" fmla="*/ 70 h 125"/>
                    <a:gd name="T6" fmla="*/ 0 w 98"/>
                    <a:gd name="T7" fmla="*/ 70 h 125"/>
                    <a:gd name="T8" fmla="*/ 0 w 98"/>
                    <a:gd name="T9" fmla="*/ 44 h 125"/>
                    <a:gd name="T10" fmla="*/ 43 w 98"/>
                    <a:gd name="T11" fmla="*/ 33 h 125"/>
                    <a:gd name="T12" fmla="*/ 36 w 98"/>
                    <a:gd name="T13" fmla="*/ 32 h 125"/>
                    <a:gd name="T14" fmla="*/ 32 w 98"/>
                    <a:gd name="T15" fmla="*/ 29 h 125"/>
                    <a:gd name="T16" fmla="*/ 28 w 98"/>
                    <a:gd name="T17" fmla="*/ 24 h 125"/>
                    <a:gd name="T18" fmla="*/ 26 w 98"/>
                    <a:gd name="T19" fmla="*/ 17 h 125"/>
                    <a:gd name="T20" fmla="*/ 28 w 98"/>
                    <a:gd name="T21" fmla="*/ 11 h 125"/>
                    <a:gd name="T22" fmla="*/ 32 w 98"/>
                    <a:gd name="T23" fmla="*/ 5 h 125"/>
                    <a:gd name="T24" fmla="*/ 36 w 98"/>
                    <a:gd name="T25" fmla="*/ 2 h 125"/>
                    <a:gd name="T26" fmla="*/ 43 w 98"/>
                    <a:gd name="T27" fmla="*/ 0 h 125"/>
                    <a:gd name="T28" fmla="*/ 49 w 98"/>
                    <a:gd name="T29" fmla="*/ 2 h 125"/>
                    <a:gd name="T30" fmla="*/ 54 w 98"/>
                    <a:gd name="T31" fmla="*/ 5 h 125"/>
                    <a:gd name="T32" fmla="*/ 58 w 98"/>
                    <a:gd name="T33" fmla="*/ 11 h 125"/>
                    <a:gd name="T34" fmla="*/ 60 w 98"/>
                    <a:gd name="T35" fmla="*/ 17 h 125"/>
                    <a:gd name="T36" fmla="*/ 58 w 98"/>
                    <a:gd name="T37" fmla="*/ 24 h 125"/>
                    <a:gd name="T38" fmla="*/ 54 w 98"/>
                    <a:gd name="T39" fmla="*/ 29 h 125"/>
                    <a:gd name="T40" fmla="*/ 49 w 98"/>
                    <a:gd name="T41" fmla="*/ 32 h 125"/>
                    <a:gd name="T42" fmla="*/ 43 w 98"/>
                    <a:gd name="T43" fmla="*/ 33 h 125"/>
                    <a:gd name="T44" fmla="*/ 43 w 98"/>
                    <a:gd name="T45" fmla="*/ 80 h 125"/>
                    <a:gd name="T46" fmla="*/ 49 w 98"/>
                    <a:gd name="T47" fmla="*/ 81 h 125"/>
                    <a:gd name="T48" fmla="*/ 54 w 98"/>
                    <a:gd name="T49" fmla="*/ 85 h 125"/>
                    <a:gd name="T50" fmla="*/ 58 w 98"/>
                    <a:gd name="T51" fmla="*/ 89 h 125"/>
                    <a:gd name="T52" fmla="*/ 60 w 98"/>
                    <a:gd name="T53" fmla="*/ 96 h 125"/>
                    <a:gd name="T54" fmla="*/ 58 w 98"/>
                    <a:gd name="T55" fmla="*/ 102 h 125"/>
                    <a:gd name="T56" fmla="*/ 54 w 98"/>
                    <a:gd name="T57" fmla="*/ 108 h 125"/>
                    <a:gd name="T58" fmla="*/ 49 w 98"/>
                    <a:gd name="T59" fmla="*/ 111 h 125"/>
                    <a:gd name="T60" fmla="*/ 43 w 98"/>
                    <a:gd name="T61" fmla="*/ 113 h 125"/>
                    <a:gd name="T62" fmla="*/ 36 w 98"/>
                    <a:gd name="T63" fmla="*/ 111 h 125"/>
                    <a:gd name="T64" fmla="*/ 32 w 98"/>
                    <a:gd name="T65" fmla="*/ 108 h 125"/>
                    <a:gd name="T66" fmla="*/ 28 w 98"/>
                    <a:gd name="T67" fmla="*/ 102 h 125"/>
                    <a:gd name="T68" fmla="*/ 26 w 98"/>
                    <a:gd name="T69" fmla="*/ 96 h 125"/>
                    <a:gd name="T70" fmla="*/ 28 w 98"/>
                    <a:gd name="T71" fmla="*/ 89 h 125"/>
                    <a:gd name="T72" fmla="*/ 32 w 98"/>
                    <a:gd name="T73" fmla="*/ 85 h 125"/>
                    <a:gd name="T74" fmla="*/ 36 w 98"/>
                    <a:gd name="T75" fmla="*/ 81 h 125"/>
                    <a:gd name="T76" fmla="*/ 43 w 98"/>
                    <a:gd name="T77" fmla="*/ 80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8"/>
                    <a:gd name="T118" fmla="*/ 0 h 125"/>
                    <a:gd name="T119" fmla="*/ 98 w 98"/>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8" h="125">
                      <a:moveTo>
                        <a:pt x="0" y="49"/>
                      </a:moveTo>
                      <a:cubicBezTo>
                        <a:pt x="98" y="49"/>
                        <a:pt x="98" y="49"/>
                        <a:pt x="98" y="49"/>
                      </a:cubicBezTo>
                      <a:cubicBezTo>
                        <a:pt x="98" y="77"/>
                        <a:pt x="98" y="77"/>
                        <a:pt x="98" y="77"/>
                      </a:cubicBezTo>
                      <a:cubicBezTo>
                        <a:pt x="0" y="77"/>
                        <a:pt x="0" y="77"/>
                        <a:pt x="0" y="77"/>
                      </a:cubicBezTo>
                      <a:lnTo>
                        <a:pt x="0" y="49"/>
                      </a:lnTo>
                      <a:close/>
                      <a:moveTo>
                        <a:pt x="47" y="37"/>
                      </a:moveTo>
                      <a:cubicBezTo>
                        <a:pt x="45" y="37"/>
                        <a:pt x="43" y="36"/>
                        <a:pt x="40" y="35"/>
                      </a:cubicBezTo>
                      <a:cubicBezTo>
                        <a:pt x="38" y="34"/>
                        <a:pt x="36" y="33"/>
                        <a:pt x="35" y="32"/>
                      </a:cubicBezTo>
                      <a:cubicBezTo>
                        <a:pt x="33" y="30"/>
                        <a:pt x="32" y="28"/>
                        <a:pt x="31" y="26"/>
                      </a:cubicBezTo>
                      <a:cubicBezTo>
                        <a:pt x="30" y="24"/>
                        <a:pt x="29" y="21"/>
                        <a:pt x="29" y="19"/>
                      </a:cubicBezTo>
                      <a:cubicBezTo>
                        <a:pt x="29" y="16"/>
                        <a:pt x="30" y="14"/>
                        <a:pt x="31" y="12"/>
                      </a:cubicBezTo>
                      <a:cubicBezTo>
                        <a:pt x="32" y="9"/>
                        <a:pt x="33" y="7"/>
                        <a:pt x="35" y="6"/>
                      </a:cubicBezTo>
                      <a:cubicBezTo>
                        <a:pt x="36" y="4"/>
                        <a:pt x="38" y="3"/>
                        <a:pt x="40" y="2"/>
                      </a:cubicBezTo>
                      <a:cubicBezTo>
                        <a:pt x="43" y="1"/>
                        <a:pt x="45" y="0"/>
                        <a:pt x="47" y="0"/>
                      </a:cubicBezTo>
                      <a:cubicBezTo>
                        <a:pt x="50" y="0"/>
                        <a:pt x="52" y="1"/>
                        <a:pt x="54" y="2"/>
                      </a:cubicBezTo>
                      <a:cubicBezTo>
                        <a:pt x="57" y="3"/>
                        <a:pt x="59" y="4"/>
                        <a:pt x="60" y="6"/>
                      </a:cubicBezTo>
                      <a:cubicBezTo>
                        <a:pt x="62" y="7"/>
                        <a:pt x="63" y="9"/>
                        <a:pt x="64" y="12"/>
                      </a:cubicBezTo>
                      <a:cubicBezTo>
                        <a:pt x="65" y="14"/>
                        <a:pt x="66" y="16"/>
                        <a:pt x="66" y="19"/>
                      </a:cubicBezTo>
                      <a:cubicBezTo>
                        <a:pt x="66" y="21"/>
                        <a:pt x="65" y="24"/>
                        <a:pt x="64" y="26"/>
                      </a:cubicBezTo>
                      <a:cubicBezTo>
                        <a:pt x="63" y="28"/>
                        <a:pt x="62" y="30"/>
                        <a:pt x="60" y="32"/>
                      </a:cubicBezTo>
                      <a:cubicBezTo>
                        <a:pt x="59" y="33"/>
                        <a:pt x="57" y="34"/>
                        <a:pt x="54" y="35"/>
                      </a:cubicBezTo>
                      <a:cubicBezTo>
                        <a:pt x="52" y="36"/>
                        <a:pt x="50" y="37"/>
                        <a:pt x="47" y="37"/>
                      </a:cubicBezTo>
                      <a:close/>
                      <a:moveTo>
                        <a:pt x="47" y="88"/>
                      </a:moveTo>
                      <a:cubicBezTo>
                        <a:pt x="50" y="88"/>
                        <a:pt x="52" y="89"/>
                        <a:pt x="54" y="90"/>
                      </a:cubicBezTo>
                      <a:cubicBezTo>
                        <a:pt x="57" y="91"/>
                        <a:pt x="59" y="92"/>
                        <a:pt x="60" y="94"/>
                      </a:cubicBezTo>
                      <a:cubicBezTo>
                        <a:pt x="62" y="95"/>
                        <a:pt x="63" y="97"/>
                        <a:pt x="64" y="99"/>
                      </a:cubicBezTo>
                      <a:cubicBezTo>
                        <a:pt x="65" y="101"/>
                        <a:pt x="66" y="104"/>
                        <a:pt x="66" y="106"/>
                      </a:cubicBezTo>
                      <a:cubicBezTo>
                        <a:pt x="66" y="109"/>
                        <a:pt x="65" y="111"/>
                        <a:pt x="64" y="113"/>
                      </a:cubicBezTo>
                      <a:cubicBezTo>
                        <a:pt x="63" y="116"/>
                        <a:pt x="62" y="118"/>
                        <a:pt x="60" y="119"/>
                      </a:cubicBezTo>
                      <a:cubicBezTo>
                        <a:pt x="59" y="121"/>
                        <a:pt x="57" y="122"/>
                        <a:pt x="54" y="123"/>
                      </a:cubicBezTo>
                      <a:cubicBezTo>
                        <a:pt x="52" y="124"/>
                        <a:pt x="50" y="125"/>
                        <a:pt x="47" y="125"/>
                      </a:cubicBezTo>
                      <a:cubicBezTo>
                        <a:pt x="45" y="125"/>
                        <a:pt x="43" y="124"/>
                        <a:pt x="40" y="123"/>
                      </a:cubicBezTo>
                      <a:cubicBezTo>
                        <a:pt x="38" y="122"/>
                        <a:pt x="36" y="121"/>
                        <a:pt x="35" y="119"/>
                      </a:cubicBezTo>
                      <a:cubicBezTo>
                        <a:pt x="33" y="118"/>
                        <a:pt x="32" y="116"/>
                        <a:pt x="31" y="113"/>
                      </a:cubicBezTo>
                      <a:cubicBezTo>
                        <a:pt x="30" y="111"/>
                        <a:pt x="29" y="109"/>
                        <a:pt x="29" y="106"/>
                      </a:cubicBezTo>
                      <a:cubicBezTo>
                        <a:pt x="29" y="104"/>
                        <a:pt x="30" y="101"/>
                        <a:pt x="31" y="99"/>
                      </a:cubicBezTo>
                      <a:cubicBezTo>
                        <a:pt x="32" y="97"/>
                        <a:pt x="33" y="95"/>
                        <a:pt x="35" y="94"/>
                      </a:cubicBezTo>
                      <a:cubicBezTo>
                        <a:pt x="36" y="92"/>
                        <a:pt x="38" y="91"/>
                        <a:pt x="40" y="90"/>
                      </a:cubicBezTo>
                      <a:cubicBezTo>
                        <a:pt x="43" y="89"/>
                        <a:pt x="45" y="88"/>
                        <a:pt x="47" y="8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5" name="Freeform 127"/>
                <p:cNvSpPr>
                  <a:spLocks noEditPoints="1"/>
                </p:cNvSpPr>
                <p:nvPr/>
              </p:nvSpPr>
              <p:spPr bwMode="auto">
                <a:xfrm>
                  <a:off x="2003" y="464"/>
                  <a:ext cx="165" cy="143"/>
                </a:xfrm>
                <a:custGeom>
                  <a:avLst/>
                  <a:gdLst>
                    <a:gd name="T0" fmla="*/ 0 w 183"/>
                    <a:gd name="T1" fmla="*/ 62 h 158"/>
                    <a:gd name="T2" fmla="*/ 40 w 183"/>
                    <a:gd name="T3" fmla="*/ 143 h 158"/>
                    <a:gd name="T4" fmla="*/ 165 w 183"/>
                    <a:gd name="T5" fmla="*/ 81 h 158"/>
                    <a:gd name="T6" fmla="*/ 125 w 183"/>
                    <a:gd name="T7" fmla="*/ 0 h 158"/>
                    <a:gd name="T8" fmla="*/ 0 w 183"/>
                    <a:gd name="T9" fmla="*/ 62 h 158"/>
                    <a:gd name="T10" fmla="*/ 29 w 183"/>
                    <a:gd name="T11" fmla="*/ 110 h 158"/>
                    <a:gd name="T12" fmla="*/ 20 w 183"/>
                    <a:gd name="T13" fmla="*/ 91 h 158"/>
                    <a:gd name="T14" fmla="*/ 27 w 183"/>
                    <a:gd name="T15" fmla="*/ 88 h 158"/>
                    <a:gd name="T16" fmla="*/ 36 w 183"/>
                    <a:gd name="T17" fmla="*/ 106 h 158"/>
                    <a:gd name="T18" fmla="*/ 29 w 183"/>
                    <a:gd name="T19" fmla="*/ 110 h 158"/>
                    <a:gd name="T20" fmla="*/ 39 w 183"/>
                    <a:gd name="T21" fmla="*/ 129 h 158"/>
                    <a:gd name="T22" fmla="*/ 30 w 183"/>
                    <a:gd name="T23" fmla="*/ 111 h 158"/>
                    <a:gd name="T24" fmla="*/ 37 w 183"/>
                    <a:gd name="T25" fmla="*/ 108 h 158"/>
                    <a:gd name="T26" fmla="*/ 46 w 183"/>
                    <a:gd name="T27" fmla="*/ 126 h 158"/>
                    <a:gd name="T28" fmla="*/ 39 w 183"/>
                    <a:gd name="T29" fmla="*/ 129 h 158"/>
                    <a:gd name="T30" fmla="*/ 133 w 183"/>
                    <a:gd name="T31" fmla="*/ 33 h 158"/>
                    <a:gd name="T32" fmla="*/ 143 w 183"/>
                    <a:gd name="T33" fmla="*/ 54 h 158"/>
                    <a:gd name="T34" fmla="*/ 142 w 183"/>
                    <a:gd name="T35" fmla="*/ 55 h 158"/>
                    <a:gd name="T36" fmla="*/ 132 w 183"/>
                    <a:gd name="T37" fmla="*/ 34 h 158"/>
                    <a:gd name="T38" fmla="*/ 133 w 183"/>
                    <a:gd name="T39" fmla="*/ 33 h 158"/>
                    <a:gd name="T40" fmla="*/ 117 w 183"/>
                    <a:gd name="T41" fmla="*/ 18 h 158"/>
                    <a:gd name="T42" fmla="*/ 145 w 183"/>
                    <a:gd name="T43" fmla="*/ 77 h 158"/>
                    <a:gd name="T44" fmla="*/ 49 w 183"/>
                    <a:gd name="T45" fmla="*/ 124 h 158"/>
                    <a:gd name="T46" fmla="*/ 21 w 183"/>
                    <a:gd name="T47" fmla="*/ 66 h 158"/>
                    <a:gd name="T48" fmla="*/ 117 w 183"/>
                    <a:gd name="T49" fmla="*/ 18 h 158"/>
                    <a:gd name="T50" fmla="*/ 17 w 183"/>
                    <a:gd name="T51" fmla="*/ 67 h 158"/>
                    <a:gd name="T52" fmla="*/ 26 w 183"/>
                    <a:gd name="T53" fmla="*/ 85 h 158"/>
                    <a:gd name="T54" fmla="*/ 19 w 183"/>
                    <a:gd name="T55" fmla="*/ 89 h 158"/>
                    <a:gd name="T56" fmla="*/ 10 w 183"/>
                    <a:gd name="T57" fmla="*/ 71 h 158"/>
                    <a:gd name="T58" fmla="*/ 17 w 183"/>
                    <a:gd name="T59" fmla="*/ 67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3"/>
                    <a:gd name="T91" fmla="*/ 0 h 158"/>
                    <a:gd name="T92" fmla="*/ 183 w 183"/>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3" h="158">
                      <a:moveTo>
                        <a:pt x="0" y="68"/>
                      </a:moveTo>
                      <a:cubicBezTo>
                        <a:pt x="44" y="158"/>
                        <a:pt x="44" y="158"/>
                        <a:pt x="44" y="158"/>
                      </a:cubicBezTo>
                      <a:cubicBezTo>
                        <a:pt x="183" y="90"/>
                        <a:pt x="183" y="90"/>
                        <a:pt x="183" y="90"/>
                      </a:cubicBezTo>
                      <a:cubicBezTo>
                        <a:pt x="139" y="0"/>
                        <a:pt x="139" y="0"/>
                        <a:pt x="139" y="0"/>
                      </a:cubicBezTo>
                      <a:lnTo>
                        <a:pt x="0" y="68"/>
                      </a:lnTo>
                      <a:close/>
                      <a:moveTo>
                        <a:pt x="32" y="121"/>
                      </a:moveTo>
                      <a:cubicBezTo>
                        <a:pt x="22" y="101"/>
                        <a:pt x="22" y="101"/>
                        <a:pt x="22" y="101"/>
                      </a:cubicBezTo>
                      <a:cubicBezTo>
                        <a:pt x="30" y="97"/>
                        <a:pt x="30" y="97"/>
                        <a:pt x="30" y="97"/>
                      </a:cubicBezTo>
                      <a:cubicBezTo>
                        <a:pt x="40" y="117"/>
                        <a:pt x="40" y="117"/>
                        <a:pt x="40" y="117"/>
                      </a:cubicBezTo>
                      <a:lnTo>
                        <a:pt x="32" y="121"/>
                      </a:lnTo>
                      <a:close/>
                      <a:moveTo>
                        <a:pt x="43" y="143"/>
                      </a:moveTo>
                      <a:cubicBezTo>
                        <a:pt x="33" y="123"/>
                        <a:pt x="33" y="123"/>
                        <a:pt x="33" y="123"/>
                      </a:cubicBezTo>
                      <a:cubicBezTo>
                        <a:pt x="41" y="119"/>
                        <a:pt x="41" y="119"/>
                        <a:pt x="41" y="119"/>
                      </a:cubicBezTo>
                      <a:cubicBezTo>
                        <a:pt x="51" y="139"/>
                        <a:pt x="51" y="139"/>
                        <a:pt x="51" y="139"/>
                      </a:cubicBezTo>
                      <a:lnTo>
                        <a:pt x="43" y="143"/>
                      </a:lnTo>
                      <a:close/>
                      <a:moveTo>
                        <a:pt x="148" y="37"/>
                      </a:moveTo>
                      <a:cubicBezTo>
                        <a:pt x="159" y="60"/>
                        <a:pt x="159" y="60"/>
                        <a:pt x="159" y="60"/>
                      </a:cubicBezTo>
                      <a:cubicBezTo>
                        <a:pt x="157" y="61"/>
                        <a:pt x="157" y="61"/>
                        <a:pt x="157" y="61"/>
                      </a:cubicBezTo>
                      <a:cubicBezTo>
                        <a:pt x="146" y="38"/>
                        <a:pt x="146" y="38"/>
                        <a:pt x="146" y="38"/>
                      </a:cubicBezTo>
                      <a:lnTo>
                        <a:pt x="148" y="37"/>
                      </a:lnTo>
                      <a:close/>
                      <a:moveTo>
                        <a:pt x="130" y="20"/>
                      </a:moveTo>
                      <a:cubicBezTo>
                        <a:pt x="161" y="85"/>
                        <a:pt x="161" y="85"/>
                        <a:pt x="161" y="85"/>
                      </a:cubicBezTo>
                      <a:cubicBezTo>
                        <a:pt x="54" y="137"/>
                        <a:pt x="54" y="137"/>
                        <a:pt x="54" y="137"/>
                      </a:cubicBezTo>
                      <a:cubicBezTo>
                        <a:pt x="44" y="116"/>
                        <a:pt x="28" y="83"/>
                        <a:pt x="23" y="73"/>
                      </a:cubicBezTo>
                      <a:lnTo>
                        <a:pt x="130" y="20"/>
                      </a:lnTo>
                      <a:close/>
                      <a:moveTo>
                        <a:pt x="19" y="74"/>
                      </a:moveTo>
                      <a:cubicBezTo>
                        <a:pt x="29" y="94"/>
                        <a:pt x="29" y="94"/>
                        <a:pt x="29" y="94"/>
                      </a:cubicBezTo>
                      <a:cubicBezTo>
                        <a:pt x="21" y="98"/>
                        <a:pt x="21" y="98"/>
                        <a:pt x="21" y="98"/>
                      </a:cubicBezTo>
                      <a:cubicBezTo>
                        <a:pt x="11" y="78"/>
                        <a:pt x="11" y="78"/>
                        <a:pt x="11" y="78"/>
                      </a:cubicBezTo>
                      <a:lnTo>
                        <a:pt x="19" y="74"/>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6" name="Freeform 128"/>
                <p:cNvSpPr>
                  <a:spLocks/>
                </p:cNvSpPr>
                <p:nvPr/>
              </p:nvSpPr>
              <p:spPr bwMode="auto">
                <a:xfrm>
                  <a:off x="2049" y="557"/>
                  <a:ext cx="128" cy="68"/>
                </a:xfrm>
                <a:custGeom>
                  <a:avLst/>
                  <a:gdLst>
                    <a:gd name="T0" fmla="*/ 125 w 128"/>
                    <a:gd name="T1" fmla="*/ 0 h 68"/>
                    <a:gd name="T2" fmla="*/ 0 w 128"/>
                    <a:gd name="T3" fmla="*/ 61 h 68"/>
                    <a:gd name="T4" fmla="*/ 3 w 128"/>
                    <a:gd name="T5" fmla="*/ 68 h 68"/>
                    <a:gd name="T6" fmla="*/ 128 w 128"/>
                    <a:gd name="T7" fmla="*/ 6 h 68"/>
                    <a:gd name="T8" fmla="*/ 125 w 128"/>
                    <a:gd name="T9" fmla="*/ 0 h 68"/>
                    <a:gd name="T10" fmla="*/ 0 60000 65536"/>
                    <a:gd name="T11" fmla="*/ 0 60000 65536"/>
                    <a:gd name="T12" fmla="*/ 0 60000 65536"/>
                    <a:gd name="T13" fmla="*/ 0 60000 65536"/>
                    <a:gd name="T14" fmla="*/ 0 60000 65536"/>
                    <a:gd name="T15" fmla="*/ 0 w 128"/>
                    <a:gd name="T16" fmla="*/ 0 h 68"/>
                    <a:gd name="T17" fmla="*/ 128 w 128"/>
                    <a:gd name="T18" fmla="*/ 68 h 68"/>
                  </a:gdLst>
                  <a:ahLst/>
                  <a:cxnLst>
                    <a:cxn ang="T10">
                      <a:pos x="T0" y="T1"/>
                    </a:cxn>
                    <a:cxn ang="T11">
                      <a:pos x="T2" y="T3"/>
                    </a:cxn>
                    <a:cxn ang="T12">
                      <a:pos x="T4" y="T5"/>
                    </a:cxn>
                    <a:cxn ang="T13">
                      <a:pos x="T6" y="T7"/>
                    </a:cxn>
                    <a:cxn ang="T14">
                      <a:pos x="T8" y="T9"/>
                    </a:cxn>
                  </a:cxnLst>
                  <a:rect l="T15" t="T16" r="T17" b="T18"/>
                  <a:pathLst>
                    <a:path w="128" h="68">
                      <a:moveTo>
                        <a:pt x="125" y="0"/>
                      </a:moveTo>
                      <a:lnTo>
                        <a:pt x="0" y="61"/>
                      </a:lnTo>
                      <a:lnTo>
                        <a:pt x="3" y="68"/>
                      </a:lnTo>
                      <a:lnTo>
                        <a:pt x="128" y="6"/>
                      </a:lnTo>
                      <a:lnTo>
                        <a:pt x="125"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7" name="Freeform 129"/>
                <p:cNvSpPr>
                  <a:spLocks noEditPoints="1"/>
                </p:cNvSpPr>
                <p:nvPr/>
              </p:nvSpPr>
              <p:spPr bwMode="auto">
                <a:xfrm>
                  <a:off x="2655" y="917"/>
                  <a:ext cx="132" cy="152"/>
                </a:xfrm>
                <a:custGeom>
                  <a:avLst/>
                  <a:gdLst>
                    <a:gd name="T0" fmla="*/ 37 w 145"/>
                    <a:gd name="T1" fmla="*/ 80 h 169"/>
                    <a:gd name="T2" fmla="*/ 0 w 145"/>
                    <a:gd name="T3" fmla="*/ 103 h 169"/>
                    <a:gd name="T4" fmla="*/ 37 w 145"/>
                    <a:gd name="T5" fmla="*/ 137 h 169"/>
                    <a:gd name="T6" fmla="*/ 86 w 145"/>
                    <a:gd name="T7" fmla="*/ 139 h 169"/>
                    <a:gd name="T8" fmla="*/ 121 w 145"/>
                    <a:gd name="T9" fmla="*/ 152 h 169"/>
                    <a:gd name="T10" fmla="*/ 132 w 145"/>
                    <a:gd name="T11" fmla="*/ 139 h 169"/>
                    <a:gd name="T12" fmla="*/ 37 w 145"/>
                    <a:gd name="T13" fmla="*/ 0 h 169"/>
                    <a:gd name="T14" fmla="*/ 30 w 145"/>
                    <a:gd name="T15" fmla="*/ 114 h 169"/>
                    <a:gd name="T16" fmla="*/ 37 w 145"/>
                    <a:gd name="T17" fmla="*/ 110 h 169"/>
                    <a:gd name="T18" fmla="*/ 6 w 145"/>
                    <a:gd name="T19" fmla="*/ 139 h 169"/>
                    <a:gd name="T20" fmla="*/ 11 w 145"/>
                    <a:gd name="T21" fmla="*/ 101 h 169"/>
                    <a:gd name="T22" fmla="*/ 13 w 145"/>
                    <a:gd name="T23" fmla="*/ 100 h 169"/>
                    <a:gd name="T24" fmla="*/ 70 w 145"/>
                    <a:gd name="T25" fmla="*/ 91 h 169"/>
                    <a:gd name="T26" fmla="*/ 42 w 145"/>
                    <a:gd name="T27" fmla="*/ 100 h 169"/>
                    <a:gd name="T28" fmla="*/ 51 w 145"/>
                    <a:gd name="T29" fmla="*/ 116 h 169"/>
                    <a:gd name="T30" fmla="*/ 72 w 145"/>
                    <a:gd name="T31" fmla="*/ 100 h 169"/>
                    <a:gd name="T32" fmla="*/ 74 w 145"/>
                    <a:gd name="T33" fmla="*/ 89 h 169"/>
                    <a:gd name="T34" fmla="*/ 51 w 145"/>
                    <a:gd name="T35" fmla="*/ 82 h 169"/>
                    <a:gd name="T36" fmla="*/ 118 w 145"/>
                    <a:gd name="T37" fmla="*/ 13 h 169"/>
                    <a:gd name="T38" fmla="*/ 112 w 145"/>
                    <a:gd name="T39" fmla="*/ 102 h 169"/>
                    <a:gd name="T40" fmla="*/ 101 w 145"/>
                    <a:gd name="T41" fmla="*/ 81 h 169"/>
                    <a:gd name="T42" fmla="*/ 94 w 145"/>
                    <a:gd name="T43" fmla="*/ 57 h 169"/>
                    <a:gd name="T44" fmla="*/ 87 w 145"/>
                    <a:gd name="T45" fmla="*/ 81 h 169"/>
                    <a:gd name="T46" fmla="*/ 76 w 145"/>
                    <a:gd name="T47" fmla="*/ 100 h 169"/>
                    <a:gd name="T48" fmla="*/ 72 w 145"/>
                    <a:gd name="T49" fmla="*/ 116 h 169"/>
                    <a:gd name="T50" fmla="*/ 94 w 145"/>
                    <a:gd name="T51" fmla="*/ 62 h 169"/>
                    <a:gd name="T52" fmla="*/ 87 w 145"/>
                    <a:gd name="T53" fmla="*/ 73 h 169"/>
                    <a:gd name="T54" fmla="*/ 84 w 145"/>
                    <a:gd name="T55" fmla="*/ 69 h 169"/>
                    <a:gd name="T56" fmla="*/ 105 w 145"/>
                    <a:gd name="T57" fmla="*/ 69 h 169"/>
                    <a:gd name="T58" fmla="*/ 100 w 145"/>
                    <a:gd name="T59" fmla="*/ 74 h 169"/>
                    <a:gd name="T60" fmla="*/ 94 w 145"/>
                    <a:gd name="T61" fmla="*/ 62 h 169"/>
                    <a:gd name="T62" fmla="*/ 95 w 145"/>
                    <a:gd name="T63" fmla="*/ 148 h 169"/>
                    <a:gd name="T64" fmla="*/ 72 w 145"/>
                    <a:gd name="T65" fmla="*/ 110 h 169"/>
                    <a:gd name="T66" fmla="*/ 85 w 145"/>
                    <a:gd name="T67" fmla="*/ 115 h 169"/>
                    <a:gd name="T68" fmla="*/ 89 w 145"/>
                    <a:gd name="T69" fmla="*/ 116 h 169"/>
                    <a:gd name="T70" fmla="*/ 91 w 145"/>
                    <a:gd name="T71" fmla="*/ 71 h 169"/>
                    <a:gd name="T72" fmla="*/ 98 w 145"/>
                    <a:gd name="T73" fmla="*/ 101 h 169"/>
                    <a:gd name="T74" fmla="*/ 111 w 145"/>
                    <a:gd name="T75" fmla="*/ 105 h 169"/>
                    <a:gd name="T76" fmla="*/ 125 w 145"/>
                    <a:gd name="T77" fmla="*/ 112 h 16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5"/>
                    <a:gd name="T118" fmla="*/ 0 h 169"/>
                    <a:gd name="T119" fmla="*/ 145 w 145"/>
                    <a:gd name="T120" fmla="*/ 169 h 16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5" h="169">
                      <a:moveTo>
                        <a:pt x="41" y="0"/>
                      </a:moveTo>
                      <a:cubicBezTo>
                        <a:pt x="41" y="89"/>
                        <a:pt x="41" y="89"/>
                        <a:pt x="41" y="89"/>
                      </a:cubicBezTo>
                      <a:cubicBezTo>
                        <a:pt x="12" y="108"/>
                        <a:pt x="12" y="108"/>
                        <a:pt x="12" y="108"/>
                      </a:cubicBezTo>
                      <a:cubicBezTo>
                        <a:pt x="0" y="115"/>
                        <a:pt x="0" y="115"/>
                        <a:pt x="0" y="115"/>
                      </a:cubicBezTo>
                      <a:cubicBezTo>
                        <a:pt x="3" y="158"/>
                        <a:pt x="3" y="158"/>
                        <a:pt x="3" y="158"/>
                      </a:cubicBezTo>
                      <a:cubicBezTo>
                        <a:pt x="41" y="152"/>
                        <a:pt x="41" y="152"/>
                        <a:pt x="41" y="152"/>
                      </a:cubicBezTo>
                      <a:cubicBezTo>
                        <a:pt x="41" y="155"/>
                        <a:pt x="41" y="155"/>
                        <a:pt x="41" y="155"/>
                      </a:cubicBezTo>
                      <a:cubicBezTo>
                        <a:pt x="94" y="155"/>
                        <a:pt x="94" y="155"/>
                        <a:pt x="94" y="155"/>
                      </a:cubicBezTo>
                      <a:cubicBezTo>
                        <a:pt x="101" y="169"/>
                        <a:pt x="101" y="169"/>
                        <a:pt x="101" y="169"/>
                      </a:cubicBezTo>
                      <a:cubicBezTo>
                        <a:pt x="133" y="169"/>
                        <a:pt x="133" y="169"/>
                        <a:pt x="133" y="169"/>
                      </a:cubicBezTo>
                      <a:cubicBezTo>
                        <a:pt x="136" y="155"/>
                        <a:pt x="136" y="155"/>
                        <a:pt x="136" y="155"/>
                      </a:cubicBezTo>
                      <a:cubicBezTo>
                        <a:pt x="145" y="155"/>
                        <a:pt x="145" y="155"/>
                        <a:pt x="145" y="155"/>
                      </a:cubicBezTo>
                      <a:cubicBezTo>
                        <a:pt x="145" y="0"/>
                        <a:pt x="145" y="0"/>
                        <a:pt x="145" y="0"/>
                      </a:cubicBezTo>
                      <a:lnTo>
                        <a:pt x="41" y="0"/>
                      </a:lnTo>
                      <a:close/>
                      <a:moveTo>
                        <a:pt x="44" y="111"/>
                      </a:moveTo>
                      <a:cubicBezTo>
                        <a:pt x="33" y="127"/>
                        <a:pt x="33" y="127"/>
                        <a:pt x="33" y="127"/>
                      </a:cubicBezTo>
                      <a:cubicBezTo>
                        <a:pt x="36" y="130"/>
                        <a:pt x="36" y="130"/>
                        <a:pt x="36" y="130"/>
                      </a:cubicBezTo>
                      <a:cubicBezTo>
                        <a:pt x="41" y="122"/>
                        <a:pt x="41" y="122"/>
                        <a:pt x="41" y="122"/>
                      </a:cubicBezTo>
                      <a:cubicBezTo>
                        <a:pt x="41" y="148"/>
                        <a:pt x="41" y="148"/>
                        <a:pt x="41" y="148"/>
                      </a:cubicBezTo>
                      <a:cubicBezTo>
                        <a:pt x="7" y="154"/>
                        <a:pt x="7" y="154"/>
                        <a:pt x="7" y="154"/>
                      </a:cubicBezTo>
                      <a:cubicBezTo>
                        <a:pt x="4" y="117"/>
                        <a:pt x="4" y="117"/>
                        <a:pt x="4" y="117"/>
                      </a:cubicBezTo>
                      <a:cubicBezTo>
                        <a:pt x="12" y="112"/>
                        <a:pt x="12" y="112"/>
                        <a:pt x="12" y="112"/>
                      </a:cubicBezTo>
                      <a:cubicBezTo>
                        <a:pt x="12" y="112"/>
                        <a:pt x="12" y="112"/>
                        <a:pt x="12" y="112"/>
                      </a:cubicBezTo>
                      <a:cubicBezTo>
                        <a:pt x="14" y="111"/>
                        <a:pt x="14" y="111"/>
                        <a:pt x="14" y="111"/>
                      </a:cubicBezTo>
                      <a:cubicBezTo>
                        <a:pt x="45" y="92"/>
                        <a:pt x="45" y="92"/>
                        <a:pt x="45" y="92"/>
                      </a:cubicBezTo>
                      <a:cubicBezTo>
                        <a:pt x="77" y="101"/>
                        <a:pt x="77" y="101"/>
                        <a:pt x="77" y="101"/>
                      </a:cubicBezTo>
                      <a:cubicBezTo>
                        <a:pt x="77" y="107"/>
                        <a:pt x="77" y="107"/>
                        <a:pt x="77" y="107"/>
                      </a:cubicBezTo>
                      <a:cubicBezTo>
                        <a:pt x="46" y="111"/>
                        <a:pt x="46" y="111"/>
                        <a:pt x="46" y="111"/>
                      </a:cubicBezTo>
                      <a:cubicBezTo>
                        <a:pt x="45" y="111"/>
                        <a:pt x="44" y="111"/>
                        <a:pt x="44" y="111"/>
                      </a:cubicBezTo>
                      <a:close/>
                      <a:moveTo>
                        <a:pt x="56" y="129"/>
                      </a:moveTo>
                      <a:cubicBezTo>
                        <a:pt x="56" y="113"/>
                        <a:pt x="56" y="113"/>
                        <a:pt x="56" y="113"/>
                      </a:cubicBezTo>
                      <a:cubicBezTo>
                        <a:pt x="79" y="111"/>
                        <a:pt x="79" y="111"/>
                        <a:pt x="79" y="111"/>
                      </a:cubicBezTo>
                      <a:cubicBezTo>
                        <a:pt x="80" y="111"/>
                        <a:pt x="80" y="110"/>
                        <a:pt x="81" y="109"/>
                      </a:cubicBezTo>
                      <a:cubicBezTo>
                        <a:pt x="81" y="99"/>
                        <a:pt x="81" y="99"/>
                        <a:pt x="81" y="99"/>
                      </a:cubicBezTo>
                      <a:cubicBezTo>
                        <a:pt x="81" y="98"/>
                        <a:pt x="80" y="97"/>
                        <a:pt x="79" y="97"/>
                      </a:cubicBezTo>
                      <a:cubicBezTo>
                        <a:pt x="56" y="91"/>
                        <a:pt x="56" y="91"/>
                        <a:pt x="56" y="91"/>
                      </a:cubicBezTo>
                      <a:cubicBezTo>
                        <a:pt x="56" y="15"/>
                        <a:pt x="56" y="15"/>
                        <a:pt x="56" y="15"/>
                      </a:cubicBezTo>
                      <a:cubicBezTo>
                        <a:pt x="130" y="15"/>
                        <a:pt x="130" y="15"/>
                        <a:pt x="130" y="15"/>
                      </a:cubicBezTo>
                      <a:cubicBezTo>
                        <a:pt x="130" y="115"/>
                        <a:pt x="130" y="115"/>
                        <a:pt x="130" y="115"/>
                      </a:cubicBezTo>
                      <a:cubicBezTo>
                        <a:pt x="123" y="113"/>
                        <a:pt x="123" y="113"/>
                        <a:pt x="123" y="113"/>
                      </a:cubicBezTo>
                      <a:cubicBezTo>
                        <a:pt x="112" y="112"/>
                        <a:pt x="112" y="112"/>
                        <a:pt x="112" y="112"/>
                      </a:cubicBezTo>
                      <a:cubicBezTo>
                        <a:pt x="111" y="90"/>
                        <a:pt x="111" y="90"/>
                        <a:pt x="111" y="90"/>
                      </a:cubicBezTo>
                      <a:cubicBezTo>
                        <a:pt x="115" y="87"/>
                        <a:pt x="118" y="83"/>
                        <a:pt x="118" y="77"/>
                      </a:cubicBezTo>
                      <a:cubicBezTo>
                        <a:pt x="118" y="69"/>
                        <a:pt x="111" y="63"/>
                        <a:pt x="103" y="63"/>
                      </a:cubicBezTo>
                      <a:cubicBezTo>
                        <a:pt x="95" y="63"/>
                        <a:pt x="89" y="69"/>
                        <a:pt x="89" y="77"/>
                      </a:cubicBezTo>
                      <a:cubicBezTo>
                        <a:pt x="89" y="83"/>
                        <a:pt x="92" y="87"/>
                        <a:pt x="96" y="90"/>
                      </a:cubicBezTo>
                      <a:cubicBezTo>
                        <a:pt x="96" y="125"/>
                        <a:pt x="96" y="125"/>
                        <a:pt x="96" y="125"/>
                      </a:cubicBezTo>
                      <a:cubicBezTo>
                        <a:pt x="83" y="111"/>
                        <a:pt x="83" y="111"/>
                        <a:pt x="83" y="111"/>
                      </a:cubicBezTo>
                      <a:cubicBezTo>
                        <a:pt x="75" y="122"/>
                        <a:pt x="75" y="122"/>
                        <a:pt x="75" y="122"/>
                      </a:cubicBezTo>
                      <a:cubicBezTo>
                        <a:pt x="79" y="129"/>
                        <a:pt x="79" y="129"/>
                        <a:pt x="79" y="129"/>
                      </a:cubicBezTo>
                      <a:lnTo>
                        <a:pt x="56" y="129"/>
                      </a:lnTo>
                      <a:close/>
                      <a:moveTo>
                        <a:pt x="103" y="69"/>
                      </a:moveTo>
                      <a:cubicBezTo>
                        <a:pt x="99" y="69"/>
                        <a:pt x="95" y="73"/>
                        <a:pt x="95" y="77"/>
                      </a:cubicBezTo>
                      <a:cubicBezTo>
                        <a:pt x="95" y="79"/>
                        <a:pt x="95" y="80"/>
                        <a:pt x="96" y="81"/>
                      </a:cubicBezTo>
                      <a:cubicBezTo>
                        <a:pt x="96" y="86"/>
                        <a:pt x="96" y="86"/>
                        <a:pt x="96" y="86"/>
                      </a:cubicBezTo>
                      <a:cubicBezTo>
                        <a:pt x="93" y="84"/>
                        <a:pt x="92" y="81"/>
                        <a:pt x="92" y="77"/>
                      </a:cubicBezTo>
                      <a:cubicBezTo>
                        <a:pt x="92" y="71"/>
                        <a:pt x="97" y="66"/>
                        <a:pt x="103" y="66"/>
                      </a:cubicBezTo>
                      <a:cubicBezTo>
                        <a:pt x="110" y="66"/>
                        <a:pt x="115" y="71"/>
                        <a:pt x="115" y="77"/>
                      </a:cubicBezTo>
                      <a:cubicBezTo>
                        <a:pt x="115" y="81"/>
                        <a:pt x="113" y="84"/>
                        <a:pt x="110" y="86"/>
                      </a:cubicBezTo>
                      <a:cubicBezTo>
                        <a:pt x="110" y="82"/>
                        <a:pt x="110" y="82"/>
                        <a:pt x="110" y="82"/>
                      </a:cubicBezTo>
                      <a:cubicBezTo>
                        <a:pt x="111" y="81"/>
                        <a:pt x="111" y="79"/>
                        <a:pt x="111" y="77"/>
                      </a:cubicBezTo>
                      <a:cubicBezTo>
                        <a:pt x="111" y="73"/>
                        <a:pt x="108" y="69"/>
                        <a:pt x="103" y="69"/>
                      </a:cubicBezTo>
                      <a:close/>
                      <a:moveTo>
                        <a:pt x="130" y="165"/>
                      </a:moveTo>
                      <a:cubicBezTo>
                        <a:pt x="104" y="165"/>
                        <a:pt x="104" y="165"/>
                        <a:pt x="104" y="165"/>
                      </a:cubicBezTo>
                      <a:cubicBezTo>
                        <a:pt x="90" y="139"/>
                        <a:pt x="90" y="139"/>
                        <a:pt x="90" y="139"/>
                      </a:cubicBezTo>
                      <a:cubicBezTo>
                        <a:pt x="79" y="122"/>
                        <a:pt x="79" y="122"/>
                        <a:pt x="79" y="122"/>
                      </a:cubicBezTo>
                      <a:cubicBezTo>
                        <a:pt x="83" y="117"/>
                        <a:pt x="83" y="117"/>
                        <a:pt x="83" y="117"/>
                      </a:cubicBezTo>
                      <a:cubicBezTo>
                        <a:pt x="93" y="128"/>
                        <a:pt x="93" y="128"/>
                        <a:pt x="93" y="128"/>
                      </a:cubicBezTo>
                      <a:cubicBezTo>
                        <a:pt x="94" y="129"/>
                        <a:pt x="95" y="129"/>
                        <a:pt x="96" y="129"/>
                      </a:cubicBezTo>
                      <a:cubicBezTo>
                        <a:pt x="97" y="129"/>
                        <a:pt x="97" y="129"/>
                        <a:pt x="98" y="129"/>
                      </a:cubicBezTo>
                      <a:cubicBezTo>
                        <a:pt x="99" y="128"/>
                        <a:pt x="100" y="127"/>
                        <a:pt x="100" y="125"/>
                      </a:cubicBezTo>
                      <a:cubicBezTo>
                        <a:pt x="100" y="79"/>
                        <a:pt x="100" y="79"/>
                        <a:pt x="100" y="79"/>
                      </a:cubicBezTo>
                      <a:cubicBezTo>
                        <a:pt x="106" y="79"/>
                        <a:pt x="106" y="79"/>
                        <a:pt x="106" y="79"/>
                      </a:cubicBezTo>
                      <a:cubicBezTo>
                        <a:pt x="108" y="112"/>
                        <a:pt x="108" y="112"/>
                        <a:pt x="108" y="112"/>
                      </a:cubicBezTo>
                      <a:cubicBezTo>
                        <a:pt x="108" y="114"/>
                        <a:pt x="110" y="116"/>
                        <a:pt x="112" y="116"/>
                      </a:cubicBezTo>
                      <a:cubicBezTo>
                        <a:pt x="122" y="117"/>
                        <a:pt x="122" y="117"/>
                        <a:pt x="122" y="117"/>
                      </a:cubicBezTo>
                      <a:cubicBezTo>
                        <a:pt x="132" y="120"/>
                        <a:pt x="132" y="120"/>
                        <a:pt x="132" y="120"/>
                      </a:cubicBezTo>
                      <a:cubicBezTo>
                        <a:pt x="137" y="124"/>
                        <a:pt x="137" y="124"/>
                        <a:pt x="137" y="124"/>
                      </a:cubicBezTo>
                      <a:lnTo>
                        <a:pt x="130" y="165"/>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8" name="Freeform 130"/>
                <p:cNvSpPr>
                  <a:spLocks noEditPoints="1"/>
                </p:cNvSpPr>
                <p:nvPr/>
              </p:nvSpPr>
              <p:spPr bwMode="auto">
                <a:xfrm>
                  <a:off x="2120" y="1335"/>
                  <a:ext cx="195" cy="200"/>
                </a:xfrm>
                <a:custGeom>
                  <a:avLst/>
                  <a:gdLst>
                    <a:gd name="T0" fmla="*/ 81 w 216"/>
                    <a:gd name="T1" fmla="*/ 0 h 221"/>
                    <a:gd name="T2" fmla="*/ 17 w 216"/>
                    <a:gd name="T3" fmla="*/ 57 h 221"/>
                    <a:gd name="T4" fmla="*/ 6 w 216"/>
                    <a:gd name="T5" fmla="*/ 67 h 221"/>
                    <a:gd name="T6" fmla="*/ 0 w 216"/>
                    <a:gd name="T7" fmla="*/ 72 h 221"/>
                    <a:gd name="T8" fmla="*/ 114 w 216"/>
                    <a:gd name="T9" fmla="*/ 200 h 221"/>
                    <a:gd name="T10" fmla="*/ 121 w 216"/>
                    <a:gd name="T11" fmla="*/ 195 h 221"/>
                    <a:gd name="T12" fmla="*/ 132 w 216"/>
                    <a:gd name="T13" fmla="*/ 185 h 221"/>
                    <a:gd name="T14" fmla="*/ 195 w 216"/>
                    <a:gd name="T15" fmla="*/ 128 h 221"/>
                    <a:gd name="T16" fmla="*/ 81 w 216"/>
                    <a:gd name="T17" fmla="*/ 0 h 221"/>
                    <a:gd name="T18" fmla="*/ 60 w 216"/>
                    <a:gd name="T19" fmla="*/ 133 h 221"/>
                    <a:gd name="T20" fmla="*/ 61 w 216"/>
                    <a:gd name="T21" fmla="*/ 124 h 221"/>
                    <a:gd name="T22" fmla="*/ 70 w 216"/>
                    <a:gd name="T23" fmla="*/ 124 h 221"/>
                    <a:gd name="T24" fmla="*/ 70 w 216"/>
                    <a:gd name="T25" fmla="*/ 134 h 221"/>
                    <a:gd name="T26" fmla="*/ 60 w 216"/>
                    <a:gd name="T27" fmla="*/ 133 h 221"/>
                    <a:gd name="T28" fmla="*/ 126 w 216"/>
                    <a:gd name="T29" fmla="*/ 179 h 221"/>
                    <a:gd name="T30" fmla="*/ 23 w 216"/>
                    <a:gd name="T31" fmla="*/ 62 h 221"/>
                    <a:gd name="T32" fmla="*/ 80 w 216"/>
                    <a:gd name="T33" fmla="*/ 10 h 221"/>
                    <a:gd name="T34" fmla="*/ 184 w 216"/>
                    <a:gd name="T35" fmla="*/ 127 h 221"/>
                    <a:gd name="T36" fmla="*/ 126 w 216"/>
                    <a:gd name="T37" fmla="*/ 179 h 2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6"/>
                    <a:gd name="T58" fmla="*/ 0 h 221"/>
                    <a:gd name="T59" fmla="*/ 216 w 216"/>
                    <a:gd name="T60" fmla="*/ 221 h 2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6" h="221">
                      <a:moveTo>
                        <a:pt x="90" y="0"/>
                      </a:moveTo>
                      <a:cubicBezTo>
                        <a:pt x="19" y="63"/>
                        <a:pt x="19" y="63"/>
                        <a:pt x="19" y="63"/>
                      </a:cubicBezTo>
                      <a:cubicBezTo>
                        <a:pt x="7" y="74"/>
                        <a:pt x="7" y="74"/>
                        <a:pt x="7" y="74"/>
                      </a:cubicBezTo>
                      <a:cubicBezTo>
                        <a:pt x="0" y="80"/>
                        <a:pt x="0" y="80"/>
                        <a:pt x="0" y="80"/>
                      </a:cubicBezTo>
                      <a:cubicBezTo>
                        <a:pt x="126" y="221"/>
                        <a:pt x="126" y="221"/>
                        <a:pt x="126" y="221"/>
                      </a:cubicBezTo>
                      <a:cubicBezTo>
                        <a:pt x="134" y="215"/>
                        <a:pt x="134" y="215"/>
                        <a:pt x="134" y="215"/>
                      </a:cubicBezTo>
                      <a:cubicBezTo>
                        <a:pt x="146" y="204"/>
                        <a:pt x="146" y="204"/>
                        <a:pt x="146" y="204"/>
                      </a:cubicBezTo>
                      <a:cubicBezTo>
                        <a:pt x="216" y="141"/>
                        <a:pt x="216" y="141"/>
                        <a:pt x="216" y="141"/>
                      </a:cubicBezTo>
                      <a:lnTo>
                        <a:pt x="90" y="0"/>
                      </a:lnTo>
                      <a:close/>
                      <a:moveTo>
                        <a:pt x="67" y="147"/>
                      </a:moveTo>
                      <a:cubicBezTo>
                        <a:pt x="65" y="144"/>
                        <a:pt x="65" y="139"/>
                        <a:pt x="68" y="137"/>
                      </a:cubicBezTo>
                      <a:cubicBezTo>
                        <a:pt x="71" y="134"/>
                        <a:pt x="76" y="134"/>
                        <a:pt x="78" y="137"/>
                      </a:cubicBezTo>
                      <a:cubicBezTo>
                        <a:pt x="81" y="140"/>
                        <a:pt x="81" y="145"/>
                        <a:pt x="78" y="148"/>
                      </a:cubicBezTo>
                      <a:cubicBezTo>
                        <a:pt x="75" y="150"/>
                        <a:pt x="70" y="150"/>
                        <a:pt x="67" y="147"/>
                      </a:cubicBezTo>
                      <a:close/>
                      <a:moveTo>
                        <a:pt x="140" y="198"/>
                      </a:moveTo>
                      <a:cubicBezTo>
                        <a:pt x="25" y="69"/>
                        <a:pt x="25" y="69"/>
                        <a:pt x="25" y="69"/>
                      </a:cubicBezTo>
                      <a:cubicBezTo>
                        <a:pt x="89" y="11"/>
                        <a:pt x="89" y="11"/>
                        <a:pt x="89" y="11"/>
                      </a:cubicBezTo>
                      <a:cubicBezTo>
                        <a:pt x="204" y="140"/>
                        <a:pt x="204" y="140"/>
                        <a:pt x="204" y="140"/>
                      </a:cubicBezTo>
                      <a:lnTo>
                        <a:pt x="140" y="198"/>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79" name="Freeform 131"/>
                <p:cNvSpPr>
                  <a:spLocks noEditPoints="1"/>
                </p:cNvSpPr>
                <p:nvPr/>
              </p:nvSpPr>
              <p:spPr bwMode="auto">
                <a:xfrm>
                  <a:off x="3652" y="2322"/>
                  <a:ext cx="155" cy="96"/>
                </a:xfrm>
                <a:custGeom>
                  <a:avLst/>
                  <a:gdLst>
                    <a:gd name="T0" fmla="*/ 155 w 171"/>
                    <a:gd name="T1" fmla="*/ 31 h 106"/>
                    <a:gd name="T2" fmla="*/ 134 w 171"/>
                    <a:gd name="T3" fmla="*/ 24 h 106"/>
                    <a:gd name="T4" fmla="*/ 116 w 171"/>
                    <a:gd name="T5" fmla="*/ 3 h 106"/>
                    <a:gd name="T6" fmla="*/ 99 w 171"/>
                    <a:gd name="T7" fmla="*/ 13 h 106"/>
                    <a:gd name="T8" fmla="*/ 70 w 171"/>
                    <a:gd name="T9" fmla="*/ 22 h 106"/>
                    <a:gd name="T10" fmla="*/ 52 w 171"/>
                    <a:gd name="T11" fmla="*/ 2 h 106"/>
                    <a:gd name="T12" fmla="*/ 34 w 171"/>
                    <a:gd name="T13" fmla="*/ 12 h 106"/>
                    <a:gd name="T14" fmla="*/ 7 w 171"/>
                    <a:gd name="T15" fmla="*/ 19 h 106"/>
                    <a:gd name="T16" fmla="*/ 10 w 171"/>
                    <a:gd name="T17" fmla="*/ 55 h 106"/>
                    <a:gd name="T18" fmla="*/ 9 w 171"/>
                    <a:gd name="T19" fmla="*/ 76 h 106"/>
                    <a:gd name="T20" fmla="*/ 34 w 171"/>
                    <a:gd name="T21" fmla="*/ 83 h 106"/>
                    <a:gd name="T22" fmla="*/ 46 w 171"/>
                    <a:gd name="T23" fmla="*/ 95 h 106"/>
                    <a:gd name="T24" fmla="*/ 71 w 171"/>
                    <a:gd name="T25" fmla="*/ 75 h 106"/>
                    <a:gd name="T26" fmla="*/ 85 w 171"/>
                    <a:gd name="T27" fmla="*/ 76 h 106"/>
                    <a:gd name="T28" fmla="*/ 105 w 171"/>
                    <a:gd name="T29" fmla="*/ 95 h 106"/>
                    <a:gd name="T30" fmla="*/ 122 w 171"/>
                    <a:gd name="T31" fmla="*/ 83 h 106"/>
                    <a:gd name="T32" fmla="*/ 143 w 171"/>
                    <a:gd name="T33" fmla="*/ 79 h 106"/>
                    <a:gd name="T34" fmla="*/ 143 w 171"/>
                    <a:gd name="T35" fmla="*/ 25 h 106"/>
                    <a:gd name="T36" fmla="*/ 149 w 171"/>
                    <a:gd name="T37" fmla="*/ 31 h 106"/>
                    <a:gd name="T38" fmla="*/ 143 w 171"/>
                    <a:gd name="T39" fmla="*/ 39 h 106"/>
                    <a:gd name="T40" fmla="*/ 143 w 171"/>
                    <a:gd name="T41" fmla="*/ 25 h 106"/>
                    <a:gd name="T42" fmla="*/ 112 w 171"/>
                    <a:gd name="T43" fmla="*/ 8 h 106"/>
                    <a:gd name="T44" fmla="*/ 108 w 171"/>
                    <a:gd name="T45" fmla="*/ 17 h 106"/>
                    <a:gd name="T46" fmla="*/ 79 w 171"/>
                    <a:gd name="T47" fmla="*/ 24 h 106"/>
                    <a:gd name="T48" fmla="*/ 78 w 171"/>
                    <a:gd name="T49" fmla="*/ 35 h 106"/>
                    <a:gd name="T50" fmla="*/ 78 w 171"/>
                    <a:gd name="T51" fmla="*/ 35 h 106"/>
                    <a:gd name="T52" fmla="*/ 41 w 171"/>
                    <a:gd name="T53" fmla="*/ 9 h 106"/>
                    <a:gd name="T54" fmla="*/ 51 w 171"/>
                    <a:gd name="T55" fmla="*/ 11 h 106"/>
                    <a:gd name="T56" fmla="*/ 41 w 171"/>
                    <a:gd name="T57" fmla="*/ 9 h 106"/>
                    <a:gd name="T58" fmla="*/ 14 w 171"/>
                    <a:gd name="T59" fmla="*/ 24 h 106"/>
                    <a:gd name="T60" fmla="*/ 16 w 171"/>
                    <a:gd name="T61" fmla="*/ 34 h 106"/>
                    <a:gd name="T62" fmla="*/ 9 w 171"/>
                    <a:gd name="T63" fmla="*/ 67 h 106"/>
                    <a:gd name="T64" fmla="*/ 17 w 171"/>
                    <a:gd name="T65" fmla="*/ 62 h 106"/>
                    <a:gd name="T66" fmla="*/ 51 w 171"/>
                    <a:gd name="T67" fmla="*/ 86 h 106"/>
                    <a:gd name="T68" fmla="*/ 42 w 171"/>
                    <a:gd name="T69" fmla="*/ 81 h 106"/>
                    <a:gd name="T70" fmla="*/ 51 w 171"/>
                    <a:gd name="T71" fmla="*/ 86 h 106"/>
                    <a:gd name="T72" fmla="*/ 37 w 171"/>
                    <a:gd name="T73" fmla="*/ 77 h 106"/>
                    <a:gd name="T74" fmla="*/ 16 w 171"/>
                    <a:gd name="T75" fmla="*/ 54 h 106"/>
                    <a:gd name="T76" fmla="*/ 25 w 171"/>
                    <a:gd name="T77" fmla="*/ 33 h 106"/>
                    <a:gd name="T78" fmla="*/ 40 w 171"/>
                    <a:gd name="T79" fmla="*/ 22 h 106"/>
                    <a:gd name="T80" fmla="*/ 67 w 171"/>
                    <a:gd name="T81" fmla="*/ 28 h 106"/>
                    <a:gd name="T82" fmla="*/ 75 w 171"/>
                    <a:gd name="T83" fmla="*/ 55 h 106"/>
                    <a:gd name="T84" fmla="*/ 55 w 171"/>
                    <a:gd name="T85" fmla="*/ 76 h 106"/>
                    <a:gd name="T86" fmla="*/ 79 w 171"/>
                    <a:gd name="T87" fmla="*/ 75 h 106"/>
                    <a:gd name="T88" fmla="*/ 79 w 171"/>
                    <a:gd name="T89" fmla="*/ 61 h 106"/>
                    <a:gd name="T90" fmla="*/ 116 w 171"/>
                    <a:gd name="T91" fmla="*/ 87 h 106"/>
                    <a:gd name="T92" fmla="*/ 106 w 171"/>
                    <a:gd name="T93" fmla="*/ 82 h 106"/>
                    <a:gd name="T94" fmla="*/ 116 w 171"/>
                    <a:gd name="T95" fmla="*/ 87 h 106"/>
                    <a:gd name="T96" fmla="*/ 102 w 171"/>
                    <a:gd name="T97" fmla="*/ 78 h 106"/>
                    <a:gd name="T98" fmla="*/ 83 w 171"/>
                    <a:gd name="T99" fmla="*/ 56 h 106"/>
                    <a:gd name="T100" fmla="*/ 89 w 171"/>
                    <a:gd name="T101" fmla="*/ 25 h 106"/>
                    <a:gd name="T102" fmla="*/ 110 w 171"/>
                    <a:gd name="T103" fmla="*/ 24 h 106"/>
                    <a:gd name="T104" fmla="*/ 131 w 171"/>
                    <a:gd name="T105" fmla="*/ 31 h 106"/>
                    <a:gd name="T106" fmla="*/ 131 w 171"/>
                    <a:gd name="T107" fmla="*/ 67 h 106"/>
                    <a:gd name="T108" fmla="*/ 117 w 171"/>
                    <a:gd name="T109" fmla="*/ 74 h 106"/>
                    <a:gd name="T110" fmla="*/ 143 w 171"/>
                    <a:gd name="T111" fmla="*/ 72 h 106"/>
                    <a:gd name="T112" fmla="*/ 143 w 171"/>
                    <a:gd name="T113" fmla="*/ 62 h 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1"/>
                    <a:gd name="T172" fmla="*/ 0 h 106"/>
                    <a:gd name="T173" fmla="*/ 171 w 171"/>
                    <a:gd name="T174" fmla="*/ 106 h 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1" h="106">
                      <a:moveTo>
                        <a:pt x="164" y="63"/>
                      </a:moveTo>
                      <a:cubicBezTo>
                        <a:pt x="163" y="45"/>
                        <a:pt x="163" y="45"/>
                        <a:pt x="163" y="45"/>
                      </a:cubicBezTo>
                      <a:cubicBezTo>
                        <a:pt x="168" y="43"/>
                        <a:pt x="171" y="39"/>
                        <a:pt x="171" y="34"/>
                      </a:cubicBezTo>
                      <a:cubicBezTo>
                        <a:pt x="171" y="31"/>
                        <a:pt x="169" y="27"/>
                        <a:pt x="167" y="25"/>
                      </a:cubicBezTo>
                      <a:cubicBezTo>
                        <a:pt x="165" y="22"/>
                        <a:pt x="161" y="21"/>
                        <a:pt x="158" y="21"/>
                      </a:cubicBezTo>
                      <a:cubicBezTo>
                        <a:pt x="154" y="21"/>
                        <a:pt x="150" y="23"/>
                        <a:pt x="148" y="26"/>
                      </a:cubicBezTo>
                      <a:cubicBezTo>
                        <a:pt x="134" y="17"/>
                        <a:pt x="134" y="17"/>
                        <a:pt x="134" y="17"/>
                      </a:cubicBezTo>
                      <a:cubicBezTo>
                        <a:pt x="134" y="15"/>
                        <a:pt x="135" y="13"/>
                        <a:pt x="134" y="11"/>
                      </a:cubicBezTo>
                      <a:cubicBezTo>
                        <a:pt x="133" y="8"/>
                        <a:pt x="131" y="5"/>
                        <a:pt x="128" y="3"/>
                      </a:cubicBezTo>
                      <a:cubicBezTo>
                        <a:pt x="126" y="2"/>
                        <a:pt x="124" y="1"/>
                        <a:pt x="122" y="1"/>
                      </a:cubicBezTo>
                      <a:cubicBezTo>
                        <a:pt x="117" y="1"/>
                        <a:pt x="113" y="4"/>
                        <a:pt x="110" y="8"/>
                      </a:cubicBezTo>
                      <a:cubicBezTo>
                        <a:pt x="109" y="10"/>
                        <a:pt x="109" y="12"/>
                        <a:pt x="109" y="14"/>
                      </a:cubicBezTo>
                      <a:cubicBezTo>
                        <a:pt x="94" y="22"/>
                        <a:pt x="94" y="22"/>
                        <a:pt x="94" y="22"/>
                      </a:cubicBezTo>
                      <a:cubicBezTo>
                        <a:pt x="92" y="21"/>
                        <a:pt x="89" y="20"/>
                        <a:pt x="86" y="20"/>
                      </a:cubicBezTo>
                      <a:cubicBezTo>
                        <a:pt x="83" y="20"/>
                        <a:pt x="79" y="22"/>
                        <a:pt x="77" y="24"/>
                      </a:cubicBezTo>
                      <a:cubicBezTo>
                        <a:pt x="63" y="16"/>
                        <a:pt x="63" y="16"/>
                        <a:pt x="63" y="16"/>
                      </a:cubicBezTo>
                      <a:cubicBezTo>
                        <a:pt x="63" y="14"/>
                        <a:pt x="63" y="12"/>
                        <a:pt x="63" y="10"/>
                      </a:cubicBezTo>
                      <a:cubicBezTo>
                        <a:pt x="62" y="7"/>
                        <a:pt x="60" y="4"/>
                        <a:pt x="57" y="2"/>
                      </a:cubicBezTo>
                      <a:cubicBezTo>
                        <a:pt x="55" y="1"/>
                        <a:pt x="52" y="0"/>
                        <a:pt x="50" y="0"/>
                      </a:cubicBezTo>
                      <a:cubicBezTo>
                        <a:pt x="46" y="0"/>
                        <a:pt x="41" y="3"/>
                        <a:pt x="39" y="7"/>
                      </a:cubicBezTo>
                      <a:cubicBezTo>
                        <a:pt x="38" y="9"/>
                        <a:pt x="37" y="11"/>
                        <a:pt x="37" y="13"/>
                      </a:cubicBezTo>
                      <a:cubicBezTo>
                        <a:pt x="22" y="22"/>
                        <a:pt x="22" y="22"/>
                        <a:pt x="22" y="22"/>
                      </a:cubicBezTo>
                      <a:cubicBezTo>
                        <a:pt x="20" y="20"/>
                        <a:pt x="18" y="19"/>
                        <a:pt x="15" y="19"/>
                      </a:cubicBezTo>
                      <a:cubicBezTo>
                        <a:pt x="13" y="19"/>
                        <a:pt x="10" y="20"/>
                        <a:pt x="8" y="21"/>
                      </a:cubicBezTo>
                      <a:cubicBezTo>
                        <a:pt x="2" y="25"/>
                        <a:pt x="0" y="33"/>
                        <a:pt x="4" y="39"/>
                      </a:cubicBezTo>
                      <a:cubicBezTo>
                        <a:pt x="6" y="42"/>
                        <a:pt x="8" y="44"/>
                        <a:pt x="11" y="45"/>
                      </a:cubicBezTo>
                      <a:cubicBezTo>
                        <a:pt x="11" y="61"/>
                        <a:pt x="11" y="61"/>
                        <a:pt x="11" y="61"/>
                      </a:cubicBezTo>
                      <a:cubicBezTo>
                        <a:pt x="9" y="62"/>
                        <a:pt x="6" y="64"/>
                        <a:pt x="5" y="66"/>
                      </a:cubicBezTo>
                      <a:cubicBezTo>
                        <a:pt x="3" y="69"/>
                        <a:pt x="3" y="73"/>
                        <a:pt x="4" y="76"/>
                      </a:cubicBezTo>
                      <a:cubicBezTo>
                        <a:pt x="4" y="80"/>
                        <a:pt x="7" y="82"/>
                        <a:pt x="10" y="84"/>
                      </a:cubicBezTo>
                      <a:cubicBezTo>
                        <a:pt x="11" y="85"/>
                        <a:pt x="14" y="86"/>
                        <a:pt x="16" y="86"/>
                      </a:cubicBezTo>
                      <a:cubicBezTo>
                        <a:pt x="19" y="86"/>
                        <a:pt x="21" y="85"/>
                        <a:pt x="24" y="83"/>
                      </a:cubicBezTo>
                      <a:cubicBezTo>
                        <a:pt x="38" y="92"/>
                        <a:pt x="38" y="92"/>
                        <a:pt x="38" y="92"/>
                      </a:cubicBezTo>
                      <a:cubicBezTo>
                        <a:pt x="38" y="93"/>
                        <a:pt x="38" y="94"/>
                        <a:pt x="39" y="96"/>
                      </a:cubicBezTo>
                      <a:cubicBezTo>
                        <a:pt x="40" y="99"/>
                        <a:pt x="42" y="102"/>
                        <a:pt x="45" y="104"/>
                      </a:cubicBezTo>
                      <a:cubicBezTo>
                        <a:pt x="47" y="105"/>
                        <a:pt x="49" y="105"/>
                        <a:pt x="51" y="105"/>
                      </a:cubicBezTo>
                      <a:cubicBezTo>
                        <a:pt x="56" y="105"/>
                        <a:pt x="60" y="103"/>
                        <a:pt x="62" y="99"/>
                      </a:cubicBezTo>
                      <a:cubicBezTo>
                        <a:pt x="64" y="96"/>
                        <a:pt x="64" y="93"/>
                        <a:pt x="64" y="91"/>
                      </a:cubicBezTo>
                      <a:cubicBezTo>
                        <a:pt x="78" y="83"/>
                        <a:pt x="78" y="83"/>
                        <a:pt x="78" y="83"/>
                      </a:cubicBezTo>
                      <a:cubicBezTo>
                        <a:pt x="80" y="85"/>
                        <a:pt x="83" y="86"/>
                        <a:pt x="86" y="86"/>
                      </a:cubicBezTo>
                      <a:cubicBezTo>
                        <a:pt x="87" y="86"/>
                        <a:pt x="87" y="86"/>
                        <a:pt x="87" y="86"/>
                      </a:cubicBezTo>
                      <a:cubicBezTo>
                        <a:pt x="89" y="86"/>
                        <a:pt x="92" y="85"/>
                        <a:pt x="94" y="84"/>
                      </a:cubicBezTo>
                      <a:cubicBezTo>
                        <a:pt x="110" y="93"/>
                        <a:pt x="110" y="93"/>
                        <a:pt x="110" y="93"/>
                      </a:cubicBezTo>
                      <a:cubicBezTo>
                        <a:pt x="110" y="94"/>
                        <a:pt x="110" y="95"/>
                        <a:pt x="110" y="97"/>
                      </a:cubicBezTo>
                      <a:cubicBezTo>
                        <a:pt x="111" y="100"/>
                        <a:pt x="113" y="103"/>
                        <a:pt x="116" y="105"/>
                      </a:cubicBezTo>
                      <a:cubicBezTo>
                        <a:pt x="118" y="106"/>
                        <a:pt x="120" y="106"/>
                        <a:pt x="122" y="106"/>
                      </a:cubicBezTo>
                      <a:cubicBezTo>
                        <a:pt x="127" y="106"/>
                        <a:pt x="131" y="104"/>
                        <a:pt x="134" y="100"/>
                      </a:cubicBezTo>
                      <a:cubicBezTo>
                        <a:pt x="135" y="97"/>
                        <a:pt x="136" y="94"/>
                        <a:pt x="135" y="92"/>
                      </a:cubicBezTo>
                      <a:cubicBezTo>
                        <a:pt x="149" y="84"/>
                        <a:pt x="149" y="84"/>
                        <a:pt x="149" y="84"/>
                      </a:cubicBezTo>
                      <a:cubicBezTo>
                        <a:pt x="152" y="86"/>
                        <a:pt x="155" y="87"/>
                        <a:pt x="158" y="87"/>
                      </a:cubicBezTo>
                      <a:cubicBezTo>
                        <a:pt x="158" y="87"/>
                        <a:pt x="158" y="87"/>
                        <a:pt x="158" y="87"/>
                      </a:cubicBezTo>
                      <a:cubicBezTo>
                        <a:pt x="165" y="87"/>
                        <a:pt x="171" y="81"/>
                        <a:pt x="171" y="74"/>
                      </a:cubicBezTo>
                      <a:cubicBezTo>
                        <a:pt x="171" y="69"/>
                        <a:pt x="168" y="65"/>
                        <a:pt x="164" y="63"/>
                      </a:cubicBezTo>
                      <a:close/>
                      <a:moveTo>
                        <a:pt x="158" y="28"/>
                      </a:moveTo>
                      <a:cubicBezTo>
                        <a:pt x="158" y="28"/>
                        <a:pt x="158" y="28"/>
                        <a:pt x="158" y="28"/>
                      </a:cubicBezTo>
                      <a:cubicBezTo>
                        <a:pt x="159" y="28"/>
                        <a:pt x="161" y="29"/>
                        <a:pt x="162" y="30"/>
                      </a:cubicBezTo>
                      <a:cubicBezTo>
                        <a:pt x="163" y="31"/>
                        <a:pt x="164" y="32"/>
                        <a:pt x="164" y="34"/>
                      </a:cubicBezTo>
                      <a:cubicBezTo>
                        <a:pt x="164" y="37"/>
                        <a:pt x="161" y="40"/>
                        <a:pt x="158" y="40"/>
                      </a:cubicBezTo>
                      <a:cubicBezTo>
                        <a:pt x="158" y="43"/>
                        <a:pt x="158" y="43"/>
                        <a:pt x="158" y="43"/>
                      </a:cubicBezTo>
                      <a:cubicBezTo>
                        <a:pt x="158" y="43"/>
                        <a:pt x="158" y="43"/>
                        <a:pt x="158" y="43"/>
                      </a:cubicBezTo>
                      <a:cubicBezTo>
                        <a:pt x="158" y="40"/>
                        <a:pt x="158" y="40"/>
                        <a:pt x="158" y="40"/>
                      </a:cubicBezTo>
                      <a:cubicBezTo>
                        <a:pt x="154" y="40"/>
                        <a:pt x="152" y="37"/>
                        <a:pt x="152" y="34"/>
                      </a:cubicBezTo>
                      <a:cubicBezTo>
                        <a:pt x="152" y="31"/>
                        <a:pt x="155" y="28"/>
                        <a:pt x="158" y="28"/>
                      </a:cubicBezTo>
                      <a:close/>
                      <a:moveTo>
                        <a:pt x="116" y="11"/>
                      </a:moveTo>
                      <a:cubicBezTo>
                        <a:pt x="117" y="9"/>
                        <a:pt x="119" y="8"/>
                        <a:pt x="122" y="8"/>
                      </a:cubicBezTo>
                      <a:cubicBezTo>
                        <a:pt x="123" y="8"/>
                        <a:pt x="124" y="9"/>
                        <a:pt x="124" y="9"/>
                      </a:cubicBezTo>
                      <a:cubicBezTo>
                        <a:pt x="126" y="10"/>
                        <a:pt x="127" y="11"/>
                        <a:pt x="127" y="13"/>
                      </a:cubicBezTo>
                      <a:cubicBezTo>
                        <a:pt x="128" y="14"/>
                        <a:pt x="127" y="16"/>
                        <a:pt x="127" y="17"/>
                      </a:cubicBezTo>
                      <a:cubicBezTo>
                        <a:pt x="125" y="20"/>
                        <a:pt x="121" y="21"/>
                        <a:pt x="119" y="19"/>
                      </a:cubicBezTo>
                      <a:cubicBezTo>
                        <a:pt x="116" y="18"/>
                        <a:pt x="115" y="14"/>
                        <a:pt x="116" y="11"/>
                      </a:cubicBezTo>
                      <a:close/>
                      <a:moveTo>
                        <a:pt x="87" y="27"/>
                      </a:moveTo>
                      <a:cubicBezTo>
                        <a:pt x="87" y="27"/>
                        <a:pt x="87" y="27"/>
                        <a:pt x="87" y="27"/>
                      </a:cubicBezTo>
                      <a:cubicBezTo>
                        <a:pt x="88" y="27"/>
                        <a:pt x="90" y="28"/>
                        <a:pt x="91" y="29"/>
                      </a:cubicBezTo>
                      <a:cubicBezTo>
                        <a:pt x="92" y="30"/>
                        <a:pt x="92" y="31"/>
                        <a:pt x="92" y="33"/>
                      </a:cubicBezTo>
                      <a:cubicBezTo>
                        <a:pt x="92" y="36"/>
                        <a:pt x="90" y="39"/>
                        <a:pt x="86" y="39"/>
                      </a:cubicBezTo>
                      <a:cubicBezTo>
                        <a:pt x="86" y="42"/>
                        <a:pt x="86" y="42"/>
                        <a:pt x="86" y="42"/>
                      </a:cubicBezTo>
                      <a:cubicBezTo>
                        <a:pt x="86" y="42"/>
                        <a:pt x="86" y="42"/>
                        <a:pt x="86" y="42"/>
                      </a:cubicBezTo>
                      <a:cubicBezTo>
                        <a:pt x="86" y="39"/>
                        <a:pt x="86" y="39"/>
                        <a:pt x="86" y="39"/>
                      </a:cubicBezTo>
                      <a:cubicBezTo>
                        <a:pt x="83" y="39"/>
                        <a:pt x="80" y="36"/>
                        <a:pt x="81" y="33"/>
                      </a:cubicBezTo>
                      <a:cubicBezTo>
                        <a:pt x="81" y="30"/>
                        <a:pt x="83" y="27"/>
                        <a:pt x="87" y="27"/>
                      </a:cubicBezTo>
                      <a:close/>
                      <a:moveTo>
                        <a:pt x="45" y="10"/>
                      </a:moveTo>
                      <a:cubicBezTo>
                        <a:pt x="46" y="8"/>
                        <a:pt x="48" y="7"/>
                        <a:pt x="50" y="7"/>
                      </a:cubicBezTo>
                      <a:cubicBezTo>
                        <a:pt x="51" y="7"/>
                        <a:pt x="52" y="8"/>
                        <a:pt x="53" y="8"/>
                      </a:cubicBezTo>
                      <a:cubicBezTo>
                        <a:pt x="55" y="9"/>
                        <a:pt x="56" y="10"/>
                        <a:pt x="56" y="12"/>
                      </a:cubicBezTo>
                      <a:cubicBezTo>
                        <a:pt x="56" y="13"/>
                        <a:pt x="56" y="15"/>
                        <a:pt x="55" y="16"/>
                      </a:cubicBezTo>
                      <a:cubicBezTo>
                        <a:pt x="54" y="19"/>
                        <a:pt x="50" y="20"/>
                        <a:pt x="47" y="18"/>
                      </a:cubicBezTo>
                      <a:cubicBezTo>
                        <a:pt x="44" y="17"/>
                        <a:pt x="43" y="13"/>
                        <a:pt x="45" y="10"/>
                      </a:cubicBezTo>
                      <a:close/>
                      <a:moveTo>
                        <a:pt x="10" y="35"/>
                      </a:moveTo>
                      <a:cubicBezTo>
                        <a:pt x="8" y="33"/>
                        <a:pt x="9" y="29"/>
                        <a:pt x="12" y="27"/>
                      </a:cubicBezTo>
                      <a:cubicBezTo>
                        <a:pt x="13" y="27"/>
                        <a:pt x="14" y="26"/>
                        <a:pt x="15" y="26"/>
                      </a:cubicBezTo>
                      <a:cubicBezTo>
                        <a:pt x="17" y="26"/>
                        <a:pt x="19" y="28"/>
                        <a:pt x="20" y="29"/>
                      </a:cubicBezTo>
                      <a:cubicBezTo>
                        <a:pt x="21" y="31"/>
                        <a:pt x="21" y="32"/>
                        <a:pt x="21" y="34"/>
                      </a:cubicBezTo>
                      <a:cubicBezTo>
                        <a:pt x="20" y="35"/>
                        <a:pt x="19" y="37"/>
                        <a:pt x="18" y="37"/>
                      </a:cubicBezTo>
                      <a:cubicBezTo>
                        <a:pt x="15" y="39"/>
                        <a:pt x="12" y="38"/>
                        <a:pt x="10" y="35"/>
                      </a:cubicBezTo>
                      <a:close/>
                      <a:moveTo>
                        <a:pt x="13" y="78"/>
                      </a:moveTo>
                      <a:cubicBezTo>
                        <a:pt x="12" y="77"/>
                        <a:pt x="11" y="76"/>
                        <a:pt x="10" y="74"/>
                      </a:cubicBezTo>
                      <a:cubicBezTo>
                        <a:pt x="10" y="73"/>
                        <a:pt x="10" y="71"/>
                        <a:pt x="11" y="70"/>
                      </a:cubicBezTo>
                      <a:cubicBezTo>
                        <a:pt x="12" y="68"/>
                        <a:pt x="14" y="67"/>
                        <a:pt x="16" y="67"/>
                      </a:cubicBezTo>
                      <a:cubicBezTo>
                        <a:pt x="17" y="67"/>
                        <a:pt x="18" y="67"/>
                        <a:pt x="19" y="68"/>
                      </a:cubicBezTo>
                      <a:cubicBezTo>
                        <a:pt x="22" y="69"/>
                        <a:pt x="23" y="73"/>
                        <a:pt x="21" y="76"/>
                      </a:cubicBezTo>
                      <a:cubicBezTo>
                        <a:pt x="20" y="79"/>
                        <a:pt x="16" y="80"/>
                        <a:pt x="13" y="78"/>
                      </a:cubicBezTo>
                      <a:close/>
                      <a:moveTo>
                        <a:pt x="56" y="95"/>
                      </a:moveTo>
                      <a:cubicBezTo>
                        <a:pt x="55" y="98"/>
                        <a:pt x="51" y="99"/>
                        <a:pt x="48" y="97"/>
                      </a:cubicBezTo>
                      <a:cubicBezTo>
                        <a:pt x="47" y="97"/>
                        <a:pt x="46" y="95"/>
                        <a:pt x="45" y="94"/>
                      </a:cubicBezTo>
                      <a:cubicBezTo>
                        <a:pt x="45" y="92"/>
                        <a:pt x="45" y="91"/>
                        <a:pt x="46" y="89"/>
                      </a:cubicBezTo>
                      <a:cubicBezTo>
                        <a:pt x="47" y="88"/>
                        <a:pt x="49" y="86"/>
                        <a:pt x="51" y="86"/>
                      </a:cubicBezTo>
                      <a:cubicBezTo>
                        <a:pt x="52" y="86"/>
                        <a:pt x="53" y="87"/>
                        <a:pt x="54" y="87"/>
                      </a:cubicBezTo>
                      <a:cubicBezTo>
                        <a:pt x="57" y="89"/>
                        <a:pt x="58" y="92"/>
                        <a:pt x="56" y="95"/>
                      </a:cubicBezTo>
                      <a:close/>
                      <a:moveTo>
                        <a:pt x="58" y="81"/>
                      </a:moveTo>
                      <a:cubicBezTo>
                        <a:pt x="56" y="80"/>
                        <a:pt x="53" y="79"/>
                        <a:pt x="51" y="79"/>
                      </a:cubicBezTo>
                      <a:cubicBezTo>
                        <a:pt x="47" y="79"/>
                        <a:pt x="43" y="82"/>
                        <a:pt x="41" y="85"/>
                      </a:cubicBezTo>
                      <a:cubicBezTo>
                        <a:pt x="28" y="78"/>
                        <a:pt x="28" y="78"/>
                        <a:pt x="28" y="78"/>
                      </a:cubicBezTo>
                      <a:cubicBezTo>
                        <a:pt x="30" y="72"/>
                        <a:pt x="28" y="65"/>
                        <a:pt x="22" y="62"/>
                      </a:cubicBezTo>
                      <a:cubicBezTo>
                        <a:pt x="21" y="61"/>
                        <a:pt x="20" y="60"/>
                        <a:pt x="18" y="60"/>
                      </a:cubicBezTo>
                      <a:cubicBezTo>
                        <a:pt x="18" y="45"/>
                        <a:pt x="18" y="45"/>
                        <a:pt x="18" y="45"/>
                      </a:cubicBezTo>
                      <a:cubicBezTo>
                        <a:pt x="19" y="45"/>
                        <a:pt x="21" y="44"/>
                        <a:pt x="22" y="43"/>
                      </a:cubicBezTo>
                      <a:cubicBezTo>
                        <a:pt x="25" y="42"/>
                        <a:pt x="27" y="39"/>
                        <a:pt x="28" y="36"/>
                      </a:cubicBezTo>
                      <a:cubicBezTo>
                        <a:pt x="28" y="33"/>
                        <a:pt x="28" y="30"/>
                        <a:pt x="27" y="27"/>
                      </a:cubicBezTo>
                      <a:cubicBezTo>
                        <a:pt x="39" y="20"/>
                        <a:pt x="39" y="20"/>
                        <a:pt x="39" y="20"/>
                      </a:cubicBezTo>
                      <a:cubicBezTo>
                        <a:pt x="40" y="22"/>
                        <a:pt x="42" y="23"/>
                        <a:pt x="44" y="24"/>
                      </a:cubicBezTo>
                      <a:cubicBezTo>
                        <a:pt x="46" y="26"/>
                        <a:pt x="48" y="26"/>
                        <a:pt x="50" y="26"/>
                      </a:cubicBezTo>
                      <a:cubicBezTo>
                        <a:pt x="54" y="26"/>
                        <a:pt x="57" y="25"/>
                        <a:pt x="59" y="22"/>
                      </a:cubicBezTo>
                      <a:cubicBezTo>
                        <a:pt x="74" y="31"/>
                        <a:pt x="74" y="31"/>
                        <a:pt x="74" y="31"/>
                      </a:cubicBezTo>
                      <a:cubicBezTo>
                        <a:pt x="74" y="31"/>
                        <a:pt x="74" y="32"/>
                        <a:pt x="74" y="33"/>
                      </a:cubicBezTo>
                      <a:cubicBezTo>
                        <a:pt x="73" y="38"/>
                        <a:pt x="77" y="43"/>
                        <a:pt x="82" y="45"/>
                      </a:cubicBezTo>
                      <a:cubicBezTo>
                        <a:pt x="83" y="61"/>
                        <a:pt x="83" y="61"/>
                        <a:pt x="83" y="61"/>
                      </a:cubicBezTo>
                      <a:cubicBezTo>
                        <a:pt x="78" y="63"/>
                        <a:pt x="74" y="67"/>
                        <a:pt x="74" y="73"/>
                      </a:cubicBezTo>
                      <a:cubicBezTo>
                        <a:pt x="74" y="74"/>
                        <a:pt x="74" y="76"/>
                        <a:pt x="74" y="77"/>
                      </a:cubicBezTo>
                      <a:cubicBezTo>
                        <a:pt x="61" y="84"/>
                        <a:pt x="61" y="84"/>
                        <a:pt x="61" y="84"/>
                      </a:cubicBezTo>
                      <a:cubicBezTo>
                        <a:pt x="60" y="83"/>
                        <a:pt x="59" y="82"/>
                        <a:pt x="58" y="81"/>
                      </a:cubicBezTo>
                      <a:close/>
                      <a:moveTo>
                        <a:pt x="87" y="79"/>
                      </a:moveTo>
                      <a:cubicBezTo>
                        <a:pt x="87" y="83"/>
                        <a:pt x="87" y="83"/>
                        <a:pt x="87" y="83"/>
                      </a:cubicBezTo>
                      <a:cubicBezTo>
                        <a:pt x="86" y="79"/>
                        <a:pt x="86" y="79"/>
                        <a:pt x="86" y="79"/>
                      </a:cubicBezTo>
                      <a:cubicBezTo>
                        <a:pt x="83" y="79"/>
                        <a:pt x="81" y="76"/>
                        <a:pt x="81" y="73"/>
                      </a:cubicBezTo>
                      <a:cubicBezTo>
                        <a:pt x="81" y="70"/>
                        <a:pt x="83" y="67"/>
                        <a:pt x="87" y="67"/>
                      </a:cubicBezTo>
                      <a:cubicBezTo>
                        <a:pt x="90" y="67"/>
                        <a:pt x="93" y="70"/>
                        <a:pt x="93" y="73"/>
                      </a:cubicBezTo>
                      <a:cubicBezTo>
                        <a:pt x="92" y="76"/>
                        <a:pt x="90" y="79"/>
                        <a:pt x="87" y="79"/>
                      </a:cubicBezTo>
                      <a:close/>
                      <a:moveTo>
                        <a:pt x="128" y="96"/>
                      </a:moveTo>
                      <a:cubicBezTo>
                        <a:pt x="126" y="99"/>
                        <a:pt x="122" y="100"/>
                        <a:pt x="120" y="98"/>
                      </a:cubicBezTo>
                      <a:cubicBezTo>
                        <a:pt x="118" y="98"/>
                        <a:pt x="117" y="96"/>
                        <a:pt x="117" y="95"/>
                      </a:cubicBezTo>
                      <a:cubicBezTo>
                        <a:pt x="116" y="93"/>
                        <a:pt x="117" y="92"/>
                        <a:pt x="117" y="90"/>
                      </a:cubicBezTo>
                      <a:cubicBezTo>
                        <a:pt x="118" y="89"/>
                        <a:pt x="120" y="87"/>
                        <a:pt x="123" y="87"/>
                      </a:cubicBezTo>
                      <a:cubicBezTo>
                        <a:pt x="124" y="87"/>
                        <a:pt x="125" y="88"/>
                        <a:pt x="125" y="88"/>
                      </a:cubicBezTo>
                      <a:cubicBezTo>
                        <a:pt x="128" y="90"/>
                        <a:pt x="129" y="93"/>
                        <a:pt x="128" y="96"/>
                      </a:cubicBezTo>
                      <a:close/>
                      <a:moveTo>
                        <a:pt x="129" y="82"/>
                      </a:moveTo>
                      <a:cubicBezTo>
                        <a:pt x="127" y="81"/>
                        <a:pt x="125" y="80"/>
                        <a:pt x="123" y="80"/>
                      </a:cubicBezTo>
                      <a:cubicBezTo>
                        <a:pt x="118" y="80"/>
                        <a:pt x="114" y="83"/>
                        <a:pt x="112" y="86"/>
                      </a:cubicBezTo>
                      <a:cubicBezTo>
                        <a:pt x="98" y="78"/>
                        <a:pt x="98" y="78"/>
                        <a:pt x="98" y="78"/>
                      </a:cubicBezTo>
                      <a:cubicBezTo>
                        <a:pt x="99" y="77"/>
                        <a:pt x="99" y="75"/>
                        <a:pt x="99" y="73"/>
                      </a:cubicBezTo>
                      <a:cubicBezTo>
                        <a:pt x="100" y="68"/>
                        <a:pt x="97" y="64"/>
                        <a:pt x="92" y="62"/>
                      </a:cubicBezTo>
                      <a:cubicBezTo>
                        <a:pt x="92" y="44"/>
                        <a:pt x="92" y="44"/>
                        <a:pt x="92" y="44"/>
                      </a:cubicBezTo>
                      <a:cubicBezTo>
                        <a:pt x="96" y="42"/>
                        <a:pt x="99" y="38"/>
                        <a:pt x="99" y="33"/>
                      </a:cubicBezTo>
                      <a:cubicBezTo>
                        <a:pt x="99" y="31"/>
                        <a:pt x="99" y="30"/>
                        <a:pt x="98" y="28"/>
                      </a:cubicBezTo>
                      <a:cubicBezTo>
                        <a:pt x="111" y="21"/>
                        <a:pt x="111" y="21"/>
                        <a:pt x="111" y="21"/>
                      </a:cubicBezTo>
                      <a:cubicBezTo>
                        <a:pt x="112" y="23"/>
                        <a:pt x="113" y="24"/>
                        <a:pt x="115" y="25"/>
                      </a:cubicBezTo>
                      <a:cubicBezTo>
                        <a:pt x="117" y="27"/>
                        <a:pt x="119" y="27"/>
                        <a:pt x="121" y="27"/>
                      </a:cubicBezTo>
                      <a:cubicBezTo>
                        <a:pt x="125" y="27"/>
                        <a:pt x="128" y="26"/>
                        <a:pt x="131" y="23"/>
                      </a:cubicBezTo>
                      <a:cubicBezTo>
                        <a:pt x="145" y="32"/>
                        <a:pt x="145" y="32"/>
                        <a:pt x="145" y="32"/>
                      </a:cubicBezTo>
                      <a:cubicBezTo>
                        <a:pt x="145" y="32"/>
                        <a:pt x="145" y="33"/>
                        <a:pt x="145" y="34"/>
                      </a:cubicBezTo>
                      <a:cubicBezTo>
                        <a:pt x="145" y="40"/>
                        <a:pt x="150" y="46"/>
                        <a:pt x="156" y="47"/>
                      </a:cubicBezTo>
                      <a:cubicBezTo>
                        <a:pt x="157" y="61"/>
                        <a:pt x="157" y="61"/>
                        <a:pt x="157" y="61"/>
                      </a:cubicBezTo>
                      <a:cubicBezTo>
                        <a:pt x="150" y="62"/>
                        <a:pt x="145" y="67"/>
                        <a:pt x="145" y="74"/>
                      </a:cubicBezTo>
                      <a:cubicBezTo>
                        <a:pt x="145" y="75"/>
                        <a:pt x="145" y="77"/>
                        <a:pt x="146" y="78"/>
                      </a:cubicBezTo>
                      <a:cubicBezTo>
                        <a:pt x="132" y="85"/>
                        <a:pt x="132" y="85"/>
                        <a:pt x="132" y="85"/>
                      </a:cubicBezTo>
                      <a:cubicBezTo>
                        <a:pt x="132" y="84"/>
                        <a:pt x="130" y="83"/>
                        <a:pt x="129" y="82"/>
                      </a:cubicBezTo>
                      <a:close/>
                      <a:moveTo>
                        <a:pt x="158" y="80"/>
                      </a:moveTo>
                      <a:cubicBezTo>
                        <a:pt x="158" y="84"/>
                        <a:pt x="158" y="84"/>
                        <a:pt x="158" y="84"/>
                      </a:cubicBezTo>
                      <a:cubicBezTo>
                        <a:pt x="158" y="80"/>
                        <a:pt x="158" y="80"/>
                        <a:pt x="158" y="80"/>
                      </a:cubicBezTo>
                      <a:cubicBezTo>
                        <a:pt x="156" y="80"/>
                        <a:pt x="155" y="79"/>
                        <a:pt x="154" y="78"/>
                      </a:cubicBezTo>
                      <a:cubicBezTo>
                        <a:pt x="153" y="77"/>
                        <a:pt x="152" y="76"/>
                        <a:pt x="152" y="74"/>
                      </a:cubicBezTo>
                      <a:cubicBezTo>
                        <a:pt x="152" y="71"/>
                        <a:pt x="155" y="68"/>
                        <a:pt x="158" y="68"/>
                      </a:cubicBezTo>
                      <a:cubicBezTo>
                        <a:pt x="161" y="68"/>
                        <a:pt x="164" y="71"/>
                        <a:pt x="164" y="74"/>
                      </a:cubicBezTo>
                      <a:cubicBezTo>
                        <a:pt x="164" y="77"/>
                        <a:pt x="161" y="80"/>
                        <a:pt x="158" y="8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0" name="Freeform 132"/>
                <p:cNvSpPr>
                  <a:spLocks noEditPoints="1"/>
                </p:cNvSpPr>
                <p:nvPr/>
              </p:nvSpPr>
              <p:spPr bwMode="auto">
                <a:xfrm>
                  <a:off x="1857" y="894"/>
                  <a:ext cx="200" cy="42"/>
                </a:xfrm>
                <a:custGeom>
                  <a:avLst/>
                  <a:gdLst>
                    <a:gd name="T0" fmla="*/ 0 w 200"/>
                    <a:gd name="T1" fmla="*/ 0 h 42"/>
                    <a:gd name="T2" fmla="*/ 0 w 200"/>
                    <a:gd name="T3" fmla="*/ 42 h 42"/>
                    <a:gd name="T4" fmla="*/ 200 w 200"/>
                    <a:gd name="T5" fmla="*/ 42 h 42"/>
                    <a:gd name="T6" fmla="*/ 200 w 200"/>
                    <a:gd name="T7" fmla="*/ 0 h 42"/>
                    <a:gd name="T8" fmla="*/ 0 w 200"/>
                    <a:gd name="T9" fmla="*/ 0 h 42"/>
                    <a:gd name="T10" fmla="*/ 192 w 200"/>
                    <a:gd name="T11" fmla="*/ 34 h 42"/>
                    <a:gd name="T12" fmla="*/ 8 w 200"/>
                    <a:gd name="T13" fmla="*/ 34 h 42"/>
                    <a:gd name="T14" fmla="*/ 8 w 200"/>
                    <a:gd name="T15" fmla="*/ 8 h 42"/>
                    <a:gd name="T16" fmla="*/ 192 w 200"/>
                    <a:gd name="T17" fmla="*/ 8 h 42"/>
                    <a:gd name="T18" fmla="*/ 192 w 200"/>
                    <a:gd name="T19" fmla="*/ 34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0"/>
                    <a:gd name="T31" fmla="*/ 0 h 42"/>
                    <a:gd name="T32" fmla="*/ 200 w 200"/>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0" h="42">
                      <a:moveTo>
                        <a:pt x="0" y="0"/>
                      </a:moveTo>
                      <a:lnTo>
                        <a:pt x="0" y="42"/>
                      </a:lnTo>
                      <a:lnTo>
                        <a:pt x="200" y="42"/>
                      </a:lnTo>
                      <a:lnTo>
                        <a:pt x="200" y="0"/>
                      </a:lnTo>
                      <a:lnTo>
                        <a:pt x="0" y="0"/>
                      </a:lnTo>
                      <a:close/>
                      <a:moveTo>
                        <a:pt x="192" y="34"/>
                      </a:moveTo>
                      <a:lnTo>
                        <a:pt x="8" y="34"/>
                      </a:lnTo>
                      <a:lnTo>
                        <a:pt x="8" y="8"/>
                      </a:lnTo>
                      <a:lnTo>
                        <a:pt x="192" y="8"/>
                      </a:lnTo>
                      <a:lnTo>
                        <a:pt x="192" y="34"/>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1" name="Rectangle 133"/>
                <p:cNvSpPr>
                  <a:spLocks noChangeArrowheads="1"/>
                </p:cNvSpPr>
                <p:nvPr/>
              </p:nvSpPr>
              <p:spPr bwMode="auto">
                <a:xfrm>
                  <a:off x="1871" y="908"/>
                  <a:ext cx="125" cy="14"/>
                </a:xfrm>
                <a:prstGeom prst="rect">
                  <a:avLst/>
                </a:prstGeom>
                <a:solidFill>
                  <a:srgbClr val="C7C8C9"/>
                </a:solidFill>
                <a:ln w="9525">
                  <a:noFill/>
                  <a:miter lim="800000"/>
                  <a:headEnd/>
                  <a:tailEnd/>
                </a:ln>
              </p:spPr>
              <p:txBody>
                <a:bodyPr lIns="121920" tIns="60960" rIns="121920" bIns="60960"/>
                <a:lstStyle/>
                <a:p>
                  <a:pPr eaLnBrk="0" hangingPunct="0"/>
                  <a:endParaRPr lang="el-GR" sz="3200"/>
                </a:p>
              </p:txBody>
            </p:sp>
            <p:sp>
              <p:nvSpPr>
                <p:cNvPr id="437482" name="Freeform 134"/>
                <p:cNvSpPr>
                  <a:spLocks/>
                </p:cNvSpPr>
                <p:nvPr/>
              </p:nvSpPr>
              <p:spPr bwMode="auto">
                <a:xfrm>
                  <a:off x="1802" y="1430"/>
                  <a:ext cx="9" cy="11"/>
                </a:xfrm>
                <a:custGeom>
                  <a:avLst/>
                  <a:gdLst>
                    <a:gd name="T0" fmla="*/ 9 w 10"/>
                    <a:gd name="T1" fmla="*/ 0 h 12"/>
                    <a:gd name="T2" fmla="*/ 0 w 10"/>
                    <a:gd name="T3" fmla="*/ 0 h 12"/>
                    <a:gd name="T4" fmla="*/ 0 w 10"/>
                    <a:gd name="T5" fmla="*/ 11 h 12"/>
                    <a:gd name="T6" fmla="*/ 9 w 10"/>
                    <a:gd name="T7" fmla="*/ 11 h 12"/>
                    <a:gd name="T8" fmla="*/ 9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10" y="0"/>
                      </a:moveTo>
                      <a:cubicBezTo>
                        <a:pt x="7" y="0"/>
                        <a:pt x="3" y="0"/>
                        <a:pt x="0" y="0"/>
                      </a:cubicBezTo>
                      <a:cubicBezTo>
                        <a:pt x="0" y="4"/>
                        <a:pt x="0" y="8"/>
                        <a:pt x="0" y="12"/>
                      </a:cubicBezTo>
                      <a:cubicBezTo>
                        <a:pt x="4" y="12"/>
                        <a:pt x="7" y="12"/>
                        <a:pt x="10" y="12"/>
                      </a:cubicBezTo>
                      <a:lnTo>
                        <a:pt x="10"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3" name="Freeform 135"/>
                <p:cNvSpPr>
                  <a:spLocks/>
                </p:cNvSpPr>
                <p:nvPr/>
              </p:nvSpPr>
              <p:spPr bwMode="auto">
                <a:xfrm>
                  <a:off x="1789" y="1429"/>
                  <a:ext cx="11" cy="11"/>
                </a:xfrm>
                <a:custGeom>
                  <a:avLst/>
                  <a:gdLst>
                    <a:gd name="T0" fmla="*/ 10 w 12"/>
                    <a:gd name="T1" fmla="*/ 1 h 12"/>
                    <a:gd name="T2" fmla="*/ 0 w 12"/>
                    <a:gd name="T3" fmla="*/ 0 h 12"/>
                    <a:gd name="T4" fmla="*/ 0 w 12"/>
                    <a:gd name="T5" fmla="*/ 11 h 12"/>
                    <a:gd name="T6" fmla="*/ 11 w 12"/>
                    <a:gd name="T7" fmla="*/ 11 h 12"/>
                    <a:gd name="T8" fmla="*/ 10 w 12"/>
                    <a:gd name="T9" fmla="*/ 1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1" y="1"/>
                      </a:moveTo>
                      <a:cubicBezTo>
                        <a:pt x="7" y="1"/>
                        <a:pt x="4" y="1"/>
                        <a:pt x="0" y="0"/>
                      </a:cubicBezTo>
                      <a:cubicBezTo>
                        <a:pt x="0" y="4"/>
                        <a:pt x="0" y="8"/>
                        <a:pt x="0" y="12"/>
                      </a:cubicBezTo>
                      <a:cubicBezTo>
                        <a:pt x="4" y="12"/>
                        <a:pt x="8" y="12"/>
                        <a:pt x="12" y="12"/>
                      </a:cubicBezTo>
                      <a:cubicBezTo>
                        <a:pt x="11" y="9"/>
                        <a:pt x="11" y="5"/>
                        <a:pt x="1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4" name="Freeform 136"/>
                <p:cNvSpPr>
                  <a:spLocks/>
                </p:cNvSpPr>
                <p:nvPr/>
              </p:nvSpPr>
              <p:spPr bwMode="auto">
                <a:xfrm>
                  <a:off x="1773" y="1416"/>
                  <a:ext cx="12" cy="10"/>
                </a:xfrm>
                <a:custGeom>
                  <a:avLst/>
                  <a:gdLst>
                    <a:gd name="T0" fmla="*/ 12 w 13"/>
                    <a:gd name="T1" fmla="*/ 10 h 11"/>
                    <a:gd name="T2" fmla="*/ 11 w 13"/>
                    <a:gd name="T3" fmla="*/ 1 h 11"/>
                    <a:gd name="T4" fmla="*/ 0 w 13"/>
                    <a:gd name="T5" fmla="*/ 0 h 11"/>
                    <a:gd name="T6" fmla="*/ 1 w 13"/>
                    <a:gd name="T7" fmla="*/ 9 h 11"/>
                    <a:gd name="T8" fmla="*/ 12 w 13"/>
                    <a:gd name="T9" fmla="*/ 10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13" y="11"/>
                      </a:moveTo>
                      <a:cubicBezTo>
                        <a:pt x="12" y="7"/>
                        <a:pt x="12" y="4"/>
                        <a:pt x="12" y="1"/>
                      </a:cubicBezTo>
                      <a:cubicBezTo>
                        <a:pt x="8" y="0"/>
                        <a:pt x="4" y="0"/>
                        <a:pt x="0" y="0"/>
                      </a:cubicBezTo>
                      <a:cubicBezTo>
                        <a:pt x="0" y="3"/>
                        <a:pt x="0" y="7"/>
                        <a:pt x="1" y="10"/>
                      </a:cubicBezTo>
                      <a:cubicBezTo>
                        <a:pt x="5" y="10"/>
                        <a:pt x="9" y="10"/>
                        <a:pt x="13"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5" name="Freeform 137"/>
                <p:cNvSpPr>
                  <a:spLocks/>
                </p:cNvSpPr>
                <p:nvPr/>
              </p:nvSpPr>
              <p:spPr bwMode="auto">
                <a:xfrm>
                  <a:off x="1774" y="1429"/>
                  <a:ext cx="12" cy="11"/>
                </a:xfrm>
                <a:custGeom>
                  <a:avLst/>
                  <a:gdLst>
                    <a:gd name="T0" fmla="*/ 12 w 13"/>
                    <a:gd name="T1" fmla="*/ 11 h 12"/>
                    <a:gd name="T2" fmla="*/ 11 w 13"/>
                    <a:gd name="T3" fmla="*/ 0 h 12"/>
                    <a:gd name="T4" fmla="*/ 0 w 13"/>
                    <a:gd name="T5" fmla="*/ 0 h 12"/>
                    <a:gd name="T6" fmla="*/ 1 w 13"/>
                    <a:gd name="T7" fmla="*/ 10 h 12"/>
                    <a:gd name="T8" fmla="*/ 12 w 13"/>
                    <a:gd name="T9" fmla="*/ 11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13" y="12"/>
                      </a:moveTo>
                      <a:cubicBezTo>
                        <a:pt x="12" y="8"/>
                        <a:pt x="12" y="4"/>
                        <a:pt x="12" y="0"/>
                      </a:cubicBezTo>
                      <a:cubicBezTo>
                        <a:pt x="8" y="0"/>
                        <a:pt x="4" y="0"/>
                        <a:pt x="0" y="0"/>
                      </a:cubicBezTo>
                      <a:cubicBezTo>
                        <a:pt x="0" y="4"/>
                        <a:pt x="1" y="7"/>
                        <a:pt x="1" y="11"/>
                      </a:cubicBezTo>
                      <a:cubicBezTo>
                        <a:pt x="5" y="11"/>
                        <a:pt x="9" y="12"/>
                        <a:pt x="13"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6" name="Freeform 138"/>
                <p:cNvSpPr>
                  <a:spLocks/>
                </p:cNvSpPr>
                <p:nvPr/>
              </p:nvSpPr>
              <p:spPr bwMode="auto">
                <a:xfrm>
                  <a:off x="1842" y="1416"/>
                  <a:ext cx="12" cy="10"/>
                </a:xfrm>
                <a:custGeom>
                  <a:avLst/>
                  <a:gdLst>
                    <a:gd name="T0" fmla="*/ 0 w 13"/>
                    <a:gd name="T1" fmla="*/ 1 h 11"/>
                    <a:gd name="T2" fmla="*/ 0 w 13"/>
                    <a:gd name="T3" fmla="*/ 10 h 11"/>
                    <a:gd name="T4" fmla="*/ 11 w 13"/>
                    <a:gd name="T5" fmla="*/ 9 h 11"/>
                    <a:gd name="T6" fmla="*/ 12 w 13"/>
                    <a:gd name="T7" fmla="*/ 0 h 11"/>
                    <a:gd name="T8" fmla="*/ 0 w 13"/>
                    <a:gd name="T9" fmla="*/ 1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0" y="1"/>
                      </a:moveTo>
                      <a:cubicBezTo>
                        <a:pt x="0" y="4"/>
                        <a:pt x="0" y="7"/>
                        <a:pt x="0" y="11"/>
                      </a:cubicBezTo>
                      <a:cubicBezTo>
                        <a:pt x="4" y="10"/>
                        <a:pt x="8" y="10"/>
                        <a:pt x="12" y="10"/>
                      </a:cubicBezTo>
                      <a:cubicBezTo>
                        <a:pt x="12" y="7"/>
                        <a:pt x="13" y="3"/>
                        <a:pt x="13" y="0"/>
                      </a:cubicBezTo>
                      <a:cubicBezTo>
                        <a:pt x="9" y="0"/>
                        <a:pt x="4" y="0"/>
                        <a:pt x="0"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7" name="Freeform 139"/>
                <p:cNvSpPr>
                  <a:spLocks/>
                </p:cNvSpPr>
                <p:nvPr/>
              </p:nvSpPr>
              <p:spPr bwMode="auto">
                <a:xfrm>
                  <a:off x="1829" y="1388"/>
                  <a:ext cx="10" cy="11"/>
                </a:xfrm>
                <a:custGeom>
                  <a:avLst/>
                  <a:gdLst>
                    <a:gd name="T0" fmla="*/ 0 w 12"/>
                    <a:gd name="T1" fmla="*/ 0 h 12"/>
                    <a:gd name="T2" fmla="*/ 1 w 12"/>
                    <a:gd name="T3" fmla="*/ 11 h 12"/>
                    <a:gd name="T4" fmla="*/ 1 w 12"/>
                    <a:gd name="T5" fmla="*/ 11 h 12"/>
                    <a:gd name="T6" fmla="*/ 10 w 12"/>
                    <a:gd name="T7" fmla="*/ 11 h 12"/>
                    <a:gd name="T8" fmla="*/ 10 w 12"/>
                    <a:gd name="T9" fmla="*/ 1 h 12"/>
                    <a:gd name="T10" fmla="*/ 0 w 12"/>
                    <a:gd name="T11" fmla="*/ 0 h 12"/>
                    <a:gd name="T12" fmla="*/ 0 60000 65536"/>
                    <a:gd name="T13" fmla="*/ 0 60000 65536"/>
                    <a:gd name="T14" fmla="*/ 0 60000 65536"/>
                    <a:gd name="T15" fmla="*/ 0 60000 65536"/>
                    <a:gd name="T16" fmla="*/ 0 60000 65536"/>
                    <a:gd name="T17" fmla="*/ 0 60000 65536"/>
                    <a:gd name="T18" fmla="*/ 0 w 12"/>
                    <a:gd name="T19" fmla="*/ 0 h 12"/>
                    <a:gd name="T20" fmla="*/ 12 w 12"/>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2" h="12">
                      <a:moveTo>
                        <a:pt x="0" y="0"/>
                      </a:moveTo>
                      <a:cubicBezTo>
                        <a:pt x="0" y="4"/>
                        <a:pt x="1" y="8"/>
                        <a:pt x="1" y="12"/>
                      </a:cubicBezTo>
                      <a:cubicBezTo>
                        <a:pt x="1" y="12"/>
                        <a:pt x="1" y="12"/>
                        <a:pt x="1" y="12"/>
                      </a:cubicBezTo>
                      <a:cubicBezTo>
                        <a:pt x="12" y="12"/>
                        <a:pt x="12" y="12"/>
                        <a:pt x="12" y="12"/>
                      </a:cubicBezTo>
                      <a:cubicBezTo>
                        <a:pt x="12" y="8"/>
                        <a:pt x="12" y="5"/>
                        <a:pt x="12" y="1"/>
                      </a:cubicBezTo>
                      <a:cubicBezTo>
                        <a:pt x="8" y="0"/>
                        <a:pt x="4"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8" name="Freeform 140"/>
                <p:cNvSpPr>
                  <a:spLocks/>
                </p:cNvSpPr>
                <p:nvPr/>
              </p:nvSpPr>
              <p:spPr bwMode="auto">
                <a:xfrm>
                  <a:off x="1828" y="1429"/>
                  <a:ext cx="10" cy="12"/>
                </a:xfrm>
                <a:custGeom>
                  <a:avLst/>
                  <a:gdLst>
                    <a:gd name="T0" fmla="*/ 10 w 12"/>
                    <a:gd name="T1" fmla="*/ 0 h 13"/>
                    <a:gd name="T2" fmla="*/ 1 w 12"/>
                    <a:gd name="T3" fmla="*/ 1 h 13"/>
                    <a:gd name="T4" fmla="*/ 0 w 12"/>
                    <a:gd name="T5" fmla="*/ 12 h 13"/>
                    <a:gd name="T6" fmla="*/ 9 w 12"/>
                    <a:gd name="T7" fmla="*/ 11 h 13"/>
                    <a:gd name="T8" fmla="*/ 10 w 12"/>
                    <a:gd name="T9" fmla="*/ 0 h 13"/>
                    <a:gd name="T10" fmla="*/ 0 60000 65536"/>
                    <a:gd name="T11" fmla="*/ 0 60000 65536"/>
                    <a:gd name="T12" fmla="*/ 0 60000 65536"/>
                    <a:gd name="T13" fmla="*/ 0 60000 65536"/>
                    <a:gd name="T14" fmla="*/ 0 60000 65536"/>
                    <a:gd name="T15" fmla="*/ 0 w 12"/>
                    <a:gd name="T16" fmla="*/ 0 h 13"/>
                    <a:gd name="T17" fmla="*/ 12 w 12"/>
                    <a:gd name="T18" fmla="*/ 13 h 13"/>
                  </a:gdLst>
                  <a:ahLst/>
                  <a:cxnLst>
                    <a:cxn ang="T10">
                      <a:pos x="T0" y="T1"/>
                    </a:cxn>
                    <a:cxn ang="T11">
                      <a:pos x="T2" y="T3"/>
                    </a:cxn>
                    <a:cxn ang="T12">
                      <a:pos x="T4" y="T5"/>
                    </a:cxn>
                    <a:cxn ang="T13">
                      <a:pos x="T6" y="T7"/>
                    </a:cxn>
                    <a:cxn ang="T14">
                      <a:pos x="T8" y="T9"/>
                    </a:cxn>
                  </a:cxnLst>
                  <a:rect l="T15" t="T16" r="T17" b="T18"/>
                  <a:pathLst>
                    <a:path w="12" h="13">
                      <a:moveTo>
                        <a:pt x="12" y="0"/>
                      </a:moveTo>
                      <a:cubicBezTo>
                        <a:pt x="8" y="1"/>
                        <a:pt x="4" y="1"/>
                        <a:pt x="1" y="1"/>
                      </a:cubicBezTo>
                      <a:cubicBezTo>
                        <a:pt x="0" y="5"/>
                        <a:pt x="0" y="9"/>
                        <a:pt x="0" y="13"/>
                      </a:cubicBezTo>
                      <a:cubicBezTo>
                        <a:pt x="4" y="12"/>
                        <a:pt x="7" y="12"/>
                        <a:pt x="11" y="12"/>
                      </a:cubicBezTo>
                      <a:cubicBezTo>
                        <a:pt x="11" y="8"/>
                        <a:pt x="12" y="4"/>
                        <a:pt x="1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89" name="Freeform 141"/>
                <p:cNvSpPr>
                  <a:spLocks/>
                </p:cNvSpPr>
                <p:nvPr/>
              </p:nvSpPr>
              <p:spPr bwMode="auto">
                <a:xfrm>
                  <a:off x="1815" y="1376"/>
                  <a:ext cx="10" cy="9"/>
                </a:xfrm>
                <a:custGeom>
                  <a:avLst/>
                  <a:gdLst>
                    <a:gd name="T0" fmla="*/ 0 w 11"/>
                    <a:gd name="T1" fmla="*/ 9 h 10"/>
                    <a:gd name="T2" fmla="*/ 10 w 11"/>
                    <a:gd name="T3" fmla="*/ 9 h 10"/>
                    <a:gd name="T4" fmla="*/ 10 w 11"/>
                    <a:gd name="T5" fmla="*/ 0 h 10"/>
                    <a:gd name="T6" fmla="*/ 0 w 11"/>
                    <a:gd name="T7" fmla="*/ 0 h 10"/>
                    <a:gd name="T8" fmla="*/ 0 w 11"/>
                    <a:gd name="T9" fmla="*/ 9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cubicBezTo>
                        <a:pt x="3" y="10"/>
                        <a:pt x="7" y="10"/>
                        <a:pt x="11" y="10"/>
                      </a:cubicBezTo>
                      <a:cubicBezTo>
                        <a:pt x="11" y="7"/>
                        <a:pt x="11" y="4"/>
                        <a:pt x="11" y="0"/>
                      </a:cubicBezTo>
                      <a:cubicBezTo>
                        <a:pt x="7" y="0"/>
                        <a:pt x="3" y="0"/>
                        <a:pt x="0" y="0"/>
                      </a:cubicBezTo>
                      <a:lnTo>
                        <a:pt x="0" y="1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0" name="Freeform 142"/>
                <p:cNvSpPr>
                  <a:spLocks/>
                </p:cNvSpPr>
                <p:nvPr/>
              </p:nvSpPr>
              <p:spPr bwMode="auto">
                <a:xfrm>
                  <a:off x="1829" y="1376"/>
                  <a:ext cx="10" cy="10"/>
                </a:xfrm>
                <a:custGeom>
                  <a:avLst/>
                  <a:gdLst>
                    <a:gd name="T0" fmla="*/ 0 w 12"/>
                    <a:gd name="T1" fmla="*/ 10 h 11"/>
                    <a:gd name="T2" fmla="*/ 10 w 12"/>
                    <a:gd name="T3" fmla="*/ 10 h 11"/>
                    <a:gd name="T4" fmla="*/ 9 w 12"/>
                    <a:gd name="T5" fmla="*/ 1 h 11"/>
                    <a:gd name="T6" fmla="*/ 0 w 12"/>
                    <a:gd name="T7" fmla="*/ 0 h 11"/>
                    <a:gd name="T8" fmla="*/ 0 w 12"/>
                    <a:gd name="T9" fmla="*/ 10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0" y="11"/>
                      </a:moveTo>
                      <a:cubicBezTo>
                        <a:pt x="4" y="11"/>
                        <a:pt x="8" y="11"/>
                        <a:pt x="12" y="11"/>
                      </a:cubicBezTo>
                      <a:cubicBezTo>
                        <a:pt x="12" y="8"/>
                        <a:pt x="11" y="4"/>
                        <a:pt x="11" y="1"/>
                      </a:cubicBezTo>
                      <a:cubicBezTo>
                        <a:pt x="7" y="1"/>
                        <a:pt x="4" y="0"/>
                        <a:pt x="0" y="0"/>
                      </a:cubicBezTo>
                      <a:cubicBezTo>
                        <a:pt x="0" y="4"/>
                        <a:pt x="0" y="7"/>
                        <a:pt x="0"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1" name="Freeform 143"/>
                <p:cNvSpPr>
                  <a:spLocks/>
                </p:cNvSpPr>
                <p:nvPr/>
              </p:nvSpPr>
              <p:spPr bwMode="auto">
                <a:xfrm>
                  <a:off x="1842" y="1377"/>
                  <a:ext cx="12" cy="9"/>
                </a:xfrm>
                <a:custGeom>
                  <a:avLst/>
                  <a:gdLst>
                    <a:gd name="T0" fmla="*/ 0 w 13"/>
                    <a:gd name="T1" fmla="*/ 0 h 10"/>
                    <a:gd name="T2" fmla="*/ 0 w 13"/>
                    <a:gd name="T3" fmla="*/ 9 h 10"/>
                    <a:gd name="T4" fmla="*/ 12 w 13"/>
                    <a:gd name="T5" fmla="*/ 9 h 10"/>
                    <a:gd name="T6" fmla="*/ 11 w 13"/>
                    <a:gd name="T7" fmla="*/ 1 h 10"/>
                    <a:gd name="T8" fmla="*/ 0 w 13"/>
                    <a:gd name="T9" fmla="*/ 0 h 10"/>
                    <a:gd name="T10" fmla="*/ 0 60000 65536"/>
                    <a:gd name="T11" fmla="*/ 0 60000 65536"/>
                    <a:gd name="T12" fmla="*/ 0 60000 65536"/>
                    <a:gd name="T13" fmla="*/ 0 60000 65536"/>
                    <a:gd name="T14" fmla="*/ 0 60000 65536"/>
                    <a:gd name="T15" fmla="*/ 0 w 13"/>
                    <a:gd name="T16" fmla="*/ 0 h 10"/>
                    <a:gd name="T17" fmla="*/ 13 w 13"/>
                    <a:gd name="T18" fmla="*/ 10 h 10"/>
                  </a:gdLst>
                  <a:ahLst/>
                  <a:cxnLst>
                    <a:cxn ang="T10">
                      <a:pos x="T0" y="T1"/>
                    </a:cxn>
                    <a:cxn ang="T11">
                      <a:pos x="T2" y="T3"/>
                    </a:cxn>
                    <a:cxn ang="T12">
                      <a:pos x="T4" y="T5"/>
                    </a:cxn>
                    <a:cxn ang="T13">
                      <a:pos x="T6" y="T7"/>
                    </a:cxn>
                    <a:cxn ang="T14">
                      <a:pos x="T8" y="T9"/>
                    </a:cxn>
                  </a:cxnLst>
                  <a:rect l="T15" t="T16" r="T17" b="T18"/>
                  <a:pathLst>
                    <a:path w="13" h="10">
                      <a:moveTo>
                        <a:pt x="0" y="0"/>
                      </a:moveTo>
                      <a:cubicBezTo>
                        <a:pt x="0" y="3"/>
                        <a:pt x="0" y="7"/>
                        <a:pt x="0" y="10"/>
                      </a:cubicBezTo>
                      <a:cubicBezTo>
                        <a:pt x="5" y="10"/>
                        <a:pt x="9" y="10"/>
                        <a:pt x="13" y="10"/>
                      </a:cubicBezTo>
                      <a:cubicBezTo>
                        <a:pt x="13" y="7"/>
                        <a:pt x="13" y="4"/>
                        <a:pt x="12" y="1"/>
                      </a:cubicBezTo>
                      <a:cubicBezTo>
                        <a:pt x="8" y="0"/>
                        <a:pt x="4"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2" name="Freeform 144"/>
                <p:cNvSpPr>
                  <a:spLocks/>
                </p:cNvSpPr>
                <p:nvPr/>
              </p:nvSpPr>
              <p:spPr bwMode="auto">
                <a:xfrm>
                  <a:off x="1773" y="1403"/>
                  <a:ext cx="11" cy="11"/>
                </a:xfrm>
                <a:custGeom>
                  <a:avLst/>
                  <a:gdLst>
                    <a:gd name="T0" fmla="*/ 11 w 13"/>
                    <a:gd name="T1" fmla="*/ 11 h 12"/>
                    <a:gd name="T2" fmla="*/ 10 w 13"/>
                    <a:gd name="T3" fmla="*/ 0 h 12"/>
                    <a:gd name="T4" fmla="*/ 0 w 13"/>
                    <a:gd name="T5" fmla="*/ 0 h 12"/>
                    <a:gd name="T6" fmla="*/ 1 w 13"/>
                    <a:gd name="T7" fmla="*/ 10 h 12"/>
                    <a:gd name="T8" fmla="*/ 11 w 13"/>
                    <a:gd name="T9" fmla="*/ 11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13" y="12"/>
                      </a:moveTo>
                      <a:cubicBezTo>
                        <a:pt x="13" y="8"/>
                        <a:pt x="13" y="4"/>
                        <a:pt x="12" y="0"/>
                      </a:cubicBezTo>
                      <a:cubicBezTo>
                        <a:pt x="0" y="0"/>
                        <a:pt x="0" y="0"/>
                        <a:pt x="0" y="0"/>
                      </a:cubicBezTo>
                      <a:cubicBezTo>
                        <a:pt x="0" y="4"/>
                        <a:pt x="0" y="7"/>
                        <a:pt x="1" y="11"/>
                      </a:cubicBezTo>
                      <a:cubicBezTo>
                        <a:pt x="5" y="12"/>
                        <a:pt x="9" y="12"/>
                        <a:pt x="13"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3" name="Freeform 145"/>
                <p:cNvSpPr>
                  <a:spLocks/>
                </p:cNvSpPr>
                <p:nvPr/>
              </p:nvSpPr>
              <p:spPr bwMode="auto">
                <a:xfrm>
                  <a:off x="1787" y="1376"/>
                  <a:ext cx="11" cy="10"/>
                </a:xfrm>
                <a:custGeom>
                  <a:avLst/>
                  <a:gdLst>
                    <a:gd name="T0" fmla="*/ 0 w 12"/>
                    <a:gd name="T1" fmla="*/ 10 h 11"/>
                    <a:gd name="T2" fmla="*/ 11 w 12"/>
                    <a:gd name="T3" fmla="*/ 9 h 11"/>
                    <a:gd name="T4" fmla="*/ 11 w 12"/>
                    <a:gd name="T5" fmla="*/ 0 h 11"/>
                    <a:gd name="T6" fmla="*/ 0 w 12"/>
                    <a:gd name="T7" fmla="*/ 0 h 11"/>
                    <a:gd name="T8" fmla="*/ 0 w 12"/>
                    <a:gd name="T9" fmla="*/ 10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0" y="11"/>
                      </a:moveTo>
                      <a:cubicBezTo>
                        <a:pt x="4" y="10"/>
                        <a:pt x="8" y="10"/>
                        <a:pt x="12" y="10"/>
                      </a:cubicBezTo>
                      <a:cubicBezTo>
                        <a:pt x="12" y="7"/>
                        <a:pt x="12" y="4"/>
                        <a:pt x="12" y="0"/>
                      </a:cubicBezTo>
                      <a:cubicBezTo>
                        <a:pt x="8" y="0"/>
                        <a:pt x="4" y="0"/>
                        <a:pt x="0" y="0"/>
                      </a:cubicBezTo>
                      <a:cubicBezTo>
                        <a:pt x="0" y="4"/>
                        <a:pt x="0" y="7"/>
                        <a:pt x="0"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4" name="Freeform 146"/>
                <p:cNvSpPr>
                  <a:spLocks/>
                </p:cNvSpPr>
                <p:nvPr/>
              </p:nvSpPr>
              <p:spPr bwMode="auto">
                <a:xfrm>
                  <a:off x="1801" y="1376"/>
                  <a:ext cx="10" cy="9"/>
                </a:xfrm>
                <a:custGeom>
                  <a:avLst/>
                  <a:gdLst>
                    <a:gd name="T0" fmla="*/ 1 w 12"/>
                    <a:gd name="T1" fmla="*/ 0 h 10"/>
                    <a:gd name="T2" fmla="*/ 0 w 12"/>
                    <a:gd name="T3" fmla="*/ 9 h 10"/>
                    <a:gd name="T4" fmla="*/ 6 w 12"/>
                    <a:gd name="T5" fmla="*/ 9 h 10"/>
                    <a:gd name="T6" fmla="*/ 10 w 12"/>
                    <a:gd name="T7" fmla="*/ 9 h 10"/>
                    <a:gd name="T8" fmla="*/ 10 w 12"/>
                    <a:gd name="T9" fmla="*/ 0 h 10"/>
                    <a:gd name="T10" fmla="*/ 8 w 12"/>
                    <a:gd name="T11" fmla="*/ 0 h 10"/>
                    <a:gd name="T12" fmla="*/ 1 w 12"/>
                    <a:gd name="T13" fmla="*/ 0 h 10"/>
                    <a:gd name="T14" fmla="*/ 0 60000 65536"/>
                    <a:gd name="T15" fmla="*/ 0 60000 65536"/>
                    <a:gd name="T16" fmla="*/ 0 60000 65536"/>
                    <a:gd name="T17" fmla="*/ 0 60000 65536"/>
                    <a:gd name="T18" fmla="*/ 0 60000 65536"/>
                    <a:gd name="T19" fmla="*/ 0 60000 65536"/>
                    <a:gd name="T20" fmla="*/ 0 60000 65536"/>
                    <a:gd name="T21" fmla="*/ 0 w 12"/>
                    <a:gd name="T22" fmla="*/ 0 h 10"/>
                    <a:gd name="T23" fmla="*/ 12 w 12"/>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0">
                      <a:moveTo>
                        <a:pt x="1" y="0"/>
                      </a:moveTo>
                      <a:cubicBezTo>
                        <a:pt x="0" y="3"/>
                        <a:pt x="0" y="7"/>
                        <a:pt x="0" y="10"/>
                      </a:cubicBezTo>
                      <a:cubicBezTo>
                        <a:pt x="3" y="10"/>
                        <a:pt x="5" y="10"/>
                        <a:pt x="7" y="10"/>
                      </a:cubicBezTo>
                      <a:cubicBezTo>
                        <a:pt x="9" y="10"/>
                        <a:pt x="10" y="10"/>
                        <a:pt x="12" y="10"/>
                      </a:cubicBezTo>
                      <a:cubicBezTo>
                        <a:pt x="12" y="0"/>
                        <a:pt x="12" y="0"/>
                        <a:pt x="12" y="0"/>
                      </a:cubicBezTo>
                      <a:cubicBezTo>
                        <a:pt x="11" y="0"/>
                        <a:pt x="10" y="0"/>
                        <a:pt x="9" y="0"/>
                      </a:cubicBezTo>
                      <a:cubicBezTo>
                        <a:pt x="6" y="0"/>
                        <a:pt x="4" y="0"/>
                        <a:pt x="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5" name="Freeform 147"/>
                <p:cNvSpPr>
                  <a:spLocks/>
                </p:cNvSpPr>
                <p:nvPr/>
              </p:nvSpPr>
              <p:spPr bwMode="auto">
                <a:xfrm>
                  <a:off x="1815" y="1430"/>
                  <a:ext cx="10" cy="11"/>
                </a:xfrm>
                <a:custGeom>
                  <a:avLst/>
                  <a:gdLst>
                    <a:gd name="T0" fmla="*/ 9 w 11"/>
                    <a:gd name="T1" fmla="*/ 11 h 12"/>
                    <a:gd name="T2" fmla="*/ 10 w 11"/>
                    <a:gd name="T3" fmla="*/ 0 h 12"/>
                    <a:gd name="T4" fmla="*/ 0 w 11"/>
                    <a:gd name="T5" fmla="*/ 0 h 12"/>
                    <a:gd name="T6" fmla="*/ 0 w 11"/>
                    <a:gd name="T7" fmla="*/ 11 h 12"/>
                    <a:gd name="T8" fmla="*/ 1 w 11"/>
                    <a:gd name="T9" fmla="*/ 11 h 12"/>
                    <a:gd name="T10" fmla="*/ 9 w 11"/>
                    <a:gd name="T11" fmla="*/ 11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10" y="12"/>
                      </a:moveTo>
                      <a:cubicBezTo>
                        <a:pt x="10" y="8"/>
                        <a:pt x="11" y="4"/>
                        <a:pt x="11" y="0"/>
                      </a:cubicBezTo>
                      <a:cubicBezTo>
                        <a:pt x="7" y="0"/>
                        <a:pt x="3" y="0"/>
                        <a:pt x="0" y="0"/>
                      </a:cubicBezTo>
                      <a:cubicBezTo>
                        <a:pt x="0" y="12"/>
                        <a:pt x="0" y="12"/>
                        <a:pt x="0" y="12"/>
                      </a:cubicBezTo>
                      <a:cubicBezTo>
                        <a:pt x="0" y="12"/>
                        <a:pt x="1" y="12"/>
                        <a:pt x="1" y="12"/>
                      </a:cubicBezTo>
                      <a:cubicBezTo>
                        <a:pt x="4" y="12"/>
                        <a:pt x="7" y="12"/>
                        <a:pt x="10"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6" name="Freeform 148"/>
                <p:cNvSpPr>
                  <a:spLocks/>
                </p:cNvSpPr>
                <p:nvPr/>
              </p:nvSpPr>
              <p:spPr bwMode="auto">
                <a:xfrm>
                  <a:off x="1788" y="1349"/>
                  <a:ext cx="11" cy="10"/>
                </a:xfrm>
                <a:custGeom>
                  <a:avLst/>
                  <a:gdLst>
                    <a:gd name="T0" fmla="*/ 1 w 12"/>
                    <a:gd name="T1" fmla="*/ 1 h 11"/>
                    <a:gd name="T2" fmla="*/ 0 w 12"/>
                    <a:gd name="T3" fmla="*/ 10 h 11"/>
                    <a:gd name="T4" fmla="*/ 11 w 12"/>
                    <a:gd name="T5" fmla="*/ 10 h 11"/>
                    <a:gd name="T6" fmla="*/ 11 w 12"/>
                    <a:gd name="T7" fmla="*/ 0 h 11"/>
                    <a:gd name="T8" fmla="*/ 1 w 12"/>
                    <a:gd name="T9" fmla="*/ 1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 y="1"/>
                      </a:moveTo>
                      <a:cubicBezTo>
                        <a:pt x="1" y="4"/>
                        <a:pt x="1" y="8"/>
                        <a:pt x="0" y="11"/>
                      </a:cubicBezTo>
                      <a:cubicBezTo>
                        <a:pt x="4" y="11"/>
                        <a:pt x="8" y="11"/>
                        <a:pt x="12" y="11"/>
                      </a:cubicBezTo>
                      <a:cubicBezTo>
                        <a:pt x="12" y="7"/>
                        <a:pt x="12" y="4"/>
                        <a:pt x="12" y="0"/>
                      </a:cubicBezTo>
                      <a:cubicBezTo>
                        <a:pt x="9" y="0"/>
                        <a:pt x="5" y="0"/>
                        <a:pt x="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7" name="Freeform 149"/>
                <p:cNvSpPr>
                  <a:spLocks/>
                </p:cNvSpPr>
                <p:nvPr/>
              </p:nvSpPr>
              <p:spPr bwMode="auto">
                <a:xfrm>
                  <a:off x="1787" y="1362"/>
                  <a:ext cx="11" cy="11"/>
                </a:xfrm>
                <a:custGeom>
                  <a:avLst/>
                  <a:gdLst>
                    <a:gd name="T0" fmla="*/ 0 w 12"/>
                    <a:gd name="T1" fmla="*/ 11 h 12"/>
                    <a:gd name="T2" fmla="*/ 11 w 12"/>
                    <a:gd name="T3" fmla="*/ 10 h 12"/>
                    <a:gd name="T4" fmla="*/ 11 w 12"/>
                    <a:gd name="T5" fmla="*/ 0 h 12"/>
                    <a:gd name="T6" fmla="*/ 1 w 12"/>
                    <a:gd name="T7" fmla="*/ 0 h 12"/>
                    <a:gd name="T8" fmla="*/ 0 w 12"/>
                    <a:gd name="T9" fmla="*/ 11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12"/>
                      </a:moveTo>
                      <a:cubicBezTo>
                        <a:pt x="4" y="12"/>
                        <a:pt x="8" y="11"/>
                        <a:pt x="12" y="11"/>
                      </a:cubicBezTo>
                      <a:cubicBezTo>
                        <a:pt x="12" y="7"/>
                        <a:pt x="12" y="4"/>
                        <a:pt x="12" y="0"/>
                      </a:cubicBezTo>
                      <a:cubicBezTo>
                        <a:pt x="9" y="0"/>
                        <a:pt x="5" y="0"/>
                        <a:pt x="1" y="0"/>
                      </a:cubicBezTo>
                      <a:cubicBezTo>
                        <a:pt x="1" y="4"/>
                        <a:pt x="1" y="8"/>
                        <a:pt x="0"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8" name="Freeform 150"/>
                <p:cNvSpPr>
                  <a:spLocks/>
                </p:cNvSpPr>
                <p:nvPr/>
              </p:nvSpPr>
              <p:spPr bwMode="auto">
                <a:xfrm>
                  <a:off x="1774" y="1350"/>
                  <a:ext cx="11" cy="10"/>
                </a:xfrm>
                <a:custGeom>
                  <a:avLst/>
                  <a:gdLst>
                    <a:gd name="T0" fmla="*/ 0 w 12"/>
                    <a:gd name="T1" fmla="*/ 10 h 11"/>
                    <a:gd name="T2" fmla="*/ 11 w 12"/>
                    <a:gd name="T3" fmla="*/ 10 h 11"/>
                    <a:gd name="T4" fmla="*/ 11 w 12"/>
                    <a:gd name="T5" fmla="*/ 0 h 11"/>
                    <a:gd name="T6" fmla="*/ 1 w 12"/>
                    <a:gd name="T7" fmla="*/ 1 h 11"/>
                    <a:gd name="T8" fmla="*/ 0 w 12"/>
                    <a:gd name="T9" fmla="*/ 10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0" y="11"/>
                      </a:moveTo>
                      <a:cubicBezTo>
                        <a:pt x="4" y="11"/>
                        <a:pt x="8" y="11"/>
                        <a:pt x="12" y="11"/>
                      </a:cubicBezTo>
                      <a:cubicBezTo>
                        <a:pt x="12" y="7"/>
                        <a:pt x="12" y="3"/>
                        <a:pt x="12" y="0"/>
                      </a:cubicBezTo>
                      <a:cubicBezTo>
                        <a:pt x="8" y="0"/>
                        <a:pt x="5" y="0"/>
                        <a:pt x="1" y="1"/>
                      </a:cubicBezTo>
                      <a:cubicBezTo>
                        <a:pt x="0" y="4"/>
                        <a:pt x="0" y="8"/>
                        <a:pt x="0"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499" name="Freeform 151"/>
                <p:cNvSpPr>
                  <a:spLocks/>
                </p:cNvSpPr>
                <p:nvPr/>
              </p:nvSpPr>
              <p:spPr bwMode="auto">
                <a:xfrm>
                  <a:off x="1801" y="1362"/>
                  <a:ext cx="10" cy="10"/>
                </a:xfrm>
                <a:custGeom>
                  <a:avLst/>
                  <a:gdLst>
                    <a:gd name="T0" fmla="*/ 0 w 11"/>
                    <a:gd name="T1" fmla="*/ 0 h 11"/>
                    <a:gd name="T2" fmla="*/ 0 w 11"/>
                    <a:gd name="T3" fmla="*/ 10 h 11"/>
                    <a:gd name="T4" fmla="*/ 7 w 11"/>
                    <a:gd name="T5" fmla="*/ 10 h 11"/>
                    <a:gd name="T6" fmla="*/ 10 w 11"/>
                    <a:gd name="T7" fmla="*/ 10 h 11"/>
                    <a:gd name="T8" fmla="*/ 10 w 11"/>
                    <a:gd name="T9" fmla="*/ 0 h 11"/>
                    <a:gd name="T10" fmla="*/ 9 w 11"/>
                    <a:gd name="T11" fmla="*/ 0 h 11"/>
                    <a:gd name="T12" fmla="*/ 0 w 11"/>
                    <a:gd name="T13" fmla="*/ 0 h 11"/>
                    <a:gd name="T14" fmla="*/ 0 60000 65536"/>
                    <a:gd name="T15" fmla="*/ 0 60000 65536"/>
                    <a:gd name="T16" fmla="*/ 0 60000 65536"/>
                    <a:gd name="T17" fmla="*/ 0 60000 65536"/>
                    <a:gd name="T18" fmla="*/ 0 60000 65536"/>
                    <a:gd name="T19" fmla="*/ 0 60000 65536"/>
                    <a:gd name="T20" fmla="*/ 0 60000 65536"/>
                    <a:gd name="T21" fmla="*/ 0 w 11"/>
                    <a:gd name="T22" fmla="*/ 0 h 11"/>
                    <a:gd name="T23" fmla="*/ 11 w 11"/>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1">
                      <a:moveTo>
                        <a:pt x="0" y="0"/>
                      </a:moveTo>
                      <a:cubicBezTo>
                        <a:pt x="0" y="4"/>
                        <a:pt x="0" y="7"/>
                        <a:pt x="0" y="11"/>
                      </a:cubicBezTo>
                      <a:cubicBezTo>
                        <a:pt x="3" y="11"/>
                        <a:pt x="5" y="11"/>
                        <a:pt x="8" y="11"/>
                      </a:cubicBezTo>
                      <a:cubicBezTo>
                        <a:pt x="9" y="11"/>
                        <a:pt x="10" y="11"/>
                        <a:pt x="11" y="11"/>
                      </a:cubicBezTo>
                      <a:cubicBezTo>
                        <a:pt x="11" y="0"/>
                        <a:pt x="11" y="0"/>
                        <a:pt x="11" y="0"/>
                      </a:cubicBezTo>
                      <a:cubicBezTo>
                        <a:pt x="11" y="0"/>
                        <a:pt x="10" y="0"/>
                        <a:pt x="10" y="0"/>
                      </a:cubicBezTo>
                      <a:cubicBezTo>
                        <a:pt x="7" y="0"/>
                        <a:pt x="4"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0" name="Freeform 152"/>
                <p:cNvSpPr>
                  <a:spLocks/>
                </p:cNvSpPr>
                <p:nvPr/>
              </p:nvSpPr>
              <p:spPr bwMode="auto">
                <a:xfrm>
                  <a:off x="1762" y="1350"/>
                  <a:ext cx="10" cy="10"/>
                </a:xfrm>
                <a:custGeom>
                  <a:avLst/>
                  <a:gdLst>
                    <a:gd name="T0" fmla="*/ 1 w 11"/>
                    <a:gd name="T1" fmla="*/ 2 h 11"/>
                    <a:gd name="T2" fmla="*/ 0 w 11"/>
                    <a:gd name="T3" fmla="*/ 10 h 11"/>
                    <a:gd name="T4" fmla="*/ 9 w 11"/>
                    <a:gd name="T5" fmla="*/ 9 h 11"/>
                    <a:gd name="T6" fmla="*/ 10 w 11"/>
                    <a:gd name="T7" fmla="*/ 0 h 11"/>
                    <a:gd name="T8" fmla="*/ 2 w 11"/>
                    <a:gd name="T9" fmla="*/ 1 h 11"/>
                    <a:gd name="T10" fmla="*/ 1 w 11"/>
                    <a:gd name="T11" fmla="*/ 2 h 11"/>
                    <a:gd name="T12" fmla="*/ 0 60000 65536"/>
                    <a:gd name="T13" fmla="*/ 0 60000 65536"/>
                    <a:gd name="T14" fmla="*/ 0 60000 65536"/>
                    <a:gd name="T15" fmla="*/ 0 60000 65536"/>
                    <a:gd name="T16" fmla="*/ 0 60000 65536"/>
                    <a:gd name="T17" fmla="*/ 0 60000 65536"/>
                    <a:gd name="T18" fmla="*/ 0 w 11"/>
                    <a:gd name="T19" fmla="*/ 0 h 11"/>
                    <a:gd name="T20" fmla="*/ 11 w 11"/>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1" h="11">
                      <a:moveTo>
                        <a:pt x="1" y="2"/>
                      </a:moveTo>
                      <a:cubicBezTo>
                        <a:pt x="0" y="5"/>
                        <a:pt x="0" y="8"/>
                        <a:pt x="0" y="11"/>
                      </a:cubicBezTo>
                      <a:cubicBezTo>
                        <a:pt x="3" y="11"/>
                        <a:pt x="6" y="10"/>
                        <a:pt x="10" y="10"/>
                      </a:cubicBezTo>
                      <a:cubicBezTo>
                        <a:pt x="10" y="7"/>
                        <a:pt x="10" y="3"/>
                        <a:pt x="11" y="0"/>
                      </a:cubicBezTo>
                      <a:cubicBezTo>
                        <a:pt x="8" y="0"/>
                        <a:pt x="5" y="0"/>
                        <a:pt x="2" y="1"/>
                      </a:cubicBezTo>
                      <a:cubicBezTo>
                        <a:pt x="1" y="1"/>
                        <a:pt x="1" y="2"/>
                        <a:pt x="1" y="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1" name="Freeform 153"/>
                <p:cNvSpPr>
                  <a:spLocks/>
                </p:cNvSpPr>
                <p:nvPr/>
              </p:nvSpPr>
              <p:spPr bwMode="auto">
                <a:xfrm>
                  <a:off x="1766" y="1341"/>
                  <a:ext cx="7" cy="7"/>
                </a:xfrm>
                <a:custGeom>
                  <a:avLst/>
                  <a:gdLst>
                    <a:gd name="T0" fmla="*/ 0 w 7"/>
                    <a:gd name="T1" fmla="*/ 7 h 7"/>
                    <a:gd name="T2" fmla="*/ 6 w 7"/>
                    <a:gd name="T3" fmla="*/ 6 h 7"/>
                    <a:gd name="T4" fmla="*/ 7 w 7"/>
                    <a:gd name="T5" fmla="*/ 0 h 7"/>
                    <a:gd name="T6" fmla="*/ 0 w 7"/>
                    <a:gd name="T7" fmla="*/ 7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7"/>
                      </a:moveTo>
                      <a:cubicBezTo>
                        <a:pt x="2" y="6"/>
                        <a:pt x="4" y="6"/>
                        <a:pt x="6" y="6"/>
                      </a:cubicBezTo>
                      <a:cubicBezTo>
                        <a:pt x="6" y="4"/>
                        <a:pt x="7" y="2"/>
                        <a:pt x="7" y="0"/>
                      </a:cubicBezTo>
                      <a:cubicBezTo>
                        <a:pt x="4" y="2"/>
                        <a:pt x="2" y="4"/>
                        <a:pt x="0" y="7"/>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2" name="Freeform 154"/>
                <p:cNvSpPr>
                  <a:spLocks/>
                </p:cNvSpPr>
                <p:nvPr/>
              </p:nvSpPr>
              <p:spPr bwMode="auto">
                <a:xfrm>
                  <a:off x="1815" y="1362"/>
                  <a:ext cx="10" cy="10"/>
                </a:xfrm>
                <a:custGeom>
                  <a:avLst/>
                  <a:gdLst>
                    <a:gd name="T0" fmla="*/ 0 w 11"/>
                    <a:gd name="T1" fmla="*/ 10 h 11"/>
                    <a:gd name="T2" fmla="*/ 10 w 11"/>
                    <a:gd name="T3" fmla="*/ 10 h 11"/>
                    <a:gd name="T4" fmla="*/ 9 w 11"/>
                    <a:gd name="T5" fmla="*/ 0 h 11"/>
                    <a:gd name="T6" fmla="*/ 0 w 11"/>
                    <a:gd name="T7" fmla="*/ 0 h 11"/>
                    <a:gd name="T8" fmla="*/ 0 w 11"/>
                    <a:gd name="T9" fmla="*/ 10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0" y="11"/>
                      </a:moveTo>
                      <a:cubicBezTo>
                        <a:pt x="3" y="11"/>
                        <a:pt x="7" y="11"/>
                        <a:pt x="11" y="11"/>
                      </a:cubicBezTo>
                      <a:cubicBezTo>
                        <a:pt x="11" y="8"/>
                        <a:pt x="11" y="4"/>
                        <a:pt x="10" y="0"/>
                      </a:cubicBezTo>
                      <a:cubicBezTo>
                        <a:pt x="7" y="0"/>
                        <a:pt x="3" y="0"/>
                        <a:pt x="0" y="0"/>
                      </a:cubicBezTo>
                      <a:lnTo>
                        <a:pt x="0" y="11"/>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3" name="Freeform 155"/>
                <p:cNvSpPr>
                  <a:spLocks/>
                </p:cNvSpPr>
                <p:nvPr/>
              </p:nvSpPr>
              <p:spPr bwMode="auto">
                <a:xfrm>
                  <a:off x="1856" y="1363"/>
                  <a:ext cx="10" cy="12"/>
                </a:xfrm>
                <a:custGeom>
                  <a:avLst/>
                  <a:gdLst>
                    <a:gd name="T0" fmla="*/ 0 w 11"/>
                    <a:gd name="T1" fmla="*/ 0 h 13"/>
                    <a:gd name="T2" fmla="*/ 1 w 11"/>
                    <a:gd name="T3" fmla="*/ 11 h 13"/>
                    <a:gd name="T4" fmla="*/ 10 w 11"/>
                    <a:gd name="T5" fmla="*/ 12 h 13"/>
                    <a:gd name="T6" fmla="*/ 9 w 11"/>
                    <a:gd name="T7" fmla="*/ 1 h 13"/>
                    <a:gd name="T8" fmla="*/ 0 w 11"/>
                    <a:gd name="T9" fmla="*/ 0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0" y="0"/>
                      </a:moveTo>
                      <a:cubicBezTo>
                        <a:pt x="0" y="4"/>
                        <a:pt x="0" y="8"/>
                        <a:pt x="1" y="12"/>
                      </a:cubicBezTo>
                      <a:cubicBezTo>
                        <a:pt x="4" y="12"/>
                        <a:pt x="7" y="12"/>
                        <a:pt x="11" y="13"/>
                      </a:cubicBezTo>
                      <a:cubicBezTo>
                        <a:pt x="10" y="9"/>
                        <a:pt x="10" y="5"/>
                        <a:pt x="10" y="1"/>
                      </a:cubicBezTo>
                      <a:cubicBezTo>
                        <a:pt x="6" y="1"/>
                        <a:pt x="3"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4" name="Freeform 156"/>
                <p:cNvSpPr>
                  <a:spLocks/>
                </p:cNvSpPr>
                <p:nvPr/>
              </p:nvSpPr>
              <p:spPr bwMode="auto">
                <a:xfrm>
                  <a:off x="1857" y="1378"/>
                  <a:ext cx="9" cy="9"/>
                </a:xfrm>
                <a:custGeom>
                  <a:avLst/>
                  <a:gdLst>
                    <a:gd name="T0" fmla="*/ 0 w 10"/>
                    <a:gd name="T1" fmla="*/ 0 h 10"/>
                    <a:gd name="T2" fmla="*/ 1 w 10"/>
                    <a:gd name="T3" fmla="*/ 9 h 10"/>
                    <a:gd name="T4" fmla="*/ 9 w 10"/>
                    <a:gd name="T5" fmla="*/ 9 h 10"/>
                    <a:gd name="T6" fmla="*/ 9 w 10"/>
                    <a:gd name="T7" fmla="*/ 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cubicBezTo>
                        <a:pt x="0" y="3"/>
                        <a:pt x="1" y="6"/>
                        <a:pt x="1" y="10"/>
                      </a:cubicBezTo>
                      <a:cubicBezTo>
                        <a:pt x="4" y="10"/>
                        <a:pt x="7" y="10"/>
                        <a:pt x="10" y="10"/>
                      </a:cubicBezTo>
                      <a:cubicBezTo>
                        <a:pt x="10" y="7"/>
                        <a:pt x="10" y="4"/>
                        <a:pt x="10" y="0"/>
                      </a:cubicBezTo>
                      <a:cubicBezTo>
                        <a:pt x="7" y="0"/>
                        <a:pt x="3"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5" name="Freeform 157"/>
                <p:cNvSpPr>
                  <a:spLocks/>
                </p:cNvSpPr>
                <p:nvPr/>
              </p:nvSpPr>
              <p:spPr bwMode="auto">
                <a:xfrm>
                  <a:off x="1857" y="1403"/>
                  <a:ext cx="10" cy="10"/>
                </a:xfrm>
                <a:custGeom>
                  <a:avLst/>
                  <a:gdLst>
                    <a:gd name="T0" fmla="*/ 10 w 10"/>
                    <a:gd name="T1" fmla="*/ 0 h 11"/>
                    <a:gd name="T2" fmla="*/ 0 w 10"/>
                    <a:gd name="T3" fmla="*/ 0 h 11"/>
                    <a:gd name="T4" fmla="*/ 0 w 10"/>
                    <a:gd name="T5" fmla="*/ 10 h 11"/>
                    <a:gd name="T6" fmla="*/ 9 w 10"/>
                    <a:gd name="T7" fmla="*/ 10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10" y="0"/>
                      </a:moveTo>
                      <a:cubicBezTo>
                        <a:pt x="0" y="0"/>
                        <a:pt x="0" y="0"/>
                        <a:pt x="0" y="0"/>
                      </a:cubicBezTo>
                      <a:cubicBezTo>
                        <a:pt x="0" y="3"/>
                        <a:pt x="0" y="7"/>
                        <a:pt x="0" y="11"/>
                      </a:cubicBezTo>
                      <a:cubicBezTo>
                        <a:pt x="3" y="11"/>
                        <a:pt x="6" y="11"/>
                        <a:pt x="9" y="11"/>
                      </a:cubicBezTo>
                      <a:cubicBezTo>
                        <a:pt x="10" y="7"/>
                        <a:pt x="10" y="3"/>
                        <a:pt x="1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6" name="Freeform 158"/>
                <p:cNvSpPr>
                  <a:spLocks/>
                </p:cNvSpPr>
                <p:nvPr/>
              </p:nvSpPr>
              <p:spPr bwMode="auto">
                <a:xfrm>
                  <a:off x="1828" y="1362"/>
                  <a:ext cx="10" cy="11"/>
                </a:xfrm>
                <a:custGeom>
                  <a:avLst/>
                  <a:gdLst>
                    <a:gd name="T0" fmla="*/ 1 w 12"/>
                    <a:gd name="T1" fmla="*/ 11 h 12"/>
                    <a:gd name="T2" fmla="*/ 10 w 12"/>
                    <a:gd name="T3" fmla="*/ 11 h 12"/>
                    <a:gd name="T4" fmla="*/ 9 w 12"/>
                    <a:gd name="T5" fmla="*/ 0 h 12"/>
                    <a:gd name="T6" fmla="*/ 0 w 12"/>
                    <a:gd name="T7" fmla="*/ 0 h 12"/>
                    <a:gd name="T8" fmla="*/ 1 w 12"/>
                    <a:gd name="T9" fmla="*/ 11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 y="12"/>
                      </a:moveTo>
                      <a:cubicBezTo>
                        <a:pt x="4" y="12"/>
                        <a:pt x="8" y="12"/>
                        <a:pt x="12" y="12"/>
                      </a:cubicBezTo>
                      <a:cubicBezTo>
                        <a:pt x="12" y="8"/>
                        <a:pt x="12" y="4"/>
                        <a:pt x="11" y="0"/>
                      </a:cubicBezTo>
                      <a:cubicBezTo>
                        <a:pt x="7" y="0"/>
                        <a:pt x="4" y="0"/>
                        <a:pt x="0" y="0"/>
                      </a:cubicBezTo>
                      <a:cubicBezTo>
                        <a:pt x="0" y="4"/>
                        <a:pt x="0" y="8"/>
                        <a:pt x="1"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7" name="Freeform 159"/>
                <p:cNvSpPr>
                  <a:spLocks/>
                </p:cNvSpPr>
                <p:nvPr/>
              </p:nvSpPr>
              <p:spPr bwMode="auto">
                <a:xfrm>
                  <a:off x="1843" y="1403"/>
                  <a:ext cx="11" cy="11"/>
                </a:xfrm>
                <a:custGeom>
                  <a:avLst/>
                  <a:gdLst>
                    <a:gd name="T0" fmla="*/ 0 w 12"/>
                    <a:gd name="T1" fmla="*/ 0 h 12"/>
                    <a:gd name="T2" fmla="*/ 0 w 12"/>
                    <a:gd name="T3" fmla="*/ 11 h 12"/>
                    <a:gd name="T4" fmla="*/ 11 w 12"/>
                    <a:gd name="T5" fmla="*/ 10 h 12"/>
                    <a:gd name="T6" fmla="*/ 11 w 12"/>
                    <a:gd name="T7" fmla="*/ 0 h 12"/>
                    <a:gd name="T8" fmla="*/ 0 w 12"/>
                    <a:gd name="T9" fmla="*/ 0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0"/>
                      </a:moveTo>
                      <a:cubicBezTo>
                        <a:pt x="0" y="4"/>
                        <a:pt x="0" y="8"/>
                        <a:pt x="0" y="12"/>
                      </a:cubicBezTo>
                      <a:cubicBezTo>
                        <a:pt x="4" y="12"/>
                        <a:pt x="8" y="12"/>
                        <a:pt x="12" y="11"/>
                      </a:cubicBezTo>
                      <a:cubicBezTo>
                        <a:pt x="12" y="7"/>
                        <a:pt x="12" y="3"/>
                        <a:pt x="12" y="0"/>
                      </a:cubicBezTo>
                      <a:lnTo>
                        <a:pt x="0"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8" name="Freeform 160"/>
                <p:cNvSpPr>
                  <a:spLocks/>
                </p:cNvSpPr>
                <p:nvPr/>
              </p:nvSpPr>
              <p:spPr bwMode="auto">
                <a:xfrm>
                  <a:off x="1841" y="1363"/>
                  <a:ext cx="12" cy="11"/>
                </a:xfrm>
                <a:custGeom>
                  <a:avLst/>
                  <a:gdLst>
                    <a:gd name="T0" fmla="*/ 1 w 13"/>
                    <a:gd name="T1" fmla="*/ 10 h 12"/>
                    <a:gd name="T2" fmla="*/ 12 w 13"/>
                    <a:gd name="T3" fmla="*/ 11 h 12"/>
                    <a:gd name="T4" fmla="*/ 11 w 13"/>
                    <a:gd name="T5" fmla="*/ 0 h 12"/>
                    <a:gd name="T6" fmla="*/ 0 w 13"/>
                    <a:gd name="T7" fmla="*/ 0 h 12"/>
                    <a:gd name="T8" fmla="*/ 1 w 13"/>
                    <a:gd name="T9" fmla="*/ 10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1" y="11"/>
                      </a:moveTo>
                      <a:cubicBezTo>
                        <a:pt x="5" y="11"/>
                        <a:pt x="9" y="12"/>
                        <a:pt x="13" y="12"/>
                      </a:cubicBezTo>
                      <a:cubicBezTo>
                        <a:pt x="13" y="8"/>
                        <a:pt x="12" y="4"/>
                        <a:pt x="12" y="0"/>
                      </a:cubicBezTo>
                      <a:cubicBezTo>
                        <a:pt x="8" y="0"/>
                        <a:pt x="4" y="0"/>
                        <a:pt x="0" y="0"/>
                      </a:cubicBezTo>
                      <a:cubicBezTo>
                        <a:pt x="0" y="3"/>
                        <a:pt x="1" y="7"/>
                        <a:pt x="1"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09" name="Freeform 161"/>
                <p:cNvSpPr>
                  <a:spLocks/>
                </p:cNvSpPr>
                <p:nvPr/>
              </p:nvSpPr>
              <p:spPr bwMode="auto">
                <a:xfrm>
                  <a:off x="1773" y="1362"/>
                  <a:ext cx="11" cy="11"/>
                </a:xfrm>
                <a:custGeom>
                  <a:avLst/>
                  <a:gdLst>
                    <a:gd name="T0" fmla="*/ 11 w 13"/>
                    <a:gd name="T1" fmla="*/ 0 h 12"/>
                    <a:gd name="T2" fmla="*/ 1 w 13"/>
                    <a:gd name="T3" fmla="*/ 1 h 12"/>
                    <a:gd name="T4" fmla="*/ 0 w 13"/>
                    <a:gd name="T5" fmla="*/ 11 h 12"/>
                    <a:gd name="T6" fmla="*/ 11 w 13"/>
                    <a:gd name="T7" fmla="*/ 11 h 12"/>
                    <a:gd name="T8" fmla="*/ 11 w 13"/>
                    <a:gd name="T9" fmla="*/ 0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13" y="0"/>
                      </a:moveTo>
                      <a:cubicBezTo>
                        <a:pt x="9" y="0"/>
                        <a:pt x="5" y="1"/>
                        <a:pt x="1" y="1"/>
                      </a:cubicBezTo>
                      <a:cubicBezTo>
                        <a:pt x="1" y="5"/>
                        <a:pt x="1" y="9"/>
                        <a:pt x="0" y="12"/>
                      </a:cubicBezTo>
                      <a:cubicBezTo>
                        <a:pt x="5" y="12"/>
                        <a:pt x="9" y="12"/>
                        <a:pt x="13" y="12"/>
                      </a:cubicBezTo>
                      <a:cubicBezTo>
                        <a:pt x="13" y="8"/>
                        <a:pt x="13" y="4"/>
                        <a:pt x="13"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0" name="Freeform 162"/>
                <p:cNvSpPr>
                  <a:spLocks/>
                </p:cNvSpPr>
                <p:nvPr/>
              </p:nvSpPr>
              <p:spPr bwMode="auto">
                <a:xfrm>
                  <a:off x="1841" y="1429"/>
                  <a:ext cx="12" cy="11"/>
                </a:xfrm>
                <a:custGeom>
                  <a:avLst/>
                  <a:gdLst>
                    <a:gd name="T0" fmla="*/ 0 w 13"/>
                    <a:gd name="T1" fmla="*/ 11 h 12"/>
                    <a:gd name="T2" fmla="*/ 9 w 13"/>
                    <a:gd name="T3" fmla="*/ 11 h 12"/>
                    <a:gd name="T4" fmla="*/ 11 w 13"/>
                    <a:gd name="T5" fmla="*/ 8 h 12"/>
                    <a:gd name="T6" fmla="*/ 12 w 13"/>
                    <a:gd name="T7" fmla="*/ 0 h 12"/>
                    <a:gd name="T8" fmla="*/ 1 w 13"/>
                    <a:gd name="T9" fmla="*/ 0 h 12"/>
                    <a:gd name="T10" fmla="*/ 0 w 13"/>
                    <a:gd name="T11" fmla="*/ 11 h 12"/>
                    <a:gd name="T12" fmla="*/ 0 60000 65536"/>
                    <a:gd name="T13" fmla="*/ 0 60000 65536"/>
                    <a:gd name="T14" fmla="*/ 0 60000 65536"/>
                    <a:gd name="T15" fmla="*/ 0 60000 65536"/>
                    <a:gd name="T16" fmla="*/ 0 60000 65536"/>
                    <a:gd name="T17" fmla="*/ 0 60000 65536"/>
                    <a:gd name="T18" fmla="*/ 0 w 13"/>
                    <a:gd name="T19" fmla="*/ 0 h 12"/>
                    <a:gd name="T20" fmla="*/ 13 w 13"/>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3" h="12">
                      <a:moveTo>
                        <a:pt x="0" y="12"/>
                      </a:moveTo>
                      <a:cubicBezTo>
                        <a:pt x="3" y="12"/>
                        <a:pt x="7" y="12"/>
                        <a:pt x="10" y="12"/>
                      </a:cubicBezTo>
                      <a:cubicBezTo>
                        <a:pt x="11" y="11"/>
                        <a:pt x="12" y="10"/>
                        <a:pt x="12" y="9"/>
                      </a:cubicBezTo>
                      <a:cubicBezTo>
                        <a:pt x="12" y="6"/>
                        <a:pt x="13" y="3"/>
                        <a:pt x="13" y="0"/>
                      </a:cubicBezTo>
                      <a:cubicBezTo>
                        <a:pt x="9" y="0"/>
                        <a:pt x="5" y="0"/>
                        <a:pt x="1" y="0"/>
                      </a:cubicBezTo>
                      <a:cubicBezTo>
                        <a:pt x="0" y="4"/>
                        <a:pt x="0" y="8"/>
                        <a:pt x="0"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1" name="Freeform 163"/>
                <p:cNvSpPr>
                  <a:spLocks/>
                </p:cNvSpPr>
                <p:nvPr/>
              </p:nvSpPr>
              <p:spPr bwMode="auto">
                <a:xfrm>
                  <a:off x="1869" y="1390"/>
                  <a:ext cx="6" cy="9"/>
                </a:xfrm>
                <a:custGeom>
                  <a:avLst/>
                  <a:gdLst>
                    <a:gd name="T0" fmla="*/ 4 w 6"/>
                    <a:gd name="T1" fmla="*/ 9 h 10"/>
                    <a:gd name="T2" fmla="*/ 6 w 6"/>
                    <a:gd name="T3" fmla="*/ 0 h 10"/>
                    <a:gd name="T4" fmla="*/ 0 w 6"/>
                    <a:gd name="T5" fmla="*/ 0 h 10"/>
                    <a:gd name="T6" fmla="*/ 1 w 6"/>
                    <a:gd name="T7" fmla="*/ 9 h 10"/>
                    <a:gd name="T8" fmla="*/ 1 w 6"/>
                    <a:gd name="T9" fmla="*/ 9 h 10"/>
                    <a:gd name="T10" fmla="*/ 4 w 6"/>
                    <a:gd name="T11" fmla="*/ 9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4" y="10"/>
                      </a:moveTo>
                      <a:cubicBezTo>
                        <a:pt x="5" y="7"/>
                        <a:pt x="6" y="3"/>
                        <a:pt x="6" y="0"/>
                      </a:cubicBezTo>
                      <a:cubicBezTo>
                        <a:pt x="4" y="0"/>
                        <a:pt x="2" y="0"/>
                        <a:pt x="0" y="0"/>
                      </a:cubicBezTo>
                      <a:cubicBezTo>
                        <a:pt x="1" y="3"/>
                        <a:pt x="1" y="7"/>
                        <a:pt x="1" y="10"/>
                      </a:cubicBezTo>
                      <a:cubicBezTo>
                        <a:pt x="1" y="10"/>
                        <a:pt x="1" y="10"/>
                        <a:pt x="1" y="10"/>
                      </a:cubicBezTo>
                      <a:lnTo>
                        <a:pt x="4" y="1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2" name="Freeform 164"/>
                <p:cNvSpPr>
                  <a:spLocks/>
                </p:cNvSpPr>
                <p:nvPr/>
              </p:nvSpPr>
              <p:spPr bwMode="auto">
                <a:xfrm>
                  <a:off x="1856" y="1428"/>
                  <a:ext cx="2" cy="5"/>
                </a:xfrm>
                <a:custGeom>
                  <a:avLst/>
                  <a:gdLst>
                    <a:gd name="T0" fmla="*/ 1 w 3"/>
                    <a:gd name="T1" fmla="*/ 1 h 5"/>
                    <a:gd name="T2" fmla="*/ 0 w 3"/>
                    <a:gd name="T3" fmla="*/ 5 h 5"/>
                    <a:gd name="T4" fmla="*/ 2 w 3"/>
                    <a:gd name="T5" fmla="*/ 0 h 5"/>
                    <a:gd name="T6" fmla="*/ 1 w 3"/>
                    <a:gd name="T7" fmla="*/ 1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1" y="1"/>
                      </a:moveTo>
                      <a:cubicBezTo>
                        <a:pt x="1" y="2"/>
                        <a:pt x="1" y="3"/>
                        <a:pt x="0" y="5"/>
                      </a:cubicBezTo>
                      <a:cubicBezTo>
                        <a:pt x="1" y="3"/>
                        <a:pt x="2" y="2"/>
                        <a:pt x="3" y="0"/>
                      </a:cubicBezTo>
                      <a:cubicBezTo>
                        <a:pt x="2" y="0"/>
                        <a:pt x="2" y="1"/>
                        <a:pt x="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3" name="Freeform 165"/>
                <p:cNvSpPr>
                  <a:spLocks/>
                </p:cNvSpPr>
                <p:nvPr/>
              </p:nvSpPr>
              <p:spPr bwMode="auto">
                <a:xfrm>
                  <a:off x="1840" y="1443"/>
                  <a:ext cx="8" cy="10"/>
                </a:xfrm>
                <a:custGeom>
                  <a:avLst/>
                  <a:gdLst>
                    <a:gd name="T0" fmla="*/ 1 w 8"/>
                    <a:gd name="T1" fmla="*/ 1 h 11"/>
                    <a:gd name="T2" fmla="*/ 0 w 8"/>
                    <a:gd name="T3" fmla="*/ 10 h 11"/>
                    <a:gd name="T4" fmla="*/ 8 w 8"/>
                    <a:gd name="T5" fmla="*/ 10 h 11"/>
                    <a:gd name="T6" fmla="*/ 7 w 8"/>
                    <a:gd name="T7" fmla="*/ 1 h 11"/>
                    <a:gd name="T8" fmla="*/ 8 w 8"/>
                    <a:gd name="T9" fmla="*/ 0 h 11"/>
                    <a:gd name="T10" fmla="*/ 1 w 8"/>
                    <a:gd name="T11" fmla="*/ 1 h 11"/>
                    <a:gd name="T12" fmla="*/ 0 60000 65536"/>
                    <a:gd name="T13" fmla="*/ 0 60000 65536"/>
                    <a:gd name="T14" fmla="*/ 0 60000 65536"/>
                    <a:gd name="T15" fmla="*/ 0 60000 65536"/>
                    <a:gd name="T16" fmla="*/ 0 60000 65536"/>
                    <a:gd name="T17" fmla="*/ 0 60000 65536"/>
                    <a:gd name="T18" fmla="*/ 0 w 8"/>
                    <a:gd name="T19" fmla="*/ 0 h 11"/>
                    <a:gd name="T20" fmla="*/ 8 w 8"/>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8" h="11">
                      <a:moveTo>
                        <a:pt x="1" y="1"/>
                      </a:moveTo>
                      <a:cubicBezTo>
                        <a:pt x="1" y="4"/>
                        <a:pt x="0" y="8"/>
                        <a:pt x="0" y="11"/>
                      </a:cubicBezTo>
                      <a:cubicBezTo>
                        <a:pt x="3" y="11"/>
                        <a:pt x="5" y="11"/>
                        <a:pt x="8" y="11"/>
                      </a:cubicBezTo>
                      <a:cubicBezTo>
                        <a:pt x="7" y="1"/>
                        <a:pt x="7" y="1"/>
                        <a:pt x="7" y="1"/>
                      </a:cubicBezTo>
                      <a:cubicBezTo>
                        <a:pt x="7" y="1"/>
                        <a:pt x="8" y="1"/>
                        <a:pt x="8" y="0"/>
                      </a:cubicBezTo>
                      <a:cubicBezTo>
                        <a:pt x="6" y="1"/>
                        <a:pt x="3" y="1"/>
                        <a:pt x="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4" name="Freeform 166"/>
                <p:cNvSpPr>
                  <a:spLocks/>
                </p:cNvSpPr>
                <p:nvPr/>
              </p:nvSpPr>
              <p:spPr bwMode="auto">
                <a:xfrm>
                  <a:off x="1773" y="1388"/>
                  <a:ext cx="10" cy="11"/>
                </a:xfrm>
                <a:custGeom>
                  <a:avLst/>
                  <a:gdLst>
                    <a:gd name="T0" fmla="*/ 10 w 12"/>
                    <a:gd name="T1" fmla="*/ 3 h 12"/>
                    <a:gd name="T2" fmla="*/ 10 w 12"/>
                    <a:gd name="T3" fmla="*/ 0 h 12"/>
                    <a:gd name="T4" fmla="*/ 0 w 12"/>
                    <a:gd name="T5" fmla="*/ 1 h 12"/>
                    <a:gd name="T6" fmla="*/ 0 w 12"/>
                    <a:gd name="T7" fmla="*/ 3 h 12"/>
                    <a:gd name="T8" fmla="*/ 0 w 12"/>
                    <a:gd name="T9" fmla="*/ 11 h 12"/>
                    <a:gd name="T10" fmla="*/ 10 w 12"/>
                    <a:gd name="T11" fmla="*/ 11 h 12"/>
                    <a:gd name="T12" fmla="*/ 10 w 12"/>
                    <a:gd name="T13" fmla="*/ 3 h 12"/>
                    <a:gd name="T14" fmla="*/ 0 60000 65536"/>
                    <a:gd name="T15" fmla="*/ 0 60000 65536"/>
                    <a:gd name="T16" fmla="*/ 0 60000 65536"/>
                    <a:gd name="T17" fmla="*/ 0 60000 65536"/>
                    <a:gd name="T18" fmla="*/ 0 60000 65536"/>
                    <a:gd name="T19" fmla="*/ 0 60000 65536"/>
                    <a:gd name="T20" fmla="*/ 0 60000 65536"/>
                    <a:gd name="T21" fmla="*/ 0 w 12"/>
                    <a:gd name="T22" fmla="*/ 0 h 12"/>
                    <a:gd name="T23" fmla="*/ 12 w 12"/>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2">
                      <a:moveTo>
                        <a:pt x="12" y="3"/>
                      </a:moveTo>
                      <a:cubicBezTo>
                        <a:pt x="12" y="2"/>
                        <a:pt x="12" y="1"/>
                        <a:pt x="12" y="0"/>
                      </a:cubicBezTo>
                      <a:cubicBezTo>
                        <a:pt x="8" y="0"/>
                        <a:pt x="4" y="1"/>
                        <a:pt x="0" y="1"/>
                      </a:cubicBezTo>
                      <a:cubicBezTo>
                        <a:pt x="0" y="2"/>
                        <a:pt x="0" y="2"/>
                        <a:pt x="0" y="3"/>
                      </a:cubicBezTo>
                      <a:cubicBezTo>
                        <a:pt x="0" y="6"/>
                        <a:pt x="0" y="9"/>
                        <a:pt x="0" y="12"/>
                      </a:cubicBezTo>
                      <a:cubicBezTo>
                        <a:pt x="12" y="12"/>
                        <a:pt x="12" y="12"/>
                        <a:pt x="12" y="12"/>
                      </a:cubicBezTo>
                      <a:cubicBezTo>
                        <a:pt x="12" y="9"/>
                        <a:pt x="12" y="6"/>
                        <a:pt x="12" y="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5" name="Freeform 167"/>
                <p:cNvSpPr>
                  <a:spLocks/>
                </p:cNvSpPr>
                <p:nvPr/>
              </p:nvSpPr>
              <p:spPr bwMode="auto">
                <a:xfrm>
                  <a:off x="1829" y="1403"/>
                  <a:ext cx="10" cy="11"/>
                </a:xfrm>
                <a:custGeom>
                  <a:avLst/>
                  <a:gdLst>
                    <a:gd name="T0" fmla="*/ 0 w 12"/>
                    <a:gd name="T1" fmla="*/ 0 h 12"/>
                    <a:gd name="T2" fmla="*/ 0 w 12"/>
                    <a:gd name="T3" fmla="*/ 11 h 12"/>
                    <a:gd name="T4" fmla="*/ 10 w 12"/>
                    <a:gd name="T5" fmla="*/ 11 h 12"/>
                    <a:gd name="T6" fmla="*/ 10 w 12"/>
                    <a:gd name="T7" fmla="*/ 0 h 12"/>
                    <a:gd name="T8" fmla="*/ 0 w 12"/>
                    <a:gd name="T9" fmla="*/ 0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0"/>
                      </a:moveTo>
                      <a:cubicBezTo>
                        <a:pt x="0" y="4"/>
                        <a:pt x="0" y="8"/>
                        <a:pt x="0" y="12"/>
                      </a:cubicBezTo>
                      <a:cubicBezTo>
                        <a:pt x="4" y="12"/>
                        <a:pt x="8" y="12"/>
                        <a:pt x="12" y="12"/>
                      </a:cubicBezTo>
                      <a:cubicBezTo>
                        <a:pt x="12" y="8"/>
                        <a:pt x="12" y="4"/>
                        <a:pt x="12" y="0"/>
                      </a:cubicBezTo>
                      <a:lnTo>
                        <a:pt x="0"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6" name="Freeform 168"/>
                <p:cNvSpPr>
                  <a:spLocks/>
                </p:cNvSpPr>
                <p:nvPr/>
              </p:nvSpPr>
              <p:spPr bwMode="auto">
                <a:xfrm>
                  <a:off x="1857" y="1389"/>
                  <a:ext cx="10" cy="10"/>
                </a:xfrm>
                <a:custGeom>
                  <a:avLst/>
                  <a:gdLst>
                    <a:gd name="T0" fmla="*/ 0 w 10"/>
                    <a:gd name="T1" fmla="*/ 10 h 11"/>
                    <a:gd name="T2" fmla="*/ 10 w 10"/>
                    <a:gd name="T3" fmla="*/ 10 h 11"/>
                    <a:gd name="T4" fmla="*/ 10 w 10"/>
                    <a:gd name="T5" fmla="*/ 10 h 11"/>
                    <a:gd name="T6" fmla="*/ 10 w 10"/>
                    <a:gd name="T7" fmla="*/ 1 h 11"/>
                    <a:gd name="T8" fmla="*/ 0 w 10"/>
                    <a:gd name="T9" fmla="*/ 0 h 11"/>
                    <a:gd name="T10" fmla="*/ 0 w 10"/>
                    <a:gd name="T11" fmla="*/ 10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cubicBezTo>
                        <a:pt x="10" y="11"/>
                        <a:pt x="10" y="11"/>
                        <a:pt x="10" y="11"/>
                      </a:cubicBezTo>
                      <a:cubicBezTo>
                        <a:pt x="10" y="11"/>
                        <a:pt x="10" y="11"/>
                        <a:pt x="10" y="11"/>
                      </a:cubicBezTo>
                      <a:cubicBezTo>
                        <a:pt x="10" y="8"/>
                        <a:pt x="10" y="4"/>
                        <a:pt x="10" y="1"/>
                      </a:cubicBezTo>
                      <a:cubicBezTo>
                        <a:pt x="6" y="1"/>
                        <a:pt x="3" y="0"/>
                        <a:pt x="0" y="0"/>
                      </a:cubicBezTo>
                      <a:cubicBezTo>
                        <a:pt x="0" y="4"/>
                        <a:pt x="0" y="8"/>
                        <a:pt x="0"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7" name="Freeform 169"/>
                <p:cNvSpPr>
                  <a:spLocks/>
                </p:cNvSpPr>
                <p:nvPr/>
              </p:nvSpPr>
              <p:spPr bwMode="auto">
                <a:xfrm>
                  <a:off x="1746" y="1410"/>
                  <a:ext cx="1" cy="2"/>
                </a:xfrm>
                <a:custGeom>
                  <a:avLst/>
                  <a:gdLst>
                    <a:gd name="T0" fmla="*/ 1 w 1"/>
                    <a:gd name="T1" fmla="*/ 2 h 2"/>
                    <a:gd name="T2" fmla="*/ 1 w 1"/>
                    <a:gd name="T3" fmla="*/ 0 h 2"/>
                    <a:gd name="T4" fmla="*/ 0 w 1"/>
                    <a:gd name="T5" fmla="*/ 2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cubicBezTo>
                        <a:pt x="1" y="2"/>
                        <a:pt x="1" y="1"/>
                        <a:pt x="1" y="0"/>
                      </a:cubicBezTo>
                      <a:cubicBezTo>
                        <a:pt x="1" y="1"/>
                        <a:pt x="0" y="2"/>
                        <a:pt x="0" y="2"/>
                      </a:cubicBezTo>
                      <a:cubicBezTo>
                        <a:pt x="0" y="2"/>
                        <a:pt x="1" y="2"/>
                        <a:pt x="1" y="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8" name="Freeform 170"/>
                <p:cNvSpPr>
                  <a:spLocks/>
                </p:cNvSpPr>
                <p:nvPr/>
              </p:nvSpPr>
              <p:spPr bwMode="auto">
                <a:xfrm>
                  <a:off x="1853" y="1339"/>
                  <a:ext cx="10" cy="9"/>
                </a:xfrm>
                <a:custGeom>
                  <a:avLst/>
                  <a:gdLst>
                    <a:gd name="T0" fmla="*/ 10 w 11"/>
                    <a:gd name="T1" fmla="*/ 9 h 10"/>
                    <a:gd name="T2" fmla="*/ 9 w 11"/>
                    <a:gd name="T3" fmla="*/ 5 h 10"/>
                    <a:gd name="T4" fmla="*/ 3 w 11"/>
                    <a:gd name="T5" fmla="*/ 1 h 10"/>
                    <a:gd name="T6" fmla="*/ 0 w 11"/>
                    <a:gd name="T7" fmla="*/ 0 h 10"/>
                    <a:gd name="T8" fmla="*/ 1 w 11"/>
                    <a:gd name="T9" fmla="*/ 8 h 10"/>
                    <a:gd name="T10" fmla="*/ 10 w 11"/>
                    <a:gd name="T11" fmla="*/ 9 h 10"/>
                    <a:gd name="T12" fmla="*/ 0 60000 65536"/>
                    <a:gd name="T13" fmla="*/ 0 60000 65536"/>
                    <a:gd name="T14" fmla="*/ 0 60000 65536"/>
                    <a:gd name="T15" fmla="*/ 0 60000 65536"/>
                    <a:gd name="T16" fmla="*/ 0 60000 65536"/>
                    <a:gd name="T17" fmla="*/ 0 60000 65536"/>
                    <a:gd name="T18" fmla="*/ 0 w 11"/>
                    <a:gd name="T19" fmla="*/ 0 h 10"/>
                    <a:gd name="T20" fmla="*/ 11 w 1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1" h="10">
                      <a:moveTo>
                        <a:pt x="11" y="10"/>
                      </a:moveTo>
                      <a:cubicBezTo>
                        <a:pt x="11" y="9"/>
                        <a:pt x="10" y="8"/>
                        <a:pt x="10" y="6"/>
                      </a:cubicBezTo>
                      <a:cubicBezTo>
                        <a:pt x="8" y="4"/>
                        <a:pt x="6" y="2"/>
                        <a:pt x="3" y="1"/>
                      </a:cubicBezTo>
                      <a:cubicBezTo>
                        <a:pt x="2" y="0"/>
                        <a:pt x="1" y="0"/>
                        <a:pt x="0" y="0"/>
                      </a:cubicBezTo>
                      <a:cubicBezTo>
                        <a:pt x="0" y="3"/>
                        <a:pt x="0" y="6"/>
                        <a:pt x="1" y="9"/>
                      </a:cubicBezTo>
                      <a:cubicBezTo>
                        <a:pt x="4" y="10"/>
                        <a:pt x="7" y="10"/>
                        <a:pt x="11"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19" name="Freeform 171"/>
                <p:cNvSpPr>
                  <a:spLocks/>
                </p:cNvSpPr>
                <p:nvPr/>
              </p:nvSpPr>
              <p:spPr bwMode="auto">
                <a:xfrm>
                  <a:off x="1751" y="1403"/>
                  <a:ext cx="6" cy="10"/>
                </a:xfrm>
                <a:custGeom>
                  <a:avLst/>
                  <a:gdLst>
                    <a:gd name="T0" fmla="*/ 6 w 7"/>
                    <a:gd name="T1" fmla="*/ 0 h 11"/>
                    <a:gd name="T2" fmla="*/ 2 w 7"/>
                    <a:gd name="T3" fmla="*/ 0 h 11"/>
                    <a:gd name="T4" fmla="*/ 0 w 7"/>
                    <a:gd name="T5" fmla="*/ 4 h 11"/>
                    <a:gd name="T6" fmla="*/ 0 w 7"/>
                    <a:gd name="T7" fmla="*/ 10 h 11"/>
                    <a:gd name="T8" fmla="*/ 6 w 7"/>
                    <a:gd name="T9" fmla="*/ 10 h 11"/>
                    <a:gd name="T10" fmla="*/ 6 w 7"/>
                    <a:gd name="T11" fmla="*/ 0 h 11"/>
                    <a:gd name="T12" fmla="*/ 0 60000 65536"/>
                    <a:gd name="T13" fmla="*/ 0 60000 65536"/>
                    <a:gd name="T14" fmla="*/ 0 60000 65536"/>
                    <a:gd name="T15" fmla="*/ 0 60000 65536"/>
                    <a:gd name="T16" fmla="*/ 0 60000 65536"/>
                    <a:gd name="T17" fmla="*/ 0 60000 65536"/>
                    <a:gd name="T18" fmla="*/ 0 w 7"/>
                    <a:gd name="T19" fmla="*/ 0 h 11"/>
                    <a:gd name="T20" fmla="*/ 7 w 7"/>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7" h="11">
                      <a:moveTo>
                        <a:pt x="7" y="0"/>
                      </a:moveTo>
                      <a:cubicBezTo>
                        <a:pt x="2" y="0"/>
                        <a:pt x="2" y="0"/>
                        <a:pt x="2" y="0"/>
                      </a:cubicBezTo>
                      <a:cubicBezTo>
                        <a:pt x="1" y="1"/>
                        <a:pt x="1" y="2"/>
                        <a:pt x="0" y="4"/>
                      </a:cubicBezTo>
                      <a:cubicBezTo>
                        <a:pt x="0" y="6"/>
                        <a:pt x="0" y="8"/>
                        <a:pt x="0" y="11"/>
                      </a:cubicBezTo>
                      <a:cubicBezTo>
                        <a:pt x="2" y="11"/>
                        <a:pt x="5" y="11"/>
                        <a:pt x="7" y="11"/>
                      </a:cubicBezTo>
                      <a:cubicBezTo>
                        <a:pt x="7" y="7"/>
                        <a:pt x="7" y="3"/>
                        <a:pt x="7"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0" name="Freeform 172"/>
                <p:cNvSpPr>
                  <a:spLocks/>
                </p:cNvSpPr>
                <p:nvPr/>
              </p:nvSpPr>
              <p:spPr bwMode="auto">
                <a:xfrm>
                  <a:off x="1754" y="1364"/>
                  <a:ext cx="4" cy="10"/>
                </a:xfrm>
                <a:custGeom>
                  <a:avLst/>
                  <a:gdLst>
                    <a:gd name="T0" fmla="*/ 3 w 4"/>
                    <a:gd name="T1" fmla="*/ 10 h 11"/>
                    <a:gd name="T2" fmla="*/ 4 w 4"/>
                    <a:gd name="T3" fmla="*/ 0 h 11"/>
                    <a:gd name="T4" fmla="*/ 3 w 4"/>
                    <a:gd name="T5" fmla="*/ 0 h 11"/>
                    <a:gd name="T6" fmla="*/ 0 w 4"/>
                    <a:gd name="T7" fmla="*/ 10 h 11"/>
                    <a:gd name="T8" fmla="*/ 3 w 4"/>
                    <a:gd name="T9" fmla="*/ 10 h 11"/>
                    <a:gd name="T10" fmla="*/ 0 60000 65536"/>
                    <a:gd name="T11" fmla="*/ 0 60000 65536"/>
                    <a:gd name="T12" fmla="*/ 0 60000 65536"/>
                    <a:gd name="T13" fmla="*/ 0 60000 65536"/>
                    <a:gd name="T14" fmla="*/ 0 60000 65536"/>
                    <a:gd name="T15" fmla="*/ 0 w 4"/>
                    <a:gd name="T16" fmla="*/ 0 h 11"/>
                    <a:gd name="T17" fmla="*/ 4 w 4"/>
                    <a:gd name="T18" fmla="*/ 11 h 11"/>
                  </a:gdLst>
                  <a:ahLst/>
                  <a:cxnLst>
                    <a:cxn ang="T10">
                      <a:pos x="T0" y="T1"/>
                    </a:cxn>
                    <a:cxn ang="T11">
                      <a:pos x="T2" y="T3"/>
                    </a:cxn>
                    <a:cxn ang="T12">
                      <a:pos x="T4" y="T5"/>
                    </a:cxn>
                    <a:cxn ang="T13">
                      <a:pos x="T6" y="T7"/>
                    </a:cxn>
                    <a:cxn ang="T14">
                      <a:pos x="T8" y="T9"/>
                    </a:cxn>
                  </a:cxnLst>
                  <a:rect l="T15" t="T16" r="T17" b="T18"/>
                  <a:pathLst>
                    <a:path w="4" h="11">
                      <a:moveTo>
                        <a:pt x="3" y="11"/>
                      </a:moveTo>
                      <a:cubicBezTo>
                        <a:pt x="3" y="8"/>
                        <a:pt x="3" y="4"/>
                        <a:pt x="4" y="0"/>
                      </a:cubicBezTo>
                      <a:cubicBezTo>
                        <a:pt x="3" y="0"/>
                        <a:pt x="3" y="0"/>
                        <a:pt x="3" y="0"/>
                      </a:cubicBezTo>
                      <a:cubicBezTo>
                        <a:pt x="2" y="3"/>
                        <a:pt x="1" y="7"/>
                        <a:pt x="0" y="11"/>
                      </a:cubicBezTo>
                      <a:cubicBezTo>
                        <a:pt x="1" y="11"/>
                        <a:pt x="2" y="11"/>
                        <a:pt x="3"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1" name="Freeform 173"/>
                <p:cNvSpPr>
                  <a:spLocks/>
                </p:cNvSpPr>
                <p:nvPr/>
              </p:nvSpPr>
              <p:spPr bwMode="auto">
                <a:xfrm>
                  <a:off x="1753" y="1427"/>
                  <a:ext cx="7" cy="11"/>
                </a:xfrm>
                <a:custGeom>
                  <a:avLst/>
                  <a:gdLst>
                    <a:gd name="T0" fmla="*/ 0 w 8"/>
                    <a:gd name="T1" fmla="*/ 11 h 12"/>
                    <a:gd name="T2" fmla="*/ 7 w 8"/>
                    <a:gd name="T3" fmla="*/ 11 h 12"/>
                    <a:gd name="T4" fmla="*/ 6 w 8"/>
                    <a:gd name="T5" fmla="*/ 1 h 12"/>
                    <a:gd name="T6" fmla="*/ 1 w 8"/>
                    <a:gd name="T7" fmla="*/ 0 h 12"/>
                    <a:gd name="T8" fmla="*/ 0 w 8"/>
                    <a:gd name="T9" fmla="*/ 4 h 12"/>
                    <a:gd name="T10" fmla="*/ 0 w 8"/>
                    <a:gd name="T11" fmla="*/ 11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2"/>
                      </a:moveTo>
                      <a:cubicBezTo>
                        <a:pt x="3" y="12"/>
                        <a:pt x="5" y="12"/>
                        <a:pt x="8" y="12"/>
                      </a:cubicBezTo>
                      <a:cubicBezTo>
                        <a:pt x="7" y="8"/>
                        <a:pt x="7" y="5"/>
                        <a:pt x="7" y="1"/>
                      </a:cubicBezTo>
                      <a:cubicBezTo>
                        <a:pt x="5" y="1"/>
                        <a:pt x="3" y="1"/>
                        <a:pt x="1" y="0"/>
                      </a:cubicBezTo>
                      <a:cubicBezTo>
                        <a:pt x="1" y="1"/>
                        <a:pt x="0" y="3"/>
                        <a:pt x="0" y="4"/>
                      </a:cubicBezTo>
                      <a:cubicBezTo>
                        <a:pt x="0" y="7"/>
                        <a:pt x="0" y="9"/>
                        <a:pt x="0"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2" name="Freeform 174"/>
                <p:cNvSpPr>
                  <a:spLocks/>
                </p:cNvSpPr>
                <p:nvPr/>
              </p:nvSpPr>
              <p:spPr bwMode="auto">
                <a:xfrm>
                  <a:off x="1754" y="1378"/>
                  <a:ext cx="3" cy="9"/>
                </a:xfrm>
                <a:custGeom>
                  <a:avLst/>
                  <a:gdLst>
                    <a:gd name="T0" fmla="*/ 3 w 3"/>
                    <a:gd name="T1" fmla="*/ 0 h 10"/>
                    <a:gd name="T2" fmla="*/ 0 w 3"/>
                    <a:gd name="T3" fmla="*/ 0 h 10"/>
                    <a:gd name="T4" fmla="*/ 1 w 3"/>
                    <a:gd name="T5" fmla="*/ 9 h 10"/>
                    <a:gd name="T6" fmla="*/ 2 w 3"/>
                    <a:gd name="T7" fmla="*/ 9 h 10"/>
                    <a:gd name="T8" fmla="*/ 3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3" y="0"/>
                      </a:moveTo>
                      <a:cubicBezTo>
                        <a:pt x="2" y="0"/>
                        <a:pt x="1" y="0"/>
                        <a:pt x="0" y="0"/>
                      </a:cubicBezTo>
                      <a:cubicBezTo>
                        <a:pt x="0" y="3"/>
                        <a:pt x="0" y="6"/>
                        <a:pt x="1" y="10"/>
                      </a:cubicBezTo>
                      <a:cubicBezTo>
                        <a:pt x="1" y="10"/>
                        <a:pt x="2" y="10"/>
                        <a:pt x="2" y="10"/>
                      </a:cubicBezTo>
                      <a:cubicBezTo>
                        <a:pt x="3" y="6"/>
                        <a:pt x="3" y="3"/>
                        <a:pt x="3"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3" name="Freeform 175"/>
                <p:cNvSpPr>
                  <a:spLocks/>
                </p:cNvSpPr>
                <p:nvPr/>
              </p:nvSpPr>
              <p:spPr bwMode="auto">
                <a:xfrm>
                  <a:off x="1761" y="1363"/>
                  <a:ext cx="9" cy="11"/>
                </a:xfrm>
                <a:custGeom>
                  <a:avLst/>
                  <a:gdLst>
                    <a:gd name="T0" fmla="*/ 0 w 10"/>
                    <a:gd name="T1" fmla="*/ 11 h 12"/>
                    <a:gd name="T2" fmla="*/ 9 w 10"/>
                    <a:gd name="T3" fmla="*/ 11 h 12"/>
                    <a:gd name="T4" fmla="*/ 9 w 10"/>
                    <a:gd name="T5" fmla="*/ 0 h 12"/>
                    <a:gd name="T6" fmla="*/ 1 w 10"/>
                    <a:gd name="T7" fmla="*/ 1 h 12"/>
                    <a:gd name="T8" fmla="*/ 0 w 10"/>
                    <a:gd name="T9" fmla="*/ 11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3" y="12"/>
                        <a:pt x="6" y="12"/>
                        <a:pt x="10" y="12"/>
                      </a:cubicBezTo>
                      <a:cubicBezTo>
                        <a:pt x="10" y="8"/>
                        <a:pt x="10" y="4"/>
                        <a:pt x="10" y="0"/>
                      </a:cubicBezTo>
                      <a:cubicBezTo>
                        <a:pt x="7" y="0"/>
                        <a:pt x="4" y="0"/>
                        <a:pt x="1" y="1"/>
                      </a:cubicBezTo>
                      <a:cubicBezTo>
                        <a:pt x="0" y="4"/>
                        <a:pt x="0" y="8"/>
                        <a:pt x="0"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4" name="Freeform 176"/>
                <p:cNvSpPr>
                  <a:spLocks/>
                </p:cNvSpPr>
                <p:nvPr/>
              </p:nvSpPr>
              <p:spPr bwMode="auto">
                <a:xfrm>
                  <a:off x="1788" y="1417"/>
                  <a:ext cx="11" cy="9"/>
                </a:xfrm>
                <a:custGeom>
                  <a:avLst/>
                  <a:gdLst>
                    <a:gd name="T0" fmla="*/ 11 w 12"/>
                    <a:gd name="T1" fmla="*/ 9 h 10"/>
                    <a:gd name="T2" fmla="*/ 10 w 12"/>
                    <a:gd name="T3" fmla="*/ 0 h 10"/>
                    <a:gd name="T4" fmla="*/ 0 w 12"/>
                    <a:gd name="T5" fmla="*/ 0 h 10"/>
                    <a:gd name="T6" fmla="*/ 0 w 12"/>
                    <a:gd name="T7" fmla="*/ 9 h 10"/>
                    <a:gd name="T8" fmla="*/ 11 w 12"/>
                    <a:gd name="T9" fmla="*/ 9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10"/>
                      </a:moveTo>
                      <a:cubicBezTo>
                        <a:pt x="12" y="7"/>
                        <a:pt x="11" y="3"/>
                        <a:pt x="11" y="0"/>
                      </a:cubicBezTo>
                      <a:cubicBezTo>
                        <a:pt x="8" y="0"/>
                        <a:pt x="4" y="0"/>
                        <a:pt x="0" y="0"/>
                      </a:cubicBezTo>
                      <a:cubicBezTo>
                        <a:pt x="0" y="3"/>
                        <a:pt x="0" y="6"/>
                        <a:pt x="0" y="10"/>
                      </a:cubicBezTo>
                      <a:cubicBezTo>
                        <a:pt x="4" y="10"/>
                        <a:pt x="8" y="10"/>
                        <a:pt x="12"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5" name="Freeform 177"/>
                <p:cNvSpPr>
                  <a:spLocks/>
                </p:cNvSpPr>
                <p:nvPr/>
              </p:nvSpPr>
              <p:spPr bwMode="auto">
                <a:xfrm>
                  <a:off x="1801" y="1417"/>
                  <a:ext cx="10" cy="9"/>
                </a:xfrm>
                <a:custGeom>
                  <a:avLst/>
                  <a:gdLst>
                    <a:gd name="T0" fmla="*/ 10 w 11"/>
                    <a:gd name="T1" fmla="*/ 0 h 10"/>
                    <a:gd name="T2" fmla="*/ 0 w 11"/>
                    <a:gd name="T3" fmla="*/ 0 h 10"/>
                    <a:gd name="T4" fmla="*/ 1 w 11"/>
                    <a:gd name="T5" fmla="*/ 9 h 10"/>
                    <a:gd name="T6" fmla="*/ 10 w 11"/>
                    <a:gd name="T7" fmla="*/ 9 h 10"/>
                    <a:gd name="T8" fmla="*/ 10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11" y="0"/>
                      </a:moveTo>
                      <a:cubicBezTo>
                        <a:pt x="8" y="0"/>
                        <a:pt x="4" y="0"/>
                        <a:pt x="0" y="0"/>
                      </a:cubicBezTo>
                      <a:cubicBezTo>
                        <a:pt x="0" y="3"/>
                        <a:pt x="0" y="7"/>
                        <a:pt x="1" y="10"/>
                      </a:cubicBezTo>
                      <a:cubicBezTo>
                        <a:pt x="4" y="10"/>
                        <a:pt x="8" y="10"/>
                        <a:pt x="11" y="10"/>
                      </a:cubicBezTo>
                      <a:lnTo>
                        <a:pt x="11"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6" name="Freeform 178"/>
                <p:cNvSpPr>
                  <a:spLocks/>
                </p:cNvSpPr>
                <p:nvPr/>
              </p:nvSpPr>
              <p:spPr bwMode="auto">
                <a:xfrm>
                  <a:off x="1787" y="1403"/>
                  <a:ext cx="11" cy="11"/>
                </a:xfrm>
                <a:custGeom>
                  <a:avLst/>
                  <a:gdLst>
                    <a:gd name="T0" fmla="*/ 11 w 12"/>
                    <a:gd name="T1" fmla="*/ 11 h 12"/>
                    <a:gd name="T2" fmla="*/ 11 w 12"/>
                    <a:gd name="T3" fmla="*/ 0 h 12"/>
                    <a:gd name="T4" fmla="*/ 0 w 12"/>
                    <a:gd name="T5" fmla="*/ 0 h 12"/>
                    <a:gd name="T6" fmla="*/ 1 w 12"/>
                    <a:gd name="T7" fmla="*/ 11 h 12"/>
                    <a:gd name="T8" fmla="*/ 11 w 12"/>
                    <a:gd name="T9" fmla="*/ 11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2" y="12"/>
                      </a:moveTo>
                      <a:cubicBezTo>
                        <a:pt x="12" y="8"/>
                        <a:pt x="12" y="4"/>
                        <a:pt x="12" y="0"/>
                      </a:cubicBezTo>
                      <a:cubicBezTo>
                        <a:pt x="0" y="0"/>
                        <a:pt x="0" y="0"/>
                        <a:pt x="0" y="0"/>
                      </a:cubicBezTo>
                      <a:cubicBezTo>
                        <a:pt x="0" y="4"/>
                        <a:pt x="0" y="8"/>
                        <a:pt x="1" y="12"/>
                      </a:cubicBezTo>
                      <a:cubicBezTo>
                        <a:pt x="5" y="12"/>
                        <a:pt x="8" y="12"/>
                        <a:pt x="12"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7" name="Freeform 179"/>
                <p:cNvSpPr>
                  <a:spLocks/>
                </p:cNvSpPr>
                <p:nvPr/>
              </p:nvSpPr>
              <p:spPr bwMode="auto">
                <a:xfrm>
                  <a:off x="1829" y="1417"/>
                  <a:ext cx="10" cy="9"/>
                </a:xfrm>
                <a:custGeom>
                  <a:avLst/>
                  <a:gdLst>
                    <a:gd name="T0" fmla="*/ 10 w 12"/>
                    <a:gd name="T1" fmla="*/ 0 h 10"/>
                    <a:gd name="T2" fmla="*/ 0 w 12"/>
                    <a:gd name="T3" fmla="*/ 0 h 10"/>
                    <a:gd name="T4" fmla="*/ 0 w 12"/>
                    <a:gd name="T5" fmla="*/ 9 h 10"/>
                    <a:gd name="T6" fmla="*/ 9 w 12"/>
                    <a:gd name="T7" fmla="*/ 9 h 10"/>
                    <a:gd name="T8" fmla="*/ 10 w 12"/>
                    <a:gd name="T9" fmla="*/ 0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0"/>
                      </a:moveTo>
                      <a:cubicBezTo>
                        <a:pt x="8" y="0"/>
                        <a:pt x="4" y="0"/>
                        <a:pt x="0" y="0"/>
                      </a:cubicBezTo>
                      <a:cubicBezTo>
                        <a:pt x="0" y="3"/>
                        <a:pt x="0" y="7"/>
                        <a:pt x="0" y="10"/>
                      </a:cubicBezTo>
                      <a:cubicBezTo>
                        <a:pt x="3" y="10"/>
                        <a:pt x="7" y="10"/>
                        <a:pt x="11" y="10"/>
                      </a:cubicBezTo>
                      <a:cubicBezTo>
                        <a:pt x="11" y="6"/>
                        <a:pt x="11" y="3"/>
                        <a:pt x="1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8" name="Freeform 180"/>
                <p:cNvSpPr>
                  <a:spLocks/>
                </p:cNvSpPr>
                <p:nvPr/>
              </p:nvSpPr>
              <p:spPr bwMode="auto">
                <a:xfrm>
                  <a:off x="1815" y="1417"/>
                  <a:ext cx="10" cy="9"/>
                </a:xfrm>
                <a:custGeom>
                  <a:avLst/>
                  <a:gdLst>
                    <a:gd name="T0" fmla="*/ 10 w 11"/>
                    <a:gd name="T1" fmla="*/ 0 h 10"/>
                    <a:gd name="T2" fmla="*/ 0 w 11"/>
                    <a:gd name="T3" fmla="*/ 0 h 10"/>
                    <a:gd name="T4" fmla="*/ 0 w 11"/>
                    <a:gd name="T5" fmla="*/ 9 h 10"/>
                    <a:gd name="T6" fmla="*/ 10 w 11"/>
                    <a:gd name="T7" fmla="*/ 9 h 10"/>
                    <a:gd name="T8" fmla="*/ 10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11" y="0"/>
                      </a:moveTo>
                      <a:cubicBezTo>
                        <a:pt x="7" y="0"/>
                        <a:pt x="3" y="0"/>
                        <a:pt x="0" y="0"/>
                      </a:cubicBezTo>
                      <a:cubicBezTo>
                        <a:pt x="0" y="10"/>
                        <a:pt x="0" y="10"/>
                        <a:pt x="0" y="10"/>
                      </a:cubicBezTo>
                      <a:cubicBezTo>
                        <a:pt x="3" y="10"/>
                        <a:pt x="7" y="10"/>
                        <a:pt x="11" y="10"/>
                      </a:cubicBezTo>
                      <a:cubicBezTo>
                        <a:pt x="11" y="7"/>
                        <a:pt x="11" y="3"/>
                        <a:pt x="1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29" name="Freeform 181"/>
                <p:cNvSpPr>
                  <a:spLocks/>
                </p:cNvSpPr>
                <p:nvPr/>
              </p:nvSpPr>
              <p:spPr bwMode="auto">
                <a:xfrm>
                  <a:off x="1801" y="1388"/>
                  <a:ext cx="10" cy="11"/>
                </a:xfrm>
                <a:custGeom>
                  <a:avLst/>
                  <a:gdLst>
                    <a:gd name="T0" fmla="*/ 0 w 12"/>
                    <a:gd name="T1" fmla="*/ 0 h 12"/>
                    <a:gd name="T2" fmla="*/ 0 w 12"/>
                    <a:gd name="T3" fmla="*/ 2 h 12"/>
                    <a:gd name="T4" fmla="*/ 0 w 12"/>
                    <a:gd name="T5" fmla="*/ 11 h 12"/>
                    <a:gd name="T6" fmla="*/ 10 w 12"/>
                    <a:gd name="T7" fmla="*/ 11 h 12"/>
                    <a:gd name="T8" fmla="*/ 10 w 12"/>
                    <a:gd name="T9" fmla="*/ 0 h 12"/>
                    <a:gd name="T10" fmla="*/ 6 w 12"/>
                    <a:gd name="T11" fmla="*/ 0 h 12"/>
                    <a:gd name="T12" fmla="*/ 0 w 12"/>
                    <a:gd name="T13" fmla="*/ 0 h 12"/>
                    <a:gd name="T14" fmla="*/ 0 60000 65536"/>
                    <a:gd name="T15" fmla="*/ 0 60000 65536"/>
                    <a:gd name="T16" fmla="*/ 0 60000 65536"/>
                    <a:gd name="T17" fmla="*/ 0 60000 65536"/>
                    <a:gd name="T18" fmla="*/ 0 60000 65536"/>
                    <a:gd name="T19" fmla="*/ 0 60000 65536"/>
                    <a:gd name="T20" fmla="*/ 0 60000 65536"/>
                    <a:gd name="T21" fmla="*/ 0 w 12"/>
                    <a:gd name="T22" fmla="*/ 0 h 12"/>
                    <a:gd name="T23" fmla="*/ 12 w 12"/>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2">
                      <a:moveTo>
                        <a:pt x="0" y="0"/>
                      </a:moveTo>
                      <a:cubicBezTo>
                        <a:pt x="0" y="1"/>
                        <a:pt x="0" y="1"/>
                        <a:pt x="0" y="2"/>
                      </a:cubicBezTo>
                      <a:cubicBezTo>
                        <a:pt x="0" y="5"/>
                        <a:pt x="0" y="9"/>
                        <a:pt x="0" y="12"/>
                      </a:cubicBezTo>
                      <a:cubicBezTo>
                        <a:pt x="12" y="12"/>
                        <a:pt x="12" y="12"/>
                        <a:pt x="12" y="12"/>
                      </a:cubicBezTo>
                      <a:cubicBezTo>
                        <a:pt x="12" y="0"/>
                        <a:pt x="12" y="0"/>
                        <a:pt x="12" y="0"/>
                      </a:cubicBezTo>
                      <a:cubicBezTo>
                        <a:pt x="10" y="0"/>
                        <a:pt x="9" y="0"/>
                        <a:pt x="7" y="0"/>
                      </a:cubicBezTo>
                      <a:cubicBezTo>
                        <a:pt x="5" y="0"/>
                        <a:pt x="3"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0" name="Freeform 182"/>
                <p:cNvSpPr>
                  <a:spLocks/>
                </p:cNvSpPr>
                <p:nvPr/>
              </p:nvSpPr>
              <p:spPr bwMode="auto">
                <a:xfrm>
                  <a:off x="1843" y="1389"/>
                  <a:ext cx="11" cy="10"/>
                </a:xfrm>
                <a:custGeom>
                  <a:avLst/>
                  <a:gdLst>
                    <a:gd name="T0" fmla="*/ 11 w 12"/>
                    <a:gd name="T1" fmla="*/ 0 h 11"/>
                    <a:gd name="T2" fmla="*/ 0 w 12"/>
                    <a:gd name="T3" fmla="*/ 0 h 11"/>
                    <a:gd name="T4" fmla="*/ 0 w 12"/>
                    <a:gd name="T5" fmla="*/ 10 h 11"/>
                    <a:gd name="T6" fmla="*/ 11 w 12"/>
                    <a:gd name="T7" fmla="*/ 10 h 11"/>
                    <a:gd name="T8" fmla="*/ 11 w 12"/>
                    <a:gd name="T9" fmla="*/ 0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0"/>
                      </a:moveTo>
                      <a:cubicBezTo>
                        <a:pt x="8" y="0"/>
                        <a:pt x="4" y="0"/>
                        <a:pt x="0" y="0"/>
                      </a:cubicBezTo>
                      <a:cubicBezTo>
                        <a:pt x="0" y="4"/>
                        <a:pt x="0" y="7"/>
                        <a:pt x="0" y="11"/>
                      </a:cubicBezTo>
                      <a:cubicBezTo>
                        <a:pt x="12" y="11"/>
                        <a:pt x="12" y="11"/>
                        <a:pt x="12" y="11"/>
                      </a:cubicBezTo>
                      <a:cubicBezTo>
                        <a:pt x="12" y="8"/>
                        <a:pt x="12" y="4"/>
                        <a:pt x="1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1" name="Freeform 183"/>
                <p:cNvSpPr>
                  <a:spLocks/>
                </p:cNvSpPr>
                <p:nvPr/>
              </p:nvSpPr>
              <p:spPr bwMode="auto">
                <a:xfrm>
                  <a:off x="1760" y="1377"/>
                  <a:ext cx="9" cy="9"/>
                </a:xfrm>
                <a:custGeom>
                  <a:avLst/>
                  <a:gdLst>
                    <a:gd name="T0" fmla="*/ 9 w 10"/>
                    <a:gd name="T1" fmla="*/ 9 h 10"/>
                    <a:gd name="T2" fmla="*/ 9 w 10"/>
                    <a:gd name="T3" fmla="*/ 0 h 10"/>
                    <a:gd name="T4" fmla="*/ 1 w 10"/>
                    <a:gd name="T5" fmla="*/ 1 h 10"/>
                    <a:gd name="T6" fmla="*/ 0 w 10"/>
                    <a:gd name="T7" fmla="*/ 9 h 10"/>
                    <a:gd name="T8" fmla="*/ 9 w 10"/>
                    <a:gd name="T9" fmla="*/ 9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10"/>
                      </a:moveTo>
                      <a:cubicBezTo>
                        <a:pt x="10" y="7"/>
                        <a:pt x="10" y="4"/>
                        <a:pt x="10" y="0"/>
                      </a:cubicBezTo>
                      <a:cubicBezTo>
                        <a:pt x="7" y="1"/>
                        <a:pt x="4" y="1"/>
                        <a:pt x="1" y="1"/>
                      </a:cubicBezTo>
                      <a:cubicBezTo>
                        <a:pt x="0" y="4"/>
                        <a:pt x="0" y="7"/>
                        <a:pt x="0" y="10"/>
                      </a:cubicBezTo>
                      <a:cubicBezTo>
                        <a:pt x="3" y="10"/>
                        <a:pt x="7" y="10"/>
                        <a:pt x="10"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2" name="Freeform 184"/>
                <p:cNvSpPr>
                  <a:spLocks/>
                </p:cNvSpPr>
                <p:nvPr/>
              </p:nvSpPr>
              <p:spPr bwMode="auto">
                <a:xfrm>
                  <a:off x="1773" y="1377"/>
                  <a:ext cx="11" cy="9"/>
                </a:xfrm>
                <a:custGeom>
                  <a:avLst/>
                  <a:gdLst>
                    <a:gd name="T0" fmla="*/ 11 w 13"/>
                    <a:gd name="T1" fmla="*/ 0 h 10"/>
                    <a:gd name="T2" fmla="*/ 0 w 13"/>
                    <a:gd name="T3" fmla="*/ 0 h 10"/>
                    <a:gd name="T4" fmla="*/ 0 w 13"/>
                    <a:gd name="T5" fmla="*/ 9 h 10"/>
                    <a:gd name="T6" fmla="*/ 10 w 13"/>
                    <a:gd name="T7" fmla="*/ 9 h 10"/>
                    <a:gd name="T8" fmla="*/ 11 w 13"/>
                    <a:gd name="T9" fmla="*/ 0 h 10"/>
                    <a:gd name="T10" fmla="*/ 0 60000 65536"/>
                    <a:gd name="T11" fmla="*/ 0 60000 65536"/>
                    <a:gd name="T12" fmla="*/ 0 60000 65536"/>
                    <a:gd name="T13" fmla="*/ 0 60000 65536"/>
                    <a:gd name="T14" fmla="*/ 0 60000 65536"/>
                    <a:gd name="T15" fmla="*/ 0 w 13"/>
                    <a:gd name="T16" fmla="*/ 0 h 10"/>
                    <a:gd name="T17" fmla="*/ 13 w 13"/>
                    <a:gd name="T18" fmla="*/ 10 h 10"/>
                  </a:gdLst>
                  <a:ahLst/>
                  <a:cxnLst>
                    <a:cxn ang="T10">
                      <a:pos x="T0" y="T1"/>
                    </a:cxn>
                    <a:cxn ang="T11">
                      <a:pos x="T2" y="T3"/>
                    </a:cxn>
                    <a:cxn ang="T12">
                      <a:pos x="T4" y="T5"/>
                    </a:cxn>
                    <a:cxn ang="T13">
                      <a:pos x="T6" y="T7"/>
                    </a:cxn>
                    <a:cxn ang="T14">
                      <a:pos x="T8" y="T9"/>
                    </a:cxn>
                  </a:cxnLst>
                  <a:rect l="T15" t="T16" r="T17" b="T18"/>
                  <a:pathLst>
                    <a:path w="13" h="10">
                      <a:moveTo>
                        <a:pt x="13" y="0"/>
                      </a:moveTo>
                      <a:cubicBezTo>
                        <a:pt x="8" y="0"/>
                        <a:pt x="4" y="0"/>
                        <a:pt x="0" y="0"/>
                      </a:cubicBezTo>
                      <a:cubicBezTo>
                        <a:pt x="0" y="4"/>
                        <a:pt x="0" y="7"/>
                        <a:pt x="0" y="10"/>
                      </a:cubicBezTo>
                      <a:cubicBezTo>
                        <a:pt x="4" y="10"/>
                        <a:pt x="8" y="10"/>
                        <a:pt x="12" y="10"/>
                      </a:cubicBezTo>
                      <a:cubicBezTo>
                        <a:pt x="12" y="6"/>
                        <a:pt x="12" y="3"/>
                        <a:pt x="13"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3" name="Freeform 185"/>
                <p:cNvSpPr>
                  <a:spLocks/>
                </p:cNvSpPr>
                <p:nvPr/>
              </p:nvSpPr>
              <p:spPr bwMode="auto">
                <a:xfrm>
                  <a:off x="1787" y="1388"/>
                  <a:ext cx="11" cy="11"/>
                </a:xfrm>
                <a:custGeom>
                  <a:avLst/>
                  <a:gdLst>
                    <a:gd name="T0" fmla="*/ 11 w 12"/>
                    <a:gd name="T1" fmla="*/ 2 h 12"/>
                    <a:gd name="T2" fmla="*/ 11 w 12"/>
                    <a:gd name="T3" fmla="*/ 0 h 12"/>
                    <a:gd name="T4" fmla="*/ 0 w 12"/>
                    <a:gd name="T5" fmla="*/ 0 h 12"/>
                    <a:gd name="T6" fmla="*/ 0 w 12"/>
                    <a:gd name="T7" fmla="*/ 3 h 12"/>
                    <a:gd name="T8" fmla="*/ 0 w 12"/>
                    <a:gd name="T9" fmla="*/ 11 h 12"/>
                    <a:gd name="T10" fmla="*/ 11 w 12"/>
                    <a:gd name="T11" fmla="*/ 11 h 12"/>
                    <a:gd name="T12" fmla="*/ 11 w 12"/>
                    <a:gd name="T13" fmla="*/ 2 h 12"/>
                    <a:gd name="T14" fmla="*/ 0 60000 65536"/>
                    <a:gd name="T15" fmla="*/ 0 60000 65536"/>
                    <a:gd name="T16" fmla="*/ 0 60000 65536"/>
                    <a:gd name="T17" fmla="*/ 0 60000 65536"/>
                    <a:gd name="T18" fmla="*/ 0 60000 65536"/>
                    <a:gd name="T19" fmla="*/ 0 60000 65536"/>
                    <a:gd name="T20" fmla="*/ 0 60000 65536"/>
                    <a:gd name="T21" fmla="*/ 0 w 12"/>
                    <a:gd name="T22" fmla="*/ 0 h 12"/>
                    <a:gd name="T23" fmla="*/ 12 w 12"/>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2">
                      <a:moveTo>
                        <a:pt x="12" y="2"/>
                      </a:moveTo>
                      <a:cubicBezTo>
                        <a:pt x="12" y="1"/>
                        <a:pt x="12" y="1"/>
                        <a:pt x="12" y="0"/>
                      </a:cubicBezTo>
                      <a:cubicBezTo>
                        <a:pt x="8" y="0"/>
                        <a:pt x="4" y="0"/>
                        <a:pt x="0" y="0"/>
                      </a:cubicBezTo>
                      <a:cubicBezTo>
                        <a:pt x="0" y="1"/>
                        <a:pt x="0" y="2"/>
                        <a:pt x="0" y="3"/>
                      </a:cubicBezTo>
                      <a:cubicBezTo>
                        <a:pt x="0" y="6"/>
                        <a:pt x="0" y="9"/>
                        <a:pt x="0" y="12"/>
                      </a:cubicBezTo>
                      <a:cubicBezTo>
                        <a:pt x="12" y="12"/>
                        <a:pt x="12" y="12"/>
                        <a:pt x="12" y="12"/>
                      </a:cubicBezTo>
                      <a:cubicBezTo>
                        <a:pt x="12" y="9"/>
                        <a:pt x="12" y="5"/>
                        <a:pt x="12" y="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4" name="Freeform 186"/>
                <p:cNvSpPr>
                  <a:spLocks/>
                </p:cNvSpPr>
                <p:nvPr/>
              </p:nvSpPr>
              <p:spPr bwMode="auto">
                <a:xfrm>
                  <a:off x="1801" y="1403"/>
                  <a:ext cx="10" cy="11"/>
                </a:xfrm>
                <a:custGeom>
                  <a:avLst/>
                  <a:gdLst>
                    <a:gd name="T0" fmla="*/ 1 w 12"/>
                    <a:gd name="T1" fmla="*/ 11 h 12"/>
                    <a:gd name="T2" fmla="*/ 10 w 12"/>
                    <a:gd name="T3" fmla="*/ 11 h 12"/>
                    <a:gd name="T4" fmla="*/ 10 w 12"/>
                    <a:gd name="T5" fmla="*/ 0 h 12"/>
                    <a:gd name="T6" fmla="*/ 0 w 12"/>
                    <a:gd name="T7" fmla="*/ 0 h 12"/>
                    <a:gd name="T8" fmla="*/ 1 w 12"/>
                    <a:gd name="T9" fmla="*/ 11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 y="12"/>
                      </a:moveTo>
                      <a:cubicBezTo>
                        <a:pt x="5" y="12"/>
                        <a:pt x="9" y="12"/>
                        <a:pt x="12" y="12"/>
                      </a:cubicBezTo>
                      <a:cubicBezTo>
                        <a:pt x="12" y="0"/>
                        <a:pt x="12" y="0"/>
                        <a:pt x="12" y="0"/>
                      </a:cubicBezTo>
                      <a:cubicBezTo>
                        <a:pt x="0" y="0"/>
                        <a:pt x="0" y="0"/>
                        <a:pt x="0" y="0"/>
                      </a:cubicBezTo>
                      <a:cubicBezTo>
                        <a:pt x="1" y="4"/>
                        <a:pt x="1" y="8"/>
                        <a:pt x="1"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5" name="Freeform 187"/>
                <p:cNvSpPr>
                  <a:spLocks/>
                </p:cNvSpPr>
                <p:nvPr/>
              </p:nvSpPr>
              <p:spPr bwMode="auto">
                <a:xfrm>
                  <a:off x="1815" y="1388"/>
                  <a:ext cx="11" cy="11"/>
                </a:xfrm>
                <a:custGeom>
                  <a:avLst/>
                  <a:gdLst>
                    <a:gd name="T0" fmla="*/ 0 w 12"/>
                    <a:gd name="T1" fmla="*/ 11 h 12"/>
                    <a:gd name="T2" fmla="*/ 11 w 12"/>
                    <a:gd name="T3" fmla="*/ 11 h 12"/>
                    <a:gd name="T4" fmla="*/ 11 w 12"/>
                    <a:gd name="T5" fmla="*/ 11 h 12"/>
                    <a:gd name="T6" fmla="*/ 11 w 12"/>
                    <a:gd name="T7" fmla="*/ 0 h 12"/>
                    <a:gd name="T8" fmla="*/ 0 w 12"/>
                    <a:gd name="T9" fmla="*/ 0 h 12"/>
                    <a:gd name="T10" fmla="*/ 0 w 12"/>
                    <a:gd name="T11" fmla="*/ 11 h 12"/>
                    <a:gd name="T12" fmla="*/ 0 60000 65536"/>
                    <a:gd name="T13" fmla="*/ 0 60000 65536"/>
                    <a:gd name="T14" fmla="*/ 0 60000 65536"/>
                    <a:gd name="T15" fmla="*/ 0 60000 65536"/>
                    <a:gd name="T16" fmla="*/ 0 60000 65536"/>
                    <a:gd name="T17" fmla="*/ 0 60000 65536"/>
                    <a:gd name="T18" fmla="*/ 0 w 12"/>
                    <a:gd name="T19" fmla="*/ 0 h 12"/>
                    <a:gd name="T20" fmla="*/ 12 w 12"/>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2" h="12">
                      <a:moveTo>
                        <a:pt x="0" y="12"/>
                      </a:moveTo>
                      <a:cubicBezTo>
                        <a:pt x="12" y="12"/>
                        <a:pt x="12" y="12"/>
                        <a:pt x="12" y="12"/>
                      </a:cubicBezTo>
                      <a:cubicBezTo>
                        <a:pt x="12" y="12"/>
                        <a:pt x="12" y="12"/>
                        <a:pt x="12" y="12"/>
                      </a:cubicBezTo>
                      <a:cubicBezTo>
                        <a:pt x="12" y="8"/>
                        <a:pt x="12" y="4"/>
                        <a:pt x="12" y="0"/>
                      </a:cubicBezTo>
                      <a:cubicBezTo>
                        <a:pt x="7" y="0"/>
                        <a:pt x="3" y="0"/>
                        <a:pt x="0" y="0"/>
                      </a:cubicBezTo>
                      <a:lnTo>
                        <a:pt x="0" y="12"/>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6" name="Freeform 188"/>
                <p:cNvSpPr>
                  <a:spLocks/>
                </p:cNvSpPr>
                <p:nvPr/>
              </p:nvSpPr>
              <p:spPr bwMode="auto">
                <a:xfrm>
                  <a:off x="1815" y="1403"/>
                  <a:ext cx="11" cy="11"/>
                </a:xfrm>
                <a:custGeom>
                  <a:avLst/>
                  <a:gdLst>
                    <a:gd name="T0" fmla="*/ 11 w 12"/>
                    <a:gd name="T1" fmla="*/ 0 h 12"/>
                    <a:gd name="T2" fmla="*/ 0 w 12"/>
                    <a:gd name="T3" fmla="*/ 0 h 12"/>
                    <a:gd name="T4" fmla="*/ 0 w 12"/>
                    <a:gd name="T5" fmla="*/ 11 h 12"/>
                    <a:gd name="T6" fmla="*/ 10 w 12"/>
                    <a:gd name="T7" fmla="*/ 11 h 12"/>
                    <a:gd name="T8" fmla="*/ 11 w 12"/>
                    <a:gd name="T9" fmla="*/ 0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2" y="0"/>
                      </a:moveTo>
                      <a:cubicBezTo>
                        <a:pt x="0" y="0"/>
                        <a:pt x="0" y="0"/>
                        <a:pt x="0" y="0"/>
                      </a:cubicBezTo>
                      <a:cubicBezTo>
                        <a:pt x="0" y="12"/>
                        <a:pt x="0" y="12"/>
                        <a:pt x="0" y="12"/>
                      </a:cubicBezTo>
                      <a:cubicBezTo>
                        <a:pt x="3" y="12"/>
                        <a:pt x="7" y="12"/>
                        <a:pt x="11" y="12"/>
                      </a:cubicBezTo>
                      <a:cubicBezTo>
                        <a:pt x="12" y="8"/>
                        <a:pt x="12" y="4"/>
                        <a:pt x="1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7" name="Freeform 189"/>
                <p:cNvSpPr>
                  <a:spLocks/>
                </p:cNvSpPr>
                <p:nvPr/>
              </p:nvSpPr>
              <p:spPr bwMode="auto">
                <a:xfrm>
                  <a:off x="1791" y="1331"/>
                  <a:ext cx="10" cy="3"/>
                </a:xfrm>
                <a:custGeom>
                  <a:avLst/>
                  <a:gdLst>
                    <a:gd name="T0" fmla="*/ 0 w 11"/>
                    <a:gd name="T1" fmla="*/ 3 h 4"/>
                    <a:gd name="T2" fmla="*/ 9 w 11"/>
                    <a:gd name="T3" fmla="*/ 3 h 4"/>
                    <a:gd name="T4" fmla="*/ 10 w 11"/>
                    <a:gd name="T5" fmla="*/ 0 h 4"/>
                    <a:gd name="T6" fmla="*/ 0 w 11"/>
                    <a:gd name="T7" fmla="*/ 2 h 4"/>
                    <a:gd name="T8" fmla="*/ 0 w 11"/>
                    <a:gd name="T9" fmla="*/ 3 h 4"/>
                    <a:gd name="T10" fmla="*/ 0 60000 65536"/>
                    <a:gd name="T11" fmla="*/ 0 60000 65536"/>
                    <a:gd name="T12" fmla="*/ 0 60000 65536"/>
                    <a:gd name="T13" fmla="*/ 0 60000 65536"/>
                    <a:gd name="T14" fmla="*/ 0 60000 65536"/>
                    <a:gd name="T15" fmla="*/ 0 w 11"/>
                    <a:gd name="T16" fmla="*/ 0 h 4"/>
                    <a:gd name="T17" fmla="*/ 11 w 11"/>
                    <a:gd name="T18" fmla="*/ 4 h 4"/>
                  </a:gdLst>
                  <a:ahLst/>
                  <a:cxnLst>
                    <a:cxn ang="T10">
                      <a:pos x="T0" y="T1"/>
                    </a:cxn>
                    <a:cxn ang="T11">
                      <a:pos x="T2" y="T3"/>
                    </a:cxn>
                    <a:cxn ang="T12">
                      <a:pos x="T4" y="T5"/>
                    </a:cxn>
                    <a:cxn ang="T13">
                      <a:pos x="T6" y="T7"/>
                    </a:cxn>
                    <a:cxn ang="T14">
                      <a:pos x="T8" y="T9"/>
                    </a:cxn>
                  </a:cxnLst>
                  <a:rect l="T15" t="T16" r="T17" b="T18"/>
                  <a:pathLst>
                    <a:path w="11" h="4">
                      <a:moveTo>
                        <a:pt x="0" y="4"/>
                      </a:moveTo>
                      <a:cubicBezTo>
                        <a:pt x="3" y="4"/>
                        <a:pt x="7" y="4"/>
                        <a:pt x="10" y="4"/>
                      </a:cubicBezTo>
                      <a:cubicBezTo>
                        <a:pt x="11" y="2"/>
                        <a:pt x="11" y="1"/>
                        <a:pt x="11" y="0"/>
                      </a:cubicBezTo>
                      <a:cubicBezTo>
                        <a:pt x="7" y="0"/>
                        <a:pt x="3" y="1"/>
                        <a:pt x="0" y="2"/>
                      </a:cubicBezTo>
                      <a:cubicBezTo>
                        <a:pt x="0" y="3"/>
                        <a:pt x="0" y="3"/>
                        <a:pt x="0" y="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8" name="Freeform 190"/>
                <p:cNvSpPr>
                  <a:spLocks/>
                </p:cNvSpPr>
                <p:nvPr/>
              </p:nvSpPr>
              <p:spPr bwMode="auto">
                <a:xfrm>
                  <a:off x="1801" y="1349"/>
                  <a:ext cx="10" cy="10"/>
                </a:xfrm>
                <a:custGeom>
                  <a:avLst/>
                  <a:gdLst>
                    <a:gd name="T0" fmla="*/ 1 w 11"/>
                    <a:gd name="T1" fmla="*/ 0 h 11"/>
                    <a:gd name="T2" fmla="*/ 0 w 11"/>
                    <a:gd name="T3" fmla="*/ 10 h 11"/>
                    <a:gd name="T4" fmla="*/ 9 w 11"/>
                    <a:gd name="T5" fmla="*/ 10 h 11"/>
                    <a:gd name="T6" fmla="*/ 10 w 11"/>
                    <a:gd name="T7" fmla="*/ 10 h 11"/>
                    <a:gd name="T8" fmla="*/ 10 w 11"/>
                    <a:gd name="T9" fmla="*/ 0 h 11"/>
                    <a:gd name="T10" fmla="*/ 9 w 11"/>
                    <a:gd name="T11" fmla="*/ 0 h 11"/>
                    <a:gd name="T12" fmla="*/ 1 w 11"/>
                    <a:gd name="T13" fmla="*/ 0 h 11"/>
                    <a:gd name="T14" fmla="*/ 0 60000 65536"/>
                    <a:gd name="T15" fmla="*/ 0 60000 65536"/>
                    <a:gd name="T16" fmla="*/ 0 60000 65536"/>
                    <a:gd name="T17" fmla="*/ 0 60000 65536"/>
                    <a:gd name="T18" fmla="*/ 0 60000 65536"/>
                    <a:gd name="T19" fmla="*/ 0 60000 65536"/>
                    <a:gd name="T20" fmla="*/ 0 60000 65536"/>
                    <a:gd name="T21" fmla="*/ 0 w 11"/>
                    <a:gd name="T22" fmla="*/ 0 h 11"/>
                    <a:gd name="T23" fmla="*/ 11 w 11"/>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1">
                      <a:moveTo>
                        <a:pt x="1" y="0"/>
                      </a:moveTo>
                      <a:cubicBezTo>
                        <a:pt x="1" y="4"/>
                        <a:pt x="1" y="7"/>
                        <a:pt x="0" y="11"/>
                      </a:cubicBezTo>
                      <a:cubicBezTo>
                        <a:pt x="4" y="11"/>
                        <a:pt x="7" y="11"/>
                        <a:pt x="10" y="11"/>
                      </a:cubicBezTo>
                      <a:cubicBezTo>
                        <a:pt x="10" y="11"/>
                        <a:pt x="11" y="11"/>
                        <a:pt x="11" y="11"/>
                      </a:cubicBezTo>
                      <a:cubicBezTo>
                        <a:pt x="11" y="0"/>
                        <a:pt x="11" y="0"/>
                        <a:pt x="11" y="0"/>
                      </a:cubicBezTo>
                      <a:cubicBezTo>
                        <a:pt x="11" y="0"/>
                        <a:pt x="10" y="0"/>
                        <a:pt x="10" y="0"/>
                      </a:cubicBezTo>
                      <a:cubicBezTo>
                        <a:pt x="7" y="0"/>
                        <a:pt x="4" y="0"/>
                        <a:pt x="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39" name="Freeform 191"/>
                <p:cNvSpPr>
                  <a:spLocks/>
                </p:cNvSpPr>
                <p:nvPr/>
              </p:nvSpPr>
              <p:spPr bwMode="auto">
                <a:xfrm>
                  <a:off x="1815" y="1469"/>
                  <a:ext cx="7" cy="6"/>
                </a:xfrm>
                <a:custGeom>
                  <a:avLst/>
                  <a:gdLst>
                    <a:gd name="T0" fmla="*/ 1 w 8"/>
                    <a:gd name="T1" fmla="*/ 6 h 7"/>
                    <a:gd name="T2" fmla="*/ 7 w 8"/>
                    <a:gd name="T3" fmla="*/ 6 h 7"/>
                    <a:gd name="T4" fmla="*/ 7 w 8"/>
                    <a:gd name="T5" fmla="*/ 0 h 7"/>
                    <a:gd name="T6" fmla="*/ 1 w 8"/>
                    <a:gd name="T7" fmla="*/ 0 h 7"/>
                    <a:gd name="T8" fmla="*/ 0 w 8"/>
                    <a:gd name="T9" fmla="*/ 0 h 7"/>
                    <a:gd name="T10" fmla="*/ 0 w 8"/>
                    <a:gd name="T11" fmla="*/ 6 h 7"/>
                    <a:gd name="T12" fmla="*/ 1 w 8"/>
                    <a:gd name="T13" fmla="*/ 6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1" y="7"/>
                      </a:moveTo>
                      <a:cubicBezTo>
                        <a:pt x="3" y="7"/>
                        <a:pt x="5" y="7"/>
                        <a:pt x="8" y="7"/>
                      </a:cubicBezTo>
                      <a:cubicBezTo>
                        <a:pt x="8" y="4"/>
                        <a:pt x="8" y="2"/>
                        <a:pt x="8" y="0"/>
                      </a:cubicBezTo>
                      <a:cubicBezTo>
                        <a:pt x="6" y="0"/>
                        <a:pt x="3" y="0"/>
                        <a:pt x="1" y="0"/>
                      </a:cubicBezTo>
                      <a:cubicBezTo>
                        <a:pt x="1" y="0"/>
                        <a:pt x="0" y="0"/>
                        <a:pt x="0" y="0"/>
                      </a:cubicBezTo>
                      <a:cubicBezTo>
                        <a:pt x="0" y="7"/>
                        <a:pt x="0" y="7"/>
                        <a:pt x="0" y="7"/>
                      </a:cubicBezTo>
                      <a:cubicBezTo>
                        <a:pt x="0" y="7"/>
                        <a:pt x="1" y="7"/>
                        <a:pt x="1" y="7"/>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0" name="Freeform 192"/>
                <p:cNvSpPr>
                  <a:spLocks/>
                </p:cNvSpPr>
                <p:nvPr/>
              </p:nvSpPr>
              <p:spPr bwMode="auto">
                <a:xfrm>
                  <a:off x="1838" y="1467"/>
                  <a:ext cx="10" cy="7"/>
                </a:xfrm>
                <a:custGeom>
                  <a:avLst/>
                  <a:gdLst>
                    <a:gd name="T0" fmla="*/ 10 w 11"/>
                    <a:gd name="T1" fmla="*/ 0 h 8"/>
                    <a:gd name="T2" fmla="*/ 1 w 11"/>
                    <a:gd name="T3" fmla="*/ 1 h 8"/>
                    <a:gd name="T4" fmla="*/ 0 w 11"/>
                    <a:gd name="T5" fmla="*/ 7 h 8"/>
                    <a:gd name="T6" fmla="*/ 10 w 11"/>
                    <a:gd name="T7" fmla="*/ 6 h 8"/>
                    <a:gd name="T8" fmla="*/ 10 w 11"/>
                    <a:gd name="T9" fmla="*/ 0 h 8"/>
                    <a:gd name="T10" fmla="*/ 0 60000 65536"/>
                    <a:gd name="T11" fmla="*/ 0 60000 65536"/>
                    <a:gd name="T12" fmla="*/ 0 60000 65536"/>
                    <a:gd name="T13" fmla="*/ 0 60000 65536"/>
                    <a:gd name="T14" fmla="*/ 0 60000 65536"/>
                    <a:gd name="T15" fmla="*/ 0 w 11"/>
                    <a:gd name="T16" fmla="*/ 0 h 8"/>
                    <a:gd name="T17" fmla="*/ 11 w 11"/>
                    <a:gd name="T18" fmla="*/ 8 h 8"/>
                  </a:gdLst>
                  <a:ahLst/>
                  <a:cxnLst>
                    <a:cxn ang="T10">
                      <a:pos x="T0" y="T1"/>
                    </a:cxn>
                    <a:cxn ang="T11">
                      <a:pos x="T2" y="T3"/>
                    </a:cxn>
                    <a:cxn ang="T12">
                      <a:pos x="T4" y="T5"/>
                    </a:cxn>
                    <a:cxn ang="T13">
                      <a:pos x="T6" y="T7"/>
                    </a:cxn>
                    <a:cxn ang="T14">
                      <a:pos x="T8" y="T9"/>
                    </a:cxn>
                  </a:cxnLst>
                  <a:rect l="T15" t="T16" r="T17" b="T18"/>
                  <a:pathLst>
                    <a:path w="11" h="8">
                      <a:moveTo>
                        <a:pt x="11" y="0"/>
                      </a:moveTo>
                      <a:cubicBezTo>
                        <a:pt x="7" y="1"/>
                        <a:pt x="4" y="1"/>
                        <a:pt x="1" y="1"/>
                      </a:cubicBezTo>
                      <a:cubicBezTo>
                        <a:pt x="1" y="3"/>
                        <a:pt x="0" y="6"/>
                        <a:pt x="0" y="8"/>
                      </a:cubicBezTo>
                      <a:cubicBezTo>
                        <a:pt x="4" y="8"/>
                        <a:pt x="7" y="7"/>
                        <a:pt x="11" y="7"/>
                      </a:cubicBezTo>
                      <a:lnTo>
                        <a:pt x="11"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1" name="Freeform 193"/>
                <p:cNvSpPr>
                  <a:spLocks/>
                </p:cNvSpPr>
                <p:nvPr/>
              </p:nvSpPr>
              <p:spPr bwMode="auto">
                <a:xfrm>
                  <a:off x="1839" y="1338"/>
                  <a:ext cx="11" cy="9"/>
                </a:xfrm>
                <a:custGeom>
                  <a:avLst/>
                  <a:gdLst>
                    <a:gd name="T0" fmla="*/ 11 w 12"/>
                    <a:gd name="T1" fmla="*/ 9 h 10"/>
                    <a:gd name="T2" fmla="*/ 10 w 12"/>
                    <a:gd name="T3" fmla="*/ 1 h 10"/>
                    <a:gd name="T4" fmla="*/ 0 w 12"/>
                    <a:gd name="T5" fmla="*/ 0 h 10"/>
                    <a:gd name="T6" fmla="*/ 1 w 12"/>
                    <a:gd name="T7" fmla="*/ 8 h 10"/>
                    <a:gd name="T8" fmla="*/ 11 w 12"/>
                    <a:gd name="T9" fmla="*/ 9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10"/>
                      </a:moveTo>
                      <a:cubicBezTo>
                        <a:pt x="12" y="7"/>
                        <a:pt x="11" y="4"/>
                        <a:pt x="11" y="1"/>
                      </a:cubicBezTo>
                      <a:cubicBezTo>
                        <a:pt x="7" y="1"/>
                        <a:pt x="3" y="1"/>
                        <a:pt x="0" y="0"/>
                      </a:cubicBezTo>
                      <a:cubicBezTo>
                        <a:pt x="0" y="3"/>
                        <a:pt x="0" y="6"/>
                        <a:pt x="1" y="9"/>
                      </a:cubicBezTo>
                      <a:cubicBezTo>
                        <a:pt x="4" y="10"/>
                        <a:pt x="8" y="10"/>
                        <a:pt x="12"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2" name="Freeform 194"/>
                <p:cNvSpPr>
                  <a:spLocks/>
                </p:cNvSpPr>
                <p:nvPr/>
              </p:nvSpPr>
              <p:spPr bwMode="auto">
                <a:xfrm>
                  <a:off x="1838" y="1332"/>
                  <a:ext cx="10" cy="3"/>
                </a:xfrm>
                <a:custGeom>
                  <a:avLst/>
                  <a:gdLst>
                    <a:gd name="T0" fmla="*/ 0 w 10"/>
                    <a:gd name="T1" fmla="*/ 3 h 3"/>
                    <a:gd name="T2" fmla="*/ 10 w 10"/>
                    <a:gd name="T3" fmla="*/ 3 h 3"/>
                    <a:gd name="T4" fmla="*/ 0 w 10"/>
                    <a:gd name="T5" fmla="*/ 0 h 3"/>
                    <a:gd name="T6" fmla="*/ 0 w 10"/>
                    <a:gd name="T7" fmla="*/ 3 h 3"/>
                    <a:gd name="T8" fmla="*/ 0 60000 65536"/>
                    <a:gd name="T9" fmla="*/ 0 60000 65536"/>
                    <a:gd name="T10" fmla="*/ 0 60000 65536"/>
                    <a:gd name="T11" fmla="*/ 0 60000 65536"/>
                    <a:gd name="T12" fmla="*/ 0 w 10"/>
                    <a:gd name="T13" fmla="*/ 0 h 3"/>
                    <a:gd name="T14" fmla="*/ 10 w 10"/>
                    <a:gd name="T15" fmla="*/ 3 h 3"/>
                  </a:gdLst>
                  <a:ahLst/>
                  <a:cxnLst>
                    <a:cxn ang="T8">
                      <a:pos x="T0" y="T1"/>
                    </a:cxn>
                    <a:cxn ang="T9">
                      <a:pos x="T2" y="T3"/>
                    </a:cxn>
                    <a:cxn ang="T10">
                      <a:pos x="T4" y="T5"/>
                    </a:cxn>
                    <a:cxn ang="T11">
                      <a:pos x="T6" y="T7"/>
                    </a:cxn>
                  </a:cxnLst>
                  <a:rect l="T12" t="T13" r="T14" b="T15"/>
                  <a:pathLst>
                    <a:path w="10" h="3">
                      <a:moveTo>
                        <a:pt x="0" y="3"/>
                      </a:moveTo>
                      <a:cubicBezTo>
                        <a:pt x="4" y="3"/>
                        <a:pt x="7" y="3"/>
                        <a:pt x="10" y="3"/>
                      </a:cubicBezTo>
                      <a:cubicBezTo>
                        <a:pt x="7" y="2"/>
                        <a:pt x="4" y="1"/>
                        <a:pt x="0" y="0"/>
                      </a:cubicBezTo>
                      <a:cubicBezTo>
                        <a:pt x="0" y="1"/>
                        <a:pt x="0" y="2"/>
                        <a:pt x="0" y="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3" name="Freeform 195"/>
                <p:cNvSpPr>
                  <a:spLocks/>
                </p:cNvSpPr>
                <p:nvPr/>
              </p:nvSpPr>
              <p:spPr bwMode="auto">
                <a:xfrm>
                  <a:off x="1815" y="1457"/>
                  <a:ext cx="8" cy="8"/>
                </a:xfrm>
                <a:custGeom>
                  <a:avLst/>
                  <a:gdLst>
                    <a:gd name="T0" fmla="*/ 8 w 9"/>
                    <a:gd name="T1" fmla="*/ 8 h 9"/>
                    <a:gd name="T2" fmla="*/ 8 w 9"/>
                    <a:gd name="T3" fmla="*/ 0 h 9"/>
                    <a:gd name="T4" fmla="*/ 1 w 9"/>
                    <a:gd name="T5" fmla="*/ 0 h 9"/>
                    <a:gd name="T6" fmla="*/ 0 w 9"/>
                    <a:gd name="T7" fmla="*/ 0 h 9"/>
                    <a:gd name="T8" fmla="*/ 0 w 9"/>
                    <a:gd name="T9" fmla="*/ 8 h 9"/>
                    <a:gd name="T10" fmla="*/ 1 w 9"/>
                    <a:gd name="T11" fmla="*/ 8 h 9"/>
                    <a:gd name="T12" fmla="*/ 8 w 9"/>
                    <a:gd name="T13" fmla="*/ 8 h 9"/>
                    <a:gd name="T14" fmla="*/ 0 60000 65536"/>
                    <a:gd name="T15" fmla="*/ 0 60000 65536"/>
                    <a:gd name="T16" fmla="*/ 0 60000 65536"/>
                    <a:gd name="T17" fmla="*/ 0 60000 65536"/>
                    <a:gd name="T18" fmla="*/ 0 60000 65536"/>
                    <a:gd name="T19" fmla="*/ 0 60000 65536"/>
                    <a:gd name="T20" fmla="*/ 0 60000 65536"/>
                    <a:gd name="T21" fmla="*/ 0 w 9"/>
                    <a:gd name="T22" fmla="*/ 0 h 9"/>
                    <a:gd name="T23" fmla="*/ 9 w 9"/>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9">
                      <a:moveTo>
                        <a:pt x="9" y="9"/>
                      </a:moveTo>
                      <a:cubicBezTo>
                        <a:pt x="9" y="6"/>
                        <a:pt x="9" y="3"/>
                        <a:pt x="9" y="0"/>
                      </a:cubicBezTo>
                      <a:cubicBezTo>
                        <a:pt x="6" y="0"/>
                        <a:pt x="3" y="0"/>
                        <a:pt x="1" y="0"/>
                      </a:cubicBezTo>
                      <a:cubicBezTo>
                        <a:pt x="1" y="0"/>
                        <a:pt x="0" y="0"/>
                        <a:pt x="0" y="0"/>
                      </a:cubicBezTo>
                      <a:cubicBezTo>
                        <a:pt x="0" y="9"/>
                        <a:pt x="0" y="9"/>
                        <a:pt x="0" y="9"/>
                      </a:cubicBezTo>
                      <a:cubicBezTo>
                        <a:pt x="0" y="9"/>
                        <a:pt x="1" y="9"/>
                        <a:pt x="1" y="9"/>
                      </a:cubicBezTo>
                      <a:cubicBezTo>
                        <a:pt x="3" y="9"/>
                        <a:pt x="6" y="9"/>
                        <a:pt x="9" y="9"/>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4" name="Freeform 196"/>
                <p:cNvSpPr>
                  <a:spLocks/>
                </p:cNvSpPr>
                <p:nvPr/>
              </p:nvSpPr>
              <p:spPr bwMode="auto">
                <a:xfrm>
                  <a:off x="1775" y="1338"/>
                  <a:ext cx="11" cy="9"/>
                </a:xfrm>
                <a:custGeom>
                  <a:avLst/>
                  <a:gdLst>
                    <a:gd name="T0" fmla="*/ 1 w 12"/>
                    <a:gd name="T1" fmla="*/ 1 h 10"/>
                    <a:gd name="T2" fmla="*/ 0 w 12"/>
                    <a:gd name="T3" fmla="*/ 9 h 10"/>
                    <a:gd name="T4" fmla="*/ 11 w 12"/>
                    <a:gd name="T5" fmla="*/ 8 h 10"/>
                    <a:gd name="T6" fmla="*/ 11 w 12"/>
                    <a:gd name="T7" fmla="*/ 0 h 10"/>
                    <a:gd name="T8" fmla="*/ 2 w 12"/>
                    <a:gd name="T9" fmla="*/ 1 h 10"/>
                    <a:gd name="T10" fmla="*/ 1 w 12"/>
                    <a:gd name="T11" fmla="*/ 1 h 10"/>
                    <a:gd name="T12" fmla="*/ 0 60000 65536"/>
                    <a:gd name="T13" fmla="*/ 0 60000 65536"/>
                    <a:gd name="T14" fmla="*/ 0 60000 65536"/>
                    <a:gd name="T15" fmla="*/ 0 60000 65536"/>
                    <a:gd name="T16" fmla="*/ 0 60000 65536"/>
                    <a:gd name="T17" fmla="*/ 0 60000 65536"/>
                    <a:gd name="T18" fmla="*/ 0 w 12"/>
                    <a:gd name="T19" fmla="*/ 0 h 10"/>
                    <a:gd name="T20" fmla="*/ 12 w 12"/>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2" h="10">
                      <a:moveTo>
                        <a:pt x="1" y="1"/>
                      </a:moveTo>
                      <a:cubicBezTo>
                        <a:pt x="1" y="4"/>
                        <a:pt x="0" y="7"/>
                        <a:pt x="0" y="10"/>
                      </a:cubicBezTo>
                      <a:cubicBezTo>
                        <a:pt x="4" y="10"/>
                        <a:pt x="8" y="9"/>
                        <a:pt x="12" y="9"/>
                      </a:cubicBezTo>
                      <a:cubicBezTo>
                        <a:pt x="12" y="6"/>
                        <a:pt x="12" y="3"/>
                        <a:pt x="12" y="0"/>
                      </a:cubicBezTo>
                      <a:cubicBezTo>
                        <a:pt x="9" y="0"/>
                        <a:pt x="6" y="0"/>
                        <a:pt x="2" y="1"/>
                      </a:cubicBezTo>
                      <a:cubicBezTo>
                        <a:pt x="2" y="1"/>
                        <a:pt x="1" y="1"/>
                        <a:pt x="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5" name="Freeform 197"/>
                <p:cNvSpPr>
                  <a:spLocks/>
                </p:cNvSpPr>
                <p:nvPr/>
              </p:nvSpPr>
              <p:spPr bwMode="auto">
                <a:xfrm>
                  <a:off x="1826" y="1338"/>
                  <a:ext cx="11" cy="8"/>
                </a:xfrm>
                <a:custGeom>
                  <a:avLst/>
                  <a:gdLst>
                    <a:gd name="T0" fmla="*/ 1 w 12"/>
                    <a:gd name="T1" fmla="*/ 8 h 9"/>
                    <a:gd name="T2" fmla="*/ 11 w 12"/>
                    <a:gd name="T3" fmla="*/ 8 h 9"/>
                    <a:gd name="T4" fmla="*/ 10 w 12"/>
                    <a:gd name="T5" fmla="*/ 0 h 9"/>
                    <a:gd name="T6" fmla="*/ 0 w 12"/>
                    <a:gd name="T7" fmla="*/ 0 h 9"/>
                    <a:gd name="T8" fmla="*/ 1 w 12"/>
                    <a:gd name="T9" fmla="*/ 8 h 9"/>
                    <a:gd name="T10" fmla="*/ 0 60000 65536"/>
                    <a:gd name="T11" fmla="*/ 0 60000 65536"/>
                    <a:gd name="T12" fmla="*/ 0 60000 65536"/>
                    <a:gd name="T13" fmla="*/ 0 60000 65536"/>
                    <a:gd name="T14" fmla="*/ 0 60000 65536"/>
                    <a:gd name="T15" fmla="*/ 0 w 12"/>
                    <a:gd name="T16" fmla="*/ 0 h 9"/>
                    <a:gd name="T17" fmla="*/ 12 w 12"/>
                    <a:gd name="T18" fmla="*/ 9 h 9"/>
                  </a:gdLst>
                  <a:ahLst/>
                  <a:cxnLst>
                    <a:cxn ang="T10">
                      <a:pos x="T0" y="T1"/>
                    </a:cxn>
                    <a:cxn ang="T11">
                      <a:pos x="T2" y="T3"/>
                    </a:cxn>
                    <a:cxn ang="T12">
                      <a:pos x="T4" y="T5"/>
                    </a:cxn>
                    <a:cxn ang="T13">
                      <a:pos x="T6" y="T7"/>
                    </a:cxn>
                    <a:cxn ang="T14">
                      <a:pos x="T8" y="T9"/>
                    </a:cxn>
                  </a:cxnLst>
                  <a:rect l="T15" t="T16" r="T17" b="T18"/>
                  <a:pathLst>
                    <a:path w="12" h="9">
                      <a:moveTo>
                        <a:pt x="1" y="9"/>
                      </a:moveTo>
                      <a:cubicBezTo>
                        <a:pt x="4" y="9"/>
                        <a:pt x="8" y="9"/>
                        <a:pt x="12" y="9"/>
                      </a:cubicBezTo>
                      <a:cubicBezTo>
                        <a:pt x="11" y="6"/>
                        <a:pt x="11" y="3"/>
                        <a:pt x="11" y="0"/>
                      </a:cubicBezTo>
                      <a:cubicBezTo>
                        <a:pt x="7" y="0"/>
                        <a:pt x="4" y="0"/>
                        <a:pt x="0" y="0"/>
                      </a:cubicBezTo>
                      <a:cubicBezTo>
                        <a:pt x="0" y="2"/>
                        <a:pt x="1" y="5"/>
                        <a:pt x="1" y="9"/>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6" name="Freeform 198"/>
                <p:cNvSpPr>
                  <a:spLocks/>
                </p:cNvSpPr>
                <p:nvPr/>
              </p:nvSpPr>
              <p:spPr bwMode="auto">
                <a:xfrm>
                  <a:off x="1803" y="1457"/>
                  <a:ext cx="8" cy="8"/>
                </a:xfrm>
                <a:custGeom>
                  <a:avLst/>
                  <a:gdLst>
                    <a:gd name="T0" fmla="*/ 8 w 9"/>
                    <a:gd name="T1" fmla="*/ 0 h 9"/>
                    <a:gd name="T2" fmla="*/ 0 w 9"/>
                    <a:gd name="T3" fmla="*/ 0 h 9"/>
                    <a:gd name="T4" fmla="*/ 1 w 9"/>
                    <a:gd name="T5" fmla="*/ 8 h 9"/>
                    <a:gd name="T6" fmla="*/ 8 w 9"/>
                    <a:gd name="T7" fmla="*/ 8 h 9"/>
                    <a:gd name="T8" fmla="*/ 8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9" y="0"/>
                      </a:moveTo>
                      <a:cubicBezTo>
                        <a:pt x="6" y="0"/>
                        <a:pt x="4" y="0"/>
                        <a:pt x="0" y="0"/>
                      </a:cubicBezTo>
                      <a:cubicBezTo>
                        <a:pt x="1" y="3"/>
                        <a:pt x="1" y="6"/>
                        <a:pt x="1" y="9"/>
                      </a:cubicBezTo>
                      <a:cubicBezTo>
                        <a:pt x="4" y="9"/>
                        <a:pt x="7" y="9"/>
                        <a:pt x="9" y="9"/>
                      </a:cubicBezTo>
                      <a:lnTo>
                        <a:pt x="9"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7" name="Freeform 199"/>
                <p:cNvSpPr>
                  <a:spLocks/>
                </p:cNvSpPr>
                <p:nvPr/>
              </p:nvSpPr>
              <p:spPr bwMode="auto">
                <a:xfrm>
                  <a:off x="1802" y="1337"/>
                  <a:ext cx="9" cy="8"/>
                </a:xfrm>
                <a:custGeom>
                  <a:avLst/>
                  <a:gdLst>
                    <a:gd name="T0" fmla="*/ 8 w 10"/>
                    <a:gd name="T1" fmla="*/ 0 h 9"/>
                    <a:gd name="T2" fmla="*/ 1 w 10"/>
                    <a:gd name="T3" fmla="*/ 0 h 9"/>
                    <a:gd name="T4" fmla="*/ 0 w 10"/>
                    <a:gd name="T5" fmla="*/ 8 h 9"/>
                    <a:gd name="T6" fmla="*/ 8 w 10"/>
                    <a:gd name="T7" fmla="*/ 8 h 9"/>
                    <a:gd name="T8" fmla="*/ 9 w 10"/>
                    <a:gd name="T9" fmla="*/ 8 h 9"/>
                    <a:gd name="T10" fmla="*/ 9 w 10"/>
                    <a:gd name="T11" fmla="*/ 0 h 9"/>
                    <a:gd name="T12" fmla="*/ 8 w 10"/>
                    <a:gd name="T13" fmla="*/ 0 h 9"/>
                    <a:gd name="T14" fmla="*/ 0 60000 65536"/>
                    <a:gd name="T15" fmla="*/ 0 60000 65536"/>
                    <a:gd name="T16" fmla="*/ 0 60000 65536"/>
                    <a:gd name="T17" fmla="*/ 0 60000 65536"/>
                    <a:gd name="T18" fmla="*/ 0 60000 65536"/>
                    <a:gd name="T19" fmla="*/ 0 60000 65536"/>
                    <a:gd name="T20" fmla="*/ 0 60000 65536"/>
                    <a:gd name="T21" fmla="*/ 0 w 10"/>
                    <a:gd name="T22" fmla="*/ 0 h 9"/>
                    <a:gd name="T23" fmla="*/ 10 w 10"/>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9">
                      <a:moveTo>
                        <a:pt x="9" y="0"/>
                      </a:moveTo>
                      <a:cubicBezTo>
                        <a:pt x="7" y="0"/>
                        <a:pt x="4" y="0"/>
                        <a:pt x="1" y="0"/>
                      </a:cubicBezTo>
                      <a:cubicBezTo>
                        <a:pt x="1" y="3"/>
                        <a:pt x="0" y="6"/>
                        <a:pt x="0" y="9"/>
                      </a:cubicBezTo>
                      <a:cubicBezTo>
                        <a:pt x="3" y="9"/>
                        <a:pt x="6" y="9"/>
                        <a:pt x="9" y="9"/>
                      </a:cubicBezTo>
                      <a:cubicBezTo>
                        <a:pt x="9" y="9"/>
                        <a:pt x="10" y="9"/>
                        <a:pt x="10" y="9"/>
                      </a:cubicBezTo>
                      <a:cubicBezTo>
                        <a:pt x="10" y="0"/>
                        <a:pt x="10" y="0"/>
                        <a:pt x="10" y="0"/>
                      </a:cubicBezTo>
                      <a:cubicBezTo>
                        <a:pt x="10" y="0"/>
                        <a:pt x="9" y="0"/>
                        <a:pt x="9"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8" name="Freeform 200"/>
                <p:cNvSpPr>
                  <a:spLocks/>
                </p:cNvSpPr>
                <p:nvPr/>
              </p:nvSpPr>
              <p:spPr bwMode="auto">
                <a:xfrm>
                  <a:off x="1789" y="1337"/>
                  <a:ext cx="11" cy="9"/>
                </a:xfrm>
                <a:custGeom>
                  <a:avLst/>
                  <a:gdLst>
                    <a:gd name="T0" fmla="*/ 0 w 12"/>
                    <a:gd name="T1" fmla="*/ 9 h 10"/>
                    <a:gd name="T2" fmla="*/ 11 w 12"/>
                    <a:gd name="T3" fmla="*/ 8 h 10"/>
                    <a:gd name="T4" fmla="*/ 11 w 12"/>
                    <a:gd name="T5" fmla="*/ 0 h 10"/>
                    <a:gd name="T6" fmla="*/ 1 w 12"/>
                    <a:gd name="T7" fmla="*/ 1 h 10"/>
                    <a:gd name="T8" fmla="*/ 0 w 12"/>
                    <a:gd name="T9" fmla="*/ 9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0" y="10"/>
                      </a:moveTo>
                      <a:cubicBezTo>
                        <a:pt x="4" y="10"/>
                        <a:pt x="8" y="10"/>
                        <a:pt x="12" y="9"/>
                      </a:cubicBezTo>
                      <a:cubicBezTo>
                        <a:pt x="12" y="6"/>
                        <a:pt x="12" y="3"/>
                        <a:pt x="12" y="0"/>
                      </a:cubicBezTo>
                      <a:cubicBezTo>
                        <a:pt x="9" y="0"/>
                        <a:pt x="5" y="1"/>
                        <a:pt x="1" y="1"/>
                      </a:cubicBezTo>
                      <a:cubicBezTo>
                        <a:pt x="1" y="4"/>
                        <a:pt x="1" y="7"/>
                        <a:pt x="0"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49" name="Freeform 201"/>
                <p:cNvSpPr>
                  <a:spLocks/>
                </p:cNvSpPr>
                <p:nvPr/>
              </p:nvSpPr>
              <p:spPr bwMode="auto">
                <a:xfrm>
                  <a:off x="1791" y="1456"/>
                  <a:ext cx="10" cy="9"/>
                </a:xfrm>
                <a:custGeom>
                  <a:avLst/>
                  <a:gdLst>
                    <a:gd name="T0" fmla="*/ 10 w 11"/>
                    <a:gd name="T1" fmla="*/ 1 h 10"/>
                    <a:gd name="T2" fmla="*/ 0 w 11"/>
                    <a:gd name="T3" fmla="*/ 0 h 10"/>
                    <a:gd name="T4" fmla="*/ 1 w 11"/>
                    <a:gd name="T5" fmla="*/ 8 h 10"/>
                    <a:gd name="T6" fmla="*/ 1 w 11"/>
                    <a:gd name="T7" fmla="*/ 7 h 10"/>
                    <a:gd name="T8" fmla="*/ 1 w 11"/>
                    <a:gd name="T9" fmla="*/ 8 h 10"/>
                    <a:gd name="T10" fmla="*/ 10 w 11"/>
                    <a:gd name="T11" fmla="*/ 9 h 10"/>
                    <a:gd name="T12" fmla="*/ 10 w 11"/>
                    <a:gd name="T13" fmla="*/ 1 h 10"/>
                    <a:gd name="T14" fmla="*/ 0 60000 65536"/>
                    <a:gd name="T15" fmla="*/ 0 60000 65536"/>
                    <a:gd name="T16" fmla="*/ 0 60000 65536"/>
                    <a:gd name="T17" fmla="*/ 0 60000 65536"/>
                    <a:gd name="T18" fmla="*/ 0 60000 65536"/>
                    <a:gd name="T19" fmla="*/ 0 60000 65536"/>
                    <a:gd name="T20" fmla="*/ 0 60000 65536"/>
                    <a:gd name="T21" fmla="*/ 0 w 11"/>
                    <a:gd name="T22" fmla="*/ 0 h 10"/>
                    <a:gd name="T23" fmla="*/ 11 w 1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0">
                      <a:moveTo>
                        <a:pt x="11" y="1"/>
                      </a:moveTo>
                      <a:cubicBezTo>
                        <a:pt x="7" y="1"/>
                        <a:pt x="4" y="0"/>
                        <a:pt x="0" y="0"/>
                      </a:cubicBezTo>
                      <a:cubicBezTo>
                        <a:pt x="0" y="3"/>
                        <a:pt x="0" y="6"/>
                        <a:pt x="1" y="9"/>
                      </a:cubicBezTo>
                      <a:cubicBezTo>
                        <a:pt x="1" y="9"/>
                        <a:pt x="1" y="8"/>
                        <a:pt x="1" y="8"/>
                      </a:cubicBezTo>
                      <a:cubicBezTo>
                        <a:pt x="1" y="9"/>
                        <a:pt x="1" y="9"/>
                        <a:pt x="1" y="9"/>
                      </a:cubicBezTo>
                      <a:cubicBezTo>
                        <a:pt x="5" y="9"/>
                        <a:pt x="8" y="10"/>
                        <a:pt x="11" y="10"/>
                      </a:cubicBezTo>
                      <a:cubicBezTo>
                        <a:pt x="11" y="7"/>
                        <a:pt x="11" y="4"/>
                        <a:pt x="11"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50" name="Freeform 202"/>
                <p:cNvSpPr>
                  <a:spLocks/>
                </p:cNvSpPr>
                <p:nvPr/>
              </p:nvSpPr>
              <p:spPr bwMode="auto">
                <a:xfrm>
                  <a:off x="1754" y="1389"/>
                  <a:ext cx="3" cy="10"/>
                </a:xfrm>
                <a:custGeom>
                  <a:avLst/>
                  <a:gdLst>
                    <a:gd name="T0" fmla="*/ 0 w 3"/>
                    <a:gd name="T1" fmla="*/ 10 h 11"/>
                    <a:gd name="T2" fmla="*/ 3 w 3"/>
                    <a:gd name="T3" fmla="*/ 10 h 11"/>
                    <a:gd name="T4" fmla="*/ 2 w 3"/>
                    <a:gd name="T5" fmla="*/ 1 h 11"/>
                    <a:gd name="T6" fmla="*/ 2 w 3"/>
                    <a:gd name="T7" fmla="*/ 0 h 11"/>
                    <a:gd name="T8" fmla="*/ 1 w 3"/>
                    <a:gd name="T9" fmla="*/ 0 h 11"/>
                    <a:gd name="T10" fmla="*/ 2 w 3"/>
                    <a:gd name="T11" fmla="*/ 5 h 11"/>
                    <a:gd name="T12" fmla="*/ 0 w 3"/>
                    <a:gd name="T13" fmla="*/ 10 h 11"/>
                    <a:gd name="T14" fmla="*/ 0 60000 65536"/>
                    <a:gd name="T15" fmla="*/ 0 60000 65536"/>
                    <a:gd name="T16" fmla="*/ 0 60000 65536"/>
                    <a:gd name="T17" fmla="*/ 0 60000 65536"/>
                    <a:gd name="T18" fmla="*/ 0 60000 65536"/>
                    <a:gd name="T19" fmla="*/ 0 60000 65536"/>
                    <a:gd name="T20" fmla="*/ 0 60000 65536"/>
                    <a:gd name="T21" fmla="*/ 0 w 3"/>
                    <a:gd name="T22" fmla="*/ 0 h 11"/>
                    <a:gd name="T23" fmla="*/ 3 w 3"/>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1">
                      <a:moveTo>
                        <a:pt x="0" y="11"/>
                      </a:moveTo>
                      <a:cubicBezTo>
                        <a:pt x="3" y="11"/>
                        <a:pt x="3" y="11"/>
                        <a:pt x="3" y="11"/>
                      </a:cubicBezTo>
                      <a:cubicBezTo>
                        <a:pt x="2" y="8"/>
                        <a:pt x="2" y="4"/>
                        <a:pt x="2" y="1"/>
                      </a:cubicBezTo>
                      <a:cubicBezTo>
                        <a:pt x="2" y="1"/>
                        <a:pt x="2" y="1"/>
                        <a:pt x="2" y="0"/>
                      </a:cubicBezTo>
                      <a:cubicBezTo>
                        <a:pt x="2" y="0"/>
                        <a:pt x="1" y="0"/>
                        <a:pt x="1" y="0"/>
                      </a:cubicBezTo>
                      <a:cubicBezTo>
                        <a:pt x="1" y="2"/>
                        <a:pt x="2" y="4"/>
                        <a:pt x="2" y="6"/>
                      </a:cubicBezTo>
                      <a:cubicBezTo>
                        <a:pt x="2" y="7"/>
                        <a:pt x="1" y="9"/>
                        <a:pt x="0"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51" name="Freeform 203"/>
                <p:cNvSpPr>
                  <a:spLocks/>
                </p:cNvSpPr>
                <p:nvPr/>
              </p:nvSpPr>
              <p:spPr bwMode="auto">
                <a:xfrm>
                  <a:off x="1826" y="1468"/>
                  <a:ext cx="10" cy="6"/>
                </a:xfrm>
                <a:custGeom>
                  <a:avLst/>
                  <a:gdLst>
                    <a:gd name="T0" fmla="*/ 10 w 11"/>
                    <a:gd name="T1" fmla="*/ 0 h 7"/>
                    <a:gd name="T2" fmla="*/ 0 w 11"/>
                    <a:gd name="T3" fmla="*/ 1 h 7"/>
                    <a:gd name="T4" fmla="*/ 0 w 11"/>
                    <a:gd name="T5" fmla="*/ 6 h 7"/>
                    <a:gd name="T6" fmla="*/ 9 w 11"/>
                    <a:gd name="T7" fmla="*/ 6 h 7"/>
                    <a:gd name="T8" fmla="*/ 10 w 11"/>
                    <a:gd name="T9" fmla="*/ 0 h 7"/>
                    <a:gd name="T10" fmla="*/ 0 60000 65536"/>
                    <a:gd name="T11" fmla="*/ 0 60000 65536"/>
                    <a:gd name="T12" fmla="*/ 0 60000 65536"/>
                    <a:gd name="T13" fmla="*/ 0 60000 65536"/>
                    <a:gd name="T14" fmla="*/ 0 60000 65536"/>
                    <a:gd name="T15" fmla="*/ 0 w 11"/>
                    <a:gd name="T16" fmla="*/ 0 h 7"/>
                    <a:gd name="T17" fmla="*/ 11 w 11"/>
                    <a:gd name="T18" fmla="*/ 7 h 7"/>
                  </a:gdLst>
                  <a:ahLst/>
                  <a:cxnLst>
                    <a:cxn ang="T10">
                      <a:pos x="T0" y="T1"/>
                    </a:cxn>
                    <a:cxn ang="T11">
                      <a:pos x="T2" y="T3"/>
                    </a:cxn>
                    <a:cxn ang="T12">
                      <a:pos x="T4" y="T5"/>
                    </a:cxn>
                    <a:cxn ang="T13">
                      <a:pos x="T6" y="T7"/>
                    </a:cxn>
                    <a:cxn ang="T14">
                      <a:pos x="T8" y="T9"/>
                    </a:cxn>
                  </a:cxnLst>
                  <a:rect l="T15" t="T16" r="T17" b="T18"/>
                  <a:pathLst>
                    <a:path w="11" h="7">
                      <a:moveTo>
                        <a:pt x="11" y="0"/>
                      </a:moveTo>
                      <a:cubicBezTo>
                        <a:pt x="7" y="0"/>
                        <a:pt x="4" y="1"/>
                        <a:pt x="0" y="1"/>
                      </a:cubicBezTo>
                      <a:cubicBezTo>
                        <a:pt x="0" y="3"/>
                        <a:pt x="0" y="5"/>
                        <a:pt x="0" y="7"/>
                      </a:cubicBezTo>
                      <a:cubicBezTo>
                        <a:pt x="3" y="7"/>
                        <a:pt x="7" y="7"/>
                        <a:pt x="10" y="7"/>
                      </a:cubicBezTo>
                      <a:cubicBezTo>
                        <a:pt x="11" y="5"/>
                        <a:pt x="11" y="3"/>
                        <a:pt x="1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552" name="Freeform 204"/>
                <p:cNvSpPr>
                  <a:spLocks/>
                </p:cNvSpPr>
                <p:nvPr/>
              </p:nvSpPr>
              <p:spPr bwMode="auto">
                <a:xfrm>
                  <a:off x="1825" y="1478"/>
                  <a:ext cx="10" cy="3"/>
                </a:xfrm>
                <a:custGeom>
                  <a:avLst/>
                  <a:gdLst>
                    <a:gd name="T0" fmla="*/ 10 w 11"/>
                    <a:gd name="T1" fmla="*/ 0 h 3"/>
                    <a:gd name="T2" fmla="*/ 0 w 11"/>
                    <a:gd name="T3" fmla="*/ 0 h 3"/>
                    <a:gd name="T4" fmla="*/ 0 w 11"/>
                    <a:gd name="T5" fmla="*/ 3 h 3"/>
                    <a:gd name="T6" fmla="*/ 10 w 11"/>
                    <a:gd name="T7" fmla="*/ 3 h 3"/>
                    <a:gd name="T8" fmla="*/ 10 w 11"/>
                    <a:gd name="T9" fmla="*/ 0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11" y="0"/>
                      </a:moveTo>
                      <a:cubicBezTo>
                        <a:pt x="7" y="0"/>
                        <a:pt x="4" y="0"/>
                        <a:pt x="0" y="0"/>
                      </a:cubicBezTo>
                      <a:cubicBezTo>
                        <a:pt x="0" y="1"/>
                        <a:pt x="0" y="2"/>
                        <a:pt x="0" y="3"/>
                      </a:cubicBezTo>
                      <a:cubicBezTo>
                        <a:pt x="11" y="3"/>
                        <a:pt x="11" y="3"/>
                        <a:pt x="11" y="3"/>
                      </a:cubicBezTo>
                      <a:cubicBezTo>
                        <a:pt x="11" y="2"/>
                        <a:pt x="11" y="1"/>
                        <a:pt x="1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grpSp>
          <p:sp>
            <p:nvSpPr>
              <p:cNvPr id="437262" name="Freeform 206"/>
              <p:cNvSpPr>
                <a:spLocks/>
              </p:cNvSpPr>
              <p:nvPr/>
            </p:nvSpPr>
            <p:spPr bwMode="auto">
              <a:xfrm>
                <a:off x="1815" y="1337"/>
                <a:ext cx="8" cy="8"/>
              </a:xfrm>
              <a:custGeom>
                <a:avLst/>
                <a:gdLst>
                  <a:gd name="T0" fmla="*/ 0 w 9"/>
                  <a:gd name="T1" fmla="*/ 8 h 9"/>
                  <a:gd name="T2" fmla="*/ 8 w 9"/>
                  <a:gd name="T3" fmla="*/ 8 h 9"/>
                  <a:gd name="T4" fmla="*/ 7 w 9"/>
                  <a:gd name="T5" fmla="*/ 0 h 9"/>
                  <a:gd name="T6" fmla="*/ 0 w 9"/>
                  <a:gd name="T7" fmla="*/ 0 h 9"/>
                  <a:gd name="T8" fmla="*/ 0 w 9"/>
                  <a:gd name="T9" fmla="*/ 8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0" y="9"/>
                    </a:moveTo>
                    <a:cubicBezTo>
                      <a:pt x="3" y="9"/>
                      <a:pt x="6" y="9"/>
                      <a:pt x="9" y="9"/>
                    </a:cubicBezTo>
                    <a:cubicBezTo>
                      <a:pt x="9" y="6"/>
                      <a:pt x="9" y="3"/>
                      <a:pt x="8" y="0"/>
                    </a:cubicBezTo>
                    <a:cubicBezTo>
                      <a:pt x="5" y="0"/>
                      <a:pt x="2" y="0"/>
                      <a:pt x="0" y="0"/>
                    </a:cubicBezTo>
                    <a:lnTo>
                      <a:pt x="0" y="9"/>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3" name="Freeform 207"/>
              <p:cNvSpPr>
                <a:spLocks/>
              </p:cNvSpPr>
              <p:nvPr/>
            </p:nvSpPr>
            <p:spPr bwMode="auto">
              <a:xfrm>
                <a:off x="1815" y="1478"/>
                <a:ext cx="7" cy="3"/>
              </a:xfrm>
              <a:custGeom>
                <a:avLst/>
                <a:gdLst>
                  <a:gd name="T0" fmla="*/ 7 w 8"/>
                  <a:gd name="T1" fmla="*/ 0 h 3"/>
                  <a:gd name="T2" fmla="*/ 1 w 8"/>
                  <a:gd name="T3" fmla="*/ 0 h 3"/>
                  <a:gd name="T4" fmla="*/ 0 w 8"/>
                  <a:gd name="T5" fmla="*/ 0 h 3"/>
                  <a:gd name="T6" fmla="*/ 0 w 8"/>
                  <a:gd name="T7" fmla="*/ 3 h 3"/>
                  <a:gd name="T8" fmla="*/ 6 w 8"/>
                  <a:gd name="T9" fmla="*/ 3 h 3"/>
                  <a:gd name="T10" fmla="*/ 7 w 8"/>
                  <a:gd name="T11" fmla="*/ 0 h 3"/>
                  <a:gd name="T12" fmla="*/ 0 60000 65536"/>
                  <a:gd name="T13" fmla="*/ 0 60000 65536"/>
                  <a:gd name="T14" fmla="*/ 0 60000 65536"/>
                  <a:gd name="T15" fmla="*/ 0 60000 65536"/>
                  <a:gd name="T16" fmla="*/ 0 60000 65536"/>
                  <a:gd name="T17" fmla="*/ 0 60000 65536"/>
                  <a:gd name="T18" fmla="*/ 0 w 8"/>
                  <a:gd name="T19" fmla="*/ 0 h 3"/>
                  <a:gd name="T20" fmla="*/ 8 w 8"/>
                  <a:gd name="T21" fmla="*/ 3 h 3"/>
                </a:gdLst>
                <a:ahLst/>
                <a:cxnLst>
                  <a:cxn ang="T12">
                    <a:pos x="T0" y="T1"/>
                  </a:cxn>
                  <a:cxn ang="T13">
                    <a:pos x="T2" y="T3"/>
                  </a:cxn>
                  <a:cxn ang="T14">
                    <a:pos x="T4" y="T5"/>
                  </a:cxn>
                  <a:cxn ang="T15">
                    <a:pos x="T6" y="T7"/>
                  </a:cxn>
                  <a:cxn ang="T16">
                    <a:pos x="T8" y="T9"/>
                  </a:cxn>
                  <a:cxn ang="T17">
                    <a:pos x="T10" y="T11"/>
                  </a:cxn>
                </a:cxnLst>
                <a:rect l="T18" t="T19" r="T20" b="T21"/>
                <a:pathLst>
                  <a:path w="8" h="3">
                    <a:moveTo>
                      <a:pt x="8" y="0"/>
                    </a:moveTo>
                    <a:cubicBezTo>
                      <a:pt x="5" y="0"/>
                      <a:pt x="3" y="0"/>
                      <a:pt x="1" y="0"/>
                    </a:cubicBezTo>
                    <a:cubicBezTo>
                      <a:pt x="1" y="0"/>
                      <a:pt x="0" y="0"/>
                      <a:pt x="0" y="0"/>
                    </a:cubicBezTo>
                    <a:cubicBezTo>
                      <a:pt x="0" y="3"/>
                      <a:pt x="0" y="3"/>
                      <a:pt x="0" y="3"/>
                    </a:cubicBezTo>
                    <a:cubicBezTo>
                      <a:pt x="7" y="3"/>
                      <a:pt x="7" y="3"/>
                      <a:pt x="7" y="3"/>
                    </a:cubicBezTo>
                    <a:cubicBezTo>
                      <a:pt x="7" y="2"/>
                      <a:pt x="8" y="1"/>
                      <a:pt x="8"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4" name="Freeform 208"/>
              <p:cNvSpPr>
                <a:spLocks/>
              </p:cNvSpPr>
              <p:nvPr/>
            </p:nvSpPr>
            <p:spPr bwMode="auto">
              <a:xfrm>
                <a:off x="1795" y="1478"/>
                <a:ext cx="7" cy="3"/>
              </a:xfrm>
              <a:custGeom>
                <a:avLst/>
                <a:gdLst>
                  <a:gd name="T0" fmla="*/ 6 w 8"/>
                  <a:gd name="T1" fmla="*/ 0 h 3"/>
                  <a:gd name="T2" fmla="*/ 0 w 8"/>
                  <a:gd name="T3" fmla="*/ 0 h 3"/>
                  <a:gd name="T4" fmla="*/ 1 w 8"/>
                  <a:gd name="T5" fmla="*/ 3 h 3"/>
                  <a:gd name="T6" fmla="*/ 7 w 8"/>
                  <a:gd name="T7" fmla="*/ 3 h 3"/>
                  <a:gd name="T8" fmla="*/ 6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7" y="0"/>
                    </a:moveTo>
                    <a:cubicBezTo>
                      <a:pt x="5" y="0"/>
                      <a:pt x="2" y="0"/>
                      <a:pt x="0" y="0"/>
                    </a:cubicBezTo>
                    <a:cubicBezTo>
                      <a:pt x="1" y="3"/>
                      <a:pt x="1" y="3"/>
                      <a:pt x="1" y="3"/>
                    </a:cubicBezTo>
                    <a:cubicBezTo>
                      <a:pt x="8" y="3"/>
                      <a:pt x="8" y="3"/>
                      <a:pt x="8" y="3"/>
                    </a:cubicBezTo>
                    <a:cubicBezTo>
                      <a:pt x="8" y="3"/>
                      <a:pt x="7" y="2"/>
                      <a:pt x="7"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5" name="Freeform 209"/>
              <p:cNvSpPr>
                <a:spLocks/>
              </p:cNvSpPr>
              <p:nvPr/>
            </p:nvSpPr>
            <p:spPr bwMode="auto">
              <a:xfrm>
                <a:off x="1826" y="1330"/>
                <a:ext cx="10" cy="4"/>
              </a:xfrm>
              <a:custGeom>
                <a:avLst/>
                <a:gdLst>
                  <a:gd name="T0" fmla="*/ 0 w 11"/>
                  <a:gd name="T1" fmla="*/ 4 h 5"/>
                  <a:gd name="T2" fmla="*/ 10 w 11"/>
                  <a:gd name="T3" fmla="*/ 4 h 5"/>
                  <a:gd name="T4" fmla="*/ 9 w 11"/>
                  <a:gd name="T5" fmla="*/ 2 h 5"/>
                  <a:gd name="T6" fmla="*/ 4 w 11"/>
                  <a:gd name="T7" fmla="*/ 1 h 5"/>
                  <a:gd name="T8" fmla="*/ 0 w 11"/>
                  <a:gd name="T9" fmla="*/ 0 h 5"/>
                  <a:gd name="T10" fmla="*/ 0 w 11"/>
                  <a:gd name="T11" fmla="*/ 4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0" y="5"/>
                    </a:moveTo>
                    <a:cubicBezTo>
                      <a:pt x="3" y="5"/>
                      <a:pt x="7" y="5"/>
                      <a:pt x="11" y="5"/>
                    </a:cubicBezTo>
                    <a:cubicBezTo>
                      <a:pt x="10" y="4"/>
                      <a:pt x="10" y="3"/>
                      <a:pt x="10" y="2"/>
                    </a:cubicBezTo>
                    <a:cubicBezTo>
                      <a:pt x="8" y="1"/>
                      <a:pt x="6" y="1"/>
                      <a:pt x="4" y="1"/>
                    </a:cubicBezTo>
                    <a:cubicBezTo>
                      <a:pt x="3" y="1"/>
                      <a:pt x="1" y="0"/>
                      <a:pt x="0" y="0"/>
                    </a:cubicBezTo>
                    <a:cubicBezTo>
                      <a:pt x="0" y="2"/>
                      <a:pt x="0" y="3"/>
                      <a:pt x="0" y="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6" name="Freeform 210"/>
              <p:cNvSpPr>
                <a:spLocks/>
              </p:cNvSpPr>
              <p:nvPr/>
            </p:nvSpPr>
            <p:spPr bwMode="auto">
              <a:xfrm>
                <a:off x="1804" y="1478"/>
                <a:ext cx="7" cy="3"/>
              </a:xfrm>
              <a:custGeom>
                <a:avLst/>
                <a:gdLst>
                  <a:gd name="T0" fmla="*/ 0 w 8"/>
                  <a:gd name="T1" fmla="*/ 3 h 3"/>
                  <a:gd name="T2" fmla="*/ 7 w 8"/>
                  <a:gd name="T3" fmla="*/ 3 h 3"/>
                  <a:gd name="T4" fmla="*/ 7 w 8"/>
                  <a:gd name="T5" fmla="*/ 0 h 3"/>
                  <a:gd name="T6" fmla="*/ 1 w 8"/>
                  <a:gd name="T7" fmla="*/ 0 h 3"/>
                  <a:gd name="T8" fmla="*/ 1 w 8"/>
                  <a:gd name="T9" fmla="*/ 3 h 3"/>
                  <a:gd name="T10" fmla="*/ 0 w 8"/>
                  <a:gd name="T11" fmla="*/ 3 h 3"/>
                  <a:gd name="T12" fmla="*/ 0 60000 65536"/>
                  <a:gd name="T13" fmla="*/ 0 60000 65536"/>
                  <a:gd name="T14" fmla="*/ 0 60000 65536"/>
                  <a:gd name="T15" fmla="*/ 0 60000 65536"/>
                  <a:gd name="T16" fmla="*/ 0 60000 65536"/>
                  <a:gd name="T17" fmla="*/ 0 60000 65536"/>
                  <a:gd name="T18" fmla="*/ 0 w 8"/>
                  <a:gd name="T19" fmla="*/ 0 h 3"/>
                  <a:gd name="T20" fmla="*/ 8 w 8"/>
                  <a:gd name="T21" fmla="*/ 3 h 3"/>
                </a:gdLst>
                <a:ahLst/>
                <a:cxnLst>
                  <a:cxn ang="T12">
                    <a:pos x="T0" y="T1"/>
                  </a:cxn>
                  <a:cxn ang="T13">
                    <a:pos x="T2" y="T3"/>
                  </a:cxn>
                  <a:cxn ang="T14">
                    <a:pos x="T4" y="T5"/>
                  </a:cxn>
                  <a:cxn ang="T15">
                    <a:pos x="T6" y="T7"/>
                  </a:cxn>
                  <a:cxn ang="T16">
                    <a:pos x="T8" y="T9"/>
                  </a:cxn>
                  <a:cxn ang="T17">
                    <a:pos x="T10" y="T11"/>
                  </a:cxn>
                </a:cxnLst>
                <a:rect l="T18" t="T19" r="T20" b="T21"/>
                <a:pathLst>
                  <a:path w="8" h="3">
                    <a:moveTo>
                      <a:pt x="0" y="3"/>
                    </a:moveTo>
                    <a:cubicBezTo>
                      <a:pt x="8" y="3"/>
                      <a:pt x="8" y="3"/>
                      <a:pt x="8" y="3"/>
                    </a:cubicBezTo>
                    <a:cubicBezTo>
                      <a:pt x="8" y="0"/>
                      <a:pt x="8" y="0"/>
                      <a:pt x="8" y="0"/>
                    </a:cubicBezTo>
                    <a:cubicBezTo>
                      <a:pt x="6" y="0"/>
                      <a:pt x="4" y="0"/>
                      <a:pt x="1" y="0"/>
                    </a:cubicBezTo>
                    <a:cubicBezTo>
                      <a:pt x="1" y="2"/>
                      <a:pt x="1" y="3"/>
                      <a:pt x="1" y="3"/>
                    </a:cubicBezTo>
                    <a:lnTo>
                      <a:pt x="0" y="3"/>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7" name="Freeform 211"/>
              <p:cNvSpPr>
                <a:spLocks/>
              </p:cNvSpPr>
              <p:nvPr/>
            </p:nvSpPr>
            <p:spPr bwMode="auto">
              <a:xfrm>
                <a:off x="1838" y="1477"/>
                <a:ext cx="10" cy="4"/>
              </a:xfrm>
              <a:custGeom>
                <a:avLst/>
                <a:gdLst>
                  <a:gd name="T0" fmla="*/ 10 w 11"/>
                  <a:gd name="T1" fmla="*/ 0 h 4"/>
                  <a:gd name="T2" fmla="*/ 0 w 11"/>
                  <a:gd name="T3" fmla="*/ 1 h 4"/>
                  <a:gd name="T4" fmla="*/ 0 w 11"/>
                  <a:gd name="T5" fmla="*/ 4 h 4"/>
                  <a:gd name="T6" fmla="*/ 9 w 11"/>
                  <a:gd name="T7" fmla="*/ 4 h 4"/>
                  <a:gd name="T8" fmla="*/ 10 w 11"/>
                  <a:gd name="T9" fmla="*/ 0 h 4"/>
                  <a:gd name="T10" fmla="*/ 0 60000 65536"/>
                  <a:gd name="T11" fmla="*/ 0 60000 65536"/>
                  <a:gd name="T12" fmla="*/ 0 60000 65536"/>
                  <a:gd name="T13" fmla="*/ 0 60000 65536"/>
                  <a:gd name="T14" fmla="*/ 0 60000 65536"/>
                  <a:gd name="T15" fmla="*/ 0 w 11"/>
                  <a:gd name="T16" fmla="*/ 0 h 4"/>
                  <a:gd name="T17" fmla="*/ 11 w 11"/>
                  <a:gd name="T18" fmla="*/ 4 h 4"/>
                </a:gdLst>
                <a:ahLst/>
                <a:cxnLst>
                  <a:cxn ang="T10">
                    <a:pos x="T0" y="T1"/>
                  </a:cxn>
                  <a:cxn ang="T11">
                    <a:pos x="T2" y="T3"/>
                  </a:cxn>
                  <a:cxn ang="T12">
                    <a:pos x="T4" y="T5"/>
                  </a:cxn>
                  <a:cxn ang="T13">
                    <a:pos x="T6" y="T7"/>
                  </a:cxn>
                  <a:cxn ang="T14">
                    <a:pos x="T8" y="T9"/>
                  </a:cxn>
                </a:cxnLst>
                <a:rect l="T15" t="T16" r="T17" b="T18"/>
                <a:pathLst>
                  <a:path w="11" h="4">
                    <a:moveTo>
                      <a:pt x="11" y="0"/>
                    </a:moveTo>
                    <a:cubicBezTo>
                      <a:pt x="7" y="0"/>
                      <a:pt x="3" y="0"/>
                      <a:pt x="0" y="1"/>
                    </a:cubicBezTo>
                    <a:cubicBezTo>
                      <a:pt x="0" y="2"/>
                      <a:pt x="0" y="3"/>
                      <a:pt x="0" y="4"/>
                    </a:cubicBezTo>
                    <a:cubicBezTo>
                      <a:pt x="10" y="4"/>
                      <a:pt x="10" y="4"/>
                      <a:pt x="10" y="4"/>
                    </a:cubicBezTo>
                    <a:cubicBezTo>
                      <a:pt x="10" y="3"/>
                      <a:pt x="11" y="1"/>
                      <a:pt x="1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8" name="Freeform 212"/>
              <p:cNvSpPr>
                <a:spLocks/>
              </p:cNvSpPr>
              <p:nvPr/>
            </p:nvSpPr>
            <p:spPr bwMode="auto">
              <a:xfrm>
                <a:off x="1785" y="1334"/>
                <a:ext cx="2" cy="1"/>
              </a:xfrm>
              <a:custGeom>
                <a:avLst/>
                <a:gdLst>
                  <a:gd name="T0" fmla="*/ 2 w 2"/>
                  <a:gd name="T1" fmla="*/ 0 h 1"/>
                  <a:gd name="T2" fmla="*/ 2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cubicBezTo>
                      <a:pt x="2" y="0"/>
                      <a:pt x="2" y="0"/>
                      <a:pt x="2" y="0"/>
                    </a:cubicBezTo>
                    <a:cubicBezTo>
                      <a:pt x="1" y="0"/>
                      <a:pt x="0" y="0"/>
                      <a:pt x="0" y="0"/>
                    </a:cubicBezTo>
                    <a:cubicBezTo>
                      <a:pt x="0" y="0"/>
                      <a:pt x="1" y="0"/>
                      <a:pt x="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69" name="Freeform 213"/>
              <p:cNvSpPr>
                <a:spLocks/>
              </p:cNvSpPr>
              <p:nvPr/>
            </p:nvSpPr>
            <p:spPr bwMode="auto">
              <a:xfrm>
                <a:off x="1803" y="1329"/>
                <a:ext cx="8" cy="4"/>
              </a:xfrm>
              <a:custGeom>
                <a:avLst/>
                <a:gdLst>
                  <a:gd name="T0" fmla="*/ 0 w 9"/>
                  <a:gd name="T1" fmla="*/ 4 h 5"/>
                  <a:gd name="T2" fmla="*/ 7 w 9"/>
                  <a:gd name="T3" fmla="*/ 4 h 5"/>
                  <a:gd name="T4" fmla="*/ 8 w 9"/>
                  <a:gd name="T5" fmla="*/ 4 h 5"/>
                  <a:gd name="T6" fmla="*/ 8 w 9"/>
                  <a:gd name="T7" fmla="*/ 0 h 5"/>
                  <a:gd name="T8" fmla="*/ 0 w 9"/>
                  <a:gd name="T9" fmla="*/ 1 h 5"/>
                  <a:gd name="T10" fmla="*/ 0 w 9"/>
                  <a:gd name="T11" fmla="*/ 4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0" y="5"/>
                    </a:moveTo>
                    <a:cubicBezTo>
                      <a:pt x="3" y="5"/>
                      <a:pt x="6" y="5"/>
                      <a:pt x="8" y="5"/>
                    </a:cubicBezTo>
                    <a:cubicBezTo>
                      <a:pt x="8" y="5"/>
                      <a:pt x="9" y="5"/>
                      <a:pt x="9" y="5"/>
                    </a:cubicBezTo>
                    <a:cubicBezTo>
                      <a:pt x="9" y="0"/>
                      <a:pt x="9" y="0"/>
                      <a:pt x="9" y="0"/>
                    </a:cubicBezTo>
                    <a:cubicBezTo>
                      <a:pt x="6" y="1"/>
                      <a:pt x="3" y="1"/>
                      <a:pt x="0" y="1"/>
                    </a:cubicBezTo>
                    <a:cubicBezTo>
                      <a:pt x="0" y="2"/>
                      <a:pt x="0" y="4"/>
                      <a:pt x="0" y="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0" name="Freeform 214"/>
              <p:cNvSpPr>
                <a:spLocks/>
              </p:cNvSpPr>
              <p:nvPr/>
            </p:nvSpPr>
            <p:spPr bwMode="auto">
              <a:xfrm>
                <a:off x="1815" y="1329"/>
                <a:ext cx="7" cy="5"/>
              </a:xfrm>
              <a:custGeom>
                <a:avLst/>
                <a:gdLst>
                  <a:gd name="T0" fmla="*/ 0 w 8"/>
                  <a:gd name="T1" fmla="*/ 0 h 6"/>
                  <a:gd name="T2" fmla="*/ 0 w 8"/>
                  <a:gd name="T3" fmla="*/ 4 h 6"/>
                  <a:gd name="T4" fmla="*/ 7 w 8"/>
                  <a:gd name="T5" fmla="*/ 5 h 6"/>
                  <a:gd name="T6" fmla="*/ 7 w 8"/>
                  <a:gd name="T7" fmla="*/ 1 h 6"/>
                  <a:gd name="T8" fmla="*/ 0 w 8"/>
                  <a:gd name="T9" fmla="*/ 0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0" y="0"/>
                    </a:moveTo>
                    <a:cubicBezTo>
                      <a:pt x="0" y="5"/>
                      <a:pt x="0" y="5"/>
                      <a:pt x="0" y="5"/>
                    </a:cubicBezTo>
                    <a:cubicBezTo>
                      <a:pt x="2" y="5"/>
                      <a:pt x="5" y="6"/>
                      <a:pt x="8" y="6"/>
                    </a:cubicBezTo>
                    <a:cubicBezTo>
                      <a:pt x="8" y="4"/>
                      <a:pt x="8" y="2"/>
                      <a:pt x="8" y="1"/>
                    </a:cubicBezTo>
                    <a:cubicBezTo>
                      <a:pt x="5" y="1"/>
                      <a:pt x="2"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1" name="Freeform 215"/>
              <p:cNvSpPr>
                <a:spLocks/>
              </p:cNvSpPr>
              <p:nvPr/>
            </p:nvSpPr>
            <p:spPr bwMode="auto">
              <a:xfrm>
                <a:off x="1742" y="1416"/>
                <a:ext cx="6" cy="8"/>
              </a:xfrm>
              <a:custGeom>
                <a:avLst/>
                <a:gdLst>
                  <a:gd name="T0" fmla="*/ 1 w 7"/>
                  <a:gd name="T1" fmla="*/ 6 h 9"/>
                  <a:gd name="T2" fmla="*/ 3 w 7"/>
                  <a:gd name="T3" fmla="*/ 8 h 9"/>
                  <a:gd name="T4" fmla="*/ 6 w 7"/>
                  <a:gd name="T5" fmla="*/ 8 h 9"/>
                  <a:gd name="T6" fmla="*/ 6 w 7"/>
                  <a:gd name="T7" fmla="*/ 0 h 9"/>
                  <a:gd name="T8" fmla="*/ 2 w 7"/>
                  <a:gd name="T9" fmla="*/ 0 h 9"/>
                  <a:gd name="T10" fmla="*/ 1 w 7"/>
                  <a:gd name="T11" fmla="*/ 6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1" y="7"/>
                    </a:moveTo>
                    <a:cubicBezTo>
                      <a:pt x="2" y="8"/>
                      <a:pt x="3" y="8"/>
                      <a:pt x="4" y="9"/>
                    </a:cubicBezTo>
                    <a:cubicBezTo>
                      <a:pt x="5" y="9"/>
                      <a:pt x="6" y="9"/>
                      <a:pt x="7" y="9"/>
                    </a:cubicBezTo>
                    <a:cubicBezTo>
                      <a:pt x="7" y="6"/>
                      <a:pt x="7" y="3"/>
                      <a:pt x="7" y="0"/>
                    </a:cubicBezTo>
                    <a:cubicBezTo>
                      <a:pt x="5" y="0"/>
                      <a:pt x="4" y="0"/>
                      <a:pt x="2" y="0"/>
                    </a:cubicBezTo>
                    <a:cubicBezTo>
                      <a:pt x="1" y="3"/>
                      <a:pt x="0" y="5"/>
                      <a:pt x="1" y="7"/>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2" name="Freeform 216"/>
              <p:cNvSpPr>
                <a:spLocks/>
              </p:cNvSpPr>
              <p:nvPr/>
            </p:nvSpPr>
            <p:spPr bwMode="auto">
              <a:xfrm>
                <a:off x="1792" y="1468"/>
                <a:ext cx="9" cy="6"/>
              </a:xfrm>
              <a:custGeom>
                <a:avLst/>
                <a:gdLst>
                  <a:gd name="T0" fmla="*/ 9 w 10"/>
                  <a:gd name="T1" fmla="*/ 1 h 7"/>
                  <a:gd name="T2" fmla="*/ 0 w 10"/>
                  <a:gd name="T3" fmla="*/ 0 h 7"/>
                  <a:gd name="T4" fmla="*/ 2 w 10"/>
                  <a:gd name="T5" fmla="*/ 6 h 7"/>
                  <a:gd name="T6" fmla="*/ 9 w 10"/>
                  <a:gd name="T7" fmla="*/ 6 h 7"/>
                  <a:gd name="T8" fmla="*/ 9 w 10"/>
                  <a:gd name="T9" fmla="*/ 1 h 7"/>
                  <a:gd name="T10" fmla="*/ 0 60000 65536"/>
                  <a:gd name="T11" fmla="*/ 0 60000 65536"/>
                  <a:gd name="T12" fmla="*/ 0 60000 65536"/>
                  <a:gd name="T13" fmla="*/ 0 60000 65536"/>
                  <a:gd name="T14" fmla="*/ 0 60000 65536"/>
                  <a:gd name="T15" fmla="*/ 0 w 10"/>
                  <a:gd name="T16" fmla="*/ 0 h 7"/>
                  <a:gd name="T17" fmla="*/ 10 w 10"/>
                  <a:gd name="T18" fmla="*/ 7 h 7"/>
                </a:gdLst>
                <a:ahLst/>
                <a:cxnLst>
                  <a:cxn ang="T10">
                    <a:pos x="T0" y="T1"/>
                  </a:cxn>
                  <a:cxn ang="T11">
                    <a:pos x="T2" y="T3"/>
                  </a:cxn>
                  <a:cxn ang="T12">
                    <a:pos x="T4" y="T5"/>
                  </a:cxn>
                  <a:cxn ang="T13">
                    <a:pos x="T6" y="T7"/>
                  </a:cxn>
                  <a:cxn ang="T14">
                    <a:pos x="T8" y="T9"/>
                  </a:cxn>
                </a:cxnLst>
                <a:rect l="T15" t="T16" r="T17" b="T18"/>
                <a:pathLst>
                  <a:path w="10" h="7">
                    <a:moveTo>
                      <a:pt x="10" y="1"/>
                    </a:moveTo>
                    <a:cubicBezTo>
                      <a:pt x="7" y="0"/>
                      <a:pt x="3" y="0"/>
                      <a:pt x="0" y="0"/>
                    </a:cubicBezTo>
                    <a:cubicBezTo>
                      <a:pt x="2" y="7"/>
                      <a:pt x="2" y="7"/>
                      <a:pt x="2" y="7"/>
                    </a:cubicBezTo>
                    <a:cubicBezTo>
                      <a:pt x="5" y="7"/>
                      <a:pt x="7" y="7"/>
                      <a:pt x="10" y="7"/>
                    </a:cubicBezTo>
                    <a:cubicBezTo>
                      <a:pt x="10" y="5"/>
                      <a:pt x="10" y="3"/>
                      <a:pt x="10"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3" name="Freeform 217"/>
              <p:cNvSpPr>
                <a:spLocks/>
              </p:cNvSpPr>
              <p:nvPr/>
            </p:nvSpPr>
            <p:spPr bwMode="auto">
              <a:xfrm>
                <a:off x="1804" y="1469"/>
                <a:ext cx="7" cy="6"/>
              </a:xfrm>
              <a:custGeom>
                <a:avLst/>
                <a:gdLst>
                  <a:gd name="T0" fmla="*/ 7 w 8"/>
                  <a:gd name="T1" fmla="*/ 0 h 7"/>
                  <a:gd name="T2" fmla="*/ 0 w 8"/>
                  <a:gd name="T3" fmla="*/ 0 h 7"/>
                  <a:gd name="T4" fmla="*/ 1 w 8"/>
                  <a:gd name="T5" fmla="*/ 5 h 7"/>
                  <a:gd name="T6" fmla="*/ 7 w 8"/>
                  <a:gd name="T7" fmla="*/ 6 h 7"/>
                  <a:gd name="T8" fmla="*/ 7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cubicBezTo>
                      <a:pt x="6" y="0"/>
                      <a:pt x="3" y="0"/>
                      <a:pt x="0" y="0"/>
                    </a:cubicBezTo>
                    <a:cubicBezTo>
                      <a:pt x="1" y="2"/>
                      <a:pt x="1" y="5"/>
                      <a:pt x="1" y="6"/>
                    </a:cubicBezTo>
                    <a:cubicBezTo>
                      <a:pt x="3" y="7"/>
                      <a:pt x="6" y="7"/>
                      <a:pt x="8" y="7"/>
                    </a:cubicBezTo>
                    <a:lnTo>
                      <a:pt x="8"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4" name="Freeform 218"/>
              <p:cNvSpPr>
                <a:spLocks/>
              </p:cNvSpPr>
              <p:nvPr/>
            </p:nvSpPr>
            <p:spPr bwMode="auto">
              <a:xfrm>
                <a:off x="1751" y="1416"/>
                <a:ext cx="7" cy="9"/>
              </a:xfrm>
              <a:custGeom>
                <a:avLst/>
                <a:gdLst>
                  <a:gd name="T0" fmla="*/ 7 w 8"/>
                  <a:gd name="T1" fmla="*/ 9 h 10"/>
                  <a:gd name="T2" fmla="*/ 7 w 8"/>
                  <a:gd name="T3" fmla="*/ 1 h 10"/>
                  <a:gd name="T4" fmla="*/ 0 w 8"/>
                  <a:gd name="T5" fmla="*/ 0 h 10"/>
                  <a:gd name="T6" fmla="*/ 1 w 8"/>
                  <a:gd name="T7" fmla="*/ 9 h 10"/>
                  <a:gd name="T8" fmla="*/ 7 w 8"/>
                  <a:gd name="T9" fmla="*/ 9 h 10"/>
                  <a:gd name="T10" fmla="*/ 0 60000 65536"/>
                  <a:gd name="T11" fmla="*/ 0 60000 65536"/>
                  <a:gd name="T12" fmla="*/ 0 60000 65536"/>
                  <a:gd name="T13" fmla="*/ 0 60000 65536"/>
                  <a:gd name="T14" fmla="*/ 0 60000 65536"/>
                  <a:gd name="T15" fmla="*/ 0 w 8"/>
                  <a:gd name="T16" fmla="*/ 0 h 10"/>
                  <a:gd name="T17" fmla="*/ 8 w 8"/>
                  <a:gd name="T18" fmla="*/ 10 h 10"/>
                </a:gdLst>
                <a:ahLst/>
                <a:cxnLst>
                  <a:cxn ang="T10">
                    <a:pos x="T0" y="T1"/>
                  </a:cxn>
                  <a:cxn ang="T11">
                    <a:pos x="T2" y="T3"/>
                  </a:cxn>
                  <a:cxn ang="T12">
                    <a:pos x="T4" y="T5"/>
                  </a:cxn>
                  <a:cxn ang="T13">
                    <a:pos x="T6" y="T7"/>
                  </a:cxn>
                  <a:cxn ang="T14">
                    <a:pos x="T8" y="T9"/>
                  </a:cxn>
                </a:cxnLst>
                <a:rect l="T15" t="T16" r="T17" b="T18"/>
                <a:pathLst>
                  <a:path w="8" h="10">
                    <a:moveTo>
                      <a:pt x="8" y="10"/>
                    </a:moveTo>
                    <a:cubicBezTo>
                      <a:pt x="8" y="7"/>
                      <a:pt x="8" y="4"/>
                      <a:pt x="8" y="1"/>
                    </a:cubicBezTo>
                    <a:cubicBezTo>
                      <a:pt x="5" y="1"/>
                      <a:pt x="3" y="0"/>
                      <a:pt x="0" y="0"/>
                    </a:cubicBezTo>
                    <a:cubicBezTo>
                      <a:pt x="1" y="3"/>
                      <a:pt x="1" y="6"/>
                      <a:pt x="1" y="10"/>
                    </a:cubicBezTo>
                    <a:cubicBezTo>
                      <a:pt x="3" y="10"/>
                      <a:pt x="6" y="10"/>
                      <a:pt x="8"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5" name="Freeform 219"/>
              <p:cNvSpPr>
                <a:spLocks/>
              </p:cNvSpPr>
              <p:nvPr/>
            </p:nvSpPr>
            <p:spPr bwMode="auto">
              <a:xfrm>
                <a:off x="1763" y="1442"/>
                <a:ext cx="10" cy="10"/>
              </a:xfrm>
              <a:custGeom>
                <a:avLst/>
                <a:gdLst>
                  <a:gd name="T0" fmla="*/ 0 w 11"/>
                  <a:gd name="T1" fmla="*/ 0 h 11"/>
                  <a:gd name="T2" fmla="*/ 1 w 11"/>
                  <a:gd name="T3" fmla="*/ 9 h 11"/>
                  <a:gd name="T4" fmla="*/ 10 w 11"/>
                  <a:gd name="T5" fmla="*/ 10 h 11"/>
                  <a:gd name="T6" fmla="*/ 8 w 11"/>
                  <a:gd name="T7" fmla="*/ 1 h 11"/>
                  <a:gd name="T8" fmla="*/ 0 w 11"/>
                  <a:gd name="T9" fmla="*/ 0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0" y="0"/>
                    </a:moveTo>
                    <a:cubicBezTo>
                      <a:pt x="0" y="4"/>
                      <a:pt x="0" y="7"/>
                      <a:pt x="1" y="10"/>
                    </a:cubicBezTo>
                    <a:cubicBezTo>
                      <a:pt x="4" y="11"/>
                      <a:pt x="7" y="11"/>
                      <a:pt x="11" y="11"/>
                    </a:cubicBezTo>
                    <a:cubicBezTo>
                      <a:pt x="10" y="8"/>
                      <a:pt x="10" y="4"/>
                      <a:pt x="9" y="1"/>
                    </a:cubicBezTo>
                    <a:cubicBezTo>
                      <a:pt x="6" y="1"/>
                      <a:pt x="3"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6" name="Freeform 220"/>
              <p:cNvSpPr>
                <a:spLocks/>
              </p:cNvSpPr>
              <p:nvPr/>
            </p:nvSpPr>
            <p:spPr bwMode="auto">
              <a:xfrm>
                <a:off x="1778" y="1467"/>
                <a:ext cx="6" cy="2"/>
              </a:xfrm>
              <a:custGeom>
                <a:avLst/>
                <a:gdLst>
                  <a:gd name="T0" fmla="*/ 0 w 7"/>
                  <a:gd name="T1" fmla="*/ 0 h 2"/>
                  <a:gd name="T2" fmla="*/ 0 w 7"/>
                  <a:gd name="T3" fmla="*/ 2 h 2"/>
                  <a:gd name="T4" fmla="*/ 6 w 7"/>
                  <a:gd name="T5" fmla="*/ 0 h 2"/>
                  <a:gd name="T6" fmla="*/ 0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0" y="0"/>
                    </a:moveTo>
                    <a:cubicBezTo>
                      <a:pt x="0" y="1"/>
                      <a:pt x="0" y="1"/>
                      <a:pt x="0" y="2"/>
                    </a:cubicBezTo>
                    <a:cubicBezTo>
                      <a:pt x="3" y="1"/>
                      <a:pt x="5" y="1"/>
                      <a:pt x="7" y="0"/>
                    </a:cubicBezTo>
                    <a:cubicBezTo>
                      <a:pt x="4" y="0"/>
                      <a:pt x="2"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7" name="Freeform 221"/>
              <p:cNvSpPr>
                <a:spLocks/>
              </p:cNvSpPr>
              <p:nvPr/>
            </p:nvSpPr>
            <p:spPr bwMode="auto">
              <a:xfrm>
                <a:off x="1767" y="1466"/>
                <a:ext cx="8" cy="3"/>
              </a:xfrm>
              <a:custGeom>
                <a:avLst/>
                <a:gdLst>
                  <a:gd name="T0" fmla="*/ 8 w 9"/>
                  <a:gd name="T1" fmla="*/ 3 h 3"/>
                  <a:gd name="T2" fmla="*/ 7 w 9"/>
                  <a:gd name="T3" fmla="*/ 1 h 3"/>
                  <a:gd name="T4" fmla="*/ 0 w 9"/>
                  <a:gd name="T5" fmla="*/ 0 h 3"/>
                  <a:gd name="T6" fmla="*/ 8 w 9"/>
                  <a:gd name="T7" fmla="*/ 3 h 3"/>
                  <a:gd name="T8" fmla="*/ 0 60000 65536"/>
                  <a:gd name="T9" fmla="*/ 0 60000 65536"/>
                  <a:gd name="T10" fmla="*/ 0 60000 65536"/>
                  <a:gd name="T11" fmla="*/ 0 60000 65536"/>
                  <a:gd name="T12" fmla="*/ 0 w 9"/>
                  <a:gd name="T13" fmla="*/ 0 h 3"/>
                  <a:gd name="T14" fmla="*/ 9 w 9"/>
                  <a:gd name="T15" fmla="*/ 3 h 3"/>
                </a:gdLst>
                <a:ahLst/>
                <a:cxnLst>
                  <a:cxn ang="T8">
                    <a:pos x="T0" y="T1"/>
                  </a:cxn>
                  <a:cxn ang="T9">
                    <a:pos x="T2" y="T3"/>
                  </a:cxn>
                  <a:cxn ang="T10">
                    <a:pos x="T4" y="T5"/>
                  </a:cxn>
                  <a:cxn ang="T11">
                    <a:pos x="T6" y="T7"/>
                  </a:cxn>
                </a:cxnLst>
                <a:rect l="T12" t="T13" r="T14" b="T15"/>
                <a:pathLst>
                  <a:path w="9" h="3">
                    <a:moveTo>
                      <a:pt x="9" y="3"/>
                    </a:moveTo>
                    <a:cubicBezTo>
                      <a:pt x="9" y="2"/>
                      <a:pt x="8" y="2"/>
                      <a:pt x="8" y="1"/>
                    </a:cubicBezTo>
                    <a:cubicBezTo>
                      <a:pt x="6" y="1"/>
                      <a:pt x="3" y="0"/>
                      <a:pt x="0" y="0"/>
                    </a:cubicBezTo>
                    <a:cubicBezTo>
                      <a:pt x="2" y="2"/>
                      <a:pt x="5" y="3"/>
                      <a:pt x="9" y="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8" name="Freeform 222"/>
              <p:cNvSpPr>
                <a:spLocks/>
              </p:cNvSpPr>
              <p:nvPr/>
            </p:nvSpPr>
            <p:spPr bwMode="auto">
              <a:xfrm>
                <a:off x="1777" y="1455"/>
                <a:ext cx="11" cy="9"/>
              </a:xfrm>
              <a:custGeom>
                <a:avLst/>
                <a:gdLst>
                  <a:gd name="T0" fmla="*/ 0 w 12"/>
                  <a:gd name="T1" fmla="*/ 0 h 10"/>
                  <a:gd name="T2" fmla="*/ 1 w 12"/>
                  <a:gd name="T3" fmla="*/ 8 h 10"/>
                  <a:gd name="T4" fmla="*/ 11 w 12"/>
                  <a:gd name="T5" fmla="*/ 9 h 10"/>
                  <a:gd name="T6" fmla="*/ 10 w 12"/>
                  <a:gd name="T7" fmla="*/ 1 h 10"/>
                  <a:gd name="T8" fmla="*/ 0 w 12"/>
                  <a:gd name="T9" fmla="*/ 0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0" y="0"/>
                    </a:moveTo>
                    <a:cubicBezTo>
                      <a:pt x="0" y="3"/>
                      <a:pt x="0" y="6"/>
                      <a:pt x="1" y="9"/>
                    </a:cubicBezTo>
                    <a:cubicBezTo>
                      <a:pt x="4" y="10"/>
                      <a:pt x="8" y="10"/>
                      <a:pt x="12" y="10"/>
                    </a:cubicBezTo>
                    <a:cubicBezTo>
                      <a:pt x="12" y="7"/>
                      <a:pt x="11" y="4"/>
                      <a:pt x="11" y="1"/>
                    </a:cubicBezTo>
                    <a:cubicBezTo>
                      <a:pt x="7" y="1"/>
                      <a:pt x="4"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79" name="Freeform 223"/>
              <p:cNvSpPr>
                <a:spLocks/>
              </p:cNvSpPr>
              <p:nvPr/>
            </p:nvSpPr>
            <p:spPr bwMode="auto">
              <a:xfrm>
                <a:off x="1790" y="1444"/>
                <a:ext cx="10" cy="10"/>
              </a:xfrm>
              <a:custGeom>
                <a:avLst/>
                <a:gdLst>
                  <a:gd name="T0" fmla="*/ 10 w 11"/>
                  <a:gd name="T1" fmla="*/ 0 h 11"/>
                  <a:gd name="T2" fmla="*/ 0 w 11"/>
                  <a:gd name="T3" fmla="*/ 0 h 11"/>
                  <a:gd name="T4" fmla="*/ 1 w 11"/>
                  <a:gd name="T5" fmla="*/ 9 h 11"/>
                  <a:gd name="T6" fmla="*/ 10 w 11"/>
                  <a:gd name="T7" fmla="*/ 10 h 11"/>
                  <a:gd name="T8" fmla="*/ 10 w 11"/>
                  <a:gd name="T9" fmla="*/ 0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0"/>
                    </a:moveTo>
                    <a:cubicBezTo>
                      <a:pt x="7" y="0"/>
                      <a:pt x="4" y="0"/>
                      <a:pt x="0" y="0"/>
                    </a:cubicBezTo>
                    <a:cubicBezTo>
                      <a:pt x="0" y="3"/>
                      <a:pt x="0" y="7"/>
                      <a:pt x="1" y="10"/>
                    </a:cubicBezTo>
                    <a:cubicBezTo>
                      <a:pt x="4" y="11"/>
                      <a:pt x="8" y="11"/>
                      <a:pt x="11" y="11"/>
                    </a:cubicBezTo>
                    <a:cubicBezTo>
                      <a:pt x="11" y="8"/>
                      <a:pt x="11" y="4"/>
                      <a:pt x="1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0" name="Freeform 224"/>
              <p:cNvSpPr>
                <a:spLocks/>
              </p:cNvSpPr>
              <p:nvPr/>
            </p:nvSpPr>
            <p:spPr bwMode="auto">
              <a:xfrm>
                <a:off x="1775" y="1443"/>
                <a:ext cx="12" cy="10"/>
              </a:xfrm>
              <a:custGeom>
                <a:avLst/>
                <a:gdLst>
                  <a:gd name="T0" fmla="*/ 0 w 13"/>
                  <a:gd name="T1" fmla="*/ 0 h 11"/>
                  <a:gd name="T2" fmla="*/ 1 w 13"/>
                  <a:gd name="T3" fmla="*/ 9 h 11"/>
                  <a:gd name="T4" fmla="*/ 12 w 13"/>
                  <a:gd name="T5" fmla="*/ 10 h 11"/>
                  <a:gd name="T6" fmla="*/ 11 w 13"/>
                  <a:gd name="T7" fmla="*/ 1 h 11"/>
                  <a:gd name="T8" fmla="*/ 0 w 13"/>
                  <a:gd name="T9" fmla="*/ 0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0" y="0"/>
                    </a:moveTo>
                    <a:cubicBezTo>
                      <a:pt x="1" y="4"/>
                      <a:pt x="1" y="7"/>
                      <a:pt x="1" y="10"/>
                    </a:cubicBezTo>
                    <a:cubicBezTo>
                      <a:pt x="5" y="11"/>
                      <a:pt x="9" y="11"/>
                      <a:pt x="13" y="11"/>
                    </a:cubicBezTo>
                    <a:cubicBezTo>
                      <a:pt x="12" y="8"/>
                      <a:pt x="12" y="4"/>
                      <a:pt x="12" y="1"/>
                    </a:cubicBezTo>
                    <a:cubicBezTo>
                      <a:pt x="8" y="0"/>
                      <a:pt x="4" y="0"/>
                      <a:pt x="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1" name="Freeform 225"/>
              <p:cNvSpPr>
                <a:spLocks/>
              </p:cNvSpPr>
              <p:nvPr/>
            </p:nvSpPr>
            <p:spPr bwMode="auto">
              <a:xfrm>
                <a:off x="1761" y="1416"/>
                <a:ext cx="10" cy="9"/>
              </a:xfrm>
              <a:custGeom>
                <a:avLst/>
                <a:gdLst>
                  <a:gd name="T0" fmla="*/ 10 w 11"/>
                  <a:gd name="T1" fmla="*/ 9 h 10"/>
                  <a:gd name="T2" fmla="*/ 9 w 11"/>
                  <a:gd name="T3" fmla="*/ 0 h 10"/>
                  <a:gd name="T4" fmla="*/ 0 w 11"/>
                  <a:gd name="T5" fmla="*/ 0 h 10"/>
                  <a:gd name="T6" fmla="*/ 1 w 11"/>
                  <a:gd name="T7" fmla="*/ 8 h 10"/>
                  <a:gd name="T8" fmla="*/ 10 w 11"/>
                  <a:gd name="T9" fmla="*/ 9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11" y="10"/>
                    </a:moveTo>
                    <a:cubicBezTo>
                      <a:pt x="11" y="6"/>
                      <a:pt x="10" y="3"/>
                      <a:pt x="10" y="0"/>
                    </a:cubicBezTo>
                    <a:cubicBezTo>
                      <a:pt x="7" y="0"/>
                      <a:pt x="4" y="0"/>
                      <a:pt x="0" y="0"/>
                    </a:cubicBezTo>
                    <a:cubicBezTo>
                      <a:pt x="1" y="3"/>
                      <a:pt x="1" y="6"/>
                      <a:pt x="1" y="9"/>
                    </a:cubicBezTo>
                    <a:cubicBezTo>
                      <a:pt x="4" y="9"/>
                      <a:pt x="7" y="10"/>
                      <a:pt x="11"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2" name="Freeform 226"/>
              <p:cNvSpPr>
                <a:spLocks/>
              </p:cNvSpPr>
              <p:nvPr/>
            </p:nvSpPr>
            <p:spPr bwMode="auto">
              <a:xfrm>
                <a:off x="1803" y="1444"/>
                <a:ext cx="8" cy="10"/>
              </a:xfrm>
              <a:custGeom>
                <a:avLst/>
                <a:gdLst>
                  <a:gd name="T0" fmla="*/ 8 w 9"/>
                  <a:gd name="T1" fmla="*/ 0 h 11"/>
                  <a:gd name="T2" fmla="*/ 0 w 9"/>
                  <a:gd name="T3" fmla="*/ 0 h 11"/>
                  <a:gd name="T4" fmla="*/ 0 w 9"/>
                  <a:gd name="T5" fmla="*/ 10 h 11"/>
                  <a:gd name="T6" fmla="*/ 8 w 9"/>
                  <a:gd name="T7" fmla="*/ 10 h 11"/>
                  <a:gd name="T8" fmla="*/ 8 w 9"/>
                  <a:gd name="T9" fmla="*/ 0 h 11"/>
                  <a:gd name="T10" fmla="*/ 0 60000 65536"/>
                  <a:gd name="T11" fmla="*/ 0 60000 65536"/>
                  <a:gd name="T12" fmla="*/ 0 60000 65536"/>
                  <a:gd name="T13" fmla="*/ 0 60000 65536"/>
                  <a:gd name="T14" fmla="*/ 0 60000 65536"/>
                  <a:gd name="T15" fmla="*/ 0 w 9"/>
                  <a:gd name="T16" fmla="*/ 0 h 11"/>
                  <a:gd name="T17" fmla="*/ 9 w 9"/>
                  <a:gd name="T18" fmla="*/ 11 h 11"/>
                </a:gdLst>
                <a:ahLst/>
                <a:cxnLst>
                  <a:cxn ang="T10">
                    <a:pos x="T0" y="T1"/>
                  </a:cxn>
                  <a:cxn ang="T11">
                    <a:pos x="T2" y="T3"/>
                  </a:cxn>
                  <a:cxn ang="T12">
                    <a:pos x="T4" y="T5"/>
                  </a:cxn>
                  <a:cxn ang="T13">
                    <a:pos x="T6" y="T7"/>
                  </a:cxn>
                  <a:cxn ang="T14">
                    <a:pos x="T8" y="T9"/>
                  </a:cxn>
                </a:cxnLst>
                <a:rect l="T15" t="T16" r="T17" b="T18"/>
                <a:pathLst>
                  <a:path w="9" h="11">
                    <a:moveTo>
                      <a:pt x="9" y="0"/>
                    </a:moveTo>
                    <a:cubicBezTo>
                      <a:pt x="6" y="0"/>
                      <a:pt x="3" y="0"/>
                      <a:pt x="0" y="0"/>
                    </a:cubicBezTo>
                    <a:cubicBezTo>
                      <a:pt x="0" y="4"/>
                      <a:pt x="0" y="8"/>
                      <a:pt x="0" y="11"/>
                    </a:cubicBezTo>
                    <a:cubicBezTo>
                      <a:pt x="3" y="11"/>
                      <a:pt x="6" y="11"/>
                      <a:pt x="9" y="11"/>
                    </a:cubicBezTo>
                    <a:lnTo>
                      <a:pt x="9"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3" name="Freeform 227"/>
              <p:cNvSpPr>
                <a:spLocks/>
              </p:cNvSpPr>
              <p:nvPr/>
            </p:nvSpPr>
            <p:spPr bwMode="auto">
              <a:xfrm>
                <a:off x="1760" y="1403"/>
                <a:ext cx="10" cy="10"/>
              </a:xfrm>
              <a:custGeom>
                <a:avLst/>
                <a:gdLst>
                  <a:gd name="T0" fmla="*/ 10 w 11"/>
                  <a:gd name="T1" fmla="*/ 10 h 11"/>
                  <a:gd name="T2" fmla="*/ 9 w 11"/>
                  <a:gd name="T3" fmla="*/ 0 h 11"/>
                  <a:gd name="T4" fmla="*/ 0 w 11"/>
                  <a:gd name="T5" fmla="*/ 0 h 11"/>
                  <a:gd name="T6" fmla="*/ 1 w 11"/>
                  <a:gd name="T7" fmla="*/ 10 h 11"/>
                  <a:gd name="T8" fmla="*/ 10 w 11"/>
                  <a:gd name="T9" fmla="*/ 10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11"/>
                    </a:moveTo>
                    <a:cubicBezTo>
                      <a:pt x="11" y="7"/>
                      <a:pt x="10" y="4"/>
                      <a:pt x="10" y="0"/>
                    </a:cubicBezTo>
                    <a:cubicBezTo>
                      <a:pt x="0" y="0"/>
                      <a:pt x="0" y="0"/>
                      <a:pt x="0" y="0"/>
                    </a:cubicBezTo>
                    <a:cubicBezTo>
                      <a:pt x="1" y="3"/>
                      <a:pt x="1" y="7"/>
                      <a:pt x="1" y="11"/>
                    </a:cubicBezTo>
                    <a:cubicBezTo>
                      <a:pt x="4" y="11"/>
                      <a:pt x="8" y="11"/>
                      <a:pt x="11"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4" name="Freeform 228"/>
              <p:cNvSpPr>
                <a:spLocks/>
              </p:cNvSpPr>
              <p:nvPr/>
            </p:nvSpPr>
            <p:spPr bwMode="auto">
              <a:xfrm>
                <a:off x="1760" y="1389"/>
                <a:ext cx="9" cy="10"/>
              </a:xfrm>
              <a:custGeom>
                <a:avLst/>
                <a:gdLst>
                  <a:gd name="T0" fmla="*/ 9 w 10"/>
                  <a:gd name="T1" fmla="*/ 2 h 11"/>
                  <a:gd name="T2" fmla="*/ 9 w 10"/>
                  <a:gd name="T3" fmla="*/ 0 h 11"/>
                  <a:gd name="T4" fmla="*/ 0 w 10"/>
                  <a:gd name="T5" fmla="*/ 0 h 11"/>
                  <a:gd name="T6" fmla="*/ 0 w 10"/>
                  <a:gd name="T7" fmla="*/ 1 h 11"/>
                  <a:gd name="T8" fmla="*/ 0 w 10"/>
                  <a:gd name="T9" fmla="*/ 10 h 11"/>
                  <a:gd name="T10" fmla="*/ 9 w 10"/>
                  <a:gd name="T11" fmla="*/ 10 h 11"/>
                  <a:gd name="T12" fmla="*/ 9 w 10"/>
                  <a:gd name="T13" fmla="*/ 2 h 11"/>
                  <a:gd name="T14" fmla="*/ 0 60000 65536"/>
                  <a:gd name="T15" fmla="*/ 0 60000 65536"/>
                  <a:gd name="T16" fmla="*/ 0 60000 65536"/>
                  <a:gd name="T17" fmla="*/ 0 60000 65536"/>
                  <a:gd name="T18" fmla="*/ 0 60000 65536"/>
                  <a:gd name="T19" fmla="*/ 0 60000 65536"/>
                  <a:gd name="T20" fmla="*/ 0 60000 65536"/>
                  <a:gd name="T21" fmla="*/ 0 w 10"/>
                  <a:gd name="T22" fmla="*/ 0 h 11"/>
                  <a:gd name="T23" fmla="*/ 10 w 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1">
                    <a:moveTo>
                      <a:pt x="10" y="2"/>
                    </a:moveTo>
                    <a:cubicBezTo>
                      <a:pt x="10" y="1"/>
                      <a:pt x="10" y="1"/>
                      <a:pt x="10" y="0"/>
                    </a:cubicBezTo>
                    <a:cubicBezTo>
                      <a:pt x="7" y="0"/>
                      <a:pt x="3" y="0"/>
                      <a:pt x="0" y="0"/>
                    </a:cubicBezTo>
                    <a:cubicBezTo>
                      <a:pt x="0" y="1"/>
                      <a:pt x="0" y="1"/>
                      <a:pt x="0" y="1"/>
                    </a:cubicBezTo>
                    <a:cubicBezTo>
                      <a:pt x="0" y="4"/>
                      <a:pt x="0" y="8"/>
                      <a:pt x="0" y="11"/>
                    </a:cubicBezTo>
                    <a:cubicBezTo>
                      <a:pt x="10" y="11"/>
                      <a:pt x="10" y="11"/>
                      <a:pt x="10" y="11"/>
                    </a:cubicBezTo>
                    <a:cubicBezTo>
                      <a:pt x="10" y="8"/>
                      <a:pt x="10" y="5"/>
                      <a:pt x="10" y="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5" name="Freeform 229"/>
              <p:cNvSpPr>
                <a:spLocks/>
              </p:cNvSpPr>
              <p:nvPr/>
            </p:nvSpPr>
            <p:spPr bwMode="auto">
              <a:xfrm>
                <a:off x="1762" y="1428"/>
                <a:ext cx="10" cy="11"/>
              </a:xfrm>
              <a:custGeom>
                <a:avLst/>
                <a:gdLst>
                  <a:gd name="T0" fmla="*/ 10 w 11"/>
                  <a:gd name="T1" fmla="*/ 11 h 12"/>
                  <a:gd name="T2" fmla="*/ 9 w 11"/>
                  <a:gd name="T3" fmla="*/ 1 h 12"/>
                  <a:gd name="T4" fmla="*/ 0 w 11"/>
                  <a:gd name="T5" fmla="*/ 0 h 12"/>
                  <a:gd name="T6" fmla="*/ 1 w 11"/>
                  <a:gd name="T7" fmla="*/ 11 h 12"/>
                  <a:gd name="T8" fmla="*/ 10 w 11"/>
                  <a:gd name="T9" fmla="*/ 11 h 12"/>
                  <a:gd name="T10" fmla="*/ 0 60000 65536"/>
                  <a:gd name="T11" fmla="*/ 0 60000 65536"/>
                  <a:gd name="T12" fmla="*/ 0 60000 65536"/>
                  <a:gd name="T13" fmla="*/ 0 60000 65536"/>
                  <a:gd name="T14" fmla="*/ 0 60000 65536"/>
                  <a:gd name="T15" fmla="*/ 0 w 11"/>
                  <a:gd name="T16" fmla="*/ 0 h 12"/>
                  <a:gd name="T17" fmla="*/ 11 w 11"/>
                  <a:gd name="T18" fmla="*/ 12 h 12"/>
                </a:gdLst>
                <a:ahLst/>
                <a:cxnLst>
                  <a:cxn ang="T10">
                    <a:pos x="T0" y="T1"/>
                  </a:cxn>
                  <a:cxn ang="T11">
                    <a:pos x="T2" y="T3"/>
                  </a:cxn>
                  <a:cxn ang="T12">
                    <a:pos x="T4" y="T5"/>
                  </a:cxn>
                  <a:cxn ang="T13">
                    <a:pos x="T6" y="T7"/>
                  </a:cxn>
                  <a:cxn ang="T14">
                    <a:pos x="T8" y="T9"/>
                  </a:cxn>
                </a:cxnLst>
                <a:rect l="T15" t="T16" r="T17" b="T18"/>
                <a:pathLst>
                  <a:path w="11" h="12">
                    <a:moveTo>
                      <a:pt x="11" y="12"/>
                    </a:moveTo>
                    <a:cubicBezTo>
                      <a:pt x="11" y="8"/>
                      <a:pt x="10" y="4"/>
                      <a:pt x="10" y="1"/>
                    </a:cubicBezTo>
                    <a:cubicBezTo>
                      <a:pt x="7" y="0"/>
                      <a:pt x="4" y="0"/>
                      <a:pt x="0" y="0"/>
                    </a:cubicBezTo>
                    <a:cubicBezTo>
                      <a:pt x="1" y="4"/>
                      <a:pt x="1" y="8"/>
                      <a:pt x="1" y="12"/>
                    </a:cubicBezTo>
                    <a:cubicBezTo>
                      <a:pt x="5" y="12"/>
                      <a:pt x="8" y="12"/>
                      <a:pt x="11"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6" name="Freeform 230"/>
              <p:cNvSpPr>
                <a:spLocks/>
              </p:cNvSpPr>
              <p:nvPr/>
            </p:nvSpPr>
            <p:spPr bwMode="auto">
              <a:xfrm>
                <a:off x="1764" y="1454"/>
                <a:ext cx="10" cy="9"/>
              </a:xfrm>
              <a:custGeom>
                <a:avLst/>
                <a:gdLst>
                  <a:gd name="T0" fmla="*/ 9 w 11"/>
                  <a:gd name="T1" fmla="*/ 1 h 10"/>
                  <a:gd name="T2" fmla="*/ 0 w 11"/>
                  <a:gd name="T3" fmla="*/ 0 h 10"/>
                  <a:gd name="T4" fmla="*/ 1 w 11"/>
                  <a:gd name="T5" fmla="*/ 8 h 10"/>
                  <a:gd name="T6" fmla="*/ 10 w 11"/>
                  <a:gd name="T7" fmla="*/ 9 h 10"/>
                  <a:gd name="T8" fmla="*/ 9 w 11"/>
                  <a:gd name="T9" fmla="*/ 1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10" y="1"/>
                    </a:moveTo>
                    <a:cubicBezTo>
                      <a:pt x="7" y="1"/>
                      <a:pt x="3" y="0"/>
                      <a:pt x="0" y="0"/>
                    </a:cubicBezTo>
                    <a:cubicBezTo>
                      <a:pt x="1" y="3"/>
                      <a:pt x="1" y="6"/>
                      <a:pt x="1" y="9"/>
                    </a:cubicBezTo>
                    <a:cubicBezTo>
                      <a:pt x="4" y="10"/>
                      <a:pt x="8" y="10"/>
                      <a:pt x="11" y="10"/>
                    </a:cubicBezTo>
                    <a:cubicBezTo>
                      <a:pt x="11" y="7"/>
                      <a:pt x="10" y="4"/>
                      <a:pt x="10" y="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7" name="Freeform 231"/>
              <p:cNvSpPr>
                <a:spLocks/>
              </p:cNvSpPr>
              <p:nvPr/>
            </p:nvSpPr>
            <p:spPr bwMode="auto">
              <a:xfrm>
                <a:off x="1754" y="1442"/>
                <a:ext cx="7" cy="9"/>
              </a:xfrm>
              <a:custGeom>
                <a:avLst/>
                <a:gdLst>
                  <a:gd name="T0" fmla="*/ 6 w 7"/>
                  <a:gd name="T1" fmla="*/ 0 h 10"/>
                  <a:gd name="T2" fmla="*/ 3 w 7"/>
                  <a:gd name="T3" fmla="*/ 0 h 10"/>
                  <a:gd name="T4" fmla="*/ 0 w 7"/>
                  <a:gd name="T5" fmla="*/ 5 h 10"/>
                  <a:gd name="T6" fmla="*/ 5 w 7"/>
                  <a:gd name="T7" fmla="*/ 9 h 10"/>
                  <a:gd name="T8" fmla="*/ 7 w 7"/>
                  <a:gd name="T9" fmla="*/ 9 h 10"/>
                  <a:gd name="T10" fmla="*/ 6 w 7"/>
                  <a:gd name="T11" fmla="*/ 0 h 10"/>
                  <a:gd name="T12" fmla="*/ 0 60000 65536"/>
                  <a:gd name="T13" fmla="*/ 0 60000 65536"/>
                  <a:gd name="T14" fmla="*/ 0 60000 65536"/>
                  <a:gd name="T15" fmla="*/ 0 60000 65536"/>
                  <a:gd name="T16" fmla="*/ 0 60000 65536"/>
                  <a:gd name="T17" fmla="*/ 0 60000 65536"/>
                  <a:gd name="T18" fmla="*/ 0 w 7"/>
                  <a:gd name="T19" fmla="*/ 0 h 10"/>
                  <a:gd name="T20" fmla="*/ 7 w 7"/>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7" h="10">
                    <a:moveTo>
                      <a:pt x="6" y="0"/>
                    </a:moveTo>
                    <a:cubicBezTo>
                      <a:pt x="5" y="0"/>
                      <a:pt x="4" y="0"/>
                      <a:pt x="3" y="0"/>
                    </a:cubicBezTo>
                    <a:cubicBezTo>
                      <a:pt x="1" y="1"/>
                      <a:pt x="0" y="3"/>
                      <a:pt x="0" y="5"/>
                    </a:cubicBezTo>
                    <a:cubicBezTo>
                      <a:pt x="0" y="6"/>
                      <a:pt x="2" y="8"/>
                      <a:pt x="5" y="10"/>
                    </a:cubicBezTo>
                    <a:cubicBezTo>
                      <a:pt x="5" y="10"/>
                      <a:pt x="6" y="10"/>
                      <a:pt x="7" y="10"/>
                    </a:cubicBezTo>
                    <a:cubicBezTo>
                      <a:pt x="7" y="7"/>
                      <a:pt x="6" y="4"/>
                      <a:pt x="6"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8" name="Freeform 232"/>
              <p:cNvSpPr>
                <a:spLocks/>
              </p:cNvSpPr>
              <p:nvPr/>
            </p:nvSpPr>
            <p:spPr bwMode="auto">
              <a:xfrm>
                <a:off x="1867" y="1364"/>
                <a:ext cx="8" cy="11"/>
              </a:xfrm>
              <a:custGeom>
                <a:avLst/>
                <a:gdLst>
                  <a:gd name="T0" fmla="*/ 1 w 8"/>
                  <a:gd name="T1" fmla="*/ 11 h 12"/>
                  <a:gd name="T2" fmla="*/ 8 w 8"/>
                  <a:gd name="T3" fmla="*/ 11 h 12"/>
                  <a:gd name="T4" fmla="*/ 6 w 8"/>
                  <a:gd name="T5" fmla="*/ 0 h 12"/>
                  <a:gd name="T6" fmla="*/ 0 w 8"/>
                  <a:gd name="T7" fmla="*/ 0 h 12"/>
                  <a:gd name="T8" fmla="*/ 1 w 8"/>
                  <a:gd name="T9" fmla="*/ 11 h 12"/>
                  <a:gd name="T10" fmla="*/ 0 60000 65536"/>
                  <a:gd name="T11" fmla="*/ 0 60000 65536"/>
                  <a:gd name="T12" fmla="*/ 0 60000 65536"/>
                  <a:gd name="T13" fmla="*/ 0 60000 65536"/>
                  <a:gd name="T14" fmla="*/ 0 60000 65536"/>
                  <a:gd name="T15" fmla="*/ 0 w 8"/>
                  <a:gd name="T16" fmla="*/ 0 h 12"/>
                  <a:gd name="T17" fmla="*/ 8 w 8"/>
                  <a:gd name="T18" fmla="*/ 12 h 12"/>
                </a:gdLst>
                <a:ahLst/>
                <a:cxnLst>
                  <a:cxn ang="T10">
                    <a:pos x="T0" y="T1"/>
                  </a:cxn>
                  <a:cxn ang="T11">
                    <a:pos x="T2" y="T3"/>
                  </a:cxn>
                  <a:cxn ang="T12">
                    <a:pos x="T4" y="T5"/>
                  </a:cxn>
                  <a:cxn ang="T13">
                    <a:pos x="T6" y="T7"/>
                  </a:cxn>
                  <a:cxn ang="T14">
                    <a:pos x="T8" y="T9"/>
                  </a:cxn>
                </a:cxnLst>
                <a:rect l="T15" t="T16" r="T17" b="T18"/>
                <a:pathLst>
                  <a:path w="8" h="12">
                    <a:moveTo>
                      <a:pt x="1" y="12"/>
                    </a:moveTo>
                    <a:cubicBezTo>
                      <a:pt x="3" y="12"/>
                      <a:pt x="6" y="12"/>
                      <a:pt x="8" y="12"/>
                    </a:cubicBezTo>
                    <a:cubicBezTo>
                      <a:pt x="7" y="9"/>
                      <a:pt x="7" y="5"/>
                      <a:pt x="6" y="0"/>
                    </a:cubicBezTo>
                    <a:cubicBezTo>
                      <a:pt x="4" y="0"/>
                      <a:pt x="2" y="0"/>
                      <a:pt x="0" y="0"/>
                    </a:cubicBezTo>
                    <a:cubicBezTo>
                      <a:pt x="1" y="4"/>
                      <a:pt x="1" y="8"/>
                      <a:pt x="1" y="12"/>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89" name="Freeform 233"/>
              <p:cNvSpPr>
                <a:spLocks/>
              </p:cNvSpPr>
              <p:nvPr/>
            </p:nvSpPr>
            <p:spPr bwMode="auto">
              <a:xfrm>
                <a:off x="1854" y="1350"/>
                <a:ext cx="10" cy="10"/>
              </a:xfrm>
              <a:custGeom>
                <a:avLst/>
                <a:gdLst>
                  <a:gd name="T0" fmla="*/ 10 w 11"/>
                  <a:gd name="T1" fmla="*/ 10 h 11"/>
                  <a:gd name="T2" fmla="*/ 9 w 11"/>
                  <a:gd name="T3" fmla="*/ 1 h 11"/>
                  <a:gd name="T4" fmla="*/ 0 w 11"/>
                  <a:gd name="T5" fmla="*/ 0 h 11"/>
                  <a:gd name="T6" fmla="*/ 1 w 11"/>
                  <a:gd name="T7" fmla="*/ 10 h 11"/>
                  <a:gd name="T8" fmla="*/ 10 w 11"/>
                  <a:gd name="T9" fmla="*/ 10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11"/>
                    </a:moveTo>
                    <a:cubicBezTo>
                      <a:pt x="11" y="8"/>
                      <a:pt x="11" y="4"/>
                      <a:pt x="10" y="1"/>
                    </a:cubicBezTo>
                    <a:cubicBezTo>
                      <a:pt x="7" y="1"/>
                      <a:pt x="4" y="0"/>
                      <a:pt x="0" y="0"/>
                    </a:cubicBezTo>
                    <a:cubicBezTo>
                      <a:pt x="1" y="4"/>
                      <a:pt x="1" y="7"/>
                      <a:pt x="1" y="11"/>
                    </a:cubicBezTo>
                    <a:cubicBezTo>
                      <a:pt x="5" y="11"/>
                      <a:pt x="8" y="11"/>
                      <a:pt x="11"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0" name="Freeform 234"/>
              <p:cNvSpPr>
                <a:spLocks/>
              </p:cNvSpPr>
              <p:nvPr/>
            </p:nvSpPr>
            <p:spPr bwMode="auto">
              <a:xfrm>
                <a:off x="1867" y="1351"/>
                <a:ext cx="5" cy="10"/>
              </a:xfrm>
              <a:custGeom>
                <a:avLst/>
                <a:gdLst>
                  <a:gd name="T0" fmla="*/ 5 w 6"/>
                  <a:gd name="T1" fmla="*/ 10 h 11"/>
                  <a:gd name="T2" fmla="*/ 1 w 6"/>
                  <a:gd name="T3" fmla="*/ 0 h 11"/>
                  <a:gd name="T4" fmla="*/ 0 w 6"/>
                  <a:gd name="T5" fmla="*/ 0 h 11"/>
                  <a:gd name="T6" fmla="*/ 1 w 6"/>
                  <a:gd name="T7" fmla="*/ 9 h 11"/>
                  <a:gd name="T8" fmla="*/ 5 w 6"/>
                  <a:gd name="T9" fmla="*/ 10 h 11"/>
                  <a:gd name="T10" fmla="*/ 0 60000 65536"/>
                  <a:gd name="T11" fmla="*/ 0 60000 65536"/>
                  <a:gd name="T12" fmla="*/ 0 60000 65536"/>
                  <a:gd name="T13" fmla="*/ 0 60000 65536"/>
                  <a:gd name="T14" fmla="*/ 0 60000 65536"/>
                  <a:gd name="T15" fmla="*/ 0 w 6"/>
                  <a:gd name="T16" fmla="*/ 0 h 11"/>
                  <a:gd name="T17" fmla="*/ 6 w 6"/>
                  <a:gd name="T18" fmla="*/ 11 h 11"/>
                </a:gdLst>
                <a:ahLst/>
                <a:cxnLst>
                  <a:cxn ang="T10">
                    <a:pos x="T0" y="T1"/>
                  </a:cxn>
                  <a:cxn ang="T11">
                    <a:pos x="T2" y="T3"/>
                  </a:cxn>
                  <a:cxn ang="T12">
                    <a:pos x="T4" y="T5"/>
                  </a:cxn>
                  <a:cxn ang="T13">
                    <a:pos x="T6" y="T7"/>
                  </a:cxn>
                  <a:cxn ang="T14">
                    <a:pos x="T8" y="T9"/>
                  </a:cxn>
                </a:cxnLst>
                <a:rect l="T15" t="T16" r="T17" b="T18"/>
                <a:pathLst>
                  <a:path w="6" h="11">
                    <a:moveTo>
                      <a:pt x="6" y="11"/>
                    </a:moveTo>
                    <a:cubicBezTo>
                      <a:pt x="5" y="7"/>
                      <a:pt x="3" y="4"/>
                      <a:pt x="1" y="0"/>
                    </a:cubicBezTo>
                    <a:cubicBezTo>
                      <a:pt x="1" y="0"/>
                      <a:pt x="0" y="0"/>
                      <a:pt x="0" y="0"/>
                    </a:cubicBezTo>
                    <a:cubicBezTo>
                      <a:pt x="0" y="4"/>
                      <a:pt x="1" y="7"/>
                      <a:pt x="1" y="10"/>
                    </a:cubicBezTo>
                    <a:cubicBezTo>
                      <a:pt x="3" y="10"/>
                      <a:pt x="4" y="10"/>
                      <a:pt x="6"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1" name="Freeform 235"/>
              <p:cNvSpPr>
                <a:spLocks/>
              </p:cNvSpPr>
              <p:nvPr/>
            </p:nvSpPr>
            <p:spPr bwMode="auto">
              <a:xfrm>
                <a:off x="1815" y="1444"/>
                <a:ext cx="9" cy="10"/>
              </a:xfrm>
              <a:custGeom>
                <a:avLst/>
                <a:gdLst>
                  <a:gd name="T0" fmla="*/ 8 w 10"/>
                  <a:gd name="T1" fmla="*/ 10 h 11"/>
                  <a:gd name="T2" fmla="*/ 9 w 10"/>
                  <a:gd name="T3" fmla="*/ 0 h 11"/>
                  <a:gd name="T4" fmla="*/ 1 w 10"/>
                  <a:gd name="T5" fmla="*/ 1 h 11"/>
                  <a:gd name="T6" fmla="*/ 0 w 10"/>
                  <a:gd name="T7" fmla="*/ 1 h 11"/>
                  <a:gd name="T8" fmla="*/ 0 w 10"/>
                  <a:gd name="T9" fmla="*/ 10 h 11"/>
                  <a:gd name="T10" fmla="*/ 1 w 10"/>
                  <a:gd name="T11" fmla="*/ 10 h 11"/>
                  <a:gd name="T12" fmla="*/ 8 w 10"/>
                  <a:gd name="T13" fmla="*/ 10 h 11"/>
                  <a:gd name="T14" fmla="*/ 0 60000 65536"/>
                  <a:gd name="T15" fmla="*/ 0 60000 65536"/>
                  <a:gd name="T16" fmla="*/ 0 60000 65536"/>
                  <a:gd name="T17" fmla="*/ 0 60000 65536"/>
                  <a:gd name="T18" fmla="*/ 0 60000 65536"/>
                  <a:gd name="T19" fmla="*/ 0 60000 65536"/>
                  <a:gd name="T20" fmla="*/ 0 60000 65536"/>
                  <a:gd name="T21" fmla="*/ 0 w 10"/>
                  <a:gd name="T22" fmla="*/ 0 h 11"/>
                  <a:gd name="T23" fmla="*/ 10 w 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1">
                    <a:moveTo>
                      <a:pt x="9" y="11"/>
                    </a:moveTo>
                    <a:cubicBezTo>
                      <a:pt x="10" y="8"/>
                      <a:pt x="10" y="4"/>
                      <a:pt x="10" y="0"/>
                    </a:cubicBezTo>
                    <a:cubicBezTo>
                      <a:pt x="7" y="0"/>
                      <a:pt x="4" y="1"/>
                      <a:pt x="1" y="1"/>
                    </a:cubicBezTo>
                    <a:cubicBezTo>
                      <a:pt x="1" y="1"/>
                      <a:pt x="0" y="1"/>
                      <a:pt x="0" y="1"/>
                    </a:cubicBezTo>
                    <a:cubicBezTo>
                      <a:pt x="0" y="11"/>
                      <a:pt x="0" y="11"/>
                      <a:pt x="0" y="11"/>
                    </a:cubicBezTo>
                    <a:cubicBezTo>
                      <a:pt x="0" y="11"/>
                      <a:pt x="1" y="11"/>
                      <a:pt x="1" y="11"/>
                    </a:cubicBezTo>
                    <a:cubicBezTo>
                      <a:pt x="4" y="11"/>
                      <a:pt x="6" y="11"/>
                      <a:pt x="9"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2" name="Freeform 236"/>
              <p:cNvSpPr>
                <a:spLocks/>
              </p:cNvSpPr>
              <p:nvPr/>
            </p:nvSpPr>
            <p:spPr bwMode="auto">
              <a:xfrm>
                <a:off x="1827" y="1349"/>
                <a:ext cx="11" cy="11"/>
              </a:xfrm>
              <a:custGeom>
                <a:avLst/>
                <a:gdLst>
                  <a:gd name="T0" fmla="*/ 1 w 12"/>
                  <a:gd name="T1" fmla="*/ 10 h 12"/>
                  <a:gd name="T2" fmla="*/ 11 w 12"/>
                  <a:gd name="T3" fmla="*/ 11 h 12"/>
                  <a:gd name="T4" fmla="*/ 10 w 12"/>
                  <a:gd name="T5" fmla="*/ 1 h 12"/>
                  <a:gd name="T6" fmla="*/ 0 w 12"/>
                  <a:gd name="T7" fmla="*/ 0 h 12"/>
                  <a:gd name="T8" fmla="*/ 1 w 12"/>
                  <a:gd name="T9" fmla="*/ 10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 y="11"/>
                    </a:moveTo>
                    <a:cubicBezTo>
                      <a:pt x="4" y="11"/>
                      <a:pt x="8" y="11"/>
                      <a:pt x="12" y="12"/>
                    </a:cubicBezTo>
                    <a:cubicBezTo>
                      <a:pt x="12" y="8"/>
                      <a:pt x="11" y="4"/>
                      <a:pt x="11" y="1"/>
                    </a:cubicBezTo>
                    <a:cubicBezTo>
                      <a:pt x="7" y="1"/>
                      <a:pt x="4" y="1"/>
                      <a:pt x="0" y="0"/>
                    </a:cubicBezTo>
                    <a:cubicBezTo>
                      <a:pt x="0" y="4"/>
                      <a:pt x="1" y="7"/>
                      <a:pt x="1"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3" name="Freeform 237"/>
              <p:cNvSpPr>
                <a:spLocks/>
              </p:cNvSpPr>
              <p:nvPr/>
            </p:nvSpPr>
            <p:spPr bwMode="auto">
              <a:xfrm>
                <a:off x="1869" y="1378"/>
                <a:ext cx="7" cy="9"/>
              </a:xfrm>
              <a:custGeom>
                <a:avLst/>
                <a:gdLst>
                  <a:gd name="T0" fmla="*/ 0 w 7"/>
                  <a:gd name="T1" fmla="*/ 9 h 9"/>
                  <a:gd name="T2" fmla="*/ 6 w 7"/>
                  <a:gd name="T3" fmla="*/ 9 h 9"/>
                  <a:gd name="T4" fmla="*/ 6 w 7"/>
                  <a:gd name="T5" fmla="*/ 0 h 9"/>
                  <a:gd name="T6" fmla="*/ 0 w 7"/>
                  <a:gd name="T7" fmla="*/ 0 h 9"/>
                  <a:gd name="T8" fmla="*/ 0 w 7"/>
                  <a:gd name="T9" fmla="*/ 9 h 9"/>
                  <a:gd name="T10" fmla="*/ 0 60000 65536"/>
                  <a:gd name="T11" fmla="*/ 0 60000 65536"/>
                  <a:gd name="T12" fmla="*/ 0 60000 65536"/>
                  <a:gd name="T13" fmla="*/ 0 60000 65536"/>
                  <a:gd name="T14" fmla="*/ 0 60000 65536"/>
                  <a:gd name="T15" fmla="*/ 0 w 7"/>
                  <a:gd name="T16" fmla="*/ 0 h 9"/>
                  <a:gd name="T17" fmla="*/ 7 w 7"/>
                  <a:gd name="T18" fmla="*/ 9 h 9"/>
                </a:gdLst>
                <a:ahLst/>
                <a:cxnLst>
                  <a:cxn ang="T10">
                    <a:pos x="T0" y="T1"/>
                  </a:cxn>
                  <a:cxn ang="T11">
                    <a:pos x="T2" y="T3"/>
                  </a:cxn>
                  <a:cxn ang="T12">
                    <a:pos x="T4" y="T5"/>
                  </a:cxn>
                  <a:cxn ang="T13">
                    <a:pos x="T6" y="T7"/>
                  </a:cxn>
                  <a:cxn ang="T14">
                    <a:pos x="T8" y="T9"/>
                  </a:cxn>
                </a:cxnLst>
                <a:rect l="T15" t="T16" r="T17" b="T18"/>
                <a:pathLst>
                  <a:path w="7" h="9">
                    <a:moveTo>
                      <a:pt x="0" y="9"/>
                    </a:moveTo>
                    <a:cubicBezTo>
                      <a:pt x="2" y="9"/>
                      <a:pt x="4" y="9"/>
                      <a:pt x="6" y="9"/>
                    </a:cubicBezTo>
                    <a:cubicBezTo>
                      <a:pt x="7" y="6"/>
                      <a:pt x="6" y="3"/>
                      <a:pt x="6" y="0"/>
                    </a:cubicBezTo>
                    <a:cubicBezTo>
                      <a:pt x="4" y="0"/>
                      <a:pt x="2" y="0"/>
                      <a:pt x="0" y="0"/>
                    </a:cubicBezTo>
                    <a:cubicBezTo>
                      <a:pt x="0" y="3"/>
                      <a:pt x="0" y="6"/>
                      <a:pt x="0" y="9"/>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4" name="Freeform 238"/>
              <p:cNvSpPr>
                <a:spLocks/>
              </p:cNvSpPr>
              <p:nvPr/>
            </p:nvSpPr>
            <p:spPr bwMode="auto">
              <a:xfrm>
                <a:off x="1840" y="1350"/>
                <a:ext cx="12" cy="10"/>
              </a:xfrm>
              <a:custGeom>
                <a:avLst/>
                <a:gdLst>
                  <a:gd name="T0" fmla="*/ 1 w 13"/>
                  <a:gd name="T1" fmla="*/ 10 h 11"/>
                  <a:gd name="T2" fmla="*/ 12 w 13"/>
                  <a:gd name="T3" fmla="*/ 10 h 11"/>
                  <a:gd name="T4" fmla="*/ 10 w 13"/>
                  <a:gd name="T5" fmla="*/ 1 h 11"/>
                  <a:gd name="T6" fmla="*/ 0 w 13"/>
                  <a:gd name="T7" fmla="*/ 0 h 11"/>
                  <a:gd name="T8" fmla="*/ 1 w 13"/>
                  <a:gd name="T9" fmla="*/ 10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1" y="11"/>
                    </a:moveTo>
                    <a:cubicBezTo>
                      <a:pt x="5" y="11"/>
                      <a:pt x="9" y="11"/>
                      <a:pt x="13" y="11"/>
                    </a:cubicBezTo>
                    <a:cubicBezTo>
                      <a:pt x="12" y="8"/>
                      <a:pt x="12" y="4"/>
                      <a:pt x="11" y="1"/>
                    </a:cubicBezTo>
                    <a:cubicBezTo>
                      <a:pt x="8" y="1"/>
                      <a:pt x="4" y="0"/>
                      <a:pt x="0" y="0"/>
                    </a:cubicBezTo>
                    <a:cubicBezTo>
                      <a:pt x="0" y="4"/>
                      <a:pt x="0" y="7"/>
                      <a:pt x="1" y="1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5" name="Freeform 239"/>
              <p:cNvSpPr>
                <a:spLocks/>
              </p:cNvSpPr>
              <p:nvPr/>
            </p:nvSpPr>
            <p:spPr bwMode="auto">
              <a:xfrm>
                <a:off x="1815" y="1349"/>
                <a:ext cx="9" cy="10"/>
              </a:xfrm>
              <a:custGeom>
                <a:avLst/>
                <a:gdLst>
                  <a:gd name="T0" fmla="*/ 0 w 10"/>
                  <a:gd name="T1" fmla="*/ 10 h 11"/>
                  <a:gd name="T2" fmla="*/ 9 w 10"/>
                  <a:gd name="T3" fmla="*/ 10 h 11"/>
                  <a:gd name="T4" fmla="*/ 8 w 10"/>
                  <a:gd name="T5" fmla="*/ 0 h 11"/>
                  <a:gd name="T6" fmla="*/ 0 w 10"/>
                  <a:gd name="T7" fmla="*/ 0 h 11"/>
                  <a:gd name="T8" fmla="*/ 0 w 10"/>
                  <a:gd name="T9" fmla="*/ 1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cubicBezTo>
                      <a:pt x="3" y="11"/>
                      <a:pt x="6" y="11"/>
                      <a:pt x="10" y="11"/>
                    </a:cubicBezTo>
                    <a:cubicBezTo>
                      <a:pt x="10" y="7"/>
                      <a:pt x="10" y="4"/>
                      <a:pt x="9" y="0"/>
                    </a:cubicBezTo>
                    <a:cubicBezTo>
                      <a:pt x="6" y="0"/>
                      <a:pt x="3" y="0"/>
                      <a:pt x="0" y="0"/>
                    </a:cubicBezTo>
                    <a:lnTo>
                      <a:pt x="0" y="11"/>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6" name="Freeform 240"/>
              <p:cNvSpPr>
                <a:spLocks/>
              </p:cNvSpPr>
              <p:nvPr/>
            </p:nvSpPr>
            <p:spPr bwMode="auto">
              <a:xfrm>
                <a:off x="1869" y="1403"/>
                <a:ext cx="3" cy="5"/>
              </a:xfrm>
              <a:custGeom>
                <a:avLst/>
                <a:gdLst>
                  <a:gd name="T0" fmla="*/ 1 w 3"/>
                  <a:gd name="T1" fmla="*/ 0 h 6"/>
                  <a:gd name="T2" fmla="*/ 0 w 3"/>
                  <a:gd name="T3" fmla="*/ 5 h 6"/>
                  <a:gd name="T4" fmla="*/ 3 w 3"/>
                  <a:gd name="T5" fmla="*/ 0 h 6"/>
                  <a:gd name="T6" fmla="*/ 1 w 3"/>
                  <a:gd name="T7" fmla="*/ 0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1" y="0"/>
                    </a:moveTo>
                    <a:cubicBezTo>
                      <a:pt x="1" y="2"/>
                      <a:pt x="0" y="4"/>
                      <a:pt x="0" y="6"/>
                    </a:cubicBezTo>
                    <a:cubicBezTo>
                      <a:pt x="1" y="4"/>
                      <a:pt x="2" y="2"/>
                      <a:pt x="3" y="0"/>
                    </a:cubicBezTo>
                    <a:lnTo>
                      <a:pt x="1"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7" name="Freeform 241"/>
              <p:cNvSpPr>
                <a:spLocks/>
              </p:cNvSpPr>
              <p:nvPr/>
            </p:nvSpPr>
            <p:spPr bwMode="auto">
              <a:xfrm>
                <a:off x="1826" y="1456"/>
                <a:ext cx="11" cy="9"/>
              </a:xfrm>
              <a:custGeom>
                <a:avLst/>
                <a:gdLst>
                  <a:gd name="T0" fmla="*/ 10 w 12"/>
                  <a:gd name="T1" fmla="*/ 9 h 10"/>
                  <a:gd name="T2" fmla="*/ 11 w 12"/>
                  <a:gd name="T3" fmla="*/ 0 h 10"/>
                  <a:gd name="T4" fmla="*/ 1 w 12"/>
                  <a:gd name="T5" fmla="*/ 1 h 10"/>
                  <a:gd name="T6" fmla="*/ 0 w 12"/>
                  <a:gd name="T7" fmla="*/ 9 h 10"/>
                  <a:gd name="T8" fmla="*/ 10 w 12"/>
                  <a:gd name="T9" fmla="*/ 9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1" y="10"/>
                    </a:moveTo>
                    <a:cubicBezTo>
                      <a:pt x="11" y="7"/>
                      <a:pt x="12" y="4"/>
                      <a:pt x="12" y="0"/>
                    </a:cubicBezTo>
                    <a:cubicBezTo>
                      <a:pt x="8" y="1"/>
                      <a:pt x="4" y="1"/>
                      <a:pt x="1" y="1"/>
                    </a:cubicBezTo>
                    <a:cubicBezTo>
                      <a:pt x="1" y="4"/>
                      <a:pt x="1" y="7"/>
                      <a:pt x="0" y="10"/>
                    </a:cubicBezTo>
                    <a:cubicBezTo>
                      <a:pt x="4" y="10"/>
                      <a:pt x="7" y="10"/>
                      <a:pt x="11" y="1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8" name="Freeform 242"/>
              <p:cNvSpPr>
                <a:spLocks/>
              </p:cNvSpPr>
              <p:nvPr/>
            </p:nvSpPr>
            <p:spPr bwMode="auto">
              <a:xfrm>
                <a:off x="1827" y="1444"/>
                <a:ext cx="11" cy="10"/>
              </a:xfrm>
              <a:custGeom>
                <a:avLst/>
                <a:gdLst>
                  <a:gd name="T0" fmla="*/ 11 w 12"/>
                  <a:gd name="T1" fmla="*/ 0 h 11"/>
                  <a:gd name="T2" fmla="*/ 1 w 12"/>
                  <a:gd name="T3" fmla="*/ 0 h 11"/>
                  <a:gd name="T4" fmla="*/ 0 w 12"/>
                  <a:gd name="T5" fmla="*/ 10 h 11"/>
                  <a:gd name="T6" fmla="*/ 10 w 12"/>
                  <a:gd name="T7" fmla="*/ 10 h 11"/>
                  <a:gd name="T8" fmla="*/ 11 w 12"/>
                  <a:gd name="T9" fmla="*/ 0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0"/>
                    </a:moveTo>
                    <a:cubicBezTo>
                      <a:pt x="8" y="0"/>
                      <a:pt x="4" y="0"/>
                      <a:pt x="1" y="0"/>
                    </a:cubicBezTo>
                    <a:cubicBezTo>
                      <a:pt x="1" y="4"/>
                      <a:pt x="0" y="8"/>
                      <a:pt x="0" y="11"/>
                    </a:cubicBezTo>
                    <a:cubicBezTo>
                      <a:pt x="4" y="11"/>
                      <a:pt x="7" y="11"/>
                      <a:pt x="11" y="11"/>
                    </a:cubicBezTo>
                    <a:cubicBezTo>
                      <a:pt x="11" y="7"/>
                      <a:pt x="12" y="4"/>
                      <a:pt x="12"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299" name="Freeform 243"/>
              <p:cNvSpPr>
                <a:spLocks/>
              </p:cNvSpPr>
              <p:nvPr/>
            </p:nvSpPr>
            <p:spPr bwMode="auto">
              <a:xfrm>
                <a:off x="1839" y="1456"/>
                <a:ext cx="9" cy="8"/>
              </a:xfrm>
              <a:custGeom>
                <a:avLst/>
                <a:gdLst>
                  <a:gd name="T0" fmla="*/ 8 w 10"/>
                  <a:gd name="T1" fmla="*/ 0 h 9"/>
                  <a:gd name="T2" fmla="*/ 1 w 10"/>
                  <a:gd name="T3" fmla="*/ 0 h 9"/>
                  <a:gd name="T4" fmla="*/ 0 w 10"/>
                  <a:gd name="T5" fmla="*/ 8 h 9"/>
                  <a:gd name="T6" fmla="*/ 9 w 10"/>
                  <a:gd name="T7" fmla="*/ 8 h 9"/>
                  <a:gd name="T8" fmla="*/ 8 w 10"/>
                  <a:gd name="T9" fmla="*/ 0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9" y="0"/>
                    </a:moveTo>
                    <a:cubicBezTo>
                      <a:pt x="6" y="0"/>
                      <a:pt x="3" y="0"/>
                      <a:pt x="1" y="0"/>
                    </a:cubicBezTo>
                    <a:cubicBezTo>
                      <a:pt x="0" y="3"/>
                      <a:pt x="0" y="6"/>
                      <a:pt x="0" y="9"/>
                    </a:cubicBezTo>
                    <a:cubicBezTo>
                      <a:pt x="3" y="9"/>
                      <a:pt x="6" y="9"/>
                      <a:pt x="10" y="9"/>
                    </a:cubicBezTo>
                    <a:lnTo>
                      <a:pt x="9"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0" name="Freeform 244"/>
              <p:cNvSpPr>
                <a:spLocks/>
              </p:cNvSpPr>
              <p:nvPr/>
            </p:nvSpPr>
            <p:spPr bwMode="auto">
              <a:xfrm>
                <a:off x="1857" y="1416"/>
                <a:ext cx="9" cy="9"/>
              </a:xfrm>
              <a:custGeom>
                <a:avLst/>
                <a:gdLst>
                  <a:gd name="T0" fmla="*/ 1 w 10"/>
                  <a:gd name="T1" fmla="*/ 0 h 10"/>
                  <a:gd name="T2" fmla="*/ 0 w 10"/>
                  <a:gd name="T3" fmla="*/ 9 h 10"/>
                  <a:gd name="T4" fmla="*/ 5 w 10"/>
                  <a:gd name="T5" fmla="*/ 9 h 10"/>
                  <a:gd name="T6" fmla="*/ 9 w 10"/>
                  <a:gd name="T7" fmla="*/ 0 h 10"/>
                  <a:gd name="T8" fmla="*/ 9 w 10"/>
                  <a:gd name="T9" fmla="*/ 0 h 10"/>
                  <a:gd name="T10" fmla="*/ 1 w 10"/>
                  <a:gd name="T11" fmla="*/ 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1" y="0"/>
                    </a:moveTo>
                    <a:cubicBezTo>
                      <a:pt x="0" y="3"/>
                      <a:pt x="0" y="6"/>
                      <a:pt x="0" y="10"/>
                    </a:cubicBezTo>
                    <a:cubicBezTo>
                      <a:pt x="2" y="10"/>
                      <a:pt x="3" y="10"/>
                      <a:pt x="5" y="10"/>
                    </a:cubicBezTo>
                    <a:cubicBezTo>
                      <a:pt x="7" y="7"/>
                      <a:pt x="9" y="3"/>
                      <a:pt x="10" y="0"/>
                    </a:cubicBezTo>
                    <a:cubicBezTo>
                      <a:pt x="10" y="0"/>
                      <a:pt x="10" y="0"/>
                      <a:pt x="10" y="0"/>
                    </a:cubicBezTo>
                    <a:cubicBezTo>
                      <a:pt x="7" y="0"/>
                      <a:pt x="4" y="0"/>
                      <a:pt x="1"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1" name="Freeform 245"/>
              <p:cNvSpPr>
                <a:spLocks noEditPoints="1"/>
              </p:cNvSpPr>
              <p:nvPr/>
            </p:nvSpPr>
            <p:spPr bwMode="auto">
              <a:xfrm>
                <a:off x="2563" y="590"/>
                <a:ext cx="80" cy="75"/>
              </a:xfrm>
              <a:custGeom>
                <a:avLst/>
                <a:gdLst>
                  <a:gd name="T0" fmla="*/ 78 w 88"/>
                  <a:gd name="T1" fmla="*/ 41 h 83"/>
                  <a:gd name="T2" fmla="*/ 70 w 88"/>
                  <a:gd name="T3" fmla="*/ 36 h 83"/>
                  <a:gd name="T4" fmla="*/ 70 w 88"/>
                  <a:gd name="T5" fmla="*/ 32 h 83"/>
                  <a:gd name="T6" fmla="*/ 75 w 88"/>
                  <a:gd name="T7" fmla="*/ 26 h 83"/>
                  <a:gd name="T8" fmla="*/ 75 w 88"/>
                  <a:gd name="T9" fmla="*/ 20 h 83"/>
                  <a:gd name="T10" fmla="*/ 66 w 88"/>
                  <a:gd name="T11" fmla="*/ 8 h 83"/>
                  <a:gd name="T12" fmla="*/ 59 w 88"/>
                  <a:gd name="T13" fmla="*/ 8 h 83"/>
                  <a:gd name="T14" fmla="*/ 55 w 88"/>
                  <a:gd name="T15" fmla="*/ 13 h 83"/>
                  <a:gd name="T16" fmla="*/ 48 w 88"/>
                  <a:gd name="T17" fmla="*/ 11 h 83"/>
                  <a:gd name="T18" fmla="*/ 48 w 88"/>
                  <a:gd name="T19" fmla="*/ 5 h 83"/>
                  <a:gd name="T20" fmla="*/ 43 w 88"/>
                  <a:gd name="T21" fmla="*/ 0 h 83"/>
                  <a:gd name="T22" fmla="*/ 28 w 88"/>
                  <a:gd name="T23" fmla="*/ 1 h 83"/>
                  <a:gd name="T24" fmla="*/ 23 w 88"/>
                  <a:gd name="T25" fmla="*/ 5 h 83"/>
                  <a:gd name="T26" fmla="*/ 24 w 88"/>
                  <a:gd name="T27" fmla="*/ 14 h 83"/>
                  <a:gd name="T28" fmla="*/ 20 w 88"/>
                  <a:gd name="T29" fmla="*/ 16 h 83"/>
                  <a:gd name="T30" fmla="*/ 13 w 88"/>
                  <a:gd name="T31" fmla="*/ 14 h 83"/>
                  <a:gd name="T32" fmla="*/ 6 w 88"/>
                  <a:gd name="T33" fmla="*/ 15 h 83"/>
                  <a:gd name="T34" fmla="*/ 0 w 88"/>
                  <a:gd name="T35" fmla="*/ 29 h 83"/>
                  <a:gd name="T36" fmla="*/ 0 w 88"/>
                  <a:gd name="T37" fmla="*/ 30 h 83"/>
                  <a:gd name="T38" fmla="*/ 2 w 88"/>
                  <a:gd name="T39" fmla="*/ 35 h 83"/>
                  <a:gd name="T40" fmla="*/ 9 w 88"/>
                  <a:gd name="T41" fmla="*/ 39 h 83"/>
                  <a:gd name="T42" fmla="*/ 10 w 88"/>
                  <a:gd name="T43" fmla="*/ 43 h 83"/>
                  <a:gd name="T44" fmla="*/ 5 w 88"/>
                  <a:gd name="T45" fmla="*/ 49 h 83"/>
                  <a:gd name="T46" fmla="*/ 5 w 88"/>
                  <a:gd name="T47" fmla="*/ 55 h 83"/>
                  <a:gd name="T48" fmla="*/ 15 w 88"/>
                  <a:gd name="T49" fmla="*/ 67 h 83"/>
                  <a:gd name="T50" fmla="*/ 20 w 88"/>
                  <a:gd name="T51" fmla="*/ 67 h 83"/>
                  <a:gd name="T52" fmla="*/ 21 w 88"/>
                  <a:gd name="T53" fmla="*/ 67 h 83"/>
                  <a:gd name="T54" fmla="*/ 26 w 88"/>
                  <a:gd name="T55" fmla="*/ 62 h 83"/>
                  <a:gd name="T56" fmla="*/ 31 w 88"/>
                  <a:gd name="T57" fmla="*/ 64 h 83"/>
                  <a:gd name="T58" fmla="*/ 32 w 88"/>
                  <a:gd name="T59" fmla="*/ 70 h 83"/>
                  <a:gd name="T60" fmla="*/ 36 w 88"/>
                  <a:gd name="T61" fmla="*/ 75 h 83"/>
                  <a:gd name="T62" fmla="*/ 52 w 88"/>
                  <a:gd name="T63" fmla="*/ 73 h 83"/>
                  <a:gd name="T64" fmla="*/ 56 w 88"/>
                  <a:gd name="T65" fmla="*/ 69 h 83"/>
                  <a:gd name="T66" fmla="*/ 56 w 88"/>
                  <a:gd name="T67" fmla="*/ 61 h 83"/>
                  <a:gd name="T68" fmla="*/ 59 w 88"/>
                  <a:gd name="T69" fmla="*/ 59 h 83"/>
                  <a:gd name="T70" fmla="*/ 65 w 88"/>
                  <a:gd name="T71" fmla="*/ 61 h 83"/>
                  <a:gd name="T72" fmla="*/ 72 w 88"/>
                  <a:gd name="T73" fmla="*/ 60 h 83"/>
                  <a:gd name="T74" fmla="*/ 80 w 88"/>
                  <a:gd name="T75" fmla="*/ 47 h 83"/>
                  <a:gd name="T76" fmla="*/ 78 w 88"/>
                  <a:gd name="T77" fmla="*/ 41 h 83"/>
                  <a:gd name="T78" fmla="*/ 39 w 88"/>
                  <a:gd name="T79" fmla="*/ 52 h 83"/>
                  <a:gd name="T80" fmla="*/ 24 w 88"/>
                  <a:gd name="T81" fmla="*/ 37 h 83"/>
                  <a:gd name="T82" fmla="*/ 39 w 88"/>
                  <a:gd name="T83" fmla="*/ 22 h 83"/>
                  <a:gd name="T84" fmla="*/ 55 w 88"/>
                  <a:gd name="T85" fmla="*/ 37 h 83"/>
                  <a:gd name="T86" fmla="*/ 39 w 88"/>
                  <a:gd name="T87" fmla="*/ 52 h 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8"/>
                  <a:gd name="T133" fmla="*/ 0 h 83"/>
                  <a:gd name="T134" fmla="*/ 88 w 88"/>
                  <a:gd name="T135" fmla="*/ 83 h 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8" h="83">
                    <a:moveTo>
                      <a:pt x="86" y="45"/>
                    </a:moveTo>
                    <a:cubicBezTo>
                      <a:pt x="86" y="45"/>
                      <a:pt x="80" y="41"/>
                      <a:pt x="77" y="40"/>
                    </a:cubicBezTo>
                    <a:cubicBezTo>
                      <a:pt x="77" y="38"/>
                      <a:pt x="77" y="37"/>
                      <a:pt x="77" y="35"/>
                    </a:cubicBezTo>
                    <a:cubicBezTo>
                      <a:pt x="79" y="33"/>
                      <a:pt x="83" y="29"/>
                      <a:pt x="83" y="29"/>
                    </a:cubicBezTo>
                    <a:cubicBezTo>
                      <a:pt x="83" y="22"/>
                      <a:pt x="83" y="22"/>
                      <a:pt x="83" y="22"/>
                    </a:cubicBezTo>
                    <a:cubicBezTo>
                      <a:pt x="73" y="9"/>
                      <a:pt x="73" y="9"/>
                      <a:pt x="73" y="9"/>
                    </a:cubicBezTo>
                    <a:cubicBezTo>
                      <a:pt x="65" y="9"/>
                      <a:pt x="65" y="9"/>
                      <a:pt x="65" y="9"/>
                    </a:cubicBezTo>
                    <a:cubicBezTo>
                      <a:pt x="65" y="9"/>
                      <a:pt x="61" y="12"/>
                      <a:pt x="60" y="14"/>
                    </a:cubicBezTo>
                    <a:cubicBezTo>
                      <a:pt x="58" y="13"/>
                      <a:pt x="55" y="12"/>
                      <a:pt x="53" y="12"/>
                    </a:cubicBezTo>
                    <a:cubicBezTo>
                      <a:pt x="53" y="9"/>
                      <a:pt x="53" y="5"/>
                      <a:pt x="53" y="5"/>
                    </a:cubicBezTo>
                    <a:cubicBezTo>
                      <a:pt x="47" y="0"/>
                      <a:pt x="47" y="0"/>
                      <a:pt x="47" y="0"/>
                    </a:cubicBezTo>
                    <a:cubicBezTo>
                      <a:pt x="31" y="1"/>
                      <a:pt x="31" y="1"/>
                      <a:pt x="31" y="1"/>
                    </a:cubicBezTo>
                    <a:cubicBezTo>
                      <a:pt x="25" y="6"/>
                      <a:pt x="25" y="6"/>
                      <a:pt x="25" y="6"/>
                    </a:cubicBezTo>
                    <a:cubicBezTo>
                      <a:pt x="25" y="6"/>
                      <a:pt x="26" y="12"/>
                      <a:pt x="26" y="15"/>
                    </a:cubicBezTo>
                    <a:cubicBezTo>
                      <a:pt x="24" y="16"/>
                      <a:pt x="23" y="17"/>
                      <a:pt x="22" y="18"/>
                    </a:cubicBezTo>
                    <a:cubicBezTo>
                      <a:pt x="19" y="17"/>
                      <a:pt x="14" y="15"/>
                      <a:pt x="14" y="15"/>
                    </a:cubicBezTo>
                    <a:cubicBezTo>
                      <a:pt x="7" y="17"/>
                      <a:pt x="7" y="17"/>
                      <a:pt x="7" y="17"/>
                    </a:cubicBezTo>
                    <a:cubicBezTo>
                      <a:pt x="0" y="32"/>
                      <a:pt x="0" y="32"/>
                      <a:pt x="0" y="32"/>
                    </a:cubicBezTo>
                    <a:cubicBezTo>
                      <a:pt x="0" y="33"/>
                      <a:pt x="0" y="33"/>
                      <a:pt x="0" y="33"/>
                    </a:cubicBezTo>
                    <a:cubicBezTo>
                      <a:pt x="2" y="39"/>
                      <a:pt x="2" y="39"/>
                      <a:pt x="2" y="39"/>
                    </a:cubicBezTo>
                    <a:cubicBezTo>
                      <a:pt x="2" y="39"/>
                      <a:pt x="8" y="42"/>
                      <a:pt x="10" y="43"/>
                    </a:cubicBezTo>
                    <a:cubicBezTo>
                      <a:pt x="10" y="45"/>
                      <a:pt x="11" y="47"/>
                      <a:pt x="11" y="48"/>
                    </a:cubicBezTo>
                    <a:cubicBezTo>
                      <a:pt x="9" y="50"/>
                      <a:pt x="5" y="54"/>
                      <a:pt x="5" y="54"/>
                    </a:cubicBezTo>
                    <a:cubicBezTo>
                      <a:pt x="5" y="61"/>
                      <a:pt x="5" y="61"/>
                      <a:pt x="5" y="61"/>
                    </a:cubicBezTo>
                    <a:cubicBezTo>
                      <a:pt x="16" y="74"/>
                      <a:pt x="16" y="74"/>
                      <a:pt x="16" y="74"/>
                    </a:cubicBezTo>
                    <a:cubicBezTo>
                      <a:pt x="16" y="74"/>
                      <a:pt x="22" y="75"/>
                      <a:pt x="22" y="74"/>
                    </a:cubicBezTo>
                    <a:cubicBezTo>
                      <a:pt x="23" y="74"/>
                      <a:pt x="23" y="74"/>
                      <a:pt x="23" y="74"/>
                    </a:cubicBezTo>
                    <a:cubicBezTo>
                      <a:pt x="23" y="74"/>
                      <a:pt x="27" y="71"/>
                      <a:pt x="29" y="69"/>
                    </a:cubicBezTo>
                    <a:cubicBezTo>
                      <a:pt x="31" y="70"/>
                      <a:pt x="33" y="70"/>
                      <a:pt x="34" y="71"/>
                    </a:cubicBezTo>
                    <a:cubicBezTo>
                      <a:pt x="35" y="73"/>
                      <a:pt x="35" y="77"/>
                      <a:pt x="35" y="77"/>
                    </a:cubicBezTo>
                    <a:cubicBezTo>
                      <a:pt x="40" y="83"/>
                      <a:pt x="40" y="83"/>
                      <a:pt x="40" y="83"/>
                    </a:cubicBezTo>
                    <a:cubicBezTo>
                      <a:pt x="57" y="81"/>
                      <a:pt x="57" y="81"/>
                      <a:pt x="57" y="81"/>
                    </a:cubicBezTo>
                    <a:cubicBezTo>
                      <a:pt x="62" y="76"/>
                      <a:pt x="62" y="76"/>
                      <a:pt x="62" y="76"/>
                    </a:cubicBezTo>
                    <a:cubicBezTo>
                      <a:pt x="62" y="76"/>
                      <a:pt x="62" y="70"/>
                      <a:pt x="62" y="67"/>
                    </a:cubicBezTo>
                    <a:cubicBezTo>
                      <a:pt x="63" y="66"/>
                      <a:pt x="64" y="66"/>
                      <a:pt x="65" y="65"/>
                    </a:cubicBezTo>
                    <a:cubicBezTo>
                      <a:pt x="68" y="66"/>
                      <a:pt x="72" y="68"/>
                      <a:pt x="72" y="68"/>
                    </a:cubicBezTo>
                    <a:cubicBezTo>
                      <a:pt x="79" y="66"/>
                      <a:pt x="79" y="66"/>
                      <a:pt x="79" y="66"/>
                    </a:cubicBezTo>
                    <a:cubicBezTo>
                      <a:pt x="88" y="52"/>
                      <a:pt x="88" y="52"/>
                      <a:pt x="88" y="52"/>
                    </a:cubicBezTo>
                    <a:lnTo>
                      <a:pt x="86" y="45"/>
                    </a:lnTo>
                    <a:close/>
                    <a:moveTo>
                      <a:pt x="43" y="58"/>
                    </a:moveTo>
                    <a:cubicBezTo>
                      <a:pt x="34" y="58"/>
                      <a:pt x="26" y="51"/>
                      <a:pt x="26" y="41"/>
                    </a:cubicBezTo>
                    <a:cubicBezTo>
                      <a:pt x="26" y="32"/>
                      <a:pt x="34" y="24"/>
                      <a:pt x="43" y="24"/>
                    </a:cubicBezTo>
                    <a:cubicBezTo>
                      <a:pt x="52" y="24"/>
                      <a:pt x="60" y="32"/>
                      <a:pt x="60" y="41"/>
                    </a:cubicBezTo>
                    <a:cubicBezTo>
                      <a:pt x="60" y="51"/>
                      <a:pt x="52" y="58"/>
                      <a:pt x="43" y="5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2" name="Freeform 246"/>
              <p:cNvSpPr>
                <a:spLocks noEditPoints="1"/>
              </p:cNvSpPr>
              <p:nvPr/>
            </p:nvSpPr>
            <p:spPr bwMode="auto">
              <a:xfrm>
                <a:off x="2590" y="616"/>
                <a:ext cx="24" cy="24"/>
              </a:xfrm>
              <a:custGeom>
                <a:avLst/>
                <a:gdLst>
                  <a:gd name="T0" fmla="*/ 12 w 27"/>
                  <a:gd name="T1" fmla="*/ 0 h 27"/>
                  <a:gd name="T2" fmla="*/ 0 w 27"/>
                  <a:gd name="T3" fmla="*/ 12 h 27"/>
                  <a:gd name="T4" fmla="*/ 12 w 27"/>
                  <a:gd name="T5" fmla="*/ 24 h 27"/>
                  <a:gd name="T6" fmla="*/ 24 w 27"/>
                  <a:gd name="T7" fmla="*/ 12 h 27"/>
                  <a:gd name="T8" fmla="*/ 12 w 27"/>
                  <a:gd name="T9" fmla="*/ 0 h 27"/>
                  <a:gd name="T10" fmla="*/ 12 w 27"/>
                  <a:gd name="T11" fmla="*/ 20 h 27"/>
                  <a:gd name="T12" fmla="*/ 4 w 27"/>
                  <a:gd name="T13" fmla="*/ 12 h 27"/>
                  <a:gd name="T14" fmla="*/ 12 w 27"/>
                  <a:gd name="T15" fmla="*/ 3 h 27"/>
                  <a:gd name="T16" fmla="*/ 21 w 27"/>
                  <a:gd name="T17" fmla="*/ 12 h 27"/>
                  <a:gd name="T18" fmla="*/ 12 w 27"/>
                  <a:gd name="T19" fmla="*/ 2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14" y="0"/>
                    </a:moveTo>
                    <a:cubicBezTo>
                      <a:pt x="6" y="0"/>
                      <a:pt x="0" y="6"/>
                      <a:pt x="0" y="13"/>
                    </a:cubicBezTo>
                    <a:cubicBezTo>
                      <a:pt x="0" y="21"/>
                      <a:pt x="6" y="27"/>
                      <a:pt x="14" y="27"/>
                    </a:cubicBezTo>
                    <a:cubicBezTo>
                      <a:pt x="21" y="27"/>
                      <a:pt x="27" y="21"/>
                      <a:pt x="27" y="13"/>
                    </a:cubicBezTo>
                    <a:cubicBezTo>
                      <a:pt x="27" y="6"/>
                      <a:pt x="21" y="0"/>
                      <a:pt x="14" y="0"/>
                    </a:cubicBezTo>
                    <a:close/>
                    <a:moveTo>
                      <a:pt x="14" y="23"/>
                    </a:moveTo>
                    <a:cubicBezTo>
                      <a:pt x="8" y="23"/>
                      <a:pt x="4" y="19"/>
                      <a:pt x="4" y="13"/>
                    </a:cubicBezTo>
                    <a:cubicBezTo>
                      <a:pt x="4" y="8"/>
                      <a:pt x="8" y="3"/>
                      <a:pt x="14" y="3"/>
                    </a:cubicBezTo>
                    <a:cubicBezTo>
                      <a:pt x="19" y="3"/>
                      <a:pt x="24" y="8"/>
                      <a:pt x="24" y="13"/>
                    </a:cubicBezTo>
                    <a:cubicBezTo>
                      <a:pt x="24" y="19"/>
                      <a:pt x="19" y="23"/>
                      <a:pt x="14" y="2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3" name="Freeform 247"/>
              <p:cNvSpPr>
                <a:spLocks noEditPoints="1"/>
              </p:cNvSpPr>
              <p:nvPr/>
            </p:nvSpPr>
            <p:spPr bwMode="auto">
              <a:xfrm>
                <a:off x="2490" y="567"/>
                <a:ext cx="71" cy="69"/>
              </a:xfrm>
              <a:custGeom>
                <a:avLst/>
                <a:gdLst>
                  <a:gd name="T0" fmla="*/ 63 w 79"/>
                  <a:gd name="T1" fmla="*/ 34 h 76"/>
                  <a:gd name="T2" fmla="*/ 63 w 79"/>
                  <a:gd name="T3" fmla="*/ 29 h 76"/>
                  <a:gd name="T4" fmla="*/ 68 w 79"/>
                  <a:gd name="T5" fmla="*/ 25 h 76"/>
                  <a:gd name="T6" fmla="*/ 68 w 79"/>
                  <a:gd name="T7" fmla="*/ 18 h 76"/>
                  <a:gd name="T8" fmla="*/ 59 w 79"/>
                  <a:gd name="T9" fmla="*/ 8 h 76"/>
                  <a:gd name="T10" fmla="*/ 53 w 79"/>
                  <a:gd name="T11" fmla="*/ 8 h 76"/>
                  <a:gd name="T12" fmla="*/ 49 w 79"/>
                  <a:gd name="T13" fmla="*/ 12 h 76"/>
                  <a:gd name="T14" fmla="*/ 43 w 79"/>
                  <a:gd name="T15" fmla="*/ 10 h 76"/>
                  <a:gd name="T16" fmla="*/ 43 w 79"/>
                  <a:gd name="T17" fmla="*/ 5 h 76"/>
                  <a:gd name="T18" fmla="*/ 39 w 79"/>
                  <a:gd name="T19" fmla="*/ 0 h 76"/>
                  <a:gd name="T20" fmla="*/ 25 w 79"/>
                  <a:gd name="T21" fmla="*/ 1 h 76"/>
                  <a:gd name="T22" fmla="*/ 21 w 79"/>
                  <a:gd name="T23" fmla="*/ 5 h 76"/>
                  <a:gd name="T24" fmla="*/ 21 w 79"/>
                  <a:gd name="T25" fmla="*/ 13 h 76"/>
                  <a:gd name="T26" fmla="*/ 17 w 79"/>
                  <a:gd name="T27" fmla="*/ 15 h 76"/>
                  <a:gd name="T28" fmla="*/ 12 w 79"/>
                  <a:gd name="T29" fmla="*/ 13 h 76"/>
                  <a:gd name="T30" fmla="*/ 5 w 79"/>
                  <a:gd name="T31" fmla="*/ 15 h 76"/>
                  <a:gd name="T32" fmla="*/ 0 w 79"/>
                  <a:gd name="T33" fmla="*/ 27 h 76"/>
                  <a:gd name="T34" fmla="*/ 0 w 79"/>
                  <a:gd name="T35" fmla="*/ 27 h 76"/>
                  <a:gd name="T36" fmla="*/ 2 w 79"/>
                  <a:gd name="T37" fmla="*/ 33 h 76"/>
                  <a:gd name="T38" fmla="*/ 8 w 79"/>
                  <a:gd name="T39" fmla="*/ 36 h 76"/>
                  <a:gd name="T40" fmla="*/ 9 w 79"/>
                  <a:gd name="T41" fmla="*/ 40 h 76"/>
                  <a:gd name="T42" fmla="*/ 4 w 79"/>
                  <a:gd name="T43" fmla="*/ 44 h 76"/>
                  <a:gd name="T44" fmla="*/ 4 w 79"/>
                  <a:gd name="T45" fmla="*/ 51 h 76"/>
                  <a:gd name="T46" fmla="*/ 13 w 79"/>
                  <a:gd name="T47" fmla="*/ 62 h 76"/>
                  <a:gd name="T48" fmla="*/ 18 w 79"/>
                  <a:gd name="T49" fmla="*/ 62 h 76"/>
                  <a:gd name="T50" fmla="*/ 19 w 79"/>
                  <a:gd name="T51" fmla="*/ 62 h 76"/>
                  <a:gd name="T52" fmla="*/ 23 w 79"/>
                  <a:gd name="T53" fmla="*/ 57 h 76"/>
                  <a:gd name="T54" fmla="*/ 28 w 79"/>
                  <a:gd name="T55" fmla="*/ 59 h 76"/>
                  <a:gd name="T56" fmla="*/ 29 w 79"/>
                  <a:gd name="T57" fmla="*/ 64 h 76"/>
                  <a:gd name="T58" fmla="*/ 32 w 79"/>
                  <a:gd name="T59" fmla="*/ 69 h 76"/>
                  <a:gd name="T60" fmla="*/ 47 w 79"/>
                  <a:gd name="T61" fmla="*/ 67 h 76"/>
                  <a:gd name="T62" fmla="*/ 50 w 79"/>
                  <a:gd name="T63" fmla="*/ 64 h 76"/>
                  <a:gd name="T64" fmla="*/ 50 w 79"/>
                  <a:gd name="T65" fmla="*/ 56 h 76"/>
                  <a:gd name="T66" fmla="*/ 53 w 79"/>
                  <a:gd name="T67" fmla="*/ 54 h 76"/>
                  <a:gd name="T68" fmla="*/ 58 w 79"/>
                  <a:gd name="T69" fmla="*/ 57 h 76"/>
                  <a:gd name="T70" fmla="*/ 65 w 79"/>
                  <a:gd name="T71" fmla="*/ 55 h 76"/>
                  <a:gd name="T72" fmla="*/ 71 w 79"/>
                  <a:gd name="T73" fmla="*/ 44 h 76"/>
                  <a:gd name="T74" fmla="*/ 70 w 79"/>
                  <a:gd name="T75" fmla="*/ 37 h 76"/>
                  <a:gd name="T76" fmla="*/ 63 w 79"/>
                  <a:gd name="T77" fmla="*/ 34 h 76"/>
                  <a:gd name="T78" fmla="*/ 35 w 79"/>
                  <a:gd name="T79" fmla="*/ 48 h 76"/>
                  <a:gd name="T80" fmla="*/ 21 w 79"/>
                  <a:gd name="T81" fmla="*/ 35 h 76"/>
                  <a:gd name="T82" fmla="*/ 35 w 79"/>
                  <a:gd name="T83" fmla="*/ 21 h 76"/>
                  <a:gd name="T84" fmla="*/ 49 w 79"/>
                  <a:gd name="T85" fmla="*/ 35 h 76"/>
                  <a:gd name="T86" fmla="*/ 35 w 79"/>
                  <a:gd name="T87" fmla="*/ 48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9"/>
                  <a:gd name="T133" fmla="*/ 0 h 76"/>
                  <a:gd name="T134" fmla="*/ 79 w 79"/>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9" h="76">
                    <a:moveTo>
                      <a:pt x="70" y="37"/>
                    </a:moveTo>
                    <a:cubicBezTo>
                      <a:pt x="70" y="35"/>
                      <a:pt x="70" y="34"/>
                      <a:pt x="70" y="32"/>
                    </a:cubicBezTo>
                    <a:cubicBezTo>
                      <a:pt x="72" y="31"/>
                      <a:pt x="76" y="27"/>
                      <a:pt x="76" y="27"/>
                    </a:cubicBezTo>
                    <a:cubicBezTo>
                      <a:pt x="76" y="20"/>
                      <a:pt x="76" y="20"/>
                      <a:pt x="76" y="20"/>
                    </a:cubicBezTo>
                    <a:cubicBezTo>
                      <a:pt x="66" y="9"/>
                      <a:pt x="66" y="9"/>
                      <a:pt x="66" y="9"/>
                    </a:cubicBezTo>
                    <a:cubicBezTo>
                      <a:pt x="59" y="9"/>
                      <a:pt x="59" y="9"/>
                      <a:pt x="59" y="9"/>
                    </a:cubicBezTo>
                    <a:cubicBezTo>
                      <a:pt x="59" y="9"/>
                      <a:pt x="55" y="12"/>
                      <a:pt x="54" y="13"/>
                    </a:cubicBezTo>
                    <a:cubicBezTo>
                      <a:pt x="52" y="12"/>
                      <a:pt x="50" y="11"/>
                      <a:pt x="48" y="11"/>
                    </a:cubicBezTo>
                    <a:cubicBezTo>
                      <a:pt x="48" y="9"/>
                      <a:pt x="48" y="5"/>
                      <a:pt x="48" y="5"/>
                    </a:cubicBezTo>
                    <a:cubicBezTo>
                      <a:pt x="43" y="0"/>
                      <a:pt x="43" y="0"/>
                      <a:pt x="43" y="0"/>
                    </a:cubicBezTo>
                    <a:cubicBezTo>
                      <a:pt x="28" y="1"/>
                      <a:pt x="28" y="1"/>
                      <a:pt x="28" y="1"/>
                    </a:cubicBezTo>
                    <a:cubicBezTo>
                      <a:pt x="23" y="6"/>
                      <a:pt x="23" y="6"/>
                      <a:pt x="23" y="6"/>
                    </a:cubicBezTo>
                    <a:cubicBezTo>
                      <a:pt x="23" y="6"/>
                      <a:pt x="23" y="11"/>
                      <a:pt x="23" y="14"/>
                    </a:cubicBezTo>
                    <a:cubicBezTo>
                      <a:pt x="22" y="15"/>
                      <a:pt x="21" y="16"/>
                      <a:pt x="19" y="17"/>
                    </a:cubicBezTo>
                    <a:cubicBezTo>
                      <a:pt x="17" y="16"/>
                      <a:pt x="13" y="14"/>
                      <a:pt x="13" y="14"/>
                    </a:cubicBezTo>
                    <a:cubicBezTo>
                      <a:pt x="6" y="16"/>
                      <a:pt x="6" y="16"/>
                      <a:pt x="6" y="16"/>
                    </a:cubicBezTo>
                    <a:cubicBezTo>
                      <a:pt x="0" y="30"/>
                      <a:pt x="0" y="30"/>
                      <a:pt x="0" y="30"/>
                    </a:cubicBezTo>
                    <a:cubicBezTo>
                      <a:pt x="0" y="30"/>
                      <a:pt x="0" y="30"/>
                      <a:pt x="0" y="30"/>
                    </a:cubicBezTo>
                    <a:cubicBezTo>
                      <a:pt x="2" y="36"/>
                      <a:pt x="2" y="36"/>
                      <a:pt x="2" y="36"/>
                    </a:cubicBezTo>
                    <a:cubicBezTo>
                      <a:pt x="2" y="36"/>
                      <a:pt x="7" y="39"/>
                      <a:pt x="9" y="40"/>
                    </a:cubicBezTo>
                    <a:cubicBezTo>
                      <a:pt x="9" y="41"/>
                      <a:pt x="9" y="43"/>
                      <a:pt x="10" y="44"/>
                    </a:cubicBezTo>
                    <a:cubicBezTo>
                      <a:pt x="8" y="46"/>
                      <a:pt x="4" y="49"/>
                      <a:pt x="4" y="49"/>
                    </a:cubicBezTo>
                    <a:cubicBezTo>
                      <a:pt x="4" y="56"/>
                      <a:pt x="4" y="56"/>
                      <a:pt x="4" y="56"/>
                    </a:cubicBezTo>
                    <a:cubicBezTo>
                      <a:pt x="14" y="68"/>
                      <a:pt x="14" y="68"/>
                      <a:pt x="14" y="68"/>
                    </a:cubicBezTo>
                    <a:cubicBezTo>
                      <a:pt x="14" y="68"/>
                      <a:pt x="20" y="68"/>
                      <a:pt x="20" y="68"/>
                    </a:cubicBezTo>
                    <a:cubicBezTo>
                      <a:pt x="20" y="68"/>
                      <a:pt x="21" y="68"/>
                      <a:pt x="21" y="68"/>
                    </a:cubicBezTo>
                    <a:cubicBezTo>
                      <a:pt x="21" y="68"/>
                      <a:pt x="24" y="65"/>
                      <a:pt x="26" y="63"/>
                    </a:cubicBezTo>
                    <a:cubicBezTo>
                      <a:pt x="28" y="64"/>
                      <a:pt x="29" y="64"/>
                      <a:pt x="31" y="65"/>
                    </a:cubicBezTo>
                    <a:cubicBezTo>
                      <a:pt x="31" y="67"/>
                      <a:pt x="32" y="71"/>
                      <a:pt x="32" y="71"/>
                    </a:cubicBezTo>
                    <a:cubicBezTo>
                      <a:pt x="36" y="76"/>
                      <a:pt x="36" y="76"/>
                      <a:pt x="36" y="76"/>
                    </a:cubicBezTo>
                    <a:cubicBezTo>
                      <a:pt x="52" y="74"/>
                      <a:pt x="52" y="74"/>
                      <a:pt x="52" y="74"/>
                    </a:cubicBezTo>
                    <a:cubicBezTo>
                      <a:pt x="56" y="70"/>
                      <a:pt x="56" y="70"/>
                      <a:pt x="56" y="70"/>
                    </a:cubicBezTo>
                    <a:cubicBezTo>
                      <a:pt x="56" y="70"/>
                      <a:pt x="56" y="64"/>
                      <a:pt x="56" y="62"/>
                    </a:cubicBezTo>
                    <a:cubicBezTo>
                      <a:pt x="57" y="61"/>
                      <a:pt x="58" y="60"/>
                      <a:pt x="59" y="59"/>
                    </a:cubicBezTo>
                    <a:cubicBezTo>
                      <a:pt x="61" y="60"/>
                      <a:pt x="65" y="63"/>
                      <a:pt x="65" y="63"/>
                    </a:cubicBezTo>
                    <a:cubicBezTo>
                      <a:pt x="72" y="61"/>
                      <a:pt x="72" y="61"/>
                      <a:pt x="72" y="61"/>
                    </a:cubicBezTo>
                    <a:cubicBezTo>
                      <a:pt x="79" y="48"/>
                      <a:pt x="79" y="48"/>
                      <a:pt x="79" y="48"/>
                    </a:cubicBezTo>
                    <a:cubicBezTo>
                      <a:pt x="78" y="41"/>
                      <a:pt x="78" y="41"/>
                      <a:pt x="78" y="41"/>
                    </a:cubicBezTo>
                    <a:cubicBezTo>
                      <a:pt x="78" y="41"/>
                      <a:pt x="73" y="38"/>
                      <a:pt x="70" y="37"/>
                    </a:cubicBezTo>
                    <a:close/>
                    <a:moveTo>
                      <a:pt x="39" y="53"/>
                    </a:moveTo>
                    <a:cubicBezTo>
                      <a:pt x="30" y="53"/>
                      <a:pt x="23" y="46"/>
                      <a:pt x="23" y="38"/>
                    </a:cubicBezTo>
                    <a:cubicBezTo>
                      <a:pt x="23" y="30"/>
                      <a:pt x="30" y="23"/>
                      <a:pt x="39" y="23"/>
                    </a:cubicBezTo>
                    <a:cubicBezTo>
                      <a:pt x="47" y="23"/>
                      <a:pt x="54" y="30"/>
                      <a:pt x="54" y="38"/>
                    </a:cubicBezTo>
                    <a:cubicBezTo>
                      <a:pt x="54" y="46"/>
                      <a:pt x="47" y="53"/>
                      <a:pt x="39" y="5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4" name="Freeform 248"/>
              <p:cNvSpPr>
                <a:spLocks noEditPoints="1"/>
              </p:cNvSpPr>
              <p:nvPr/>
            </p:nvSpPr>
            <p:spPr bwMode="auto">
              <a:xfrm>
                <a:off x="2514" y="590"/>
                <a:ext cx="22" cy="22"/>
              </a:xfrm>
              <a:custGeom>
                <a:avLst/>
                <a:gdLst>
                  <a:gd name="T0" fmla="*/ 11 w 25"/>
                  <a:gd name="T1" fmla="*/ 0 h 24"/>
                  <a:gd name="T2" fmla="*/ 0 w 25"/>
                  <a:gd name="T3" fmla="*/ 11 h 24"/>
                  <a:gd name="T4" fmla="*/ 11 w 25"/>
                  <a:gd name="T5" fmla="*/ 22 h 24"/>
                  <a:gd name="T6" fmla="*/ 22 w 25"/>
                  <a:gd name="T7" fmla="*/ 11 h 24"/>
                  <a:gd name="T8" fmla="*/ 11 w 25"/>
                  <a:gd name="T9" fmla="*/ 0 h 24"/>
                  <a:gd name="T10" fmla="*/ 11 w 25"/>
                  <a:gd name="T11" fmla="*/ 19 h 24"/>
                  <a:gd name="T12" fmla="*/ 4 w 25"/>
                  <a:gd name="T13" fmla="*/ 11 h 24"/>
                  <a:gd name="T14" fmla="*/ 11 w 25"/>
                  <a:gd name="T15" fmla="*/ 3 h 24"/>
                  <a:gd name="T16" fmla="*/ 19 w 25"/>
                  <a:gd name="T17" fmla="*/ 11 h 24"/>
                  <a:gd name="T18" fmla="*/ 11 w 25"/>
                  <a:gd name="T19" fmla="*/ 19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4"/>
                  <a:gd name="T32" fmla="*/ 25 w 25"/>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4">
                    <a:moveTo>
                      <a:pt x="13" y="0"/>
                    </a:moveTo>
                    <a:cubicBezTo>
                      <a:pt x="6" y="0"/>
                      <a:pt x="0" y="5"/>
                      <a:pt x="0" y="12"/>
                    </a:cubicBezTo>
                    <a:cubicBezTo>
                      <a:pt x="0" y="19"/>
                      <a:pt x="6" y="24"/>
                      <a:pt x="13" y="24"/>
                    </a:cubicBezTo>
                    <a:cubicBezTo>
                      <a:pt x="19" y="24"/>
                      <a:pt x="25" y="19"/>
                      <a:pt x="25" y="12"/>
                    </a:cubicBezTo>
                    <a:cubicBezTo>
                      <a:pt x="25" y="5"/>
                      <a:pt x="19" y="0"/>
                      <a:pt x="13" y="0"/>
                    </a:cubicBezTo>
                    <a:close/>
                    <a:moveTo>
                      <a:pt x="13" y="21"/>
                    </a:moveTo>
                    <a:cubicBezTo>
                      <a:pt x="8" y="21"/>
                      <a:pt x="4" y="17"/>
                      <a:pt x="4" y="12"/>
                    </a:cubicBezTo>
                    <a:cubicBezTo>
                      <a:pt x="4" y="7"/>
                      <a:pt x="8" y="3"/>
                      <a:pt x="13" y="3"/>
                    </a:cubicBezTo>
                    <a:cubicBezTo>
                      <a:pt x="18" y="3"/>
                      <a:pt x="22" y="7"/>
                      <a:pt x="22" y="12"/>
                    </a:cubicBezTo>
                    <a:cubicBezTo>
                      <a:pt x="22" y="17"/>
                      <a:pt x="18" y="21"/>
                      <a:pt x="13" y="21"/>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5" name="Freeform 249"/>
              <p:cNvSpPr>
                <a:spLocks noEditPoints="1"/>
              </p:cNvSpPr>
              <p:nvPr/>
            </p:nvSpPr>
            <p:spPr bwMode="auto">
              <a:xfrm>
                <a:off x="2535" y="524"/>
                <a:ext cx="50" cy="47"/>
              </a:xfrm>
              <a:custGeom>
                <a:avLst/>
                <a:gdLst>
                  <a:gd name="T0" fmla="*/ 5 w 55"/>
                  <a:gd name="T1" fmla="*/ 24 h 52"/>
                  <a:gd name="T2" fmla="*/ 6 w 55"/>
                  <a:gd name="T3" fmla="*/ 27 h 52"/>
                  <a:gd name="T4" fmla="*/ 3 w 55"/>
                  <a:gd name="T5" fmla="*/ 31 h 52"/>
                  <a:gd name="T6" fmla="*/ 3 w 55"/>
                  <a:gd name="T7" fmla="*/ 34 h 52"/>
                  <a:gd name="T8" fmla="*/ 9 w 55"/>
                  <a:gd name="T9" fmla="*/ 42 h 52"/>
                  <a:gd name="T10" fmla="*/ 13 w 55"/>
                  <a:gd name="T11" fmla="*/ 42 h 52"/>
                  <a:gd name="T12" fmla="*/ 13 w 55"/>
                  <a:gd name="T13" fmla="*/ 42 h 52"/>
                  <a:gd name="T14" fmla="*/ 16 w 55"/>
                  <a:gd name="T15" fmla="*/ 39 h 52"/>
                  <a:gd name="T16" fmla="*/ 19 w 55"/>
                  <a:gd name="T17" fmla="*/ 40 h 52"/>
                  <a:gd name="T18" fmla="*/ 20 w 55"/>
                  <a:gd name="T19" fmla="*/ 44 h 52"/>
                  <a:gd name="T20" fmla="*/ 23 w 55"/>
                  <a:gd name="T21" fmla="*/ 47 h 52"/>
                  <a:gd name="T22" fmla="*/ 33 w 55"/>
                  <a:gd name="T23" fmla="*/ 46 h 52"/>
                  <a:gd name="T24" fmla="*/ 35 w 55"/>
                  <a:gd name="T25" fmla="*/ 43 h 52"/>
                  <a:gd name="T26" fmla="*/ 35 w 55"/>
                  <a:gd name="T27" fmla="*/ 38 h 52"/>
                  <a:gd name="T28" fmla="*/ 37 w 55"/>
                  <a:gd name="T29" fmla="*/ 37 h 52"/>
                  <a:gd name="T30" fmla="*/ 41 w 55"/>
                  <a:gd name="T31" fmla="*/ 39 h 52"/>
                  <a:gd name="T32" fmla="*/ 45 w 55"/>
                  <a:gd name="T33" fmla="*/ 38 h 52"/>
                  <a:gd name="T34" fmla="*/ 50 w 55"/>
                  <a:gd name="T35" fmla="*/ 30 h 52"/>
                  <a:gd name="T36" fmla="*/ 49 w 55"/>
                  <a:gd name="T37" fmla="*/ 25 h 52"/>
                  <a:gd name="T38" fmla="*/ 44 w 55"/>
                  <a:gd name="T39" fmla="*/ 23 h 52"/>
                  <a:gd name="T40" fmla="*/ 44 w 55"/>
                  <a:gd name="T41" fmla="*/ 20 h 52"/>
                  <a:gd name="T42" fmla="*/ 47 w 55"/>
                  <a:gd name="T43" fmla="*/ 17 h 52"/>
                  <a:gd name="T44" fmla="*/ 47 w 55"/>
                  <a:gd name="T45" fmla="*/ 13 h 52"/>
                  <a:gd name="T46" fmla="*/ 41 w 55"/>
                  <a:gd name="T47" fmla="*/ 5 h 52"/>
                  <a:gd name="T48" fmla="*/ 37 w 55"/>
                  <a:gd name="T49" fmla="*/ 5 h 52"/>
                  <a:gd name="T50" fmla="*/ 34 w 55"/>
                  <a:gd name="T51" fmla="*/ 8 h 52"/>
                  <a:gd name="T52" fmla="*/ 30 w 55"/>
                  <a:gd name="T53" fmla="*/ 6 h 52"/>
                  <a:gd name="T54" fmla="*/ 30 w 55"/>
                  <a:gd name="T55" fmla="*/ 3 h 52"/>
                  <a:gd name="T56" fmla="*/ 27 w 55"/>
                  <a:gd name="T57" fmla="*/ 0 h 52"/>
                  <a:gd name="T58" fmla="*/ 17 w 55"/>
                  <a:gd name="T59" fmla="*/ 1 h 52"/>
                  <a:gd name="T60" fmla="*/ 15 w 55"/>
                  <a:gd name="T61" fmla="*/ 4 h 52"/>
                  <a:gd name="T62" fmla="*/ 15 w 55"/>
                  <a:gd name="T63" fmla="*/ 8 h 52"/>
                  <a:gd name="T64" fmla="*/ 12 w 55"/>
                  <a:gd name="T65" fmla="*/ 10 h 52"/>
                  <a:gd name="T66" fmla="*/ 8 w 55"/>
                  <a:gd name="T67" fmla="*/ 8 h 52"/>
                  <a:gd name="T68" fmla="*/ 4 w 55"/>
                  <a:gd name="T69" fmla="*/ 10 h 52"/>
                  <a:gd name="T70" fmla="*/ 0 w 55"/>
                  <a:gd name="T71" fmla="*/ 18 h 52"/>
                  <a:gd name="T72" fmla="*/ 0 w 55"/>
                  <a:gd name="T73" fmla="*/ 19 h 52"/>
                  <a:gd name="T74" fmla="*/ 1 w 55"/>
                  <a:gd name="T75" fmla="*/ 23 h 52"/>
                  <a:gd name="T76" fmla="*/ 5 w 55"/>
                  <a:gd name="T77" fmla="*/ 24 h 52"/>
                  <a:gd name="T78" fmla="*/ 25 w 55"/>
                  <a:gd name="T79" fmla="*/ 14 h 52"/>
                  <a:gd name="T80" fmla="*/ 34 w 55"/>
                  <a:gd name="T81" fmla="*/ 24 h 52"/>
                  <a:gd name="T82" fmla="*/ 25 w 55"/>
                  <a:gd name="T83" fmla="*/ 33 h 52"/>
                  <a:gd name="T84" fmla="*/ 15 w 55"/>
                  <a:gd name="T85" fmla="*/ 24 h 52"/>
                  <a:gd name="T86" fmla="*/ 25 w 55"/>
                  <a:gd name="T87" fmla="*/ 14 h 5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
                  <a:gd name="T133" fmla="*/ 0 h 52"/>
                  <a:gd name="T134" fmla="*/ 55 w 55"/>
                  <a:gd name="T135" fmla="*/ 52 h 5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 h="52">
                    <a:moveTo>
                      <a:pt x="6" y="27"/>
                    </a:moveTo>
                    <a:cubicBezTo>
                      <a:pt x="6" y="28"/>
                      <a:pt x="6" y="29"/>
                      <a:pt x="7" y="30"/>
                    </a:cubicBezTo>
                    <a:cubicBezTo>
                      <a:pt x="5" y="31"/>
                      <a:pt x="3" y="34"/>
                      <a:pt x="3" y="34"/>
                    </a:cubicBezTo>
                    <a:cubicBezTo>
                      <a:pt x="3" y="38"/>
                      <a:pt x="3" y="38"/>
                      <a:pt x="3" y="38"/>
                    </a:cubicBezTo>
                    <a:cubicBezTo>
                      <a:pt x="10" y="46"/>
                      <a:pt x="10" y="46"/>
                      <a:pt x="10" y="46"/>
                    </a:cubicBezTo>
                    <a:cubicBezTo>
                      <a:pt x="10" y="46"/>
                      <a:pt x="14" y="47"/>
                      <a:pt x="14" y="47"/>
                    </a:cubicBezTo>
                    <a:cubicBezTo>
                      <a:pt x="14" y="47"/>
                      <a:pt x="14" y="46"/>
                      <a:pt x="14" y="46"/>
                    </a:cubicBezTo>
                    <a:cubicBezTo>
                      <a:pt x="14" y="46"/>
                      <a:pt x="17" y="44"/>
                      <a:pt x="18" y="43"/>
                    </a:cubicBezTo>
                    <a:cubicBezTo>
                      <a:pt x="19" y="44"/>
                      <a:pt x="20" y="44"/>
                      <a:pt x="21" y="44"/>
                    </a:cubicBezTo>
                    <a:cubicBezTo>
                      <a:pt x="21" y="46"/>
                      <a:pt x="22" y="49"/>
                      <a:pt x="22" y="49"/>
                    </a:cubicBezTo>
                    <a:cubicBezTo>
                      <a:pt x="25" y="52"/>
                      <a:pt x="25" y="52"/>
                      <a:pt x="25" y="52"/>
                    </a:cubicBezTo>
                    <a:cubicBezTo>
                      <a:pt x="36" y="51"/>
                      <a:pt x="36" y="51"/>
                      <a:pt x="36" y="51"/>
                    </a:cubicBezTo>
                    <a:cubicBezTo>
                      <a:pt x="39" y="48"/>
                      <a:pt x="39" y="48"/>
                      <a:pt x="39" y="48"/>
                    </a:cubicBezTo>
                    <a:cubicBezTo>
                      <a:pt x="39" y="48"/>
                      <a:pt x="39" y="44"/>
                      <a:pt x="38" y="42"/>
                    </a:cubicBezTo>
                    <a:cubicBezTo>
                      <a:pt x="39" y="42"/>
                      <a:pt x="40" y="41"/>
                      <a:pt x="41" y="41"/>
                    </a:cubicBezTo>
                    <a:cubicBezTo>
                      <a:pt x="42" y="41"/>
                      <a:pt x="45" y="43"/>
                      <a:pt x="45" y="43"/>
                    </a:cubicBezTo>
                    <a:cubicBezTo>
                      <a:pt x="50" y="42"/>
                      <a:pt x="50" y="42"/>
                      <a:pt x="50" y="42"/>
                    </a:cubicBezTo>
                    <a:cubicBezTo>
                      <a:pt x="55" y="33"/>
                      <a:pt x="55" y="33"/>
                      <a:pt x="55" y="33"/>
                    </a:cubicBezTo>
                    <a:cubicBezTo>
                      <a:pt x="54" y="28"/>
                      <a:pt x="54" y="28"/>
                      <a:pt x="54" y="28"/>
                    </a:cubicBezTo>
                    <a:cubicBezTo>
                      <a:pt x="54" y="28"/>
                      <a:pt x="50" y="26"/>
                      <a:pt x="48" y="25"/>
                    </a:cubicBezTo>
                    <a:cubicBezTo>
                      <a:pt x="48" y="24"/>
                      <a:pt x="48" y="23"/>
                      <a:pt x="48" y="22"/>
                    </a:cubicBezTo>
                    <a:cubicBezTo>
                      <a:pt x="49" y="21"/>
                      <a:pt x="52" y="19"/>
                      <a:pt x="52" y="19"/>
                    </a:cubicBezTo>
                    <a:cubicBezTo>
                      <a:pt x="52" y="14"/>
                      <a:pt x="52" y="14"/>
                      <a:pt x="52" y="14"/>
                    </a:cubicBezTo>
                    <a:cubicBezTo>
                      <a:pt x="45" y="6"/>
                      <a:pt x="45" y="6"/>
                      <a:pt x="45" y="6"/>
                    </a:cubicBezTo>
                    <a:cubicBezTo>
                      <a:pt x="41" y="6"/>
                      <a:pt x="41" y="6"/>
                      <a:pt x="41" y="6"/>
                    </a:cubicBezTo>
                    <a:cubicBezTo>
                      <a:pt x="41" y="6"/>
                      <a:pt x="38" y="8"/>
                      <a:pt x="37" y="9"/>
                    </a:cubicBezTo>
                    <a:cubicBezTo>
                      <a:pt x="36" y="8"/>
                      <a:pt x="35" y="8"/>
                      <a:pt x="33" y="7"/>
                    </a:cubicBezTo>
                    <a:cubicBezTo>
                      <a:pt x="33" y="6"/>
                      <a:pt x="33" y="3"/>
                      <a:pt x="33" y="3"/>
                    </a:cubicBezTo>
                    <a:cubicBezTo>
                      <a:pt x="30" y="0"/>
                      <a:pt x="30" y="0"/>
                      <a:pt x="30" y="0"/>
                    </a:cubicBezTo>
                    <a:cubicBezTo>
                      <a:pt x="19" y="1"/>
                      <a:pt x="19" y="1"/>
                      <a:pt x="19" y="1"/>
                    </a:cubicBezTo>
                    <a:cubicBezTo>
                      <a:pt x="16" y="4"/>
                      <a:pt x="16" y="4"/>
                      <a:pt x="16" y="4"/>
                    </a:cubicBezTo>
                    <a:cubicBezTo>
                      <a:pt x="16" y="4"/>
                      <a:pt x="16" y="8"/>
                      <a:pt x="16" y="9"/>
                    </a:cubicBezTo>
                    <a:cubicBezTo>
                      <a:pt x="15" y="10"/>
                      <a:pt x="14" y="11"/>
                      <a:pt x="13" y="11"/>
                    </a:cubicBezTo>
                    <a:cubicBezTo>
                      <a:pt x="12" y="11"/>
                      <a:pt x="9" y="9"/>
                      <a:pt x="9" y="9"/>
                    </a:cubicBezTo>
                    <a:cubicBezTo>
                      <a:pt x="4" y="11"/>
                      <a:pt x="4" y="11"/>
                      <a:pt x="4" y="11"/>
                    </a:cubicBezTo>
                    <a:cubicBezTo>
                      <a:pt x="0" y="20"/>
                      <a:pt x="0" y="20"/>
                      <a:pt x="0" y="20"/>
                    </a:cubicBezTo>
                    <a:cubicBezTo>
                      <a:pt x="0" y="21"/>
                      <a:pt x="0" y="21"/>
                      <a:pt x="0" y="21"/>
                    </a:cubicBezTo>
                    <a:cubicBezTo>
                      <a:pt x="1" y="25"/>
                      <a:pt x="1" y="25"/>
                      <a:pt x="1" y="25"/>
                    </a:cubicBezTo>
                    <a:cubicBezTo>
                      <a:pt x="1" y="25"/>
                      <a:pt x="4" y="26"/>
                      <a:pt x="6" y="27"/>
                    </a:cubicBezTo>
                    <a:close/>
                    <a:moveTo>
                      <a:pt x="27" y="15"/>
                    </a:moveTo>
                    <a:cubicBezTo>
                      <a:pt x="33" y="15"/>
                      <a:pt x="37" y="20"/>
                      <a:pt x="37" y="26"/>
                    </a:cubicBezTo>
                    <a:cubicBezTo>
                      <a:pt x="37" y="32"/>
                      <a:pt x="33" y="36"/>
                      <a:pt x="27" y="36"/>
                    </a:cubicBezTo>
                    <a:cubicBezTo>
                      <a:pt x="21" y="36"/>
                      <a:pt x="16" y="32"/>
                      <a:pt x="16" y="26"/>
                    </a:cubicBezTo>
                    <a:cubicBezTo>
                      <a:pt x="16" y="20"/>
                      <a:pt x="21" y="15"/>
                      <a:pt x="27" y="1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6" name="Freeform 250"/>
              <p:cNvSpPr>
                <a:spLocks noEditPoints="1"/>
              </p:cNvSpPr>
              <p:nvPr/>
            </p:nvSpPr>
            <p:spPr bwMode="auto">
              <a:xfrm>
                <a:off x="2552" y="539"/>
                <a:ext cx="15" cy="15"/>
              </a:xfrm>
              <a:custGeom>
                <a:avLst/>
                <a:gdLst>
                  <a:gd name="T0" fmla="*/ 8 w 17"/>
                  <a:gd name="T1" fmla="*/ 15 h 17"/>
                  <a:gd name="T2" fmla="*/ 15 w 17"/>
                  <a:gd name="T3" fmla="*/ 8 h 17"/>
                  <a:gd name="T4" fmla="*/ 8 w 17"/>
                  <a:gd name="T5" fmla="*/ 0 h 17"/>
                  <a:gd name="T6" fmla="*/ 0 w 17"/>
                  <a:gd name="T7" fmla="*/ 8 h 17"/>
                  <a:gd name="T8" fmla="*/ 8 w 17"/>
                  <a:gd name="T9" fmla="*/ 15 h 17"/>
                  <a:gd name="T10" fmla="*/ 8 w 17"/>
                  <a:gd name="T11" fmla="*/ 3 h 17"/>
                  <a:gd name="T12" fmla="*/ 13 w 17"/>
                  <a:gd name="T13" fmla="*/ 8 h 17"/>
                  <a:gd name="T14" fmla="*/ 8 w 17"/>
                  <a:gd name="T15" fmla="*/ 13 h 17"/>
                  <a:gd name="T16" fmla="*/ 2 w 17"/>
                  <a:gd name="T17" fmla="*/ 8 h 17"/>
                  <a:gd name="T18" fmla="*/ 8 w 17"/>
                  <a:gd name="T19" fmla="*/ 3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9" y="17"/>
                    </a:moveTo>
                    <a:cubicBezTo>
                      <a:pt x="13" y="17"/>
                      <a:pt x="17" y="14"/>
                      <a:pt x="17" y="9"/>
                    </a:cubicBezTo>
                    <a:cubicBezTo>
                      <a:pt x="17" y="4"/>
                      <a:pt x="13" y="0"/>
                      <a:pt x="9" y="0"/>
                    </a:cubicBezTo>
                    <a:cubicBezTo>
                      <a:pt x="4" y="0"/>
                      <a:pt x="0" y="4"/>
                      <a:pt x="0" y="9"/>
                    </a:cubicBezTo>
                    <a:cubicBezTo>
                      <a:pt x="0" y="14"/>
                      <a:pt x="4" y="17"/>
                      <a:pt x="9" y="17"/>
                    </a:cubicBezTo>
                    <a:close/>
                    <a:moveTo>
                      <a:pt x="9" y="3"/>
                    </a:moveTo>
                    <a:cubicBezTo>
                      <a:pt x="12" y="3"/>
                      <a:pt x="15" y="5"/>
                      <a:pt x="15" y="9"/>
                    </a:cubicBezTo>
                    <a:cubicBezTo>
                      <a:pt x="15" y="12"/>
                      <a:pt x="12" y="15"/>
                      <a:pt x="9" y="15"/>
                    </a:cubicBezTo>
                    <a:cubicBezTo>
                      <a:pt x="5" y="15"/>
                      <a:pt x="2" y="12"/>
                      <a:pt x="2" y="9"/>
                    </a:cubicBezTo>
                    <a:cubicBezTo>
                      <a:pt x="2" y="5"/>
                      <a:pt x="5" y="3"/>
                      <a:pt x="9" y="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7" name="Freeform 251"/>
              <p:cNvSpPr>
                <a:spLocks/>
              </p:cNvSpPr>
              <p:nvPr/>
            </p:nvSpPr>
            <p:spPr bwMode="auto">
              <a:xfrm>
                <a:off x="3432" y="1112"/>
                <a:ext cx="56" cy="34"/>
              </a:xfrm>
              <a:custGeom>
                <a:avLst/>
                <a:gdLst>
                  <a:gd name="T0" fmla="*/ 29 w 62"/>
                  <a:gd name="T1" fmla="*/ 4 h 38"/>
                  <a:gd name="T2" fmla="*/ 0 w 62"/>
                  <a:gd name="T3" fmla="*/ 11 h 38"/>
                  <a:gd name="T4" fmla="*/ 25 w 62"/>
                  <a:gd name="T5" fmla="*/ 30 h 38"/>
                  <a:gd name="T6" fmla="*/ 56 w 62"/>
                  <a:gd name="T7" fmla="*/ 21 h 38"/>
                  <a:gd name="T8" fmla="*/ 29 w 62"/>
                  <a:gd name="T9" fmla="*/ 4 h 38"/>
                  <a:gd name="T10" fmla="*/ 0 60000 65536"/>
                  <a:gd name="T11" fmla="*/ 0 60000 65536"/>
                  <a:gd name="T12" fmla="*/ 0 60000 65536"/>
                  <a:gd name="T13" fmla="*/ 0 60000 65536"/>
                  <a:gd name="T14" fmla="*/ 0 60000 65536"/>
                  <a:gd name="T15" fmla="*/ 0 w 62"/>
                  <a:gd name="T16" fmla="*/ 0 h 38"/>
                  <a:gd name="T17" fmla="*/ 62 w 62"/>
                  <a:gd name="T18" fmla="*/ 38 h 38"/>
                </a:gdLst>
                <a:ahLst/>
                <a:cxnLst>
                  <a:cxn ang="T10">
                    <a:pos x="T0" y="T1"/>
                  </a:cxn>
                  <a:cxn ang="T11">
                    <a:pos x="T2" y="T3"/>
                  </a:cxn>
                  <a:cxn ang="T12">
                    <a:pos x="T4" y="T5"/>
                  </a:cxn>
                  <a:cxn ang="T13">
                    <a:pos x="T6" y="T7"/>
                  </a:cxn>
                  <a:cxn ang="T14">
                    <a:pos x="T8" y="T9"/>
                  </a:cxn>
                </a:cxnLst>
                <a:rect l="T15" t="T16" r="T17" b="T18"/>
                <a:pathLst>
                  <a:path w="62" h="38">
                    <a:moveTo>
                      <a:pt x="32" y="4"/>
                    </a:moveTo>
                    <a:cubicBezTo>
                      <a:pt x="12" y="0"/>
                      <a:pt x="0" y="12"/>
                      <a:pt x="0" y="12"/>
                    </a:cubicBezTo>
                    <a:cubicBezTo>
                      <a:pt x="0" y="12"/>
                      <a:pt x="8" y="29"/>
                      <a:pt x="28" y="34"/>
                    </a:cubicBezTo>
                    <a:cubicBezTo>
                      <a:pt x="47" y="38"/>
                      <a:pt x="62" y="24"/>
                      <a:pt x="62" y="24"/>
                    </a:cubicBezTo>
                    <a:cubicBezTo>
                      <a:pt x="62" y="24"/>
                      <a:pt x="53" y="8"/>
                      <a:pt x="32" y="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8" name="Freeform 252"/>
              <p:cNvSpPr>
                <a:spLocks/>
              </p:cNvSpPr>
              <p:nvPr/>
            </p:nvSpPr>
            <p:spPr bwMode="auto">
              <a:xfrm>
                <a:off x="3455" y="1072"/>
                <a:ext cx="48" cy="42"/>
              </a:xfrm>
              <a:custGeom>
                <a:avLst/>
                <a:gdLst>
                  <a:gd name="T0" fmla="*/ 32 w 53"/>
                  <a:gd name="T1" fmla="*/ 32 h 46"/>
                  <a:gd name="T2" fmla="*/ 48 w 53"/>
                  <a:gd name="T3" fmla="*/ 4 h 46"/>
                  <a:gd name="T4" fmla="*/ 16 w 53"/>
                  <a:gd name="T5" fmla="*/ 10 h 46"/>
                  <a:gd name="T6" fmla="*/ 0 w 53"/>
                  <a:gd name="T7" fmla="*/ 36 h 46"/>
                  <a:gd name="T8" fmla="*/ 32 w 53"/>
                  <a:gd name="T9" fmla="*/ 32 h 46"/>
                  <a:gd name="T10" fmla="*/ 0 60000 65536"/>
                  <a:gd name="T11" fmla="*/ 0 60000 65536"/>
                  <a:gd name="T12" fmla="*/ 0 60000 65536"/>
                  <a:gd name="T13" fmla="*/ 0 60000 65536"/>
                  <a:gd name="T14" fmla="*/ 0 60000 65536"/>
                  <a:gd name="T15" fmla="*/ 0 w 53"/>
                  <a:gd name="T16" fmla="*/ 0 h 46"/>
                  <a:gd name="T17" fmla="*/ 53 w 53"/>
                  <a:gd name="T18" fmla="*/ 46 h 46"/>
                </a:gdLst>
                <a:ahLst/>
                <a:cxnLst>
                  <a:cxn ang="T10">
                    <a:pos x="T0" y="T1"/>
                  </a:cxn>
                  <a:cxn ang="T11">
                    <a:pos x="T2" y="T3"/>
                  </a:cxn>
                  <a:cxn ang="T12">
                    <a:pos x="T4" y="T5"/>
                  </a:cxn>
                  <a:cxn ang="T13">
                    <a:pos x="T6" y="T7"/>
                  </a:cxn>
                  <a:cxn ang="T14">
                    <a:pos x="T8" y="T9"/>
                  </a:cxn>
                </a:cxnLst>
                <a:rect l="T15" t="T16" r="T17" b="T18"/>
                <a:pathLst>
                  <a:path w="53" h="46">
                    <a:moveTo>
                      <a:pt x="35" y="35"/>
                    </a:moveTo>
                    <a:cubicBezTo>
                      <a:pt x="52" y="25"/>
                      <a:pt x="53" y="4"/>
                      <a:pt x="53" y="4"/>
                    </a:cubicBezTo>
                    <a:cubicBezTo>
                      <a:pt x="53" y="4"/>
                      <a:pt x="36" y="0"/>
                      <a:pt x="18" y="11"/>
                    </a:cubicBezTo>
                    <a:cubicBezTo>
                      <a:pt x="0" y="21"/>
                      <a:pt x="0" y="39"/>
                      <a:pt x="0" y="39"/>
                    </a:cubicBezTo>
                    <a:cubicBezTo>
                      <a:pt x="0" y="39"/>
                      <a:pt x="18" y="46"/>
                      <a:pt x="35" y="3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09" name="Freeform 253"/>
              <p:cNvSpPr>
                <a:spLocks/>
              </p:cNvSpPr>
              <p:nvPr/>
            </p:nvSpPr>
            <p:spPr bwMode="auto">
              <a:xfrm>
                <a:off x="3400" y="1131"/>
                <a:ext cx="56" cy="35"/>
              </a:xfrm>
              <a:custGeom>
                <a:avLst/>
                <a:gdLst>
                  <a:gd name="T0" fmla="*/ 30 w 62"/>
                  <a:gd name="T1" fmla="*/ 4 h 39"/>
                  <a:gd name="T2" fmla="*/ 0 w 62"/>
                  <a:gd name="T3" fmla="*/ 12 h 39"/>
                  <a:gd name="T4" fmla="*/ 25 w 62"/>
                  <a:gd name="T5" fmla="*/ 31 h 39"/>
                  <a:gd name="T6" fmla="*/ 56 w 62"/>
                  <a:gd name="T7" fmla="*/ 22 h 39"/>
                  <a:gd name="T8" fmla="*/ 30 w 62"/>
                  <a:gd name="T9" fmla="*/ 4 h 39"/>
                  <a:gd name="T10" fmla="*/ 0 60000 65536"/>
                  <a:gd name="T11" fmla="*/ 0 60000 65536"/>
                  <a:gd name="T12" fmla="*/ 0 60000 65536"/>
                  <a:gd name="T13" fmla="*/ 0 60000 65536"/>
                  <a:gd name="T14" fmla="*/ 0 60000 65536"/>
                  <a:gd name="T15" fmla="*/ 0 w 62"/>
                  <a:gd name="T16" fmla="*/ 0 h 39"/>
                  <a:gd name="T17" fmla="*/ 62 w 62"/>
                  <a:gd name="T18" fmla="*/ 39 h 39"/>
                </a:gdLst>
                <a:ahLst/>
                <a:cxnLst>
                  <a:cxn ang="T10">
                    <a:pos x="T0" y="T1"/>
                  </a:cxn>
                  <a:cxn ang="T11">
                    <a:pos x="T2" y="T3"/>
                  </a:cxn>
                  <a:cxn ang="T12">
                    <a:pos x="T4" y="T5"/>
                  </a:cxn>
                  <a:cxn ang="T13">
                    <a:pos x="T6" y="T7"/>
                  </a:cxn>
                  <a:cxn ang="T14">
                    <a:pos x="T8" y="T9"/>
                  </a:cxn>
                </a:cxnLst>
                <a:rect l="T15" t="T16" r="T17" b="T18"/>
                <a:pathLst>
                  <a:path w="62" h="39">
                    <a:moveTo>
                      <a:pt x="33" y="4"/>
                    </a:moveTo>
                    <a:cubicBezTo>
                      <a:pt x="13" y="0"/>
                      <a:pt x="0" y="13"/>
                      <a:pt x="0" y="13"/>
                    </a:cubicBezTo>
                    <a:cubicBezTo>
                      <a:pt x="0" y="13"/>
                      <a:pt x="8" y="30"/>
                      <a:pt x="28" y="34"/>
                    </a:cubicBezTo>
                    <a:cubicBezTo>
                      <a:pt x="47" y="39"/>
                      <a:pt x="62" y="24"/>
                      <a:pt x="62" y="24"/>
                    </a:cubicBezTo>
                    <a:cubicBezTo>
                      <a:pt x="62" y="24"/>
                      <a:pt x="53" y="9"/>
                      <a:pt x="33" y="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0" name="Freeform 254"/>
              <p:cNvSpPr>
                <a:spLocks/>
              </p:cNvSpPr>
              <p:nvPr/>
            </p:nvSpPr>
            <p:spPr bwMode="auto">
              <a:xfrm>
                <a:off x="3369" y="1150"/>
                <a:ext cx="56" cy="35"/>
              </a:xfrm>
              <a:custGeom>
                <a:avLst/>
                <a:gdLst>
                  <a:gd name="T0" fmla="*/ 29 w 63"/>
                  <a:gd name="T1" fmla="*/ 4 h 39"/>
                  <a:gd name="T2" fmla="*/ 0 w 63"/>
                  <a:gd name="T3" fmla="*/ 12 h 39"/>
                  <a:gd name="T4" fmla="*/ 25 w 63"/>
                  <a:gd name="T5" fmla="*/ 31 h 39"/>
                  <a:gd name="T6" fmla="*/ 56 w 63"/>
                  <a:gd name="T7" fmla="*/ 22 h 39"/>
                  <a:gd name="T8" fmla="*/ 29 w 63"/>
                  <a:gd name="T9" fmla="*/ 4 h 39"/>
                  <a:gd name="T10" fmla="*/ 0 60000 65536"/>
                  <a:gd name="T11" fmla="*/ 0 60000 65536"/>
                  <a:gd name="T12" fmla="*/ 0 60000 65536"/>
                  <a:gd name="T13" fmla="*/ 0 60000 65536"/>
                  <a:gd name="T14" fmla="*/ 0 60000 65536"/>
                  <a:gd name="T15" fmla="*/ 0 w 63"/>
                  <a:gd name="T16" fmla="*/ 0 h 39"/>
                  <a:gd name="T17" fmla="*/ 63 w 63"/>
                  <a:gd name="T18" fmla="*/ 39 h 39"/>
                </a:gdLst>
                <a:ahLst/>
                <a:cxnLst>
                  <a:cxn ang="T10">
                    <a:pos x="T0" y="T1"/>
                  </a:cxn>
                  <a:cxn ang="T11">
                    <a:pos x="T2" y="T3"/>
                  </a:cxn>
                  <a:cxn ang="T12">
                    <a:pos x="T4" y="T5"/>
                  </a:cxn>
                  <a:cxn ang="T13">
                    <a:pos x="T6" y="T7"/>
                  </a:cxn>
                  <a:cxn ang="T14">
                    <a:pos x="T8" y="T9"/>
                  </a:cxn>
                </a:cxnLst>
                <a:rect l="T15" t="T16" r="T17" b="T18"/>
                <a:pathLst>
                  <a:path w="63" h="39">
                    <a:moveTo>
                      <a:pt x="33" y="5"/>
                    </a:moveTo>
                    <a:cubicBezTo>
                      <a:pt x="13" y="0"/>
                      <a:pt x="0" y="13"/>
                      <a:pt x="0" y="13"/>
                    </a:cubicBezTo>
                    <a:cubicBezTo>
                      <a:pt x="0" y="13"/>
                      <a:pt x="8" y="30"/>
                      <a:pt x="28" y="35"/>
                    </a:cubicBezTo>
                    <a:cubicBezTo>
                      <a:pt x="48" y="39"/>
                      <a:pt x="63" y="25"/>
                      <a:pt x="63" y="25"/>
                    </a:cubicBezTo>
                    <a:cubicBezTo>
                      <a:pt x="63" y="25"/>
                      <a:pt x="53" y="9"/>
                      <a:pt x="33" y="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1" name="Freeform 255"/>
              <p:cNvSpPr>
                <a:spLocks/>
              </p:cNvSpPr>
              <p:nvPr/>
            </p:nvSpPr>
            <p:spPr bwMode="auto">
              <a:xfrm>
                <a:off x="3338" y="1170"/>
                <a:ext cx="56" cy="34"/>
              </a:xfrm>
              <a:custGeom>
                <a:avLst/>
                <a:gdLst>
                  <a:gd name="T0" fmla="*/ 29 w 62"/>
                  <a:gd name="T1" fmla="*/ 4 h 38"/>
                  <a:gd name="T2" fmla="*/ 0 w 62"/>
                  <a:gd name="T3" fmla="*/ 11 h 38"/>
                  <a:gd name="T4" fmla="*/ 24 w 62"/>
                  <a:gd name="T5" fmla="*/ 30 h 38"/>
                  <a:gd name="T6" fmla="*/ 56 w 62"/>
                  <a:gd name="T7" fmla="*/ 21 h 38"/>
                  <a:gd name="T8" fmla="*/ 29 w 62"/>
                  <a:gd name="T9" fmla="*/ 4 h 38"/>
                  <a:gd name="T10" fmla="*/ 0 60000 65536"/>
                  <a:gd name="T11" fmla="*/ 0 60000 65536"/>
                  <a:gd name="T12" fmla="*/ 0 60000 65536"/>
                  <a:gd name="T13" fmla="*/ 0 60000 65536"/>
                  <a:gd name="T14" fmla="*/ 0 60000 65536"/>
                  <a:gd name="T15" fmla="*/ 0 w 62"/>
                  <a:gd name="T16" fmla="*/ 0 h 38"/>
                  <a:gd name="T17" fmla="*/ 62 w 62"/>
                  <a:gd name="T18" fmla="*/ 38 h 38"/>
                </a:gdLst>
                <a:ahLst/>
                <a:cxnLst>
                  <a:cxn ang="T10">
                    <a:pos x="T0" y="T1"/>
                  </a:cxn>
                  <a:cxn ang="T11">
                    <a:pos x="T2" y="T3"/>
                  </a:cxn>
                  <a:cxn ang="T12">
                    <a:pos x="T4" y="T5"/>
                  </a:cxn>
                  <a:cxn ang="T13">
                    <a:pos x="T6" y="T7"/>
                  </a:cxn>
                  <a:cxn ang="T14">
                    <a:pos x="T8" y="T9"/>
                  </a:cxn>
                </a:cxnLst>
                <a:rect l="T15" t="T16" r="T17" b="T18"/>
                <a:pathLst>
                  <a:path w="62" h="38">
                    <a:moveTo>
                      <a:pt x="32" y="4"/>
                    </a:moveTo>
                    <a:cubicBezTo>
                      <a:pt x="12" y="0"/>
                      <a:pt x="0" y="12"/>
                      <a:pt x="0" y="12"/>
                    </a:cubicBezTo>
                    <a:cubicBezTo>
                      <a:pt x="0" y="12"/>
                      <a:pt x="8" y="30"/>
                      <a:pt x="27" y="34"/>
                    </a:cubicBezTo>
                    <a:cubicBezTo>
                      <a:pt x="47" y="38"/>
                      <a:pt x="62" y="24"/>
                      <a:pt x="62" y="24"/>
                    </a:cubicBezTo>
                    <a:cubicBezTo>
                      <a:pt x="62" y="24"/>
                      <a:pt x="52" y="9"/>
                      <a:pt x="32" y="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2" name="Freeform 256"/>
              <p:cNvSpPr>
                <a:spLocks/>
              </p:cNvSpPr>
              <p:nvPr/>
            </p:nvSpPr>
            <p:spPr bwMode="auto">
              <a:xfrm>
                <a:off x="3419" y="1065"/>
                <a:ext cx="35" cy="55"/>
              </a:xfrm>
              <a:custGeom>
                <a:avLst/>
                <a:gdLst>
                  <a:gd name="T0" fmla="*/ 27 w 39"/>
                  <a:gd name="T1" fmla="*/ 0 h 61"/>
                  <a:gd name="T2" fmla="*/ 4 w 39"/>
                  <a:gd name="T3" fmla="*/ 23 h 61"/>
                  <a:gd name="T4" fmla="*/ 11 w 39"/>
                  <a:gd name="T5" fmla="*/ 55 h 61"/>
                  <a:gd name="T6" fmla="*/ 31 w 39"/>
                  <a:gd name="T7" fmla="*/ 32 h 61"/>
                  <a:gd name="T8" fmla="*/ 27 w 39"/>
                  <a:gd name="T9" fmla="*/ 0 h 61"/>
                  <a:gd name="T10" fmla="*/ 0 60000 65536"/>
                  <a:gd name="T11" fmla="*/ 0 60000 65536"/>
                  <a:gd name="T12" fmla="*/ 0 60000 65536"/>
                  <a:gd name="T13" fmla="*/ 0 60000 65536"/>
                  <a:gd name="T14" fmla="*/ 0 60000 65536"/>
                  <a:gd name="T15" fmla="*/ 0 w 39"/>
                  <a:gd name="T16" fmla="*/ 0 h 61"/>
                  <a:gd name="T17" fmla="*/ 39 w 39"/>
                  <a:gd name="T18" fmla="*/ 61 h 61"/>
                </a:gdLst>
                <a:ahLst/>
                <a:cxnLst>
                  <a:cxn ang="T10">
                    <a:pos x="T0" y="T1"/>
                  </a:cxn>
                  <a:cxn ang="T11">
                    <a:pos x="T2" y="T3"/>
                  </a:cxn>
                  <a:cxn ang="T12">
                    <a:pos x="T4" y="T5"/>
                  </a:cxn>
                  <a:cxn ang="T13">
                    <a:pos x="T6" y="T7"/>
                  </a:cxn>
                  <a:cxn ang="T14">
                    <a:pos x="T8" y="T9"/>
                  </a:cxn>
                </a:cxnLst>
                <a:rect l="T15" t="T16" r="T17" b="T18"/>
                <a:pathLst>
                  <a:path w="39" h="61">
                    <a:moveTo>
                      <a:pt x="30" y="0"/>
                    </a:moveTo>
                    <a:cubicBezTo>
                      <a:pt x="30" y="0"/>
                      <a:pt x="10" y="7"/>
                      <a:pt x="5" y="26"/>
                    </a:cubicBezTo>
                    <a:cubicBezTo>
                      <a:pt x="0" y="46"/>
                      <a:pt x="12" y="61"/>
                      <a:pt x="12" y="61"/>
                    </a:cubicBezTo>
                    <a:cubicBezTo>
                      <a:pt x="12" y="61"/>
                      <a:pt x="29" y="55"/>
                      <a:pt x="34" y="35"/>
                    </a:cubicBezTo>
                    <a:cubicBezTo>
                      <a:pt x="39" y="15"/>
                      <a:pt x="30" y="0"/>
                      <a:pt x="3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3" name="Freeform 257"/>
              <p:cNvSpPr>
                <a:spLocks/>
              </p:cNvSpPr>
              <p:nvPr/>
            </p:nvSpPr>
            <p:spPr bwMode="auto">
              <a:xfrm>
                <a:off x="3388" y="1084"/>
                <a:ext cx="35" cy="55"/>
              </a:xfrm>
              <a:custGeom>
                <a:avLst/>
                <a:gdLst>
                  <a:gd name="T0" fmla="*/ 27 w 39"/>
                  <a:gd name="T1" fmla="*/ 0 h 61"/>
                  <a:gd name="T2" fmla="*/ 4 w 39"/>
                  <a:gd name="T3" fmla="*/ 24 h 61"/>
                  <a:gd name="T4" fmla="*/ 11 w 39"/>
                  <a:gd name="T5" fmla="*/ 55 h 61"/>
                  <a:gd name="T6" fmla="*/ 31 w 39"/>
                  <a:gd name="T7" fmla="*/ 32 h 61"/>
                  <a:gd name="T8" fmla="*/ 27 w 39"/>
                  <a:gd name="T9" fmla="*/ 0 h 61"/>
                  <a:gd name="T10" fmla="*/ 0 60000 65536"/>
                  <a:gd name="T11" fmla="*/ 0 60000 65536"/>
                  <a:gd name="T12" fmla="*/ 0 60000 65536"/>
                  <a:gd name="T13" fmla="*/ 0 60000 65536"/>
                  <a:gd name="T14" fmla="*/ 0 60000 65536"/>
                  <a:gd name="T15" fmla="*/ 0 w 39"/>
                  <a:gd name="T16" fmla="*/ 0 h 61"/>
                  <a:gd name="T17" fmla="*/ 39 w 39"/>
                  <a:gd name="T18" fmla="*/ 61 h 61"/>
                </a:gdLst>
                <a:ahLst/>
                <a:cxnLst>
                  <a:cxn ang="T10">
                    <a:pos x="T0" y="T1"/>
                  </a:cxn>
                  <a:cxn ang="T11">
                    <a:pos x="T2" y="T3"/>
                  </a:cxn>
                  <a:cxn ang="T12">
                    <a:pos x="T4" y="T5"/>
                  </a:cxn>
                  <a:cxn ang="T13">
                    <a:pos x="T6" y="T7"/>
                  </a:cxn>
                  <a:cxn ang="T14">
                    <a:pos x="T8" y="T9"/>
                  </a:cxn>
                </a:cxnLst>
                <a:rect l="T15" t="T16" r="T17" b="T18"/>
                <a:pathLst>
                  <a:path w="39" h="61">
                    <a:moveTo>
                      <a:pt x="30" y="0"/>
                    </a:moveTo>
                    <a:cubicBezTo>
                      <a:pt x="30" y="0"/>
                      <a:pt x="10" y="7"/>
                      <a:pt x="5" y="27"/>
                    </a:cubicBezTo>
                    <a:cubicBezTo>
                      <a:pt x="0" y="46"/>
                      <a:pt x="12" y="61"/>
                      <a:pt x="12" y="61"/>
                    </a:cubicBezTo>
                    <a:cubicBezTo>
                      <a:pt x="12" y="61"/>
                      <a:pt x="29" y="56"/>
                      <a:pt x="34" y="36"/>
                    </a:cubicBezTo>
                    <a:cubicBezTo>
                      <a:pt x="39" y="16"/>
                      <a:pt x="30" y="0"/>
                      <a:pt x="30"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4" name="Freeform 258"/>
              <p:cNvSpPr>
                <a:spLocks/>
              </p:cNvSpPr>
              <p:nvPr/>
            </p:nvSpPr>
            <p:spPr bwMode="auto">
              <a:xfrm>
                <a:off x="3357" y="1104"/>
                <a:ext cx="35" cy="55"/>
              </a:xfrm>
              <a:custGeom>
                <a:avLst/>
                <a:gdLst>
                  <a:gd name="T0" fmla="*/ 26 w 39"/>
                  <a:gd name="T1" fmla="*/ 0 h 61"/>
                  <a:gd name="T2" fmla="*/ 4 w 39"/>
                  <a:gd name="T3" fmla="*/ 23 h 61"/>
                  <a:gd name="T4" fmla="*/ 11 w 39"/>
                  <a:gd name="T5" fmla="*/ 55 h 61"/>
                  <a:gd name="T6" fmla="*/ 30 w 39"/>
                  <a:gd name="T7" fmla="*/ 32 h 61"/>
                  <a:gd name="T8" fmla="*/ 26 w 39"/>
                  <a:gd name="T9" fmla="*/ 0 h 61"/>
                  <a:gd name="T10" fmla="*/ 0 60000 65536"/>
                  <a:gd name="T11" fmla="*/ 0 60000 65536"/>
                  <a:gd name="T12" fmla="*/ 0 60000 65536"/>
                  <a:gd name="T13" fmla="*/ 0 60000 65536"/>
                  <a:gd name="T14" fmla="*/ 0 60000 65536"/>
                  <a:gd name="T15" fmla="*/ 0 w 39"/>
                  <a:gd name="T16" fmla="*/ 0 h 61"/>
                  <a:gd name="T17" fmla="*/ 39 w 39"/>
                  <a:gd name="T18" fmla="*/ 61 h 61"/>
                </a:gdLst>
                <a:ahLst/>
                <a:cxnLst>
                  <a:cxn ang="T10">
                    <a:pos x="T0" y="T1"/>
                  </a:cxn>
                  <a:cxn ang="T11">
                    <a:pos x="T2" y="T3"/>
                  </a:cxn>
                  <a:cxn ang="T12">
                    <a:pos x="T4" y="T5"/>
                  </a:cxn>
                  <a:cxn ang="T13">
                    <a:pos x="T6" y="T7"/>
                  </a:cxn>
                  <a:cxn ang="T14">
                    <a:pos x="T8" y="T9"/>
                  </a:cxn>
                </a:cxnLst>
                <a:rect l="T15" t="T16" r="T17" b="T18"/>
                <a:pathLst>
                  <a:path w="39" h="61">
                    <a:moveTo>
                      <a:pt x="29" y="0"/>
                    </a:moveTo>
                    <a:cubicBezTo>
                      <a:pt x="29" y="0"/>
                      <a:pt x="10" y="7"/>
                      <a:pt x="5" y="26"/>
                    </a:cubicBezTo>
                    <a:cubicBezTo>
                      <a:pt x="0" y="46"/>
                      <a:pt x="12" y="61"/>
                      <a:pt x="12" y="61"/>
                    </a:cubicBezTo>
                    <a:cubicBezTo>
                      <a:pt x="12" y="61"/>
                      <a:pt x="28" y="55"/>
                      <a:pt x="33" y="35"/>
                    </a:cubicBezTo>
                    <a:cubicBezTo>
                      <a:pt x="39" y="15"/>
                      <a:pt x="29" y="0"/>
                      <a:pt x="29"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5" name="Freeform 259"/>
              <p:cNvSpPr>
                <a:spLocks/>
              </p:cNvSpPr>
              <p:nvPr/>
            </p:nvSpPr>
            <p:spPr bwMode="auto">
              <a:xfrm>
                <a:off x="3325" y="1123"/>
                <a:ext cx="35" cy="55"/>
              </a:xfrm>
              <a:custGeom>
                <a:avLst/>
                <a:gdLst>
                  <a:gd name="T0" fmla="*/ 26 w 39"/>
                  <a:gd name="T1" fmla="*/ 0 h 61"/>
                  <a:gd name="T2" fmla="*/ 4 w 39"/>
                  <a:gd name="T3" fmla="*/ 24 h 61"/>
                  <a:gd name="T4" fmla="*/ 11 w 39"/>
                  <a:gd name="T5" fmla="*/ 55 h 61"/>
                  <a:gd name="T6" fmla="*/ 31 w 39"/>
                  <a:gd name="T7" fmla="*/ 32 h 61"/>
                  <a:gd name="T8" fmla="*/ 26 w 39"/>
                  <a:gd name="T9" fmla="*/ 0 h 61"/>
                  <a:gd name="T10" fmla="*/ 0 60000 65536"/>
                  <a:gd name="T11" fmla="*/ 0 60000 65536"/>
                  <a:gd name="T12" fmla="*/ 0 60000 65536"/>
                  <a:gd name="T13" fmla="*/ 0 60000 65536"/>
                  <a:gd name="T14" fmla="*/ 0 60000 65536"/>
                  <a:gd name="T15" fmla="*/ 0 w 39"/>
                  <a:gd name="T16" fmla="*/ 0 h 61"/>
                  <a:gd name="T17" fmla="*/ 39 w 39"/>
                  <a:gd name="T18" fmla="*/ 61 h 61"/>
                </a:gdLst>
                <a:ahLst/>
                <a:cxnLst>
                  <a:cxn ang="T10">
                    <a:pos x="T0" y="T1"/>
                  </a:cxn>
                  <a:cxn ang="T11">
                    <a:pos x="T2" y="T3"/>
                  </a:cxn>
                  <a:cxn ang="T12">
                    <a:pos x="T4" y="T5"/>
                  </a:cxn>
                  <a:cxn ang="T13">
                    <a:pos x="T6" y="T7"/>
                  </a:cxn>
                  <a:cxn ang="T14">
                    <a:pos x="T8" y="T9"/>
                  </a:cxn>
                </a:cxnLst>
                <a:rect l="T15" t="T16" r="T17" b="T18"/>
                <a:pathLst>
                  <a:path w="39" h="61">
                    <a:moveTo>
                      <a:pt x="29" y="0"/>
                    </a:moveTo>
                    <a:cubicBezTo>
                      <a:pt x="29" y="0"/>
                      <a:pt x="10" y="7"/>
                      <a:pt x="5" y="27"/>
                    </a:cubicBezTo>
                    <a:cubicBezTo>
                      <a:pt x="0" y="46"/>
                      <a:pt x="12" y="61"/>
                      <a:pt x="12" y="61"/>
                    </a:cubicBezTo>
                    <a:cubicBezTo>
                      <a:pt x="12" y="61"/>
                      <a:pt x="29" y="55"/>
                      <a:pt x="34" y="35"/>
                    </a:cubicBezTo>
                    <a:cubicBezTo>
                      <a:pt x="39" y="15"/>
                      <a:pt x="29" y="0"/>
                      <a:pt x="29" y="0"/>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6" name="Freeform 260"/>
              <p:cNvSpPr>
                <a:spLocks/>
              </p:cNvSpPr>
              <p:nvPr/>
            </p:nvSpPr>
            <p:spPr bwMode="auto">
              <a:xfrm>
                <a:off x="3310" y="1182"/>
                <a:ext cx="22" cy="18"/>
              </a:xfrm>
              <a:custGeom>
                <a:avLst/>
                <a:gdLst>
                  <a:gd name="T0" fmla="*/ 18 w 25"/>
                  <a:gd name="T1" fmla="*/ 0 h 19"/>
                  <a:gd name="T2" fmla="*/ 0 w 25"/>
                  <a:gd name="T3" fmla="*/ 12 h 19"/>
                  <a:gd name="T4" fmla="*/ 1 w 25"/>
                  <a:gd name="T5" fmla="*/ 13 h 19"/>
                  <a:gd name="T6" fmla="*/ 4 w 25"/>
                  <a:gd name="T7" fmla="*/ 18 h 19"/>
                  <a:gd name="T8" fmla="*/ 22 w 25"/>
                  <a:gd name="T9" fmla="*/ 6 h 19"/>
                  <a:gd name="T10" fmla="*/ 18 w 25"/>
                  <a:gd name="T11" fmla="*/ 0 h 19"/>
                  <a:gd name="T12" fmla="*/ 0 60000 65536"/>
                  <a:gd name="T13" fmla="*/ 0 60000 65536"/>
                  <a:gd name="T14" fmla="*/ 0 60000 65536"/>
                  <a:gd name="T15" fmla="*/ 0 60000 65536"/>
                  <a:gd name="T16" fmla="*/ 0 60000 65536"/>
                  <a:gd name="T17" fmla="*/ 0 60000 65536"/>
                  <a:gd name="T18" fmla="*/ 0 w 25"/>
                  <a:gd name="T19" fmla="*/ 0 h 19"/>
                  <a:gd name="T20" fmla="*/ 25 w 25"/>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5" h="19">
                    <a:moveTo>
                      <a:pt x="21" y="0"/>
                    </a:moveTo>
                    <a:cubicBezTo>
                      <a:pt x="0" y="13"/>
                      <a:pt x="0" y="13"/>
                      <a:pt x="0" y="13"/>
                    </a:cubicBezTo>
                    <a:cubicBezTo>
                      <a:pt x="0" y="13"/>
                      <a:pt x="1" y="14"/>
                      <a:pt x="1" y="14"/>
                    </a:cubicBezTo>
                    <a:cubicBezTo>
                      <a:pt x="2" y="16"/>
                      <a:pt x="3" y="17"/>
                      <a:pt x="4" y="19"/>
                    </a:cubicBezTo>
                    <a:cubicBezTo>
                      <a:pt x="25" y="6"/>
                      <a:pt x="25" y="6"/>
                      <a:pt x="25" y="6"/>
                    </a:cubicBezTo>
                    <a:lnTo>
                      <a:pt x="21"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7" name="Freeform 261"/>
              <p:cNvSpPr>
                <a:spLocks/>
              </p:cNvSpPr>
              <p:nvPr/>
            </p:nvSpPr>
            <p:spPr bwMode="auto">
              <a:xfrm>
                <a:off x="3600" y="861"/>
                <a:ext cx="84" cy="37"/>
              </a:xfrm>
              <a:custGeom>
                <a:avLst/>
                <a:gdLst>
                  <a:gd name="T0" fmla="*/ 42 w 93"/>
                  <a:gd name="T1" fmla="*/ 14 h 41"/>
                  <a:gd name="T2" fmla="*/ 0 w 93"/>
                  <a:gd name="T3" fmla="*/ 0 h 41"/>
                  <a:gd name="T4" fmla="*/ 0 w 93"/>
                  <a:gd name="T5" fmla="*/ 27 h 41"/>
                  <a:gd name="T6" fmla="*/ 42 w 93"/>
                  <a:gd name="T7" fmla="*/ 37 h 41"/>
                  <a:gd name="T8" fmla="*/ 84 w 93"/>
                  <a:gd name="T9" fmla="*/ 25 h 41"/>
                  <a:gd name="T10" fmla="*/ 84 w 93"/>
                  <a:gd name="T11" fmla="*/ 0 h 41"/>
                  <a:gd name="T12" fmla="*/ 42 w 93"/>
                  <a:gd name="T13" fmla="*/ 14 h 41"/>
                  <a:gd name="T14" fmla="*/ 0 60000 65536"/>
                  <a:gd name="T15" fmla="*/ 0 60000 65536"/>
                  <a:gd name="T16" fmla="*/ 0 60000 65536"/>
                  <a:gd name="T17" fmla="*/ 0 60000 65536"/>
                  <a:gd name="T18" fmla="*/ 0 60000 65536"/>
                  <a:gd name="T19" fmla="*/ 0 60000 65536"/>
                  <a:gd name="T20" fmla="*/ 0 60000 65536"/>
                  <a:gd name="T21" fmla="*/ 0 w 93"/>
                  <a:gd name="T22" fmla="*/ 0 h 41"/>
                  <a:gd name="T23" fmla="*/ 93 w 93"/>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1">
                    <a:moveTo>
                      <a:pt x="47" y="16"/>
                    </a:moveTo>
                    <a:cubicBezTo>
                      <a:pt x="0" y="0"/>
                      <a:pt x="0" y="0"/>
                      <a:pt x="0" y="0"/>
                    </a:cubicBezTo>
                    <a:cubicBezTo>
                      <a:pt x="0" y="30"/>
                      <a:pt x="0" y="30"/>
                      <a:pt x="0" y="30"/>
                    </a:cubicBezTo>
                    <a:cubicBezTo>
                      <a:pt x="0" y="30"/>
                      <a:pt x="22" y="41"/>
                      <a:pt x="47" y="41"/>
                    </a:cubicBezTo>
                    <a:cubicBezTo>
                      <a:pt x="72" y="41"/>
                      <a:pt x="93" y="28"/>
                      <a:pt x="93" y="28"/>
                    </a:cubicBezTo>
                    <a:cubicBezTo>
                      <a:pt x="93" y="0"/>
                      <a:pt x="93" y="0"/>
                      <a:pt x="93" y="0"/>
                    </a:cubicBezTo>
                    <a:lnTo>
                      <a:pt x="47" y="16"/>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8" name="Freeform 262"/>
              <p:cNvSpPr>
                <a:spLocks/>
              </p:cNvSpPr>
              <p:nvPr/>
            </p:nvSpPr>
            <p:spPr bwMode="auto">
              <a:xfrm>
                <a:off x="3579" y="821"/>
                <a:ext cx="126" cy="70"/>
              </a:xfrm>
              <a:custGeom>
                <a:avLst/>
                <a:gdLst>
                  <a:gd name="T0" fmla="*/ 119 w 126"/>
                  <a:gd name="T1" fmla="*/ 29 h 70"/>
                  <a:gd name="T2" fmla="*/ 126 w 126"/>
                  <a:gd name="T3" fmla="*/ 26 h 70"/>
                  <a:gd name="T4" fmla="*/ 63 w 126"/>
                  <a:gd name="T5" fmla="*/ 0 h 70"/>
                  <a:gd name="T6" fmla="*/ 0 w 126"/>
                  <a:gd name="T7" fmla="*/ 26 h 70"/>
                  <a:gd name="T8" fmla="*/ 63 w 126"/>
                  <a:gd name="T9" fmla="*/ 49 h 70"/>
                  <a:gd name="T10" fmla="*/ 113 w 126"/>
                  <a:gd name="T11" fmla="*/ 31 h 70"/>
                  <a:gd name="T12" fmla="*/ 113 w 126"/>
                  <a:gd name="T13" fmla="*/ 58 h 70"/>
                  <a:gd name="T14" fmla="*/ 110 w 126"/>
                  <a:gd name="T15" fmla="*/ 58 h 70"/>
                  <a:gd name="T16" fmla="*/ 110 w 126"/>
                  <a:gd name="T17" fmla="*/ 70 h 70"/>
                  <a:gd name="T18" fmla="*/ 120 w 126"/>
                  <a:gd name="T19" fmla="*/ 70 h 70"/>
                  <a:gd name="T20" fmla="*/ 120 w 126"/>
                  <a:gd name="T21" fmla="*/ 58 h 70"/>
                  <a:gd name="T22" fmla="*/ 119 w 126"/>
                  <a:gd name="T23" fmla="*/ 58 h 70"/>
                  <a:gd name="T24" fmla="*/ 119 w 126"/>
                  <a:gd name="T25" fmla="*/ 29 h 7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6"/>
                  <a:gd name="T40" fmla="*/ 0 h 70"/>
                  <a:gd name="T41" fmla="*/ 126 w 126"/>
                  <a:gd name="T42" fmla="*/ 70 h 7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6" h="70">
                    <a:moveTo>
                      <a:pt x="119" y="29"/>
                    </a:moveTo>
                    <a:lnTo>
                      <a:pt x="126" y="26"/>
                    </a:lnTo>
                    <a:lnTo>
                      <a:pt x="63" y="0"/>
                    </a:lnTo>
                    <a:lnTo>
                      <a:pt x="0" y="26"/>
                    </a:lnTo>
                    <a:lnTo>
                      <a:pt x="63" y="49"/>
                    </a:lnTo>
                    <a:lnTo>
                      <a:pt x="113" y="31"/>
                    </a:lnTo>
                    <a:lnTo>
                      <a:pt x="113" y="58"/>
                    </a:lnTo>
                    <a:lnTo>
                      <a:pt x="110" y="58"/>
                    </a:lnTo>
                    <a:lnTo>
                      <a:pt x="110" y="70"/>
                    </a:lnTo>
                    <a:lnTo>
                      <a:pt x="120" y="70"/>
                    </a:lnTo>
                    <a:lnTo>
                      <a:pt x="120" y="58"/>
                    </a:lnTo>
                    <a:lnTo>
                      <a:pt x="119" y="58"/>
                    </a:lnTo>
                    <a:lnTo>
                      <a:pt x="119" y="29"/>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19" name="Freeform 263"/>
              <p:cNvSpPr>
                <a:spLocks noEditPoints="1"/>
              </p:cNvSpPr>
              <p:nvPr/>
            </p:nvSpPr>
            <p:spPr bwMode="auto">
              <a:xfrm>
                <a:off x="3292" y="2428"/>
                <a:ext cx="169" cy="126"/>
              </a:xfrm>
              <a:custGeom>
                <a:avLst/>
                <a:gdLst>
                  <a:gd name="T0" fmla="*/ 162 w 187"/>
                  <a:gd name="T1" fmla="*/ 16 h 140"/>
                  <a:gd name="T2" fmla="*/ 162 w 187"/>
                  <a:gd name="T3" fmla="*/ 6 h 140"/>
                  <a:gd name="T4" fmla="*/ 160 w 187"/>
                  <a:gd name="T5" fmla="*/ 5 h 140"/>
                  <a:gd name="T6" fmla="*/ 131 w 187"/>
                  <a:gd name="T7" fmla="*/ 0 h 140"/>
                  <a:gd name="T8" fmla="*/ 85 w 187"/>
                  <a:gd name="T9" fmla="*/ 16 h 140"/>
                  <a:gd name="T10" fmla="*/ 39 w 187"/>
                  <a:gd name="T11" fmla="*/ 0 h 140"/>
                  <a:gd name="T12" fmla="*/ 9 w 187"/>
                  <a:gd name="T13" fmla="*/ 5 h 140"/>
                  <a:gd name="T14" fmla="*/ 8 w 187"/>
                  <a:gd name="T15" fmla="*/ 6 h 140"/>
                  <a:gd name="T16" fmla="*/ 8 w 187"/>
                  <a:gd name="T17" fmla="*/ 16 h 140"/>
                  <a:gd name="T18" fmla="*/ 0 w 187"/>
                  <a:gd name="T19" fmla="*/ 22 h 140"/>
                  <a:gd name="T20" fmla="*/ 0 w 187"/>
                  <a:gd name="T21" fmla="*/ 122 h 140"/>
                  <a:gd name="T22" fmla="*/ 74 w 187"/>
                  <a:gd name="T23" fmla="*/ 122 h 140"/>
                  <a:gd name="T24" fmla="*/ 85 w 187"/>
                  <a:gd name="T25" fmla="*/ 126 h 140"/>
                  <a:gd name="T26" fmla="*/ 96 w 187"/>
                  <a:gd name="T27" fmla="*/ 122 h 140"/>
                  <a:gd name="T28" fmla="*/ 169 w 187"/>
                  <a:gd name="T29" fmla="*/ 122 h 140"/>
                  <a:gd name="T30" fmla="*/ 169 w 187"/>
                  <a:gd name="T31" fmla="*/ 22 h 140"/>
                  <a:gd name="T32" fmla="*/ 162 w 187"/>
                  <a:gd name="T33" fmla="*/ 16 h 140"/>
                  <a:gd name="T34" fmla="*/ 84 w 187"/>
                  <a:gd name="T35" fmla="*/ 114 h 140"/>
                  <a:gd name="T36" fmla="*/ 35 w 187"/>
                  <a:gd name="T37" fmla="*/ 103 h 140"/>
                  <a:gd name="T38" fmla="*/ 13 w 187"/>
                  <a:gd name="T39" fmla="*/ 108 h 140"/>
                  <a:gd name="T40" fmla="*/ 13 w 187"/>
                  <a:gd name="T41" fmla="*/ 9 h 140"/>
                  <a:gd name="T42" fmla="*/ 39 w 187"/>
                  <a:gd name="T43" fmla="*/ 5 h 140"/>
                  <a:gd name="T44" fmla="*/ 81 w 187"/>
                  <a:gd name="T45" fmla="*/ 20 h 140"/>
                  <a:gd name="T46" fmla="*/ 81 w 187"/>
                  <a:gd name="T47" fmla="*/ 78 h 140"/>
                  <a:gd name="T48" fmla="*/ 84 w 187"/>
                  <a:gd name="T49" fmla="*/ 76 h 140"/>
                  <a:gd name="T50" fmla="*/ 84 w 187"/>
                  <a:gd name="T51" fmla="*/ 114 h 140"/>
                  <a:gd name="T52" fmla="*/ 157 w 187"/>
                  <a:gd name="T53" fmla="*/ 108 h 140"/>
                  <a:gd name="T54" fmla="*/ 134 w 187"/>
                  <a:gd name="T55" fmla="*/ 103 h 140"/>
                  <a:gd name="T56" fmla="*/ 86 w 187"/>
                  <a:gd name="T57" fmla="*/ 114 h 140"/>
                  <a:gd name="T58" fmla="*/ 86 w 187"/>
                  <a:gd name="T59" fmla="*/ 76 h 140"/>
                  <a:gd name="T60" fmla="*/ 89 w 187"/>
                  <a:gd name="T61" fmla="*/ 78 h 140"/>
                  <a:gd name="T62" fmla="*/ 89 w 187"/>
                  <a:gd name="T63" fmla="*/ 20 h 140"/>
                  <a:gd name="T64" fmla="*/ 131 w 187"/>
                  <a:gd name="T65" fmla="*/ 5 h 140"/>
                  <a:gd name="T66" fmla="*/ 157 w 187"/>
                  <a:gd name="T67" fmla="*/ 9 h 140"/>
                  <a:gd name="T68" fmla="*/ 157 w 187"/>
                  <a:gd name="T69" fmla="*/ 108 h 1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7"/>
                  <a:gd name="T106" fmla="*/ 0 h 140"/>
                  <a:gd name="T107" fmla="*/ 187 w 187"/>
                  <a:gd name="T108" fmla="*/ 140 h 1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7" h="140">
                    <a:moveTo>
                      <a:pt x="179" y="18"/>
                    </a:moveTo>
                    <a:cubicBezTo>
                      <a:pt x="179" y="7"/>
                      <a:pt x="179" y="7"/>
                      <a:pt x="179" y="7"/>
                    </a:cubicBezTo>
                    <a:cubicBezTo>
                      <a:pt x="177" y="6"/>
                      <a:pt x="177" y="6"/>
                      <a:pt x="177" y="6"/>
                    </a:cubicBezTo>
                    <a:cubicBezTo>
                      <a:pt x="177" y="6"/>
                      <a:pt x="163" y="0"/>
                      <a:pt x="145" y="0"/>
                    </a:cubicBezTo>
                    <a:cubicBezTo>
                      <a:pt x="125" y="0"/>
                      <a:pt x="108" y="6"/>
                      <a:pt x="94" y="18"/>
                    </a:cubicBezTo>
                    <a:cubicBezTo>
                      <a:pt x="80" y="6"/>
                      <a:pt x="63" y="0"/>
                      <a:pt x="43" y="0"/>
                    </a:cubicBezTo>
                    <a:cubicBezTo>
                      <a:pt x="25" y="0"/>
                      <a:pt x="11" y="6"/>
                      <a:pt x="10" y="6"/>
                    </a:cubicBezTo>
                    <a:cubicBezTo>
                      <a:pt x="9" y="7"/>
                      <a:pt x="9" y="7"/>
                      <a:pt x="9" y="7"/>
                    </a:cubicBezTo>
                    <a:cubicBezTo>
                      <a:pt x="9" y="18"/>
                      <a:pt x="9" y="18"/>
                      <a:pt x="9" y="18"/>
                    </a:cubicBezTo>
                    <a:cubicBezTo>
                      <a:pt x="3" y="19"/>
                      <a:pt x="0" y="20"/>
                      <a:pt x="0" y="24"/>
                    </a:cubicBezTo>
                    <a:cubicBezTo>
                      <a:pt x="0" y="39"/>
                      <a:pt x="0" y="136"/>
                      <a:pt x="0" y="136"/>
                    </a:cubicBezTo>
                    <a:cubicBezTo>
                      <a:pt x="82" y="136"/>
                      <a:pt x="82" y="136"/>
                      <a:pt x="82" y="136"/>
                    </a:cubicBezTo>
                    <a:cubicBezTo>
                      <a:pt x="85" y="138"/>
                      <a:pt x="89" y="140"/>
                      <a:pt x="94" y="140"/>
                    </a:cubicBezTo>
                    <a:cubicBezTo>
                      <a:pt x="99" y="140"/>
                      <a:pt x="103" y="138"/>
                      <a:pt x="106" y="136"/>
                    </a:cubicBezTo>
                    <a:cubicBezTo>
                      <a:pt x="187" y="136"/>
                      <a:pt x="187" y="136"/>
                      <a:pt x="187" y="136"/>
                    </a:cubicBezTo>
                    <a:cubicBezTo>
                      <a:pt x="187" y="136"/>
                      <a:pt x="187" y="29"/>
                      <a:pt x="187" y="24"/>
                    </a:cubicBezTo>
                    <a:cubicBezTo>
                      <a:pt x="187" y="21"/>
                      <a:pt x="184" y="19"/>
                      <a:pt x="179" y="18"/>
                    </a:cubicBezTo>
                    <a:close/>
                    <a:moveTo>
                      <a:pt x="93" y="127"/>
                    </a:moveTo>
                    <a:cubicBezTo>
                      <a:pt x="86" y="124"/>
                      <a:pt x="63" y="115"/>
                      <a:pt x="39" y="115"/>
                    </a:cubicBezTo>
                    <a:cubicBezTo>
                      <a:pt x="29" y="115"/>
                      <a:pt x="21" y="117"/>
                      <a:pt x="14" y="120"/>
                    </a:cubicBezTo>
                    <a:cubicBezTo>
                      <a:pt x="14" y="10"/>
                      <a:pt x="14" y="10"/>
                      <a:pt x="14" y="10"/>
                    </a:cubicBezTo>
                    <a:cubicBezTo>
                      <a:pt x="18" y="9"/>
                      <a:pt x="29" y="6"/>
                      <a:pt x="43" y="6"/>
                    </a:cubicBezTo>
                    <a:cubicBezTo>
                      <a:pt x="62" y="6"/>
                      <a:pt x="77" y="11"/>
                      <a:pt x="90" y="22"/>
                    </a:cubicBezTo>
                    <a:cubicBezTo>
                      <a:pt x="90" y="87"/>
                      <a:pt x="90" y="87"/>
                      <a:pt x="90" y="87"/>
                    </a:cubicBezTo>
                    <a:cubicBezTo>
                      <a:pt x="93" y="84"/>
                      <a:pt x="93" y="84"/>
                      <a:pt x="93" y="84"/>
                    </a:cubicBezTo>
                    <a:lnTo>
                      <a:pt x="93" y="127"/>
                    </a:lnTo>
                    <a:close/>
                    <a:moveTo>
                      <a:pt x="174" y="120"/>
                    </a:moveTo>
                    <a:cubicBezTo>
                      <a:pt x="166" y="116"/>
                      <a:pt x="158" y="115"/>
                      <a:pt x="148" y="115"/>
                    </a:cubicBezTo>
                    <a:cubicBezTo>
                      <a:pt x="124" y="115"/>
                      <a:pt x="102" y="124"/>
                      <a:pt x="95" y="127"/>
                    </a:cubicBezTo>
                    <a:cubicBezTo>
                      <a:pt x="95" y="84"/>
                      <a:pt x="95" y="84"/>
                      <a:pt x="95" y="84"/>
                    </a:cubicBezTo>
                    <a:cubicBezTo>
                      <a:pt x="98" y="87"/>
                      <a:pt x="98" y="87"/>
                      <a:pt x="98" y="87"/>
                    </a:cubicBezTo>
                    <a:cubicBezTo>
                      <a:pt x="98" y="22"/>
                      <a:pt x="98" y="22"/>
                      <a:pt x="98" y="22"/>
                    </a:cubicBezTo>
                    <a:cubicBezTo>
                      <a:pt x="111" y="11"/>
                      <a:pt x="126" y="6"/>
                      <a:pt x="145" y="6"/>
                    </a:cubicBezTo>
                    <a:cubicBezTo>
                      <a:pt x="158" y="6"/>
                      <a:pt x="170" y="9"/>
                      <a:pt x="174" y="10"/>
                    </a:cubicBezTo>
                    <a:lnTo>
                      <a:pt x="174" y="12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0" name="Freeform 264"/>
              <p:cNvSpPr>
                <a:spLocks/>
              </p:cNvSpPr>
              <p:nvPr/>
            </p:nvSpPr>
            <p:spPr bwMode="auto">
              <a:xfrm>
                <a:off x="3314" y="2443"/>
                <a:ext cx="51" cy="16"/>
              </a:xfrm>
              <a:custGeom>
                <a:avLst/>
                <a:gdLst>
                  <a:gd name="T0" fmla="*/ 0 w 56"/>
                  <a:gd name="T1" fmla="*/ 7 h 18"/>
                  <a:gd name="T2" fmla="*/ 1 w 56"/>
                  <a:gd name="T3" fmla="*/ 11 h 18"/>
                  <a:gd name="T4" fmla="*/ 49 w 56"/>
                  <a:gd name="T5" fmla="*/ 16 h 18"/>
                  <a:gd name="T6" fmla="*/ 51 w 56"/>
                  <a:gd name="T7" fmla="*/ 13 h 18"/>
                  <a:gd name="T8" fmla="*/ 0 w 56"/>
                  <a:gd name="T9" fmla="*/ 7 h 18"/>
                  <a:gd name="T10" fmla="*/ 0 60000 65536"/>
                  <a:gd name="T11" fmla="*/ 0 60000 65536"/>
                  <a:gd name="T12" fmla="*/ 0 60000 65536"/>
                  <a:gd name="T13" fmla="*/ 0 60000 65536"/>
                  <a:gd name="T14" fmla="*/ 0 60000 65536"/>
                  <a:gd name="T15" fmla="*/ 0 w 56"/>
                  <a:gd name="T16" fmla="*/ 0 h 18"/>
                  <a:gd name="T17" fmla="*/ 56 w 56"/>
                  <a:gd name="T18" fmla="*/ 18 h 18"/>
                </a:gdLst>
                <a:ahLst/>
                <a:cxnLst>
                  <a:cxn ang="T10">
                    <a:pos x="T0" y="T1"/>
                  </a:cxn>
                  <a:cxn ang="T11">
                    <a:pos x="T2" y="T3"/>
                  </a:cxn>
                  <a:cxn ang="T12">
                    <a:pos x="T4" y="T5"/>
                  </a:cxn>
                  <a:cxn ang="T13">
                    <a:pos x="T6" y="T7"/>
                  </a:cxn>
                  <a:cxn ang="T14">
                    <a:pos x="T8" y="T9"/>
                  </a:cxn>
                </a:cxnLst>
                <a:rect l="T15" t="T16" r="T17" b="T18"/>
                <a:pathLst>
                  <a:path w="56" h="18">
                    <a:moveTo>
                      <a:pt x="0" y="8"/>
                    </a:moveTo>
                    <a:cubicBezTo>
                      <a:pt x="1" y="12"/>
                      <a:pt x="1" y="12"/>
                      <a:pt x="1" y="12"/>
                    </a:cubicBezTo>
                    <a:cubicBezTo>
                      <a:pt x="29" y="5"/>
                      <a:pt x="54" y="18"/>
                      <a:pt x="54" y="18"/>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1" name="Freeform 265"/>
              <p:cNvSpPr>
                <a:spLocks/>
              </p:cNvSpPr>
              <p:nvPr/>
            </p:nvSpPr>
            <p:spPr bwMode="auto">
              <a:xfrm>
                <a:off x="3314" y="2454"/>
                <a:ext cx="51" cy="17"/>
              </a:xfrm>
              <a:custGeom>
                <a:avLst/>
                <a:gdLst>
                  <a:gd name="T0" fmla="*/ 0 w 56"/>
                  <a:gd name="T1" fmla="*/ 7 h 19"/>
                  <a:gd name="T2" fmla="*/ 1 w 56"/>
                  <a:gd name="T3" fmla="*/ 11 h 19"/>
                  <a:gd name="T4" fmla="*/ 49 w 56"/>
                  <a:gd name="T5" fmla="*/ 17 h 19"/>
                  <a:gd name="T6" fmla="*/ 51 w 56"/>
                  <a:gd name="T7" fmla="*/ 13 h 19"/>
                  <a:gd name="T8" fmla="*/ 0 w 56"/>
                  <a:gd name="T9" fmla="*/ 7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2" name="Freeform 266"/>
              <p:cNvSpPr>
                <a:spLocks/>
              </p:cNvSpPr>
              <p:nvPr/>
            </p:nvSpPr>
            <p:spPr bwMode="auto">
              <a:xfrm>
                <a:off x="3314" y="2465"/>
                <a:ext cx="51" cy="16"/>
              </a:xfrm>
              <a:custGeom>
                <a:avLst/>
                <a:gdLst>
                  <a:gd name="T0" fmla="*/ 0 w 56"/>
                  <a:gd name="T1" fmla="*/ 7 h 18"/>
                  <a:gd name="T2" fmla="*/ 1 w 56"/>
                  <a:gd name="T3" fmla="*/ 11 h 18"/>
                  <a:gd name="T4" fmla="*/ 49 w 56"/>
                  <a:gd name="T5" fmla="*/ 16 h 18"/>
                  <a:gd name="T6" fmla="*/ 51 w 56"/>
                  <a:gd name="T7" fmla="*/ 12 h 18"/>
                  <a:gd name="T8" fmla="*/ 0 w 56"/>
                  <a:gd name="T9" fmla="*/ 7 h 18"/>
                  <a:gd name="T10" fmla="*/ 0 60000 65536"/>
                  <a:gd name="T11" fmla="*/ 0 60000 65536"/>
                  <a:gd name="T12" fmla="*/ 0 60000 65536"/>
                  <a:gd name="T13" fmla="*/ 0 60000 65536"/>
                  <a:gd name="T14" fmla="*/ 0 60000 65536"/>
                  <a:gd name="T15" fmla="*/ 0 w 56"/>
                  <a:gd name="T16" fmla="*/ 0 h 18"/>
                  <a:gd name="T17" fmla="*/ 56 w 56"/>
                  <a:gd name="T18" fmla="*/ 18 h 18"/>
                </a:gdLst>
                <a:ahLst/>
                <a:cxnLst>
                  <a:cxn ang="T10">
                    <a:pos x="T0" y="T1"/>
                  </a:cxn>
                  <a:cxn ang="T11">
                    <a:pos x="T2" y="T3"/>
                  </a:cxn>
                  <a:cxn ang="T12">
                    <a:pos x="T4" y="T5"/>
                  </a:cxn>
                  <a:cxn ang="T13">
                    <a:pos x="T6" y="T7"/>
                  </a:cxn>
                  <a:cxn ang="T14">
                    <a:pos x="T8" y="T9"/>
                  </a:cxn>
                </a:cxnLst>
                <a:rect l="T15" t="T16" r="T17" b="T18"/>
                <a:pathLst>
                  <a:path w="56" h="18">
                    <a:moveTo>
                      <a:pt x="0" y="8"/>
                    </a:moveTo>
                    <a:cubicBezTo>
                      <a:pt x="1" y="12"/>
                      <a:pt x="1" y="12"/>
                      <a:pt x="1" y="12"/>
                    </a:cubicBezTo>
                    <a:cubicBezTo>
                      <a:pt x="29" y="4"/>
                      <a:pt x="54" y="18"/>
                      <a:pt x="54" y="18"/>
                    </a:cubicBezTo>
                    <a:cubicBezTo>
                      <a:pt x="56" y="14"/>
                      <a:pt x="56" y="14"/>
                      <a:pt x="56" y="14"/>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3" name="Freeform 267"/>
              <p:cNvSpPr>
                <a:spLocks/>
              </p:cNvSpPr>
              <p:nvPr/>
            </p:nvSpPr>
            <p:spPr bwMode="auto">
              <a:xfrm>
                <a:off x="3314" y="2476"/>
                <a:ext cx="51" cy="17"/>
              </a:xfrm>
              <a:custGeom>
                <a:avLst/>
                <a:gdLst>
                  <a:gd name="T0" fmla="*/ 0 w 56"/>
                  <a:gd name="T1" fmla="*/ 7 h 19"/>
                  <a:gd name="T2" fmla="*/ 1 w 56"/>
                  <a:gd name="T3" fmla="*/ 11 h 19"/>
                  <a:gd name="T4" fmla="*/ 49 w 56"/>
                  <a:gd name="T5" fmla="*/ 17 h 19"/>
                  <a:gd name="T6" fmla="*/ 51 w 56"/>
                  <a:gd name="T7" fmla="*/ 13 h 19"/>
                  <a:gd name="T8" fmla="*/ 0 w 56"/>
                  <a:gd name="T9" fmla="*/ 7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4" name="Freeform 268"/>
              <p:cNvSpPr>
                <a:spLocks/>
              </p:cNvSpPr>
              <p:nvPr/>
            </p:nvSpPr>
            <p:spPr bwMode="auto">
              <a:xfrm>
                <a:off x="3314" y="2487"/>
                <a:ext cx="51" cy="17"/>
              </a:xfrm>
              <a:custGeom>
                <a:avLst/>
                <a:gdLst>
                  <a:gd name="T0" fmla="*/ 0 w 56"/>
                  <a:gd name="T1" fmla="*/ 7 h 19"/>
                  <a:gd name="T2" fmla="*/ 1 w 56"/>
                  <a:gd name="T3" fmla="*/ 11 h 19"/>
                  <a:gd name="T4" fmla="*/ 49 w 56"/>
                  <a:gd name="T5" fmla="*/ 17 h 19"/>
                  <a:gd name="T6" fmla="*/ 51 w 56"/>
                  <a:gd name="T7" fmla="*/ 13 h 19"/>
                  <a:gd name="T8" fmla="*/ 0 w 56"/>
                  <a:gd name="T9" fmla="*/ 7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8"/>
                    </a:moveTo>
                    <a:cubicBezTo>
                      <a:pt x="1" y="12"/>
                      <a:pt x="1" y="12"/>
                      <a:pt x="1" y="12"/>
                    </a:cubicBezTo>
                    <a:cubicBezTo>
                      <a:pt x="29" y="5"/>
                      <a:pt x="54" y="18"/>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5" name="Freeform 269"/>
              <p:cNvSpPr>
                <a:spLocks/>
              </p:cNvSpPr>
              <p:nvPr/>
            </p:nvSpPr>
            <p:spPr bwMode="auto">
              <a:xfrm>
                <a:off x="3314" y="2497"/>
                <a:ext cx="51" cy="18"/>
              </a:xfrm>
              <a:custGeom>
                <a:avLst/>
                <a:gdLst>
                  <a:gd name="T0" fmla="*/ 0 w 56"/>
                  <a:gd name="T1" fmla="*/ 8 h 19"/>
                  <a:gd name="T2" fmla="*/ 1 w 56"/>
                  <a:gd name="T3" fmla="*/ 11 h 19"/>
                  <a:gd name="T4" fmla="*/ 49 w 56"/>
                  <a:gd name="T5" fmla="*/ 18 h 19"/>
                  <a:gd name="T6" fmla="*/ 51 w 56"/>
                  <a:gd name="T7" fmla="*/ 14 h 19"/>
                  <a:gd name="T8" fmla="*/ 0 w 56"/>
                  <a:gd name="T9" fmla="*/ 8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6" name="Freeform 270"/>
              <p:cNvSpPr>
                <a:spLocks/>
              </p:cNvSpPr>
              <p:nvPr/>
            </p:nvSpPr>
            <p:spPr bwMode="auto">
              <a:xfrm>
                <a:off x="3314" y="2508"/>
                <a:ext cx="51" cy="17"/>
              </a:xfrm>
              <a:custGeom>
                <a:avLst/>
                <a:gdLst>
                  <a:gd name="T0" fmla="*/ 0 w 56"/>
                  <a:gd name="T1" fmla="*/ 7 h 19"/>
                  <a:gd name="T2" fmla="*/ 1 w 56"/>
                  <a:gd name="T3" fmla="*/ 11 h 19"/>
                  <a:gd name="T4" fmla="*/ 49 w 56"/>
                  <a:gd name="T5" fmla="*/ 17 h 19"/>
                  <a:gd name="T6" fmla="*/ 51 w 56"/>
                  <a:gd name="T7" fmla="*/ 13 h 19"/>
                  <a:gd name="T8" fmla="*/ 0 w 56"/>
                  <a:gd name="T9" fmla="*/ 7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7" name="Freeform 271"/>
              <p:cNvSpPr>
                <a:spLocks/>
              </p:cNvSpPr>
              <p:nvPr/>
            </p:nvSpPr>
            <p:spPr bwMode="auto">
              <a:xfrm>
                <a:off x="3389" y="2443"/>
                <a:ext cx="51" cy="17"/>
              </a:xfrm>
              <a:custGeom>
                <a:avLst/>
                <a:gdLst>
                  <a:gd name="T0" fmla="*/ 2 w 56"/>
                  <a:gd name="T1" fmla="*/ 17 h 19"/>
                  <a:gd name="T2" fmla="*/ 50 w 56"/>
                  <a:gd name="T3" fmla="*/ 11 h 19"/>
                  <a:gd name="T4" fmla="*/ 51 w 56"/>
                  <a:gd name="T5" fmla="*/ 7 h 19"/>
                  <a:gd name="T6" fmla="*/ 0 w 56"/>
                  <a:gd name="T7" fmla="*/ 13 h 19"/>
                  <a:gd name="T8" fmla="*/ 2 w 56"/>
                  <a:gd name="T9" fmla="*/ 17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2" y="19"/>
                    </a:moveTo>
                    <a:cubicBezTo>
                      <a:pt x="2" y="19"/>
                      <a:pt x="27" y="5"/>
                      <a:pt x="55" y="12"/>
                    </a:cubicBezTo>
                    <a:cubicBezTo>
                      <a:pt x="56" y="8"/>
                      <a:pt x="56" y="8"/>
                      <a:pt x="56" y="8"/>
                    </a:cubicBezTo>
                    <a:cubicBezTo>
                      <a:pt x="27" y="0"/>
                      <a:pt x="1" y="14"/>
                      <a:pt x="0" y="15"/>
                    </a:cubicBezTo>
                    <a:lnTo>
                      <a:pt x="2" y="19"/>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8" name="Freeform 272"/>
              <p:cNvSpPr>
                <a:spLocks/>
              </p:cNvSpPr>
              <p:nvPr/>
            </p:nvSpPr>
            <p:spPr bwMode="auto">
              <a:xfrm>
                <a:off x="3389" y="2454"/>
                <a:ext cx="51" cy="17"/>
              </a:xfrm>
              <a:custGeom>
                <a:avLst/>
                <a:gdLst>
                  <a:gd name="T0" fmla="*/ 0 w 56"/>
                  <a:gd name="T1" fmla="*/ 13 h 19"/>
                  <a:gd name="T2" fmla="*/ 2 w 56"/>
                  <a:gd name="T3" fmla="*/ 17 h 19"/>
                  <a:gd name="T4" fmla="*/ 50 w 56"/>
                  <a:gd name="T5" fmla="*/ 12 h 19"/>
                  <a:gd name="T6" fmla="*/ 51 w 56"/>
                  <a:gd name="T7" fmla="*/ 7 h 19"/>
                  <a:gd name="T8" fmla="*/ 0 w 56"/>
                  <a:gd name="T9" fmla="*/ 13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15"/>
                    </a:moveTo>
                    <a:cubicBezTo>
                      <a:pt x="2" y="19"/>
                      <a:pt x="2" y="19"/>
                      <a:pt x="2" y="19"/>
                    </a:cubicBezTo>
                    <a:cubicBezTo>
                      <a:pt x="2" y="19"/>
                      <a:pt x="27" y="5"/>
                      <a:pt x="55" y="13"/>
                    </a:cubicBezTo>
                    <a:cubicBezTo>
                      <a:pt x="56" y="8"/>
                      <a:pt x="56" y="8"/>
                      <a:pt x="56" y="8"/>
                    </a:cubicBezTo>
                    <a:cubicBezTo>
                      <a:pt x="27" y="0"/>
                      <a:pt x="1" y="15"/>
                      <a:pt x="0" y="1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29" name="Freeform 273"/>
              <p:cNvSpPr>
                <a:spLocks/>
              </p:cNvSpPr>
              <p:nvPr/>
            </p:nvSpPr>
            <p:spPr bwMode="auto">
              <a:xfrm>
                <a:off x="3389" y="2465"/>
                <a:ext cx="51" cy="17"/>
              </a:xfrm>
              <a:custGeom>
                <a:avLst/>
                <a:gdLst>
                  <a:gd name="T0" fmla="*/ 0 w 56"/>
                  <a:gd name="T1" fmla="*/ 13 h 19"/>
                  <a:gd name="T2" fmla="*/ 2 w 56"/>
                  <a:gd name="T3" fmla="*/ 17 h 19"/>
                  <a:gd name="T4" fmla="*/ 50 w 56"/>
                  <a:gd name="T5" fmla="*/ 11 h 19"/>
                  <a:gd name="T6" fmla="*/ 51 w 56"/>
                  <a:gd name="T7" fmla="*/ 7 h 19"/>
                  <a:gd name="T8" fmla="*/ 0 w 56"/>
                  <a:gd name="T9" fmla="*/ 13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15"/>
                    </a:moveTo>
                    <a:cubicBezTo>
                      <a:pt x="2" y="19"/>
                      <a:pt x="2" y="19"/>
                      <a:pt x="2" y="19"/>
                    </a:cubicBezTo>
                    <a:cubicBezTo>
                      <a:pt x="2" y="18"/>
                      <a:pt x="27" y="5"/>
                      <a:pt x="55" y="12"/>
                    </a:cubicBezTo>
                    <a:cubicBezTo>
                      <a:pt x="56" y="8"/>
                      <a:pt x="56" y="8"/>
                      <a:pt x="56" y="8"/>
                    </a:cubicBezTo>
                    <a:cubicBezTo>
                      <a:pt x="27" y="0"/>
                      <a:pt x="1" y="14"/>
                      <a:pt x="0" y="1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0" name="Freeform 274"/>
              <p:cNvSpPr>
                <a:spLocks/>
              </p:cNvSpPr>
              <p:nvPr/>
            </p:nvSpPr>
            <p:spPr bwMode="auto">
              <a:xfrm>
                <a:off x="3389" y="2477"/>
                <a:ext cx="51" cy="16"/>
              </a:xfrm>
              <a:custGeom>
                <a:avLst/>
                <a:gdLst>
                  <a:gd name="T0" fmla="*/ 0 w 56"/>
                  <a:gd name="T1" fmla="*/ 12 h 18"/>
                  <a:gd name="T2" fmla="*/ 2 w 56"/>
                  <a:gd name="T3" fmla="*/ 16 h 18"/>
                  <a:gd name="T4" fmla="*/ 50 w 56"/>
                  <a:gd name="T5" fmla="*/ 11 h 18"/>
                  <a:gd name="T6" fmla="*/ 51 w 56"/>
                  <a:gd name="T7" fmla="*/ 7 h 18"/>
                  <a:gd name="T8" fmla="*/ 0 w 56"/>
                  <a:gd name="T9" fmla="*/ 12 h 18"/>
                  <a:gd name="T10" fmla="*/ 0 60000 65536"/>
                  <a:gd name="T11" fmla="*/ 0 60000 65536"/>
                  <a:gd name="T12" fmla="*/ 0 60000 65536"/>
                  <a:gd name="T13" fmla="*/ 0 60000 65536"/>
                  <a:gd name="T14" fmla="*/ 0 60000 65536"/>
                  <a:gd name="T15" fmla="*/ 0 w 56"/>
                  <a:gd name="T16" fmla="*/ 0 h 18"/>
                  <a:gd name="T17" fmla="*/ 56 w 56"/>
                  <a:gd name="T18" fmla="*/ 18 h 18"/>
                </a:gdLst>
                <a:ahLst/>
                <a:cxnLst>
                  <a:cxn ang="T10">
                    <a:pos x="T0" y="T1"/>
                  </a:cxn>
                  <a:cxn ang="T11">
                    <a:pos x="T2" y="T3"/>
                  </a:cxn>
                  <a:cxn ang="T12">
                    <a:pos x="T4" y="T5"/>
                  </a:cxn>
                  <a:cxn ang="T13">
                    <a:pos x="T6" y="T7"/>
                  </a:cxn>
                  <a:cxn ang="T14">
                    <a:pos x="T8" y="T9"/>
                  </a:cxn>
                </a:cxnLst>
                <a:rect l="T15" t="T16" r="T17" b="T18"/>
                <a:pathLst>
                  <a:path w="56" h="18">
                    <a:moveTo>
                      <a:pt x="0" y="14"/>
                    </a:moveTo>
                    <a:cubicBezTo>
                      <a:pt x="2" y="18"/>
                      <a:pt x="2" y="18"/>
                      <a:pt x="2" y="18"/>
                    </a:cubicBezTo>
                    <a:cubicBezTo>
                      <a:pt x="2" y="18"/>
                      <a:pt x="27" y="4"/>
                      <a:pt x="55" y="12"/>
                    </a:cubicBezTo>
                    <a:cubicBezTo>
                      <a:pt x="56" y="8"/>
                      <a:pt x="56" y="8"/>
                      <a:pt x="56" y="8"/>
                    </a:cubicBezTo>
                    <a:cubicBezTo>
                      <a:pt x="27" y="0"/>
                      <a:pt x="1" y="14"/>
                      <a:pt x="0" y="1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1" name="Freeform 275"/>
              <p:cNvSpPr>
                <a:spLocks/>
              </p:cNvSpPr>
              <p:nvPr/>
            </p:nvSpPr>
            <p:spPr bwMode="auto">
              <a:xfrm>
                <a:off x="3389" y="2487"/>
                <a:ext cx="51" cy="17"/>
              </a:xfrm>
              <a:custGeom>
                <a:avLst/>
                <a:gdLst>
                  <a:gd name="T0" fmla="*/ 0 w 56"/>
                  <a:gd name="T1" fmla="*/ 13 h 19"/>
                  <a:gd name="T2" fmla="*/ 2 w 56"/>
                  <a:gd name="T3" fmla="*/ 17 h 19"/>
                  <a:gd name="T4" fmla="*/ 50 w 56"/>
                  <a:gd name="T5" fmla="*/ 12 h 19"/>
                  <a:gd name="T6" fmla="*/ 51 w 56"/>
                  <a:gd name="T7" fmla="*/ 7 h 19"/>
                  <a:gd name="T8" fmla="*/ 0 w 56"/>
                  <a:gd name="T9" fmla="*/ 13 h 19"/>
                  <a:gd name="T10" fmla="*/ 0 60000 65536"/>
                  <a:gd name="T11" fmla="*/ 0 60000 65536"/>
                  <a:gd name="T12" fmla="*/ 0 60000 65536"/>
                  <a:gd name="T13" fmla="*/ 0 60000 65536"/>
                  <a:gd name="T14" fmla="*/ 0 60000 65536"/>
                  <a:gd name="T15" fmla="*/ 0 w 56"/>
                  <a:gd name="T16" fmla="*/ 0 h 19"/>
                  <a:gd name="T17" fmla="*/ 56 w 56"/>
                  <a:gd name="T18" fmla="*/ 19 h 19"/>
                </a:gdLst>
                <a:ahLst/>
                <a:cxnLst>
                  <a:cxn ang="T10">
                    <a:pos x="T0" y="T1"/>
                  </a:cxn>
                  <a:cxn ang="T11">
                    <a:pos x="T2" y="T3"/>
                  </a:cxn>
                  <a:cxn ang="T12">
                    <a:pos x="T4" y="T5"/>
                  </a:cxn>
                  <a:cxn ang="T13">
                    <a:pos x="T6" y="T7"/>
                  </a:cxn>
                  <a:cxn ang="T14">
                    <a:pos x="T8" y="T9"/>
                  </a:cxn>
                </a:cxnLst>
                <a:rect l="T15" t="T16" r="T17" b="T18"/>
                <a:pathLst>
                  <a:path w="56" h="19">
                    <a:moveTo>
                      <a:pt x="0" y="15"/>
                    </a:moveTo>
                    <a:cubicBezTo>
                      <a:pt x="2" y="19"/>
                      <a:pt x="2" y="19"/>
                      <a:pt x="2" y="19"/>
                    </a:cubicBezTo>
                    <a:cubicBezTo>
                      <a:pt x="2" y="19"/>
                      <a:pt x="27" y="5"/>
                      <a:pt x="55" y="13"/>
                    </a:cubicBezTo>
                    <a:cubicBezTo>
                      <a:pt x="56" y="8"/>
                      <a:pt x="56" y="8"/>
                      <a:pt x="56" y="8"/>
                    </a:cubicBezTo>
                    <a:cubicBezTo>
                      <a:pt x="27" y="0"/>
                      <a:pt x="1" y="15"/>
                      <a:pt x="0" y="1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2" name="Freeform 276"/>
              <p:cNvSpPr>
                <a:spLocks/>
              </p:cNvSpPr>
              <p:nvPr/>
            </p:nvSpPr>
            <p:spPr bwMode="auto">
              <a:xfrm>
                <a:off x="3389" y="2498"/>
                <a:ext cx="51" cy="17"/>
              </a:xfrm>
              <a:custGeom>
                <a:avLst/>
                <a:gdLst>
                  <a:gd name="T0" fmla="*/ 0 w 56"/>
                  <a:gd name="T1" fmla="*/ 13 h 18"/>
                  <a:gd name="T2" fmla="*/ 2 w 56"/>
                  <a:gd name="T3" fmla="*/ 17 h 18"/>
                  <a:gd name="T4" fmla="*/ 50 w 56"/>
                  <a:gd name="T5" fmla="*/ 11 h 18"/>
                  <a:gd name="T6" fmla="*/ 51 w 56"/>
                  <a:gd name="T7" fmla="*/ 7 h 18"/>
                  <a:gd name="T8" fmla="*/ 0 w 56"/>
                  <a:gd name="T9" fmla="*/ 13 h 18"/>
                  <a:gd name="T10" fmla="*/ 0 60000 65536"/>
                  <a:gd name="T11" fmla="*/ 0 60000 65536"/>
                  <a:gd name="T12" fmla="*/ 0 60000 65536"/>
                  <a:gd name="T13" fmla="*/ 0 60000 65536"/>
                  <a:gd name="T14" fmla="*/ 0 60000 65536"/>
                  <a:gd name="T15" fmla="*/ 0 w 56"/>
                  <a:gd name="T16" fmla="*/ 0 h 18"/>
                  <a:gd name="T17" fmla="*/ 56 w 56"/>
                  <a:gd name="T18" fmla="*/ 18 h 18"/>
                </a:gdLst>
                <a:ahLst/>
                <a:cxnLst>
                  <a:cxn ang="T10">
                    <a:pos x="T0" y="T1"/>
                  </a:cxn>
                  <a:cxn ang="T11">
                    <a:pos x="T2" y="T3"/>
                  </a:cxn>
                  <a:cxn ang="T12">
                    <a:pos x="T4" y="T5"/>
                  </a:cxn>
                  <a:cxn ang="T13">
                    <a:pos x="T6" y="T7"/>
                  </a:cxn>
                  <a:cxn ang="T14">
                    <a:pos x="T8" y="T9"/>
                  </a:cxn>
                </a:cxnLst>
                <a:rect l="T15" t="T16" r="T17" b="T18"/>
                <a:pathLst>
                  <a:path w="56" h="18">
                    <a:moveTo>
                      <a:pt x="0" y="14"/>
                    </a:moveTo>
                    <a:cubicBezTo>
                      <a:pt x="2" y="18"/>
                      <a:pt x="2" y="18"/>
                      <a:pt x="2" y="18"/>
                    </a:cubicBezTo>
                    <a:cubicBezTo>
                      <a:pt x="2" y="18"/>
                      <a:pt x="27" y="4"/>
                      <a:pt x="55" y="12"/>
                    </a:cubicBezTo>
                    <a:cubicBezTo>
                      <a:pt x="56" y="7"/>
                      <a:pt x="56" y="7"/>
                      <a:pt x="56" y="7"/>
                    </a:cubicBezTo>
                    <a:cubicBezTo>
                      <a:pt x="27" y="0"/>
                      <a:pt x="1" y="14"/>
                      <a:pt x="0" y="1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3" name="Freeform 277"/>
              <p:cNvSpPr>
                <a:spLocks/>
              </p:cNvSpPr>
              <p:nvPr/>
            </p:nvSpPr>
            <p:spPr bwMode="auto">
              <a:xfrm>
                <a:off x="3389" y="2509"/>
                <a:ext cx="51" cy="16"/>
              </a:xfrm>
              <a:custGeom>
                <a:avLst/>
                <a:gdLst>
                  <a:gd name="T0" fmla="*/ 0 w 56"/>
                  <a:gd name="T1" fmla="*/ 12 h 18"/>
                  <a:gd name="T2" fmla="*/ 2 w 56"/>
                  <a:gd name="T3" fmla="*/ 16 h 18"/>
                  <a:gd name="T4" fmla="*/ 50 w 56"/>
                  <a:gd name="T5" fmla="*/ 11 h 18"/>
                  <a:gd name="T6" fmla="*/ 51 w 56"/>
                  <a:gd name="T7" fmla="*/ 6 h 18"/>
                  <a:gd name="T8" fmla="*/ 0 w 56"/>
                  <a:gd name="T9" fmla="*/ 12 h 18"/>
                  <a:gd name="T10" fmla="*/ 0 60000 65536"/>
                  <a:gd name="T11" fmla="*/ 0 60000 65536"/>
                  <a:gd name="T12" fmla="*/ 0 60000 65536"/>
                  <a:gd name="T13" fmla="*/ 0 60000 65536"/>
                  <a:gd name="T14" fmla="*/ 0 60000 65536"/>
                  <a:gd name="T15" fmla="*/ 0 w 56"/>
                  <a:gd name="T16" fmla="*/ 0 h 18"/>
                  <a:gd name="T17" fmla="*/ 56 w 56"/>
                  <a:gd name="T18" fmla="*/ 18 h 18"/>
                </a:gdLst>
                <a:ahLst/>
                <a:cxnLst>
                  <a:cxn ang="T10">
                    <a:pos x="T0" y="T1"/>
                  </a:cxn>
                  <a:cxn ang="T11">
                    <a:pos x="T2" y="T3"/>
                  </a:cxn>
                  <a:cxn ang="T12">
                    <a:pos x="T4" y="T5"/>
                  </a:cxn>
                  <a:cxn ang="T13">
                    <a:pos x="T6" y="T7"/>
                  </a:cxn>
                  <a:cxn ang="T14">
                    <a:pos x="T8" y="T9"/>
                  </a:cxn>
                </a:cxnLst>
                <a:rect l="T15" t="T16" r="T17" b="T18"/>
                <a:pathLst>
                  <a:path w="56" h="18">
                    <a:moveTo>
                      <a:pt x="0" y="14"/>
                    </a:moveTo>
                    <a:cubicBezTo>
                      <a:pt x="2" y="18"/>
                      <a:pt x="2" y="18"/>
                      <a:pt x="2" y="18"/>
                    </a:cubicBezTo>
                    <a:cubicBezTo>
                      <a:pt x="2" y="18"/>
                      <a:pt x="27" y="4"/>
                      <a:pt x="55" y="12"/>
                    </a:cubicBezTo>
                    <a:cubicBezTo>
                      <a:pt x="56" y="7"/>
                      <a:pt x="56" y="7"/>
                      <a:pt x="56" y="7"/>
                    </a:cubicBezTo>
                    <a:cubicBezTo>
                      <a:pt x="27" y="0"/>
                      <a:pt x="1" y="14"/>
                      <a:pt x="0" y="14"/>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4" name="Freeform 278"/>
              <p:cNvSpPr>
                <a:spLocks noEditPoints="1"/>
              </p:cNvSpPr>
              <p:nvPr/>
            </p:nvSpPr>
            <p:spPr bwMode="auto">
              <a:xfrm>
                <a:off x="1708" y="1776"/>
                <a:ext cx="135" cy="131"/>
              </a:xfrm>
              <a:custGeom>
                <a:avLst/>
                <a:gdLst>
                  <a:gd name="T0" fmla="*/ 48 w 135"/>
                  <a:gd name="T1" fmla="*/ 110 h 131"/>
                  <a:gd name="T2" fmla="*/ 116 w 135"/>
                  <a:gd name="T3" fmla="*/ 42 h 131"/>
                  <a:gd name="T4" fmla="*/ 135 w 135"/>
                  <a:gd name="T5" fmla="*/ 0 h 131"/>
                  <a:gd name="T6" fmla="*/ 92 w 135"/>
                  <a:gd name="T7" fmla="*/ 16 h 131"/>
                  <a:gd name="T8" fmla="*/ 23 w 135"/>
                  <a:gd name="T9" fmla="*/ 83 h 131"/>
                  <a:gd name="T10" fmla="*/ 22 w 135"/>
                  <a:gd name="T11" fmla="*/ 83 h 131"/>
                  <a:gd name="T12" fmla="*/ 0 w 135"/>
                  <a:gd name="T13" fmla="*/ 106 h 131"/>
                  <a:gd name="T14" fmla="*/ 27 w 135"/>
                  <a:gd name="T15" fmla="*/ 131 h 131"/>
                  <a:gd name="T16" fmla="*/ 48 w 135"/>
                  <a:gd name="T17" fmla="*/ 110 h 131"/>
                  <a:gd name="T18" fmla="*/ 48 w 135"/>
                  <a:gd name="T19" fmla="*/ 110 h 131"/>
                  <a:gd name="T20" fmla="*/ 27 w 135"/>
                  <a:gd name="T21" fmla="*/ 121 h 131"/>
                  <a:gd name="T22" fmla="*/ 10 w 135"/>
                  <a:gd name="T23" fmla="*/ 106 h 131"/>
                  <a:gd name="T24" fmla="*/ 18 w 135"/>
                  <a:gd name="T25" fmla="*/ 98 h 131"/>
                  <a:gd name="T26" fmla="*/ 35 w 135"/>
                  <a:gd name="T27" fmla="*/ 114 h 131"/>
                  <a:gd name="T28" fmla="*/ 27 w 135"/>
                  <a:gd name="T29" fmla="*/ 121 h 131"/>
                  <a:gd name="T30" fmla="*/ 111 w 135"/>
                  <a:gd name="T31" fmla="*/ 43 h 131"/>
                  <a:gd name="T32" fmla="*/ 112 w 135"/>
                  <a:gd name="T33" fmla="*/ 29 h 131"/>
                  <a:gd name="T34" fmla="*/ 102 w 135"/>
                  <a:gd name="T35" fmla="*/ 31 h 131"/>
                  <a:gd name="T36" fmla="*/ 103 w 135"/>
                  <a:gd name="T37" fmla="*/ 21 h 131"/>
                  <a:gd name="T38" fmla="*/ 91 w 135"/>
                  <a:gd name="T39" fmla="*/ 21 h 131"/>
                  <a:gd name="T40" fmla="*/ 93 w 135"/>
                  <a:gd name="T41" fmla="*/ 18 h 131"/>
                  <a:gd name="T42" fmla="*/ 118 w 135"/>
                  <a:gd name="T43" fmla="*/ 10 h 131"/>
                  <a:gd name="T44" fmla="*/ 124 w 135"/>
                  <a:gd name="T45" fmla="*/ 16 h 131"/>
                  <a:gd name="T46" fmla="*/ 113 w 135"/>
                  <a:gd name="T47" fmla="*/ 40 h 131"/>
                  <a:gd name="T48" fmla="*/ 111 w 135"/>
                  <a:gd name="T49" fmla="*/ 43 h 1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5"/>
                  <a:gd name="T76" fmla="*/ 0 h 131"/>
                  <a:gd name="T77" fmla="*/ 135 w 135"/>
                  <a:gd name="T78" fmla="*/ 131 h 1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5" h="131">
                    <a:moveTo>
                      <a:pt x="48" y="110"/>
                    </a:moveTo>
                    <a:lnTo>
                      <a:pt x="116" y="42"/>
                    </a:lnTo>
                    <a:lnTo>
                      <a:pt x="135" y="0"/>
                    </a:lnTo>
                    <a:lnTo>
                      <a:pt x="92" y="16"/>
                    </a:lnTo>
                    <a:lnTo>
                      <a:pt x="23" y="83"/>
                    </a:lnTo>
                    <a:lnTo>
                      <a:pt x="22" y="83"/>
                    </a:lnTo>
                    <a:lnTo>
                      <a:pt x="0" y="106"/>
                    </a:lnTo>
                    <a:lnTo>
                      <a:pt x="27" y="131"/>
                    </a:lnTo>
                    <a:lnTo>
                      <a:pt x="48" y="110"/>
                    </a:lnTo>
                    <a:close/>
                    <a:moveTo>
                      <a:pt x="27" y="121"/>
                    </a:moveTo>
                    <a:lnTo>
                      <a:pt x="10" y="106"/>
                    </a:lnTo>
                    <a:lnTo>
                      <a:pt x="18" y="98"/>
                    </a:lnTo>
                    <a:lnTo>
                      <a:pt x="35" y="114"/>
                    </a:lnTo>
                    <a:lnTo>
                      <a:pt x="27" y="121"/>
                    </a:lnTo>
                    <a:close/>
                    <a:moveTo>
                      <a:pt x="111" y="43"/>
                    </a:moveTo>
                    <a:lnTo>
                      <a:pt x="112" y="29"/>
                    </a:lnTo>
                    <a:lnTo>
                      <a:pt x="102" y="31"/>
                    </a:lnTo>
                    <a:lnTo>
                      <a:pt x="103" y="21"/>
                    </a:lnTo>
                    <a:lnTo>
                      <a:pt x="91" y="21"/>
                    </a:lnTo>
                    <a:lnTo>
                      <a:pt x="93" y="18"/>
                    </a:lnTo>
                    <a:lnTo>
                      <a:pt x="118" y="10"/>
                    </a:lnTo>
                    <a:lnTo>
                      <a:pt x="124" y="16"/>
                    </a:lnTo>
                    <a:lnTo>
                      <a:pt x="113" y="40"/>
                    </a:lnTo>
                    <a:lnTo>
                      <a:pt x="111" y="43"/>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5" name="Freeform 279"/>
              <p:cNvSpPr>
                <a:spLocks/>
              </p:cNvSpPr>
              <p:nvPr/>
            </p:nvSpPr>
            <p:spPr bwMode="auto">
              <a:xfrm>
                <a:off x="3904" y="1930"/>
                <a:ext cx="28" cy="31"/>
              </a:xfrm>
              <a:custGeom>
                <a:avLst/>
                <a:gdLst>
                  <a:gd name="T0" fmla="*/ 18 w 32"/>
                  <a:gd name="T1" fmla="*/ 20 h 35"/>
                  <a:gd name="T2" fmla="*/ 17 w 32"/>
                  <a:gd name="T3" fmla="*/ 22 h 35"/>
                  <a:gd name="T4" fmla="*/ 17 w 32"/>
                  <a:gd name="T5" fmla="*/ 23 h 35"/>
                  <a:gd name="T6" fmla="*/ 14 w 32"/>
                  <a:gd name="T7" fmla="*/ 23 h 35"/>
                  <a:gd name="T8" fmla="*/ 11 w 32"/>
                  <a:gd name="T9" fmla="*/ 23 h 35"/>
                  <a:gd name="T10" fmla="*/ 10 w 32"/>
                  <a:gd name="T11" fmla="*/ 20 h 35"/>
                  <a:gd name="T12" fmla="*/ 9 w 32"/>
                  <a:gd name="T13" fmla="*/ 18 h 35"/>
                  <a:gd name="T14" fmla="*/ 9 w 32"/>
                  <a:gd name="T15" fmla="*/ 15 h 35"/>
                  <a:gd name="T16" fmla="*/ 9 w 32"/>
                  <a:gd name="T17" fmla="*/ 12 h 35"/>
                  <a:gd name="T18" fmla="*/ 10 w 32"/>
                  <a:gd name="T19" fmla="*/ 10 h 35"/>
                  <a:gd name="T20" fmla="*/ 11 w 32"/>
                  <a:gd name="T21" fmla="*/ 8 h 35"/>
                  <a:gd name="T22" fmla="*/ 14 w 32"/>
                  <a:gd name="T23" fmla="*/ 7 h 35"/>
                  <a:gd name="T24" fmla="*/ 17 w 32"/>
                  <a:gd name="T25" fmla="*/ 8 h 35"/>
                  <a:gd name="T26" fmla="*/ 18 w 32"/>
                  <a:gd name="T27" fmla="*/ 9 h 35"/>
                  <a:gd name="T28" fmla="*/ 18 w 32"/>
                  <a:gd name="T29" fmla="*/ 11 h 35"/>
                  <a:gd name="T30" fmla="*/ 19 w 32"/>
                  <a:gd name="T31" fmla="*/ 12 h 35"/>
                  <a:gd name="T32" fmla="*/ 28 w 32"/>
                  <a:gd name="T33" fmla="*/ 12 h 35"/>
                  <a:gd name="T34" fmla="*/ 24 w 32"/>
                  <a:gd name="T35" fmla="*/ 3 h 35"/>
                  <a:gd name="T36" fmla="*/ 15 w 32"/>
                  <a:gd name="T37" fmla="*/ 0 h 35"/>
                  <a:gd name="T38" fmla="*/ 9 w 32"/>
                  <a:gd name="T39" fmla="*/ 1 h 35"/>
                  <a:gd name="T40" fmla="*/ 4 w 32"/>
                  <a:gd name="T41" fmla="*/ 4 h 35"/>
                  <a:gd name="T42" fmla="*/ 1 w 32"/>
                  <a:gd name="T43" fmla="*/ 9 h 35"/>
                  <a:gd name="T44" fmla="*/ 0 w 32"/>
                  <a:gd name="T45" fmla="*/ 15 h 35"/>
                  <a:gd name="T46" fmla="*/ 1 w 32"/>
                  <a:gd name="T47" fmla="*/ 21 h 35"/>
                  <a:gd name="T48" fmla="*/ 4 w 32"/>
                  <a:gd name="T49" fmla="*/ 27 h 35"/>
                  <a:gd name="T50" fmla="*/ 8 w 32"/>
                  <a:gd name="T51" fmla="*/ 29 h 35"/>
                  <a:gd name="T52" fmla="*/ 15 w 32"/>
                  <a:gd name="T53" fmla="*/ 31 h 35"/>
                  <a:gd name="T54" fmla="*/ 20 w 32"/>
                  <a:gd name="T55" fmla="*/ 29 h 35"/>
                  <a:gd name="T56" fmla="*/ 24 w 32"/>
                  <a:gd name="T57" fmla="*/ 27 h 35"/>
                  <a:gd name="T58" fmla="*/ 27 w 32"/>
                  <a:gd name="T59" fmla="*/ 23 h 35"/>
                  <a:gd name="T60" fmla="*/ 28 w 32"/>
                  <a:gd name="T61" fmla="*/ 19 h 35"/>
                  <a:gd name="T62" fmla="*/ 19 w 32"/>
                  <a:gd name="T63" fmla="*/ 19 h 35"/>
                  <a:gd name="T64" fmla="*/ 18 w 32"/>
                  <a:gd name="T65" fmla="*/ 20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
                  <a:gd name="T100" fmla="*/ 0 h 35"/>
                  <a:gd name="T101" fmla="*/ 32 w 32"/>
                  <a:gd name="T102" fmla="*/ 35 h 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 h="35">
                    <a:moveTo>
                      <a:pt x="21" y="23"/>
                    </a:moveTo>
                    <a:cubicBezTo>
                      <a:pt x="21" y="24"/>
                      <a:pt x="21" y="24"/>
                      <a:pt x="20" y="25"/>
                    </a:cubicBezTo>
                    <a:cubicBezTo>
                      <a:pt x="20" y="25"/>
                      <a:pt x="19" y="26"/>
                      <a:pt x="19" y="26"/>
                    </a:cubicBezTo>
                    <a:cubicBezTo>
                      <a:pt x="18" y="26"/>
                      <a:pt x="17" y="26"/>
                      <a:pt x="16" y="26"/>
                    </a:cubicBezTo>
                    <a:cubicBezTo>
                      <a:pt x="15" y="26"/>
                      <a:pt x="14" y="26"/>
                      <a:pt x="13" y="26"/>
                    </a:cubicBezTo>
                    <a:cubicBezTo>
                      <a:pt x="12" y="25"/>
                      <a:pt x="12" y="24"/>
                      <a:pt x="11" y="23"/>
                    </a:cubicBezTo>
                    <a:cubicBezTo>
                      <a:pt x="11" y="23"/>
                      <a:pt x="10" y="22"/>
                      <a:pt x="10" y="20"/>
                    </a:cubicBezTo>
                    <a:cubicBezTo>
                      <a:pt x="10" y="19"/>
                      <a:pt x="10" y="18"/>
                      <a:pt x="10" y="17"/>
                    </a:cubicBezTo>
                    <a:cubicBezTo>
                      <a:pt x="10" y="16"/>
                      <a:pt x="10" y="15"/>
                      <a:pt x="10" y="14"/>
                    </a:cubicBezTo>
                    <a:cubicBezTo>
                      <a:pt x="10" y="13"/>
                      <a:pt x="11" y="12"/>
                      <a:pt x="11" y="11"/>
                    </a:cubicBezTo>
                    <a:cubicBezTo>
                      <a:pt x="12" y="10"/>
                      <a:pt x="12" y="9"/>
                      <a:pt x="13" y="9"/>
                    </a:cubicBezTo>
                    <a:cubicBezTo>
                      <a:pt x="14" y="8"/>
                      <a:pt x="15" y="8"/>
                      <a:pt x="16" y="8"/>
                    </a:cubicBezTo>
                    <a:cubicBezTo>
                      <a:pt x="17" y="8"/>
                      <a:pt x="18" y="8"/>
                      <a:pt x="19" y="9"/>
                    </a:cubicBezTo>
                    <a:cubicBezTo>
                      <a:pt x="20" y="9"/>
                      <a:pt x="20" y="9"/>
                      <a:pt x="21" y="10"/>
                    </a:cubicBezTo>
                    <a:cubicBezTo>
                      <a:pt x="21" y="10"/>
                      <a:pt x="21" y="11"/>
                      <a:pt x="21" y="12"/>
                    </a:cubicBezTo>
                    <a:cubicBezTo>
                      <a:pt x="22" y="12"/>
                      <a:pt x="22" y="13"/>
                      <a:pt x="22" y="13"/>
                    </a:cubicBezTo>
                    <a:cubicBezTo>
                      <a:pt x="32" y="13"/>
                      <a:pt x="32" y="13"/>
                      <a:pt x="32" y="13"/>
                    </a:cubicBezTo>
                    <a:cubicBezTo>
                      <a:pt x="31" y="9"/>
                      <a:pt x="30" y="5"/>
                      <a:pt x="27" y="3"/>
                    </a:cubicBezTo>
                    <a:cubicBezTo>
                      <a:pt x="25" y="1"/>
                      <a:pt x="21" y="0"/>
                      <a:pt x="17" y="0"/>
                    </a:cubicBezTo>
                    <a:cubicBezTo>
                      <a:pt x="14" y="0"/>
                      <a:pt x="12" y="0"/>
                      <a:pt x="10" y="1"/>
                    </a:cubicBezTo>
                    <a:cubicBezTo>
                      <a:pt x="7" y="2"/>
                      <a:pt x="6" y="3"/>
                      <a:pt x="4" y="4"/>
                    </a:cubicBezTo>
                    <a:cubicBezTo>
                      <a:pt x="3" y="6"/>
                      <a:pt x="2" y="8"/>
                      <a:pt x="1" y="10"/>
                    </a:cubicBezTo>
                    <a:cubicBezTo>
                      <a:pt x="0" y="12"/>
                      <a:pt x="0" y="14"/>
                      <a:pt x="0" y="17"/>
                    </a:cubicBezTo>
                    <a:cubicBezTo>
                      <a:pt x="0" y="20"/>
                      <a:pt x="0" y="22"/>
                      <a:pt x="1" y="24"/>
                    </a:cubicBezTo>
                    <a:cubicBezTo>
                      <a:pt x="1" y="26"/>
                      <a:pt x="3" y="28"/>
                      <a:pt x="4" y="30"/>
                    </a:cubicBezTo>
                    <a:cubicBezTo>
                      <a:pt x="5" y="31"/>
                      <a:pt x="7" y="32"/>
                      <a:pt x="9" y="33"/>
                    </a:cubicBezTo>
                    <a:cubicBezTo>
                      <a:pt x="11" y="34"/>
                      <a:pt x="14" y="35"/>
                      <a:pt x="17" y="35"/>
                    </a:cubicBezTo>
                    <a:cubicBezTo>
                      <a:pt x="19" y="35"/>
                      <a:pt x="21" y="34"/>
                      <a:pt x="23" y="33"/>
                    </a:cubicBezTo>
                    <a:cubicBezTo>
                      <a:pt x="25" y="33"/>
                      <a:pt x="27" y="32"/>
                      <a:pt x="28" y="30"/>
                    </a:cubicBezTo>
                    <a:cubicBezTo>
                      <a:pt x="29" y="29"/>
                      <a:pt x="30" y="27"/>
                      <a:pt x="31" y="26"/>
                    </a:cubicBezTo>
                    <a:cubicBezTo>
                      <a:pt x="32" y="24"/>
                      <a:pt x="32" y="22"/>
                      <a:pt x="32" y="21"/>
                    </a:cubicBezTo>
                    <a:cubicBezTo>
                      <a:pt x="22" y="21"/>
                      <a:pt x="22" y="21"/>
                      <a:pt x="22" y="21"/>
                    </a:cubicBezTo>
                    <a:cubicBezTo>
                      <a:pt x="22" y="22"/>
                      <a:pt x="21" y="22"/>
                      <a:pt x="21" y="23"/>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6" name="Freeform 280"/>
              <p:cNvSpPr>
                <a:spLocks noEditPoints="1"/>
              </p:cNvSpPr>
              <p:nvPr/>
            </p:nvSpPr>
            <p:spPr bwMode="auto">
              <a:xfrm>
                <a:off x="3890" y="1914"/>
                <a:ext cx="60" cy="61"/>
              </a:xfrm>
              <a:custGeom>
                <a:avLst/>
                <a:gdLst>
                  <a:gd name="T0" fmla="*/ 0 w 60"/>
                  <a:gd name="T1" fmla="*/ 61 h 61"/>
                  <a:gd name="T2" fmla="*/ 60 w 60"/>
                  <a:gd name="T3" fmla="*/ 61 h 61"/>
                  <a:gd name="T4" fmla="*/ 60 w 60"/>
                  <a:gd name="T5" fmla="*/ 0 h 61"/>
                  <a:gd name="T6" fmla="*/ 0 w 60"/>
                  <a:gd name="T7" fmla="*/ 0 h 61"/>
                  <a:gd name="T8" fmla="*/ 0 w 60"/>
                  <a:gd name="T9" fmla="*/ 61 h 61"/>
                  <a:gd name="T10" fmla="*/ 7 w 60"/>
                  <a:gd name="T11" fmla="*/ 8 h 61"/>
                  <a:gd name="T12" fmla="*/ 52 w 60"/>
                  <a:gd name="T13" fmla="*/ 8 h 61"/>
                  <a:gd name="T14" fmla="*/ 52 w 60"/>
                  <a:gd name="T15" fmla="*/ 54 h 61"/>
                  <a:gd name="T16" fmla="*/ 7 w 60"/>
                  <a:gd name="T17" fmla="*/ 54 h 61"/>
                  <a:gd name="T18" fmla="*/ 7 w 60"/>
                  <a:gd name="T19" fmla="*/ 8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1"/>
                  <a:gd name="T32" fmla="*/ 60 w 60"/>
                  <a:gd name="T33" fmla="*/ 61 h 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1">
                    <a:moveTo>
                      <a:pt x="0" y="61"/>
                    </a:moveTo>
                    <a:lnTo>
                      <a:pt x="60" y="61"/>
                    </a:lnTo>
                    <a:lnTo>
                      <a:pt x="60" y="0"/>
                    </a:lnTo>
                    <a:lnTo>
                      <a:pt x="0" y="0"/>
                    </a:lnTo>
                    <a:lnTo>
                      <a:pt x="0" y="61"/>
                    </a:lnTo>
                    <a:close/>
                    <a:moveTo>
                      <a:pt x="7" y="8"/>
                    </a:moveTo>
                    <a:lnTo>
                      <a:pt x="52" y="8"/>
                    </a:lnTo>
                    <a:lnTo>
                      <a:pt x="52" y="54"/>
                    </a:lnTo>
                    <a:lnTo>
                      <a:pt x="7" y="54"/>
                    </a:lnTo>
                    <a:lnTo>
                      <a:pt x="7" y="8"/>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7" name="Freeform 281"/>
              <p:cNvSpPr>
                <a:spLocks noEditPoints="1"/>
              </p:cNvSpPr>
              <p:nvPr/>
            </p:nvSpPr>
            <p:spPr bwMode="auto">
              <a:xfrm>
                <a:off x="3964" y="1925"/>
                <a:ext cx="19" cy="26"/>
              </a:xfrm>
              <a:custGeom>
                <a:avLst/>
                <a:gdLst>
                  <a:gd name="T0" fmla="*/ 7 w 19"/>
                  <a:gd name="T1" fmla="*/ 2 h 26"/>
                  <a:gd name="T2" fmla="*/ 0 w 19"/>
                  <a:gd name="T3" fmla="*/ 26 h 26"/>
                  <a:gd name="T4" fmla="*/ 6 w 19"/>
                  <a:gd name="T5" fmla="*/ 25 h 26"/>
                  <a:gd name="T6" fmla="*/ 7 w 19"/>
                  <a:gd name="T7" fmla="*/ 21 h 26"/>
                  <a:gd name="T8" fmla="*/ 13 w 19"/>
                  <a:gd name="T9" fmla="*/ 18 h 26"/>
                  <a:gd name="T10" fmla="*/ 14 w 19"/>
                  <a:gd name="T11" fmla="*/ 22 h 26"/>
                  <a:gd name="T12" fmla="*/ 19 w 19"/>
                  <a:gd name="T13" fmla="*/ 19 h 26"/>
                  <a:gd name="T14" fmla="*/ 13 w 19"/>
                  <a:gd name="T15" fmla="*/ 0 h 26"/>
                  <a:gd name="T16" fmla="*/ 7 w 19"/>
                  <a:gd name="T17" fmla="*/ 2 h 26"/>
                  <a:gd name="T18" fmla="*/ 8 w 19"/>
                  <a:gd name="T19" fmla="*/ 16 h 26"/>
                  <a:gd name="T20" fmla="*/ 10 w 19"/>
                  <a:gd name="T21" fmla="*/ 8 h 26"/>
                  <a:gd name="T22" fmla="*/ 10 w 19"/>
                  <a:gd name="T23" fmla="*/ 8 h 26"/>
                  <a:gd name="T24" fmla="*/ 12 w 19"/>
                  <a:gd name="T25" fmla="*/ 15 h 26"/>
                  <a:gd name="T26" fmla="*/ 8 w 19"/>
                  <a:gd name="T27" fmla="*/ 16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26"/>
                  <a:gd name="T44" fmla="*/ 19 w 19"/>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26">
                    <a:moveTo>
                      <a:pt x="7" y="2"/>
                    </a:moveTo>
                    <a:lnTo>
                      <a:pt x="0" y="26"/>
                    </a:lnTo>
                    <a:lnTo>
                      <a:pt x="6" y="25"/>
                    </a:lnTo>
                    <a:lnTo>
                      <a:pt x="7" y="21"/>
                    </a:lnTo>
                    <a:lnTo>
                      <a:pt x="13" y="18"/>
                    </a:lnTo>
                    <a:lnTo>
                      <a:pt x="14" y="22"/>
                    </a:lnTo>
                    <a:lnTo>
                      <a:pt x="19" y="19"/>
                    </a:lnTo>
                    <a:lnTo>
                      <a:pt x="13" y="0"/>
                    </a:lnTo>
                    <a:lnTo>
                      <a:pt x="7" y="2"/>
                    </a:lnTo>
                    <a:close/>
                    <a:moveTo>
                      <a:pt x="8" y="16"/>
                    </a:moveTo>
                    <a:lnTo>
                      <a:pt x="10" y="8"/>
                    </a:lnTo>
                    <a:lnTo>
                      <a:pt x="12" y="15"/>
                    </a:lnTo>
                    <a:lnTo>
                      <a:pt x="8" y="16"/>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8" name="Freeform 282"/>
              <p:cNvSpPr>
                <a:spLocks noEditPoints="1"/>
              </p:cNvSpPr>
              <p:nvPr/>
            </p:nvSpPr>
            <p:spPr bwMode="auto">
              <a:xfrm>
                <a:off x="4060" y="1895"/>
                <a:ext cx="37" cy="75"/>
              </a:xfrm>
              <a:custGeom>
                <a:avLst/>
                <a:gdLst>
                  <a:gd name="T0" fmla="*/ 37 w 37"/>
                  <a:gd name="T1" fmla="*/ 0 h 75"/>
                  <a:gd name="T2" fmla="*/ 0 w 37"/>
                  <a:gd name="T3" fmla="*/ 15 h 75"/>
                  <a:gd name="T4" fmla="*/ 0 w 37"/>
                  <a:gd name="T5" fmla="*/ 75 h 75"/>
                  <a:gd name="T6" fmla="*/ 37 w 37"/>
                  <a:gd name="T7" fmla="*/ 61 h 75"/>
                  <a:gd name="T8" fmla="*/ 37 w 37"/>
                  <a:gd name="T9" fmla="*/ 0 h 75"/>
                  <a:gd name="T10" fmla="*/ 7 w 37"/>
                  <a:gd name="T11" fmla="*/ 65 h 75"/>
                  <a:gd name="T12" fmla="*/ 7 w 37"/>
                  <a:gd name="T13" fmla="*/ 19 h 75"/>
                  <a:gd name="T14" fmla="*/ 30 w 37"/>
                  <a:gd name="T15" fmla="*/ 11 h 75"/>
                  <a:gd name="T16" fmla="*/ 30 w 37"/>
                  <a:gd name="T17" fmla="*/ 56 h 75"/>
                  <a:gd name="T18" fmla="*/ 7 w 37"/>
                  <a:gd name="T19" fmla="*/ 65 h 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75"/>
                  <a:gd name="T32" fmla="*/ 37 w 37"/>
                  <a:gd name="T33" fmla="*/ 75 h 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75">
                    <a:moveTo>
                      <a:pt x="37" y="0"/>
                    </a:moveTo>
                    <a:lnTo>
                      <a:pt x="0" y="15"/>
                    </a:lnTo>
                    <a:lnTo>
                      <a:pt x="0" y="75"/>
                    </a:lnTo>
                    <a:lnTo>
                      <a:pt x="37" y="61"/>
                    </a:lnTo>
                    <a:lnTo>
                      <a:pt x="37" y="0"/>
                    </a:lnTo>
                    <a:close/>
                    <a:moveTo>
                      <a:pt x="7" y="65"/>
                    </a:moveTo>
                    <a:lnTo>
                      <a:pt x="7" y="19"/>
                    </a:lnTo>
                    <a:lnTo>
                      <a:pt x="30" y="11"/>
                    </a:lnTo>
                    <a:lnTo>
                      <a:pt x="30" y="56"/>
                    </a:lnTo>
                    <a:lnTo>
                      <a:pt x="7" y="65"/>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39" name="Freeform 283"/>
              <p:cNvSpPr>
                <a:spLocks noEditPoints="1"/>
              </p:cNvSpPr>
              <p:nvPr/>
            </p:nvSpPr>
            <p:spPr bwMode="auto">
              <a:xfrm>
                <a:off x="4011" y="1926"/>
                <a:ext cx="28" cy="30"/>
              </a:xfrm>
              <a:custGeom>
                <a:avLst/>
                <a:gdLst>
                  <a:gd name="T0" fmla="*/ 22 w 31"/>
                  <a:gd name="T1" fmla="*/ 30 h 33"/>
                  <a:gd name="T2" fmla="*/ 24 w 31"/>
                  <a:gd name="T3" fmla="*/ 28 h 33"/>
                  <a:gd name="T4" fmla="*/ 27 w 31"/>
                  <a:gd name="T5" fmla="*/ 25 h 33"/>
                  <a:gd name="T6" fmla="*/ 28 w 31"/>
                  <a:gd name="T7" fmla="*/ 21 h 33"/>
                  <a:gd name="T8" fmla="*/ 28 w 31"/>
                  <a:gd name="T9" fmla="*/ 18 h 33"/>
                  <a:gd name="T10" fmla="*/ 26 w 31"/>
                  <a:gd name="T11" fmla="*/ 16 h 33"/>
                  <a:gd name="T12" fmla="*/ 25 w 31"/>
                  <a:gd name="T13" fmla="*/ 15 h 33"/>
                  <a:gd name="T14" fmla="*/ 23 w 31"/>
                  <a:gd name="T15" fmla="*/ 14 h 33"/>
                  <a:gd name="T16" fmla="*/ 25 w 31"/>
                  <a:gd name="T17" fmla="*/ 11 h 33"/>
                  <a:gd name="T18" fmla="*/ 26 w 31"/>
                  <a:gd name="T19" fmla="*/ 7 h 33"/>
                  <a:gd name="T20" fmla="*/ 26 w 31"/>
                  <a:gd name="T21" fmla="*/ 5 h 33"/>
                  <a:gd name="T22" fmla="*/ 24 w 31"/>
                  <a:gd name="T23" fmla="*/ 3 h 33"/>
                  <a:gd name="T24" fmla="*/ 22 w 31"/>
                  <a:gd name="T25" fmla="*/ 1 h 33"/>
                  <a:gd name="T26" fmla="*/ 17 w 31"/>
                  <a:gd name="T27" fmla="*/ 0 h 33"/>
                  <a:gd name="T28" fmla="*/ 0 w 31"/>
                  <a:gd name="T29" fmla="*/ 0 h 33"/>
                  <a:gd name="T30" fmla="*/ 0 w 31"/>
                  <a:gd name="T31" fmla="*/ 30 h 33"/>
                  <a:gd name="T32" fmla="*/ 17 w 31"/>
                  <a:gd name="T33" fmla="*/ 30 h 33"/>
                  <a:gd name="T34" fmla="*/ 22 w 31"/>
                  <a:gd name="T35" fmla="*/ 30 h 33"/>
                  <a:gd name="T36" fmla="*/ 10 w 31"/>
                  <a:gd name="T37" fmla="*/ 7 h 33"/>
                  <a:gd name="T38" fmla="*/ 14 w 31"/>
                  <a:gd name="T39" fmla="*/ 7 h 33"/>
                  <a:gd name="T40" fmla="*/ 17 w 31"/>
                  <a:gd name="T41" fmla="*/ 7 h 33"/>
                  <a:gd name="T42" fmla="*/ 18 w 31"/>
                  <a:gd name="T43" fmla="*/ 9 h 33"/>
                  <a:gd name="T44" fmla="*/ 17 w 31"/>
                  <a:gd name="T45" fmla="*/ 11 h 33"/>
                  <a:gd name="T46" fmla="*/ 14 w 31"/>
                  <a:gd name="T47" fmla="*/ 12 h 33"/>
                  <a:gd name="T48" fmla="*/ 10 w 31"/>
                  <a:gd name="T49" fmla="*/ 12 h 33"/>
                  <a:gd name="T50" fmla="*/ 10 w 31"/>
                  <a:gd name="T51" fmla="*/ 7 h 33"/>
                  <a:gd name="T52" fmla="*/ 15 w 31"/>
                  <a:gd name="T53" fmla="*/ 23 h 33"/>
                  <a:gd name="T54" fmla="*/ 10 w 31"/>
                  <a:gd name="T55" fmla="*/ 23 h 33"/>
                  <a:gd name="T56" fmla="*/ 10 w 31"/>
                  <a:gd name="T57" fmla="*/ 17 h 33"/>
                  <a:gd name="T58" fmla="*/ 15 w 31"/>
                  <a:gd name="T59" fmla="*/ 17 h 33"/>
                  <a:gd name="T60" fmla="*/ 19 w 31"/>
                  <a:gd name="T61" fmla="*/ 20 h 33"/>
                  <a:gd name="T62" fmla="*/ 18 w 31"/>
                  <a:gd name="T63" fmla="*/ 22 h 33"/>
                  <a:gd name="T64" fmla="*/ 18 w 31"/>
                  <a:gd name="T65" fmla="*/ 23 h 33"/>
                  <a:gd name="T66" fmla="*/ 16 w 31"/>
                  <a:gd name="T67" fmla="*/ 23 h 33"/>
                  <a:gd name="T68" fmla="*/ 15 w 31"/>
                  <a:gd name="T69" fmla="*/ 23 h 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
                  <a:gd name="T106" fmla="*/ 0 h 33"/>
                  <a:gd name="T107" fmla="*/ 31 w 31"/>
                  <a:gd name="T108" fmla="*/ 33 h 3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 h="33">
                    <a:moveTo>
                      <a:pt x="24" y="33"/>
                    </a:moveTo>
                    <a:cubicBezTo>
                      <a:pt x="25" y="32"/>
                      <a:pt x="26" y="32"/>
                      <a:pt x="27" y="31"/>
                    </a:cubicBezTo>
                    <a:cubicBezTo>
                      <a:pt x="29" y="30"/>
                      <a:pt x="29" y="29"/>
                      <a:pt x="30" y="28"/>
                    </a:cubicBezTo>
                    <a:cubicBezTo>
                      <a:pt x="31" y="26"/>
                      <a:pt x="31" y="25"/>
                      <a:pt x="31" y="23"/>
                    </a:cubicBezTo>
                    <a:cubicBezTo>
                      <a:pt x="31" y="22"/>
                      <a:pt x="31" y="21"/>
                      <a:pt x="31" y="20"/>
                    </a:cubicBezTo>
                    <a:cubicBezTo>
                      <a:pt x="30" y="19"/>
                      <a:pt x="30" y="18"/>
                      <a:pt x="29" y="18"/>
                    </a:cubicBezTo>
                    <a:cubicBezTo>
                      <a:pt x="29" y="17"/>
                      <a:pt x="28" y="16"/>
                      <a:pt x="28" y="16"/>
                    </a:cubicBezTo>
                    <a:cubicBezTo>
                      <a:pt x="27" y="15"/>
                      <a:pt x="26" y="15"/>
                      <a:pt x="25" y="15"/>
                    </a:cubicBezTo>
                    <a:cubicBezTo>
                      <a:pt x="27" y="14"/>
                      <a:pt x="28" y="13"/>
                      <a:pt x="28" y="12"/>
                    </a:cubicBezTo>
                    <a:cubicBezTo>
                      <a:pt x="29" y="11"/>
                      <a:pt x="29" y="10"/>
                      <a:pt x="29" y="8"/>
                    </a:cubicBezTo>
                    <a:cubicBezTo>
                      <a:pt x="29" y="7"/>
                      <a:pt x="29" y="6"/>
                      <a:pt x="29" y="5"/>
                    </a:cubicBezTo>
                    <a:cubicBezTo>
                      <a:pt x="29" y="4"/>
                      <a:pt x="28" y="4"/>
                      <a:pt x="27" y="3"/>
                    </a:cubicBezTo>
                    <a:cubicBezTo>
                      <a:pt x="27" y="2"/>
                      <a:pt x="26" y="1"/>
                      <a:pt x="24" y="1"/>
                    </a:cubicBezTo>
                    <a:cubicBezTo>
                      <a:pt x="23" y="0"/>
                      <a:pt x="21" y="0"/>
                      <a:pt x="19" y="0"/>
                    </a:cubicBezTo>
                    <a:cubicBezTo>
                      <a:pt x="0" y="0"/>
                      <a:pt x="0" y="0"/>
                      <a:pt x="0" y="0"/>
                    </a:cubicBezTo>
                    <a:cubicBezTo>
                      <a:pt x="0" y="33"/>
                      <a:pt x="0" y="33"/>
                      <a:pt x="0" y="33"/>
                    </a:cubicBezTo>
                    <a:cubicBezTo>
                      <a:pt x="19" y="33"/>
                      <a:pt x="19" y="33"/>
                      <a:pt x="19" y="33"/>
                    </a:cubicBezTo>
                    <a:cubicBezTo>
                      <a:pt x="21" y="33"/>
                      <a:pt x="22" y="33"/>
                      <a:pt x="24" y="33"/>
                    </a:cubicBezTo>
                    <a:close/>
                    <a:moveTo>
                      <a:pt x="11" y="8"/>
                    </a:moveTo>
                    <a:cubicBezTo>
                      <a:pt x="16" y="8"/>
                      <a:pt x="16" y="8"/>
                      <a:pt x="16" y="8"/>
                    </a:cubicBezTo>
                    <a:cubicBezTo>
                      <a:pt x="17" y="8"/>
                      <a:pt x="18" y="8"/>
                      <a:pt x="19" y="8"/>
                    </a:cubicBezTo>
                    <a:cubicBezTo>
                      <a:pt x="19" y="9"/>
                      <a:pt x="20" y="9"/>
                      <a:pt x="20" y="10"/>
                    </a:cubicBezTo>
                    <a:cubicBezTo>
                      <a:pt x="20" y="11"/>
                      <a:pt x="19" y="12"/>
                      <a:pt x="19" y="12"/>
                    </a:cubicBezTo>
                    <a:cubicBezTo>
                      <a:pt x="18" y="13"/>
                      <a:pt x="17" y="13"/>
                      <a:pt x="16" y="13"/>
                    </a:cubicBezTo>
                    <a:cubicBezTo>
                      <a:pt x="11" y="13"/>
                      <a:pt x="11" y="13"/>
                      <a:pt x="11" y="13"/>
                    </a:cubicBezTo>
                    <a:lnTo>
                      <a:pt x="11" y="8"/>
                    </a:lnTo>
                    <a:close/>
                    <a:moveTo>
                      <a:pt x="17" y="25"/>
                    </a:moveTo>
                    <a:cubicBezTo>
                      <a:pt x="11" y="25"/>
                      <a:pt x="11" y="25"/>
                      <a:pt x="11" y="25"/>
                    </a:cubicBezTo>
                    <a:cubicBezTo>
                      <a:pt x="11" y="19"/>
                      <a:pt x="11" y="19"/>
                      <a:pt x="11" y="19"/>
                    </a:cubicBezTo>
                    <a:cubicBezTo>
                      <a:pt x="17" y="19"/>
                      <a:pt x="17" y="19"/>
                      <a:pt x="17" y="19"/>
                    </a:cubicBezTo>
                    <a:cubicBezTo>
                      <a:pt x="20" y="19"/>
                      <a:pt x="21" y="20"/>
                      <a:pt x="21" y="22"/>
                    </a:cubicBezTo>
                    <a:cubicBezTo>
                      <a:pt x="21" y="23"/>
                      <a:pt x="21" y="23"/>
                      <a:pt x="20" y="24"/>
                    </a:cubicBezTo>
                    <a:cubicBezTo>
                      <a:pt x="20" y="24"/>
                      <a:pt x="20" y="25"/>
                      <a:pt x="20" y="25"/>
                    </a:cubicBezTo>
                    <a:cubicBezTo>
                      <a:pt x="19" y="25"/>
                      <a:pt x="19" y="25"/>
                      <a:pt x="18" y="25"/>
                    </a:cubicBezTo>
                    <a:cubicBezTo>
                      <a:pt x="18" y="25"/>
                      <a:pt x="17" y="25"/>
                      <a:pt x="17" y="25"/>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0" name="Freeform 284"/>
              <p:cNvSpPr>
                <a:spLocks/>
              </p:cNvSpPr>
              <p:nvPr/>
            </p:nvSpPr>
            <p:spPr bwMode="auto">
              <a:xfrm>
                <a:off x="4069" y="1921"/>
                <a:ext cx="19" cy="24"/>
              </a:xfrm>
              <a:custGeom>
                <a:avLst/>
                <a:gdLst>
                  <a:gd name="T0" fmla="*/ 13 w 21"/>
                  <a:gd name="T1" fmla="*/ 15 h 27"/>
                  <a:gd name="T2" fmla="*/ 12 w 21"/>
                  <a:gd name="T3" fmla="*/ 16 h 27"/>
                  <a:gd name="T4" fmla="*/ 11 w 21"/>
                  <a:gd name="T5" fmla="*/ 17 h 27"/>
                  <a:gd name="T6" fmla="*/ 10 w 21"/>
                  <a:gd name="T7" fmla="*/ 18 h 27"/>
                  <a:gd name="T8" fmla="*/ 8 w 21"/>
                  <a:gd name="T9" fmla="*/ 18 h 27"/>
                  <a:gd name="T10" fmla="*/ 7 w 21"/>
                  <a:gd name="T11" fmla="*/ 17 h 27"/>
                  <a:gd name="T12" fmla="*/ 6 w 21"/>
                  <a:gd name="T13" fmla="*/ 15 h 27"/>
                  <a:gd name="T14" fmla="*/ 6 w 21"/>
                  <a:gd name="T15" fmla="*/ 13 h 27"/>
                  <a:gd name="T16" fmla="*/ 6 w 21"/>
                  <a:gd name="T17" fmla="*/ 11 h 27"/>
                  <a:gd name="T18" fmla="*/ 7 w 21"/>
                  <a:gd name="T19" fmla="*/ 9 h 27"/>
                  <a:gd name="T20" fmla="*/ 8 w 21"/>
                  <a:gd name="T21" fmla="*/ 7 h 27"/>
                  <a:gd name="T22" fmla="*/ 10 w 21"/>
                  <a:gd name="T23" fmla="*/ 6 h 27"/>
                  <a:gd name="T24" fmla="*/ 12 w 21"/>
                  <a:gd name="T25" fmla="*/ 6 h 27"/>
                  <a:gd name="T26" fmla="*/ 13 w 21"/>
                  <a:gd name="T27" fmla="*/ 7 h 27"/>
                  <a:gd name="T28" fmla="*/ 13 w 21"/>
                  <a:gd name="T29" fmla="*/ 8 h 27"/>
                  <a:gd name="T30" fmla="*/ 13 w 21"/>
                  <a:gd name="T31" fmla="*/ 8 h 27"/>
                  <a:gd name="T32" fmla="*/ 18 w 21"/>
                  <a:gd name="T33" fmla="*/ 7 h 27"/>
                  <a:gd name="T34" fmla="*/ 16 w 21"/>
                  <a:gd name="T35" fmla="*/ 1 h 27"/>
                  <a:gd name="T36" fmla="*/ 10 w 21"/>
                  <a:gd name="T37" fmla="*/ 1 h 27"/>
                  <a:gd name="T38" fmla="*/ 6 w 21"/>
                  <a:gd name="T39" fmla="*/ 3 h 27"/>
                  <a:gd name="T40" fmla="*/ 3 w 21"/>
                  <a:gd name="T41" fmla="*/ 5 h 27"/>
                  <a:gd name="T42" fmla="*/ 1 w 21"/>
                  <a:gd name="T43" fmla="*/ 10 h 27"/>
                  <a:gd name="T44" fmla="*/ 0 w 21"/>
                  <a:gd name="T45" fmla="*/ 14 h 27"/>
                  <a:gd name="T46" fmla="*/ 1 w 21"/>
                  <a:gd name="T47" fmla="*/ 19 h 27"/>
                  <a:gd name="T48" fmla="*/ 3 w 21"/>
                  <a:gd name="T49" fmla="*/ 22 h 27"/>
                  <a:gd name="T50" fmla="*/ 6 w 21"/>
                  <a:gd name="T51" fmla="*/ 23 h 27"/>
                  <a:gd name="T52" fmla="*/ 10 w 21"/>
                  <a:gd name="T53" fmla="*/ 23 h 27"/>
                  <a:gd name="T54" fmla="*/ 14 w 21"/>
                  <a:gd name="T55" fmla="*/ 21 h 27"/>
                  <a:gd name="T56" fmla="*/ 16 w 21"/>
                  <a:gd name="T57" fmla="*/ 19 h 27"/>
                  <a:gd name="T58" fmla="*/ 18 w 21"/>
                  <a:gd name="T59" fmla="*/ 15 h 27"/>
                  <a:gd name="T60" fmla="*/ 19 w 21"/>
                  <a:gd name="T61" fmla="*/ 12 h 27"/>
                  <a:gd name="T62" fmla="*/ 13 w 21"/>
                  <a:gd name="T63" fmla="*/ 13 h 27"/>
                  <a:gd name="T64" fmla="*/ 13 w 21"/>
                  <a:gd name="T65" fmla="*/ 15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
                  <a:gd name="T100" fmla="*/ 0 h 27"/>
                  <a:gd name="T101" fmla="*/ 21 w 21"/>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 h="27">
                    <a:moveTo>
                      <a:pt x="14" y="17"/>
                    </a:moveTo>
                    <a:cubicBezTo>
                      <a:pt x="14" y="17"/>
                      <a:pt x="14" y="18"/>
                      <a:pt x="13" y="18"/>
                    </a:cubicBezTo>
                    <a:cubicBezTo>
                      <a:pt x="13" y="19"/>
                      <a:pt x="13" y="19"/>
                      <a:pt x="12" y="19"/>
                    </a:cubicBezTo>
                    <a:cubicBezTo>
                      <a:pt x="12" y="20"/>
                      <a:pt x="11" y="20"/>
                      <a:pt x="11" y="20"/>
                    </a:cubicBezTo>
                    <a:cubicBezTo>
                      <a:pt x="10" y="20"/>
                      <a:pt x="10" y="20"/>
                      <a:pt x="9" y="20"/>
                    </a:cubicBezTo>
                    <a:cubicBezTo>
                      <a:pt x="9" y="20"/>
                      <a:pt x="8" y="19"/>
                      <a:pt x="8" y="19"/>
                    </a:cubicBezTo>
                    <a:cubicBezTo>
                      <a:pt x="7" y="18"/>
                      <a:pt x="7" y="18"/>
                      <a:pt x="7" y="17"/>
                    </a:cubicBezTo>
                    <a:cubicBezTo>
                      <a:pt x="7" y="16"/>
                      <a:pt x="7" y="15"/>
                      <a:pt x="7" y="15"/>
                    </a:cubicBezTo>
                    <a:cubicBezTo>
                      <a:pt x="7" y="14"/>
                      <a:pt x="7" y="13"/>
                      <a:pt x="7" y="12"/>
                    </a:cubicBezTo>
                    <a:cubicBezTo>
                      <a:pt x="7" y="11"/>
                      <a:pt x="7" y="10"/>
                      <a:pt x="8" y="10"/>
                    </a:cubicBezTo>
                    <a:cubicBezTo>
                      <a:pt x="8" y="9"/>
                      <a:pt x="9" y="8"/>
                      <a:pt x="9" y="8"/>
                    </a:cubicBezTo>
                    <a:cubicBezTo>
                      <a:pt x="10" y="7"/>
                      <a:pt x="10" y="7"/>
                      <a:pt x="11" y="7"/>
                    </a:cubicBezTo>
                    <a:cubicBezTo>
                      <a:pt x="12" y="7"/>
                      <a:pt x="12" y="7"/>
                      <a:pt x="13" y="7"/>
                    </a:cubicBezTo>
                    <a:cubicBezTo>
                      <a:pt x="13" y="7"/>
                      <a:pt x="13" y="7"/>
                      <a:pt x="14" y="8"/>
                    </a:cubicBezTo>
                    <a:cubicBezTo>
                      <a:pt x="14" y="8"/>
                      <a:pt x="14" y="8"/>
                      <a:pt x="14" y="9"/>
                    </a:cubicBezTo>
                    <a:cubicBezTo>
                      <a:pt x="14" y="9"/>
                      <a:pt x="14" y="9"/>
                      <a:pt x="14" y="9"/>
                    </a:cubicBezTo>
                    <a:cubicBezTo>
                      <a:pt x="20" y="8"/>
                      <a:pt x="20" y="8"/>
                      <a:pt x="20" y="8"/>
                    </a:cubicBezTo>
                    <a:cubicBezTo>
                      <a:pt x="20" y="5"/>
                      <a:pt x="19" y="3"/>
                      <a:pt x="18" y="1"/>
                    </a:cubicBezTo>
                    <a:cubicBezTo>
                      <a:pt x="16" y="0"/>
                      <a:pt x="14" y="0"/>
                      <a:pt x="11" y="1"/>
                    </a:cubicBezTo>
                    <a:cubicBezTo>
                      <a:pt x="9" y="1"/>
                      <a:pt x="8" y="2"/>
                      <a:pt x="7" y="3"/>
                    </a:cubicBezTo>
                    <a:cubicBezTo>
                      <a:pt x="5" y="4"/>
                      <a:pt x="4" y="5"/>
                      <a:pt x="3" y="6"/>
                    </a:cubicBezTo>
                    <a:cubicBezTo>
                      <a:pt x="2" y="8"/>
                      <a:pt x="2" y="9"/>
                      <a:pt x="1" y="11"/>
                    </a:cubicBezTo>
                    <a:cubicBezTo>
                      <a:pt x="1" y="13"/>
                      <a:pt x="0" y="14"/>
                      <a:pt x="0" y="16"/>
                    </a:cubicBezTo>
                    <a:cubicBezTo>
                      <a:pt x="0" y="18"/>
                      <a:pt x="1" y="20"/>
                      <a:pt x="1" y="21"/>
                    </a:cubicBezTo>
                    <a:cubicBezTo>
                      <a:pt x="2" y="23"/>
                      <a:pt x="2" y="24"/>
                      <a:pt x="3" y="25"/>
                    </a:cubicBezTo>
                    <a:cubicBezTo>
                      <a:pt x="4" y="25"/>
                      <a:pt x="5" y="26"/>
                      <a:pt x="7" y="26"/>
                    </a:cubicBezTo>
                    <a:cubicBezTo>
                      <a:pt x="8" y="27"/>
                      <a:pt x="9" y="26"/>
                      <a:pt x="11" y="26"/>
                    </a:cubicBezTo>
                    <a:cubicBezTo>
                      <a:pt x="13" y="25"/>
                      <a:pt x="14" y="25"/>
                      <a:pt x="15" y="24"/>
                    </a:cubicBezTo>
                    <a:cubicBezTo>
                      <a:pt x="16" y="23"/>
                      <a:pt x="17" y="22"/>
                      <a:pt x="18" y="21"/>
                    </a:cubicBezTo>
                    <a:cubicBezTo>
                      <a:pt x="19" y="19"/>
                      <a:pt x="19" y="18"/>
                      <a:pt x="20" y="17"/>
                    </a:cubicBezTo>
                    <a:cubicBezTo>
                      <a:pt x="20" y="16"/>
                      <a:pt x="21" y="14"/>
                      <a:pt x="21" y="13"/>
                    </a:cubicBezTo>
                    <a:cubicBezTo>
                      <a:pt x="14" y="15"/>
                      <a:pt x="14" y="15"/>
                      <a:pt x="14" y="15"/>
                    </a:cubicBezTo>
                    <a:cubicBezTo>
                      <a:pt x="14" y="16"/>
                      <a:pt x="14" y="16"/>
                      <a:pt x="14" y="17"/>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1" name="Freeform 285"/>
              <p:cNvSpPr>
                <a:spLocks/>
              </p:cNvSpPr>
              <p:nvPr/>
            </p:nvSpPr>
            <p:spPr bwMode="auto">
              <a:xfrm>
                <a:off x="4034" y="1892"/>
                <a:ext cx="59" cy="13"/>
              </a:xfrm>
              <a:custGeom>
                <a:avLst/>
                <a:gdLst>
                  <a:gd name="T0" fmla="*/ 36 w 59"/>
                  <a:gd name="T1" fmla="*/ 0 h 13"/>
                  <a:gd name="T2" fmla="*/ 0 w 59"/>
                  <a:gd name="T3" fmla="*/ 13 h 13"/>
                  <a:gd name="T4" fmla="*/ 24 w 59"/>
                  <a:gd name="T5" fmla="*/ 13 h 13"/>
                  <a:gd name="T6" fmla="*/ 59 w 59"/>
                  <a:gd name="T7" fmla="*/ 1 h 13"/>
                  <a:gd name="T8" fmla="*/ 36 w 59"/>
                  <a:gd name="T9" fmla="*/ 0 h 13"/>
                  <a:gd name="T10" fmla="*/ 0 60000 65536"/>
                  <a:gd name="T11" fmla="*/ 0 60000 65536"/>
                  <a:gd name="T12" fmla="*/ 0 60000 65536"/>
                  <a:gd name="T13" fmla="*/ 0 60000 65536"/>
                  <a:gd name="T14" fmla="*/ 0 60000 65536"/>
                  <a:gd name="T15" fmla="*/ 0 w 59"/>
                  <a:gd name="T16" fmla="*/ 0 h 13"/>
                  <a:gd name="T17" fmla="*/ 59 w 59"/>
                  <a:gd name="T18" fmla="*/ 13 h 13"/>
                </a:gdLst>
                <a:ahLst/>
                <a:cxnLst>
                  <a:cxn ang="T10">
                    <a:pos x="T0" y="T1"/>
                  </a:cxn>
                  <a:cxn ang="T11">
                    <a:pos x="T2" y="T3"/>
                  </a:cxn>
                  <a:cxn ang="T12">
                    <a:pos x="T4" y="T5"/>
                  </a:cxn>
                  <a:cxn ang="T13">
                    <a:pos x="T6" y="T7"/>
                  </a:cxn>
                  <a:cxn ang="T14">
                    <a:pos x="T8" y="T9"/>
                  </a:cxn>
                </a:cxnLst>
                <a:rect l="T15" t="T16" r="T17" b="T18"/>
                <a:pathLst>
                  <a:path w="59" h="13">
                    <a:moveTo>
                      <a:pt x="36" y="0"/>
                    </a:moveTo>
                    <a:lnTo>
                      <a:pt x="0" y="13"/>
                    </a:lnTo>
                    <a:lnTo>
                      <a:pt x="24" y="13"/>
                    </a:lnTo>
                    <a:lnTo>
                      <a:pt x="59" y="1"/>
                    </a:lnTo>
                    <a:lnTo>
                      <a:pt x="36"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2" name="Freeform 286"/>
              <p:cNvSpPr>
                <a:spLocks noEditPoints="1"/>
              </p:cNvSpPr>
              <p:nvPr/>
            </p:nvSpPr>
            <p:spPr bwMode="auto">
              <a:xfrm>
                <a:off x="3946" y="1850"/>
                <a:ext cx="60" cy="60"/>
              </a:xfrm>
              <a:custGeom>
                <a:avLst/>
                <a:gdLst>
                  <a:gd name="T0" fmla="*/ 60 w 60"/>
                  <a:gd name="T1" fmla="*/ 0 h 60"/>
                  <a:gd name="T2" fmla="*/ 0 w 60"/>
                  <a:gd name="T3" fmla="*/ 0 h 60"/>
                  <a:gd name="T4" fmla="*/ 0 w 60"/>
                  <a:gd name="T5" fmla="*/ 60 h 60"/>
                  <a:gd name="T6" fmla="*/ 60 w 60"/>
                  <a:gd name="T7" fmla="*/ 60 h 60"/>
                  <a:gd name="T8" fmla="*/ 60 w 60"/>
                  <a:gd name="T9" fmla="*/ 0 h 60"/>
                  <a:gd name="T10" fmla="*/ 52 w 60"/>
                  <a:gd name="T11" fmla="*/ 54 h 60"/>
                  <a:gd name="T12" fmla="*/ 7 w 60"/>
                  <a:gd name="T13" fmla="*/ 54 h 60"/>
                  <a:gd name="T14" fmla="*/ 7 w 60"/>
                  <a:gd name="T15" fmla="*/ 7 h 60"/>
                  <a:gd name="T16" fmla="*/ 52 w 60"/>
                  <a:gd name="T17" fmla="*/ 7 h 60"/>
                  <a:gd name="T18" fmla="*/ 52 w 60"/>
                  <a:gd name="T19" fmla="*/ 54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0"/>
                  <a:gd name="T32" fmla="*/ 60 w 60"/>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0">
                    <a:moveTo>
                      <a:pt x="60" y="0"/>
                    </a:moveTo>
                    <a:lnTo>
                      <a:pt x="0" y="0"/>
                    </a:lnTo>
                    <a:lnTo>
                      <a:pt x="0" y="60"/>
                    </a:lnTo>
                    <a:lnTo>
                      <a:pt x="60" y="60"/>
                    </a:lnTo>
                    <a:lnTo>
                      <a:pt x="60" y="0"/>
                    </a:lnTo>
                    <a:close/>
                    <a:moveTo>
                      <a:pt x="52" y="54"/>
                    </a:moveTo>
                    <a:lnTo>
                      <a:pt x="7" y="54"/>
                    </a:lnTo>
                    <a:lnTo>
                      <a:pt x="7" y="7"/>
                    </a:lnTo>
                    <a:lnTo>
                      <a:pt x="52" y="7"/>
                    </a:lnTo>
                    <a:lnTo>
                      <a:pt x="52" y="54"/>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3" name="Freeform 287"/>
              <p:cNvSpPr>
                <a:spLocks noEditPoints="1"/>
              </p:cNvSpPr>
              <p:nvPr/>
            </p:nvSpPr>
            <p:spPr bwMode="auto">
              <a:xfrm>
                <a:off x="4012" y="1836"/>
                <a:ext cx="36" cy="75"/>
              </a:xfrm>
              <a:custGeom>
                <a:avLst/>
                <a:gdLst>
                  <a:gd name="T0" fmla="*/ 0 w 36"/>
                  <a:gd name="T1" fmla="*/ 75 h 75"/>
                  <a:gd name="T2" fmla="*/ 36 w 36"/>
                  <a:gd name="T3" fmla="*/ 60 h 75"/>
                  <a:gd name="T4" fmla="*/ 36 w 36"/>
                  <a:gd name="T5" fmla="*/ 0 h 75"/>
                  <a:gd name="T6" fmla="*/ 0 w 36"/>
                  <a:gd name="T7" fmla="*/ 14 h 75"/>
                  <a:gd name="T8" fmla="*/ 0 w 36"/>
                  <a:gd name="T9" fmla="*/ 75 h 75"/>
                  <a:gd name="T10" fmla="*/ 29 w 36"/>
                  <a:gd name="T11" fmla="*/ 11 h 75"/>
                  <a:gd name="T12" fmla="*/ 29 w 36"/>
                  <a:gd name="T13" fmla="*/ 56 h 75"/>
                  <a:gd name="T14" fmla="*/ 7 w 36"/>
                  <a:gd name="T15" fmla="*/ 64 h 75"/>
                  <a:gd name="T16" fmla="*/ 7 w 36"/>
                  <a:gd name="T17" fmla="*/ 19 h 75"/>
                  <a:gd name="T18" fmla="*/ 29 w 36"/>
                  <a:gd name="T19" fmla="*/ 11 h 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75"/>
                  <a:gd name="T32" fmla="*/ 36 w 36"/>
                  <a:gd name="T33" fmla="*/ 75 h 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75">
                    <a:moveTo>
                      <a:pt x="0" y="75"/>
                    </a:moveTo>
                    <a:lnTo>
                      <a:pt x="36" y="60"/>
                    </a:lnTo>
                    <a:lnTo>
                      <a:pt x="36" y="0"/>
                    </a:lnTo>
                    <a:lnTo>
                      <a:pt x="0" y="14"/>
                    </a:lnTo>
                    <a:lnTo>
                      <a:pt x="0" y="75"/>
                    </a:lnTo>
                    <a:close/>
                    <a:moveTo>
                      <a:pt x="29" y="11"/>
                    </a:moveTo>
                    <a:lnTo>
                      <a:pt x="29" y="56"/>
                    </a:lnTo>
                    <a:lnTo>
                      <a:pt x="7" y="64"/>
                    </a:lnTo>
                    <a:lnTo>
                      <a:pt x="7" y="19"/>
                    </a:lnTo>
                    <a:lnTo>
                      <a:pt x="29" y="11"/>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4" name="Freeform 288"/>
              <p:cNvSpPr>
                <a:spLocks/>
              </p:cNvSpPr>
              <p:nvPr/>
            </p:nvSpPr>
            <p:spPr bwMode="auto">
              <a:xfrm>
                <a:off x="3946" y="1833"/>
                <a:ext cx="99" cy="13"/>
              </a:xfrm>
              <a:custGeom>
                <a:avLst/>
                <a:gdLst>
                  <a:gd name="T0" fmla="*/ 99 w 99"/>
                  <a:gd name="T1" fmla="*/ 0 h 13"/>
                  <a:gd name="T2" fmla="*/ 34 w 99"/>
                  <a:gd name="T3" fmla="*/ 0 h 13"/>
                  <a:gd name="T4" fmla="*/ 0 w 99"/>
                  <a:gd name="T5" fmla="*/ 13 h 13"/>
                  <a:gd name="T6" fmla="*/ 64 w 99"/>
                  <a:gd name="T7" fmla="*/ 13 h 13"/>
                  <a:gd name="T8" fmla="*/ 99 w 99"/>
                  <a:gd name="T9" fmla="*/ 0 h 13"/>
                  <a:gd name="T10" fmla="*/ 0 60000 65536"/>
                  <a:gd name="T11" fmla="*/ 0 60000 65536"/>
                  <a:gd name="T12" fmla="*/ 0 60000 65536"/>
                  <a:gd name="T13" fmla="*/ 0 60000 65536"/>
                  <a:gd name="T14" fmla="*/ 0 60000 65536"/>
                  <a:gd name="T15" fmla="*/ 0 w 99"/>
                  <a:gd name="T16" fmla="*/ 0 h 13"/>
                  <a:gd name="T17" fmla="*/ 99 w 99"/>
                  <a:gd name="T18" fmla="*/ 13 h 13"/>
                </a:gdLst>
                <a:ahLst/>
                <a:cxnLst>
                  <a:cxn ang="T10">
                    <a:pos x="T0" y="T1"/>
                  </a:cxn>
                  <a:cxn ang="T11">
                    <a:pos x="T2" y="T3"/>
                  </a:cxn>
                  <a:cxn ang="T12">
                    <a:pos x="T4" y="T5"/>
                  </a:cxn>
                  <a:cxn ang="T13">
                    <a:pos x="T6" y="T7"/>
                  </a:cxn>
                  <a:cxn ang="T14">
                    <a:pos x="T8" y="T9"/>
                  </a:cxn>
                </a:cxnLst>
                <a:rect l="T15" t="T16" r="T17" b="T18"/>
                <a:pathLst>
                  <a:path w="99" h="13">
                    <a:moveTo>
                      <a:pt x="99" y="0"/>
                    </a:moveTo>
                    <a:lnTo>
                      <a:pt x="34" y="0"/>
                    </a:lnTo>
                    <a:lnTo>
                      <a:pt x="0" y="13"/>
                    </a:lnTo>
                    <a:lnTo>
                      <a:pt x="64" y="13"/>
                    </a:lnTo>
                    <a:lnTo>
                      <a:pt x="99"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5" name="Freeform 289"/>
              <p:cNvSpPr>
                <a:spLocks noEditPoints="1"/>
              </p:cNvSpPr>
              <p:nvPr/>
            </p:nvSpPr>
            <p:spPr bwMode="auto">
              <a:xfrm>
                <a:off x="3962" y="1864"/>
                <a:ext cx="31" cy="30"/>
              </a:xfrm>
              <a:custGeom>
                <a:avLst/>
                <a:gdLst>
                  <a:gd name="T0" fmla="*/ 10 w 31"/>
                  <a:gd name="T1" fmla="*/ 26 h 30"/>
                  <a:gd name="T2" fmla="*/ 20 w 31"/>
                  <a:gd name="T3" fmla="*/ 26 h 30"/>
                  <a:gd name="T4" fmla="*/ 22 w 31"/>
                  <a:gd name="T5" fmla="*/ 30 h 30"/>
                  <a:gd name="T6" fmla="*/ 31 w 31"/>
                  <a:gd name="T7" fmla="*/ 30 h 30"/>
                  <a:gd name="T8" fmla="*/ 20 w 31"/>
                  <a:gd name="T9" fmla="*/ 0 h 30"/>
                  <a:gd name="T10" fmla="*/ 11 w 31"/>
                  <a:gd name="T11" fmla="*/ 0 h 30"/>
                  <a:gd name="T12" fmla="*/ 0 w 31"/>
                  <a:gd name="T13" fmla="*/ 30 h 30"/>
                  <a:gd name="T14" fmla="*/ 9 w 31"/>
                  <a:gd name="T15" fmla="*/ 30 h 30"/>
                  <a:gd name="T16" fmla="*/ 10 w 31"/>
                  <a:gd name="T17" fmla="*/ 26 h 30"/>
                  <a:gd name="T18" fmla="*/ 16 w 31"/>
                  <a:gd name="T19" fmla="*/ 10 h 30"/>
                  <a:gd name="T20" fmla="*/ 16 w 31"/>
                  <a:gd name="T21" fmla="*/ 10 h 30"/>
                  <a:gd name="T22" fmla="*/ 18 w 31"/>
                  <a:gd name="T23" fmla="*/ 19 h 30"/>
                  <a:gd name="T24" fmla="*/ 13 w 31"/>
                  <a:gd name="T25" fmla="*/ 19 h 30"/>
                  <a:gd name="T26" fmla="*/ 16 w 31"/>
                  <a:gd name="T27" fmla="*/ 1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30"/>
                  <a:gd name="T44" fmla="*/ 31 w 31"/>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30">
                    <a:moveTo>
                      <a:pt x="10" y="26"/>
                    </a:moveTo>
                    <a:lnTo>
                      <a:pt x="20" y="26"/>
                    </a:lnTo>
                    <a:lnTo>
                      <a:pt x="22" y="30"/>
                    </a:lnTo>
                    <a:lnTo>
                      <a:pt x="31" y="30"/>
                    </a:lnTo>
                    <a:lnTo>
                      <a:pt x="20" y="0"/>
                    </a:lnTo>
                    <a:lnTo>
                      <a:pt x="11" y="0"/>
                    </a:lnTo>
                    <a:lnTo>
                      <a:pt x="0" y="30"/>
                    </a:lnTo>
                    <a:lnTo>
                      <a:pt x="9" y="30"/>
                    </a:lnTo>
                    <a:lnTo>
                      <a:pt x="10" y="26"/>
                    </a:lnTo>
                    <a:close/>
                    <a:moveTo>
                      <a:pt x="16" y="10"/>
                    </a:moveTo>
                    <a:lnTo>
                      <a:pt x="16" y="10"/>
                    </a:lnTo>
                    <a:lnTo>
                      <a:pt x="18" y="19"/>
                    </a:lnTo>
                    <a:lnTo>
                      <a:pt x="13" y="19"/>
                    </a:lnTo>
                    <a:lnTo>
                      <a:pt x="16" y="1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6" name="Freeform 290"/>
              <p:cNvSpPr>
                <a:spLocks noEditPoints="1"/>
              </p:cNvSpPr>
              <p:nvPr/>
            </p:nvSpPr>
            <p:spPr bwMode="auto">
              <a:xfrm>
                <a:off x="4024" y="1862"/>
                <a:ext cx="16" cy="25"/>
              </a:xfrm>
              <a:custGeom>
                <a:avLst/>
                <a:gdLst>
                  <a:gd name="T0" fmla="*/ 12 w 18"/>
                  <a:gd name="T1" fmla="*/ 21 h 28"/>
                  <a:gd name="T2" fmla="*/ 14 w 18"/>
                  <a:gd name="T3" fmla="*/ 19 h 28"/>
                  <a:gd name="T4" fmla="*/ 16 w 18"/>
                  <a:gd name="T5" fmla="*/ 16 h 28"/>
                  <a:gd name="T6" fmla="*/ 16 w 18"/>
                  <a:gd name="T7" fmla="*/ 13 h 28"/>
                  <a:gd name="T8" fmla="*/ 16 w 18"/>
                  <a:gd name="T9" fmla="*/ 11 h 28"/>
                  <a:gd name="T10" fmla="*/ 15 w 18"/>
                  <a:gd name="T11" fmla="*/ 10 h 28"/>
                  <a:gd name="T12" fmla="*/ 14 w 18"/>
                  <a:gd name="T13" fmla="*/ 9 h 28"/>
                  <a:gd name="T14" fmla="*/ 13 w 18"/>
                  <a:gd name="T15" fmla="*/ 9 h 28"/>
                  <a:gd name="T16" fmla="*/ 15 w 18"/>
                  <a:gd name="T17" fmla="*/ 6 h 28"/>
                  <a:gd name="T18" fmla="*/ 15 w 18"/>
                  <a:gd name="T19" fmla="*/ 4 h 28"/>
                  <a:gd name="T20" fmla="*/ 15 w 18"/>
                  <a:gd name="T21" fmla="*/ 3 h 28"/>
                  <a:gd name="T22" fmla="*/ 14 w 18"/>
                  <a:gd name="T23" fmla="*/ 1 h 28"/>
                  <a:gd name="T24" fmla="*/ 12 w 18"/>
                  <a:gd name="T25" fmla="*/ 0 h 28"/>
                  <a:gd name="T26" fmla="*/ 10 w 18"/>
                  <a:gd name="T27" fmla="*/ 1 h 28"/>
                  <a:gd name="T28" fmla="*/ 0 w 18"/>
                  <a:gd name="T29" fmla="*/ 4 h 28"/>
                  <a:gd name="T30" fmla="*/ 0 w 18"/>
                  <a:gd name="T31" fmla="*/ 25 h 28"/>
                  <a:gd name="T32" fmla="*/ 10 w 18"/>
                  <a:gd name="T33" fmla="*/ 21 h 28"/>
                  <a:gd name="T34" fmla="*/ 12 w 18"/>
                  <a:gd name="T35" fmla="*/ 21 h 28"/>
                  <a:gd name="T36" fmla="*/ 5 w 18"/>
                  <a:gd name="T37" fmla="*/ 7 h 28"/>
                  <a:gd name="T38" fmla="*/ 8 w 18"/>
                  <a:gd name="T39" fmla="*/ 6 h 28"/>
                  <a:gd name="T40" fmla="*/ 10 w 18"/>
                  <a:gd name="T41" fmla="*/ 6 h 28"/>
                  <a:gd name="T42" fmla="*/ 10 w 18"/>
                  <a:gd name="T43" fmla="*/ 7 h 28"/>
                  <a:gd name="T44" fmla="*/ 10 w 18"/>
                  <a:gd name="T45" fmla="*/ 8 h 28"/>
                  <a:gd name="T46" fmla="*/ 8 w 18"/>
                  <a:gd name="T47" fmla="*/ 9 h 28"/>
                  <a:gd name="T48" fmla="*/ 5 w 18"/>
                  <a:gd name="T49" fmla="*/ 10 h 28"/>
                  <a:gd name="T50" fmla="*/ 5 w 18"/>
                  <a:gd name="T51" fmla="*/ 7 h 28"/>
                  <a:gd name="T52" fmla="*/ 9 w 18"/>
                  <a:gd name="T53" fmla="*/ 17 h 28"/>
                  <a:gd name="T54" fmla="*/ 5 w 18"/>
                  <a:gd name="T55" fmla="*/ 18 h 28"/>
                  <a:gd name="T56" fmla="*/ 5 w 18"/>
                  <a:gd name="T57" fmla="*/ 14 h 28"/>
                  <a:gd name="T58" fmla="*/ 9 w 18"/>
                  <a:gd name="T59" fmla="*/ 13 h 28"/>
                  <a:gd name="T60" fmla="*/ 11 w 18"/>
                  <a:gd name="T61" fmla="*/ 14 h 28"/>
                  <a:gd name="T62" fmla="*/ 11 w 18"/>
                  <a:gd name="T63" fmla="*/ 15 h 28"/>
                  <a:gd name="T64" fmla="*/ 10 w 18"/>
                  <a:gd name="T65" fmla="*/ 16 h 28"/>
                  <a:gd name="T66" fmla="*/ 10 w 18"/>
                  <a:gd name="T67" fmla="*/ 17 h 28"/>
                  <a:gd name="T68" fmla="*/ 9 w 18"/>
                  <a:gd name="T69" fmla="*/ 17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
                  <a:gd name="T106" fmla="*/ 0 h 28"/>
                  <a:gd name="T107" fmla="*/ 18 w 18"/>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 h="28">
                    <a:moveTo>
                      <a:pt x="14" y="23"/>
                    </a:moveTo>
                    <a:cubicBezTo>
                      <a:pt x="15" y="22"/>
                      <a:pt x="15" y="21"/>
                      <a:pt x="16" y="21"/>
                    </a:cubicBezTo>
                    <a:cubicBezTo>
                      <a:pt x="17" y="20"/>
                      <a:pt x="17" y="19"/>
                      <a:pt x="18" y="18"/>
                    </a:cubicBezTo>
                    <a:cubicBezTo>
                      <a:pt x="18" y="17"/>
                      <a:pt x="18" y="16"/>
                      <a:pt x="18" y="15"/>
                    </a:cubicBezTo>
                    <a:cubicBezTo>
                      <a:pt x="18" y="14"/>
                      <a:pt x="18" y="13"/>
                      <a:pt x="18" y="12"/>
                    </a:cubicBezTo>
                    <a:cubicBezTo>
                      <a:pt x="18" y="12"/>
                      <a:pt x="18" y="11"/>
                      <a:pt x="17" y="11"/>
                    </a:cubicBezTo>
                    <a:cubicBezTo>
                      <a:pt x="17" y="11"/>
                      <a:pt x="17" y="10"/>
                      <a:pt x="16" y="10"/>
                    </a:cubicBezTo>
                    <a:cubicBezTo>
                      <a:pt x="16" y="10"/>
                      <a:pt x="15" y="10"/>
                      <a:pt x="15" y="10"/>
                    </a:cubicBezTo>
                    <a:cubicBezTo>
                      <a:pt x="16" y="9"/>
                      <a:pt x="16" y="8"/>
                      <a:pt x="17" y="7"/>
                    </a:cubicBezTo>
                    <a:cubicBezTo>
                      <a:pt x="17" y="7"/>
                      <a:pt x="17" y="6"/>
                      <a:pt x="17" y="4"/>
                    </a:cubicBezTo>
                    <a:cubicBezTo>
                      <a:pt x="17" y="4"/>
                      <a:pt x="17" y="3"/>
                      <a:pt x="17" y="3"/>
                    </a:cubicBezTo>
                    <a:cubicBezTo>
                      <a:pt x="17" y="2"/>
                      <a:pt x="17" y="1"/>
                      <a:pt x="16" y="1"/>
                    </a:cubicBezTo>
                    <a:cubicBezTo>
                      <a:pt x="16" y="1"/>
                      <a:pt x="15" y="0"/>
                      <a:pt x="14" y="0"/>
                    </a:cubicBezTo>
                    <a:cubicBezTo>
                      <a:pt x="13" y="0"/>
                      <a:pt x="12" y="0"/>
                      <a:pt x="11" y="1"/>
                    </a:cubicBezTo>
                    <a:cubicBezTo>
                      <a:pt x="0" y="4"/>
                      <a:pt x="0" y="4"/>
                      <a:pt x="0" y="4"/>
                    </a:cubicBezTo>
                    <a:cubicBezTo>
                      <a:pt x="0" y="28"/>
                      <a:pt x="0" y="28"/>
                      <a:pt x="0" y="28"/>
                    </a:cubicBezTo>
                    <a:cubicBezTo>
                      <a:pt x="11" y="24"/>
                      <a:pt x="11" y="24"/>
                      <a:pt x="11" y="24"/>
                    </a:cubicBezTo>
                    <a:cubicBezTo>
                      <a:pt x="12" y="24"/>
                      <a:pt x="13" y="23"/>
                      <a:pt x="14" y="23"/>
                    </a:cubicBezTo>
                    <a:close/>
                    <a:moveTo>
                      <a:pt x="6" y="8"/>
                    </a:moveTo>
                    <a:cubicBezTo>
                      <a:pt x="9" y="7"/>
                      <a:pt x="9" y="7"/>
                      <a:pt x="9" y="7"/>
                    </a:cubicBezTo>
                    <a:cubicBezTo>
                      <a:pt x="10" y="7"/>
                      <a:pt x="10" y="6"/>
                      <a:pt x="11" y="7"/>
                    </a:cubicBezTo>
                    <a:cubicBezTo>
                      <a:pt x="11" y="7"/>
                      <a:pt x="11" y="7"/>
                      <a:pt x="11" y="8"/>
                    </a:cubicBezTo>
                    <a:cubicBezTo>
                      <a:pt x="11" y="8"/>
                      <a:pt x="11" y="9"/>
                      <a:pt x="11" y="9"/>
                    </a:cubicBezTo>
                    <a:cubicBezTo>
                      <a:pt x="10" y="10"/>
                      <a:pt x="10" y="10"/>
                      <a:pt x="9" y="10"/>
                    </a:cubicBezTo>
                    <a:cubicBezTo>
                      <a:pt x="6" y="11"/>
                      <a:pt x="6" y="11"/>
                      <a:pt x="6" y="11"/>
                    </a:cubicBezTo>
                    <a:lnTo>
                      <a:pt x="6" y="8"/>
                    </a:lnTo>
                    <a:close/>
                    <a:moveTo>
                      <a:pt x="10" y="19"/>
                    </a:moveTo>
                    <a:cubicBezTo>
                      <a:pt x="6" y="20"/>
                      <a:pt x="6" y="20"/>
                      <a:pt x="6" y="20"/>
                    </a:cubicBezTo>
                    <a:cubicBezTo>
                      <a:pt x="6" y="16"/>
                      <a:pt x="6" y="16"/>
                      <a:pt x="6" y="16"/>
                    </a:cubicBezTo>
                    <a:cubicBezTo>
                      <a:pt x="10" y="15"/>
                      <a:pt x="10" y="15"/>
                      <a:pt x="10" y="15"/>
                    </a:cubicBezTo>
                    <a:cubicBezTo>
                      <a:pt x="11" y="14"/>
                      <a:pt x="12" y="15"/>
                      <a:pt x="12" y="16"/>
                    </a:cubicBezTo>
                    <a:cubicBezTo>
                      <a:pt x="12" y="16"/>
                      <a:pt x="12" y="17"/>
                      <a:pt x="12" y="17"/>
                    </a:cubicBezTo>
                    <a:cubicBezTo>
                      <a:pt x="12" y="17"/>
                      <a:pt x="12" y="18"/>
                      <a:pt x="11" y="18"/>
                    </a:cubicBezTo>
                    <a:cubicBezTo>
                      <a:pt x="11" y="18"/>
                      <a:pt x="11" y="18"/>
                      <a:pt x="11" y="19"/>
                    </a:cubicBezTo>
                    <a:cubicBezTo>
                      <a:pt x="10" y="19"/>
                      <a:pt x="10" y="19"/>
                      <a:pt x="10" y="19"/>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7" name="Freeform 291"/>
              <p:cNvSpPr>
                <a:spLocks noEditPoints="1"/>
              </p:cNvSpPr>
              <p:nvPr/>
            </p:nvSpPr>
            <p:spPr bwMode="auto">
              <a:xfrm>
                <a:off x="3994" y="1910"/>
                <a:ext cx="60" cy="60"/>
              </a:xfrm>
              <a:custGeom>
                <a:avLst/>
                <a:gdLst>
                  <a:gd name="T0" fmla="*/ 15 w 60"/>
                  <a:gd name="T1" fmla="*/ 4 h 60"/>
                  <a:gd name="T2" fmla="*/ 0 w 60"/>
                  <a:gd name="T3" fmla="*/ 4 h 60"/>
                  <a:gd name="T4" fmla="*/ 0 w 60"/>
                  <a:gd name="T5" fmla="*/ 60 h 60"/>
                  <a:gd name="T6" fmla="*/ 60 w 60"/>
                  <a:gd name="T7" fmla="*/ 60 h 60"/>
                  <a:gd name="T8" fmla="*/ 60 w 60"/>
                  <a:gd name="T9" fmla="*/ 0 h 60"/>
                  <a:gd name="T10" fmla="*/ 26 w 60"/>
                  <a:gd name="T11" fmla="*/ 0 h 60"/>
                  <a:gd name="T12" fmla="*/ 15 w 60"/>
                  <a:gd name="T13" fmla="*/ 4 h 60"/>
                  <a:gd name="T14" fmla="*/ 53 w 60"/>
                  <a:gd name="T15" fmla="*/ 52 h 60"/>
                  <a:gd name="T16" fmla="*/ 7 w 60"/>
                  <a:gd name="T17" fmla="*/ 52 h 60"/>
                  <a:gd name="T18" fmla="*/ 7 w 60"/>
                  <a:gd name="T19" fmla="*/ 7 h 60"/>
                  <a:gd name="T20" fmla="*/ 53 w 60"/>
                  <a:gd name="T21" fmla="*/ 7 h 60"/>
                  <a:gd name="T22" fmla="*/ 53 w 60"/>
                  <a:gd name="T23" fmla="*/ 52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60"/>
                  <a:gd name="T38" fmla="*/ 60 w 60"/>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60">
                    <a:moveTo>
                      <a:pt x="15" y="4"/>
                    </a:moveTo>
                    <a:lnTo>
                      <a:pt x="0" y="4"/>
                    </a:lnTo>
                    <a:lnTo>
                      <a:pt x="0" y="60"/>
                    </a:lnTo>
                    <a:lnTo>
                      <a:pt x="60" y="60"/>
                    </a:lnTo>
                    <a:lnTo>
                      <a:pt x="60" y="0"/>
                    </a:lnTo>
                    <a:lnTo>
                      <a:pt x="26" y="0"/>
                    </a:lnTo>
                    <a:lnTo>
                      <a:pt x="15" y="4"/>
                    </a:lnTo>
                    <a:close/>
                    <a:moveTo>
                      <a:pt x="53" y="52"/>
                    </a:moveTo>
                    <a:lnTo>
                      <a:pt x="7" y="52"/>
                    </a:lnTo>
                    <a:lnTo>
                      <a:pt x="7" y="7"/>
                    </a:lnTo>
                    <a:lnTo>
                      <a:pt x="53" y="7"/>
                    </a:lnTo>
                    <a:lnTo>
                      <a:pt x="53" y="52"/>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8" name="Freeform 292"/>
              <p:cNvSpPr>
                <a:spLocks/>
              </p:cNvSpPr>
              <p:nvPr/>
            </p:nvSpPr>
            <p:spPr bwMode="auto">
              <a:xfrm>
                <a:off x="3890" y="1897"/>
                <a:ext cx="53" cy="13"/>
              </a:xfrm>
              <a:custGeom>
                <a:avLst/>
                <a:gdLst>
                  <a:gd name="T0" fmla="*/ 53 w 53"/>
                  <a:gd name="T1" fmla="*/ 0 h 13"/>
                  <a:gd name="T2" fmla="*/ 34 w 53"/>
                  <a:gd name="T3" fmla="*/ 0 h 13"/>
                  <a:gd name="T4" fmla="*/ 0 w 53"/>
                  <a:gd name="T5" fmla="*/ 13 h 13"/>
                  <a:gd name="T6" fmla="*/ 53 w 53"/>
                  <a:gd name="T7" fmla="*/ 13 h 13"/>
                  <a:gd name="T8" fmla="*/ 53 w 53"/>
                  <a:gd name="T9" fmla="*/ 0 h 13"/>
                  <a:gd name="T10" fmla="*/ 0 60000 65536"/>
                  <a:gd name="T11" fmla="*/ 0 60000 65536"/>
                  <a:gd name="T12" fmla="*/ 0 60000 65536"/>
                  <a:gd name="T13" fmla="*/ 0 60000 65536"/>
                  <a:gd name="T14" fmla="*/ 0 60000 65536"/>
                  <a:gd name="T15" fmla="*/ 0 w 53"/>
                  <a:gd name="T16" fmla="*/ 0 h 13"/>
                  <a:gd name="T17" fmla="*/ 53 w 53"/>
                  <a:gd name="T18" fmla="*/ 13 h 13"/>
                </a:gdLst>
                <a:ahLst/>
                <a:cxnLst>
                  <a:cxn ang="T10">
                    <a:pos x="T0" y="T1"/>
                  </a:cxn>
                  <a:cxn ang="T11">
                    <a:pos x="T2" y="T3"/>
                  </a:cxn>
                  <a:cxn ang="T12">
                    <a:pos x="T4" y="T5"/>
                  </a:cxn>
                  <a:cxn ang="T13">
                    <a:pos x="T6" y="T7"/>
                  </a:cxn>
                  <a:cxn ang="T14">
                    <a:pos x="T8" y="T9"/>
                  </a:cxn>
                </a:cxnLst>
                <a:rect l="T15" t="T16" r="T17" b="T18"/>
                <a:pathLst>
                  <a:path w="53" h="13">
                    <a:moveTo>
                      <a:pt x="53" y="0"/>
                    </a:moveTo>
                    <a:lnTo>
                      <a:pt x="34" y="0"/>
                    </a:lnTo>
                    <a:lnTo>
                      <a:pt x="0" y="13"/>
                    </a:lnTo>
                    <a:lnTo>
                      <a:pt x="53" y="13"/>
                    </a:lnTo>
                    <a:lnTo>
                      <a:pt x="53"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49" name="Freeform 293"/>
              <p:cNvSpPr>
                <a:spLocks/>
              </p:cNvSpPr>
              <p:nvPr/>
            </p:nvSpPr>
            <p:spPr bwMode="auto">
              <a:xfrm>
                <a:off x="3956" y="1914"/>
                <a:ext cx="36" cy="61"/>
              </a:xfrm>
              <a:custGeom>
                <a:avLst/>
                <a:gdLst>
                  <a:gd name="T0" fmla="*/ 29 w 36"/>
                  <a:gd name="T1" fmla="*/ 0 h 61"/>
                  <a:gd name="T2" fmla="*/ 29 w 36"/>
                  <a:gd name="T3" fmla="*/ 42 h 61"/>
                  <a:gd name="T4" fmla="*/ 7 w 36"/>
                  <a:gd name="T5" fmla="*/ 50 h 61"/>
                  <a:gd name="T6" fmla="*/ 6 w 36"/>
                  <a:gd name="T7" fmla="*/ 6 h 61"/>
                  <a:gd name="T8" fmla="*/ 21 w 36"/>
                  <a:gd name="T9" fmla="*/ 0 h 61"/>
                  <a:gd name="T10" fmla="*/ 1 w 36"/>
                  <a:gd name="T11" fmla="*/ 0 h 61"/>
                  <a:gd name="T12" fmla="*/ 0 w 36"/>
                  <a:gd name="T13" fmla="*/ 0 h 61"/>
                  <a:gd name="T14" fmla="*/ 0 w 36"/>
                  <a:gd name="T15" fmla="*/ 61 h 61"/>
                  <a:gd name="T16" fmla="*/ 36 w 36"/>
                  <a:gd name="T17" fmla="*/ 47 h 61"/>
                  <a:gd name="T18" fmla="*/ 36 w 36"/>
                  <a:gd name="T19" fmla="*/ 0 h 61"/>
                  <a:gd name="T20" fmla="*/ 29 w 36"/>
                  <a:gd name="T21" fmla="*/ 0 h 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
                  <a:gd name="T34" fmla="*/ 0 h 61"/>
                  <a:gd name="T35" fmla="*/ 36 w 36"/>
                  <a:gd name="T36" fmla="*/ 61 h 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 h="61">
                    <a:moveTo>
                      <a:pt x="29" y="0"/>
                    </a:moveTo>
                    <a:lnTo>
                      <a:pt x="29" y="42"/>
                    </a:lnTo>
                    <a:lnTo>
                      <a:pt x="7" y="50"/>
                    </a:lnTo>
                    <a:lnTo>
                      <a:pt x="6" y="6"/>
                    </a:lnTo>
                    <a:lnTo>
                      <a:pt x="21" y="0"/>
                    </a:lnTo>
                    <a:lnTo>
                      <a:pt x="1" y="0"/>
                    </a:lnTo>
                    <a:lnTo>
                      <a:pt x="0" y="0"/>
                    </a:lnTo>
                    <a:lnTo>
                      <a:pt x="0" y="61"/>
                    </a:lnTo>
                    <a:lnTo>
                      <a:pt x="36" y="47"/>
                    </a:lnTo>
                    <a:lnTo>
                      <a:pt x="36" y="0"/>
                    </a:lnTo>
                    <a:lnTo>
                      <a:pt x="29"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50" name="Freeform 294"/>
              <p:cNvSpPr>
                <a:spLocks noEditPoints="1"/>
              </p:cNvSpPr>
              <p:nvPr/>
            </p:nvSpPr>
            <p:spPr bwMode="auto">
              <a:xfrm>
                <a:off x="3870" y="897"/>
                <a:ext cx="125" cy="125"/>
              </a:xfrm>
              <a:custGeom>
                <a:avLst/>
                <a:gdLst>
                  <a:gd name="T0" fmla="*/ 125 w 138"/>
                  <a:gd name="T1" fmla="*/ 59 h 138"/>
                  <a:gd name="T2" fmla="*/ 114 w 138"/>
                  <a:gd name="T3" fmla="*/ 27 h 138"/>
                  <a:gd name="T4" fmla="*/ 78 w 138"/>
                  <a:gd name="T5" fmla="*/ 2 h 138"/>
                  <a:gd name="T6" fmla="*/ 63 w 138"/>
                  <a:gd name="T7" fmla="*/ 0 h 138"/>
                  <a:gd name="T8" fmla="*/ 43 w 138"/>
                  <a:gd name="T9" fmla="*/ 3 h 138"/>
                  <a:gd name="T10" fmla="*/ 8 w 138"/>
                  <a:gd name="T11" fmla="*/ 31 h 138"/>
                  <a:gd name="T12" fmla="*/ 0 w 138"/>
                  <a:gd name="T13" fmla="*/ 55 h 138"/>
                  <a:gd name="T14" fmla="*/ 0 w 138"/>
                  <a:gd name="T15" fmla="*/ 63 h 138"/>
                  <a:gd name="T16" fmla="*/ 12 w 138"/>
                  <a:gd name="T17" fmla="*/ 100 h 138"/>
                  <a:gd name="T18" fmla="*/ 43 w 138"/>
                  <a:gd name="T19" fmla="*/ 122 h 138"/>
                  <a:gd name="T20" fmla="*/ 63 w 138"/>
                  <a:gd name="T21" fmla="*/ 125 h 138"/>
                  <a:gd name="T22" fmla="*/ 89 w 138"/>
                  <a:gd name="T23" fmla="*/ 120 h 138"/>
                  <a:gd name="T24" fmla="*/ 111 w 138"/>
                  <a:gd name="T25" fmla="*/ 101 h 138"/>
                  <a:gd name="T26" fmla="*/ 125 w 138"/>
                  <a:gd name="T27" fmla="*/ 63 h 138"/>
                  <a:gd name="T28" fmla="*/ 125 w 138"/>
                  <a:gd name="T29" fmla="*/ 59 h 138"/>
                  <a:gd name="T30" fmla="*/ 112 w 138"/>
                  <a:gd name="T31" fmla="*/ 59 h 138"/>
                  <a:gd name="T32" fmla="*/ 100 w 138"/>
                  <a:gd name="T33" fmla="*/ 82 h 138"/>
                  <a:gd name="T34" fmla="*/ 108 w 138"/>
                  <a:gd name="T35" fmla="*/ 96 h 138"/>
                  <a:gd name="T36" fmla="*/ 86 w 138"/>
                  <a:gd name="T37" fmla="*/ 114 h 138"/>
                  <a:gd name="T38" fmla="*/ 80 w 138"/>
                  <a:gd name="T39" fmla="*/ 103 h 138"/>
                  <a:gd name="T40" fmla="*/ 53 w 138"/>
                  <a:gd name="T41" fmla="*/ 103 h 138"/>
                  <a:gd name="T42" fmla="*/ 45 w 138"/>
                  <a:gd name="T43" fmla="*/ 117 h 138"/>
                  <a:gd name="T44" fmla="*/ 15 w 138"/>
                  <a:gd name="T45" fmla="*/ 94 h 138"/>
                  <a:gd name="T46" fmla="*/ 25 w 138"/>
                  <a:gd name="T47" fmla="*/ 77 h 138"/>
                  <a:gd name="T48" fmla="*/ 13 w 138"/>
                  <a:gd name="T49" fmla="*/ 55 h 138"/>
                  <a:gd name="T50" fmla="*/ 6 w 138"/>
                  <a:gd name="T51" fmla="*/ 55 h 138"/>
                  <a:gd name="T52" fmla="*/ 15 w 138"/>
                  <a:gd name="T53" fmla="*/ 31 h 138"/>
                  <a:gd name="T54" fmla="*/ 34 w 138"/>
                  <a:gd name="T55" fmla="*/ 31 h 138"/>
                  <a:gd name="T56" fmla="*/ 46 w 138"/>
                  <a:gd name="T57" fmla="*/ 9 h 138"/>
                  <a:gd name="T58" fmla="*/ 46 w 138"/>
                  <a:gd name="T59" fmla="*/ 8 h 138"/>
                  <a:gd name="T60" fmla="*/ 63 w 138"/>
                  <a:gd name="T61" fmla="*/ 6 h 138"/>
                  <a:gd name="T62" fmla="*/ 74 w 138"/>
                  <a:gd name="T63" fmla="*/ 7 h 138"/>
                  <a:gd name="T64" fmla="*/ 73 w 138"/>
                  <a:gd name="T65" fmla="*/ 9 h 138"/>
                  <a:gd name="T66" fmla="*/ 86 w 138"/>
                  <a:gd name="T67" fmla="*/ 31 h 138"/>
                  <a:gd name="T68" fmla="*/ 110 w 138"/>
                  <a:gd name="T69" fmla="*/ 31 h 138"/>
                  <a:gd name="T70" fmla="*/ 119 w 138"/>
                  <a:gd name="T71" fmla="*/ 59 h 138"/>
                  <a:gd name="T72" fmla="*/ 112 w 138"/>
                  <a:gd name="T73" fmla="*/ 59 h 1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8"/>
                  <a:gd name="T112" fmla="*/ 0 h 138"/>
                  <a:gd name="T113" fmla="*/ 138 w 138"/>
                  <a:gd name="T114" fmla="*/ 138 h 1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8" h="138">
                    <a:moveTo>
                      <a:pt x="138" y="65"/>
                    </a:moveTo>
                    <a:cubicBezTo>
                      <a:pt x="137" y="52"/>
                      <a:pt x="133" y="40"/>
                      <a:pt x="126" y="30"/>
                    </a:cubicBezTo>
                    <a:cubicBezTo>
                      <a:pt x="117" y="16"/>
                      <a:pt x="102" y="6"/>
                      <a:pt x="86" y="2"/>
                    </a:cubicBezTo>
                    <a:cubicBezTo>
                      <a:pt x="80" y="1"/>
                      <a:pt x="75" y="0"/>
                      <a:pt x="69" y="0"/>
                    </a:cubicBezTo>
                    <a:cubicBezTo>
                      <a:pt x="62" y="0"/>
                      <a:pt x="54" y="1"/>
                      <a:pt x="48" y="3"/>
                    </a:cubicBezTo>
                    <a:cubicBezTo>
                      <a:pt x="31" y="9"/>
                      <a:pt x="18" y="20"/>
                      <a:pt x="9" y="34"/>
                    </a:cubicBezTo>
                    <a:cubicBezTo>
                      <a:pt x="5" y="42"/>
                      <a:pt x="2" y="51"/>
                      <a:pt x="0" y="61"/>
                    </a:cubicBezTo>
                    <a:cubicBezTo>
                      <a:pt x="0" y="63"/>
                      <a:pt x="0" y="66"/>
                      <a:pt x="0" y="69"/>
                    </a:cubicBezTo>
                    <a:cubicBezTo>
                      <a:pt x="0" y="84"/>
                      <a:pt x="5" y="98"/>
                      <a:pt x="13" y="110"/>
                    </a:cubicBezTo>
                    <a:cubicBezTo>
                      <a:pt x="22" y="121"/>
                      <a:pt x="33" y="130"/>
                      <a:pt x="47" y="135"/>
                    </a:cubicBezTo>
                    <a:cubicBezTo>
                      <a:pt x="54" y="137"/>
                      <a:pt x="61" y="138"/>
                      <a:pt x="69" y="138"/>
                    </a:cubicBezTo>
                    <a:cubicBezTo>
                      <a:pt x="79" y="138"/>
                      <a:pt x="89" y="136"/>
                      <a:pt x="98" y="132"/>
                    </a:cubicBezTo>
                    <a:cubicBezTo>
                      <a:pt x="108" y="127"/>
                      <a:pt x="116" y="121"/>
                      <a:pt x="123" y="112"/>
                    </a:cubicBezTo>
                    <a:cubicBezTo>
                      <a:pt x="132" y="101"/>
                      <a:pt x="138" y="85"/>
                      <a:pt x="138" y="69"/>
                    </a:cubicBezTo>
                    <a:cubicBezTo>
                      <a:pt x="138" y="68"/>
                      <a:pt x="138" y="67"/>
                      <a:pt x="138" y="65"/>
                    </a:cubicBezTo>
                    <a:close/>
                    <a:moveTo>
                      <a:pt x="124" y="65"/>
                    </a:moveTo>
                    <a:cubicBezTo>
                      <a:pt x="110" y="90"/>
                      <a:pt x="110" y="90"/>
                      <a:pt x="110" y="90"/>
                    </a:cubicBezTo>
                    <a:cubicBezTo>
                      <a:pt x="119" y="106"/>
                      <a:pt x="119" y="106"/>
                      <a:pt x="119" y="106"/>
                    </a:cubicBezTo>
                    <a:cubicBezTo>
                      <a:pt x="113" y="115"/>
                      <a:pt x="104" y="121"/>
                      <a:pt x="95" y="126"/>
                    </a:cubicBezTo>
                    <a:cubicBezTo>
                      <a:pt x="88" y="114"/>
                      <a:pt x="88" y="114"/>
                      <a:pt x="88" y="114"/>
                    </a:cubicBezTo>
                    <a:cubicBezTo>
                      <a:pt x="59" y="114"/>
                      <a:pt x="59" y="114"/>
                      <a:pt x="59" y="114"/>
                    </a:cubicBezTo>
                    <a:cubicBezTo>
                      <a:pt x="50" y="129"/>
                      <a:pt x="50" y="129"/>
                      <a:pt x="50" y="129"/>
                    </a:cubicBezTo>
                    <a:cubicBezTo>
                      <a:pt x="37" y="124"/>
                      <a:pt x="25" y="116"/>
                      <a:pt x="17" y="104"/>
                    </a:cubicBezTo>
                    <a:cubicBezTo>
                      <a:pt x="28" y="85"/>
                      <a:pt x="28" y="85"/>
                      <a:pt x="28" y="85"/>
                    </a:cubicBezTo>
                    <a:cubicBezTo>
                      <a:pt x="14" y="61"/>
                      <a:pt x="14" y="61"/>
                      <a:pt x="14" y="61"/>
                    </a:cubicBezTo>
                    <a:cubicBezTo>
                      <a:pt x="7" y="61"/>
                      <a:pt x="7" y="61"/>
                      <a:pt x="7" y="61"/>
                    </a:cubicBezTo>
                    <a:cubicBezTo>
                      <a:pt x="8" y="51"/>
                      <a:pt x="12" y="42"/>
                      <a:pt x="17" y="34"/>
                    </a:cubicBezTo>
                    <a:cubicBezTo>
                      <a:pt x="37" y="34"/>
                      <a:pt x="37" y="34"/>
                      <a:pt x="37" y="34"/>
                    </a:cubicBezTo>
                    <a:cubicBezTo>
                      <a:pt x="51" y="10"/>
                      <a:pt x="51" y="10"/>
                      <a:pt x="51" y="10"/>
                    </a:cubicBezTo>
                    <a:cubicBezTo>
                      <a:pt x="51" y="9"/>
                      <a:pt x="51" y="9"/>
                      <a:pt x="51" y="9"/>
                    </a:cubicBezTo>
                    <a:cubicBezTo>
                      <a:pt x="57" y="8"/>
                      <a:pt x="63" y="7"/>
                      <a:pt x="69" y="7"/>
                    </a:cubicBezTo>
                    <a:cubicBezTo>
                      <a:pt x="73" y="7"/>
                      <a:pt x="78" y="7"/>
                      <a:pt x="82" y="8"/>
                    </a:cubicBezTo>
                    <a:cubicBezTo>
                      <a:pt x="81" y="10"/>
                      <a:pt x="81" y="10"/>
                      <a:pt x="81" y="10"/>
                    </a:cubicBezTo>
                    <a:cubicBezTo>
                      <a:pt x="95" y="34"/>
                      <a:pt x="95" y="34"/>
                      <a:pt x="95" y="34"/>
                    </a:cubicBezTo>
                    <a:cubicBezTo>
                      <a:pt x="121" y="34"/>
                      <a:pt x="121" y="34"/>
                      <a:pt x="121" y="34"/>
                    </a:cubicBezTo>
                    <a:cubicBezTo>
                      <a:pt x="127" y="43"/>
                      <a:pt x="131" y="54"/>
                      <a:pt x="131" y="65"/>
                    </a:cubicBezTo>
                    <a:lnTo>
                      <a:pt x="124" y="65"/>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51" name="Freeform 295"/>
              <p:cNvSpPr>
                <a:spLocks/>
              </p:cNvSpPr>
              <p:nvPr/>
            </p:nvSpPr>
            <p:spPr bwMode="auto">
              <a:xfrm>
                <a:off x="3907" y="937"/>
                <a:ext cx="51" cy="44"/>
              </a:xfrm>
              <a:custGeom>
                <a:avLst/>
                <a:gdLst>
                  <a:gd name="T0" fmla="*/ 13 w 51"/>
                  <a:gd name="T1" fmla="*/ 0 h 44"/>
                  <a:gd name="T2" fmla="*/ 0 w 51"/>
                  <a:gd name="T3" fmla="*/ 21 h 44"/>
                  <a:gd name="T4" fmla="*/ 13 w 51"/>
                  <a:gd name="T5" fmla="*/ 44 h 44"/>
                  <a:gd name="T6" fmla="*/ 38 w 51"/>
                  <a:gd name="T7" fmla="*/ 44 h 44"/>
                  <a:gd name="T8" fmla="*/ 51 w 51"/>
                  <a:gd name="T9" fmla="*/ 21 h 44"/>
                  <a:gd name="T10" fmla="*/ 38 w 51"/>
                  <a:gd name="T11" fmla="*/ 0 h 44"/>
                  <a:gd name="T12" fmla="*/ 13 w 51"/>
                  <a:gd name="T13" fmla="*/ 0 h 44"/>
                  <a:gd name="T14" fmla="*/ 0 60000 65536"/>
                  <a:gd name="T15" fmla="*/ 0 60000 65536"/>
                  <a:gd name="T16" fmla="*/ 0 60000 65536"/>
                  <a:gd name="T17" fmla="*/ 0 60000 65536"/>
                  <a:gd name="T18" fmla="*/ 0 60000 65536"/>
                  <a:gd name="T19" fmla="*/ 0 60000 65536"/>
                  <a:gd name="T20" fmla="*/ 0 60000 65536"/>
                  <a:gd name="T21" fmla="*/ 0 w 51"/>
                  <a:gd name="T22" fmla="*/ 0 h 44"/>
                  <a:gd name="T23" fmla="*/ 51 w 51"/>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44">
                    <a:moveTo>
                      <a:pt x="13" y="0"/>
                    </a:moveTo>
                    <a:lnTo>
                      <a:pt x="0" y="21"/>
                    </a:lnTo>
                    <a:lnTo>
                      <a:pt x="13" y="44"/>
                    </a:lnTo>
                    <a:lnTo>
                      <a:pt x="38" y="44"/>
                    </a:lnTo>
                    <a:lnTo>
                      <a:pt x="51" y="21"/>
                    </a:lnTo>
                    <a:lnTo>
                      <a:pt x="38" y="0"/>
                    </a:lnTo>
                    <a:lnTo>
                      <a:pt x="13" y="0"/>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52" name="Freeform 296"/>
              <p:cNvSpPr>
                <a:spLocks/>
              </p:cNvSpPr>
              <p:nvPr/>
            </p:nvSpPr>
            <p:spPr bwMode="auto">
              <a:xfrm>
                <a:off x="1774" y="2073"/>
                <a:ext cx="90" cy="38"/>
              </a:xfrm>
              <a:custGeom>
                <a:avLst/>
                <a:gdLst>
                  <a:gd name="T0" fmla="*/ 46 w 90"/>
                  <a:gd name="T1" fmla="*/ 38 h 38"/>
                  <a:gd name="T2" fmla="*/ 90 w 90"/>
                  <a:gd name="T3" fmla="*/ 0 h 38"/>
                  <a:gd name="T4" fmla="*/ 0 w 90"/>
                  <a:gd name="T5" fmla="*/ 0 h 38"/>
                  <a:gd name="T6" fmla="*/ 46 w 90"/>
                  <a:gd name="T7" fmla="*/ 38 h 38"/>
                  <a:gd name="T8" fmla="*/ 0 60000 65536"/>
                  <a:gd name="T9" fmla="*/ 0 60000 65536"/>
                  <a:gd name="T10" fmla="*/ 0 60000 65536"/>
                  <a:gd name="T11" fmla="*/ 0 60000 65536"/>
                  <a:gd name="T12" fmla="*/ 0 w 90"/>
                  <a:gd name="T13" fmla="*/ 0 h 38"/>
                  <a:gd name="T14" fmla="*/ 90 w 90"/>
                  <a:gd name="T15" fmla="*/ 38 h 38"/>
                </a:gdLst>
                <a:ahLst/>
                <a:cxnLst>
                  <a:cxn ang="T8">
                    <a:pos x="T0" y="T1"/>
                  </a:cxn>
                  <a:cxn ang="T9">
                    <a:pos x="T2" y="T3"/>
                  </a:cxn>
                  <a:cxn ang="T10">
                    <a:pos x="T4" y="T5"/>
                  </a:cxn>
                  <a:cxn ang="T11">
                    <a:pos x="T6" y="T7"/>
                  </a:cxn>
                </a:cxnLst>
                <a:rect l="T12" t="T13" r="T14" b="T15"/>
                <a:pathLst>
                  <a:path w="90" h="38">
                    <a:moveTo>
                      <a:pt x="46" y="38"/>
                    </a:moveTo>
                    <a:lnTo>
                      <a:pt x="90" y="0"/>
                    </a:lnTo>
                    <a:lnTo>
                      <a:pt x="0" y="0"/>
                    </a:lnTo>
                    <a:lnTo>
                      <a:pt x="46" y="38"/>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53" name="Freeform 297"/>
              <p:cNvSpPr>
                <a:spLocks/>
              </p:cNvSpPr>
              <p:nvPr/>
            </p:nvSpPr>
            <p:spPr bwMode="auto">
              <a:xfrm>
                <a:off x="1771" y="2076"/>
                <a:ext cx="97" cy="56"/>
              </a:xfrm>
              <a:custGeom>
                <a:avLst/>
                <a:gdLst>
                  <a:gd name="T0" fmla="*/ 49 w 97"/>
                  <a:gd name="T1" fmla="*/ 41 h 56"/>
                  <a:gd name="T2" fmla="*/ 0 w 97"/>
                  <a:gd name="T3" fmla="*/ 0 h 56"/>
                  <a:gd name="T4" fmla="*/ 0 w 97"/>
                  <a:gd name="T5" fmla="*/ 56 h 56"/>
                  <a:gd name="T6" fmla="*/ 97 w 97"/>
                  <a:gd name="T7" fmla="*/ 56 h 56"/>
                  <a:gd name="T8" fmla="*/ 97 w 97"/>
                  <a:gd name="T9" fmla="*/ 0 h 56"/>
                  <a:gd name="T10" fmla="*/ 49 w 97"/>
                  <a:gd name="T11" fmla="*/ 41 h 56"/>
                  <a:gd name="T12" fmla="*/ 0 60000 65536"/>
                  <a:gd name="T13" fmla="*/ 0 60000 65536"/>
                  <a:gd name="T14" fmla="*/ 0 60000 65536"/>
                  <a:gd name="T15" fmla="*/ 0 60000 65536"/>
                  <a:gd name="T16" fmla="*/ 0 60000 65536"/>
                  <a:gd name="T17" fmla="*/ 0 60000 65536"/>
                  <a:gd name="T18" fmla="*/ 0 w 97"/>
                  <a:gd name="T19" fmla="*/ 0 h 56"/>
                  <a:gd name="T20" fmla="*/ 97 w 97"/>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97" h="56">
                    <a:moveTo>
                      <a:pt x="49" y="41"/>
                    </a:moveTo>
                    <a:lnTo>
                      <a:pt x="0" y="0"/>
                    </a:lnTo>
                    <a:lnTo>
                      <a:pt x="0" y="56"/>
                    </a:lnTo>
                    <a:lnTo>
                      <a:pt x="97" y="56"/>
                    </a:lnTo>
                    <a:lnTo>
                      <a:pt x="97" y="0"/>
                    </a:lnTo>
                    <a:lnTo>
                      <a:pt x="49" y="41"/>
                    </a:lnTo>
                    <a:close/>
                  </a:path>
                </a:pathLst>
              </a:custGeom>
              <a:solidFill>
                <a:srgbClr val="C7C8C9"/>
              </a:solidFill>
              <a:ln w="9525">
                <a:noFill/>
                <a:round/>
                <a:headEnd/>
                <a:tailEnd/>
              </a:ln>
            </p:spPr>
            <p:txBody>
              <a:bodyPr lIns="121920" tIns="60960" rIns="121920" bIns="60960"/>
              <a:lstStyle/>
              <a:p>
                <a:pPr eaLnBrk="0" hangingPunct="0"/>
                <a:endParaRPr lang="el-GR" sz="3200"/>
              </a:p>
            </p:txBody>
          </p:sp>
          <p:sp>
            <p:nvSpPr>
              <p:cNvPr id="437354" name="Freeform 298"/>
              <p:cNvSpPr>
                <a:spLocks noEditPoints="1"/>
              </p:cNvSpPr>
              <p:nvPr/>
            </p:nvSpPr>
            <p:spPr bwMode="auto">
              <a:xfrm>
                <a:off x="3029" y="872"/>
                <a:ext cx="154" cy="155"/>
              </a:xfrm>
              <a:custGeom>
                <a:avLst/>
                <a:gdLst>
                  <a:gd name="T0" fmla="*/ 77 w 171"/>
                  <a:gd name="T1" fmla="*/ 0 h 171"/>
                  <a:gd name="T2" fmla="*/ 0 w 171"/>
                  <a:gd name="T3" fmla="*/ 78 h 171"/>
                  <a:gd name="T4" fmla="*/ 4 w 171"/>
                  <a:gd name="T5" fmla="*/ 102 h 171"/>
                  <a:gd name="T6" fmla="*/ 52 w 171"/>
                  <a:gd name="T7" fmla="*/ 105 h 171"/>
                  <a:gd name="T8" fmla="*/ 51 w 171"/>
                  <a:gd name="T9" fmla="*/ 150 h 171"/>
                  <a:gd name="T10" fmla="*/ 77 w 171"/>
                  <a:gd name="T11" fmla="*/ 155 h 171"/>
                  <a:gd name="T12" fmla="*/ 154 w 171"/>
                  <a:gd name="T13" fmla="*/ 78 h 171"/>
                  <a:gd name="T14" fmla="*/ 77 w 171"/>
                  <a:gd name="T15" fmla="*/ 0 h 171"/>
                  <a:gd name="T16" fmla="*/ 114 w 171"/>
                  <a:gd name="T17" fmla="*/ 26 h 171"/>
                  <a:gd name="T18" fmla="*/ 130 w 171"/>
                  <a:gd name="T19" fmla="*/ 40 h 171"/>
                  <a:gd name="T20" fmla="*/ 114 w 171"/>
                  <a:gd name="T21" fmla="*/ 53 h 171"/>
                  <a:gd name="T22" fmla="*/ 98 w 171"/>
                  <a:gd name="T23" fmla="*/ 40 h 171"/>
                  <a:gd name="T24" fmla="*/ 114 w 171"/>
                  <a:gd name="T25" fmla="*/ 26 h 171"/>
                  <a:gd name="T26" fmla="*/ 24 w 171"/>
                  <a:gd name="T27" fmla="*/ 82 h 171"/>
                  <a:gd name="T28" fmla="*/ 8 w 171"/>
                  <a:gd name="T29" fmla="*/ 69 h 171"/>
                  <a:gd name="T30" fmla="*/ 24 w 171"/>
                  <a:gd name="T31" fmla="*/ 55 h 171"/>
                  <a:gd name="T32" fmla="*/ 41 w 171"/>
                  <a:gd name="T33" fmla="*/ 69 h 171"/>
                  <a:gd name="T34" fmla="*/ 24 w 171"/>
                  <a:gd name="T35" fmla="*/ 82 h 171"/>
                  <a:gd name="T36" fmla="*/ 43 w 171"/>
                  <a:gd name="T37" fmla="*/ 52 h 171"/>
                  <a:gd name="T38" fmla="*/ 27 w 171"/>
                  <a:gd name="T39" fmla="*/ 38 h 171"/>
                  <a:gd name="T40" fmla="*/ 43 w 171"/>
                  <a:gd name="T41" fmla="*/ 24 h 171"/>
                  <a:gd name="T42" fmla="*/ 59 w 171"/>
                  <a:gd name="T43" fmla="*/ 38 h 171"/>
                  <a:gd name="T44" fmla="*/ 43 w 171"/>
                  <a:gd name="T45" fmla="*/ 52 h 171"/>
                  <a:gd name="T46" fmla="*/ 62 w 171"/>
                  <a:gd name="T47" fmla="*/ 22 h 171"/>
                  <a:gd name="T48" fmla="*/ 78 w 171"/>
                  <a:gd name="T49" fmla="*/ 8 h 171"/>
                  <a:gd name="T50" fmla="*/ 94 w 171"/>
                  <a:gd name="T51" fmla="*/ 22 h 171"/>
                  <a:gd name="T52" fmla="*/ 78 w 171"/>
                  <a:gd name="T53" fmla="*/ 35 h 171"/>
                  <a:gd name="T54" fmla="*/ 62 w 171"/>
                  <a:gd name="T55" fmla="*/ 22 h 171"/>
                  <a:gd name="T56" fmla="*/ 89 w 171"/>
                  <a:gd name="T57" fmla="*/ 144 h 171"/>
                  <a:gd name="T58" fmla="*/ 74 w 171"/>
                  <a:gd name="T59" fmla="*/ 131 h 171"/>
                  <a:gd name="T60" fmla="*/ 89 w 171"/>
                  <a:gd name="T61" fmla="*/ 117 h 171"/>
                  <a:gd name="T62" fmla="*/ 105 w 171"/>
                  <a:gd name="T63" fmla="*/ 131 h 171"/>
                  <a:gd name="T64" fmla="*/ 89 w 171"/>
                  <a:gd name="T65" fmla="*/ 144 h 171"/>
                  <a:gd name="T66" fmla="*/ 122 w 171"/>
                  <a:gd name="T67" fmla="*/ 121 h 171"/>
                  <a:gd name="T68" fmla="*/ 105 w 171"/>
                  <a:gd name="T69" fmla="*/ 107 h 171"/>
                  <a:gd name="T70" fmla="*/ 122 w 171"/>
                  <a:gd name="T71" fmla="*/ 93 h 171"/>
                  <a:gd name="T72" fmla="*/ 137 w 171"/>
                  <a:gd name="T73" fmla="*/ 107 h 171"/>
                  <a:gd name="T74" fmla="*/ 122 w 171"/>
                  <a:gd name="T75" fmla="*/ 121 h 171"/>
                  <a:gd name="T76" fmla="*/ 130 w 171"/>
                  <a:gd name="T77" fmla="*/ 87 h 171"/>
                  <a:gd name="T78" fmla="*/ 114 w 171"/>
                  <a:gd name="T79" fmla="*/ 73 h 171"/>
                  <a:gd name="T80" fmla="*/ 130 w 171"/>
                  <a:gd name="T81" fmla="*/ 60 h 171"/>
                  <a:gd name="T82" fmla="*/ 146 w 171"/>
                  <a:gd name="T83" fmla="*/ 73 h 171"/>
                  <a:gd name="T84" fmla="*/ 130 w 171"/>
                  <a:gd name="T85" fmla="*/ 87 h 1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1"/>
                  <a:gd name="T131" fmla="*/ 171 w 171"/>
                  <a:gd name="T132" fmla="*/ 171 h 1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1">
                    <a:moveTo>
                      <a:pt x="85" y="0"/>
                    </a:moveTo>
                    <a:cubicBezTo>
                      <a:pt x="38" y="0"/>
                      <a:pt x="0" y="39"/>
                      <a:pt x="0" y="86"/>
                    </a:cubicBezTo>
                    <a:cubicBezTo>
                      <a:pt x="0" y="96"/>
                      <a:pt x="1" y="102"/>
                      <a:pt x="4" y="112"/>
                    </a:cubicBezTo>
                    <a:cubicBezTo>
                      <a:pt x="10" y="130"/>
                      <a:pt x="44" y="96"/>
                      <a:pt x="58" y="116"/>
                    </a:cubicBezTo>
                    <a:cubicBezTo>
                      <a:pt x="72" y="136"/>
                      <a:pt x="26" y="154"/>
                      <a:pt x="57" y="166"/>
                    </a:cubicBezTo>
                    <a:cubicBezTo>
                      <a:pt x="71" y="170"/>
                      <a:pt x="75" y="171"/>
                      <a:pt x="85" y="171"/>
                    </a:cubicBezTo>
                    <a:cubicBezTo>
                      <a:pt x="132" y="171"/>
                      <a:pt x="171" y="133"/>
                      <a:pt x="171" y="86"/>
                    </a:cubicBezTo>
                    <a:cubicBezTo>
                      <a:pt x="171" y="39"/>
                      <a:pt x="132" y="0"/>
                      <a:pt x="85" y="0"/>
                    </a:cubicBezTo>
                    <a:close/>
                    <a:moveTo>
                      <a:pt x="127" y="29"/>
                    </a:moveTo>
                    <a:cubicBezTo>
                      <a:pt x="136" y="29"/>
                      <a:pt x="144" y="36"/>
                      <a:pt x="144" y="44"/>
                    </a:cubicBezTo>
                    <a:cubicBezTo>
                      <a:pt x="144" y="52"/>
                      <a:pt x="136" y="59"/>
                      <a:pt x="127" y="59"/>
                    </a:cubicBezTo>
                    <a:cubicBezTo>
                      <a:pt x="117" y="59"/>
                      <a:pt x="109" y="52"/>
                      <a:pt x="109" y="44"/>
                    </a:cubicBezTo>
                    <a:cubicBezTo>
                      <a:pt x="109" y="36"/>
                      <a:pt x="117" y="29"/>
                      <a:pt x="127" y="29"/>
                    </a:cubicBezTo>
                    <a:close/>
                    <a:moveTo>
                      <a:pt x="27" y="91"/>
                    </a:moveTo>
                    <a:cubicBezTo>
                      <a:pt x="17" y="91"/>
                      <a:pt x="9" y="84"/>
                      <a:pt x="9" y="76"/>
                    </a:cubicBezTo>
                    <a:cubicBezTo>
                      <a:pt x="9" y="68"/>
                      <a:pt x="17" y="61"/>
                      <a:pt x="27" y="61"/>
                    </a:cubicBezTo>
                    <a:cubicBezTo>
                      <a:pt x="37" y="61"/>
                      <a:pt x="45" y="68"/>
                      <a:pt x="45" y="76"/>
                    </a:cubicBezTo>
                    <a:cubicBezTo>
                      <a:pt x="45" y="84"/>
                      <a:pt x="37" y="91"/>
                      <a:pt x="27" y="91"/>
                    </a:cubicBezTo>
                    <a:close/>
                    <a:moveTo>
                      <a:pt x="48" y="57"/>
                    </a:moveTo>
                    <a:cubicBezTo>
                      <a:pt x="38" y="57"/>
                      <a:pt x="30" y="50"/>
                      <a:pt x="30" y="42"/>
                    </a:cubicBezTo>
                    <a:cubicBezTo>
                      <a:pt x="30" y="33"/>
                      <a:pt x="38" y="27"/>
                      <a:pt x="48" y="27"/>
                    </a:cubicBezTo>
                    <a:cubicBezTo>
                      <a:pt x="57" y="27"/>
                      <a:pt x="65" y="33"/>
                      <a:pt x="65" y="42"/>
                    </a:cubicBezTo>
                    <a:cubicBezTo>
                      <a:pt x="65" y="50"/>
                      <a:pt x="57" y="57"/>
                      <a:pt x="48" y="57"/>
                    </a:cubicBezTo>
                    <a:close/>
                    <a:moveTo>
                      <a:pt x="69" y="24"/>
                    </a:moveTo>
                    <a:cubicBezTo>
                      <a:pt x="69" y="16"/>
                      <a:pt x="77" y="9"/>
                      <a:pt x="87" y="9"/>
                    </a:cubicBezTo>
                    <a:cubicBezTo>
                      <a:pt x="96" y="9"/>
                      <a:pt x="104" y="16"/>
                      <a:pt x="104" y="24"/>
                    </a:cubicBezTo>
                    <a:cubicBezTo>
                      <a:pt x="104" y="33"/>
                      <a:pt x="96" y="39"/>
                      <a:pt x="87" y="39"/>
                    </a:cubicBezTo>
                    <a:cubicBezTo>
                      <a:pt x="77" y="39"/>
                      <a:pt x="69" y="33"/>
                      <a:pt x="69" y="24"/>
                    </a:cubicBezTo>
                    <a:close/>
                    <a:moveTo>
                      <a:pt x="99" y="159"/>
                    </a:moveTo>
                    <a:cubicBezTo>
                      <a:pt x="90" y="159"/>
                      <a:pt x="82" y="152"/>
                      <a:pt x="82" y="144"/>
                    </a:cubicBezTo>
                    <a:cubicBezTo>
                      <a:pt x="82" y="136"/>
                      <a:pt x="90" y="129"/>
                      <a:pt x="99" y="129"/>
                    </a:cubicBezTo>
                    <a:cubicBezTo>
                      <a:pt x="109" y="129"/>
                      <a:pt x="117" y="136"/>
                      <a:pt x="117" y="144"/>
                    </a:cubicBezTo>
                    <a:cubicBezTo>
                      <a:pt x="117" y="152"/>
                      <a:pt x="109" y="159"/>
                      <a:pt x="99" y="159"/>
                    </a:cubicBezTo>
                    <a:close/>
                    <a:moveTo>
                      <a:pt x="135" y="133"/>
                    </a:moveTo>
                    <a:cubicBezTo>
                      <a:pt x="125" y="133"/>
                      <a:pt x="117" y="127"/>
                      <a:pt x="117" y="118"/>
                    </a:cubicBezTo>
                    <a:cubicBezTo>
                      <a:pt x="117" y="110"/>
                      <a:pt x="125" y="103"/>
                      <a:pt x="135" y="103"/>
                    </a:cubicBezTo>
                    <a:cubicBezTo>
                      <a:pt x="144" y="103"/>
                      <a:pt x="152" y="110"/>
                      <a:pt x="152" y="118"/>
                    </a:cubicBezTo>
                    <a:cubicBezTo>
                      <a:pt x="152" y="127"/>
                      <a:pt x="144" y="133"/>
                      <a:pt x="135" y="133"/>
                    </a:cubicBezTo>
                    <a:close/>
                    <a:moveTo>
                      <a:pt x="144" y="96"/>
                    </a:moveTo>
                    <a:cubicBezTo>
                      <a:pt x="134" y="96"/>
                      <a:pt x="127" y="89"/>
                      <a:pt x="127" y="81"/>
                    </a:cubicBezTo>
                    <a:cubicBezTo>
                      <a:pt x="127" y="72"/>
                      <a:pt x="134" y="66"/>
                      <a:pt x="144" y="66"/>
                    </a:cubicBezTo>
                    <a:cubicBezTo>
                      <a:pt x="154" y="66"/>
                      <a:pt x="162" y="72"/>
                      <a:pt x="162" y="81"/>
                    </a:cubicBezTo>
                    <a:cubicBezTo>
                      <a:pt x="162" y="89"/>
                      <a:pt x="154" y="96"/>
                      <a:pt x="144" y="96"/>
                    </a:cubicBezTo>
                    <a:close/>
                  </a:path>
                </a:pathLst>
              </a:custGeom>
              <a:solidFill>
                <a:srgbClr val="C7C8C9"/>
              </a:solidFill>
              <a:ln w="9525">
                <a:noFill/>
                <a:round/>
                <a:headEnd/>
                <a:tailEnd/>
              </a:ln>
            </p:spPr>
            <p:txBody>
              <a:bodyPr lIns="121920" tIns="60960" rIns="121920" bIns="60960"/>
              <a:lstStyle/>
              <a:p>
                <a:pPr eaLnBrk="0" hangingPunct="0"/>
                <a:endParaRPr lang="el-GR" sz="3200"/>
              </a:p>
            </p:txBody>
          </p:sp>
        </p:grpSp>
        <p:sp>
          <p:nvSpPr>
            <p:cNvPr id="437259" name="Oval 30"/>
            <p:cNvSpPr>
              <a:spLocks noChangeArrowheads="1"/>
            </p:cNvSpPr>
            <p:nvPr/>
          </p:nvSpPr>
          <p:spPr bwMode="auto">
            <a:xfrm>
              <a:off x="2449512" y="2962275"/>
              <a:ext cx="293688" cy="295275"/>
            </a:xfrm>
            <a:prstGeom prst="ellipse">
              <a:avLst/>
            </a:prstGeom>
            <a:solidFill>
              <a:schemeClr val="accent1"/>
            </a:solidFill>
            <a:ln w="9525">
              <a:noFill/>
              <a:round/>
              <a:headEnd/>
              <a:tailEnd/>
            </a:ln>
          </p:spPr>
          <p:txBody>
            <a:bodyPr lIns="121920" tIns="60960" rIns="121920" bIns="60960"/>
            <a:lstStyle/>
            <a:p>
              <a:pPr eaLnBrk="0" hangingPunct="0"/>
              <a:endParaRPr lang="el-GR" sz="3200"/>
            </a:p>
          </p:txBody>
        </p:sp>
      </p:grpSp>
      <p:grpSp>
        <p:nvGrpSpPr>
          <p:cNvPr id="358" name="Group 357"/>
          <p:cNvGrpSpPr>
            <a:grpSpLocks/>
          </p:cNvGrpSpPr>
          <p:nvPr/>
        </p:nvGrpSpPr>
        <p:grpSpPr bwMode="auto">
          <a:xfrm>
            <a:off x="523875" y="512763"/>
            <a:ext cx="5743575" cy="3051175"/>
            <a:chOff x="7025252" y="2157180"/>
            <a:chExt cx="7178991" cy="2176629"/>
          </a:xfrm>
        </p:grpSpPr>
        <p:sp>
          <p:nvSpPr>
            <p:cNvPr id="437256" name="TextBox 358"/>
            <p:cNvSpPr txBox="1">
              <a:spLocks noChangeArrowheads="1"/>
            </p:cNvSpPr>
            <p:nvPr/>
          </p:nvSpPr>
          <p:spPr bwMode="auto">
            <a:xfrm>
              <a:off x="10614747" y="2157180"/>
              <a:ext cx="3492779" cy="548797"/>
            </a:xfrm>
            <a:prstGeom prst="rect">
              <a:avLst/>
            </a:prstGeom>
            <a:noFill/>
            <a:ln w="9525">
              <a:noFill/>
              <a:miter lim="800000"/>
              <a:headEnd/>
              <a:tailEnd/>
            </a:ln>
          </p:spPr>
          <p:txBody>
            <a:bodyPr wrap="none">
              <a:spAutoFit/>
            </a:bodyPr>
            <a:lstStyle/>
            <a:p>
              <a:pPr lvl="1" algn="r" rtl="1" eaLnBrk="0" hangingPunct="0"/>
              <a:r>
                <a:rPr lang="ar-SA" sz="4400" b="1" u="sng">
                  <a:solidFill>
                    <a:schemeClr val="accent1"/>
                  </a:solidFill>
                </a:rPr>
                <a:t>التكنولوجيا </a:t>
              </a:r>
              <a:endParaRPr lang="en-US" sz="4400" b="1" u="sng">
                <a:solidFill>
                  <a:schemeClr val="accent1"/>
                </a:solidFill>
              </a:endParaRPr>
            </a:p>
          </p:txBody>
        </p:sp>
        <p:sp>
          <p:nvSpPr>
            <p:cNvPr id="360" name="Rectangle 359"/>
            <p:cNvSpPr/>
            <p:nvPr/>
          </p:nvSpPr>
          <p:spPr>
            <a:xfrm>
              <a:off x="7025252" y="2862715"/>
              <a:ext cx="7178991" cy="1471094"/>
            </a:xfrm>
            <a:prstGeom prst="rect">
              <a:avLst/>
            </a:prstGeom>
          </p:spPr>
          <p:txBody>
            <a:bodyPr>
              <a:spAutoFit/>
            </a:bodyPr>
            <a:lstStyle/>
            <a:p>
              <a:pPr algn="ctr" eaLnBrk="0" hangingPunct="0">
                <a:spcAft>
                  <a:spcPts val="1500"/>
                </a:spcAft>
                <a:defRPr/>
              </a:pPr>
              <a:r>
                <a:rPr lang="ar-SA" sz="3200" dirty="0">
                  <a:latin typeface="+mj-lt"/>
                  <a:cs typeface="+mn-cs"/>
                </a:rPr>
                <a:t>عملية شاملة تقوم بتطبيق العلوم والمعارف بشكل منظم في ميادين عدة لتحقيق أغراض ذات قيمة عملية للمجتمع". ويمكن تعريف التكنولوجيا بأنها "الاستخدام الأمثل للمعرفة العلمية وتطبيقاتها، وتطويعها لخدمة الإنسان ورفاهيّته</a:t>
              </a:r>
              <a:endParaRPr lang="en-US" sz="3200" dirty="0">
                <a:solidFill>
                  <a:schemeClr val="bg1">
                    <a:lumMod val="65000"/>
                  </a:schemeClr>
                </a:solidFill>
                <a:latin typeface="+mj-lt"/>
                <a:ea typeface="Times New Roman" panose="02020603050405020304" pitchFamily="18" charset="0"/>
                <a:cs typeface="+mn-cs"/>
              </a:endParaRPr>
            </a:p>
          </p:txBody>
        </p:sp>
      </p:grpSp>
      <p:sp>
        <p:nvSpPr>
          <p:cNvPr id="373" name="Oval 372"/>
          <p:cNvSpPr/>
          <p:nvPr/>
        </p:nvSpPr>
        <p:spPr>
          <a:xfrm>
            <a:off x="6032500" y="457200"/>
            <a:ext cx="788988" cy="90805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r>
              <a:rPr lang="ar-SA" sz="3200" b="1" dirty="0"/>
              <a:t>د</a:t>
            </a:r>
            <a:endParaRPr lang="en-US" sz="3200" b="1" dirty="0"/>
          </a:p>
        </p:txBody>
      </p:sp>
      <p:sp>
        <p:nvSpPr>
          <p:cNvPr id="374" name="Oval 373"/>
          <p:cNvSpPr/>
          <p:nvPr/>
        </p:nvSpPr>
        <p:spPr>
          <a:xfrm>
            <a:off x="5815013" y="306388"/>
            <a:ext cx="1163637" cy="1181100"/>
          </a:xfrm>
          <a:prstGeom prst="ellipse">
            <a:avLst/>
          </a:pr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4800" dirty="0">
              <a:solidFill>
                <a:schemeClr val="tx1">
                  <a:lumMod val="50000"/>
                  <a:lumOff val="50000"/>
                </a:schemeClr>
              </a:solidFill>
              <a:latin typeface="Sosa" pitchFamily="2" charset="0"/>
            </a:endParaRPr>
          </a:p>
        </p:txBody>
      </p:sp>
      <p:sp>
        <p:nvSpPr>
          <p:cNvPr id="30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749"/>
                                          </p:stCondLst>
                                        </p:cTn>
                                        <p:tgtEl>
                                          <p:spTgt spid="62"/>
                                        </p:tgtEl>
                                        <p:attrNameLst>
                                          <p:attrName>style.visibility</p:attrName>
                                        </p:attrNameLst>
                                      </p:cBhvr>
                                      <p:to>
                                        <p:strVal val="visible"/>
                                      </p:to>
                                    </p:set>
                                  </p:childTnLst>
                                </p:cTn>
                              </p:par>
                            </p:childTnLst>
                          </p:cTn>
                        </p:par>
                        <p:par>
                          <p:cTn id="7" fill="hold">
                            <p:stCondLst>
                              <p:cond delay="750"/>
                            </p:stCondLst>
                            <p:childTnLst>
                              <p:par>
                                <p:cTn id="8" presetID="10" presetClass="entr" presetSubtype="0" fill="hold" grpId="0" nodeType="after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1250"/>
                            </p:stCondLst>
                            <p:childTnLst>
                              <p:par>
                                <p:cTn id="12" presetID="1" presetClass="entr" presetSubtype="0" fill="hold" grpId="0" nodeType="afterEffect">
                                  <p:stCondLst>
                                    <p:cond delay="0"/>
                                  </p:stCondLst>
                                  <p:childTnLst>
                                    <p:set>
                                      <p:cBhvr>
                                        <p:cTn id="13" dur="1" fill="hold">
                                          <p:stCondLst>
                                            <p:cond delay="249"/>
                                          </p:stCondLst>
                                        </p:cTn>
                                        <p:tgtEl>
                                          <p:spTgt spid="374"/>
                                        </p:tgtEl>
                                        <p:attrNameLst>
                                          <p:attrName>style.visibility</p:attrName>
                                        </p:attrNameLst>
                                      </p:cBhvr>
                                      <p:to>
                                        <p:strVal val="visible"/>
                                      </p:to>
                                    </p:se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373"/>
                                        </p:tgtEl>
                                        <p:attrNameLst>
                                          <p:attrName>style.visibility</p:attrName>
                                        </p:attrNameLst>
                                      </p:cBhvr>
                                      <p:to>
                                        <p:strVal val="visible"/>
                                      </p:to>
                                    </p:set>
                                    <p:animEffect transition="in" filter="fade">
                                      <p:cBhvr>
                                        <p:cTn id="17" dur="500"/>
                                        <p:tgtEl>
                                          <p:spTgt spid="373"/>
                                        </p:tgtEl>
                                      </p:cBhvr>
                                    </p:animEffect>
                                  </p:childTnLst>
                                </p:cTn>
                              </p:par>
                            </p:childTnLst>
                          </p:cTn>
                        </p:par>
                        <p:par>
                          <p:cTn id="18" fill="hold">
                            <p:stCondLst>
                              <p:cond delay="2000"/>
                            </p:stCondLst>
                            <p:childTnLst>
                              <p:par>
                                <p:cTn id="19" presetID="10" presetClass="entr" presetSubtype="0" fill="hold" nodeType="afterEffect">
                                  <p:stCondLst>
                                    <p:cond delay="500"/>
                                  </p:stCondLst>
                                  <p:childTnLst>
                                    <p:set>
                                      <p:cBhvr>
                                        <p:cTn id="20" dur="1" fill="hold">
                                          <p:stCondLst>
                                            <p:cond delay="0"/>
                                          </p:stCondLst>
                                        </p:cTn>
                                        <p:tgtEl>
                                          <p:spTgt spid="358"/>
                                        </p:tgtEl>
                                        <p:attrNameLst>
                                          <p:attrName>style.visibility</p:attrName>
                                        </p:attrNameLst>
                                      </p:cBhvr>
                                      <p:to>
                                        <p:strVal val="visible"/>
                                      </p:to>
                                    </p:set>
                                    <p:animEffect transition="in" filter="fade">
                                      <p:cBhvr>
                                        <p:cTn id="21" dur="750"/>
                                        <p:tgtEl>
                                          <p:spTgt spid="3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73" grpId="0" animBg="1"/>
      <p:bldP spid="37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DE3AF2E9-5DC5-40D3-923A-05B636A6AE67}" type="slidenum">
              <a:rPr lang="id-ID" sz="1600">
                <a:solidFill>
                  <a:srgbClr val="F2F2F2"/>
                </a:solidFill>
                <a:latin typeface="Calibri Light"/>
              </a:rPr>
              <a:pPr algn="ctr">
                <a:lnSpc>
                  <a:spcPct val="90000"/>
                </a:lnSpc>
                <a:spcBef>
                  <a:spcPts val="1000"/>
                </a:spcBef>
                <a:buFont typeface="Arial" charset="0"/>
                <a:buNone/>
              </a:pPr>
              <a:t>8</a:t>
            </a:fld>
            <a:endParaRPr lang="en-US" sz="1600">
              <a:solidFill>
                <a:srgbClr val="F2F2F2"/>
              </a:solidFill>
              <a:latin typeface="Calibri Light"/>
            </a:endParaRPr>
          </a:p>
        </p:txBody>
      </p:sp>
      <p:sp>
        <p:nvSpPr>
          <p:cNvPr id="411" name="Content Placeholder 7"/>
          <p:cNvSpPr txBox="1">
            <a:spLocks/>
          </p:cNvSpPr>
          <p:nvPr/>
        </p:nvSpPr>
        <p:spPr bwMode="auto">
          <a:xfrm>
            <a:off x="1820863" y="412750"/>
            <a:ext cx="8985250" cy="646113"/>
          </a:xfrm>
          <a:prstGeom prst="rect">
            <a:avLst/>
          </a:prstGeom>
          <a:noFill/>
          <a:ln w="9525">
            <a:noFill/>
            <a:miter lim="800000"/>
            <a:headEnd/>
            <a:tailEnd/>
          </a:ln>
        </p:spPr>
        <p:txBody>
          <a:bodyPr>
            <a:spAutoFit/>
          </a:bodyPr>
          <a:lstStyle/>
          <a:p>
            <a:pPr algn="r" rtl="1">
              <a:spcBef>
                <a:spcPct val="20000"/>
              </a:spcBef>
              <a:buFont typeface="Arial" charset="0"/>
              <a:buNone/>
            </a:pPr>
            <a:r>
              <a:rPr lang="ar-SA" sz="3600" u="sng" dirty="0"/>
              <a:t>يمكن تلخيص مفهوم التكنولوجيا بثلاثة معاني هي: </a:t>
            </a:r>
            <a:endParaRPr lang="en-US" sz="3600" u="sng" dirty="0"/>
          </a:p>
        </p:txBody>
      </p:sp>
      <p:grpSp>
        <p:nvGrpSpPr>
          <p:cNvPr id="2" name="Group 1"/>
          <p:cNvGrpSpPr>
            <a:grpSpLocks noChangeAspect="1"/>
          </p:cNvGrpSpPr>
          <p:nvPr/>
        </p:nvGrpSpPr>
        <p:grpSpPr>
          <a:xfrm>
            <a:off x="7614646" y="2011680"/>
            <a:ext cx="4577354" cy="3279045"/>
            <a:chOff x="3550646" y="1995463"/>
            <a:chExt cx="4577354" cy="3279045"/>
          </a:xfrm>
          <a:scene3d>
            <a:camera prst="orthographicFront">
              <a:rot lat="0" lon="20699996" rev="0"/>
            </a:camera>
            <a:lightRig rig="threePt" dir="t"/>
          </a:scene3d>
        </p:grpSpPr>
        <p:sp>
          <p:nvSpPr>
            <p:cNvPr id="16" name="Freeform 9"/>
            <p:cNvSpPr>
              <a:spLocks/>
            </p:cNvSpPr>
            <p:nvPr/>
          </p:nvSpPr>
          <p:spPr bwMode="auto">
            <a:xfrm rot="13500000">
              <a:off x="3550645" y="3134567"/>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FF0000"/>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7" name="Freeform 9"/>
            <p:cNvSpPr>
              <a:spLocks/>
            </p:cNvSpPr>
            <p:nvPr/>
          </p:nvSpPr>
          <p:spPr bwMode="auto">
            <a:xfrm rot="13500000">
              <a:off x="5887180" y="3134568"/>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7030A0"/>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8" name="Freeform 9"/>
            <p:cNvSpPr>
              <a:spLocks/>
            </p:cNvSpPr>
            <p:nvPr/>
          </p:nvSpPr>
          <p:spPr bwMode="auto">
            <a:xfrm rot="2700000">
              <a:off x="4715640" y="1995463"/>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9" name="Freeform 18"/>
            <p:cNvSpPr/>
            <p:nvPr/>
          </p:nvSpPr>
          <p:spPr>
            <a:xfrm rot="10800000">
              <a:off x="7063011" y="1995634"/>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anchor="ctr"/>
            <a:lstStyle/>
            <a:p>
              <a:pPr algn="ctr" fontAlgn="auto">
                <a:spcBef>
                  <a:spcPts val="0"/>
                </a:spcBef>
                <a:spcAft>
                  <a:spcPts val="0"/>
                </a:spcAft>
                <a:defRPr/>
              </a:pPr>
              <a:endParaRPr lang="id-ID">
                <a:solidFill>
                  <a:prstClr val="white"/>
                </a:solidFill>
              </a:endParaRPr>
            </a:p>
          </p:txBody>
        </p:sp>
      </p:grpSp>
      <p:grpSp>
        <p:nvGrpSpPr>
          <p:cNvPr id="24" name="Group 23"/>
          <p:cNvGrpSpPr>
            <a:grpSpLocks/>
          </p:cNvGrpSpPr>
          <p:nvPr/>
        </p:nvGrpSpPr>
        <p:grpSpPr bwMode="auto">
          <a:xfrm>
            <a:off x="6715156" y="3964015"/>
            <a:ext cx="598488" cy="492125"/>
            <a:chOff x="9545610" y="1955599"/>
            <a:chExt cx="599208" cy="492388"/>
          </a:xfrm>
        </p:grpSpPr>
        <p:sp>
          <p:nvSpPr>
            <p:cNvPr id="25" name="Oval 24"/>
            <p:cNvSpPr/>
            <p:nvPr/>
          </p:nvSpPr>
          <p:spPr>
            <a:xfrm rot="2700000">
              <a:off x="9602993" y="1955434"/>
              <a:ext cx="492388" cy="492717"/>
            </a:xfrm>
            <a:prstGeom prst="ellipse">
              <a:avLst/>
            </a:prstGeom>
            <a:solidFill>
              <a:schemeClr val="accent4"/>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solidFill>
                  <a:prstClr val="white"/>
                </a:solidFill>
              </a:endParaRPr>
            </a:p>
          </p:txBody>
        </p:sp>
        <p:sp>
          <p:nvSpPr>
            <p:cNvPr id="438293" name="TextBox 25"/>
            <p:cNvSpPr txBox="1">
              <a:spLocks noChangeArrowheads="1"/>
            </p:cNvSpPr>
            <p:nvPr/>
          </p:nvSpPr>
          <p:spPr bwMode="auto">
            <a:xfrm>
              <a:off x="9545610" y="2034116"/>
              <a:ext cx="599208" cy="338554"/>
            </a:xfrm>
            <a:prstGeom prst="rect">
              <a:avLst/>
            </a:prstGeom>
            <a:noFill/>
            <a:ln w="9525">
              <a:noFill/>
              <a:miter lim="800000"/>
              <a:headEnd/>
              <a:tailEnd/>
            </a:ln>
          </p:spPr>
          <p:txBody>
            <a:bodyPr>
              <a:spAutoFit/>
            </a:bodyPr>
            <a:lstStyle/>
            <a:p>
              <a:pPr algn="ctr"/>
              <a:r>
                <a:rPr lang="id-ID" sz="1600" b="1">
                  <a:solidFill>
                    <a:srgbClr val="F2F2F2"/>
                  </a:solidFill>
                  <a:latin typeface="Diavlo Medium"/>
                  <a:ea typeface="Roboto"/>
                  <a:cs typeface="Roboto"/>
                </a:rPr>
                <a:t>02</a:t>
              </a:r>
              <a:endParaRPr lang="id-ID" b="1">
                <a:solidFill>
                  <a:srgbClr val="F2F2F2"/>
                </a:solidFill>
                <a:latin typeface="Diavlo Medium"/>
                <a:ea typeface="Roboto"/>
                <a:cs typeface="Roboto"/>
              </a:endParaRPr>
            </a:p>
          </p:txBody>
        </p:sp>
      </p:grpSp>
      <p:grpSp>
        <p:nvGrpSpPr>
          <p:cNvPr id="27" name="Group 26"/>
          <p:cNvGrpSpPr>
            <a:grpSpLocks/>
          </p:cNvGrpSpPr>
          <p:nvPr/>
        </p:nvGrpSpPr>
        <p:grpSpPr bwMode="auto">
          <a:xfrm>
            <a:off x="6748494" y="2687665"/>
            <a:ext cx="600075" cy="492125"/>
            <a:chOff x="10716797" y="5108091"/>
            <a:chExt cx="599208" cy="492388"/>
          </a:xfrm>
        </p:grpSpPr>
        <p:sp>
          <p:nvSpPr>
            <p:cNvPr id="28" name="Oval 27"/>
            <p:cNvSpPr/>
            <p:nvPr/>
          </p:nvSpPr>
          <p:spPr>
            <a:xfrm rot="5191545">
              <a:off x="10774962" y="5108578"/>
              <a:ext cx="492388" cy="491414"/>
            </a:xfrm>
            <a:prstGeom prst="ellipse">
              <a:avLst/>
            </a:prstGeom>
            <a:solidFill>
              <a:srgbClr val="7030A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solidFill>
                  <a:prstClr val="white"/>
                </a:solidFill>
              </a:endParaRPr>
            </a:p>
          </p:txBody>
        </p:sp>
        <p:sp>
          <p:nvSpPr>
            <p:cNvPr id="438291" name="TextBox 29"/>
            <p:cNvSpPr txBox="1">
              <a:spLocks noChangeArrowheads="1"/>
            </p:cNvSpPr>
            <p:nvPr/>
          </p:nvSpPr>
          <p:spPr bwMode="auto">
            <a:xfrm>
              <a:off x="10716797" y="5178591"/>
              <a:ext cx="599208" cy="338554"/>
            </a:xfrm>
            <a:prstGeom prst="rect">
              <a:avLst/>
            </a:prstGeom>
            <a:noFill/>
            <a:ln w="9525">
              <a:noFill/>
              <a:miter lim="800000"/>
              <a:headEnd/>
              <a:tailEnd/>
            </a:ln>
          </p:spPr>
          <p:txBody>
            <a:bodyPr>
              <a:spAutoFit/>
            </a:bodyPr>
            <a:lstStyle/>
            <a:p>
              <a:pPr algn="ctr"/>
              <a:r>
                <a:rPr lang="id-ID" sz="1600" b="1">
                  <a:solidFill>
                    <a:srgbClr val="F2F2F2"/>
                  </a:solidFill>
                  <a:latin typeface="Diavlo Medium"/>
                  <a:ea typeface="Roboto"/>
                  <a:cs typeface="Roboto"/>
                </a:rPr>
                <a:t>01</a:t>
              </a:r>
              <a:endParaRPr lang="id-ID" b="1">
                <a:solidFill>
                  <a:srgbClr val="F2F2F2"/>
                </a:solidFill>
                <a:latin typeface="Diavlo Medium"/>
                <a:ea typeface="Roboto"/>
                <a:cs typeface="Roboto"/>
              </a:endParaRPr>
            </a:p>
          </p:txBody>
        </p:sp>
      </p:grpSp>
      <p:sp>
        <p:nvSpPr>
          <p:cNvPr id="31" name="Freeform 19"/>
          <p:cNvSpPr>
            <a:spLocks noEditPoints="1"/>
          </p:cNvSpPr>
          <p:nvPr/>
        </p:nvSpPr>
        <p:spPr bwMode="auto">
          <a:xfrm>
            <a:off x="9650413" y="2813050"/>
            <a:ext cx="458787" cy="442913"/>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accent4"/>
          </a:solidFill>
          <a:ln>
            <a:noFill/>
          </a:ln>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2" name="Freeform 23"/>
          <p:cNvSpPr>
            <a:spLocks noEditPoints="1"/>
          </p:cNvSpPr>
          <p:nvPr/>
        </p:nvSpPr>
        <p:spPr bwMode="auto">
          <a:xfrm>
            <a:off x="8424863" y="4318000"/>
            <a:ext cx="442912" cy="336550"/>
          </a:xfrm>
          <a:custGeom>
            <a:avLst/>
            <a:gdLst>
              <a:gd name="T0" fmla="*/ 1257094817 w 128"/>
              <a:gd name="T1" fmla="*/ 24494529 h 96"/>
              <a:gd name="T2" fmla="*/ 335225508 w 128"/>
              <a:gd name="T3" fmla="*/ 0 h 96"/>
              <a:gd name="T4" fmla="*/ 23944925 w 128"/>
              <a:gd name="T5" fmla="*/ 281692370 h 96"/>
              <a:gd name="T6" fmla="*/ 23944925 w 128"/>
              <a:gd name="T7" fmla="*/ 416413993 h 96"/>
              <a:gd name="T8" fmla="*/ 766230690 w 128"/>
              <a:gd name="T9" fmla="*/ 1175755018 h 96"/>
              <a:gd name="T10" fmla="*/ 1508513002 w 128"/>
              <a:gd name="T11" fmla="*/ 416413993 h 96"/>
              <a:gd name="T12" fmla="*/ 1508513002 w 128"/>
              <a:gd name="T13" fmla="*/ 281692370 h 96"/>
              <a:gd name="T14" fmla="*/ 658478557 w 128"/>
              <a:gd name="T15" fmla="*/ 342926922 h 96"/>
              <a:gd name="T16" fmla="*/ 873979364 w 128"/>
              <a:gd name="T17" fmla="*/ 342926922 h 96"/>
              <a:gd name="T18" fmla="*/ 933841876 w 128"/>
              <a:gd name="T19" fmla="*/ 110227129 h 96"/>
              <a:gd name="T20" fmla="*/ 909896958 w 128"/>
              <a:gd name="T21" fmla="*/ 306186892 h 96"/>
              <a:gd name="T22" fmla="*/ 622561179 w 128"/>
              <a:gd name="T23" fmla="*/ 306186892 h 96"/>
              <a:gd name="T24" fmla="*/ 598616260 w 128"/>
              <a:gd name="T25" fmla="*/ 110227129 h 96"/>
              <a:gd name="T26" fmla="*/ 622561179 w 128"/>
              <a:gd name="T27" fmla="*/ 306186892 h 96"/>
              <a:gd name="T28" fmla="*/ 766230690 w 128"/>
              <a:gd name="T29" fmla="*/ 1004289859 h 96"/>
              <a:gd name="T30" fmla="*/ 885951823 w 128"/>
              <a:gd name="T31" fmla="*/ 391919471 h 96"/>
              <a:gd name="T32" fmla="*/ 1173287602 w 128"/>
              <a:gd name="T33" fmla="*/ 391919471 h 96"/>
              <a:gd name="T34" fmla="*/ 933841876 w 128"/>
              <a:gd name="T35" fmla="*/ 391919471 h 96"/>
              <a:gd name="T36" fmla="*/ 1065535468 w 128"/>
              <a:gd name="T37" fmla="*/ 244948834 h 96"/>
              <a:gd name="T38" fmla="*/ 945814336 w 128"/>
              <a:gd name="T39" fmla="*/ 342926922 h 96"/>
              <a:gd name="T40" fmla="*/ 1161315143 w 128"/>
              <a:gd name="T41" fmla="*/ 97978115 h 96"/>
              <a:gd name="T42" fmla="*/ 993704173 w 128"/>
              <a:gd name="T43" fmla="*/ 97978115 h 96"/>
              <a:gd name="T44" fmla="*/ 658478557 w 128"/>
              <a:gd name="T45" fmla="*/ 97978115 h 96"/>
              <a:gd name="T46" fmla="*/ 766230690 w 128"/>
              <a:gd name="T47" fmla="*/ 183710722 h 96"/>
              <a:gd name="T48" fmla="*/ 371142886 w 128"/>
              <a:gd name="T49" fmla="*/ 97978115 h 96"/>
              <a:gd name="T50" fmla="*/ 466919208 w 128"/>
              <a:gd name="T51" fmla="*/ 171465214 h 96"/>
              <a:gd name="T52" fmla="*/ 586643801 w 128"/>
              <a:gd name="T53" fmla="*/ 342926922 h 96"/>
              <a:gd name="T54" fmla="*/ 466919208 w 128"/>
              <a:gd name="T55" fmla="*/ 244948834 h 96"/>
              <a:gd name="T56" fmla="*/ 718340853 w 128"/>
              <a:gd name="T57" fmla="*/ 992044351 h 96"/>
              <a:gd name="T58" fmla="*/ 598616260 w 128"/>
              <a:gd name="T59" fmla="*/ 391919471 h 96"/>
              <a:gd name="T60" fmla="*/ 131697106 w 128"/>
              <a:gd name="T61" fmla="*/ 391919471 h 96"/>
              <a:gd name="T62" fmla="*/ 610588720 w 128"/>
              <a:gd name="T63" fmla="*/ 906311552 h 96"/>
              <a:gd name="T64" fmla="*/ 1400760868 w 128"/>
              <a:gd name="T65" fmla="*/ 391919471 h 96"/>
              <a:gd name="T66" fmla="*/ 1221177439 w 128"/>
              <a:gd name="T67" fmla="*/ 391919471 h 96"/>
              <a:gd name="T68" fmla="*/ 1101452846 w 128"/>
              <a:gd name="T69" fmla="*/ 208205244 h 96"/>
              <a:gd name="T70" fmla="*/ 1436678246 w 128"/>
              <a:gd name="T71" fmla="*/ 342926922 h 96"/>
              <a:gd name="T72" fmla="*/ 323253049 w 128"/>
              <a:gd name="T73" fmla="*/ 122476170 h 96"/>
              <a:gd name="T74" fmla="*/ 299308130 w 128"/>
              <a:gd name="T75" fmla="*/ 342926922 h 96"/>
              <a:gd name="T76" fmla="*/ 323253049 w 128"/>
              <a:gd name="T77" fmla="*/ 122476170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96"/>
              <a:gd name="T119" fmla="*/ 128 w 128"/>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96">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rgbClr val="FF0000"/>
          </a:solidFill>
          <a:ln w="9525">
            <a:noFill/>
            <a:miter lim="800000"/>
            <a:headEnd/>
            <a:tailEnd/>
          </a:ln>
        </p:spPr>
        <p:txBody>
          <a:bodyPr/>
          <a:lstStyle/>
          <a:p>
            <a:endParaRPr lang="id-ID">
              <a:solidFill>
                <a:srgbClr val="000000"/>
              </a:solidFill>
            </a:endParaRPr>
          </a:p>
        </p:txBody>
      </p:sp>
      <p:grpSp>
        <p:nvGrpSpPr>
          <p:cNvPr id="33" name="Group 32"/>
          <p:cNvGrpSpPr/>
          <p:nvPr/>
        </p:nvGrpSpPr>
        <p:grpSpPr>
          <a:xfrm>
            <a:off x="10675537" y="4038901"/>
            <a:ext cx="451474" cy="442875"/>
            <a:chOff x="6786562" y="796925"/>
            <a:chExt cx="500063" cy="490538"/>
          </a:xfrm>
          <a:solidFill>
            <a:srgbClr val="7030A0"/>
          </a:solidFill>
        </p:grpSpPr>
        <p:sp>
          <p:nvSpPr>
            <p:cNvPr id="34"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5"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6"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7"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grpSp>
      <p:sp>
        <p:nvSpPr>
          <p:cNvPr id="38" name="Straight Connector 37"/>
          <p:cNvSpPr/>
          <p:nvPr/>
        </p:nvSpPr>
        <p:spPr>
          <a:xfrm flipV="1">
            <a:off x="266731" y="5440590"/>
            <a:ext cx="6786562" cy="33338"/>
          </a:xfrm>
          <a:prstGeom prst="line">
            <a:avLst/>
          </a:prstGeom>
          <a:ln>
            <a:solidFill>
              <a:schemeClr val="accent4"/>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39" name="Straight Connector 38"/>
          <p:cNvSpPr/>
          <p:nvPr/>
        </p:nvSpPr>
        <p:spPr>
          <a:xfrm>
            <a:off x="216610" y="3554196"/>
            <a:ext cx="6767512" cy="0"/>
          </a:xfrm>
          <a:prstGeom prst="line">
            <a:avLst/>
          </a:prstGeom>
          <a:ln>
            <a:solidFill>
              <a:srgbClr val="7030A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5" name="Content Placeholder 2"/>
          <p:cNvSpPr txBox="1">
            <a:spLocks/>
          </p:cNvSpPr>
          <p:nvPr/>
        </p:nvSpPr>
        <p:spPr>
          <a:xfrm>
            <a:off x="-96806" y="2565427"/>
            <a:ext cx="6889750" cy="61436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lnSpc>
                <a:spcPct val="80000"/>
              </a:lnSpc>
              <a:buClr>
                <a:srgbClr val="5B9BD5">
                  <a:lumMod val="75000"/>
                </a:srgbClr>
              </a:buClr>
              <a:defRPr/>
            </a:pPr>
            <a:r>
              <a:rPr lang="ar-SA" sz="3200" dirty="0" smtClean="0">
                <a:latin typeface="+mj-lt"/>
              </a:rPr>
              <a:t>التكنولوجيا</a:t>
            </a:r>
            <a:r>
              <a:rPr lang="en-US" sz="3200" dirty="0" smtClean="0">
                <a:latin typeface="+mj-lt"/>
              </a:rPr>
              <a:t> </a:t>
            </a:r>
            <a:r>
              <a:rPr lang="ar-SA" sz="3200" dirty="0">
                <a:latin typeface="+mj-lt"/>
              </a:rPr>
              <a:t>كعمليات (</a:t>
            </a:r>
            <a:r>
              <a:rPr lang="en-US" sz="3200" dirty="0">
                <a:latin typeface="+mj-lt"/>
              </a:rPr>
              <a:t> </a:t>
            </a:r>
            <a:r>
              <a:rPr lang="en-US" sz="3200" dirty="0" smtClean="0">
                <a:latin typeface="+mj-lt"/>
              </a:rPr>
              <a:t>processes</a:t>
            </a:r>
            <a:r>
              <a:rPr lang="ar-SA" sz="3200" dirty="0" smtClean="0">
                <a:latin typeface="+mj-lt"/>
              </a:rPr>
              <a:t>) </a:t>
            </a:r>
            <a:r>
              <a:rPr lang="ar-SA" sz="3200" dirty="0">
                <a:latin typeface="+mj-lt"/>
              </a:rPr>
              <a:t>وفى هذه الحالة تعني التطبيق المنظم للمعرفة العلمية</a:t>
            </a:r>
            <a:endParaRPr lang="en-US" sz="3200" b="1" dirty="0">
              <a:solidFill>
                <a:prstClr val="white">
                  <a:lumMod val="65000"/>
                </a:prstClr>
              </a:solidFill>
              <a:latin typeface="+mj-lt"/>
              <a:ea typeface="Roboto" panose="02000000000000000000" pitchFamily="2" charset="0"/>
              <a:cs typeface="Arial" panose="020B0604020202020204" pitchFamily="34" charset="0"/>
            </a:endParaRPr>
          </a:p>
          <a:p>
            <a:pPr fontAlgn="auto">
              <a:lnSpc>
                <a:spcPct val="80000"/>
              </a:lnSpc>
              <a:buClr>
                <a:srgbClr val="5B9BD5">
                  <a:lumMod val="75000"/>
                </a:srgbClr>
              </a:buClr>
              <a:defRPr/>
            </a:pPr>
            <a:endParaRPr lang="en-US" sz="1050" b="1" dirty="0">
              <a:solidFill>
                <a:srgbClr val="7030A0"/>
              </a:solidFill>
              <a:ea typeface="Roboto" panose="02000000000000000000" pitchFamily="2" charset="0"/>
              <a:cs typeface="Arial" panose="020B0604020202020204" pitchFamily="34" charset="0"/>
            </a:endParaRPr>
          </a:p>
        </p:txBody>
      </p:sp>
      <p:sp>
        <p:nvSpPr>
          <p:cNvPr id="46" name="Content Placeholder 2"/>
          <p:cNvSpPr txBox="1">
            <a:spLocks/>
          </p:cNvSpPr>
          <p:nvPr/>
        </p:nvSpPr>
        <p:spPr bwMode="auto">
          <a:xfrm>
            <a:off x="-68161" y="3959842"/>
            <a:ext cx="6864350" cy="1527175"/>
          </a:xfrm>
          <a:prstGeom prst="rect">
            <a:avLst/>
          </a:prstGeom>
          <a:noFill/>
          <a:ln w="9525">
            <a:noFill/>
            <a:miter lim="800000"/>
            <a:headEnd/>
            <a:tailEnd/>
          </a:ln>
        </p:spPr>
        <p:txBody>
          <a:bodyPr/>
          <a:lstStyle/>
          <a:p>
            <a:pPr algn="r" defTabSz="457200" rtl="1">
              <a:spcBef>
                <a:spcPct val="20000"/>
              </a:spcBef>
              <a:spcAft>
                <a:spcPts val="600"/>
              </a:spcAft>
              <a:buClr>
                <a:srgbClr val="2E75B6"/>
              </a:buClr>
              <a:buSzPct val="145000"/>
              <a:buFont typeface="Arial" charset="0"/>
              <a:buNone/>
            </a:pPr>
            <a:r>
              <a:rPr lang="ar-SA" sz="3200" dirty="0"/>
              <a:t>التكنولوجيا كنواتج (products) وفى هذه الحالة تعني الأدوات والأجهزة والمواد الناتجة عن تطبيق المعرفة العلمية.</a:t>
            </a:r>
            <a:endParaRPr lang="en-US" sz="3200" dirty="0"/>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0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wipe(left)">
                                      <p:cBhvr>
                                        <p:cTn id="7" dur="500"/>
                                        <p:tgtEl>
                                          <p:spTgt spid="40">
                                            <p:txEl>
                                              <p:pRg st="0" end="0"/>
                                            </p:txEl>
                                          </p:spTgt>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411"/>
                                        </p:tgtEl>
                                        <p:attrNameLst>
                                          <p:attrName>style.visibility</p:attrName>
                                        </p:attrNameLst>
                                      </p:cBhvr>
                                      <p:to>
                                        <p:strVal val="visible"/>
                                      </p:to>
                                    </p:set>
                                    <p:animEffect transition="in" filter="fade">
                                      <p:cBhvr>
                                        <p:cTn id="10" dur="500"/>
                                        <p:tgtEl>
                                          <p:spTgt spid="411"/>
                                        </p:tgtEl>
                                      </p:cBhvr>
                                    </p:animEffect>
                                  </p:childTnLst>
                                </p:cTn>
                              </p:par>
                            </p:childTnLst>
                          </p:cTn>
                        </p:par>
                        <p:par>
                          <p:cTn id="11" fill="hold">
                            <p:stCondLst>
                              <p:cond delay="15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2000"/>
                            </p:stCondLst>
                            <p:childTnLst>
                              <p:par>
                                <p:cTn id="16" presetID="10" presetClass="entr" presetSubtype="0" fill="hold" nodeType="after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fade">
                                      <p:cBhvr>
                                        <p:cTn id="18" dur="500"/>
                                        <p:tgtEl>
                                          <p:spTgt spid="27"/>
                                        </p:tgtEl>
                                      </p:cBhvr>
                                    </p:animEffect>
                                  </p:childTnLst>
                                </p:cTn>
                              </p:par>
                            </p:childTnLst>
                          </p:cTn>
                        </p:par>
                        <p:par>
                          <p:cTn id="19" fill="hold">
                            <p:stCondLst>
                              <p:cond delay="2500"/>
                            </p:stCondLst>
                            <p:childTnLst>
                              <p:par>
                                <p:cTn id="20" presetID="10" presetClass="entr" presetSubtype="0" fill="hold" nodeType="after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par>
                          <p:cTn id="23" fill="hold">
                            <p:stCondLst>
                              <p:cond delay="3000"/>
                            </p:stCondLst>
                            <p:childTnLst>
                              <p:par>
                                <p:cTn id="24" presetID="10" presetClass="entr" presetSubtype="0"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500"/>
                                        <p:tgtEl>
                                          <p:spTgt spid="32"/>
                                        </p:tgtEl>
                                      </p:cBhvr>
                                    </p:animEffect>
                                  </p:childTnLst>
                                </p:cTn>
                              </p:par>
                              <p:par>
                                <p:cTn id="27" presetID="10" presetClass="entr" presetSubtype="0" fill="hold" nodeType="with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fade">
                                      <p:cBhvr>
                                        <p:cTn id="29" dur="500"/>
                                        <p:tgtEl>
                                          <p:spTgt spid="33"/>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22" presetClass="entr" presetSubtype="2" fill="hold" nodeType="withEffect">
                                  <p:stCondLst>
                                    <p:cond delay="500"/>
                                  </p:stCondLst>
                                  <p:childTnLst>
                                    <p:set>
                                      <p:cBhvr>
                                        <p:cTn id="35" dur="1" fill="hold">
                                          <p:stCondLst>
                                            <p:cond delay="0"/>
                                          </p:stCondLst>
                                        </p:cTn>
                                        <p:tgtEl>
                                          <p:spTgt spid="39"/>
                                        </p:tgtEl>
                                        <p:attrNameLst>
                                          <p:attrName>style.visibility</p:attrName>
                                        </p:attrNameLst>
                                      </p:cBhvr>
                                      <p:to>
                                        <p:strVal val="visible"/>
                                      </p:to>
                                    </p:set>
                                    <p:animEffect transition="in" filter="wipe(right)">
                                      <p:cBhvr>
                                        <p:cTn id="36" dur="1000"/>
                                        <p:tgtEl>
                                          <p:spTgt spid="39"/>
                                        </p:tgtEl>
                                      </p:cBhvr>
                                    </p:animEffect>
                                  </p:childTnLst>
                                </p:cTn>
                              </p:par>
                              <p:par>
                                <p:cTn id="37" presetID="22" presetClass="entr" presetSubtype="2" fill="hold" nodeType="withEffect">
                                  <p:stCondLst>
                                    <p:cond delay="500"/>
                                  </p:stCondLst>
                                  <p:childTnLst>
                                    <p:set>
                                      <p:cBhvr>
                                        <p:cTn id="38" dur="1" fill="hold">
                                          <p:stCondLst>
                                            <p:cond delay="0"/>
                                          </p:stCondLst>
                                        </p:cTn>
                                        <p:tgtEl>
                                          <p:spTgt spid="38"/>
                                        </p:tgtEl>
                                        <p:attrNameLst>
                                          <p:attrName>style.visibility</p:attrName>
                                        </p:attrNameLst>
                                      </p:cBhvr>
                                      <p:to>
                                        <p:strVal val="visible"/>
                                      </p:to>
                                    </p:set>
                                    <p:animEffect transition="in" filter="wipe(right)">
                                      <p:cBhvr>
                                        <p:cTn id="39" dur="1000"/>
                                        <p:tgtEl>
                                          <p:spTgt spid="38"/>
                                        </p:tgtEl>
                                      </p:cBhvr>
                                    </p:animEffect>
                                  </p:childTnLst>
                                </p:cTn>
                              </p:par>
                            </p:childTnLst>
                          </p:cTn>
                        </p:par>
                        <p:par>
                          <p:cTn id="40" fill="hold">
                            <p:stCondLst>
                              <p:cond delay="5000"/>
                            </p:stCondLst>
                            <p:childTnLst>
                              <p:par>
                                <p:cTn id="41" presetID="1" presetClass="entr" presetSubtype="0" fill="hold" grpId="0" nodeType="afterEffect">
                                  <p:stCondLst>
                                    <p:cond delay="0"/>
                                  </p:stCondLst>
                                  <p:childTnLst>
                                    <p:set>
                                      <p:cBhvr>
                                        <p:cTn id="42" dur="1" fill="hold">
                                          <p:stCondLst>
                                            <p:cond delay="0"/>
                                          </p:stCondLst>
                                        </p:cTn>
                                        <p:tgtEl>
                                          <p:spTgt spid="45"/>
                                        </p:tgtEl>
                                        <p:attrNameLst>
                                          <p:attrName>style.visibility</p:attrName>
                                        </p:attrNameLst>
                                      </p:cBhvr>
                                      <p:to>
                                        <p:strVal val="visible"/>
                                      </p:to>
                                    </p:set>
                                  </p:childTnLst>
                                </p:cTn>
                              </p:par>
                            </p:childTnLst>
                          </p:cTn>
                        </p:par>
                        <p:par>
                          <p:cTn id="43" fill="hold">
                            <p:stCondLst>
                              <p:cond delay="5000"/>
                            </p:stCondLst>
                            <p:childTnLst>
                              <p:par>
                                <p:cTn id="44" presetID="1" presetClass="entr" presetSubtype="0" fill="hold" grpId="0" nodeType="afterEffect">
                                  <p:stCondLst>
                                    <p:cond delay="500"/>
                                  </p:stCondLst>
                                  <p:childTnLst>
                                    <p:set>
                                      <p:cBhvr>
                                        <p:cTn id="45"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P spid="411" grpId="0"/>
      <p:bldP spid="31" grpId="0" animBg="1"/>
      <p:bldP spid="32" grpId="0" animBg="1"/>
      <p:bldP spid="45" grpId="0"/>
      <p:bldP spid="46"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DE3AF2E9-5DC5-40D3-923A-05B636A6AE67}" type="slidenum">
              <a:rPr lang="id-ID" sz="1600">
                <a:solidFill>
                  <a:srgbClr val="F2F2F2"/>
                </a:solidFill>
                <a:latin typeface="Calibri Light"/>
              </a:rPr>
              <a:pPr algn="ctr">
                <a:lnSpc>
                  <a:spcPct val="90000"/>
                </a:lnSpc>
                <a:spcBef>
                  <a:spcPts val="1000"/>
                </a:spcBef>
                <a:buFont typeface="Arial" charset="0"/>
                <a:buNone/>
              </a:pPr>
              <a:t>9</a:t>
            </a:fld>
            <a:endParaRPr lang="en-US" sz="1600">
              <a:solidFill>
                <a:srgbClr val="F2F2F2"/>
              </a:solidFill>
              <a:latin typeface="Calibri Light"/>
            </a:endParaRPr>
          </a:p>
        </p:txBody>
      </p:sp>
      <p:grpSp>
        <p:nvGrpSpPr>
          <p:cNvPr id="2" name="Group 1"/>
          <p:cNvGrpSpPr>
            <a:grpSpLocks noChangeAspect="1"/>
          </p:cNvGrpSpPr>
          <p:nvPr/>
        </p:nvGrpSpPr>
        <p:grpSpPr>
          <a:xfrm>
            <a:off x="7614646" y="2011680"/>
            <a:ext cx="4577354" cy="3279045"/>
            <a:chOff x="3550646" y="1995463"/>
            <a:chExt cx="4577354" cy="3279045"/>
          </a:xfrm>
          <a:scene3d>
            <a:camera prst="orthographicFront">
              <a:rot lat="0" lon="20699996" rev="0"/>
            </a:camera>
            <a:lightRig rig="threePt" dir="t"/>
          </a:scene3d>
        </p:grpSpPr>
        <p:sp>
          <p:nvSpPr>
            <p:cNvPr id="16" name="Freeform 9"/>
            <p:cNvSpPr>
              <a:spLocks/>
            </p:cNvSpPr>
            <p:nvPr/>
          </p:nvSpPr>
          <p:spPr bwMode="auto">
            <a:xfrm rot="13500000">
              <a:off x="3550645" y="3134567"/>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FF0000"/>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7" name="Freeform 9"/>
            <p:cNvSpPr>
              <a:spLocks/>
            </p:cNvSpPr>
            <p:nvPr/>
          </p:nvSpPr>
          <p:spPr bwMode="auto">
            <a:xfrm rot="13500000">
              <a:off x="5887180" y="3134568"/>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rgbClr val="7030A0"/>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8" name="Freeform 9"/>
            <p:cNvSpPr>
              <a:spLocks/>
            </p:cNvSpPr>
            <p:nvPr/>
          </p:nvSpPr>
          <p:spPr bwMode="auto">
            <a:xfrm rot="2700000">
              <a:off x="4715640" y="1995463"/>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lIns="0"/>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9" name="Freeform 18"/>
            <p:cNvSpPr/>
            <p:nvPr/>
          </p:nvSpPr>
          <p:spPr>
            <a:xfrm rot="10800000">
              <a:off x="7063011" y="1995634"/>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anchor="ctr"/>
            <a:lstStyle/>
            <a:p>
              <a:pPr algn="ctr" fontAlgn="auto">
                <a:spcBef>
                  <a:spcPts val="0"/>
                </a:spcBef>
                <a:spcAft>
                  <a:spcPts val="0"/>
                </a:spcAft>
                <a:defRPr/>
              </a:pPr>
              <a:endParaRPr lang="id-ID">
                <a:solidFill>
                  <a:prstClr val="white"/>
                </a:solidFill>
              </a:endParaRPr>
            </a:p>
          </p:txBody>
        </p:sp>
      </p:grpSp>
      <p:grpSp>
        <p:nvGrpSpPr>
          <p:cNvPr id="21" name="Group 20"/>
          <p:cNvGrpSpPr>
            <a:grpSpLocks/>
          </p:cNvGrpSpPr>
          <p:nvPr/>
        </p:nvGrpSpPr>
        <p:grpSpPr bwMode="auto">
          <a:xfrm>
            <a:off x="7094538" y="2797175"/>
            <a:ext cx="600075" cy="492125"/>
            <a:chOff x="7836195" y="3464708"/>
            <a:chExt cx="599208" cy="492388"/>
          </a:xfrm>
        </p:grpSpPr>
        <p:sp>
          <p:nvSpPr>
            <p:cNvPr id="22" name="Oval 21"/>
            <p:cNvSpPr/>
            <p:nvPr/>
          </p:nvSpPr>
          <p:spPr>
            <a:xfrm rot="2700000">
              <a:off x="7882471" y="3464402"/>
              <a:ext cx="492388" cy="493000"/>
            </a:xfrm>
            <a:prstGeom prst="ellipse">
              <a:avLst/>
            </a:prstGeom>
            <a:solidFill>
              <a:srgbClr val="FF0000"/>
            </a:solidFill>
            <a:ln w="508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solidFill>
                  <a:srgbClr val="4E9F8E"/>
                </a:solidFill>
              </a:endParaRPr>
            </a:p>
          </p:txBody>
        </p:sp>
        <p:sp>
          <p:nvSpPr>
            <p:cNvPr id="438295" name="TextBox 22"/>
            <p:cNvSpPr txBox="1">
              <a:spLocks noChangeArrowheads="1"/>
            </p:cNvSpPr>
            <p:nvPr/>
          </p:nvSpPr>
          <p:spPr bwMode="auto">
            <a:xfrm>
              <a:off x="7836195" y="3551319"/>
              <a:ext cx="599208" cy="338554"/>
            </a:xfrm>
            <a:prstGeom prst="rect">
              <a:avLst/>
            </a:prstGeom>
            <a:noFill/>
            <a:ln w="9525">
              <a:noFill/>
              <a:miter lim="800000"/>
              <a:headEnd/>
              <a:tailEnd/>
            </a:ln>
          </p:spPr>
          <p:txBody>
            <a:bodyPr>
              <a:spAutoFit/>
            </a:bodyPr>
            <a:lstStyle/>
            <a:p>
              <a:pPr algn="ctr"/>
              <a:r>
                <a:rPr lang="id-ID" sz="1600" b="1">
                  <a:solidFill>
                    <a:srgbClr val="F2F2F2"/>
                  </a:solidFill>
                  <a:latin typeface="Diavlo Medium"/>
                  <a:ea typeface="Roboto"/>
                  <a:cs typeface="Roboto"/>
                </a:rPr>
                <a:t>03</a:t>
              </a:r>
              <a:endParaRPr lang="id-ID" b="1">
                <a:solidFill>
                  <a:srgbClr val="F2F2F2"/>
                </a:solidFill>
                <a:latin typeface="Diavlo Medium"/>
                <a:ea typeface="Roboto"/>
                <a:cs typeface="Roboto"/>
              </a:endParaRPr>
            </a:p>
          </p:txBody>
        </p:sp>
      </p:grpSp>
      <p:sp>
        <p:nvSpPr>
          <p:cNvPr id="31" name="Freeform 19"/>
          <p:cNvSpPr>
            <a:spLocks noEditPoints="1"/>
          </p:cNvSpPr>
          <p:nvPr/>
        </p:nvSpPr>
        <p:spPr bwMode="auto">
          <a:xfrm>
            <a:off x="9650413" y="2813050"/>
            <a:ext cx="458787" cy="442913"/>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accent4"/>
          </a:solidFill>
          <a:ln>
            <a:noFill/>
          </a:ln>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2" name="Freeform 23"/>
          <p:cNvSpPr>
            <a:spLocks noEditPoints="1"/>
          </p:cNvSpPr>
          <p:nvPr/>
        </p:nvSpPr>
        <p:spPr bwMode="auto">
          <a:xfrm>
            <a:off x="8424863" y="4318000"/>
            <a:ext cx="442912" cy="336550"/>
          </a:xfrm>
          <a:custGeom>
            <a:avLst/>
            <a:gdLst>
              <a:gd name="T0" fmla="*/ 1257094817 w 128"/>
              <a:gd name="T1" fmla="*/ 24494529 h 96"/>
              <a:gd name="T2" fmla="*/ 335225508 w 128"/>
              <a:gd name="T3" fmla="*/ 0 h 96"/>
              <a:gd name="T4" fmla="*/ 23944925 w 128"/>
              <a:gd name="T5" fmla="*/ 281692370 h 96"/>
              <a:gd name="T6" fmla="*/ 23944925 w 128"/>
              <a:gd name="T7" fmla="*/ 416413993 h 96"/>
              <a:gd name="T8" fmla="*/ 766230690 w 128"/>
              <a:gd name="T9" fmla="*/ 1175755018 h 96"/>
              <a:gd name="T10" fmla="*/ 1508513002 w 128"/>
              <a:gd name="T11" fmla="*/ 416413993 h 96"/>
              <a:gd name="T12" fmla="*/ 1508513002 w 128"/>
              <a:gd name="T13" fmla="*/ 281692370 h 96"/>
              <a:gd name="T14" fmla="*/ 658478557 w 128"/>
              <a:gd name="T15" fmla="*/ 342926922 h 96"/>
              <a:gd name="T16" fmla="*/ 873979364 w 128"/>
              <a:gd name="T17" fmla="*/ 342926922 h 96"/>
              <a:gd name="T18" fmla="*/ 933841876 w 128"/>
              <a:gd name="T19" fmla="*/ 110227129 h 96"/>
              <a:gd name="T20" fmla="*/ 909896958 w 128"/>
              <a:gd name="T21" fmla="*/ 306186892 h 96"/>
              <a:gd name="T22" fmla="*/ 622561179 w 128"/>
              <a:gd name="T23" fmla="*/ 306186892 h 96"/>
              <a:gd name="T24" fmla="*/ 598616260 w 128"/>
              <a:gd name="T25" fmla="*/ 110227129 h 96"/>
              <a:gd name="T26" fmla="*/ 622561179 w 128"/>
              <a:gd name="T27" fmla="*/ 306186892 h 96"/>
              <a:gd name="T28" fmla="*/ 766230690 w 128"/>
              <a:gd name="T29" fmla="*/ 1004289859 h 96"/>
              <a:gd name="T30" fmla="*/ 885951823 w 128"/>
              <a:gd name="T31" fmla="*/ 391919471 h 96"/>
              <a:gd name="T32" fmla="*/ 1173287602 w 128"/>
              <a:gd name="T33" fmla="*/ 391919471 h 96"/>
              <a:gd name="T34" fmla="*/ 933841876 w 128"/>
              <a:gd name="T35" fmla="*/ 391919471 h 96"/>
              <a:gd name="T36" fmla="*/ 1065535468 w 128"/>
              <a:gd name="T37" fmla="*/ 244948834 h 96"/>
              <a:gd name="T38" fmla="*/ 945814336 w 128"/>
              <a:gd name="T39" fmla="*/ 342926922 h 96"/>
              <a:gd name="T40" fmla="*/ 1161315143 w 128"/>
              <a:gd name="T41" fmla="*/ 97978115 h 96"/>
              <a:gd name="T42" fmla="*/ 993704173 w 128"/>
              <a:gd name="T43" fmla="*/ 97978115 h 96"/>
              <a:gd name="T44" fmla="*/ 658478557 w 128"/>
              <a:gd name="T45" fmla="*/ 97978115 h 96"/>
              <a:gd name="T46" fmla="*/ 766230690 w 128"/>
              <a:gd name="T47" fmla="*/ 183710722 h 96"/>
              <a:gd name="T48" fmla="*/ 371142886 w 128"/>
              <a:gd name="T49" fmla="*/ 97978115 h 96"/>
              <a:gd name="T50" fmla="*/ 466919208 w 128"/>
              <a:gd name="T51" fmla="*/ 171465214 h 96"/>
              <a:gd name="T52" fmla="*/ 586643801 w 128"/>
              <a:gd name="T53" fmla="*/ 342926922 h 96"/>
              <a:gd name="T54" fmla="*/ 466919208 w 128"/>
              <a:gd name="T55" fmla="*/ 244948834 h 96"/>
              <a:gd name="T56" fmla="*/ 718340853 w 128"/>
              <a:gd name="T57" fmla="*/ 992044351 h 96"/>
              <a:gd name="T58" fmla="*/ 598616260 w 128"/>
              <a:gd name="T59" fmla="*/ 391919471 h 96"/>
              <a:gd name="T60" fmla="*/ 131697106 w 128"/>
              <a:gd name="T61" fmla="*/ 391919471 h 96"/>
              <a:gd name="T62" fmla="*/ 610588720 w 128"/>
              <a:gd name="T63" fmla="*/ 906311552 h 96"/>
              <a:gd name="T64" fmla="*/ 1400760868 w 128"/>
              <a:gd name="T65" fmla="*/ 391919471 h 96"/>
              <a:gd name="T66" fmla="*/ 1221177439 w 128"/>
              <a:gd name="T67" fmla="*/ 391919471 h 96"/>
              <a:gd name="T68" fmla="*/ 1101452846 w 128"/>
              <a:gd name="T69" fmla="*/ 208205244 h 96"/>
              <a:gd name="T70" fmla="*/ 1436678246 w 128"/>
              <a:gd name="T71" fmla="*/ 342926922 h 96"/>
              <a:gd name="T72" fmla="*/ 323253049 w 128"/>
              <a:gd name="T73" fmla="*/ 122476170 h 96"/>
              <a:gd name="T74" fmla="*/ 299308130 w 128"/>
              <a:gd name="T75" fmla="*/ 342926922 h 96"/>
              <a:gd name="T76" fmla="*/ 323253049 w 128"/>
              <a:gd name="T77" fmla="*/ 122476170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96"/>
              <a:gd name="T119" fmla="*/ 128 w 128"/>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96">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rgbClr val="FF0000"/>
          </a:solidFill>
          <a:ln w="9525">
            <a:noFill/>
            <a:miter lim="800000"/>
            <a:headEnd/>
            <a:tailEnd/>
          </a:ln>
        </p:spPr>
        <p:txBody>
          <a:bodyPr/>
          <a:lstStyle/>
          <a:p>
            <a:endParaRPr lang="id-ID">
              <a:solidFill>
                <a:srgbClr val="000000"/>
              </a:solidFill>
            </a:endParaRPr>
          </a:p>
        </p:txBody>
      </p:sp>
      <p:grpSp>
        <p:nvGrpSpPr>
          <p:cNvPr id="33" name="Group 32"/>
          <p:cNvGrpSpPr/>
          <p:nvPr/>
        </p:nvGrpSpPr>
        <p:grpSpPr>
          <a:xfrm>
            <a:off x="10675537" y="4038901"/>
            <a:ext cx="451474" cy="442875"/>
            <a:chOff x="6786562" y="796925"/>
            <a:chExt cx="500063" cy="490538"/>
          </a:xfrm>
          <a:solidFill>
            <a:srgbClr val="7030A0"/>
          </a:solidFill>
        </p:grpSpPr>
        <p:sp>
          <p:nvSpPr>
            <p:cNvPr id="34"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5"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6"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37"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grpSp>
      <p:sp>
        <p:nvSpPr>
          <p:cNvPr id="41" name="Straight Connector 40"/>
          <p:cNvSpPr/>
          <p:nvPr/>
        </p:nvSpPr>
        <p:spPr>
          <a:xfrm>
            <a:off x="346075" y="4025525"/>
            <a:ext cx="6692900" cy="0"/>
          </a:xfrm>
          <a:prstGeom prst="line">
            <a:avLst/>
          </a:prstGeom>
          <a:ln>
            <a:solidFill>
              <a:srgbClr val="FF0000"/>
            </a:solidFill>
          </a:ln>
        </p:spPr>
        <p:style>
          <a:lnRef idx="2">
            <a:schemeClr val="accent2">
              <a:hueOff val="0"/>
              <a:satOff val="0"/>
              <a:lumOff val="0"/>
              <a:alphaOff val="0"/>
            </a:schemeClr>
          </a:lnRef>
          <a:fillRef idx="0">
            <a:schemeClr val="accent2">
              <a:hueOff val="0"/>
              <a:satOff val="0"/>
              <a:lumOff val="0"/>
              <a:alphaOff val="0"/>
            </a:schemeClr>
          </a:fillRef>
          <a:effectRef idx="0">
            <a:schemeClr val="accent2">
              <a:hueOff val="0"/>
              <a:satOff val="0"/>
              <a:lumOff val="0"/>
              <a:alphaOff val="0"/>
            </a:schemeClr>
          </a:effectRef>
          <a:fontRef idx="minor">
            <a:schemeClr val="tx1">
              <a:hueOff val="0"/>
              <a:satOff val="0"/>
              <a:lumOff val="0"/>
              <a:alphaOff val="0"/>
            </a:schemeClr>
          </a:fontRef>
        </p:style>
      </p:sp>
      <p:sp>
        <p:nvSpPr>
          <p:cNvPr id="47" name="Content Placeholder 2"/>
          <p:cNvSpPr txBox="1">
            <a:spLocks/>
          </p:cNvSpPr>
          <p:nvPr/>
        </p:nvSpPr>
        <p:spPr bwMode="auto">
          <a:xfrm>
            <a:off x="190500" y="2686050"/>
            <a:ext cx="6923088" cy="1139825"/>
          </a:xfrm>
          <a:prstGeom prst="rect">
            <a:avLst/>
          </a:prstGeom>
          <a:noFill/>
          <a:ln w="9525">
            <a:noFill/>
            <a:miter lim="800000"/>
            <a:headEnd/>
            <a:tailEnd/>
          </a:ln>
        </p:spPr>
        <p:txBody>
          <a:bodyPr/>
          <a:lstStyle/>
          <a:p>
            <a:pPr algn="r" defTabSz="457200" rtl="1">
              <a:lnSpc>
                <a:spcPct val="80000"/>
              </a:lnSpc>
              <a:spcBef>
                <a:spcPct val="20000"/>
              </a:spcBef>
              <a:spcAft>
                <a:spcPts val="600"/>
              </a:spcAft>
              <a:buClr>
                <a:srgbClr val="2E75B6"/>
              </a:buClr>
              <a:buSzPct val="145000"/>
              <a:buFont typeface="Arial" charset="0"/>
              <a:buNone/>
            </a:pPr>
            <a:r>
              <a:rPr lang="ar-SA" sz="3200" dirty="0"/>
              <a:t>التكنولوجيا كعملية ونواتج معاً، وفى هذه الحالة تشير إلى العمليات ونواتجها معاً مثل: تقنيات الحاسوب التعليمي وما يقدمه من برامج علمية منظمة وهادفة.</a:t>
            </a:r>
            <a:endParaRPr lang="en-US" sz="3200" b="1" dirty="0">
              <a:solidFill>
                <a:srgbClr val="FF0000"/>
              </a:solidFill>
              <a:ea typeface="Roboto"/>
              <a:cs typeface="Roboto"/>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34855386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wipe(left)">
                                      <p:cBhvr>
                                        <p:cTn id="7" dur="500"/>
                                        <p:tgtEl>
                                          <p:spTgt spid="40">
                                            <p:txEl>
                                              <p:pRg st="0" end="0"/>
                                            </p:txEl>
                                          </p:spTgt>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
                                        <p:tgtEl>
                                          <p:spTgt spid="2"/>
                                        </p:tgtEl>
                                      </p:cBhvr>
                                    </p:animEffect>
                                  </p:childTnLst>
                                </p:cTn>
                              </p:par>
                            </p:childTnLst>
                          </p:cTn>
                        </p:par>
                        <p:par>
                          <p:cTn id="12" fill="hold">
                            <p:stCondLst>
                              <p:cond delay="760"/>
                            </p:stCondLst>
                            <p:childTnLst>
                              <p:par>
                                <p:cTn id="13" presetID="10" presetClass="entr" presetSubtype="0" fill="hold"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50"/>
                                        <p:tgtEl>
                                          <p:spTgt spid="21"/>
                                        </p:tgtEl>
                                      </p:cBhvr>
                                    </p:animEffect>
                                  </p:childTnLst>
                                </p:cTn>
                              </p:par>
                            </p:childTnLst>
                          </p:cTn>
                        </p:par>
                        <p:par>
                          <p:cTn id="16" fill="hold">
                            <p:stCondLst>
                              <p:cond delay="101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250"/>
                                        <p:tgtEl>
                                          <p:spTgt spid="32"/>
                                        </p:tgtEl>
                                      </p:cBhvr>
                                    </p:animEffect>
                                  </p:childTnLst>
                                </p:cTn>
                              </p:par>
                              <p:par>
                                <p:cTn id="20" presetID="10" presetClass="entr" presetSubtype="0" fill="hold" nodeType="with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250"/>
                                        <p:tgtEl>
                                          <p:spTgt spid="33"/>
                                        </p:tgtEl>
                                      </p:cBhvr>
                                    </p:animEffect>
                                  </p:childTnLst>
                                </p:cTn>
                              </p:par>
                            </p:childTnLst>
                          </p:cTn>
                        </p:par>
                        <p:par>
                          <p:cTn id="23" fill="hold">
                            <p:stCondLst>
                              <p:cond delay="1260"/>
                            </p:stCondLst>
                            <p:childTnLst>
                              <p:par>
                                <p:cTn id="24" presetID="10" presetClass="entr" presetSubtype="0" fill="hold" grpId="0" nodeType="after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250"/>
                                        <p:tgtEl>
                                          <p:spTgt spid="31"/>
                                        </p:tgtEl>
                                      </p:cBhvr>
                                    </p:animEffect>
                                  </p:childTnLst>
                                </p:cTn>
                              </p:par>
                              <p:par>
                                <p:cTn id="27" presetID="22" presetClass="entr" presetSubtype="2" fill="hold" nodeType="withEffect">
                                  <p:stCondLst>
                                    <p:cond delay="500"/>
                                  </p:stCondLst>
                                  <p:childTnLst>
                                    <p:set>
                                      <p:cBhvr>
                                        <p:cTn id="28" dur="1" fill="hold">
                                          <p:stCondLst>
                                            <p:cond delay="0"/>
                                          </p:stCondLst>
                                        </p:cTn>
                                        <p:tgtEl>
                                          <p:spTgt spid="41"/>
                                        </p:tgtEl>
                                        <p:attrNameLst>
                                          <p:attrName>style.visibility</p:attrName>
                                        </p:attrNameLst>
                                      </p:cBhvr>
                                      <p:to>
                                        <p:strVal val="visible"/>
                                      </p:to>
                                    </p:set>
                                    <p:animEffect transition="in" filter="wipe(right)">
                                      <p:cBhvr>
                                        <p:cTn id="29" dur="1000"/>
                                        <p:tgtEl>
                                          <p:spTgt spid="41"/>
                                        </p:tgtEl>
                                      </p:cBhvr>
                                    </p:animEffect>
                                  </p:childTnLst>
                                </p:cTn>
                              </p:par>
                            </p:childTnLst>
                          </p:cTn>
                        </p:par>
                        <p:par>
                          <p:cTn id="30" fill="hold">
                            <p:stCondLst>
                              <p:cond delay="2760"/>
                            </p:stCondLst>
                            <p:childTnLst>
                              <p:par>
                                <p:cTn id="31" presetID="1" presetClass="entr" presetSubtype="0" fill="hold" grpId="0" nodeType="afterEffect">
                                  <p:stCondLst>
                                    <p:cond delay="750"/>
                                  </p:stCondLst>
                                  <p:childTnLst>
                                    <p:set>
                                      <p:cBhvr>
                                        <p:cTn id="32"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P spid="31" grpId="0" animBg="1"/>
      <p:bldP spid="32" grpId="0" animBg="1"/>
      <p:bldP spid="47"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A416F1C5-405C-44FD-8113-B447236F369D}" type="slidenum">
              <a:rPr lang="id-ID" sz="1600">
                <a:solidFill>
                  <a:srgbClr val="F2F2F2"/>
                </a:solidFill>
                <a:latin typeface="Calibri Light"/>
              </a:rPr>
              <a:pPr algn="ctr">
                <a:lnSpc>
                  <a:spcPct val="90000"/>
                </a:lnSpc>
                <a:spcBef>
                  <a:spcPts val="1000"/>
                </a:spcBef>
                <a:buFont typeface="Arial" charset="0"/>
                <a:buNone/>
              </a:pPr>
              <a:t>10</a:t>
            </a:fld>
            <a:endParaRPr lang="en-US" sz="1600">
              <a:solidFill>
                <a:srgbClr val="F2F2F2"/>
              </a:solidFill>
              <a:latin typeface="Calibri Light"/>
            </a:endParaRPr>
          </a:p>
        </p:txBody>
      </p:sp>
      <p:sp>
        <p:nvSpPr>
          <p:cNvPr id="411" name="Content Placeholder 7"/>
          <p:cNvSpPr txBox="1">
            <a:spLocks/>
          </p:cNvSpPr>
          <p:nvPr/>
        </p:nvSpPr>
        <p:spPr bwMode="auto">
          <a:xfrm>
            <a:off x="5002213" y="484188"/>
            <a:ext cx="6034087" cy="769937"/>
          </a:xfrm>
          <a:prstGeom prst="rect">
            <a:avLst/>
          </a:prstGeom>
          <a:noFill/>
          <a:ln w="9525">
            <a:noFill/>
            <a:miter lim="800000"/>
            <a:headEnd/>
            <a:tailEnd/>
          </a:ln>
        </p:spPr>
        <p:txBody>
          <a:bodyPr>
            <a:spAutoFit/>
          </a:bodyPr>
          <a:lstStyle/>
          <a:p>
            <a:pPr lvl="1" algn="r" rtl="1">
              <a:spcBef>
                <a:spcPct val="20000"/>
              </a:spcBef>
              <a:buFont typeface="Arial" charset="0"/>
              <a:buNone/>
            </a:pPr>
            <a:r>
              <a:rPr lang="ar-SA" sz="4400" b="1" u="sng" dirty="0"/>
              <a:t>تكنولوجيا التدريس </a:t>
            </a:r>
            <a:endParaRPr lang="en-US" sz="4400" u="sng" dirty="0"/>
          </a:p>
        </p:txBody>
      </p:sp>
      <p:graphicFrame>
        <p:nvGraphicFramePr>
          <p:cNvPr id="16" name="Diagram 15"/>
          <p:cNvGraphicFramePr/>
          <p:nvPr/>
        </p:nvGraphicFramePr>
        <p:xfrm>
          <a:off x="1108693" y="1891192"/>
          <a:ext cx="9426181" cy="28330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1" name="Content Placeholder 2"/>
          <p:cNvSpPr txBox="1">
            <a:spLocks/>
          </p:cNvSpPr>
          <p:nvPr/>
        </p:nvSpPr>
        <p:spPr bwMode="auto">
          <a:xfrm>
            <a:off x="312738" y="5424488"/>
            <a:ext cx="11733212" cy="655637"/>
          </a:xfrm>
          <a:prstGeom prst="rect">
            <a:avLst/>
          </a:prstGeom>
          <a:noFill/>
          <a:ln w="9525">
            <a:noFill/>
            <a:miter lim="800000"/>
            <a:headEnd/>
            <a:tailEnd/>
          </a:ln>
        </p:spPr>
        <p:txBody>
          <a:bodyPr/>
          <a:lstStyle/>
          <a:p>
            <a:pPr algn="ctr" defTabSz="457200" rtl="1">
              <a:spcBef>
                <a:spcPct val="20000"/>
              </a:spcBef>
              <a:spcAft>
                <a:spcPts val="600"/>
              </a:spcAft>
              <a:buClr>
                <a:srgbClr val="2E75B6"/>
              </a:buClr>
              <a:buSzPct val="145000"/>
              <a:buFont typeface="Arial" charset="0"/>
              <a:buNone/>
            </a:pPr>
            <a:r>
              <a:rPr lang="ar-SA" sz="3200" dirty="0"/>
              <a:t>الجانب النظري والعملي لتصميم وتطوير واستغلال وإدارة وتقييم عمليات ومصادر التعلم</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00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wipe(left)">
                                      <p:cBhvr>
                                        <p:cTn id="7" dur="500"/>
                                        <p:tgtEl>
                                          <p:spTgt spid="40">
                                            <p:txEl>
                                              <p:pRg st="0" end="0"/>
                                            </p:txEl>
                                          </p:spTgt>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411"/>
                                        </p:tgtEl>
                                        <p:attrNameLst>
                                          <p:attrName>style.visibility</p:attrName>
                                        </p:attrNameLst>
                                      </p:cBhvr>
                                      <p:to>
                                        <p:strVal val="visible"/>
                                      </p:to>
                                    </p:set>
                                    <p:animEffect transition="in" filter="fade">
                                      <p:cBhvr>
                                        <p:cTn id="10" dur="500"/>
                                        <p:tgtEl>
                                          <p:spTgt spid="411"/>
                                        </p:tgtEl>
                                      </p:cBhvr>
                                    </p:animEffect>
                                  </p:childTnLst>
                                </p:cTn>
                              </p:par>
                            </p:childTnLst>
                          </p:cTn>
                        </p:par>
                        <p:par>
                          <p:cTn id="11" fill="hold">
                            <p:stCondLst>
                              <p:cond delay="2500"/>
                            </p:stCondLst>
                            <p:childTnLst>
                              <p:par>
                                <p:cTn id="12" presetID="53" presetClass="entr" presetSubtype="16" fill="hold" grpId="0" nodeType="afterEffect">
                                  <p:stCondLst>
                                    <p:cond delay="0"/>
                                  </p:stCondLst>
                                  <p:childTnLst>
                                    <p:set>
                                      <p:cBhvr>
                                        <p:cTn id="13" dur="1" fill="hold">
                                          <p:stCondLst>
                                            <p:cond delay="0"/>
                                          </p:stCondLst>
                                        </p:cTn>
                                        <p:tgtEl>
                                          <p:spTgt spid="16">
                                            <p:graphicEl>
                                              <a:dgm id="{3361D2E2-6923-453F-81C0-77902D700F8C}"/>
                                            </p:graphicEl>
                                          </p:spTgt>
                                        </p:tgtEl>
                                        <p:attrNameLst>
                                          <p:attrName>style.visibility</p:attrName>
                                        </p:attrNameLst>
                                      </p:cBhvr>
                                      <p:to>
                                        <p:strVal val="visible"/>
                                      </p:to>
                                    </p:set>
                                    <p:anim calcmode="lin" valueType="num">
                                      <p:cBhvr>
                                        <p:cTn id="14" dur="250" fill="hold"/>
                                        <p:tgtEl>
                                          <p:spTgt spid="16">
                                            <p:graphicEl>
                                              <a:dgm id="{3361D2E2-6923-453F-81C0-77902D700F8C}"/>
                                            </p:graphicEl>
                                          </p:spTgt>
                                        </p:tgtEl>
                                        <p:attrNameLst>
                                          <p:attrName>ppt_w</p:attrName>
                                        </p:attrNameLst>
                                      </p:cBhvr>
                                      <p:tavLst>
                                        <p:tav tm="0">
                                          <p:val>
                                            <p:fltVal val="0"/>
                                          </p:val>
                                        </p:tav>
                                        <p:tav tm="100000">
                                          <p:val>
                                            <p:strVal val="#ppt_w"/>
                                          </p:val>
                                        </p:tav>
                                      </p:tavLst>
                                    </p:anim>
                                    <p:anim calcmode="lin" valueType="num">
                                      <p:cBhvr>
                                        <p:cTn id="15" dur="250" fill="hold"/>
                                        <p:tgtEl>
                                          <p:spTgt spid="16">
                                            <p:graphicEl>
                                              <a:dgm id="{3361D2E2-6923-453F-81C0-77902D700F8C}"/>
                                            </p:graphicEl>
                                          </p:spTgt>
                                        </p:tgtEl>
                                        <p:attrNameLst>
                                          <p:attrName>ppt_h</p:attrName>
                                        </p:attrNameLst>
                                      </p:cBhvr>
                                      <p:tavLst>
                                        <p:tav tm="0">
                                          <p:val>
                                            <p:fltVal val="0"/>
                                          </p:val>
                                        </p:tav>
                                        <p:tav tm="100000">
                                          <p:val>
                                            <p:strVal val="#ppt_h"/>
                                          </p:val>
                                        </p:tav>
                                      </p:tavLst>
                                    </p:anim>
                                    <p:animEffect transition="in" filter="fade">
                                      <p:cBhvr>
                                        <p:cTn id="16" dur="250"/>
                                        <p:tgtEl>
                                          <p:spTgt spid="16">
                                            <p:graphicEl>
                                              <a:dgm id="{3361D2E2-6923-453F-81C0-77902D700F8C}"/>
                                            </p:graphicEl>
                                          </p:spTgt>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6">
                                            <p:graphicEl>
                                              <a:dgm id="{483701E9-331F-4DBD-88D4-C515F77B849D}"/>
                                            </p:graphicEl>
                                          </p:spTgt>
                                        </p:tgtEl>
                                        <p:attrNameLst>
                                          <p:attrName>style.visibility</p:attrName>
                                        </p:attrNameLst>
                                      </p:cBhvr>
                                      <p:to>
                                        <p:strVal val="visible"/>
                                      </p:to>
                                    </p:set>
                                    <p:anim calcmode="lin" valueType="num">
                                      <p:cBhvr>
                                        <p:cTn id="19" dur="250" fill="hold"/>
                                        <p:tgtEl>
                                          <p:spTgt spid="16">
                                            <p:graphicEl>
                                              <a:dgm id="{483701E9-331F-4DBD-88D4-C515F77B849D}"/>
                                            </p:graphicEl>
                                          </p:spTgt>
                                        </p:tgtEl>
                                        <p:attrNameLst>
                                          <p:attrName>ppt_w</p:attrName>
                                        </p:attrNameLst>
                                      </p:cBhvr>
                                      <p:tavLst>
                                        <p:tav tm="0">
                                          <p:val>
                                            <p:fltVal val="0"/>
                                          </p:val>
                                        </p:tav>
                                        <p:tav tm="100000">
                                          <p:val>
                                            <p:strVal val="#ppt_w"/>
                                          </p:val>
                                        </p:tav>
                                      </p:tavLst>
                                    </p:anim>
                                    <p:anim calcmode="lin" valueType="num">
                                      <p:cBhvr>
                                        <p:cTn id="20" dur="250" fill="hold"/>
                                        <p:tgtEl>
                                          <p:spTgt spid="16">
                                            <p:graphicEl>
                                              <a:dgm id="{483701E9-331F-4DBD-88D4-C515F77B849D}"/>
                                            </p:graphicEl>
                                          </p:spTgt>
                                        </p:tgtEl>
                                        <p:attrNameLst>
                                          <p:attrName>ppt_h</p:attrName>
                                        </p:attrNameLst>
                                      </p:cBhvr>
                                      <p:tavLst>
                                        <p:tav tm="0">
                                          <p:val>
                                            <p:fltVal val="0"/>
                                          </p:val>
                                        </p:tav>
                                        <p:tav tm="100000">
                                          <p:val>
                                            <p:strVal val="#ppt_h"/>
                                          </p:val>
                                        </p:tav>
                                      </p:tavLst>
                                    </p:anim>
                                    <p:animEffect transition="in" filter="fade">
                                      <p:cBhvr>
                                        <p:cTn id="21" dur="250"/>
                                        <p:tgtEl>
                                          <p:spTgt spid="16">
                                            <p:graphicEl>
                                              <a:dgm id="{483701E9-331F-4DBD-88D4-C515F77B849D}"/>
                                            </p:graphicEl>
                                          </p:spTgt>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6">
                                            <p:graphicEl>
                                              <a:dgm id="{9BCC20C0-4B3E-4A32-8289-0C043EE14E08}"/>
                                            </p:graphicEl>
                                          </p:spTgt>
                                        </p:tgtEl>
                                        <p:attrNameLst>
                                          <p:attrName>style.visibility</p:attrName>
                                        </p:attrNameLst>
                                      </p:cBhvr>
                                      <p:to>
                                        <p:strVal val="visible"/>
                                      </p:to>
                                    </p:set>
                                    <p:anim calcmode="lin" valueType="num">
                                      <p:cBhvr>
                                        <p:cTn id="24" dur="250" fill="hold"/>
                                        <p:tgtEl>
                                          <p:spTgt spid="16">
                                            <p:graphicEl>
                                              <a:dgm id="{9BCC20C0-4B3E-4A32-8289-0C043EE14E08}"/>
                                            </p:graphicEl>
                                          </p:spTgt>
                                        </p:tgtEl>
                                        <p:attrNameLst>
                                          <p:attrName>ppt_w</p:attrName>
                                        </p:attrNameLst>
                                      </p:cBhvr>
                                      <p:tavLst>
                                        <p:tav tm="0">
                                          <p:val>
                                            <p:fltVal val="0"/>
                                          </p:val>
                                        </p:tav>
                                        <p:tav tm="100000">
                                          <p:val>
                                            <p:strVal val="#ppt_w"/>
                                          </p:val>
                                        </p:tav>
                                      </p:tavLst>
                                    </p:anim>
                                    <p:anim calcmode="lin" valueType="num">
                                      <p:cBhvr>
                                        <p:cTn id="25" dur="250" fill="hold"/>
                                        <p:tgtEl>
                                          <p:spTgt spid="16">
                                            <p:graphicEl>
                                              <a:dgm id="{9BCC20C0-4B3E-4A32-8289-0C043EE14E08}"/>
                                            </p:graphicEl>
                                          </p:spTgt>
                                        </p:tgtEl>
                                        <p:attrNameLst>
                                          <p:attrName>ppt_h</p:attrName>
                                        </p:attrNameLst>
                                      </p:cBhvr>
                                      <p:tavLst>
                                        <p:tav tm="0">
                                          <p:val>
                                            <p:fltVal val="0"/>
                                          </p:val>
                                        </p:tav>
                                        <p:tav tm="100000">
                                          <p:val>
                                            <p:strVal val="#ppt_h"/>
                                          </p:val>
                                        </p:tav>
                                      </p:tavLst>
                                    </p:anim>
                                    <p:animEffect transition="in" filter="fade">
                                      <p:cBhvr>
                                        <p:cTn id="26" dur="250"/>
                                        <p:tgtEl>
                                          <p:spTgt spid="16">
                                            <p:graphicEl>
                                              <a:dgm id="{9BCC20C0-4B3E-4A32-8289-0C043EE14E08}"/>
                                            </p:graphicEl>
                                          </p:spTgt>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6">
                                            <p:graphicEl>
                                              <a:dgm id="{37D79030-070E-406E-AD08-42C45219AC7F}"/>
                                            </p:graphicEl>
                                          </p:spTgt>
                                        </p:tgtEl>
                                        <p:attrNameLst>
                                          <p:attrName>style.visibility</p:attrName>
                                        </p:attrNameLst>
                                      </p:cBhvr>
                                      <p:to>
                                        <p:strVal val="visible"/>
                                      </p:to>
                                    </p:set>
                                    <p:anim calcmode="lin" valueType="num">
                                      <p:cBhvr>
                                        <p:cTn id="29" dur="250" fill="hold"/>
                                        <p:tgtEl>
                                          <p:spTgt spid="16">
                                            <p:graphicEl>
                                              <a:dgm id="{37D79030-070E-406E-AD08-42C45219AC7F}"/>
                                            </p:graphicEl>
                                          </p:spTgt>
                                        </p:tgtEl>
                                        <p:attrNameLst>
                                          <p:attrName>ppt_w</p:attrName>
                                        </p:attrNameLst>
                                      </p:cBhvr>
                                      <p:tavLst>
                                        <p:tav tm="0">
                                          <p:val>
                                            <p:fltVal val="0"/>
                                          </p:val>
                                        </p:tav>
                                        <p:tav tm="100000">
                                          <p:val>
                                            <p:strVal val="#ppt_w"/>
                                          </p:val>
                                        </p:tav>
                                      </p:tavLst>
                                    </p:anim>
                                    <p:anim calcmode="lin" valueType="num">
                                      <p:cBhvr>
                                        <p:cTn id="30" dur="250" fill="hold"/>
                                        <p:tgtEl>
                                          <p:spTgt spid="16">
                                            <p:graphicEl>
                                              <a:dgm id="{37D79030-070E-406E-AD08-42C45219AC7F}"/>
                                            </p:graphicEl>
                                          </p:spTgt>
                                        </p:tgtEl>
                                        <p:attrNameLst>
                                          <p:attrName>ppt_h</p:attrName>
                                        </p:attrNameLst>
                                      </p:cBhvr>
                                      <p:tavLst>
                                        <p:tav tm="0">
                                          <p:val>
                                            <p:fltVal val="0"/>
                                          </p:val>
                                        </p:tav>
                                        <p:tav tm="100000">
                                          <p:val>
                                            <p:strVal val="#ppt_h"/>
                                          </p:val>
                                        </p:tav>
                                      </p:tavLst>
                                    </p:anim>
                                    <p:animEffect transition="in" filter="fade">
                                      <p:cBhvr>
                                        <p:cTn id="31" dur="250"/>
                                        <p:tgtEl>
                                          <p:spTgt spid="16">
                                            <p:graphicEl>
                                              <a:dgm id="{37D79030-070E-406E-AD08-42C45219AC7F}"/>
                                            </p:graphicEl>
                                          </p:spTgt>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6">
                                            <p:graphicEl>
                                              <a:dgm id="{45319392-E8FF-4496-B113-53B39E20FF13}"/>
                                            </p:graphicEl>
                                          </p:spTgt>
                                        </p:tgtEl>
                                        <p:attrNameLst>
                                          <p:attrName>style.visibility</p:attrName>
                                        </p:attrNameLst>
                                      </p:cBhvr>
                                      <p:to>
                                        <p:strVal val="visible"/>
                                      </p:to>
                                    </p:set>
                                    <p:anim calcmode="lin" valueType="num">
                                      <p:cBhvr>
                                        <p:cTn id="34" dur="250" fill="hold"/>
                                        <p:tgtEl>
                                          <p:spTgt spid="16">
                                            <p:graphicEl>
                                              <a:dgm id="{45319392-E8FF-4496-B113-53B39E20FF13}"/>
                                            </p:graphicEl>
                                          </p:spTgt>
                                        </p:tgtEl>
                                        <p:attrNameLst>
                                          <p:attrName>ppt_w</p:attrName>
                                        </p:attrNameLst>
                                      </p:cBhvr>
                                      <p:tavLst>
                                        <p:tav tm="0">
                                          <p:val>
                                            <p:fltVal val="0"/>
                                          </p:val>
                                        </p:tav>
                                        <p:tav tm="100000">
                                          <p:val>
                                            <p:strVal val="#ppt_w"/>
                                          </p:val>
                                        </p:tav>
                                      </p:tavLst>
                                    </p:anim>
                                    <p:anim calcmode="lin" valueType="num">
                                      <p:cBhvr>
                                        <p:cTn id="35" dur="250" fill="hold"/>
                                        <p:tgtEl>
                                          <p:spTgt spid="16">
                                            <p:graphicEl>
                                              <a:dgm id="{45319392-E8FF-4496-B113-53B39E20FF13}"/>
                                            </p:graphicEl>
                                          </p:spTgt>
                                        </p:tgtEl>
                                        <p:attrNameLst>
                                          <p:attrName>ppt_h</p:attrName>
                                        </p:attrNameLst>
                                      </p:cBhvr>
                                      <p:tavLst>
                                        <p:tav tm="0">
                                          <p:val>
                                            <p:fltVal val="0"/>
                                          </p:val>
                                        </p:tav>
                                        <p:tav tm="100000">
                                          <p:val>
                                            <p:strVal val="#ppt_h"/>
                                          </p:val>
                                        </p:tav>
                                      </p:tavLst>
                                    </p:anim>
                                    <p:animEffect transition="in" filter="fade">
                                      <p:cBhvr>
                                        <p:cTn id="36" dur="250"/>
                                        <p:tgtEl>
                                          <p:spTgt spid="16">
                                            <p:graphicEl>
                                              <a:dgm id="{45319392-E8FF-4496-B113-53B39E20FF13}"/>
                                            </p:graphicEl>
                                          </p:spTgt>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6">
                                            <p:graphicEl>
                                              <a:dgm id="{4320B6E2-693F-4792-89C6-95944ABED13F}"/>
                                            </p:graphicEl>
                                          </p:spTgt>
                                        </p:tgtEl>
                                        <p:attrNameLst>
                                          <p:attrName>style.visibility</p:attrName>
                                        </p:attrNameLst>
                                      </p:cBhvr>
                                      <p:to>
                                        <p:strVal val="visible"/>
                                      </p:to>
                                    </p:set>
                                    <p:anim calcmode="lin" valueType="num">
                                      <p:cBhvr>
                                        <p:cTn id="39" dur="250" fill="hold"/>
                                        <p:tgtEl>
                                          <p:spTgt spid="16">
                                            <p:graphicEl>
                                              <a:dgm id="{4320B6E2-693F-4792-89C6-95944ABED13F}"/>
                                            </p:graphicEl>
                                          </p:spTgt>
                                        </p:tgtEl>
                                        <p:attrNameLst>
                                          <p:attrName>ppt_w</p:attrName>
                                        </p:attrNameLst>
                                      </p:cBhvr>
                                      <p:tavLst>
                                        <p:tav tm="0">
                                          <p:val>
                                            <p:fltVal val="0"/>
                                          </p:val>
                                        </p:tav>
                                        <p:tav tm="100000">
                                          <p:val>
                                            <p:strVal val="#ppt_w"/>
                                          </p:val>
                                        </p:tav>
                                      </p:tavLst>
                                    </p:anim>
                                    <p:anim calcmode="lin" valueType="num">
                                      <p:cBhvr>
                                        <p:cTn id="40" dur="250" fill="hold"/>
                                        <p:tgtEl>
                                          <p:spTgt spid="16">
                                            <p:graphicEl>
                                              <a:dgm id="{4320B6E2-693F-4792-89C6-95944ABED13F}"/>
                                            </p:graphicEl>
                                          </p:spTgt>
                                        </p:tgtEl>
                                        <p:attrNameLst>
                                          <p:attrName>ppt_h</p:attrName>
                                        </p:attrNameLst>
                                      </p:cBhvr>
                                      <p:tavLst>
                                        <p:tav tm="0">
                                          <p:val>
                                            <p:fltVal val="0"/>
                                          </p:val>
                                        </p:tav>
                                        <p:tav tm="100000">
                                          <p:val>
                                            <p:strVal val="#ppt_h"/>
                                          </p:val>
                                        </p:tav>
                                      </p:tavLst>
                                    </p:anim>
                                    <p:animEffect transition="in" filter="fade">
                                      <p:cBhvr>
                                        <p:cTn id="41" dur="250"/>
                                        <p:tgtEl>
                                          <p:spTgt spid="16">
                                            <p:graphicEl>
                                              <a:dgm id="{4320B6E2-693F-4792-89C6-95944ABED13F}"/>
                                            </p:graphicEl>
                                          </p:spTgt>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6">
                                            <p:graphicEl>
                                              <a:dgm id="{1395F43B-46B6-48BD-BE0D-466AE12A59E4}"/>
                                            </p:graphicEl>
                                          </p:spTgt>
                                        </p:tgtEl>
                                        <p:attrNameLst>
                                          <p:attrName>style.visibility</p:attrName>
                                        </p:attrNameLst>
                                      </p:cBhvr>
                                      <p:to>
                                        <p:strVal val="visible"/>
                                      </p:to>
                                    </p:set>
                                    <p:anim calcmode="lin" valueType="num">
                                      <p:cBhvr>
                                        <p:cTn id="44" dur="250" fill="hold"/>
                                        <p:tgtEl>
                                          <p:spTgt spid="16">
                                            <p:graphicEl>
                                              <a:dgm id="{1395F43B-46B6-48BD-BE0D-466AE12A59E4}"/>
                                            </p:graphicEl>
                                          </p:spTgt>
                                        </p:tgtEl>
                                        <p:attrNameLst>
                                          <p:attrName>ppt_w</p:attrName>
                                        </p:attrNameLst>
                                      </p:cBhvr>
                                      <p:tavLst>
                                        <p:tav tm="0">
                                          <p:val>
                                            <p:fltVal val="0"/>
                                          </p:val>
                                        </p:tav>
                                        <p:tav tm="100000">
                                          <p:val>
                                            <p:strVal val="#ppt_w"/>
                                          </p:val>
                                        </p:tav>
                                      </p:tavLst>
                                    </p:anim>
                                    <p:anim calcmode="lin" valueType="num">
                                      <p:cBhvr>
                                        <p:cTn id="45" dur="250" fill="hold"/>
                                        <p:tgtEl>
                                          <p:spTgt spid="16">
                                            <p:graphicEl>
                                              <a:dgm id="{1395F43B-46B6-48BD-BE0D-466AE12A59E4}"/>
                                            </p:graphicEl>
                                          </p:spTgt>
                                        </p:tgtEl>
                                        <p:attrNameLst>
                                          <p:attrName>ppt_h</p:attrName>
                                        </p:attrNameLst>
                                      </p:cBhvr>
                                      <p:tavLst>
                                        <p:tav tm="0">
                                          <p:val>
                                            <p:fltVal val="0"/>
                                          </p:val>
                                        </p:tav>
                                        <p:tav tm="100000">
                                          <p:val>
                                            <p:strVal val="#ppt_h"/>
                                          </p:val>
                                        </p:tav>
                                      </p:tavLst>
                                    </p:anim>
                                    <p:animEffect transition="in" filter="fade">
                                      <p:cBhvr>
                                        <p:cTn id="46" dur="250"/>
                                        <p:tgtEl>
                                          <p:spTgt spid="16">
                                            <p:graphicEl>
                                              <a:dgm id="{1395F43B-46B6-48BD-BE0D-466AE12A59E4}"/>
                                            </p:graphicEl>
                                          </p:spTgt>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6">
                                            <p:graphicEl>
                                              <a:dgm id="{B5D258C8-C381-4DFA-9DF0-F1337D842739}"/>
                                            </p:graphicEl>
                                          </p:spTgt>
                                        </p:tgtEl>
                                        <p:attrNameLst>
                                          <p:attrName>style.visibility</p:attrName>
                                        </p:attrNameLst>
                                      </p:cBhvr>
                                      <p:to>
                                        <p:strVal val="visible"/>
                                      </p:to>
                                    </p:set>
                                    <p:anim calcmode="lin" valueType="num">
                                      <p:cBhvr>
                                        <p:cTn id="49" dur="250" fill="hold"/>
                                        <p:tgtEl>
                                          <p:spTgt spid="16">
                                            <p:graphicEl>
                                              <a:dgm id="{B5D258C8-C381-4DFA-9DF0-F1337D842739}"/>
                                            </p:graphicEl>
                                          </p:spTgt>
                                        </p:tgtEl>
                                        <p:attrNameLst>
                                          <p:attrName>ppt_w</p:attrName>
                                        </p:attrNameLst>
                                      </p:cBhvr>
                                      <p:tavLst>
                                        <p:tav tm="0">
                                          <p:val>
                                            <p:fltVal val="0"/>
                                          </p:val>
                                        </p:tav>
                                        <p:tav tm="100000">
                                          <p:val>
                                            <p:strVal val="#ppt_w"/>
                                          </p:val>
                                        </p:tav>
                                      </p:tavLst>
                                    </p:anim>
                                    <p:anim calcmode="lin" valueType="num">
                                      <p:cBhvr>
                                        <p:cTn id="50" dur="250" fill="hold"/>
                                        <p:tgtEl>
                                          <p:spTgt spid="16">
                                            <p:graphicEl>
                                              <a:dgm id="{B5D258C8-C381-4DFA-9DF0-F1337D842739}"/>
                                            </p:graphicEl>
                                          </p:spTgt>
                                        </p:tgtEl>
                                        <p:attrNameLst>
                                          <p:attrName>ppt_h</p:attrName>
                                        </p:attrNameLst>
                                      </p:cBhvr>
                                      <p:tavLst>
                                        <p:tav tm="0">
                                          <p:val>
                                            <p:fltVal val="0"/>
                                          </p:val>
                                        </p:tav>
                                        <p:tav tm="100000">
                                          <p:val>
                                            <p:strVal val="#ppt_h"/>
                                          </p:val>
                                        </p:tav>
                                      </p:tavLst>
                                    </p:anim>
                                    <p:animEffect transition="in" filter="fade">
                                      <p:cBhvr>
                                        <p:cTn id="51" dur="250"/>
                                        <p:tgtEl>
                                          <p:spTgt spid="16">
                                            <p:graphicEl>
                                              <a:dgm id="{B5D258C8-C381-4DFA-9DF0-F1337D842739}"/>
                                            </p:graphicEl>
                                          </p:spTgt>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16">
                                            <p:graphicEl>
                                              <a:dgm id="{94D41D45-881E-45E0-815F-B3D1F42ABA6A}"/>
                                            </p:graphicEl>
                                          </p:spTgt>
                                        </p:tgtEl>
                                        <p:attrNameLst>
                                          <p:attrName>style.visibility</p:attrName>
                                        </p:attrNameLst>
                                      </p:cBhvr>
                                      <p:to>
                                        <p:strVal val="visible"/>
                                      </p:to>
                                    </p:set>
                                    <p:anim calcmode="lin" valueType="num">
                                      <p:cBhvr>
                                        <p:cTn id="54" dur="250" fill="hold"/>
                                        <p:tgtEl>
                                          <p:spTgt spid="16">
                                            <p:graphicEl>
                                              <a:dgm id="{94D41D45-881E-45E0-815F-B3D1F42ABA6A}"/>
                                            </p:graphicEl>
                                          </p:spTgt>
                                        </p:tgtEl>
                                        <p:attrNameLst>
                                          <p:attrName>ppt_w</p:attrName>
                                        </p:attrNameLst>
                                      </p:cBhvr>
                                      <p:tavLst>
                                        <p:tav tm="0">
                                          <p:val>
                                            <p:fltVal val="0"/>
                                          </p:val>
                                        </p:tav>
                                        <p:tav tm="100000">
                                          <p:val>
                                            <p:strVal val="#ppt_w"/>
                                          </p:val>
                                        </p:tav>
                                      </p:tavLst>
                                    </p:anim>
                                    <p:anim calcmode="lin" valueType="num">
                                      <p:cBhvr>
                                        <p:cTn id="55" dur="250" fill="hold"/>
                                        <p:tgtEl>
                                          <p:spTgt spid="16">
                                            <p:graphicEl>
                                              <a:dgm id="{94D41D45-881E-45E0-815F-B3D1F42ABA6A}"/>
                                            </p:graphicEl>
                                          </p:spTgt>
                                        </p:tgtEl>
                                        <p:attrNameLst>
                                          <p:attrName>ppt_h</p:attrName>
                                        </p:attrNameLst>
                                      </p:cBhvr>
                                      <p:tavLst>
                                        <p:tav tm="0">
                                          <p:val>
                                            <p:fltVal val="0"/>
                                          </p:val>
                                        </p:tav>
                                        <p:tav tm="100000">
                                          <p:val>
                                            <p:strVal val="#ppt_h"/>
                                          </p:val>
                                        </p:tav>
                                      </p:tavLst>
                                    </p:anim>
                                    <p:animEffect transition="in" filter="fade">
                                      <p:cBhvr>
                                        <p:cTn id="56" dur="250"/>
                                        <p:tgtEl>
                                          <p:spTgt spid="16">
                                            <p:graphicEl>
                                              <a:dgm id="{94D41D45-881E-45E0-815F-B3D1F42ABA6A}"/>
                                            </p:graphicEl>
                                          </p:spTgt>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6">
                                            <p:graphicEl>
                                              <a:dgm id="{6545506E-F82F-40D0-B269-A33A56AD6FAD}"/>
                                            </p:graphicEl>
                                          </p:spTgt>
                                        </p:tgtEl>
                                        <p:attrNameLst>
                                          <p:attrName>style.visibility</p:attrName>
                                        </p:attrNameLst>
                                      </p:cBhvr>
                                      <p:to>
                                        <p:strVal val="visible"/>
                                      </p:to>
                                    </p:set>
                                    <p:anim calcmode="lin" valueType="num">
                                      <p:cBhvr>
                                        <p:cTn id="59" dur="250" fill="hold"/>
                                        <p:tgtEl>
                                          <p:spTgt spid="16">
                                            <p:graphicEl>
                                              <a:dgm id="{6545506E-F82F-40D0-B269-A33A56AD6FAD}"/>
                                            </p:graphicEl>
                                          </p:spTgt>
                                        </p:tgtEl>
                                        <p:attrNameLst>
                                          <p:attrName>ppt_w</p:attrName>
                                        </p:attrNameLst>
                                      </p:cBhvr>
                                      <p:tavLst>
                                        <p:tav tm="0">
                                          <p:val>
                                            <p:fltVal val="0"/>
                                          </p:val>
                                        </p:tav>
                                        <p:tav tm="100000">
                                          <p:val>
                                            <p:strVal val="#ppt_w"/>
                                          </p:val>
                                        </p:tav>
                                      </p:tavLst>
                                    </p:anim>
                                    <p:anim calcmode="lin" valueType="num">
                                      <p:cBhvr>
                                        <p:cTn id="60" dur="250" fill="hold"/>
                                        <p:tgtEl>
                                          <p:spTgt spid="16">
                                            <p:graphicEl>
                                              <a:dgm id="{6545506E-F82F-40D0-B269-A33A56AD6FAD}"/>
                                            </p:graphicEl>
                                          </p:spTgt>
                                        </p:tgtEl>
                                        <p:attrNameLst>
                                          <p:attrName>ppt_h</p:attrName>
                                        </p:attrNameLst>
                                      </p:cBhvr>
                                      <p:tavLst>
                                        <p:tav tm="0">
                                          <p:val>
                                            <p:fltVal val="0"/>
                                          </p:val>
                                        </p:tav>
                                        <p:tav tm="100000">
                                          <p:val>
                                            <p:strVal val="#ppt_h"/>
                                          </p:val>
                                        </p:tav>
                                      </p:tavLst>
                                    </p:anim>
                                    <p:animEffect transition="in" filter="fade">
                                      <p:cBhvr>
                                        <p:cTn id="61" dur="250"/>
                                        <p:tgtEl>
                                          <p:spTgt spid="16">
                                            <p:graphicEl>
                                              <a:dgm id="{6545506E-F82F-40D0-B269-A33A56AD6FAD}"/>
                                            </p:graphicEl>
                                          </p:spTgt>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6">
                                            <p:graphicEl>
                                              <a:dgm id="{73069CC5-AC2A-4E40-80C3-B6257E28E1D3}"/>
                                            </p:graphicEl>
                                          </p:spTgt>
                                        </p:tgtEl>
                                        <p:attrNameLst>
                                          <p:attrName>style.visibility</p:attrName>
                                        </p:attrNameLst>
                                      </p:cBhvr>
                                      <p:to>
                                        <p:strVal val="visible"/>
                                      </p:to>
                                    </p:set>
                                    <p:anim calcmode="lin" valueType="num">
                                      <p:cBhvr>
                                        <p:cTn id="64" dur="250" fill="hold"/>
                                        <p:tgtEl>
                                          <p:spTgt spid="16">
                                            <p:graphicEl>
                                              <a:dgm id="{73069CC5-AC2A-4E40-80C3-B6257E28E1D3}"/>
                                            </p:graphicEl>
                                          </p:spTgt>
                                        </p:tgtEl>
                                        <p:attrNameLst>
                                          <p:attrName>ppt_w</p:attrName>
                                        </p:attrNameLst>
                                      </p:cBhvr>
                                      <p:tavLst>
                                        <p:tav tm="0">
                                          <p:val>
                                            <p:fltVal val="0"/>
                                          </p:val>
                                        </p:tav>
                                        <p:tav tm="100000">
                                          <p:val>
                                            <p:strVal val="#ppt_w"/>
                                          </p:val>
                                        </p:tav>
                                      </p:tavLst>
                                    </p:anim>
                                    <p:anim calcmode="lin" valueType="num">
                                      <p:cBhvr>
                                        <p:cTn id="65" dur="250" fill="hold"/>
                                        <p:tgtEl>
                                          <p:spTgt spid="16">
                                            <p:graphicEl>
                                              <a:dgm id="{73069CC5-AC2A-4E40-80C3-B6257E28E1D3}"/>
                                            </p:graphicEl>
                                          </p:spTgt>
                                        </p:tgtEl>
                                        <p:attrNameLst>
                                          <p:attrName>ppt_h</p:attrName>
                                        </p:attrNameLst>
                                      </p:cBhvr>
                                      <p:tavLst>
                                        <p:tav tm="0">
                                          <p:val>
                                            <p:fltVal val="0"/>
                                          </p:val>
                                        </p:tav>
                                        <p:tav tm="100000">
                                          <p:val>
                                            <p:strVal val="#ppt_h"/>
                                          </p:val>
                                        </p:tav>
                                      </p:tavLst>
                                    </p:anim>
                                    <p:animEffect transition="in" filter="fade">
                                      <p:cBhvr>
                                        <p:cTn id="66" dur="250"/>
                                        <p:tgtEl>
                                          <p:spTgt spid="16">
                                            <p:graphicEl>
                                              <a:dgm id="{73069CC5-AC2A-4E40-80C3-B6257E28E1D3}"/>
                                            </p:graphicEl>
                                          </p:spTgt>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6">
                                            <p:graphicEl>
                                              <a:dgm id="{AAC1A9B1-BA60-4D17-BB1E-F0F02B4A3B2B}"/>
                                            </p:graphicEl>
                                          </p:spTgt>
                                        </p:tgtEl>
                                        <p:attrNameLst>
                                          <p:attrName>style.visibility</p:attrName>
                                        </p:attrNameLst>
                                      </p:cBhvr>
                                      <p:to>
                                        <p:strVal val="visible"/>
                                      </p:to>
                                    </p:set>
                                    <p:anim calcmode="lin" valueType="num">
                                      <p:cBhvr>
                                        <p:cTn id="69" dur="250" fill="hold"/>
                                        <p:tgtEl>
                                          <p:spTgt spid="16">
                                            <p:graphicEl>
                                              <a:dgm id="{AAC1A9B1-BA60-4D17-BB1E-F0F02B4A3B2B}"/>
                                            </p:graphicEl>
                                          </p:spTgt>
                                        </p:tgtEl>
                                        <p:attrNameLst>
                                          <p:attrName>ppt_w</p:attrName>
                                        </p:attrNameLst>
                                      </p:cBhvr>
                                      <p:tavLst>
                                        <p:tav tm="0">
                                          <p:val>
                                            <p:fltVal val="0"/>
                                          </p:val>
                                        </p:tav>
                                        <p:tav tm="100000">
                                          <p:val>
                                            <p:strVal val="#ppt_w"/>
                                          </p:val>
                                        </p:tav>
                                      </p:tavLst>
                                    </p:anim>
                                    <p:anim calcmode="lin" valueType="num">
                                      <p:cBhvr>
                                        <p:cTn id="70" dur="250" fill="hold"/>
                                        <p:tgtEl>
                                          <p:spTgt spid="16">
                                            <p:graphicEl>
                                              <a:dgm id="{AAC1A9B1-BA60-4D17-BB1E-F0F02B4A3B2B}"/>
                                            </p:graphicEl>
                                          </p:spTgt>
                                        </p:tgtEl>
                                        <p:attrNameLst>
                                          <p:attrName>ppt_h</p:attrName>
                                        </p:attrNameLst>
                                      </p:cBhvr>
                                      <p:tavLst>
                                        <p:tav tm="0">
                                          <p:val>
                                            <p:fltVal val="0"/>
                                          </p:val>
                                        </p:tav>
                                        <p:tav tm="100000">
                                          <p:val>
                                            <p:strVal val="#ppt_h"/>
                                          </p:val>
                                        </p:tav>
                                      </p:tavLst>
                                    </p:anim>
                                    <p:animEffect transition="in" filter="fade">
                                      <p:cBhvr>
                                        <p:cTn id="71" dur="250"/>
                                        <p:tgtEl>
                                          <p:spTgt spid="16">
                                            <p:graphicEl>
                                              <a:dgm id="{AAC1A9B1-BA60-4D17-BB1E-F0F02B4A3B2B}"/>
                                            </p:graphicEl>
                                          </p:spTgt>
                                        </p:tgtEl>
                                      </p:cBhvr>
                                    </p:animEffect>
                                  </p:childTnLst>
                                </p:cTn>
                              </p:par>
                              <p:par>
                                <p:cTn id="72" presetID="53" presetClass="entr" presetSubtype="16" fill="hold" grpId="0" nodeType="withEffect">
                                  <p:stCondLst>
                                    <p:cond delay="0"/>
                                  </p:stCondLst>
                                  <p:childTnLst>
                                    <p:set>
                                      <p:cBhvr>
                                        <p:cTn id="73" dur="1" fill="hold">
                                          <p:stCondLst>
                                            <p:cond delay="0"/>
                                          </p:stCondLst>
                                        </p:cTn>
                                        <p:tgtEl>
                                          <p:spTgt spid="16">
                                            <p:graphicEl>
                                              <a:dgm id="{98D3AB0A-B676-4AFF-8575-8BA9B28186E3}"/>
                                            </p:graphicEl>
                                          </p:spTgt>
                                        </p:tgtEl>
                                        <p:attrNameLst>
                                          <p:attrName>style.visibility</p:attrName>
                                        </p:attrNameLst>
                                      </p:cBhvr>
                                      <p:to>
                                        <p:strVal val="visible"/>
                                      </p:to>
                                    </p:set>
                                    <p:anim calcmode="lin" valueType="num">
                                      <p:cBhvr>
                                        <p:cTn id="74" dur="250" fill="hold"/>
                                        <p:tgtEl>
                                          <p:spTgt spid="16">
                                            <p:graphicEl>
                                              <a:dgm id="{98D3AB0A-B676-4AFF-8575-8BA9B28186E3}"/>
                                            </p:graphicEl>
                                          </p:spTgt>
                                        </p:tgtEl>
                                        <p:attrNameLst>
                                          <p:attrName>ppt_w</p:attrName>
                                        </p:attrNameLst>
                                      </p:cBhvr>
                                      <p:tavLst>
                                        <p:tav tm="0">
                                          <p:val>
                                            <p:fltVal val="0"/>
                                          </p:val>
                                        </p:tav>
                                        <p:tav tm="100000">
                                          <p:val>
                                            <p:strVal val="#ppt_w"/>
                                          </p:val>
                                        </p:tav>
                                      </p:tavLst>
                                    </p:anim>
                                    <p:anim calcmode="lin" valueType="num">
                                      <p:cBhvr>
                                        <p:cTn id="75" dur="250" fill="hold"/>
                                        <p:tgtEl>
                                          <p:spTgt spid="16">
                                            <p:graphicEl>
                                              <a:dgm id="{98D3AB0A-B676-4AFF-8575-8BA9B28186E3}"/>
                                            </p:graphicEl>
                                          </p:spTgt>
                                        </p:tgtEl>
                                        <p:attrNameLst>
                                          <p:attrName>ppt_h</p:attrName>
                                        </p:attrNameLst>
                                      </p:cBhvr>
                                      <p:tavLst>
                                        <p:tav tm="0">
                                          <p:val>
                                            <p:fltVal val="0"/>
                                          </p:val>
                                        </p:tav>
                                        <p:tav tm="100000">
                                          <p:val>
                                            <p:strVal val="#ppt_h"/>
                                          </p:val>
                                        </p:tav>
                                      </p:tavLst>
                                    </p:anim>
                                    <p:animEffect transition="in" filter="fade">
                                      <p:cBhvr>
                                        <p:cTn id="76" dur="250"/>
                                        <p:tgtEl>
                                          <p:spTgt spid="16">
                                            <p:graphicEl>
                                              <a:dgm id="{98D3AB0A-B676-4AFF-8575-8BA9B28186E3}"/>
                                            </p:graphicEl>
                                          </p:spTgt>
                                        </p:tgtEl>
                                      </p:cBhvr>
                                    </p:animEffect>
                                  </p:childTnLst>
                                </p:cTn>
                              </p:par>
                              <p:par>
                                <p:cTn id="77" presetID="53" presetClass="entr" presetSubtype="16" fill="hold" grpId="0" nodeType="withEffect">
                                  <p:stCondLst>
                                    <p:cond delay="0"/>
                                  </p:stCondLst>
                                  <p:childTnLst>
                                    <p:set>
                                      <p:cBhvr>
                                        <p:cTn id="78" dur="1" fill="hold">
                                          <p:stCondLst>
                                            <p:cond delay="0"/>
                                          </p:stCondLst>
                                        </p:cTn>
                                        <p:tgtEl>
                                          <p:spTgt spid="16">
                                            <p:graphicEl>
                                              <a:dgm id="{3BAFF7A7-30C4-4792-80F0-F4ED56695A86}"/>
                                            </p:graphicEl>
                                          </p:spTgt>
                                        </p:tgtEl>
                                        <p:attrNameLst>
                                          <p:attrName>style.visibility</p:attrName>
                                        </p:attrNameLst>
                                      </p:cBhvr>
                                      <p:to>
                                        <p:strVal val="visible"/>
                                      </p:to>
                                    </p:set>
                                    <p:anim calcmode="lin" valueType="num">
                                      <p:cBhvr>
                                        <p:cTn id="79" dur="250" fill="hold"/>
                                        <p:tgtEl>
                                          <p:spTgt spid="16">
                                            <p:graphicEl>
                                              <a:dgm id="{3BAFF7A7-30C4-4792-80F0-F4ED56695A86}"/>
                                            </p:graphicEl>
                                          </p:spTgt>
                                        </p:tgtEl>
                                        <p:attrNameLst>
                                          <p:attrName>ppt_w</p:attrName>
                                        </p:attrNameLst>
                                      </p:cBhvr>
                                      <p:tavLst>
                                        <p:tav tm="0">
                                          <p:val>
                                            <p:fltVal val="0"/>
                                          </p:val>
                                        </p:tav>
                                        <p:tav tm="100000">
                                          <p:val>
                                            <p:strVal val="#ppt_w"/>
                                          </p:val>
                                        </p:tav>
                                      </p:tavLst>
                                    </p:anim>
                                    <p:anim calcmode="lin" valueType="num">
                                      <p:cBhvr>
                                        <p:cTn id="80" dur="250" fill="hold"/>
                                        <p:tgtEl>
                                          <p:spTgt spid="16">
                                            <p:graphicEl>
                                              <a:dgm id="{3BAFF7A7-30C4-4792-80F0-F4ED56695A86}"/>
                                            </p:graphicEl>
                                          </p:spTgt>
                                        </p:tgtEl>
                                        <p:attrNameLst>
                                          <p:attrName>ppt_h</p:attrName>
                                        </p:attrNameLst>
                                      </p:cBhvr>
                                      <p:tavLst>
                                        <p:tav tm="0">
                                          <p:val>
                                            <p:fltVal val="0"/>
                                          </p:val>
                                        </p:tav>
                                        <p:tav tm="100000">
                                          <p:val>
                                            <p:strVal val="#ppt_h"/>
                                          </p:val>
                                        </p:tav>
                                      </p:tavLst>
                                    </p:anim>
                                    <p:animEffect transition="in" filter="fade">
                                      <p:cBhvr>
                                        <p:cTn id="81" dur="250"/>
                                        <p:tgtEl>
                                          <p:spTgt spid="16">
                                            <p:graphicEl>
                                              <a:dgm id="{3BAFF7A7-30C4-4792-80F0-F4ED56695A86}"/>
                                            </p:graphicEl>
                                          </p:spTgt>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16">
                                            <p:graphicEl>
                                              <a:dgm id="{7425EFB1-85FD-43BD-9E0C-5EB503D12F2B}"/>
                                            </p:graphicEl>
                                          </p:spTgt>
                                        </p:tgtEl>
                                        <p:attrNameLst>
                                          <p:attrName>style.visibility</p:attrName>
                                        </p:attrNameLst>
                                      </p:cBhvr>
                                      <p:to>
                                        <p:strVal val="visible"/>
                                      </p:to>
                                    </p:set>
                                    <p:anim calcmode="lin" valueType="num">
                                      <p:cBhvr>
                                        <p:cTn id="84" dur="250" fill="hold"/>
                                        <p:tgtEl>
                                          <p:spTgt spid="16">
                                            <p:graphicEl>
                                              <a:dgm id="{7425EFB1-85FD-43BD-9E0C-5EB503D12F2B}"/>
                                            </p:graphicEl>
                                          </p:spTgt>
                                        </p:tgtEl>
                                        <p:attrNameLst>
                                          <p:attrName>ppt_w</p:attrName>
                                        </p:attrNameLst>
                                      </p:cBhvr>
                                      <p:tavLst>
                                        <p:tav tm="0">
                                          <p:val>
                                            <p:fltVal val="0"/>
                                          </p:val>
                                        </p:tav>
                                        <p:tav tm="100000">
                                          <p:val>
                                            <p:strVal val="#ppt_w"/>
                                          </p:val>
                                        </p:tav>
                                      </p:tavLst>
                                    </p:anim>
                                    <p:anim calcmode="lin" valueType="num">
                                      <p:cBhvr>
                                        <p:cTn id="85" dur="250" fill="hold"/>
                                        <p:tgtEl>
                                          <p:spTgt spid="16">
                                            <p:graphicEl>
                                              <a:dgm id="{7425EFB1-85FD-43BD-9E0C-5EB503D12F2B}"/>
                                            </p:graphicEl>
                                          </p:spTgt>
                                        </p:tgtEl>
                                        <p:attrNameLst>
                                          <p:attrName>ppt_h</p:attrName>
                                        </p:attrNameLst>
                                      </p:cBhvr>
                                      <p:tavLst>
                                        <p:tav tm="0">
                                          <p:val>
                                            <p:fltVal val="0"/>
                                          </p:val>
                                        </p:tav>
                                        <p:tav tm="100000">
                                          <p:val>
                                            <p:strVal val="#ppt_h"/>
                                          </p:val>
                                        </p:tav>
                                      </p:tavLst>
                                    </p:anim>
                                    <p:animEffect transition="in" filter="fade">
                                      <p:cBhvr>
                                        <p:cTn id="86" dur="250"/>
                                        <p:tgtEl>
                                          <p:spTgt spid="16">
                                            <p:graphicEl>
                                              <a:dgm id="{7425EFB1-85FD-43BD-9E0C-5EB503D12F2B}"/>
                                            </p:graphicEl>
                                          </p:spTgt>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16">
                                            <p:graphicEl>
                                              <a:dgm id="{977EB5CB-7F94-462A-B74B-D681CCDAFE96}"/>
                                            </p:graphicEl>
                                          </p:spTgt>
                                        </p:tgtEl>
                                        <p:attrNameLst>
                                          <p:attrName>style.visibility</p:attrName>
                                        </p:attrNameLst>
                                      </p:cBhvr>
                                      <p:to>
                                        <p:strVal val="visible"/>
                                      </p:to>
                                    </p:set>
                                    <p:anim calcmode="lin" valueType="num">
                                      <p:cBhvr>
                                        <p:cTn id="89" dur="250" fill="hold"/>
                                        <p:tgtEl>
                                          <p:spTgt spid="16">
                                            <p:graphicEl>
                                              <a:dgm id="{977EB5CB-7F94-462A-B74B-D681CCDAFE96}"/>
                                            </p:graphicEl>
                                          </p:spTgt>
                                        </p:tgtEl>
                                        <p:attrNameLst>
                                          <p:attrName>ppt_w</p:attrName>
                                        </p:attrNameLst>
                                      </p:cBhvr>
                                      <p:tavLst>
                                        <p:tav tm="0">
                                          <p:val>
                                            <p:fltVal val="0"/>
                                          </p:val>
                                        </p:tav>
                                        <p:tav tm="100000">
                                          <p:val>
                                            <p:strVal val="#ppt_w"/>
                                          </p:val>
                                        </p:tav>
                                      </p:tavLst>
                                    </p:anim>
                                    <p:anim calcmode="lin" valueType="num">
                                      <p:cBhvr>
                                        <p:cTn id="90" dur="250" fill="hold"/>
                                        <p:tgtEl>
                                          <p:spTgt spid="16">
                                            <p:graphicEl>
                                              <a:dgm id="{977EB5CB-7F94-462A-B74B-D681CCDAFE96}"/>
                                            </p:graphicEl>
                                          </p:spTgt>
                                        </p:tgtEl>
                                        <p:attrNameLst>
                                          <p:attrName>ppt_h</p:attrName>
                                        </p:attrNameLst>
                                      </p:cBhvr>
                                      <p:tavLst>
                                        <p:tav tm="0">
                                          <p:val>
                                            <p:fltVal val="0"/>
                                          </p:val>
                                        </p:tav>
                                        <p:tav tm="100000">
                                          <p:val>
                                            <p:strVal val="#ppt_h"/>
                                          </p:val>
                                        </p:tav>
                                      </p:tavLst>
                                    </p:anim>
                                    <p:animEffect transition="in" filter="fade">
                                      <p:cBhvr>
                                        <p:cTn id="91" dur="250"/>
                                        <p:tgtEl>
                                          <p:spTgt spid="16">
                                            <p:graphicEl>
                                              <a:dgm id="{977EB5CB-7F94-462A-B74B-D681CCDAFE96}"/>
                                            </p:graphicEl>
                                          </p:spTgt>
                                        </p:tgtEl>
                                      </p:cBhvr>
                                    </p:animEffect>
                                  </p:childTnLst>
                                </p:cTn>
                              </p:par>
                              <p:par>
                                <p:cTn id="92" presetID="53" presetClass="entr" presetSubtype="16" fill="hold" grpId="0" nodeType="withEffect">
                                  <p:stCondLst>
                                    <p:cond delay="0"/>
                                  </p:stCondLst>
                                  <p:childTnLst>
                                    <p:set>
                                      <p:cBhvr>
                                        <p:cTn id="93" dur="1" fill="hold">
                                          <p:stCondLst>
                                            <p:cond delay="0"/>
                                          </p:stCondLst>
                                        </p:cTn>
                                        <p:tgtEl>
                                          <p:spTgt spid="16">
                                            <p:graphicEl>
                                              <a:dgm id="{902BDD82-6500-4745-ABB1-8AB85030FF96}"/>
                                            </p:graphicEl>
                                          </p:spTgt>
                                        </p:tgtEl>
                                        <p:attrNameLst>
                                          <p:attrName>style.visibility</p:attrName>
                                        </p:attrNameLst>
                                      </p:cBhvr>
                                      <p:to>
                                        <p:strVal val="visible"/>
                                      </p:to>
                                    </p:set>
                                    <p:anim calcmode="lin" valueType="num">
                                      <p:cBhvr>
                                        <p:cTn id="94" dur="250" fill="hold"/>
                                        <p:tgtEl>
                                          <p:spTgt spid="16">
                                            <p:graphicEl>
                                              <a:dgm id="{902BDD82-6500-4745-ABB1-8AB85030FF96}"/>
                                            </p:graphicEl>
                                          </p:spTgt>
                                        </p:tgtEl>
                                        <p:attrNameLst>
                                          <p:attrName>ppt_w</p:attrName>
                                        </p:attrNameLst>
                                      </p:cBhvr>
                                      <p:tavLst>
                                        <p:tav tm="0">
                                          <p:val>
                                            <p:fltVal val="0"/>
                                          </p:val>
                                        </p:tav>
                                        <p:tav tm="100000">
                                          <p:val>
                                            <p:strVal val="#ppt_w"/>
                                          </p:val>
                                        </p:tav>
                                      </p:tavLst>
                                    </p:anim>
                                    <p:anim calcmode="lin" valueType="num">
                                      <p:cBhvr>
                                        <p:cTn id="95" dur="250" fill="hold"/>
                                        <p:tgtEl>
                                          <p:spTgt spid="16">
                                            <p:graphicEl>
                                              <a:dgm id="{902BDD82-6500-4745-ABB1-8AB85030FF96}"/>
                                            </p:graphicEl>
                                          </p:spTgt>
                                        </p:tgtEl>
                                        <p:attrNameLst>
                                          <p:attrName>ppt_h</p:attrName>
                                        </p:attrNameLst>
                                      </p:cBhvr>
                                      <p:tavLst>
                                        <p:tav tm="0">
                                          <p:val>
                                            <p:fltVal val="0"/>
                                          </p:val>
                                        </p:tav>
                                        <p:tav tm="100000">
                                          <p:val>
                                            <p:strVal val="#ppt_h"/>
                                          </p:val>
                                        </p:tav>
                                      </p:tavLst>
                                    </p:anim>
                                    <p:animEffect transition="in" filter="fade">
                                      <p:cBhvr>
                                        <p:cTn id="96" dur="250"/>
                                        <p:tgtEl>
                                          <p:spTgt spid="16">
                                            <p:graphicEl>
                                              <a:dgm id="{902BDD82-6500-4745-ABB1-8AB85030FF96}"/>
                                            </p:graphicEl>
                                          </p:spTgt>
                                        </p:tgtEl>
                                      </p:cBhvr>
                                    </p:animEffect>
                                  </p:childTnLst>
                                </p:cTn>
                              </p:par>
                              <p:par>
                                <p:cTn id="97" presetID="53" presetClass="entr" presetSubtype="16" fill="hold" grpId="0" nodeType="withEffect">
                                  <p:stCondLst>
                                    <p:cond delay="0"/>
                                  </p:stCondLst>
                                  <p:childTnLst>
                                    <p:set>
                                      <p:cBhvr>
                                        <p:cTn id="98" dur="1" fill="hold">
                                          <p:stCondLst>
                                            <p:cond delay="0"/>
                                          </p:stCondLst>
                                        </p:cTn>
                                        <p:tgtEl>
                                          <p:spTgt spid="16">
                                            <p:graphicEl>
                                              <a:dgm id="{005F7ED7-2138-429B-B8E8-40FB2DAF0412}"/>
                                            </p:graphicEl>
                                          </p:spTgt>
                                        </p:tgtEl>
                                        <p:attrNameLst>
                                          <p:attrName>style.visibility</p:attrName>
                                        </p:attrNameLst>
                                      </p:cBhvr>
                                      <p:to>
                                        <p:strVal val="visible"/>
                                      </p:to>
                                    </p:set>
                                    <p:anim calcmode="lin" valueType="num">
                                      <p:cBhvr>
                                        <p:cTn id="99" dur="250" fill="hold"/>
                                        <p:tgtEl>
                                          <p:spTgt spid="16">
                                            <p:graphicEl>
                                              <a:dgm id="{005F7ED7-2138-429B-B8E8-40FB2DAF0412}"/>
                                            </p:graphicEl>
                                          </p:spTgt>
                                        </p:tgtEl>
                                        <p:attrNameLst>
                                          <p:attrName>ppt_w</p:attrName>
                                        </p:attrNameLst>
                                      </p:cBhvr>
                                      <p:tavLst>
                                        <p:tav tm="0">
                                          <p:val>
                                            <p:fltVal val="0"/>
                                          </p:val>
                                        </p:tav>
                                        <p:tav tm="100000">
                                          <p:val>
                                            <p:strVal val="#ppt_w"/>
                                          </p:val>
                                        </p:tav>
                                      </p:tavLst>
                                    </p:anim>
                                    <p:anim calcmode="lin" valueType="num">
                                      <p:cBhvr>
                                        <p:cTn id="100" dur="250" fill="hold"/>
                                        <p:tgtEl>
                                          <p:spTgt spid="16">
                                            <p:graphicEl>
                                              <a:dgm id="{005F7ED7-2138-429B-B8E8-40FB2DAF0412}"/>
                                            </p:graphicEl>
                                          </p:spTgt>
                                        </p:tgtEl>
                                        <p:attrNameLst>
                                          <p:attrName>ppt_h</p:attrName>
                                        </p:attrNameLst>
                                      </p:cBhvr>
                                      <p:tavLst>
                                        <p:tav tm="0">
                                          <p:val>
                                            <p:fltVal val="0"/>
                                          </p:val>
                                        </p:tav>
                                        <p:tav tm="100000">
                                          <p:val>
                                            <p:strVal val="#ppt_h"/>
                                          </p:val>
                                        </p:tav>
                                      </p:tavLst>
                                    </p:anim>
                                    <p:animEffect transition="in" filter="fade">
                                      <p:cBhvr>
                                        <p:cTn id="101" dur="250"/>
                                        <p:tgtEl>
                                          <p:spTgt spid="16">
                                            <p:graphicEl>
                                              <a:dgm id="{005F7ED7-2138-429B-B8E8-40FB2DAF0412}"/>
                                            </p:graphicEl>
                                          </p:spTgt>
                                        </p:tgtEl>
                                      </p:cBhvr>
                                    </p:animEffect>
                                  </p:childTnLst>
                                </p:cTn>
                              </p:par>
                              <p:par>
                                <p:cTn id="102" presetID="53" presetClass="entr" presetSubtype="16" fill="hold" grpId="0" nodeType="withEffect">
                                  <p:stCondLst>
                                    <p:cond delay="0"/>
                                  </p:stCondLst>
                                  <p:childTnLst>
                                    <p:set>
                                      <p:cBhvr>
                                        <p:cTn id="103" dur="1" fill="hold">
                                          <p:stCondLst>
                                            <p:cond delay="0"/>
                                          </p:stCondLst>
                                        </p:cTn>
                                        <p:tgtEl>
                                          <p:spTgt spid="16">
                                            <p:graphicEl>
                                              <a:dgm id="{A90A0BFC-07A7-4DDD-8427-0CA01EE69FD7}"/>
                                            </p:graphicEl>
                                          </p:spTgt>
                                        </p:tgtEl>
                                        <p:attrNameLst>
                                          <p:attrName>style.visibility</p:attrName>
                                        </p:attrNameLst>
                                      </p:cBhvr>
                                      <p:to>
                                        <p:strVal val="visible"/>
                                      </p:to>
                                    </p:set>
                                    <p:anim calcmode="lin" valueType="num">
                                      <p:cBhvr>
                                        <p:cTn id="104" dur="250" fill="hold"/>
                                        <p:tgtEl>
                                          <p:spTgt spid="16">
                                            <p:graphicEl>
                                              <a:dgm id="{A90A0BFC-07A7-4DDD-8427-0CA01EE69FD7}"/>
                                            </p:graphicEl>
                                          </p:spTgt>
                                        </p:tgtEl>
                                        <p:attrNameLst>
                                          <p:attrName>ppt_w</p:attrName>
                                        </p:attrNameLst>
                                      </p:cBhvr>
                                      <p:tavLst>
                                        <p:tav tm="0">
                                          <p:val>
                                            <p:fltVal val="0"/>
                                          </p:val>
                                        </p:tav>
                                        <p:tav tm="100000">
                                          <p:val>
                                            <p:strVal val="#ppt_w"/>
                                          </p:val>
                                        </p:tav>
                                      </p:tavLst>
                                    </p:anim>
                                    <p:anim calcmode="lin" valueType="num">
                                      <p:cBhvr>
                                        <p:cTn id="105" dur="250" fill="hold"/>
                                        <p:tgtEl>
                                          <p:spTgt spid="16">
                                            <p:graphicEl>
                                              <a:dgm id="{A90A0BFC-07A7-4DDD-8427-0CA01EE69FD7}"/>
                                            </p:graphicEl>
                                          </p:spTgt>
                                        </p:tgtEl>
                                        <p:attrNameLst>
                                          <p:attrName>ppt_h</p:attrName>
                                        </p:attrNameLst>
                                      </p:cBhvr>
                                      <p:tavLst>
                                        <p:tav tm="0">
                                          <p:val>
                                            <p:fltVal val="0"/>
                                          </p:val>
                                        </p:tav>
                                        <p:tav tm="100000">
                                          <p:val>
                                            <p:strVal val="#ppt_h"/>
                                          </p:val>
                                        </p:tav>
                                      </p:tavLst>
                                    </p:anim>
                                    <p:animEffect transition="in" filter="fade">
                                      <p:cBhvr>
                                        <p:cTn id="106" dur="250"/>
                                        <p:tgtEl>
                                          <p:spTgt spid="16">
                                            <p:graphicEl>
                                              <a:dgm id="{A90A0BFC-07A7-4DDD-8427-0CA01EE69FD7}"/>
                                            </p:graphicEl>
                                          </p:spTgt>
                                        </p:tgtEl>
                                      </p:cBhvr>
                                    </p:animEffect>
                                  </p:childTnLst>
                                </p:cTn>
                              </p:par>
                              <p:par>
                                <p:cTn id="107" presetID="53" presetClass="entr" presetSubtype="16" fill="hold" grpId="0" nodeType="withEffect">
                                  <p:stCondLst>
                                    <p:cond delay="0"/>
                                  </p:stCondLst>
                                  <p:childTnLst>
                                    <p:set>
                                      <p:cBhvr>
                                        <p:cTn id="108" dur="1" fill="hold">
                                          <p:stCondLst>
                                            <p:cond delay="0"/>
                                          </p:stCondLst>
                                        </p:cTn>
                                        <p:tgtEl>
                                          <p:spTgt spid="16">
                                            <p:graphicEl>
                                              <a:dgm id="{DDED6EF4-A0CC-49CB-9AE7-43B444C48543}"/>
                                            </p:graphicEl>
                                          </p:spTgt>
                                        </p:tgtEl>
                                        <p:attrNameLst>
                                          <p:attrName>style.visibility</p:attrName>
                                        </p:attrNameLst>
                                      </p:cBhvr>
                                      <p:to>
                                        <p:strVal val="visible"/>
                                      </p:to>
                                    </p:set>
                                    <p:anim calcmode="lin" valueType="num">
                                      <p:cBhvr>
                                        <p:cTn id="109" dur="250" fill="hold"/>
                                        <p:tgtEl>
                                          <p:spTgt spid="16">
                                            <p:graphicEl>
                                              <a:dgm id="{DDED6EF4-A0CC-49CB-9AE7-43B444C48543}"/>
                                            </p:graphicEl>
                                          </p:spTgt>
                                        </p:tgtEl>
                                        <p:attrNameLst>
                                          <p:attrName>ppt_w</p:attrName>
                                        </p:attrNameLst>
                                      </p:cBhvr>
                                      <p:tavLst>
                                        <p:tav tm="0">
                                          <p:val>
                                            <p:fltVal val="0"/>
                                          </p:val>
                                        </p:tav>
                                        <p:tav tm="100000">
                                          <p:val>
                                            <p:strVal val="#ppt_w"/>
                                          </p:val>
                                        </p:tav>
                                      </p:tavLst>
                                    </p:anim>
                                    <p:anim calcmode="lin" valueType="num">
                                      <p:cBhvr>
                                        <p:cTn id="110" dur="250" fill="hold"/>
                                        <p:tgtEl>
                                          <p:spTgt spid="16">
                                            <p:graphicEl>
                                              <a:dgm id="{DDED6EF4-A0CC-49CB-9AE7-43B444C48543}"/>
                                            </p:graphicEl>
                                          </p:spTgt>
                                        </p:tgtEl>
                                        <p:attrNameLst>
                                          <p:attrName>ppt_h</p:attrName>
                                        </p:attrNameLst>
                                      </p:cBhvr>
                                      <p:tavLst>
                                        <p:tav tm="0">
                                          <p:val>
                                            <p:fltVal val="0"/>
                                          </p:val>
                                        </p:tav>
                                        <p:tav tm="100000">
                                          <p:val>
                                            <p:strVal val="#ppt_h"/>
                                          </p:val>
                                        </p:tav>
                                      </p:tavLst>
                                    </p:anim>
                                    <p:animEffect transition="in" filter="fade">
                                      <p:cBhvr>
                                        <p:cTn id="111" dur="250"/>
                                        <p:tgtEl>
                                          <p:spTgt spid="16">
                                            <p:graphicEl>
                                              <a:dgm id="{DDED6EF4-A0CC-49CB-9AE7-43B444C48543}"/>
                                            </p:graphicEl>
                                          </p:spTgt>
                                        </p:tgtEl>
                                      </p:cBhvr>
                                    </p:animEffect>
                                  </p:childTnLst>
                                </p:cTn>
                              </p:par>
                              <p:par>
                                <p:cTn id="112" presetID="53" presetClass="entr" presetSubtype="16" fill="hold" grpId="0" nodeType="withEffect">
                                  <p:stCondLst>
                                    <p:cond delay="0"/>
                                  </p:stCondLst>
                                  <p:childTnLst>
                                    <p:set>
                                      <p:cBhvr>
                                        <p:cTn id="113" dur="1" fill="hold">
                                          <p:stCondLst>
                                            <p:cond delay="0"/>
                                          </p:stCondLst>
                                        </p:cTn>
                                        <p:tgtEl>
                                          <p:spTgt spid="16">
                                            <p:graphicEl>
                                              <a:dgm id="{84DDEA6A-77C7-4BDC-8B22-AD74F2C7D212}"/>
                                            </p:graphicEl>
                                          </p:spTgt>
                                        </p:tgtEl>
                                        <p:attrNameLst>
                                          <p:attrName>style.visibility</p:attrName>
                                        </p:attrNameLst>
                                      </p:cBhvr>
                                      <p:to>
                                        <p:strVal val="visible"/>
                                      </p:to>
                                    </p:set>
                                    <p:anim calcmode="lin" valueType="num">
                                      <p:cBhvr>
                                        <p:cTn id="114" dur="250" fill="hold"/>
                                        <p:tgtEl>
                                          <p:spTgt spid="16">
                                            <p:graphicEl>
                                              <a:dgm id="{84DDEA6A-77C7-4BDC-8B22-AD74F2C7D212}"/>
                                            </p:graphicEl>
                                          </p:spTgt>
                                        </p:tgtEl>
                                        <p:attrNameLst>
                                          <p:attrName>ppt_w</p:attrName>
                                        </p:attrNameLst>
                                      </p:cBhvr>
                                      <p:tavLst>
                                        <p:tav tm="0">
                                          <p:val>
                                            <p:fltVal val="0"/>
                                          </p:val>
                                        </p:tav>
                                        <p:tav tm="100000">
                                          <p:val>
                                            <p:strVal val="#ppt_w"/>
                                          </p:val>
                                        </p:tav>
                                      </p:tavLst>
                                    </p:anim>
                                    <p:anim calcmode="lin" valueType="num">
                                      <p:cBhvr>
                                        <p:cTn id="115" dur="250" fill="hold"/>
                                        <p:tgtEl>
                                          <p:spTgt spid="16">
                                            <p:graphicEl>
                                              <a:dgm id="{84DDEA6A-77C7-4BDC-8B22-AD74F2C7D212}"/>
                                            </p:graphicEl>
                                          </p:spTgt>
                                        </p:tgtEl>
                                        <p:attrNameLst>
                                          <p:attrName>ppt_h</p:attrName>
                                        </p:attrNameLst>
                                      </p:cBhvr>
                                      <p:tavLst>
                                        <p:tav tm="0">
                                          <p:val>
                                            <p:fltVal val="0"/>
                                          </p:val>
                                        </p:tav>
                                        <p:tav tm="100000">
                                          <p:val>
                                            <p:strVal val="#ppt_h"/>
                                          </p:val>
                                        </p:tav>
                                      </p:tavLst>
                                    </p:anim>
                                    <p:animEffect transition="in" filter="fade">
                                      <p:cBhvr>
                                        <p:cTn id="116" dur="250"/>
                                        <p:tgtEl>
                                          <p:spTgt spid="16">
                                            <p:graphicEl>
                                              <a:dgm id="{84DDEA6A-77C7-4BDC-8B22-AD74F2C7D212}"/>
                                            </p:graphicEl>
                                          </p:spTgt>
                                        </p:tgtEl>
                                      </p:cBhvr>
                                    </p:animEffect>
                                  </p:childTnLst>
                                </p:cTn>
                              </p:par>
                              <p:par>
                                <p:cTn id="117" presetID="53" presetClass="entr" presetSubtype="16" fill="hold" grpId="0" nodeType="withEffect">
                                  <p:stCondLst>
                                    <p:cond delay="0"/>
                                  </p:stCondLst>
                                  <p:childTnLst>
                                    <p:set>
                                      <p:cBhvr>
                                        <p:cTn id="118" dur="1" fill="hold">
                                          <p:stCondLst>
                                            <p:cond delay="0"/>
                                          </p:stCondLst>
                                        </p:cTn>
                                        <p:tgtEl>
                                          <p:spTgt spid="16">
                                            <p:graphicEl>
                                              <a:dgm id="{21E83F37-BEFF-4B60-BB9A-345F36FD8FDB}"/>
                                            </p:graphicEl>
                                          </p:spTgt>
                                        </p:tgtEl>
                                        <p:attrNameLst>
                                          <p:attrName>style.visibility</p:attrName>
                                        </p:attrNameLst>
                                      </p:cBhvr>
                                      <p:to>
                                        <p:strVal val="visible"/>
                                      </p:to>
                                    </p:set>
                                    <p:anim calcmode="lin" valueType="num">
                                      <p:cBhvr>
                                        <p:cTn id="119" dur="250" fill="hold"/>
                                        <p:tgtEl>
                                          <p:spTgt spid="16">
                                            <p:graphicEl>
                                              <a:dgm id="{21E83F37-BEFF-4B60-BB9A-345F36FD8FDB}"/>
                                            </p:graphicEl>
                                          </p:spTgt>
                                        </p:tgtEl>
                                        <p:attrNameLst>
                                          <p:attrName>ppt_w</p:attrName>
                                        </p:attrNameLst>
                                      </p:cBhvr>
                                      <p:tavLst>
                                        <p:tav tm="0">
                                          <p:val>
                                            <p:fltVal val="0"/>
                                          </p:val>
                                        </p:tav>
                                        <p:tav tm="100000">
                                          <p:val>
                                            <p:strVal val="#ppt_w"/>
                                          </p:val>
                                        </p:tav>
                                      </p:tavLst>
                                    </p:anim>
                                    <p:anim calcmode="lin" valueType="num">
                                      <p:cBhvr>
                                        <p:cTn id="120" dur="250" fill="hold"/>
                                        <p:tgtEl>
                                          <p:spTgt spid="16">
                                            <p:graphicEl>
                                              <a:dgm id="{21E83F37-BEFF-4B60-BB9A-345F36FD8FDB}"/>
                                            </p:graphicEl>
                                          </p:spTgt>
                                        </p:tgtEl>
                                        <p:attrNameLst>
                                          <p:attrName>ppt_h</p:attrName>
                                        </p:attrNameLst>
                                      </p:cBhvr>
                                      <p:tavLst>
                                        <p:tav tm="0">
                                          <p:val>
                                            <p:fltVal val="0"/>
                                          </p:val>
                                        </p:tav>
                                        <p:tav tm="100000">
                                          <p:val>
                                            <p:strVal val="#ppt_h"/>
                                          </p:val>
                                        </p:tav>
                                      </p:tavLst>
                                    </p:anim>
                                    <p:animEffect transition="in" filter="fade">
                                      <p:cBhvr>
                                        <p:cTn id="121" dur="250"/>
                                        <p:tgtEl>
                                          <p:spTgt spid="16">
                                            <p:graphicEl>
                                              <a:dgm id="{21E83F37-BEFF-4B60-BB9A-345F36FD8FDB}"/>
                                            </p:graphicEl>
                                          </p:spTgt>
                                        </p:tgtEl>
                                      </p:cBhvr>
                                    </p:animEffect>
                                  </p:childTnLst>
                                </p:cTn>
                              </p:par>
                              <p:par>
                                <p:cTn id="122" presetID="53" presetClass="entr" presetSubtype="16" fill="hold" grpId="0" nodeType="withEffect">
                                  <p:stCondLst>
                                    <p:cond delay="0"/>
                                  </p:stCondLst>
                                  <p:childTnLst>
                                    <p:set>
                                      <p:cBhvr>
                                        <p:cTn id="123" dur="1" fill="hold">
                                          <p:stCondLst>
                                            <p:cond delay="0"/>
                                          </p:stCondLst>
                                        </p:cTn>
                                        <p:tgtEl>
                                          <p:spTgt spid="16">
                                            <p:graphicEl>
                                              <a:dgm id="{7B1BE0AD-50A5-48F7-B598-DEB590DCA7A9}"/>
                                            </p:graphicEl>
                                          </p:spTgt>
                                        </p:tgtEl>
                                        <p:attrNameLst>
                                          <p:attrName>style.visibility</p:attrName>
                                        </p:attrNameLst>
                                      </p:cBhvr>
                                      <p:to>
                                        <p:strVal val="visible"/>
                                      </p:to>
                                    </p:set>
                                    <p:anim calcmode="lin" valueType="num">
                                      <p:cBhvr>
                                        <p:cTn id="124" dur="250" fill="hold"/>
                                        <p:tgtEl>
                                          <p:spTgt spid="16">
                                            <p:graphicEl>
                                              <a:dgm id="{7B1BE0AD-50A5-48F7-B598-DEB590DCA7A9}"/>
                                            </p:graphicEl>
                                          </p:spTgt>
                                        </p:tgtEl>
                                        <p:attrNameLst>
                                          <p:attrName>ppt_w</p:attrName>
                                        </p:attrNameLst>
                                      </p:cBhvr>
                                      <p:tavLst>
                                        <p:tav tm="0">
                                          <p:val>
                                            <p:fltVal val="0"/>
                                          </p:val>
                                        </p:tav>
                                        <p:tav tm="100000">
                                          <p:val>
                                            <p:strVal val="#ppt_w"/>
                                          </p:val>
                                        </p:tav>
                                      </p:tavLst>
                                    </p:anim>
                                    <p:anim calcmode="lin" valueType="num">
                                      <p:cBhvr>
                                        <p:cTn id="125" dur="250" fill="hold"/>
                                        <p:tgtEl>
                                          <p:spTgt spid="16">
                                            <p:graphicEl>
                                              <a:dgm id="{7B1BE0AD-50A5-48F7-B598-DEB590DCA7A9}"/>
                                            </p:graphicEl>
                                          </p:spTgt>
                                        </p:tgtEl>
                                        <p:attrNameLst>
                                          <p:attrName>ppt_h</p:attrName>
                                        </p:attrNameLst>
                                      </p:cBhvr>
                                      <p:tavLst>
                                        <p:tav tm="0">
                                          <p:val>
                                            <p:fltVal val="0"/>
                                          </p:val>
                                        </p:tav>
                                        <p:tav tm="100000">
                                          <p:val>
                                            <p:strVal val="#ppt_h"/>
                                          </p:val>
                                        </p:tav>
                                      </p:tavLst>
                                    </p:anim>
                                    <p:animEffect transition="in" filter="fade">
                                      <p:cBhvr>
                                        <p:cTn id="126" dur="250"/>
                                        <p:tgtEl>
                                          <p:spTgt spid="16">
                                            <p:graphicEl>
                                              <a:dgm id="{7B1BE0AD-50A5-48F7-B598-DEB590DCA7A9}"/>
                                            </p:graphicEl>
                                          </p:spTgt>
                                        </p:tgtEl>
                                      </p:cBhvr>
                                    </p:animEffect>
                                  </p:childTnLst>
                                </p:cTn>
                              </p:par>
                            </p:childTnLst>
                          </p:cTn>
                        </p:par>
                        <p:par>
                          <p:cTn id="127" fill="hold">
                            <p:stCondLst>
                              <p:cond delay="2750"/>
                            </p:stCondLst>
                            <p:childTnLst>
                              <p:par>
                                <p:cTn id="128" presetID="10" presetClass="entr" presetSubtype="0" fill="hold" grpId="0" nodeType="afterEffect">
                                  <p:stCondLst>
                                    <p:cond delay="0"/>
                                  </p:stCondLst>
                                  <p:childTnLst>
                                    <p:set>
                                      <p:cBhvr>
                                        <p:cTn id="129" dur="1" fill="hold">
                                          <p:stCondLst>
                                            <p:cond delay="0"/>
                                          </p:stCondLst>
                                        </p:cTn>
                                        <p:tgtEl>
                                          <p:spTgt spid="21"/>
                                        </p:tgtEl>
                                        <p:attrNameLst>
                                          <p:attrName>style.visibility</p:attrName>
                                        </p:attrNameLst>
                                      </p:cBhvr>
                                      <p:to>
                                        <p:strVal val="visible"/>
                                      </p:to>
                                    </p:set>
                                    <p:animEffect transition="in" filter="fade">
                                      <p:cBhvr>
                                        <p:cTn id="130" dur="25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build="p"/>
      <p:bldP spid="411" grpId="0"/>
      <p:bldGraphic spid="16" grpId="0" uiExpand="1">
        <p:bldSub>
          <a:bldDgm/>
        </p:bldSub>
      </p:bldGraphic>
      <p:bldP spid="21"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a:grpSpLocks/>
          </p:cNvGrpSpPr>
          <p:nvPr/>
        </p:nvGrpSpPr>
        <p:grpSpPr bwMode="auto">
          <a:xfrm>
            <a:off x="552450" y="2901950"/>
            <a:ext cx="3552825" cy="4000500"/>
            <a:chOff x="7075488" y="1492250"/>
            <a:chExt cx="3382963" cy="4022726"/>
          </a:xfrm>
        </p:grpSpPr>
        <p:sp>
          <p:nvSpPr>
            <p:cNvPr id="396" name="Freeform 5"/>
            <p:cNvSpPr>
              <a:spLocks/>
            </p:cNvSpPr>
            <p:nvPr/>
          </p:nvSpPr>
          <p:spPr bwMode="auto">
            <a:xfrm>
              <a:off x="7840358" y="3851611"/>
              <a:ext cx="2432166" cy="1663365"/>
            </a:xfrm>
            <a:custGeom>
              <a:avLst/>
              <a:gdLst>
                <a:gd name="T0" fmla="*/ 1213 w 1251"/>
                <a:gd name="T1" fmla="*/ 62 h 856"/>
                <a:gd name="T2" fmla="*/ 1213 w 1251"/>
                <a:gd name="T3" fmla="*/ 62 h 856"/>
                <a:gd name="T4" fmla="*/ 1183 w 1251"/>
                <a:gd name="T5" fmla="*/ 231 h 856"/>
                <a:gd name="T6" fmla="*/ 316 w 1251"/>
                <a:gd name="T7" fmla="*/ 856 h 856"/>
                <a:gd name="T8" fmla="*/ 4 w 1251"/>
                <a:gd name="T9" fmla="*/ 856 h 856"/>
                <a:gd name="T10" fmla="*/ 55 w 1251"/>
                <a:gd name="T11" fmla="*/ 745 h 856"/>
                <a:gd name="T12" fmla="*/ 1050 w 1251"/>
                <a:gd name="T13" fmla="*/ 39 h 856"/>
                <a:gd name="T14" fmla="*/ 1213 w 1251"/>
                <a:gd name="T15" fmla="*/ 62 h 8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1" h="856">
                  <a:moveTo>
                    <a:pt x="1213" y="62"/>
                  </a:moveTo>
                  <a:cubicBezTo>
                    <a:pt x="1213" y="62"/>
                    <a:pt x="1213" y="62"/>
                    <a:pt x="1213" y="62"/>
                  </a:cubicBezTo>
                  <a:cubicBezTo>
                    <a:pt x="1251" y="117"/>
                    <a:pt x="1237" y="192"/>
                    <a:pt x="1183" y="231"/>
                  </a:cubicBezTo>
                  <a:cubicBezTo>
                    <a:pt x="316" y="856"/>
                    <a:pt x="316" y="856"/>
                    <a:pt x="316" y="856"/>
                  </a:cubicBezTo>
                  <a:cubicBezTo>
                    <a:pt x="4" y="856"/>
                    <a:pt x="4" y="856"/>
                    <a:pt x="4" y="856"/>
                  </a:cubicBezTo>
                  <a:cubicBezTo>
                    <a:pt x="0" y="814"/>
                    <a:pt x="19" y="772"/>
                    <a:pt x="55" y="745"/>
                  </a:cubicBezTo>
                  <a:cubicBezTo>
                    <a:pt x="1050" y="39"/>
                    <a:pt x="1050" y="39"/>
                    <a:pt x="1050" y="39"/>
                  </a:cubicBezTo>
                  <a:cubicBezTo>
                    <a:pt x="1104" y="0"/>
                    <a:pt x="1174" y="8"/>
                    <a:pt x="1213" y="62"/>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7" name="Freeform 6"/>
            <p:cNvSpPr>
              <a:spLocks/>
            </p:cNvSpPr>
            <p:nvPr/>
          </p:nvSpPr>
          <p:spPr bwMode="auto">
            <a:xfrm>
              <a:off x="7077000" y="4016032"/>
              <a:ext cx="2412515" cy="1498944"/>
            </a:xfrm>
            <a:custGeom>
              <a:avLst/>
              <a:gdLst>
                <a:gd name="T0" fmla="*/ 1016 w 1520"/>
                <a:gd name="T1" fmla="*/ 944 h 944"/>
                <a:gd name="T2" fmla="*/ 1520 w 1520"/>
                <a:gd name="T3" fmla="*/ 518 h 944"/>
                <a:gd name="T4" fmla="*/ 464 w 1520"/>
                <a:gd name="T5" fmla="*/ 0 h 944"/>
                <a:gd name="T6" fmla="*/ 0 w 1520"/>
                <a:gd name="T7" fmla="*/ 944 h 944"/>
                <a:gd name="T8" fmla="*/ 1016 w 1520"/>
                <a:gd name="T9" fmla="*/ 944 h 944"/>
              </a:gdLst>
              <a:ahLst/>
              <a:cxnLst>
                <a:cxn ang="0">
                  <a:pos x="T0" y="T1"/>
                </a:cxn>
                <a:cxn ang="0">
                  <a:pos x="T2" y="T3"/>
                </a:cxn>
                <a:cxn ang="0">
                  <a:pos x="T4" y="T5"/>
                </a:cxn>
                <a:cxn ang="0">
                  <a:pos x="T6" y="T7"/>
                </a:cxn>
                <a:cxn ang="0">
                  <a:pos x="T8" y="T9"/>
                </a:cxn>
              </a:cxnLst>
              <a:rect l="0" t="0" r="r" b="b"/>
              <a:pathLst>
                <a:path w="1520" h="944">
                  <a:moveTo>
                    <a:pt x="1016" y="944"/>
                  </a:moveTo>
                  <a:lnTo>
                    <a:pt x="1520" y="518"/>
                  </a:lnTo>
                  <a:lnTo>
                    <a:pt x="464" y="0"/>
                  </a:lnTo>
                  <a:lnTo>
                    <a:pt x="0" y="944"/>
                  </a:lnTo>
                  <a:lnTo>
                    <a:pt x="1016" y="944"/>
                  </a:ln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8" name="Freeform 7"/>
            <p:cNvSpPr>
              <a:spLocks/>
            </p:cNvSpPr>
            <p:nvPr/>
          </p:nvSpPr>
          <p:spPr bwMode="auto">
            <a:xfrm>
              <a:off x="8358838" y="4611459"/>
              <a:ext cx="1768573" cy="903517"/>
            </a:xfrm>
            <a:custGeom>
              <a:avLst/>
              <a:gdLst>
                <a:gd name="T0" fmla="*/ 872 w 910"/>
                <a:gd name="T1" fmla="*/ 69 h 465"/>
                <a:gd name="T2" fmla="*/ 872 w 910"/>
                <a:gd name="T3" fmla="*/ 69 h 465"/>
                <a:gd name="T4" fmla="*/ 819 w 910"/>
                <a:gd name="T5" fmla="*/ 209 h 465"/>
                <a:gd name="T6" fmla="*/ 428 w 910"/>
                <a:gd name="T7" fmla="*/ 465 h 465"/>
                <a:gd name="T8" fmla="*/ 0 w 910"/>
                <a:gd name="T9" fmla="*/ 465 h 465"/>
                <a:gd name="T10" fmla="*/ 703 w 910"/>
                <a:gd name="T11" fmla="*/ 39 h 465"/>
                <a:gd name="T12" fmla="*/ 872 w 910"/>
                <a:gd name="T13" fmla="*/ 69 h 465"/>
              </a:gdLst>
              <a:ahLst/>
              <a:cxnLst>
                <a:cxn ang="0">
                  <a:pos x="T0" y="T1"/>
                </a:cxn>
                <a:cxn ang="0">
                  <a:pos x="T2" y="T3"/>
                </a:cxn>
                <a:cxn ang="0">
                  <a:pos x="T4" y="T5"/>
                </a:cxn>
                <a:cxn ang="0">
                  <a:pos x="T6" y="T7"/>
                </a:cxn>
                <a:cxn ang="0">
                  <a:pos x="T8" y="T9"/>
                </a:cxn>
                <a:cxn ang="0">
                  <a:pos x="T10" y="T11"/>
                </a:cxn>
                <a:cxn ang="0">
                  <a:pos x="T12" y="T13"/>
                </a:cxn>
              </a:cxnLst>
              <a:rect l="0" t="0" r="r" b="b"/>
              <a:pathLst>
                <a:path w="910" h="465">
                  <a:moveTo>
                    <a:pt x="872" y="69"/>
                  </a:moveTo>
                  <a:cubicBezTo>
                    <a:pt x="872" y="69"/>
                    <a:pt x="872" y="69"/>
                    <a:pt x="872" y="69"/>
                  </a:cubicBezTo>
                  <a:cubicBezTo>
                    <a:pt x="910" y="123"/>
                    <a:pt x="872" y="168"/>
                    <a:pt x="819" y="209"/>
                  </a:cubicBezTo>
                  <a:cubicBezTo>
                    <a:pt x="428" y="465"/>
                    <a:pt x="428" y="465"/>
                    <a:pt x="428" y="465"/>
                  </a:cubicBezTo>
                  <a:cubicBezTo>
                    <a:pt x="0" y="465"/>
                    <a:pt x="0" y="465"/>
                    <a:pt x="0" y="465"/>
                  </a:cubicBezTo>
                  <a:cubicBezTo>
                    <a:pt x="703" y="39"/>
                    <a:pt x="703" y="39"/>
                    <a:pt x="703" y="39"/>
                  </a:cubicBezTo>
                  <a:cubicBezTo>
                    <a:pt x="757" y="0"/>
                    <a:pt x="834" y="14"/>
                    <a:pt x="872" y="69"/>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9" name="Freeform 8"/>
            <p:cNvSpPr>
              <a:spLocks/>
            </p:cNvSpPr>
            <p:nvPr/>
          </p:nvSpPr>
          <p:spPr bwMode="auto">
            <a:xfrm>
              <a:off x="8290815" y="2949691"/>
              <a:ext cx="2167636" cy="1957088"/>
            </a:xfrm>
            <a:custGeom>
              <a:avLst/>
              <a:gdLst>
                <a:gd name="T0" fmla="*/ 1073 w 1115"/>
                <a:gd name="T1" fmla="*/ 55 h 1007"/>
                <a:gd name="T2" fmla="*/ 1073 w 1115"/>
                <a:gd name="T3" fmla="*/ 55 h 1007"/>
                <a:gd name="T4" fmla="*/ 1060 w 1115"/>
                <a:gd name="T5" fmla="*/ 220 h 1007"/>
                <a:gd name="T6" fmla="*/ 206 w 1115"/>
                <a:gd name="T7" fmla="*/ 964 h 1007"/>
                <a:gd name="T8" fmla="*/ 42 w 1115"/>
                <a:gd name="T9" fmla="*/ 951 h 1007"/>
                <a:gd name="T10" fmla="*/ 42 w 1115"/>
                <a:gd name="T11" fmla="*/ 951 h 1007"/>
                <a:gd name="T12" fmla="*/ 55 w 1115"/>
                <a:gd name="T13" fmla="*/ 786 h 1007"/>
                <a:gd name="T14" fmla="*/ 908 w 1115"/>
                <a:gd name="T15" fmla="*/ 42 h 1007"/>
                <a:gd name="T16" fmla="*/ 1073 w 1115"/>
                <a:gd name="T17" fmla="*/ 55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5" h="1007">
                  <a:moveTo>
                    <a:pt x="1073" y="55"/>
                  </a:moveTo>
                  <a:cubicBezTo>
                    <a:pt x="1073" y="55"/>
                    <a:pt x="1073" y="55"/>
                    <a:pt x="1073" y="55"/>
                  </a:cubicBezTo>
                  <a:cubicBezTo>
                    <a:pt x="1115" y="104"/>
                    <a:pt x="1108" y="178"/>
                    <a:pt x="1060" y="220"/>
                  </a:cubicBezTo>
                  <a:cubicBezTo>
                    <a:pt x="206" y="964"/>
                    <a:pt x="206" y="964"/>
                    <a:pt x="206" y="964"/>
                  </a:cubicBezTo>
                  <a:cubicBezTo>
                    <a:pt x="158" y="1007"/>
                    <a:pt x="83" y="1000"/>
                    <a:pt x="42" y="951"/>
                  </a:cubicBezTo>
                  <a:cubicBezTo>
                    <a:pt x="42" y="951"/>
                    <a:pt x="42" y="951"/>
                    <a:pt x="42" y="951"/>
                  </a:cubicBezTo>
                  <a:cubicBezTo>
                    <a:pt x="0" y="902"/>
                    <a:pt x="6" y="828"/>
                    <a:pt x="55" y="786"/>
                  </a:cubicBezTo>
                  <a:cubicBezTo>
                    <a:pt x="908" y="42"/>
                    <a:pt x="908" y="42"/>
                    <a:pt x="908" y="42"/>
                  </a:cubicBezTo>
                  <a:cubicBezTo>
                    <a:pt x="957" y="0"/>
                    <a:pt x="1031" y="6"/>
                    <a:pt x="1073" y="55"/>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00" name="Freeform 9"/>
            <p:cNvSpPr>
              <a:spLocks/>
            </p:cNvSpPr>
            <p:nvPr/>
          </p:nvSpPr>
          <p:spPr bwMode="auto">
            <a:xfrm>
              <a:off x="9744975" y="3323229"/>
              <a:ext cx="231275" cy="319264"/>
            </a:xfrm>
            <a:custGeom>
              <a:avLst/>
              <a:gdLst>
                <a:gd name="T0" fmla="*/ 23 w 119"/>
                <a:gd name="T1" fmla="*/ 0 h 164"/>
                <a:gd name="T2" fmla="*/ 119 w 119"/>
                <a:gd name="T3" fmla="*/ 150 h 164"/>
                <a:gd name="T4" fmla="*/ 23 w 119"/>
                <a:gd name="T5" fmla="*/ 0 h 164"/>
              </a:gdLst>
              <a:ahLst/>
              <a:cxnLst>
                <a:cxn ang="0">
                  <a:pos x="T0" y="T1"/>
                </a:cxn>
                <a:cxn ang="0">
                  <a:pos x="T2" y="T3"/>
                </a:cxn>
                <a:cxn ang="0">
                  <a:pos x="T4" y="T5"/>
                </a:cxn>
              </a:cxnLst>
              <a:rect l="0" t="0" r="r" b="b"/>
              <a:pathLst>
                <a:path w="119" h="164">
                  <a:moveTo>
                    <a:pt x="23" y="0"/>
                  </a:moveTo>
                  <a:cubicBezTo>
                    <a:pt x="23" y="86"/>
                    <a:pt x="75" y="139"/>
                    <a:pt x="119" y="150"/>
                  </a:cubicBezTo>
                  <a:cubicBezTo>
                    <a:pt x="43" y="164"/>
                    <a:pt x="0" y="104"/>
                    <a:pt x="23" y="0"/>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3" name="Freeform 10"/>
            <p:cNvSpPr>
              <a:spLocks/>
            </p:cNvSpPr>
            <p:nvPr/>
          </p:nvSpPr>
          <p:spPr bwMode="auto">
            <a:xfrm>
              <a:off x="7075488" y="3735080"/>
              <a:ext cx="981030" cy="1711255"/>
            </a:xfrm>
            <a:custGeom>
              <a:avLst/>
              <a:gdLst>
                <a:gd name="T0" fmla="*/ 105 w 505"/>
                <a:gd name="T1" fmla="*/ 843 h 881"/>
                <a:gd name="T2" fmla="*/ 182 w 505"/>
                <a:gd name="T3" fmla="*/ 881 h 881"/>
                <a:gd name="T4" fmla="*/ 220 w 505"/>
                <a:gd name="T5" fmla="*/ 782 h 881"/>
                <a:gd name="T6" fmla="*/ 441 w 505"/>
                <a:gd name="T7" fmla="*/ 166 h 881"/>
                <a:gd name="T8" fmla="*/ 109 w 505"/>
                <a:gd name="T9" fmla="*/ 157 h 881"/>
                <a:gd name="T10" fmla="*/ 31 w 505"/>
                <a:gd name="T11" fmla="*/ 635 h 881"/>
                <a:gd name="T12" fmla="*/ 105 w 505"/>
                <a:gd name="T13" fmla="*/ 843 h 881"/>
              </a:gdLst>
              <a:ahLst/>
              <a:cxnLst>
                <a:cxn ang="0">
                  <a:pos x="T0" y="T1"/>
                </a:cxn>
                <a:cxn ang="0">
                  <a:pos x="T2" y="T3"/>
                </a:cxn>
                <a:cxn ang="0">
                  <a:pos x="T4" y="T5"/>
                </a:cxn>
                <a:cxn ang="0">
                  <a:pos x="T6" y="T7"/>
                </a:cxn>
                <a:cxn ang="0">
                  <a:pos x="T8" y="T9"/>
                </a:cxn>
                <a:cxn ang="0">
                  <a:pos x="T10" y="T11"/>
                </a:cxn>
                <a:cxn ang="0">
                  <a:pos x="T12" y="T13"/>
                </a:cxn>
              </a:cxnLst>
              <a:rect l="0" t="0" r="r" b="b"/>
              <a:pathLst>
                <a:path w="505" h="881">
                  <a:moveTo>
                    <a:pt x="105" y="843"/>
                  </a:moveTo>
                  <a:cubicBezTo>
                    <a:pt x="182" y="881"/>
                    <a:pt x="182" y="881"/>
                    <a:pt x="182" y="881"/>
                  </a:cubicBezTo>
                  <a:cubicBezTo>
                    <a:pt x="220" y="782"/>
                    <a:pt x="220" y="782"/>
                    <a:pt x="220" y="782"/>
                  </a:cubicBezTo>
                  <a:cubicBezTo>
                    <a:pt x="441" y="166"/>
                    <a:pt x="441" y="166"/>
                    <a:pt x="441" y="166"/>
                  </a:cubicBezTo>
                  <a:cubicBezTo>
                    <a:pt x="505" y="0"/>
                    <a:pt x="210" y="206"/>
                    <a:pt x="109" y="157"/>
                  </a:cubicBezTo>
                  <a:cubicBezTo>
                    <a:pt x="31" y="635"/>
                    <a:pt x="31" y="635"/>
                    <a:pt x="31" y="635"/>
                  </a:cubicBezTo>
                  <a:cubicBezTo>
                    <a:pt x="0" y="714"/>
                    <a:pt x="34" y="808"/>
                    <a:pt x="105" y="843"/>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4" name="Freeform 11"/>
            <p:cNvSpPr>
              <a:spLocks/>
            </p:cNvSpPr>
            <p:nvPr/>
          </p:nvSpPr>
          <p:spPr bwMode="auto">
            <a:xfrm>
              <a:off x="7589432" y="4047959"/>
              <a:ext cx="451969" cy="1160524"/>
            </a:xfrm>
            <a:custGeom>
              <a:avLst/>
              <a:gdLst>
                <a:gd name="T0" fmla="*/ 216 w 232"/>
                <a:gd name="T1" fmla="*/ 597 h 597"/>
                <a:gd name="T2" fmla="*/ 176 w 232"/>
                <a:gd name="T3" fmla="*/ 304 h 597"/>
                <a:gd name="T4" fmla="*/ 176 w 232"/>
                <a:gd name="T5" fmla="*/ 11 h 597"/>
                <a:gd name="T6" fmla="*/ 46 w 232"/>
                <a:gd name="T7" fmla="*/ 2 h 597"/>
                <a:gd name="T8" fmla="*/ 0 w 232"/>
                <a:gd name="T9" fmla="*/ 246 h 597"/>
                <a:gd name="T10" fmla="*/ 216 w 232"/>
                <a:gd name="T11" fmla="*/ 597 h 597"/>
              </a:gdLst>
              <a:ahLst/>
              <a:cxnLst>
                <a:cxn ang="0">
                  <a:pos x="T0" y="T1"/>
                </a:cxn>
                <a:cxn ang="0">
                  <a:pos x="T2" y="T3"/>
                </a:cxn>
                <a:cxn ang="0">
                  <a:pos x="T4" y="T5"/>
                </a:cxn>
                <a:cxn ang="0">
                  <a:pos x="T6" y="T7"/>
                </a:cxn>
                <a:cxn ang="0">
                  <a:pos x="T8" y="T9"/>
                </a:cxn>
                <a:cxn ang="0">
                  <a:pos x="T10" y="T11"/>
                </a:cxn>
              </a:cxnLst>
              <a:rect l="0" t="0" r="r" b="b"/>
              <a:pathLst>
                <a:path w="232" h="597">
                  <a:moveTo>
                    <a:pt x="216" y="597"/>
                  </a:moveTo>
                  <a:cubicBezTo>
                    <a:pt x="226" y="540"/>
                    <a:pt x="213" y="404"/>
                    <a:pt x="176" y="304"/>
                  </a:cubicBezTo>
                  <a:cubicBezTo>
                    <a:pt x="176" y="11"/>
                    <a:pt x="176" y="11"/>
                    <a:pt x="176" y="11"/>
                  </a:cubicBezTo>
                  <a:cubicBezTo>
                    <a:pt x="150" y="22"/>
                    <a:pt x="71" y="0"/>
                    <a:pt x="46" y="2"/>
                  </a:cubicBezTo>
                  <a:cubicBezTo>
                    <a:pt x="61" y="17"/>
                    <a:pt x="28" y="171"/>
                    <a:pt x="0" y="246"/>
                  </a:cubicBezTo>
                  <a:cubicBezTo>
                    <a:pt x="100" y="277"/>
                    <a:pt x="232" y="508"/>
                    <a:pt x="216" y="597"/>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5" name="Freeform 12"/>
            <p:cNvSpPr>
              <a:spLocks/>
            </p:cNvSpPr>
            <p:nvPr/>
          </p:nvSpPr>
          <p:spPr bwMode="auto">
            <a:xfrm>
              <a:off x="7929543" y="1492250"/>
              <a:ext cx="1898571" cy="3719425"/>
            </a:xfrm>
            <a:custGeom>
              <a:avLst/>
              <a:gdLst>
                <a:gd name="T0" fmla="*/ 200 w 977"/>
                <a:gd name="T1" fmla="*/ 0 h 1914"/>
                <a:gd name="T2" fmla="*/ 778 w 977"/>
                <a:gd name="T3" fmla="*/ 0 h 1914"/>
                <a:gd name="T4" fmla="*/ 976 w 977"/>
                <a:gd name="T5" fmla="*/ 199 h 1914"/>
                <a:gd name="T6" fmla="*/ 975 w 977"/>
                <a:gd name="T7" fmla="*/ 1715 h 1914"/>
                <a:gd name="T8" fmla="*/ 776 w 977"/>
                <a:gd name="T9" fmla="*/ 1914 h 1914"/>
                <a:gd name="T10" fmla="*/ 199 w 977"/>
                <a:gd name="T11" fmla="*/ 1914 h 1914"/>
                <a:gd name="T12" fmla="*/ 0 w 977"/>
                <a:gd name="T13" fmla="*/ 1715 h 1914"/>
                <a:gd name="T14" fmla="*/ 1 w 977"/>
                <a:gd name="T15" fmla="*/ 199 h 1914"/>
                <a:gd name="T16" fmla="*/ 200 w 977"/>
                <a:gd name="T17" fmla="*/ 0 h 1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7" h="1914">
                  <a:moveTo>
                    <a:pt x="200" y="0"/>
                  </a:moveTo>
                  <a:cubicBezTo>
                    <a:pt x="778" y="0"/>
                    <a:pt x="778" y="0"/>
                    <a:pt x="778" y="0"/>
                  </a:cubicBezTo>
                  <a:cubicBezTo>
                    <a:pt x="887" y="0"/>
                    <a:pt x="977" y="90"/>
                    <a:pt x="976" y="199"/>
                  </a:cubicBezTo>
                  <a:cubicBezTo>
                    <a:pt x="975" y="1715"/>
                    <a:pt x="975" y="1715"/>
                    <a:pt x="975" y="1715"/>
                  </a:cubicBezTo>
                  <a:cubicBezTo>
                    <a:pt x="975" y="1825"/>
                    <a:pt x="886" y="1914"/>
                    <a:pt x="776" y="1914"/>
                  </a:cubicBezTo>
                  <a:cubicBezTo>
                    <a:pt x="199" y="1914"/>
                    <a:pt x="199" y="1914"/>
                    <a:pt x="199" y="1914"/>
                  </a:cubicBezTo>
                  <a:cubicBezTo>
                    <a:pt x="89" y="1914"/>
                    <a:pt x="0" y="1824"/>
                    <a:pt x="0" y="1715"/>
                  </a:cubicBezTo>
                  <a:cubicBezTo>
                    <a:pt x="1" y="199"/>
                    <a:pt x="1" y="199"/>
                    <a:pt x="1" y="199"/>
                  </a:cubicBezTo>
                  <a:cubicBezTo>
                    <a:pt x="1" y="89"/>
                    <a:pt x="91" y="0"/>
                    <a:pt x="200" y="0"/>
                  </a:cubicBezTo>
                  <a:close/>
                </a:path>
              </a:pathLst>
            </a:custGeom>
            <a:solidFill>
              <a:srgbClr val="82828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6" name="Freeform 13"/>
            <p:cNvSpPr>
              <a:spLocks/>
            </p:cNvSpPr>
            <p:nvPr/>
          </p:nvSpPr>
          <p:spPr bwMode="auto">
            <a:xfrm>
              <a:off x="7967333" y="1532158"/>
              <a:ext cx="1822991" cy="3641205"/>
            </a:xfrm>
            <a:custGeom>
              <a:avLst/>
              <a:gdLst>
                <a:gd name="T0" fmla="*/ 193 w 938"/>
                <a:gd name="T1" fmla="*/ 0 h 1874"/>
                <a:gd name="T2" fmla="*/ 747 w 938"/>
                <a:gd name="T3" fmla="*/ 1 h 1874"/>
                <a:gd name="T4" fmla="*/ 938 w 938"/>
                <a:gd name="T5" fmla="*/ 192 h 1874"/>
                <a:gd name="T6" fmla="*/ 937 w 938"/>
                <a:gd name="T7" fmla="*/ 1683 h 1874"/>
                <a:gd name="T8" fmla="*/ 746 w 938"/>
                <a:gd name="T9" fmla="*/ 1874 h 1874"/>
                <a:gd name="T10" fmla="*/ 191 w 938"/>
                <a:gd name="T11" fmla="*/ 1873 h 1874"/>
                <a:gd name="T12" fmla="*/ 0 w 938"/>
                <a:gd name="T13" fmla="*/ 1682 h 1874"/>
                <a:gd name="T14" fmla="*/ 2 w 938"/>
                <a:gd name="T15" fmla="*/ 191 h 1874"/>
                <a:gd name="T16" fmla="*/ 193 w 938"/>
                <a:gd name="T17" fmla="*/ 0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8" h="1874">
                  <a:moveTo>
                    <a:pt x="193" y="0"/>
                  </a:moveTo>
                  <a:cubicBezTo>
                    <a:pt x="747" y="1"/>
                    <a:pt x="747" y="1"/>
                    <a:pt x="747" y="1"/>
                  </a:cubicBezTo>
                  <a:cubicBezTo>
                    <a:pt x="852" y="1"/>
                    <a:pt x="938" y="87"/>
                    <a:pt x="938" y="192"/>
                  </a:cubicBezTo>
                  <a:cubicBezTo>
                    <a:pt x="937" y="1683"/>
                    <a:pt x="937" y="1683"/>
                    <a:pt x="937" y="1683"/>
                  </a:cubicBezTo>
                  <a:cubicBezTo>
                    <a:pt x="937" y="1788"/>
                    <a:pt x="851" y="1874"/>
                    <a:pt x="746" y="1874"/>
                  </a:cubicBezTo>
                  <a:cubicBezTo>
                    <a:pt x="191" y="1873"/>
                    <a:pt x="191" y="1873"/>
                    <a:pt x="191" y="1873"/>
                  </a:cubicBezTo>
                  <a:cubicBezTo>
                    <a:pt x="86" y="1873"/>
                    <a:pt x="0" y="1787"/>
                    <a:pt x="0" y="1682"/>
                  </a:cubicBezTo>
                  <a:cubicBezTo>
                    <a:pt x="2" y="191"/>
                    <a:pt x="2" y="191"/>
                    <a:pt x="2" y="191"/>
                  </a:cubicBezTo>
                  <a:cubicBezTo>
                    <a:pt x="2" y="86"/>
                    <a:pt x="88" y="0"/>
                    <a:pt x="193" y="0"/>
                  </a:cubicBezTo>
                  <a:close/>
                </a:path>
              </a:pathLst>
            </a:custGeom>
            <a:solidFill>
              <a:srgbClr val="04030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7" name="Freeform 14"/>
            <p:cNvSpPr>
              <a:spLocks/>
            </p:cNvSpPr>
            <p:nvPr/>
          </p:nvSpPr>
          <p:spPr bwMode="auto">
            <a:xfrm>
              <a:off x="8280234" y="1532158"/>
              <a:ext cx="1510089" cy="3630031"/>
            </a:xfrm>
            <a:custGeom>
              <a:avLst/>
              <a:gdLst>
                <a:gd name="T0" fmla="*/ 32 w 777"/>
                <a:gd name="T1" fmla="*/ 0 h 1869"/>
                <a:gd name="T2" fmla="*/ 586 w 777"/>
                <a:gd name="T3" fmla="*/ 1 h 1869"/>
                <a:gd name="T4" fmla="*/ 777 w 777"/>
                <a:gd name="T5" fmla="*/ 192 h 1869"/>
                <a:gd name="T6" fmla="*/ 776 w 777"/>
                <a:gd name="T7" fmla="*/ 1683 h 1869"/>
                <a:gd name="T8" fmla="*/ 628 w 777"/>
                <a:gd name="T9" fmla="*/ 1869 h 1869"/>
                <a:gd name="T10" fmla="*/ 0 w 777"/>
                <a:gd name="T11" fmla="*/ 3 h 1869"/>
                <a:gd name="T12" fmla="*/ 32 w 777"/>
                <a:gd name="T13" fmla="*/ 0 h 1869"/>
              </a:gdLst>
              <a:ahLst/>
              <a:cxnLst>
                <a:cxn ang="0">
                  <a:pos x="T0" y="T1"/>
                </a:cxn>
                <a:cxn ang="0">
                  <a:pos x="T2" y="T3"/>
                </a:cxn>
                <a:cxn ang="0">
                  <a:pos x="T4" y="T5"/>
                </a:cxn>
                <a:cxn ang="0">
                  <a:pos x="T6" y="T7"/>
                </a:cxn>
                <a:cxn ang="0">
                  <a:pos x="T8" y="T9"/>
                </a:cxn>
                <a:cxn ang="0">
                  <a:pos x="T10" y="T11"/>
                </a:cxn>
                <a:cxn ang="0">
                  <a:pos x="T12" y="T13"/>
                </a:cxn>
              </a:cxnLst>
              <a:rect l="0" t="0" r="r" b="b"/>
              <a:pathLst>
                <a:path w="777" h="1869">
                  <a:moveTo>
                    <a:pt x="32" y="0"/>
                  </a:moveTo>
                  <a:cubicBezTo>
                    <a:pt x="586" y="1"/>
                    <a:pt x="586" y="1"/>
                    <a:pt x="586" y="1"/>
                  </a:cubicBezTo>
                  <a:cubicBezTo>
                    <a:pt x="691" y="1"/>
                    <a:pt x="777" y="87"/>
                    <a:pt x="777" y="192"/>
                  </a:cubicBezTo>
                  <a:cubicBezTo>
                    <a:pt x="776" y="1683"/>
                    <a:pt x="776" y="1683"/>
                    <a:pt x="776" y="1683"/>
                  </a:cubicBezTo>
                  <a:cubicBezTo>
                    <a:pt x="776" y="1773"/>
                    <a:pt x="712" y="1849"/>
                    <a:pt x="628" y="1869"/>
                  </a:cubicBezTo>
                  <a:cubicBezTo>
                    <a:pt x="0" y="3"/>
                    <a:pt x="0" y="3"/>
                    <a:pt x="0" y="3"/>
                  </a:cubicBezTo>
                  <a:cubicBezTo>
                    <a:pt x="10" y="1"/>
                    <a:pt x="21" y="0"/>
                    <a:pt x="32" y="0"/>
                  </a:cubicBezTo>
                  <a:close/>
                </a:path>
              </a:pathLst>
            </a:custGeom>
            <a:solidFill>
              <a:srgbClr val="4D4D4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8" name="Freeform 15"/>
            <p:cNvSpPr>
              <a:spLocks/>
            </p:cNvSpPr>
            <p:nvPr/>
          </p:nvSpPr>
          <p:spPr bwMode="auto">
            <a:xfrm>
              <a:off x="8682320" y="4727991"/>
              <a:ext cx="389993" cy="389502"/>
            </a:xfrm>
            <a:custGeom>
              <a:avLst/>
              <a:gdLst>
                <a:gd name="T0" fmla="*/ 101 w 201"/>
                <a:gd name="T1" fmla="*/ 0 h 201"/>
                <a:gd name="T2" fmla="*/ 201 w 201"/>
                <a:gd name="T3" fmla="*/ 101 h 201"/>
                <a:gd name="T4" fmla="*/ 101 w 201"/>
                <a:gd name="T5" fmla="*/ 201 h 201"/>
                <a:gd name="T6" fmla="*/ 0 w 201"/>
                <a:gd name="T7" fmla="*/ 100 h 201"/>
                <a:gd name="T8" fmla="*/ 101 w 201"/>
                <a:gd name="T9" fmla="*/ 0 h 201"/>
              </a:gdLst>
              <a:ahLst/>
              <a:cxnLst>
                <a:cxn ang="0">
                  <a:pos x="T0" y="T1"/>
                </a:cxn>
                <a:cxn ang="0">
                  <a:pos x="T2" y="T3"/>
                </a:cxn>
                <a:cxn ang="0">
                  <a:pos x="T4" y="T5"/>
                </a:cxn>
                <a:cxn ang="0">
                  <a:pos x="T6" y="T7"/>
                </a:cxn>
                <a:cxn ang="0">
                  <a:pos x="T8" y="T9"/>
                </a:cxn>
              </a:cxnLst>
              <a:rect l="0" t="0" r="r" b="b"/>
              <a:pathLst>
                <a:path w="201" h="201">
                  <a:moveTo>
                    <a:pt x="101" y="0"/>
                  </a:moveTo>
                  <a:cubicBezTo>
                    <a:pt x="156" y="0"/>
                    <a:pt x="201" y="45"/>
                    <a:pt x="201" y="101"/>
                  </a:cubicBezTo>
                  <a:cubicBezTo>
                    <a:pt x="201" y="156"/>
                    <a:pt x="156" y="201"/>
                    <a:pt x="101" y="201"/>
                  </a:cubicBezTo>
                  <a:cubicBezTo>
                    <a:pt x="45" y="201"/>
                    <a:pt x="0" y="156"/>
                    <a:pt x="0" y="100"/>
                  </a:cubicBezTo>
                  <a:cubicBezTo>
                    <a:pt x="0" y="45"/>
                    <a:pt x="45" y="0"/>
                    <a:pt x="101" y="0"/>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9" name="Freeform 16"/>
            <p:cNvSpPr>
              <a:spLocks/>
            </p:cNvSpPr>
            <p:nvPr/>
          </p:nvSpPr>
          <p:spPr bwMode="auto">
            <a:xfrm>
              <a:off x="8730692" y="4775880"/>
              <a:ext cx="296274" cy="296915"/>
            </a:xfrm>
            <a:custGeom>
              <a:avLst/>
              <a:gdLst>
                <a:gd name="T0" fmla="*/ 76 w 152"/>
                <a:gd name="T1" fmla="*/ 1 h 153"/>
                <a:gd name="T2" fmla="*/ 152 w 152"/>
                <a:gd name="T3" fmla="*/ 77 h 153"/>
                <a:gd name="T4" fmla="*/ 76 w 152"/>
                <a:gd name="T5" fmla="*/ 153 h 153"/>
                <a:gd name="T6" fmla="*/ 0 w 152"/>
                <a:gd name="T7" fmla="*/ 76 h 153"/>
                <a:gd name="T8" fmla="*/ 76 w 152"/>
                <a:gd name="T9" fmla="*/ 1 h 153"/>
              </a:gdLst>
              <a:ahLst/>
              <a:cxnLst>
                <a:cxn ang="0">
                  <a:pos x="T0" y="T1"/>
                </a:cxn>
                <a:cxn ang="0">
                  <a:pos x="T2" y="T3"/>
                </a:cxn>
                <a:cxn ang="0">
                  <a:pos x="T4" y="T5"/>
                </a:cxn>
                <a:cxn ang="0">
                  <a:pos x="T6" y="T7"/>
                </a:cxn>
                <a:cxn ang="0">
                  <a:pos x="T8" y="T9"/>
                </a:cxn>
              </a:cxnLst>
              <a:rect l="0" t="0" r="r" b="b"/>
              <a:pathLst>
                <a:path w="152" h="153">
                  <a:moveTo>
                    <a:pt x="76" y="1"/>
                  </a:moveTo>
                  <a:cubicBezTo>
                    <a:pt x="118" y="1"/>
                    <a:pt x="152" y="35"/>
                    <a:pt x="152" y="77"/>
                  </a:cubicBezTo>
                  <a:cubicBezTo>
                    <a:pt x="152" y="119"/>
                    <a:pt x="118" y="153"/>
                    <a:pt x="76" y="153"/>
                  </a:cubicBezTo>
                  <a:cubicBezTo>
                    <a:pt x="34" y="152"/>
                    <a:pt x="0" y="118"/>
                    <a:pt x="0" y="76"/>
                  </a:cubicBezTo>
                  <a:cubicBezTo>
                    <a:pt x="0" y="34"/>
                    <a:pt x="34" y="0"/>
                    <a:pt x="76" y="1"/>
                  </a:cubicBezTo>
                  <a:close/>
                </a:path>
              </a:pathLst>
            </a:custGeom>
            <a:solidFill>
              <a:srgbClr val="04030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0" name="Freeform 17"/>
            <p:cNvSpPr>
              <a:spLocks/>
            </p:cNvSpPr>
            <p:nvPr/>
          </p:nvSpPr>
          <p:spPr bwMode="auto">
            <a:xfrm>
              <a:off x="8405697" y="1912083"/>
              <a:ext cx="1253118" cy="2755248"/>
            </a:xfrm>
            <a:custGeom>
              <a:avLst/>
              <a:gdLst>
                <a:gd name="T0" fmla="*/ 0 w 789"/>
                <a:gd name="T1" fmla="*/ 0 h 1736"/>
                <a:gd name="T2" fmla="*/ 789 w 789"/>
                <a:gd name="T3" fmla="*/ 2 h 1736"/>
                <a:gd name="T4" fmla="*/ 787 w 789"/>
                <a:gd name="T5" fmla="*/ 1736 h 1736"/>
                <a:gd name="T6" fmla="*/ 584 w 789"/>
                <a:gd name="T7" fmla="*/ 1735 h 1736"/>
                <a:gd name="T8" fmla="*/ 0 w 789"/>
                <a:gd name="T9" fmla="*/ 0 h 1736"/>
              </a:gdLst>
              <a:ahLst/>
              <a:cxnLst>
                <a:cxn ang="0">
                  <a:pos x="T0" y="T1"/>
                </a:cxn>
                <a:cxn ang="0">
                  <a:pos x="T2" y="T3"/>
                </a:cxn>
                <a:cxn ang="0">
                  <a:pos x="T4" y="T5"/>
                </a:cxn>
                <a:cxn ang="0">
                  <a:pos x="T6" y="T7"/>
                </a:cxn>
                <a:cxn ang="0">
                  <a:pos x="T8" y="T9"/>
                </a:cxn>
              </a:cxnLst>
              <a:rect l="0" t="0" r="r" b="b"/>
              <a:pathLst>
                <a:path w="789" h="1736">
                  <a:moveTo>
                    <a:pt x="0" y="0"/>
                  </a:moveTo>
                  <a:lnTo>
                    <a:pt x="789" y="2"/>
                  </a:lnTo>
                  <a:lnTo>
                    <a:pt x="787" y="1736"/>
                  </a:lnTo>
                  <a:lnTo>
                    <a:pt x="584" y="1735"/>
                  </a:lnTo>
                  <a:lnTo>
                    <a:pt x="0" y="0"/>
                  </a:lnTo>
                  <a:close/>
                </a:path>
              </a:pathLst>
            </a:custGeom>
            <a:solidFill>
              <a:srgbClr val="C00000"/>
            </a:solidFill>
            <a:ln w="9525">
              <a:noFill/>
              <a:round/>
              <a:headEnd/>
              <a:tailEnd/>
            </a:ln>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1" name="Freeform 18"/>
            <p:cNvSpPr>
              <a:spLocks/>
            </p:cNvSpPr>
            <p:nvPr/>
          </p:nvSpPr>
          <p:spPr bwMode="auto">
            <a:xfrm>
              <a:off x="8171399" y="4892411"/>
              <a:ext cx="356738" cy="60660"/>
            </a:xfrm>
            <a:custGeom>
              <a:avLst/>
              <a:gdLst>
                <a:gd name="T0" fmla="*/ 16 w 184"/>
                <a:gd name="T1" fmla="*/ 31 h 31"/>
                <a:gd name="T2" fmla="*/ 168 w 184"/>
                <a:gd name="T3" fmla="*/ 31 h 31"/>
                <a:gd name="T4" fmla="*/ 184 w 184"/>
                <a:gd name="T5" fmla="*/ 16 h 31"/>
                <a:gd name="T6" fmla="*/ 184 w 184"/>
                <a:gd name="T7" fmla="*/ 16 h 31"/>
                <a:gd name="T8" fmla="*/ 168 w 184"/>
                <a:gd name="T9" fmla="*/ 0 h 31"/>
                <a:gd name="T10" fmla="*/ 16 w 184"/>
                <a:gd name="T11" fmla="*/ 0 h 31"/>
                <a:gd name="T12" fmla="*/ 0 w 184"/>
                <a:gd name="T13" fmla="*/ 15 h 31"/>
                <a:gd name="T14" fmla="*/ 0 w 184"/>
                <a:gd name="T15" fmla="*/ 15 h 31"/>
                <a:gd name="T16" fmla="*/ 16 w 184"/>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31">
                  <a:moveTo>
                    <a:pt x="16" y="31"/>
                  </a:moveTo>
                  <a:cubicBezTo>
                    <a:pt x="168" y="31"/>
                    <a:pt x="168" y="31"/>
                    <a:pt x="168" y="31"/>
                  </a:cubicBezTo>
                  <a:cubicBezTo>
                    <a:pt x="177" y="31"/>
                    <a:pt x="184" y="24"/>
                    <a:pt x="184" y="16"/>
                  </a:cubicBezTo>
                  <a:cubicBezTo>
                    <a:pt x="184" y="16"/>
                    <a:pt x="184" y="16"/>
                    <a:pt x="184" y="16"/>
                  </a:cubicBezTo>
                  <a:cubicBezTo>
                    <a:pt x="184" y="7"/>
                    <a:pt x="177" y="0"/>
                    <a:pt x="168" y="0"/>
                  </a:cubicBezTo>
                  <a:cubicBezTo>
                    <a:pt x="16" y="0"/>
                    <a:pt x="16" y="0"/>
                    <a:pt x="16" y="0"/>
                  </a:cubicBezTo>
                  <a:cubicBezTo>
                    <a:pt x="7" y="0"/>
                    <a:pt x="0" y="7"/>
                    <a:pt x="0" y="15"/>
                  </a:cubicBezTo>
                  <a:cubicBezTo>
                    <a:pt x="0" y="15"/>
                    <a:pt x="0" y="15"/>
                    <a:pt x="0" y="15"/>
                  </a:cubicBezTo>
                  <a:cubicBezTo>
                    <a:pt x="0" y="24"/>
                    <a:pt x="7" y="31"/>
                    <a:pt x="16" y="31"/>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2" name="Freeform 19"/>
            <p:cNvSpPr>
              <a:spLocks/>
            </p:cNvSpPr>
            <p:nvPr/>
          </p:nvSpPr>
          <p:spPr bwMode="auto">
            <a:xfrm>
              <a:off x="9229520" y="4892411"/>
              <a:ext cx="355226" cy="60660"/>
            </a:xfrm>
            <a:custGeom>
              <a:avLst/>
              <a:gdLst>
                <a:gd name="T0" fmla="*/ 15 w 183"/>
                <a:gd name="T1" fmla="*/ 31 h 31"/>
                <a:gd name="T2" fmla="*/ 168 w 183"/>
                <a:gd name="T3" fmla="*/ 31 h 31"/>
                <a:gd name="T4" fmla="*/ 183 w 183"/>
                <a:gd name="T5" fmla="*/ 16 h 31"/>
                <a:gd name="T6" fmla="*/ 183 w 183"/>
                <a:gd name="T7" fmla="*/ 16 h 31"/>
                <a:gd name="T8" fmla="*/ 168 w 183"/>
                <a:gd name="T9" fmla="*/ 0 h 31"/>
                <a:gd name="T10" fmla="*/ 15 w 183"/>
                <a:gd name="T11" fmla="*/ 0 h 31"/>
                <a:gd name="T12" fmla="*/ 0 w 183"/>
                <a:gd name="T13" fmla="*/ 15 h 31"/>
                <a:gd name="T14" fmla="*/ 0 w 183"/>
                <a:gd name="T15" fmla="*/ 15 h 31"/>
                <a:gd name="T16" fmla="*/ 15 w 183"/>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31">
                  <a:moveTo>
                    <a:pt x="15" y="31"/>
                  </a:moveTo>
                  <a:cubicBezTo>
                    <a:pt x="168" y="31"/>
                    <a:pt x="168" y="31"/>
                    <a:pt x="168" y="31"/>
                  </a:cubicBezTo>
                  <a:cubicBezTo>
                    <a:pt x="176" y="31"/>
                    <a:pt x="183" y="24"/>
                    <a:pt x="183" y="16"/>
                  </a:cubicBezTo>
                  <a:cubicBezTo>
                    <a:pt x="183" y="16"/>
                    <a:pt x="183" y="16"/>
                    <a:pt x="183" y="16"/>
                  </a:cubicBezTo>
                  <a:cubicBezTo>
                    <a:pt x="183" y="7"/>
                    <a:pt x="176" y="0"/>
                    <a:pt x="168" y="0"/>
                  </a:cubicBezTo>
                  <a:cubicBezTo>
                    <a:pt x="15" y="0"/>
                    <a:pt x="15" y="0"/>
                    <a:pt x="15" y="0"/>
                  </a:cubicBezTo>
                  <a:cubicBezTo>
                    <a:pt x="7" y="0"/>
                    <a:pt x="0" y="7"/>
                    <a:pt x="0" y="15"/>
                  </a:cubicBezTo>
                  <a:cubicBezTo>
                    <a:pt x="0" y="15"/>
                    <a:pt x="0" y="15"/>
                    <a:pt x="0" y="15"/>
                  </a:cubicBezTo>
                  <a:cubicBezTo>
                    <a:pt x="0" y="24"/>
                    <a:pt x="7" y="31"/>
                    <a:pt x="15" y="31"/>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3" name="Freeform 20"/>
            <p:cNvSpPr>
              <a:spLocks/>
            </p:cNvSpPr>
            <p:nvPr/>
          </p:nvSpPr>
          <p:spPr bwMode="auto">
            <a:xfrm>
              <a:off x="8100353" y="1912083"/>
              <a:ext cx="1231955" cy="2753651"/>
            </a:xfrm>
            <a:custGeom>
              <a:avLst/>
              <a:gdLst>
                <a:gd name="T0" fmla="*/ 1 w 776"/>
                <a:gd name="T1" fmla="*/ 0 h 1735"/>
                <a:gd name="T2" fmla="*/ 192 w 776"/>
                <a:gd name="T3" fmla="*/ 0 h 1735"/>
                <a:gd name="T4" fmla="*/ 776 w 776"/>
                <a:gd name="T5" fmla="*/ 1735 h 1735"/>
                <a:gd name="T6" fmla="*/ 0 w 776"/>
                <a:gd name="T7" fmla="*/ 1735 h 1735"/>
                <a:gd name="T8" fmla="*/ 1 w 776"/>
                <a:gd name="T9" fmla="*/ 0 h 1735"/>
              </a:gdLst>
              <a:ahLst/>
              <a:cxnLst>
                <a:cxn ang="0">
                  <a:pos x="T0" y="T1"/>
                </a:cxn>
                <a:cxn ang="0">
                  <a:pos x="T2" y="T3"/>
                </a:cxn>
                <a:cxn ang="0">
                  <a:pos x="T4" y="T5"/>
                </a:cxn>
                <a:cxn ang="0">
                  <a:pos x="T6" y="T7"/>
                </a:cxn>
                <a:cxn ang="0">
                  <a:pos x="T8" y="T9"/>
                </a:cxn>
              </a:cxnLst>
              <a:rect l="0" t="0" r="r" b="b"/>
              <a:pathLst>
                <a:path w="776" h="1735">
                  <a:moveTo>
                    <a:pt x="1" y="0"/>
                  </a:moveTo>
                  <a:lnTo>
                    <a:pt x="192" y="0"/>
                  </a:lnTo>
                  <a:lnTo>
                    <a:pt x="776" y="1735"/>
                  </a:lnTo>
                  <a:lnTo>
                    <a:pt x="0" y="1735"/>
                  </a:lnTo>
                  <a:lnTo>
                    <a:pt x="1" y="0"/>
                  </a:lnTo>
                  <a:close/>
                </a:path>
              </a:pathLst>
            </a:custGeom>
            <a:solidFill>
              <a:srgbClr val="FF0000"/>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4" name="Freeform 21"/>
            <p:cNvSpPr>
              <a:spLocks/>
            </p:cNvSpPr>
            <p:nvPr/>
          </p:nvSpPr>
          <p:spPr bwMode="auto">
            <a:xfrm>
              <a:off x="7250834" y="3414219"/>
              <a:ext cx="1162422" cy="906710"/>
            </a:xfrm>
            <a:custGeom>
              <a:avLst/>
              <a:gdLst>
                <a:gd name="T0" fmla="*/ 25 w 599"/>
                <a:gd name="T1" fmla="*/ 386 h 467"/>
                <a:gd name="T2" fmla="*/ 52 w 599"/>
                <a:gd name="T3" fmla="*/ 467 h 467"/>
                <a:gd name="T4" fmla="*/ 150 w 599"/>
                <a:gd name="T5" fmla="*/ 424 h 467"/>
                <a:gd name="T6" fmla="*/ 447 w 599"/>
                <a:gd name="T7" fmla="*/ 296 h 467"/>
                <a:gd name="T8" fmla="*/ 567 w 599"/>
                <a:gd name="T9" fmla="*/ 20 h 467"/>
                <a:gd name="T10" fmla="*/ 537 w 599"/>
                <a:gd name="T11" fmla="*/ 6 h 467"/>
                <a:gd name="T12" fmla="*/ 121 w 599"/>
                <a:gd name="T13" fmla="*/ 186 h 467"/>
                <a:gd name="T14" fmla="*/ 25 w 599"/>
                <a:gd name="T15" fmla="*/ 386 h 4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9" h="467">
                  <a:moveTo>
                    <a:pt x="25" y="386"/>
                  </a:moveTo>
                  <a:cubicBezTo>
                    <a:pt x="52" y="467"/>
                    <a:pt x="52" y="467"/>
                    <a:pt x="52" y="467"/>
                  </a:cubicBezTo>
                  <a:cubicBezTo>
                    <a:pt x="150" y="424"/>
                    <a:pt x="150" y="424"/>
                    <a:pt x="150" y="424"/>
                  </a:cubicBezTo>
                  <a:cubicBezTo>
                    <a:pt x="447" y="296"/>
                    <a:pt x="447" y="296"/>
                    <a:pt x="447" y="296"/>
                  </a:cubicBezTo>
                  <a:cubicBezTo>
                    <a:pt x="598" y="230"/>
                    <a:pt x="599" y="119"/>
                    <a:pt x="567" y="20"/>
                  </a:cubicBezTo>
                  <a:cubicBezTo>
                    <a:pt x="562" y="5"/>
                    <a:pt x="550" y="0"/>
                    <a:pt x="537" y="6"/>
                  </a:cubicBezTo>
                  <a:cubicBezTo>
                    <a:pt x="121" y="186"/>
                    <a:pt x="121" y="186"/>
                    <a:pt x="121" y="186"/>
                  </a:cubicBezTo>
                  <a:cubicBezTo>
                    <a:pt x="43" y="220"/>
                    <a:pt x="0" y="310"/>
                    <a:pt x="25" y="386"/>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5" name="Freeform 22"/>
            <p:cNvSpPr>
              <a:spLocks/>
            </p:cNvSpPr>
            <p:nvPr/>
          </p:nvSpPr>
          <p:spPr bwMode="auto">
            <a:xfrm>
              <a:off x="7937101" y="3407834"/>
              <a:ext cx="424760" cy="300108"/>
            </a:xfrm>
            <a:custGeom>
              <a:avLst/>
              <a:gdLst>
                <a:gd name="T0" fmla="*/ 211 w 218"/>
                <a:gd name="T1" fmla="*/ 16 h 154"/>
                <a:gd name="T2" fmla="*/ 187 w 218"/>
                <a:gd name="T3" fmla="*/ 6 h 154"/>
                <a:gd name="T4" fmla="*/ 0 w 218"/>
                <a:gd name="T5" fmla="*/ 88 h 154"/>
                <a:gd name="T6" fmla="*/ 202 w 218"/>
                <a:gd name="T7" fmla="*/ 68 h 154"/>
                <a:gd name="T8" fmla="*/ 211 w 218"/>
                <a:gd name="T9" fmla="*/ 16 h 154"/>
              </a:gdLst>
              <a:ahLst/>
              <a:cxnLst>
                <a:cxn ang="0">
                  <a:pos x="T0" y="T1"/>
                </a:cxn>
                <a:cxn ang="0">
                  <a:pos x="T2" y="T3"/>
                </a:cxn>
                <a:cxn ang="0">
                  <a:pos x="T4" y="T5"/>
                </a:cxn>
                <a:cxn ang="0">
                  <a:pos x="T6" y="T7"/>
                </a:cxn>
                <a:cxn ang="0">
                  <a:pos x="T8" y="T9"/>
                </a:cxn>
              </a:cxnLst>
              <a:rect l="0" t="0" r="r" b="b"/>
              <a:pathLst>
                <a:path w="218" h="154">
                  <a:moveTo>
                    <a:pt x="211" y="16"/>
                  </a:moveTo>
                  <a:cubicBezTo>
                    <a:pt x="206" y="0"/>
                    <a:pt x="194" y="3"/>
                    <a:pt x="187" y="6"/>
                  </a:cubicBezTo>
                  <a:cubicBezTo>
                    <a:pt x="0" y="88"/>
                    <a:pt x="0" y="88"/>
                    <a:pt x="0" y="88"/>
                  </a:cubicBezTo>
                  <a:cubicBezTo>
                    <a:pt x="34" y="154"/>
                    <a:pt x="137" y="121"/>
                    <a:pt x="202" y="68"/>
                  </a:cubicBezTo>
                  <a:cubicBezTo>
                    <a:pt x="212" y="61"/>
                    <a:pt x="218" y="36"/>
                    <a:pt x="211" y="16"/>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6" name="Freeform 23"/>
            <p:cNvSpPr>
              <a:spLocks/>
            </p:cNvSpPr>
            <p:nvPr/>
          </p:nvSpPr>
          <p:spPr bwMode="auto">
            <a:xfrm>
              <a:off x="7477574" y="3931427"/>
              <a:ext cx="568362" cy="1321753"/>
            </a:xfrm>
            <a:custGeom>
              <a:avLst/>
              <a:gdLst>
                <a:gd name="T0" fmla="*/ 274 w 292"/>
                <a:gd name="T1" fmla="*/ 657 h 680"/>
                <a:gd name="T2" fmla="*/ 113 w 292"/>
                <a:gd name="T3" fmla="*/ 259 h 680"/>
                <a:gd name="T4" fmla="*/ 158 w 292"/>
                <a:gd name="T5" fmla="*/ 91 h 680"/>
                <a:gd name="T6" fmla="*/ 235 w 292"/>
                <a:gd name="T7" fmla="*/ 71 h 680"/>
                <a:gd name="T8" fmla="*/ 88 w 292"/>
                <a:gd name="T9" fmla="*/ 31 h 680"/>
                <a:gd name="T10" fmla="*/ 0 w 292"/>
                <a:gd name="T11" fmla="*/ 323 h 680"/>
                <a:gd name="T12" fmla="*/ 274 w 292"/>
                <a:gd name="T13" fmla="*/ 657 h 680"/>
              </a:gdLst>
              <a:ahLst/>
              <a:cxnLst>
                <a:cxn ang="0">
                  <a:pos x="T0" y="T1"/>
                </a:cxn>
                <a:cxn ang="0">
                  <a:pos x="T2" y="T3"/>
                </a:cxn>
                <a:cxn ang="0">
                  <a:pos x="T4" y="T5"/>
                </a:cxn>
                <a:cxn ang="0">
                  <a:pos x="T6" y="T7"/>
                </a:cxn>
                <a:cxn ang="0">
                  <a:pos x="T8" y="T9"/>
                </a:cxn>
                <a:cxn ang="0">
                  <a:pos x="T10" y="T11"/>
                </a:cxn>
                <a:cxn ang="0">
                  <a:pos x="T12" y="T13"/>
                </a:cxn>
              </a:cxnLst>
              <a:rect l="0" t="0" r="r" b="b"/>
              <a:pathLst>
                <a:path w="292" h="680">
                  <a:moveTo>
                    <a:pt x="274" y="657"/>
                  </a:moveTo>
                  <a:cubicBezTo>
                    <a:pt x="292" y="580"/>
                    <a:pt x="253" y="281"/>
                    <a:pt x="113" y="259"/>
                  </a:cubicBezTo>
                  <a:cubicBezTo>
                    <a:pt x="155" y="197"/>
                    <a:pt x="173" y="106"/>
                    <a:pt x="158" y="91"/>
                  </a:cubicBezTo>
                  <a:cubicBezTo>
                    <a:pt x="183" y="90"/>
                    <a:pt x="203" y="82"/>
                    <a:pt x="235" y="71"/>
                  </a:cubicBezTo>
                  <a:cubicBezTo>
                    <a:pt x="184" y="0"/>
                    <a:pt x="113" y="29"/>
                    <a:pt x="88" y="31"/>
                  </a:cubicBezTo>
                  <a:cubicBezTo>
                    <a:pt x="103" y="45"/>
                    <a:pt x="26" y="248"/>
                    <a:pt x="0" y="323"/>
                  </a:cubicBezTo>
                  <a:cubicBezTo>
                    <a:pt x="66" y="382"/>
                    <a:pt x="149" y="680"/>
                    <a:pt x="274" y="657"/>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7" name="Freeform 24"/>
            <p:cNvSpPr>
              <a:spLocks/>
            </p:cNvSpPr>
            <p:nvPr/>
          </p:nvSpPr>
          <p:spPr bwMode="auto">
            <a:xfrm>
              <a:off x="7462458" y="3931427"/>
              <a:ext cx="547200" cy="1321753"/>
            </a:xfrm>
            <a:custGeom>
              <a:avLst/>
              <a:gdLst>
                <a:gd name="T0" fmla="*/ 281 w 281"/>
                <a:gd name="T1" fmla="*/ 657 h 680"/>
                <a:gd name="T2" fmla="*/ 120 w 281"/>
                <a:gd name="T3" fmla="*/ 259 h 680"/>
                <a:gd name="T4" fmla="*/ 164 w 281"/>
                <a:gd name="T5" fmla="*/ 91 h 680"/>
                <a:gd name="T6" fmla="*/ 241 w 281"/>
                <a:gd name="T7" fmla="*/ 71 h 680"/>
                <a:gd name="T8" fmla="*/ 94 w 281"/>
                <a:gd name="T9" fmla="*/ 31 h 680"/>
                <a:gd name="T10" fmla="*/ 0 w 281"/>
                <a:gd name="T11" fmla="*/ 323 h 680"/>
                <a:gd name="T12" fmla="*/ 281 w 281"/>
                <a:gd name="T13" fmla="*/ 657 h 680"/>
              </a:gdLst>
              <a:ahLst/>
              <a:cxnLst>
                <a:cxn ang="0">
                  <a:pos x="T0" y="T1"/>
                </a:cxn>
                <a:cxn ang="0">
                  <a:pos x="T2" y="T3"/>
                </a:cxn>
                <a:cxn ang="0">
                  <a:pos x="T4" y="T5"/>
                </a:cxn>
                <a:cxn ang="0">
                  <a:pos x="T6" y="T7"/>
                </a:cxn>
                <a:cxn ang="0">
                  <a:pos x="T8" y="T9"/>
                </a:cxn>
                <a:cxn ang="0">
                  <a:pos x="T10" y="T11"/>
                </a:cxn>
                <a:cxn ang="0">
                  <a:pos x="T12" y="T13"/>
                </a:cxn>
              </a:cxnLst>
              <a:rect l="0" t="0" r="r" b="b"/>
              <a:pathLst>
                <a:path w="281" h="680">
                  <a:moveTo>
                    <a:pt x="281" y="657"/>
                  </a:moveTo>
                  <a:cubicBezTo>
                    <a:pt x="279" y="577"/>
                    <a:pt x="241" y="290"/>
                    <a:pt x="120" y="259"/>
                  </a:cubicBezTo>
                  <a:cubicBezTo>
                    <a:pt x="163" y="197"/>
                    <a:pt x="178" y="106"/>
                    <a:pt x="164" y="91"/>
                  </a:cubicBezTo>
                  <a:cubicBezTo>
                    <a:pt x="189" y="90"/>
                    <a:pt x="209" y="82"/>
                    <a:pt x="241" y="71"/>
                  </a:cubicBezTo>
                  <a:cubicBezTo>
                    <a:pt x="192" y="0"/>
                    <a:pt x="119" y="29"/>
                    <a:pt x="94" y="31"/>
                  </a:cubicBezTo>
                  <a:cubicBezTo>
                    <a:pt x="109" y="45"/>
                    <a:pt x="28" y="248"/>
                    <a:pt x="0" y="323"/>
                  </a:cubicBezTo>
                  <a:cubicBezTo>
                    <a:pt x="64" y="382"/>
                    <a:pt x="155" y="680"/>
                    <a:pt x="281" y="657"/>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8" name="Freeform 25"/>
            <p:cNvSpPr>
              <a:spLocks/>
            </p:cNvSpPr>
            <p:nvPr/>
          </p:nvSpPr>
          <p:spPr bwMode="auto">
            <a:xfrm>
              <a:off x="7621176" y="4051151"/>
              <a:ext cx="160230" cy="68641"/>
            </a:xfrm>
            <a:custGeom>
              <a:avLst/>
              <a:gdLst>
                <a:gd name="T0" fmla="*/ 0 w 83"/>
                <a:gd name="T1" fmla="*/ 0 h 35"/>
                <a:gd name="T2" fmla="*/ 83 w 83"/>
                <a:gd name="T3" fmla="*/ 29 h 35"/>
                <a:gd name="T4" fmla="*/ 0 w 83"/>
                <a:gd name="T5" fmla="*/ 0 h 35"/>
              </a:gdLst>
              <a:ahLst/>
              <a:cxnLst>
                <a:cxn ang="0">
                  <a:pos x="T0" y="T1"/>
                </a:cxn>
                <a:cxn ang="0">
                  <a:pos x="T2" y="T3"/>
                </a:cxn>
                <a:cxn ang="0">
                  <a:pos x="T4" y="T5"/>
                </a:cxn>
              </a:cxnLst>
              <a:rect l="0" t="0" r="r" b="b"/>
              <a:pathLst>
                <a:path w="83" h="35">
                  <a:moveTo>
                    <a:pt x="0" y="0"/>
                  </a:moveTo>
                  <a:cubicBezTo>
                    <a:pt x="24" y="18"/>
                    <a:pt x="43" y="23"/>
                    <a:pt x="83" y="29"/>
                  </a:cubicBezTo>
                  <a:cubicBezTo>
                    <a:pt x="60" y="35"/>
                    <a:pt x="27" y="32"/>
                    <a:pt x="0" y="0"/>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9" name="Freeform 26"/>
            <p:cNvSpPr>
              <a:spLocks/>
            </p:cNvSpPr>
            <p:nvPr/>
          </p:nvSpPr>
          <p:spPr bwMode="auto">
            <a:xfrm>
              <a:off x="7421645" y="4370415"/>
              <a:ext cx="275111" cy="70238"/>
            </a:xfrm>
            <a:custGeom>
              <a:avLst/>
              <a:gdLst>
                <a:gd name="T0" fmla="*/ 0 w 142"/>
                <a:gd name="T1" fmla="*/ 36 h 36"/>
                <a:gd name="T2" fmla="*/ 142 w 142"/>
                <a:gd name="T3" fmla="*/ 33 h 36"/>
                <a:gd name="T4" fmla="*/ 0 w 142"/>
                <a:gd name="T5" fmla="*/ 36 h 36"/>
              </a:gdLst>
              <a:ahLst/>
              <a:cxnLst>
                <a:cxn ang="0">
                  <a:pos x="T0" y="T1"/>
                </a:cxn>
                <a:cxn ang="0">
                  <a:pos x="T2" y="T3"/>
                </a:cxn>
                <a:cxn ang="0">
                  <a:pos x="T4" y="T5"/>
                </a:cxn>
              </a:cxnLst>
              <a:rect l="0" t="0" r="r" b="b"/>
              <a:pathLst>
                <a:path w="142" h="36">
                  <a:moveTo>
                    <a:pt x="0" y="36"/>
                  </a:moveTo>
                  <a:cubicBezTo>
                    <a:pt x="46" y="21"/>
                    <a:pt x="78" y="23"/>
                    <a:pt x="142" y="33"/>
                  </a:cubicBezTo>
                  <a:cubicBezTo>
                    <a:pt x="111" y="13"/>
                    <a:pt x="57" y="0"/>
                    <a:pt x="0" y="36"/>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0" name="Freeform 27"/>
            <p:cNvSpPr>
              <a:spLocks/>
            </p:cNvSpPr>
            <p:nvPr/>
          </p:nvSpPr>
          <p:spPr bwMode="auto">
            <a:xfrm>
              <a:off x="7444319" y="4423093"/>
              <a:ext cx="252438" cy="121320"/>
            </a:xfrm>
            <a:custGeom>
              <a:avLst/>
              <a:gdLst>
                <a:gd name="T0" fmla="*/ 0 w 130"/>
                <a:gd name="T1" fmla="*/ 63 h 63"/>
                <a:gd name="T2" fmla="*/ 130 w 130"/>
                <a:gd name="T3" fmla="*/ 6 h 63"/>
                <a:gd name="T4" fmla="*/ 0 w 130"/>
                <a:gd name="T5" fmla="*/ 63 h 63"/>
              </a:gdLst>
              <a:ahLst/>
              <a:cxnLst>
                <a:cxn ang="0">
                  <a:pos x="T0" y="T1"/>
                </a:cxn>
                <a:cxn ang="0">
                  <a:pos x="T2" y="T3"/>
                </a:cxn>
                <a:cxn ang="0">
                  <a:pos x="T4" y="T5"/>
                </a:cxn>
              </a:cxnLst>
              <a:rect l="0" t="0" r="r" b="b"/>
              <a:pathLst>
                <a:path w="130" h="63">
                  <a:moveTo>
                    <a:pt x="0" y="63"/>
                  </a:moveTo>
                  <a:cubicBezTo>
                    <a:pt x="37" y="32"/>
                    <a:pt x="67" y="21"/>
                    <a:pt x="130" y="6"/>
                  </a:cubicBezTo>
                  <a:cubicBezTo>
                    <a:pt x="94" y="0"/>
                    <a:pt x="39" y="9"/>
                    <a:pt x="0" y="63"/>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1" name="Freeform 28"/>
            <p:cNvSpPr>
              <a:spLocks/>
            </p:cNvSpPr>
            <p:nvPr/>
          </p:nvSpPr>
          <p:spPr bwMode="auto">
            <a:xfrm>
              <a:off x="9394284" y="4526855"/>
              <a:ext cx="743708" cy="656087"/>
            </a:xfrm>
            <a:custGeom>
              <a:avLst/>
              <a:gdLst>
                <a:gd name="T0" fmla="*/ 350 w 382"/>
                <a:gd name="T1" fmla="*/ 57 h 337"/>
                <a:gd name="T2" fmla="*/ 350 w 382"/>
                <a:gd name="T3" fmla="*/ 57 h 337"/>
                <a:gd name="T4" fmla="*/ 326 w 382"/>
                <a:gd name="T5" fmla="*/ 197 h 337"/>
                <a:gd name="T6" fmla="*/ 172 w 382"/>
                <a:gd name="T7" fmla="*/ 305 h 337"/>
                <a:gd name="T8" fmla="*/ 32 w 382"/>
                <a:gd name="T9" fmla="*/ 281 h 337"/>
                <a:gd name="T10" fmla="*/ 32 w 382"/>
                <a:gd name="T11" fmla="*/ 281 h 337"/>
                <a:gd name="T12" fmla="*/ 56 w 382"/>
                <a:gd name="T13" fmla="*/ 141 h 337"/>
                <a:gd name="T14" fmla="*/ 210 w 382"/>
                <a:gd name="T15" fmla="*/ 32 h 337"/>
                <a:gd name="T16" fmla="*/ 350 w 382"/>
                <a:gd name="T17" fmla="*/ 5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337">
                  <a:moveTo>
                    <a:pt x="350" y="57"/>
                  </a:moveTo>
                  <a:cubicBezTo>
                    <a:pt x="350" y="57"/>
                    <a:pt x="350" y="57"/>
                    <a:pt x="350" y="57"/>
                  </a:cubicBezTo>
                  <a:cubicBezTo>
                    <a:pt x="382" y="102"/>
                    <a:pt x="371" y="165"/>
                    <a:pt x="326" y="197"/>
                  </a:cubicBezTo>
                  <a:cubicBezTo>
                    <a:pt x="172" y="305"/>
                    <a:pt x="172" y="305"/>
                    <a:pt x="172" y="305"/>
                  </a:cubicBezTo>
                  <a:cubicBezTo>
                    <a:pt x="127" y="337"/>
                    <a:pt x="64" y="326"/>
                    <a:pt x="32" y="281"/>
                  </a:cubicBezTo>
                  <a:cubicBezTo>
                    <a:pt x="32" y="281"/>
                    <a:pt x="32" y="281"/>
                    <a:pt x="32" y="281"/>
                  </a:cubicBezTo>
                  <a:cubicBezTo>
                    <a:pt x="0" y="235"/>
                    <a:pt x="11" y="172"/>
                    <a:pt x="56" y="141"/>
                  </a:cubicBezTo>
                  <a:cubicBezTo>
                    <a:pt x="210" y="32"/>
                    <a:pt x="210" y="32"/>
                    <a:pt x="210" y="32"/>
                  </a:cubicBezTo>
                  <a:cubicBezTo>
                    <a:pt x="255" y="0"/>
                    <a:pt x="319" y="11"/>
                    <a:pt x="350" y="57"/>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2" name="Freeform 29"/>
            <p:cNvSpPr>
              <a:spLocks/>
            </p:cNvSpPr>
            <p:nvPr/>
          </p:nvSpPr>
          <p:spPr bwMode="auto">
            <a:xfrm>
              <a:off x="9441144" y="4737569"/>
              <a:ext cx="403597" cy="395887"/>
            </a:xfrm>
            <a:custGeom>
              <a:avLst/>
              <a:gdLst>
                <a:gd name="T0" fmla="*/ 181 w 208"/>
                <a:gd name="T1" fmla="*/ 48 h 204"/>
                <a:gd name="T2" fmla="*/ 181 w 208"/>
                <a:gd name="T3" fmla="*/ 48 h 204"/>
                <a:gd name="T4" fmla="*/ 160 w 208"/>
                <a:gd name="T5" fmla="*/ 167 h 204"/>
                <a:gd name="T6" fmla="*/ 146 w 208"/>
                <a:gd name="T7" fmla="*/ 177 h 204"/>
                <a:gd name="T8" fmla="*/ 27 w 208"/>
                <a:gd name="T9" fmla="*/ 156 h 204"/>
                <a:gd name="T10" fmla="*/ 27 w 208"/>
                <a:gd name="T11" fmla="*/ 156 h 204"/>
                <a:gd name="T12" fmla="*/ 47 w 208"/>
                <a:gd name="T13" fmla="*/ 37 h 204"/>
                <a:gd name="T14" fmla="*/ 62 w 208"/>
                <a:gd name="T15" fmla="*/ 27 h 204"/>
                <a:gd name="T16" fmla="*/ 181 w 208"/>
                <a:gd name="T17" fmla="*/ 4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204">
                  <a:moveTo>
                    <a:pt x="181" y="48"/>
                  </a:moveTo>
                  <a:cubicBezTo>
                    <a:pt x="181" y="48"/>
                    <a:pt x="181" y="48"/>
                    <a:pt x="181" y="48"/>
                  </a:cubicBezTo>
                  <a:cubicBezTo>
                    <a:pt x="208" y="86"/>
                    <a:pt x="198" y="140"/>
                    <a:pt x="160" y="167"/>
                  </a:cubicBezTo>
                  <a:cubicBezTo>
                    <a:pt x="146" y="177"/>
                    <a:pt x="146" y="177"/>
                    <a:pt x="146" y="177"/>
                  </a:cubicBezTo>
                  <a:cubicBezTo>
                    <a:pt x="107" y="204"/>
                    <a:pt x="54" y="195"/>
                    <a:pt x="27" y="156"/>
                  </a:cubicBezTo>
                  <a:cubicBezTo>
                    <a:pt x="27" y="156"/>
                    <a:pt x="27" y="156"/>
                    <a:pt x="27" y="156"/>
                  </a:cubicBezTo>
                  <a:cubicBezTo>
                    <a:pt x="0" y="118"/>
                    <a:pt x="9" y="64"/>
                    <a:pt x="47" y="37"/>
                  </a:cubicBezTo>
                  <a:cubicBezTo>
                    <a:pt x="62" y="27"/>
                    <a:pt x="62" y="27"/>
                    <a:pt x="62" y="27"/>
                  </a:cubicBezTo>
                  <a:cubicBezTo>
                    <a:pt x="100" y="0"/>
                    <a:pt x="154" y="10"/>
                    <a:pt x="181" y="48"/>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3" name="Freeform 30"/>
            <p:cNvSpPr>
              <a:spLocks/>
            </p:cNvSpPr>
            <p:nvPr/>
          </p:nvSpPr>
          <p:spPr bwMode="auto">
            <a:xfrm>
              <a:off x="9614978" y="3744658"/>
              <a:ext cx="810218" cy="724729"/>
            </a:xfrm>
            <a:custGeom>
              <a:avLst/>
              <a:gdLst>
                <a:gd name="T0" fmla="*/ 380 w 417"/>
                <a:gd name="T1" fmla="*/ 66 h 373"/>
                <a:gd name="T2" fmla="*/ 380 w 417"/>
                <a:gd name="T3" fmla="*/ 66 h 373"/>
                <a:gd name="T4" fmla="*/ 351 w 417"/>
                <a:gd name="T5" fmla="*/ 229 h 373"/>
                <a:gd name="T6" fmla="*/ 199 w 417"/>
                <a:gd name="T7" fmla="*/ 336 h 373"/>
                <a:gd name="T8" fmla="*/ 36 w 417"/>
                <a:gd name="T9" fmla="*/ 308 h 373"/>
                <a:gd name="T10" fmla="*/ 36 w 417"/>
                <a:gd name="T11" fmla="*/ 308 h 373"/>
                <a:gd name="T12" fmla="*/ 65 w 417"/>
                <a:gd name="T13" fmla="*/ 145 h 373"/>
                <a:gd name="T14" fmla="*/ 217 w 417"/>
                <a:gd name="T15" fmla="*/ 37 h 373"/>
                <a:gd name="T16" fmla="*/ 380 w 417"/>
                <a:gd name="T17" fmla="*/ 6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7" h="373">
                  <a:moveTo>
                    <a:pt x="380" y="66"/>
                  </a:moveTo>
                  <a:cubicBezTo>
                    <a:pt x="380" y="66"/>
                    <a:pt x="380" y="66"/>
                    <a:pt x="380" y="66"/>
                  </a:cubicBezTo>
                  <a:cubicBezTo>
                    <a:pt x="417" y="119"/>
                    <a:pt x="404" y="192"/>
                    <a:pt x="351" y="229"/>
                  </a:cubicBezTo>
                  <a:cubicBezTo>
                    <a:pt x="199" y="336"/>
                    <a:pt x="199" y="336"/>
                    <a:pt x="199" y="336"/>
                  </a:cubicBezTo>
                  <a:cubicBezTo>
                    <a:pt x="147" y="373"/>
                    <a:pt x="73" y="360"/>
                    <a:pt x="36" y="308"/>
                  </a:cubicBezTo>
                  <a:cubicBezTo>
                    <a:pt x="36" y="308"/>
                    <a:pt x="36" y="308"/>
                    <a:pt x="36" y="308"/>
                  </a:cubicBezTo>
                  <a:cubicBezTo>
                    <a:pt x="0" y="255"/>
                    <a:pt x="12" y="182"/>
                    <a:pt x="65" y="145"/>
                  </a:cubicBezTo>
                  <a:cubicBezTo>
                    <a:pt x="217" y="37"/>
                    <a:pt x="217" y="37"/>
                    <a:pt x="217" y="37"/>
                  </a:cubicBezTo>
                  <a:cubicBezTo>
                    <a:pt x="270" y="0"/>
                    <a:pt x="343" y="13"/>
                    <a:pt x="380" y="66"/>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4" name="Freeform 31"/>
            <p:cNvSpPr>
              <a:spLocks/>
            </p:cNvSpPr>
            <p:nvPr/>
          </p:nvSpPr>
          <p:spPr bwMode="auto">
            <a:xfrm>
              <a:off x="9660326" y="3985702"/>
              <a:ext cx="439876" cy="431006"/>
            </a:xfrm>
            <a:custGeom>
              <a:avLst/>
              <a:gdLst>
                <a:gd name="T0" fmla="*/ 197 w 226"/>
                <a:gd name="T1" fmla="*/ 52 h 222"/>
                <a:gd name="T2" fmla="*/ 197 w 226"/>
                <a:gd name="T3" fmla="*/ 52 h 222"/>
                <a:gd name="T4" fmla="*/ 174 w 226"/>
                <a:gd name="T5" fmla="*/ 182 h 222"/>
                <a:gd name="T6" fmla="*/ 159 w 226"/>
                <a:gd name="T7" fmla="*/ 193 h 222"/>
                <a:gd name="T8" fmla="*/ 29 w 226"/>
                <a:gd name="T9" fmla="*/ 170 h 222"/>
                <a:gd name="T10" fmla="*/ 29 w 226"/>
                <a:gd name="T11" fmla="*/ 170 h 222"/>
                <a:gd name="T12" fmla="*/ 52 w 226"/>
                <a:gd name="T13" fmla="*/ 41 h 222"/>
                <a:gd name="T14" fmla="*/ 67 w 226"/>
                <a:gd name="T15" fmla="*/ 29 h 222"/>
                <a:gd name="T16" fmla="*/ 197 w 226"/>
                <a:gd name="T17" fmla="*/ 5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222">
                  <a:moveTo>
                    <a:pt x="197" y="52"/>
                  </a:moveTo>
                  <a:cubicBezTo>
                    <a:pt x="197" y="52"/>
                    <a:pt x="197" y="52"/>
                    <a:pt x="197" y="52"/>
                  </a:cubicBezTo>
                  <a:cubicBezTo>
                    <a:pt x="226" y="94"/>
                    <a:pt x="216" y="152"/>
                    <a:pt x="174" y="182"/>
                  </a:cubicBezTo>
                  <a:cubicBezTo>
                    <a:pt x="159" y="193"/>
                    <a:pt x="159" y="193"/>
                    <a:pt x="159" y="193"/>
                  </a:cubicBezTo>
                  <a:cubicBezTo>
                    <a:pt x="117" y="222"/>
                    <a:pt x="58" y="212"/>
                    <a:pt x="29" y="170"/>
                  </a:cubicBezTo>
                  <a:cubicBezTo>
                    <a:pt x="29" y="170"/>
                    <a:pt x="29" y="170"/>
                    <a:pt x="29" y="170"/>
                  </a:cubicBezTo>
                  <a:cubicBezTo>
                    <a:pt x="0" y="128"/>
                    <a:pt x="10" y="70"/>
                    <a:pt x="52" y="41"/>
                  </a:cubicBezTo>
                  <a:cubicBezTo>
                    <a:pt x="67" y="29"/>
                    <a:pt x="67" y="29"/>
                    <a:pt x="67" y="29"/>
                  </a:cubicBezTo>
                  <a:cubicBezTo>
                    <a:pt x="109" y="0"/>
                    <a:pt x="168" y="10"/>
                    <a:pt x="197" y="52"/>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5" name="Freeform 32"/>
            <p:cNvSpPr>
              <a:spLocks/>
            </p:cNvSpPr>
            <p:nvPr/>
          </p:nvSpPr>
          <p:spPr bwMode="auto">
            <a:xfrm>
              <a:off x="7937101" y="3538732"/>
              <a:ext cx="119417" cy="108550"/>
            </a:xfrm>
            <a:custGeom>
              <a:avLst/>
              <a:gdLst>
                <a:gd name="T0" fmla="*/ 48 w 61"/>
                <a:gd name="T1" fmla="*/ 0 h 56"/>
                <a:gd name="T2" fmla="*/ 0 w 61"/>
                <a:gd name="T3" fmla="*/ 21 h 56"/>
                <a:gd name="T4" fmla="*/ 59 w 61"/>
                <a:gd name="T5" fmla="*/ 56 h 56"/>
                <a:gd name="T6" fmla="*/ 55 w 61"/>
                <a:gd name="T7" fmla="*/ 16 h 56"/>
                <a:gd name="T8" fmla="*/ 55 w 61"/>
                <a:gd name="T9" fmla="*/ 16 h 56"/>
                <a:gd name="T10" fmla="*/ 48 w 61"/>
                <a:gd name="T11" fmla="*/ 0 h 56"/>
              </a:gdLst>
              <a:ahLst/>
              <a:cxnLst>
                <a:cxn ang="0">
                  <a:pos x="T0" y="T1"/>
                </a:cxn>
                <a:cxn ang="0">
                  <a:pos x="T2" y="T3"/>
                </a:cxn>
                <a:cxn ang="0">
                  <a:pos x="T4" y="T5"/>
                </a:cxn>
                <a:cxn ang="0">
                  <a:pos x="T6" y="T7"/>
                </a:cxn>
                <a:cxn ang="0">
                  <a:pos x="T8" y="T9"/>
                </a:cxn>
                <a:cxn ang="0">
                  <a:pos x="T10" y="T11"/>
                </a:cxn>
              </a:cxnLst>
              <a:rect l="0" t="0" r="r" b="b"/>
              <a:pathLst>
                <a:path w="61" h="56">
                  <a:moveTo>
                    <a:pt x="48" y="0"/>
                  </a:moveTo>
                  <a:cubicBezTo>
                    <a:pt x="0" y="21"/>
                    <a:pt x="0" y="21"/>
                    <a:pt x="0" y="21"/>
                  </a:cubicBezTo>
                  <a:cubicBezTo>
                    <a:pt x="12" y="44"/>
                    <a:pt x="33" y="55"/>
                    <a:pt x="59" y="56"/>
                  </a:cubicBezTo>
                  <a:cubicBezTo>
                    <a:pt x="61" y="43"/>
                    <a:pt x="60" y="30"/>
                    <a:pt x="55" y="16"/>
                  </a:cubicBezTo>
                  <a:cubicBezTo>
                    <a:pt x="55" y="16"/>
                    <a:pt x="55" y="16"/>
                    <a:pt x="55" y="16"/>
                  </a:cubicBezTo>
                  <a:cubicBezTo>
                    <a:pt x="54" y="11"/>
                    <a:pt x="51" y="5"/>
                    <a:pt x="48" y="0"/>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6" name="Freeform 33"/>
            <p:cNvSpPr>
              <a:spLocks/>
            </p:cNvSpPr>
            <p:nvPr/>
          </p:nvSpPr>
          <p:spPr bwMode="auto">
            <a:xfrm>
              <a:off x="9909740" y="4012840"/>
              <a:ext cx="169299" cy="209117"/>
            </a:xfrm>
            <a:custGeom>
              <a:avLst/>
              <a:gdLst>
                <a:gd name="T0" fmla="*/ 69 w 88"/>
                <a:gd name="T1" fmla="*/ 38 h 108"/>
                <a:gd name="T2" fmla="*/ 69 w 88"/>
                <a:gd name="T3" fmla="*/ 38 h 108"/>
                <a:gd name="T4" fmla="*/ 84 w 88"/>
                <a:gd name="T5" fmla="*/ 108 h 108"/>
                <a:gd name="T6" fmla="*/ 19 w 88"/>
                <a:gd name="T7" fmla="*/ 71 h 108"/>
                <a:gd name="T8" fmla="*/ 19 w 88"/>
                <a:gd name="T9" fmla="*/ 71 h 108"/>
                <a:gd name="T10" fmla="*/ 7 w 88"/>
                <a:gd name="T11" fmla="*/ 0 h 108"/>
                <a:gd name="T12" fmla="*/ 69 w 88"/>
                <a:gd name="T13" fmla="*/ 38 h 108"/>
              </a:gdLst>
              <a:ahLst/>
              <a:cxnLst>
                <a:cxn ang="0">
                  <a:pos x="T0" y="T1"/>
                </a:cxn>
                <a:cxn ang="0">
                  <a:pos x="T2" y="T3"/>
                </a:cxn>
                <a:cxn ang="0">
                  <a:pos x="T4" y="T5"/>
                </a:cxn>
                <a:cxn ang="0">
                  <a:pos x="T6" y="T7"/>
                </a:cxn>
                <a:cxn ang="0">
                  <a:pos x="T8" y="T9"/>
                </a:cxn>
                <a:cxn ang="0">
                  <a:pos x="T10" y="T11"/>
                </a:cxn>
                <a:cxn ang="0">
                  <a:pos x="T12" y="T13"/>
                </a:cxn>
              </a:cxnLst>
              <a:rect l="0" t="0" r="r" b="b"/>
              <a:pathLst>
                <a:path w="88" h="108">
                  <a:moveTo>
                    <a:pt x="69" y="38"/>
                  </a:moveTo>
                  <a:cubicBezTo>
                    <a:pt x="69" y="38"/>
                    <a:pt x="69" y="38"/>
                    <a:pt x="69" y="38"/>
                  </a:cubicBezTo>
                  <a:cubicBezTo>
                    <a:pt x="84" y="59"/>
                    <a:pt x="88" y="84"/>
                    <a:pt x="84" y="108"/>
                  </a:cubicBezTo>
                  <a:cubicBezTo>
                    <a:pt x="59" y="106"/>
                    <a:pt x="35" y="94"/>
                    <a:pt x="19" y="71"/>
                  </a:cubicBezTo>
                  <a:cubicBezTo>
                    <a:pt x="19" y="71"/>
                    <a:pt x="19" y="71"/>
                    <a:pt x="19" y="71"/>
                  </a:cubicBezTo>
                  <a:cubicBezTo>
                    <a:pt x="4" y="50"/>
                    <a:pt x="0" y="23"/>
                    <a:pt x="7" y="0"/>
                  </a:cubicBezTo>
                  <a:cubicBezTo>
                    <a:pt x="31" y="3"/>
                    <a:pt x="54" y="17"/>
                    <a:pt x="69" y="38"/>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7" name="Freeform 34"/>
            <p:cNvSpPr>
              <a:spLocks/>
            </p:cNvSpPr>
            <p:nvPr/>
          </p:nvSpPr>
          <p:spPr bwMode="auto">
            <a:xfrm>
              <a:off x="9642186" y="4761513"/>
              <a:ext cx="185927" cy="215504"/>
            </a:xfrm>
            <a:custGeom>
              <a:avLst/>
              <a:gdLst>
                <a:gd name="T0" fmla="*/ 77 w 96"/>
                <a:gd name="T1" fmla="*/ 36 h 111"/>
                <a:gd name="T2" fmla="*/ 77 w 96"/>
                <a:gd name="T3" fmla="*/ 36 h 111"/>
                <a:gd name="T4" fmla="*/ 88 w 96"/>
                <a:gd name="T5" fmla="*/ 111 h 111"/>
                <a:gd name="T6" fmla="*/ 19 w 96"/>
                <a:gd name="T7" fmla="*/ 75 h 111"/>
                <a:gd name="T8" fmla="*/ 19 w 96"/>
                <a:gd name="T9" fmla="*/ 75 h 111"/>
                <a:gd name="T10" fmla="*/ 8 w 96"/>
                <a:gd name="T11" fmla="*/ 0 h 111"/>
                <a:gd name="T12" fmla="*/ 77 w 96"/>
                <a:gd name="T13" fmla="*/ 36 h 111"/>
              </a:gdLst>
              <a:ahLst/>
              <a:cxnLst>
                <a:cxn ang="0">
                  <a:pos x="T0" y="T1"/>
                </a:cxn>
                <a:cxn ang="0">
                  <a:pos x="T2" y="T3"/>
                </a:cxn>
                <a:cxn ang="0">
                  <a:pos x="T4" y="T5"/>
                </a:cxn>
                <a:cxn ang="0">
                  <a:pos x="T6" y="T7"/>
                </a:cxn>
                <a:cxn ang="0">
                  <a:pos x="T8" y="T9"/>
                </a:cxn>
                <a:cxn ang="0">
                  <a:pos x="T10" y="T11"/>
                </a:cxn>
                <a:cxn ang="0">
                  <a:pos x="T12" y="T13"/>
                </a:cxn>
              </a:cxnLst>
              <a:rect l="0" t="0" r="r" b="b"/>
              <a:pathLst>
                <a:path w="96" h="111">
                  <a:moveTo>
                    <a:pt x="77" y="36"/>
                  </a:moveTo>
                  <a:cubicBezTo>
                    <a:pt x="77" y="36"/>
                    <a:pt x="77" y="36"/>
                    <a:pt x="77" y="36"/>
                  </a:cubicBezTo>
                  <a:cubicBezTo>
                    <a:pt x="93" y="59"/>
                    <a:pt x="96" y="87"/>
                    <a:pt x="88" y="111"/>
                  </a:cubicBezTo>
                  <a:cubicBezTo>
                    <a:pt x="61" y="111"/>
                    <a:pt x="35" y="98"/>
                    <a:pt x="19" y="75"/>
                  </a:cubicBezTo>
                  <a:cubicBezTo>
                    <a:pt x="19" y="75"/>
                    <a:pt x="19" y="75"/>
                    <a:pt x="19" y="75"/>
                  </a:cubicBezTo>
                  <a:cubicBezTo>
                    <a:pt x="3" y="52"/>
                    <a:pt x="0" y="24"/>
                    <a:pt x="8" y="0"/>
                  </a:cubicBezTo>
                  <a:cubicBezTo>
                    <a:pt x="34" y="0"/>
                    <a:pt x="60" y="13"/>
                    <a:pt x="77" y="36"/>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grpSp>
        <p:nvGrpSpPr>
          <p:cNvPr id="18" name="Group 17"/>
          <p:cNvGrpSpPr/>
          <p:nvPr/>
        </p:nvGrpSpPr>
        <p:grpSpPr>
          <a:xfrm>
            <a:off x="-2721" y="5752"/>
            <a:ext cx="7630414" cy="3988085"/>
            <a:chOff x="0" y="9525"/>
            <a:chExt cx="12492024" cy="6604001"/>
          </a:xfrm>
          <a:solidFill>
            <a:schemeClr val="accent4"/>
          </a:solidFill>
        </p:grpSpPr>
        <p:sp>
          <p:nvSpPr>
            <p:cNvPr id="186" name="Freeform 38"/>
            <p:cNvSpPr>
              <a:spLocks noEditPoints="1"/>
            </p:cNvSpPr>
            <p:nvPr/>
          </p:nvSpPr>
          <p:spPr bwMode="auto">
            <a:xfrm>
              <a:off x="5265738" y="3773488"/>
              <a:ext cx="590550" cy="590550"/>
            </a:xfrm>
            <a:custGeom>
              <a:avLst/>
              <a:gdLst>
                <a:gd name="T0" fmla="*/ 79 w 157"/>
                <a:gd name="T1" fmla="*/ 0 h 157"/>
                <a:gd name="T2" fmla="*/ 79 w 157"/>
                <a:gd name="T3" fmla="*/ 0 h 157"/>
                <a:gd name="T4" fmla="*/ 79 w 157"/>
                <a:gd name="T5" fmla="*/ 9 h 157"/>
                <a:gd name="T6" fmla="*/ 85 w 157"/>
                <a:gd name="T7" fmla="*/ 9 h 157"/>
                <a:gd name="T8" fmla="*/ 85 w 157"/>
                <a:gd name="T9" fmla="*/ 78 h 157"/>
                <a:gd name="T10" fmla="*/ 79 w 157"/>
                <a:gd name="T11" fmla="*/ 78 h 157"/>
                <a:gd name="T12" fmla="*/ 79 w 157"/>
                <a:gd name="T13" fmla="*/ 128 h 157"/>
                <a:gd name="T14" fmla="*/ 79 w 157"/>
                <a:gd name="T15" fmla="*/ 128 h 157"/>
                <a:gd name="T16" fmla="*/ 129 w 157"/>
                <a:gd name="T17" fmla="*/ 78 h 157"/>
                <a:gd name="T18" fmla="*/ 101 w 157"/>
                <a:gd name="T19" fmla="*/ 34 h 157"/>
                <a:gd name="T20" fmla="*/ 107 w 157"/>
                <a:gd name="T21" fmla="*/ 22 h 157"/>
                <a:gd name="T22" fmla="*/ 142 w 157"/>
                <a:gd name="T23" fmla="*/ 78 h 157"/>
                <a:gd name="T24" fmla="*/ 79 w 157"/>
                <a:gd name="T25" fmla="*/ 141 h 157"/>
                <a:gd name="T26" fmla="*/ 79 w 157"/>
                <a:gd name="T27" fmla="*/ 141 h 157"/>
                <a:gd name="T28" fmla="*/ 79 w 157"/>
                <a:gd name="T29" fmla="*/ 141 h 157"/>
                <a:gd name="T30" fmla="*/ 79 w 157"/>
                <a:gd name="T31" fmla="*/ 157 h 157"/>
                <a:gd name="T32" fmla="*/ 79 w 157"/>
                <a:gd name="T33" fmla="*/ 157 h 157"/>
                <a:gd name="T34" fmla="*/ 157 w 157"/>
                <a:gd name="T35" fmla="*/ 78 h 157"/>
                <a:gd name="T36" fmla="*/ 79 w 157"/>
                <a:gd name="T37" fmla="*/ 0 h 157"/>
                <a:gd name="T38" fmla="*/ 79 w 157"/>
                <a:gd name="T39" fmla="*/ 0 h 157"/>
                <a:gd name="T40" fmla="*/ 0 w 157"/>
                <a:gd name="T41" fmla="*/ 78 h 157"/>
                <a:gd name="T42" fmla="*/ 79 w 157"/>
                <a:gd name="T43" fmla="*/ 157 h 157"/>
                <a:gd name="T44" fmla="*/ 79 w 157"/>
                <a:gd name="T45" fmla="*/ 141 h 157"/>
                <a:gd name="T46" fmla="*/ 16 w 157"/>
                <a:gd name="T47" fmla="*/ 78 h 157"/>
                <a:gd name="T48" fmla="*/ 50 w 157"/>
                <a:gd name="T49" fmla="*/ 22 h 157"/>
                <a:gd name="T50" fmla="*/ 56 w 157"/>
                <a:gd name="T51" fmla="*/ 34 h 157"/>
                <a:gd name="T52" fmla="*/ 29 w 157"/>
                <a:gd name="T53" fmla="*/ 78 h 157"/>
                <a:gd name="T54" fmla="*/ 79 w 157"/>
                <a:gd name="T55" fmla="*/ 128 h 157"/>
                <a:gd name="T56" fmla="*/ 79 w 157"/>
                <a:gd name="T57" fmla="*/ 78 h 157"/>
                <a:gd name="T58" fmla="*/ 72 w 157"/>
                <a:gd name="T59" fmla="*/ 78 h 157"/>
                <a:gd name="T60" fmla="*/ 72 w 157"/>
                <a:gd name="T61" fmla="*/ 9 h 157"/>
                <a:gd name="T62" fmla="*/ 72 w 157"/>
                <a:gd name="T63" fmla="*/ 9 h 157"/>
                <a:gd name="T64" fmla="*/ 79 w 157"/>
                <a:gd name="T65" fmla="*/ 9 h 157"/>
                <a:gd name="T66" fmla="*/ 79 w 157"/>
                <a:gd name="T6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7">
                  <a:moveTo>
                    <a:pt x="79" y="0"/>
                  </a:moveTo>
                  <a:cubicBezTo>
                    <a:pt x="79" y="0"/>
                    <a:pt x="79" y="0"/>
                    <a:pt x="79" y="0"/>
                  </a:cubicBezTo>
                  <a:cubicBezTo>
                    <a:pt x="79" y="9"/>
                    <a:pt x="79" y="9"/>
                    <a:pt x="79" y="9"/>
                  </a:cubicBezTo>
                  <a:cubicBezTo>
                    <a:pt x="85" y="9"/>
                    <a:pt x="85" y="9"/>
                    <a:pt x="85" y="9"/>
                  </a:cubicBezTo>
                  <a:cubicBezTo>
                    <a:pt x="85" y="78"/>
                    <a:pt x="85" y="78"/>
                    <a:pt x="85" y="78"/>
                  </a:cubicBezTo>
                  <a:cubicBezTo>
                    <a:pt x="79" y="78"/>
                    <a:pt x="79" y="78"/>
                    <a:pt x="79" y="78"/>
                  </a:cubicBezTo>
                  <a:cubicBezTo>
                    <a:pt x="79" y="128"/>
                    <a:pt x="79" y="128"/>
                    <a:pt x="79" y="128"/>
                  </a:cubicBezTo>
                  <a:cubicBezTo>
                    <a:pt x="79" y="128"/>
                    <a:pt x="79" y="128"/>
                    <a:pt x="79" y="128"/>
                  </a:cubicBezTo>
                  <a:cubicBezTo>
                    <a:pt x="106" y="128"/>
                    <a:pt x="129" y="106"/>
                    <a:pt x="129" y="78"/>
                  </a:cubicBezTo>
                  <a:cubicBezTo>
                    <a:pt x="129" y="59"/>
                    <a:pt x="118" y="42"/>
                    <a:pt x="101" y="34"/>
                  </a:cubicBezTo>
                  <a:cubicBezTo>
                    <a:pt x="107" y="22"/>
                    <a:pt x="107" y="22"/>
                    <a:pt x="107" y="22"/>
                  </a:cubicBezTo>
                  <a:cubicBezTo>
                    <a:pt x="128" y="33"/>
                    <a:pt x="142" y="54"/>
                    <a:pt x="142" y="78"/>
                  </a:cubicBezTo>
                  <a:cubicBezTo>
                    <a:pt x="142" y="113"/>
                    <a:pt x="113" y="141"/>
                    <a:pt x="79" y="141"/>
                  </a:cubicBezTo>
                  <a:cubicBezTo>
                    <a:pt x="79" y="141"/>
                    <a:pt x="79" y="141"/>
                    <a:pt x="79" y="141"/>
                  </a:cubicBezTo>
                  <a:cubicBezTo>
                    <a:pt x="79" y="141"/>
                    <a:pt x="79" y="141"/>
                    <a:pt x="79" y="141"/>
                  </a:cubicBezTo>
                  <a:cubicBezTo>
                    <a:pt x="79" y="157"/>
                    <a:pt x="79" y="157"/>
                    <a:pt x="79" y="157"/>
                  </a:cubicBezTo>
                  <a:cubicBezTo>
                    <a:pt x="79" y="157"/>
                    <a:pt x="79" y="157"/>
                    <a:pt x="79" y="157"/>
                  </a:cubicBezTo>
                  <a:cubicBezTo>
                    <a:pt x="122" y="157"/>
                    <a:pt x="157" y="122"/>
                    <a:pt x="157" y="78"/>
                  </a:cubicBezTo>
                  <a:cubicBezTo>
                    <a:pt x="157" y="35"/>
                    <a:pt x="122" y="0"/>
                    <a:pt x="79" y="0"/>
                  </a:cubicBezTo>
                  <a:close/>
                  <a:moveTo>
                    <a:pt x="79" y="0"/>
                  </a:moveTo>
                  <a:cubicBezTo>
                    <a:pt x="35" y="0"/>
                    <a:pt x="0" y="35"/>
                    <a:pt x="0" y="78"/>
                  </a:cubicBezTo>
                  <a:cubicBezTo>
                    <a:pt x="0" y="122"/>
                    <a:pt x="35" y="157"/>
                    <a:pt x="79" y="157"/>
                  </a:cubicBezTo>
                  <a:cubicBezTo>
                    <a:pt x="79" y="141"/>
                    <a:pt x="79" y="141"/>
                    <a:pt x="79" y="141"/>
                  </a:cubicBezTo>
                  <a:cubicBezTo>
                    <a:pt x="44" y="141"/>
                    <a:pt x="16" y="113"/>
                    <a:pt x="16" y="78"/>
                  </a:cubicBezTo>
                  <a:cubicBezTo>
                    <a:pt x="16" y="54"/>
                    <a:pt x="29" y="33"/>
                    <a:pt x="50" y="22"/>
                  </a:cubicBezTo>
                  <a:cubicBezTo>
                    <a:pt x="56" y="34"/>
                    <a:pt x="56" y="34"/>
                    <a:pt x="56" y="34"/>
                  </a:cubicBezTo>
                  <a:cubicBezTo>
                    <a:pt x="39" y="42"/>
                    <a:pt x="29" y="59"/>
                    <a:pt x="29" y="78"/>
                  </a:cubicBezTo>
                  <a:cubicBezTo>
                    <a:pt x="29" y="106"/>
                    <a:pt x="51" y="128"/>
                    <a:pt x="79" y="128"/>
                  </a:cubicBezTo>
                  <a:cubicBezTo>
                    <a:pt x="79" y="78"/>
                    <a:pt x="79" y="78"/>
                    <a:pt x="79" y="78"/>
                  </a:cubicBezTo>
                  <a:cubicBezTo>
                    <a:pt x="72" y="78"/>
                    <a:pt x="72" y="78"/>
                    <a:pt x="72" y="78"/>
                  </a:cubicBezTo>
                  <a:cubicBezTo>
                    <a:pt x="72" y="9"/>
                    <a:pt x="72" y="9"/>
                    <a:pt x="72" y="9"/>
                  </a:cubicBezTo>
                  <a:cubicBezTo>
                    <a:pt x="72" y="9"/>
                    <a:pt x="72" y="9"/>
                    <a:pt x="72" y="9"/>
                  </a:cubicBezTo>
                  <a:cubicBezTo>
                    <a:pt x="79" y="9"/>
                    <a:pt x="79" y="9"/>
                    <a:pt x="79" y="9"/>
                  </a:cubicBezTo>
                  <a:lnTo>
                    <a:pt x="7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7" name="Freeform 39"/>
            <p:cNvSpPr>
              <a:spLocks/>
            </p:cNvSpPr>
            <p:nvPr/>
          </p:nvSpPr>
          <p:spPr bwMode="auto">
            <a:xfrm>
              <a:off x="4148138" y="3341688"/>
              <a:ext cx="457200" cy="269875"/>
            </a:xfrm>
            <a:custGeom>
              <a:avLst/>
              <a:gdLst>
                <a:gd name="T0" fmla="*/ 69 w 122"/>
                <a:gd name="T1" fmla="*/ 0 h 72"/>
                <a:gd name="T2" fmla="*/ 69 w 122"/>
                <a:gd name="T3" fmla="*/ 12 h 72"/>
                <a:gd name="T4" fmla="*/ 0 w 122"/>
                <a:gd name="T5" fmla="*/ 72 h 72"/>
                <a:gd name="T6" fmla="*/ 69 w 122"/>
                <a:gd name="T7" fmla="*/ 58 h 72"/>
                <a:gd name="T8" fmla="*/ 69 w 122"/>
                <a:gd name="T9" fmla="*/ 71 h 72"/>
                <a:gd name="T10" fmla="*/ 122 w 122"/>
                <a:gd name="T11" fmla="*/ 35 h 72"/>
                <a:gd name="T12" fmla="*/ 69 w 122"/>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122" h="72">
                  <a:moveTo>
                    <a:pt x="69" y="0"/>
                  </a:moveTo>
                  <a:cubicBezTo>
                    <a:pt x="69" y="12"/>
                    <a:pt x="69" y="12"/>
                    <a:pt x="69" y="12"/>
                  </a:cubicBezTo>
                  <a:cubicBezTo>
                    <a:pt x="8" y="12"/>
                    <a:pt x="0" y="72"/>
                    <a:pt x="0" y="72"/>
                  </a:cubicBezTo>
                  <a:cubicBezTo>
                    <a:pt x="0" y="72"/>
                    <a:pt x="19" y="58"/>
                    <a:pt x="69" y="58"/>
                  </a:cubicBezTo>
                  <a:cubicBezTo>
                    <a:pt x="69" y="71"/>
                    <a:pt x="69" y="71"/>
                    <a:pt x="69" y="71"/>
                  </a:cubicBezTo>
                  <a:cubicBezTo>
                    <a:pt x="122" y="35"/>
                    <a:pt x="122" y="35"/>
                    <a:pt x="122" y="35"/>
                  </a:cubicBezTo>
                  <a:lnTo>
                    <a:pt x="6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8" name="Freeform 40"/>
            <p:cNvSpPr>
              <a:spLocks/>
            </p:cNvSpPr>
            <p:nvPr/>
          </p:nvSpPr>
          <p:spPr bwMode="auto">
            <a:xfrm>
              <a:off x="4102100" y="3581400"/>
              <a:ext cx="455613" cy="271463"/>
            </a:xfrm>
            <a:custGeom>
              <a:avLst/>
              <a:gdLst>
                <a:gd name="T0" fmla="*/ 53 w 121"/>
                <a:gd name="T1" fmla="*/ 72 h 72"/>
                <a:gd name="T2" fmla="*/ 53 w 121"/>
                <a:gd name="T3" fmla="*/ 60 h 72"/>
                <a:gd name="T4" fmla="*/ 121 w 121"/>
                <a:gd name="T5" fmla="*/ 0 h 72"/>
                <a:gd name="T6" fmla="*/ 53 w 121"/>
                <a:gd name="T7" fmla="*/ 14 h 72"/>
                <a:gd name="T8" fmla="*/ 53 w 121"/>
                <a:gd name="T9" fmla="*/ 2 h 72"/>
                <a:gd name="T10" fmla="*/ 0 w 121"/>
                <a:gd name="T11" fmla="*/ 37 h 72"/>
                <a:gd name="T12" fmla="*/ 53 w 121"/>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121" h="72">
                  <a:moveTo>
                    <a:pt x="53" y="72"/>
                  </a:moveTo>
                  <a:cubicBezTo>
                    <a:pt x="53" y="60"/>
                    <a:pt x="53" y="60"/>
                    <a:pt x="53" y="60"/>
                  </a:cubicBezTo>
                  <a:cubicBezTo>
                    <a:pt x="115" y="60"/>
                    <a:pt x="121" y="0"/>
                    <a:pt x="121" y="0"/>
                  </a:cubicBezTo>
                  <a:cubicBezTo>
                    <a:pt x="121" y="0"/>
                    <a:pt x="103" y="14"/>
                    <a:pt x="53" y="14"/>
                  </a:cubicBezTo>
                  <a:cubicBezTo>
                    <a:pt x="53" y="2"/>
                    <a:pt x="53" y="2"/>
                    <a:pt x="53" y="2"/>
                  </a:cubicBezTo>
                  <a:cubicBezTo>
                    <a:pt x="0" y="37"/>
                    <a:pt x="0" y="37"/>
                    <a:pt x="0" y="37"/>
                  </a:cubicBezTo>
                  <a:lnTo>
                    <a:pt x="53" y="7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9" name="Freeform 41"/>
            <p:cNvSpPr>
              <a:spLocks/>
            </p:cNvSpPr>
            <p:nvPr/>
          </p:nvSpPr>
          <p:spPr bwMode="auto">
            <a:xfrm>
              <a:off x="4467225" y="2841625"/>
              <a:ext cx="596900" cy="560388"/>
            </a:xfrm>
            <a:custGeom>
              <a:avLst/>
              <a:gdLst>
                <a:gd name="T0" fmla="*/ 95 w 159"/>
                <a:gd name="T1" fmla="*/ 74 h 149"/>
                <a:gd name="T2" fmla="*/ 122 w 159"/>
                <a:gd name="T3" fmla="*/ 52 h 149"/>
                <a:gd name="T4" fmla="*/ 128 w 159"/>
                <a:gd name="T5" fmla="*/ 53 h 149"/>
                <a:gd name="T6" fmla="*/ 146 w 159"/>
                <a:gd name="T7" fmla="*/ 65 h 149"/>
                <a:gd name="T8" fmla="*/ 157 w 159"/>
                <a:gd name="T9" fmla="*/ 61 h 149"/>
                <a:gd name="T10" fmla="*/ 157 w 159"/>
                <a:gd name="T11" fmla="*/ 37 h 149"/>
                <a:gd name="T12" fmla="*/ 107 w 159"/>
                <a:gd name="T13" fmla="*/ 5 h 149"/>
                <a:gd name="T14" fmla="*/ 76 w 159"/>
                <a:gd name="T15" fmla="*/ 33 h 149"/>
                <a:gd name="T16" fmla="*/ 36 w 159"/>
                <a:gd name="T17" fmla="*/ 20 h 149"/>
                <a:gd name="T18" fmla="*/ 5 w 159"/>
                <a:gd name="T19" fmla="*/ 70 h 149"/>
                <a:gd name="T20" fmla="*/ 102 w 159"/>
                <a:gd name="T21" fmla="*/ 149 h 149"/>
                <a:gd name="T22" fmla="*/ 118 w 159"/>
                <a:gd name="T23" fmla="*/ 133 h 149"/>
                <a:gd name="T24" fmla="*/ 95 w 159"/>
                <a:gd name="T25"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49">
                  <a:moveTo>
                    <a:pt x="95" y="74"/>
                  </a:moveTo>
                  <a:cubicBezTo>
                    <a:pt x="98" y="61"/>
                    <a:pt x="109" y="52"/>
                    <a:pt x="122" y="52"/>
                  </a:cubicBezTo>
                  <a:cubicBezTo>
                    <a:pt x="124" y="52"/>
                    <a:pt x="126" y="52"/>
                    <a:pt x="128" y="53"/>
                  </a:cubicBezTo>
                  <a:cubicBezTo>
                    <a:pt x="135" y="54"/>
                    <a:pt x="142" y="59"/>
                    <a:pt x="146" y="65"/>
                  </a:cubicBezTo>
                  <a:cubicBezTo>
                    <a:pt x="149" y="63"/>
                    <a:pt x="153" y="62"/>
                    <a:pt x="157" y="61"/>
                  </a:cubicBezTo>
                  <a:cubicBezTo>
                    <a:pt x="159" y="46"/>
                    <a:pt x="157" y="37"/>
                    <a:pt x="157" y="37"/>
                  </a:cubicBezTo>
                  <a:cubicBezTo>
                    <a:pt x="152" y="14"/>
                    <a:pt x="129" y="0"/>
                    <a:pt x="107" y="5"/>
                  </a:cubicBezTo>
                  <a:cubicBezTo>
                    <a:pt x="92" y="8"/>
                    <a:pt x="81" y="19"/>
                    <a:pt x="76" y="33"/>
                  </a:cubicBezTo>
                  <a:cubicBezTo>
                    <a:pt x="66" y="22"/>
                    <a:pt x="52" y="17"/>
                    <a:pt x="36" y="20"/>
                  </a:cubicBezTo>
                  <a:cubicBezTo>
                    <a:pt x="14" y="25"/>
                    <a:pt x="0" y="48"/>
                    <a:pt x="5" y="70"/>
                  </a:cubicBezTo>
                  <a:cubicBezTo>
                    <a:pt x="5" y="70"/>
                    <a:pt x="14" y="126"/>
                    <a:pt x="102" y="149"/>
                  </a:cubicBezTo>
                  <a:cubicBezTo>
                    <a:pt x="108" y="143"/>
                    <a:pt x="113" y="138"/>
                    <a:pt x="118" y="133"/>
                  </a:cubicBezTo>
                  <a:cubicBezTo>
                    <a:pt x="88" y="103"/>
                    <a:pt x="94" y="76"/>
                    <a:pt x="95" y="7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0" name="Freeform 42"/>
            <p:cNvSpPr>
              <a:spLocks/>
            </p:cNvSpPr>
            <p:nvPr/>
          </p:nvSpPr>
          <p:spPr bwMode="auto">
            <a:xfrm>
              <a:off x="4811713" y="3055938"/>
              <a:ext cx="354013" cy="300038"/>
            </a:xfrm>
            <a:custGeom>
              <a:avLst/>
              <a:gdLst>
                <a:gd name="T0" fmla="*/ 74 w 94"/>
                <a:gd name="T1" fmla="*/ 9 h 80"/>
                <a:gd name="T2" fmla="*/ 69 w 94"/>
                <a:gd name="T3" fmla="*/ 9 h 80"/>
                <a:gd name="T4" fmla="*/ 64 w 94"/>
                <a:gd name="T5" fmla="*/ 9 h 80"/>
                <a:gd name="T6" fmla="*/ 52 w 94"/>
                <a:gd name="T7" fmla="*/ 16 h 80"/>
                <a:gd name="T8" fmla="*/ 35 w 94"/>
                <a:gd name="T9" fmla="*/ 0 h 80"/>
                <a:gd name="T10" fmla="*/ 30 w 94"/>
                <a:gd name="T11" fmla="*/ 0 h 80"/>
                <a:gd name="T12" fmla="*/ 7 w 94"/>
                <a:gd name="T13" fmla="*/ 18 h 80"/>
                <a:gd name="T14" fmla="*/ 30 w 94"/>
                <a:gd name="T15" fmla="*/ 73 h 80"/>
                <a:gd name="T16" fmla="*/ 37 w 94"/>
                <a:gd name="T17" fmla="*/ 80 h 80"/>
                <a:gd name="T18" fmla="*/ 91 w 94"/>
                <a:gd name="T19" fmla="*/ 37 h 80"/>
                <a:gd name="T20" fmla="*/ 74 w 94"/>
                <a:gd name="T21"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80">
                  <a:moveTo>
                    <a:pt x="74" y="9"/>
                  </a:moveTo>
                  <a:cubicBezTo>
                    <a:pt x="72" y="9"/>
                    <a:pt x="71" y="9"/>
                    <a:pt x="69" y="9"/>
                  </a:cubicBezTo>
                  <a:cubicBezTo>
                    <a:pt x="67" y="9"/>
                    <a:pt x="66" y="9"/>
                    <a:pt x="64" y="9"/>
                  </a:cubicBezTo>
                  <a:cubicBezTo>
                    <a:pt x="60" y="10"/>
                    <a:pt x="55" y="12"/>
                    <a:pt x="52" y="16"/>
                  </a:cubicBezTo>
                  <a:cubicBezTo>
                    <a:pt x="49" y="8"/>
                    <a:pt x="43" y="2"/>
                    <a:pt x="35" y="0"/>
                  </a:cubicBezTo>
                  <a:cubicBezTo>
                    <a:pt x="33" y="0"/>
                    <a:pt x="31" y="0"/>
                    <a:pt x="30" y="0"/>
                  </a:cubicBezTo>
                  <a:cubicBezTo>
                    <a:pt x="19" y="0"/>
                    <a:pt x="10" y="7"/>
                    <a:pt x="7" y="18"/>
                  </a:cubicBezTo>
                  <a:cubicBezTo>
                    <a:pt x="7" y="18"/>
                    <a:pt x="0" y="43"/>
                    <a:pt x="30" y="73"/>
                  </a:cubicBezTo>
                  <a:cubicBezTo>
                    <a:pt x="32" y="75"/>
                    <a:pt x="35" y="78"/>
                    <a:pt x="37" y="80"/>
                  </a:cubicBezTo>
                  <a:cubicBezTo>
                    <a:pt x="86" y="68"/>
                    <a:pt x="91" y="37"/>
                    <a:pt x="91" y="37"/>
                  </a:cubicBezTo>
                  <a:cubicBezTo>
                    <a:pt x="94" y="24"/>
                    <a:pt x="86" y="12"/>
                    <a:pt x="74" y="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1" name="Freeform 43"/>
            <p:cNvSpPr>
              <a:spLocks noEditPoints="1"/>
            </p:cNvSpPr>
            <p:nvPr/>
          </p:nvSpPr>
          <p:spPr bwMode="auto">
            <a:xfrm>
              <a:off x="5075238" y="2252663"/>
              <a:ext cx="461963" cy="368300"/>
            </a:xfrm>
            <a:custGeom>
              <a:avLst/>
              <a:gdLst>
                <a:gd name="T0" fmla="*/ 97 w 123"/>
                <a:gd name="T1" fmla="*/ 98 h 98"/>
                <a:gd name="T2" fmla="*/ 97 w 123"/>
                <a:gd name="T3" fmla="*/ 65 h 98"/>
                <a:gd name="T4" fmla="*/ 113 w 123"/>
                <a:gd name="T5" fmla="*/ 50 h 98"/>
                <a:gd name="T6" fmla="*/ 123 w 123"/>
                <a:gd name="T7" fmla="*/ 50 h 98"/>
                <a:gd name="T8" fmla="*/ 123 w 123"/>
                <a:gd name="T9" fmla="*/ 14 h 98"/>
                <a:gd name="T10" fmla="*/ 109 w 123"/>
                <a:gd name="T11" fmla="*/ 0 h 98"/>
                <a:gd name="T12" fmla="*/ 79 w 123"/>
                <a:gd name="T13" fmla="*/ 0 h 98"/>
                <a:gd name="T14" fmla="*/ 79 w 123"/>
                <a:gd name="T15" fmla="*/ 16 h 98"/>
                <a:gd name="T16" fmla="*/ 90 w 123"/>
                <a:gd name="T17" fmla="*/ 27 h 98"/>
                <a:gd name="T18" fmla="*/ 79 w 123"/>
                <a:gd name="T19" fmla="*/ 38 h 98"/>
                <a:gd name="T20" fmla="*/ 79 w 123"/>
                <a:gd name="T21" fmla="*/ 45 h 98"/>
                <a:gd name="T22" fmla="*/ 90 w 123"/>
                <a:gd name="T23" fmla="*/ 56 h 98"/>
                <a:gd name="T24" fmla="*/ 79 w 123"/>
                <a:gd name="T25" fmla="*/ 67 h 98"/>
                <a:gd name="T26" fmla="*/ 79 w 123"/>
                <a:gd name="T27" fmla="*/ 98 h 98"/>
                <a:gd name="T28" fmla="*/ 97 w 123"/>
                <a:gd name="T29" fmla="*/ 98 h 98"/>
                <a:gd name="T30" fmla="*/ 79 w 123"/>
                <a:gd name="T31" fmla="*/ 0 h 98"/>
                <a:gd name="T32" fmla="*/ 44 w 123"/>
                <a:gd name="T33" fmla="*/ 0 h 98"/>
                <a:gd name="T34" fmla="*/ 44 w 123"/>
                <a:gd name="T35" fmla="*/ 16 h 98"/>
                <a:gd name="T36" fmla="*/ 44 w 123"/>
                <a:gd name="T37" fmla="*/ 16 h 98"/>
                <a:gd name="T38" fmla="*/ 55 w 123"/>
                <a:gd name="T39" fmla="*/ 27 h 98"/>
                <a:gd name="T40" fmla="*/ 44 w 123"/>
                <a:gd name="T41" fmla="*/ 38 h 98"/>
                <a:gd name="T42" fmla="*/ 44 w 123"/>
                <a:gd name="T43" fmla="*/ 45 h 98"/>
                <a:gd name="T44" fmla="*/ 44 w 123"/>
                <a:gd name="T45" fmla="*/ 45 h 98"/>
                <a:gd name="T46" fmla="*/ 55 w 123"/>
                <a:gd name="T47" fmla="*/ 56 h 98"/>
                <a:gd name="T48" fmla="*/ 44 w 123"/>
                <a:gd name="T49" fmla="*/ 67 h 98"/>
                <a:gd name="T50" fmla="*/ 44 w 123"/>
                <a:gd name="T51" fmla="*/ 98 h 98"/>
                <a:gd name="T52" fmla="*/ 79 w 123"/>
                <a:gd name="T53" fmla="*/ 98 h 98"/>
                <a:gd name="T54" fmla="*/ 79 w 123"/>
                <a:gd name="T55" fmla="*/ 67 h 98"/>
                <a:gd name="T56" fmla="*/ 79 w 123"/>
                <a:gd name="T57" fmla="*/ 67 h 98"/>
                <a:gd name="T58" fmla="*/ 68 w 123"/>
                <a:gd name="T59" fmla="*/ 56 h 98"/>
                <a:gd name="T60" fmla="*/ 79 w 123"/>
                <a:gd name="T61" fmla="*/ 45 h 98"/>
                <a:gd name="T62" fmla="*/ 79 w 123"/>
                <a:gd name="T63" fmla="*/ 45 h 98"/>
                <a:gd name="T64" fmla="*/ 79 w 123"/>
                <a:gd name="T65" fmla="*/ 45 h 98"/>
                <a:gd name="T66" fmla="*/ 79 w 123"/>
                <a:gd name="T67" fmla="*/ 38 h 98"/>
                <a:gd name="T68" fmla="*/ 79 w 123"/>
                <a:gd name="T69" fmla="*/ 38 h 98"/>
                <a:gd name="T70" fmla="*/ 68 w 123"/>
                <a:gd name="T71" fmla="*/ 27 h 98"/>
                <a:gd name="T72" fmla="*/ 79 w 123"/>
                <a:gd name="T73" fmla="*/ 16 h 98"/>
                <a:gd name="T74" fmla="*/ 79 w 123"/>
                <a:gd name="T75" fmla="*/ 16 h 98"/>
                <a:gd name="T76" fmla="*/ 79 w 123"/>
                <a:gd name="T77" fmla="*/ 16 h 98"/>
                <a:gd name="T78" fmla="*/ 79 w 123"/>
                <a:gd name="T79" fmla="*/ 0 h 98"/>
                <a:gd name="T80" fmla="*/ 44 w 123"/>
                <a:gd name="T81" fmla="*/ 0 h 98"/>
                <a:gd name="T82" fmla="*/ 13 w 123"/>
                <a:gd name="T83" fmla="*/ 0 h 98"/>
                <a:gd name="T84" fmla="*/ 0 w 123"/>
                <a:gd name="T85" fmla="*/ 14 h 98"/>
                <a:gd name="T86" fmla="*/ 0 w 123"/>
                <a:gd name="T87" fmla="*/ 50 h 98"/>
                <a:gd name="T88" fmla="*/ 11 w 123"/>
                <a:gd name="T89" fmla="*/ 50 h 98"/>
                <a:gd name="T90" fmla="*/ 26 w 123"/>
                <a:gd name="T91" fmla="*/ 65 h 98"/>
                <a:gd name="T92" fmla="*/ 26 w 123"/>
                <a:gd name="T93" fmla="*/ 98 h 98"/>
                <a:gd name="T94" fmla="*/ 44 w 123"/>
                <a:gd name="T95" fmla="*/ 98 h 98"/>
                <a:gd name="T96" fmla="*/ 44 w 123"/>
                <a:gd name="T97" fmla="*/ 67 h 98"/>
                <a:gd name="T98" fmla="*/ 33 w 123"/>
                <a:gd name="T99" fmla="*/ 56 h 98"/>
                <a:gd name="T100" fmla="*/ 44 w 123"/>
                <a:gd name="T101" fmla="*/ 45 h 98"/>
                <a:gd name="T102" fmla="*/ 44 w 123"/>
                <a:gd name="T103" fmla="*/ 38 h 98"/>
                <a:gd name="T104" fmla="*/ 33 w 123"/>
                <a:gd name="T105" fmla="*/ 27 h 98"/>
                <a:gd name="T106" fmla="*/ 44 w 123"/>
                <a:gd name="T107" fmla="*/ 16 h 98"/>
                <a:gd name="T108" fmla="*/ 44 w 123"/>
                <a:gd name="T109" fmla="*/ 0 h 98"/>
                <a:gd name="T110" fmla="*/ 44 w 123"/>
                <a:gd name="T111" fmla="*/ 16 h 98"/>
                <a:gd name="T112" fmla="*/ 44 w 123"/>
                <a:gd name="T113" fmla="*/ 16 h 98"/>
                <a:gd name="T114" fmla="*/ 44 w 123"/>
                <a:gd name="T115" fmla="*/ 45 h 98"/>
                <a:gd name="T116" fmla="*/ 44 w 123"/>
                <a:gd name="T117"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98">
                  <a:moveTo>
                    <a:pt x="97" y="98"/>
                  </a:moveTo>
                  <a:cubicBezTo>
                    <a:pt x="97" y="65"/>
                    <a:pt x="97" y="65"/>
                    <a:pt x="97" y="65"/>
                  </a:cubicBezTo>
                  <a:cubicBezTo>
                    <a:pt x="97" y="55"/>
                    <a:pt x="103" y="50"/>
                    <a:pt x="113" y="50"/>
                  </a:cubicBezTo>
                  <a:cubicBezTo>
                    <a:pt x="123" y="50"/>
                    <a:pt x="123" y="50"/>
                    <a:pt x="123" y="50"/>
                  </a:cubicBezTo>
                  <a:cubicBezTo>
                    <a:pt x="123" y="14"/>
                    <a:pt x="123" y="14"/>
                    <a:pt x="123" y="14"/>
                  </a:cubicBezTo>
                  <a:cubicBezTo>
                    <a:pt x="123" y="6"/>
                    <a:pt x="117" y="0"/>
                    <a:pt x="109" y="0"/>
                  </a:cubicBezTo>
                  <a:cubicBezTo>
                    <a:pt x="79" y="0"/>
                    <a:pt x="79" y="0"/>
                    <a:pt x="79" y="0"/>
                  </a:cubicBezTo>
                  <a:cubicBezTo>
                    <a:pt x="79" y="16"/>
                    <a:pt x="79" y="16"/>
                    <a:pt x="79" y="16"/>
                  </a:cubicBezTo>
                  <a:cubicBezTo>
                    <a:pt x="85" y="16"/>
                    <a:pt x="90" y="21"/>
                    <a:pt x="90" y="27"/>
                  </a:cubicBezTo>
                  <a:cubicBezTo>
                    <a:pt x="90" y="33"/>
                    <a:pt x="85" y="38"/>
                    <a:pt x="79" y="38"/>
                  </a:cubicBezTo>
                  <a:cubicBezTo>
                    <a:pt x="79" y="45"/>
                    <a:pt x="79" y="45"/>
                    <a:pt x="79" y="45"/>
                  </a:cubicBezTo>
                  <a:cubicBezTo>
                    <a:pt x="85" y="45"/>
                    <a:pt x="90" y="50"/>
                    <a:pt x="90" y="56"/>
                  </a:cubicBezTo>
                  <a:cubicBezTo>
                    <a:pt x="90" y="62"/>
                    <a:pt x="85" y="67"/>
                    <a:pt x="79" y="67"/>
                  </a:cubicBezTo>
                  <a:cubicBezTo>
                    <a:pt x="79" y="98"/>
                    <a:pt x="79" y="98"/>
                    <a:pt x="79" y="98"/>
                  </a:cubicBezTo>
                  <a:lnTo>
                    <a:pt x="97" y="98"/>
                  </a:lnTo>
                  <a:close/>
                  <a:moveTo>
                    <a:pt x="79" y="0"/>
                  </a:moveTo>
                  <a:cubicBezTo>
                    <a:pt x="44" y="0"/>
                    <a:pt x="44" y="0"/>
                    <a:pt x="44" y="0"/>
                  </a:cubicBezTo>
                  <a:cubicBezTo>
                    <a:pt x="44" y="16"/>
                    <a:pt x="44" y="16"/>
                    <a:pt x="44" y="16"/>
                  </a:cubicBezTo>
                  <a:cubicBezTo>
                    <a:pt x="44" y="16"/>
                    <a:pt x="44" y="16"/>
                    <a:pt x="44" y="16"/>
                  </a:cubicBezTo>
                  <a:cubicBezTo>
                    <a:pt x="50" y="16"/>
                    <a:pt x="55" y="21"/>
                    <a:pt x="55" y="27"/>
                  </a:cubicBezTo>
                  <a:cubicBezTo>
                    <a:pt x="55" y="33"/>
                    <a:pt x="50" y="38"/>
                    <a:pt x="44" y="38"/>
                  </a:cubicBezTo>
                  <a:cubicBezTo>
                    <a:pt x="44" y="45"/>
                    <a:pt x="44" y="45"/>
                    <a:pt x="44" y="45"/>
                  </a:cubicBezTo>
                  <a:cubicBezTo>
                    <a:pt x="44" y="45"/>
                    <a:pt x="44" y="45"/>
                    <a:pt x="44" y="45"/>
                  </a:cubicBezTo>
                  <a:cubicBezTo>
                    <a:pt x="50" y="45"/>
                    <a:pt x="55" y="50"/>
                    <a:pt x="55" y="56"/>
                  </a:cubicBezTo>
                  <a:cubicBezTo>
                    <a:pt x="55" y="62"/>
                    <a:pt x="50" y="67"/>
                    <a:pt x="44" y="67"/>
                  </a:cubicBezTo>
                  <a:cubicBezTo>
                    <a:pt x="44" y="98"/>
                    <a:pt x="44" y="98"/>
                    <a:pt x="44" y="98"/>
                  </a:cubicBezTo>
                  <a:cubicBezTo>
                    <a:pt x="79" y="98"/>
                    <a:pt x="79" y="98"/>
                    <a:pt x="79" y="98"/>
                  </a:cubicBezTo>
                  <a:cubicBezTo>
                    <a:pt x="79" y="67"/>
                    <a:pt x="79" y="67"/>
                    <a:pt x="79" y="67"/>
                  </a:cubicBezTo>
                  <a:cubicBezTo>
                    <a:pt x="79" y="67"/>
                    <a:pt x="79" y="67"/>
                    <a:pt x="79" y="67"/>
                  </a:cubicBezTo>
                  <a:cubicBezTo>
                    <a:pt x="73" y="67"/>
                    <a:pt x="68" y="62"/>
                    <a:pt x="68" y="56"/>
                  </a:cubicBezTo>
                  <a:cubicBezTo>
                    <a:pt x="68" y="50"/>
                    <a:pt x="73" y="45"/>
                    <a:pt x="79" y="45"/>
                  </a:cubicBezTo>
                  <a:cubicBezTo>
                    <a:pt x="79" y="45"/>
                    <a:pt x="79" y="45"/>
                    <a:pt x="79" y="45"/>
                  </a:cubicBezTo>
                  <a:cubicBezTo>
                    <a:pt x="79" y="45"/>
                    <a:pt x="79" y="45"/>
                    <a:pt x="79" y="45"/>
                  </a:cubicBezTo>
                  <a:cubicBezTo>
                    <a:pt x="79" y="38"/>
                    <a:pt x="79" y="38"/>
                    <a:pt x="79" y="38"/>
                  </a:cubicBezTo>
                  <a:cubicBezTo>
                    <a:pt x="79" y="38"/>
                    <a:pt x="79" y="38"/>
                    <a:pt x="79" y="38"/>
                  </a:cubicBezTo>
                  <a:cubicBezTo>
                    <a:pt x="73" y="38"/>
                    <a:pt x="68" y="33"/>
                    <a:pt x="68" y="27"/>
                  </a:cubicBezTo>
                  <a:cubicBezTo>
                    <a:pt x="68" y="21"/>
                    <a:pt x="73" y="16"/>
                    <a:pt x="79" y="16"/>
                  </a:cubicBezTo>
                  <a:cubicBezTo>
                    <a:pt x="79" y="16"/>
                    <a:pt x="79" y="16"/>
                    <a:pt x="79" y="16"/>
                  </a:cubicBezTo>
                  <a:cubicBezTo>
                    <a:pt x="79" y="16"/>
                    <a:pt x="79" y="16"/>
                    <a:pt x="79" y="16"/>
                  </a:cubicBezTo>
                  <a:lnTo>
                    <a:pt x="79" y="0"/>
                  </a:lnTo>
                  <a:close/>
                  <a:moveTo>
                    <a:pt x="44" y="0"/>
                  </a:moveTo>
                  <a:cubicBezTo>
                    <a:pt x="13" y="0"/>
                    <a:pt x="13" y="0"/>
                    <a:pt x="13" y="0"/>
                  </a:cubicBezTo>
                  <a:cubicBezTo>
                    <a:pt x="6" y="0"/>
                    <a:pt x="0" y="6"/>
                    <a:pt x="0" y="14"/>
                  </a:cubicBezTo>
                  <a:cubicBezTo>
                    <a:pt x="0" y="50"/>
                    <a:pt x="0" y="50"/>
                    <a:pt x="0" y="50"/>
                  </a:cubicBezTo>
                  <a:cubicBezTo>
                    <a:pt x="11" y="50"/>
                    <a:pt x="11" y="50"/>
                    <a:pt x="11" y="50"/>
                  </a:cubicBezTo>
                  <a:cubicBezTo>
                    <a:pt x="21" y="50"/>
                    <a:pt x="26" y="55"/>
                    <a:pt x="26" y="65"/>
                  </a:cubicBezTo>
                  <a:cubicBezTo>
                    <a:pt x="26" y="98"/>
                    <a:pt x="26" y="98"/>
                    <a:pt x="26" y="98"/>
                  </a:cubicBezTo>
                  <a:cubicBezTo>
                    <a:pt x="44" y="98"/>
                    <a:pt x="44" y="98"/>
                    <a:pt x="44" y="98"/>
                  </a:cubicBezTo>
                  <a:cubicBezTo>
                    <a:pt x="44" y="67"/>
                    <a:pt x="44" y="67"/>
                    <a:pt x="44" y="67"/>
                  </a:cubicBezTo>
                  <a:cubicBezTo>
                    <a:pt x="38" y="67"/>
                    <a:pt x="33" y="62"/>
                    <a:pt x="33" y="56"/>
                  </a:cubicBezTo>
                  <a:cubicBezTo>
                    <a:pt x="33" y="50"/>
                    <a:pt x="38" y="45"/>
                    <a:pt x="44" y="45"/>
                  </a:cubicBezTo>
                  <a:cubicBezTo>
                    <a:pt x="44" y="38"/>
                    <a:pt x="44" y="38"/>
                    <a:pt x="44" y="38"/>
                  </a:cubicBezTo>
                  <a:cubicBezTo>
                    <a:pt x="38" y="38"/>
                    <a:pt x="33" y="33"/>
                    <a:pt x="33" y="27"/>
                  </a:cubicBezTo>
                  <a:cubicBezTo>
                    <a:pt x="33" y="21"/>
                    <a:pt x="38" y="16"/>
                    <a:pt x="44" y="16"/>
                  </a:cubicBezTo>
                  <a:cubicBezTo>
                    <a:pt x="44" y="0"/>
                    <a:pt x="44" y="0"/>
                    <a:pt x="44" y="0"/>
                  </a:cubicBezTo>
                  <a:close/>
                  <a:moveTo>
                    <a:pt x="44" y="16"/>
                  </a:moveTo>
                  <a:cubicBezTo>
                    <a:pt x="44" y="16"/>
                    <a:pt x="44" y="16"/>
                    <a:pt x="44" y="16"/>
                  </a:cubicBezTo>
                  <a:close/>
                  <a:moveTo>
                    <a:pt x="44" y="45"/>
                  </a:moveTo>
                  <a:cubicBezTo>
                    <a:pt x="44" y="45"/>
                    <a:pt x="44" y="45"/>
                    <a:pt x="44" y="45"/>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2" name="Freeform 44"/>
            <p:cNvSpPr>
              <a:spLocks/>
            </p:cNvSpPr>
            <p:nvPr/>
          </p:nvSpPr>
          <p:spPr bwMode="auto">
            <a:xfrm>
              <a:off x="4992688" y="2455863"/>
              <a:ext cx="627063" cy="333375"/>
            </a:xfrm>
            <a:custGeom>
              <a:avLst/>
              <a:gdLst>
                <a:gd name="T0" fmla="*/ 156 w 167"/>
                <a:gd name="T1" fmla="*/ 0 h 89"/>
                <a:gd name="T2" fmla="*/ 145 w 167"/>
                <a:gd name="T3" fmla="*/ 0 h 89"/>
                <a:gd name="T4" fmla="*/ 135 w 167"/>
                <a:gd name="T5" fmla="*/ 0 h 89"/>
                <a:gd name="T6" fmla="*/ 123 w 167"/>
                <a:gd name="T7" fmla="*/ 11 h 89"/>
                <a:gd name="T8" fmla="*/ 123 w 167"/>
                <a:gd name="T9" fmla="*/ 48 h 89"/>
                <a:gd name="T10" fmla="*/ 43 w 167"/>
                <a:gd name="T11" fmla="*/ 48 h 89"/>
                <a:gd name="T12" fmla="*/ 43 w 167"/>
                <a:gd name="T13" fmla="*/ 11 h 89"/>
                <a:gd name="T14" fmla="*/ 33 w 167"/>
                <a:gd name="T15" fmla="*/ 0 h 89"/>
                <a:gd name="T16" fmla="*/ 22 w 167"/>
                <a:gd name="T17" fmla="*/ 0 h 89"/>
                <a:gd name="T18" fmla="*/ 12 w 167"/>
                <a:gd name="T19" fmla="*/ 0 h 89"/>
                <a:gd name="T20" fmla="*/ 0 w 167"/>
                <a:gd name="T21" fmla="*/ 11 h 89"/>
                <a:gd name="T22" fmla="*/ 0 w 167"/>
                <a:gd name="T23" fmla="*/ 66 h 89"/>
                <a:gd name="T24" fmla="*/ 16 w 167"/>
                <a:gd name="T25" fmla="*/ 82 h 89"/>
                <a:gd name="T26" fmla="*/ 16 w 167"/>
                <a:gd name="T27" fmla="*/ 84 h 89"/>
                <a:gd name="T28" fmla="*/ 18 w 167"/>
                <a:gd name="T29" fmla="*/ 86 h 89"/>
                <a:gd name="T30" fmla="*/ 23 w 167"/>
                <a:gd name="T31" fmla="*/ 89 h 89"/>
                <a:gd name="T32" fmla="*/ 26 w 167"/>
                <a:gd name="T33" fmla="*/ 89 h 89"/>
                <a:gd name="T34" fmla="*/ 31 w 167"/>
                <a:gd name="T35" fmla="*/ 86 h 89"/>
                <a:gd name="T36" fmla="*/ 33 w 167"/>
                <a:gd name="T37" fmla="*/ 84 h 89"/>
                <a:gd name="T38" fmla="*/ 33 w 167"/>
                <a:gd name="T39" fmla="*/ 82 h 89"/>
                <a:gd name="T40" fmla="*/ 134 w 167"/>
                <a:gd name="T41" fmla="*/ 82 h 89"/>
                <a:gd name="T42" fmla="*/ 134 w 167"/>
                <a:gd name="T43" fmla="*/ 84 h 89"/>
                <a:gd name="T44" fmla="*/ 136 w 167"/>
                <a:gd name="T45" fmla="*/ 86 h 89"/>
                <a:gd name="T46" fmla="*/ 141 w 167"/>
                <a:gd name="T47" fmla="*/ 89 h 89"/>
                <a:gd name="T48" fmla="*/ 144 w 167"/>
                <a:gd name="T49" fmla="*/ 89 h 89"/>
                <a:gd name="T50" fmla="*/ 149 w 167"/>
                <a:gd name="T51" fmla="*/ 86 h 89"/>
                <a:gd name="T52" fmla="*/ 151 w 167"/>
                <a:gd name="T53" fmla="*/ 84 h 89"/>
                <a:gd name="T54" fmla="*/ 151 w 167"/>
                <a:gd name="T55" fmla="*/ 82 h 89"/>
                <a:gd name="T56" fmla="*/ 156 w 167"/>
                <a:gd name="T57" fmla="*/ 82 h 89"/>
                <a:gd name="T58" fmla="*/ 167 w 167"/>
                <a:gd name="T59" fmla="*/ 66 h 89"/>
                <a:gd name="T60" fmla="*/ 167 w 167"/>
                <a:gd name="T61" fmla="*/ 11 h 89"/>
                <a:gd name="T62" fmla="*/ 156 w 167"/>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89">
                  <a:moveTo>
                    <a:pt x="156" y="0"/>
                  </a:moveTo>
                  <a:cubicBezTo>
                    <a:pt x="145" y="0"/>
                    <a:pt x="145" y="0"/>
                    <a:pt x="145" y="0"/>
                  </a:cubicBezTo>
                  <a:cubicBezTo>
                    <a:pt x="135" y="0"/>
                    <a:pt x="135" y="0"/>
                    <a:pt x="135" y="0"/>
                  </a:cubicBezTo>
                  <a:cubicBezTo>
                    <a:pt x="128" y="0"/>
                    <a:pt x="123" y="3"/>
                    <a:pt x="123" y="11"/>
                  </a:cubicBezTo>
                  <a:cubicBezTo>
                    <a:pt x="123" y="48"/>
                    <a:pt x="123" y="48"/>
                    <a:pt x="123" y="48"/>
                  </a:cubicBezTo>
                  <a:cubicBezTo>
                    <a:pt x="43" y="48"/>
                    <a:pt x="43" y="48"/>
                    <a:pt x="43" y="48"/>
                  </a:cubicBezTo>
                  <a:cubicBezTo>
                    <a:pt x="43" y="11"/>
                    <a:pt x="43" y="11"/>
                    <a:pt x="43" y="11"/>
                  </a:cubicBezTo>
                  <a:cubicBezTo>
                    <a:pt x="43" y="3"/>
                    <a:pt x="40" y="0"/>
                    <a:pt x="33" y="0"/>
                  </a:cubicBezTo>
                  <a:cubicBezTo>
                    <a:pt x="22" y="0"/>
                    <a:pt x="22" y="0"/>
                    <a:pt x="22" y="0"/>
                  </a:cubicBezTo>
                  <a:cubicBezTo>
                    <a:pt x="12" y="0"/>
                    <a:pt x="12" y="0"/>
                    <a:pt x="12" y="0"/>
                  </a:cubicBezTo>
                  <a:cubicBezTo>
                    <a:pt x="4" y="0"/>
                    <a:pt x="0" y="3"/>
                    <a:pt x="0" y="11"/>
                  </a:cubicBezTo>
                  <a:cubicBezTo>
                    <a:pt x="0" y="66"/>
                    <a:pt x="0" y="66"/>
                    <a:pt x="0" y="66"/>
                  </a:cubicBezTo>
                  <a:cubicBezTo>
                    <a:pt x="0" y="73"/>
                    <a:pt x="9" y="82"/>
                    <a:pt x="16" y="82"/>
                  </a:cubicBezTo>
                  <a:cubicBezTo>
                    <a:pt x="16" y="82"/>
                    <a:pt x="16" y="83"/>
                    <a:pt x="16" y="84"/>
                  </a:cubicBezTo>
                  <a:cubicBezTo>
                    <a:pt x="17" y="85"/>
                    <a:pt x="17" y="85"/>
                    <a:pt x="18" y="86"/>
                  </a:cubicBezTo>
                  <a:cubicBezTo>
                    <a:pt x="19" y="88"/>
                    <a:pt x="21" y="89"/>
                    <a:pt x="23" y="89"/>
                  </a:cubicBezTo>
                  <a:cubicBezTo>
                    <a:pt x="26" y="89"/>
                    <a:pt x="26" y="89"/>
                    <a:pt x="26" y="89"/>
                  </a:cubicBezTo>
                  <a:cubicBezTo>
                    <a:pt x="28" y="89"/>
                    <a:pt x="30" y="88"/>
                    <a:pt x="31" y="86"/>
                  </a:cubicBezTo>
                  <a:cubicBezTo>
                    <a:pt x="32" y="85"/>
                    <a:pt x="32" y="85"/>
                    <a:pt x="33" y="84"/>
                  </a:cubicBezTo>
                  <a:cubicBezTo>
                    <a:pt x="33" y="83"/>
                    <a:pt x="33" y="82"/>
                    <a:pt x="33" y="82"/>
                  </a:cubicBezTo>
                  <a:cubicBezTo>
                    <a:pt x="134" y="82"/>
                    <a:pt x="134" y="82"/>
                    <a:pt x="134" y="82"/>
                  </a:cubicBezTo>
                  <a:cubicBezTo>
                    <a:pt x="134" y="82"/>
                    <a:pt x="134" y="83"/>
                    <a:pt x="134" y="84"/>
                  </a:cubicBezTo>
                  <a:cubicBezTo>
                    <a:pt x="135" y="85"/>
                    <a:pt x="135" y="85"/>
                    <a:pt x="136" y="86"/>
                  </a:cubicBezTo>
                  <a:cubicBezTo>
                    <a:pt x="137" y="88"/>
                    <a:pt x="139" y="89"/>
                    <a:pt x="141" y="89"/>
                  </a:cubicBezTo>
                  <a:cubicBezTo>
                    <a:pt x="144" y="89"/>
                    <a:pt x="144" y="89"/>
                    <a:pt x="144" y="89"/>
                  </a:cubicBezTo>
                  <a:cubicBezTo>
                    <a:pt x="146" y="89"/>
                    <a:pt x="148" y="88"/>
                    <a:pt x="149" y="86"/>
                  </a:cubicBezTo>
                  <a:cubicBezTo>
                    <a:pt x="150" y="85"/>
                    <a:pt x="150" y="85"/>
                    <a:pt x="151" y="84"/>
                  </a:cubicBezTo>
                  <a:cubicBezTo>
                    <a:pt x="151" y="83"/>
                    <a:pt x="151" y="82"/>
                    <a:pt x="151" y="82"/>
                  </a:cubicBezTo>
                  <a:cubicBezTo>
                    <a:pt x="156" y="82"/>
                    <a:pt x="156" y="82"/>
                    <a:pt x="156" y="82"/>
                  </a:cubicBezTo>
                  <a:cubicBezTo>
                    <a:pt x="163" y="82"/>
                    <a:pt x="167" y="73"/>
                    <a:pt x="167" y="66"/>
                  </a:cubicBezTo>
                  <a:cubicBezTo>
                    <a:pt x="167" y="11"/>
                    <a:pt x="167" y="11"/>
                    <a:pt x="167" y="11"/>
                  </a:cubicBezTo>
                  <a:cubicBezTo>
                    <a:pt x="167" y="3"/>
                    <a:pt x="163" y="0"/>
                    <a:pt x="156"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3" name="Oval 45"/>
            <p:cNvSpPr>
              <a:spLocks noChangeArrowheads="1"/>
            </p:cNvSpPr>
            <p:nvPr/>
          </p:nvSpPr>
          <p:spPr bwMode="auto">
            <a:xfrm>
              <a:off x="5213350" y="2330450"/>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4" name="Oval 46"/>
            <p:cNvSpPr>
              <a:spLocks noChangeArrowheads="1"/>
            </p:cNvSpPr>
            <p:nvPr/>
          </p:nvSpPr>
          <p:spPr bwMode="auto">
            <a:xfrm>
              <a:off x="5345113" y="2330450"/>
              <a:ext cx="52388"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5" name="Oval 47"/>
            <p:cNvSpPr>
              <a:spLocks noChangeArrowheads="1"/>
            </p:cNvSpPr>
            <p:nvPr/>
          </p:nvSpPr>
          <p:spPr bwMode="auto">
            <a:xfrm>
              <a:off x="5213350" y="2439988"/>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6" name="Oval 48"/>
            <p:cNvSpPr>
              <a:spLocks noChangeArrowheads="1"/>
            </p:cNvSpPr>
            <p:nvPr/>
          </p:nvSpPr>
          <p:spPr bwMode="auto">
            <a:xfrm>
              <a:off x="5345113" y="2439988"/>
              <a:ext cx="52388"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7" name="Freeform 49"/>
            <p:cNvSpPr>
              <a:spLocks noEditPoints="1"/>
            </p:cNvSpPr>
            <p:nvPr/>
          </p:nvSpPr>
          <p:spPr bwMode="auto">
            <a:xfrm>
              <a:off x="3509963" y="2924175"/>
              <a:ext cx="757238" cy="354013"/>
            </a:xfrm>
            <a:custGeom>
              <a:avLst/>
              <a:gdLst>
                <a:gd name="T0" fmla="*/ 425 w 477"/>
                <a:gd name="T1" fmla="*/ 31 h 223"/>
                <a:gd name="T2" fmla="*/ 395 w 477"/>
                <a:gd name="T3" fmla="*/ 223 h 223"/>
                <a:gd name="T4" fmla="*/ 404 w 477"/>
                <a:gd name="T5" fmla="*/ 31 h 223"/>
                <a:gd name="T6" fmla="*/ 416 w 477"/>
                <a:gd name="T7" fmla="*/ 95 h 223"/>
                <a:gd name="T8" fmla="*/ 395 w 477"/>
                <a:gd name="T9" fmla="*/ 201 h 223"/>
                <a:gd name="T10" fmla="*/ 364 w 477"/>
                <a:gd name="T11" fmla="*/ 223 h 223"/>
                <a:gd name="T12" fmla="*/ 364 w 477"/>
                <a:gd name="T13" fmla="*/ 223 h 223"/>
                <a:gd name="T14" fmla="*/ 385 w 477"/>
                <a:gd name="T15" fmla="*/ 74 h 223"/>
                <a:gd name="T16" fmla="*/ 373 w 477"/>
                <a:gd name="T17" fmla="*/ 135 h 223"/>
                <a:gd name="T18" fmla="*/ 364 w 477"/>
                <a:gd name="T19" fmla="*/ 223 h 223"/>
                <a:gd name="T20" fmla="*/ 364 w 477"/>
                <a:gd name="T21" fmla="*/ 0 h 223"/>
                <a:gd name="T22" fmla="*/ 331 w 477"/>
                <a:gd name="T23" fmla="*/ 135 h 223"/>
                <a:gd name="T24" fmla="*/ 343 w 477"/>
                <a:gd name="T25" fmla="*/ 31 h 223"/>
                <a:gd name="T26" fmla="*/ 331 w 477"/>
                <a:gd name="T27" fmla="*/ 223 h 223"/>
                <a:gd name="T28" fmla="*/ 331 w 477"/>
                <a:gd name="T29" fmla="*/ 0 h 223"/>
                <a:gd name="T30" fmla="*/ 300 w 477"/>
                <a:gd name="T31" fmla="*/ 74 h 223"/>
                <a:gd name="T32" fmla="*/ 312 w 477"/>
                <a:gd name="T33" fmla="*/ 135 h 223"/>
                <a:gd name="T34" fmla="*/ 300 w 477"/>
                <a:gd name="T35" fmla="*/ 223 h 223"/>
                <a:gd name="T36" fmla="*/ 300 w 477"/>
                <a:gd name="T37" fmla="*/ 0 h 223"/>
                <a:gd name="T38" fmla="*/ 269 w 477"/>
                <a:gd name="T39" fmla="*/ 135 h 223"/>
                <a:gd name="T40" fmla="*/ 279 w 477"/>
                <a:gd name="T41" fmla="*/ 31 h 223"/>
                <a:gd name="T42" fmla="*/ 269 w 477"/>
                <a:gd name="T43" fmla="*/ 223 h 223"/>
                <a:gd name="T44" fmla="*/ 269 w 477"/>
                <a:gd name="T45" fmla="*/ 0 h 223"/>
                <a:gd name="T46" fmla="*/ 239 w 477"/>
                <a:gd name="T47" fmla="*/ 74 h 223"/>
                <a:gd name="T48" fmla="*/ 248 w 477"/>
                <a:gd name="T49" fmla="*/ 135 h 223"/>
                <a:gd name="T50" fmla="*/ 239 w 477"/>
                <a:gd name="T51" fmla="*/ 223 h 223"/>
                <a:gd name="T52" fmla="*/ 239 w 477"/>
                <a:gd name="T53" fmla="*/ 0 h 223"/>
                <a:gd name="T54" fmla="*/ 206 w 477"/>
                <a:gd name="T55" fmla="*/ 135 h 223"/>
                <a:gd name="T56" fmla="*/ 217 w 477"/>
                <a:gd name="T57" fmla="*/ 31 h 223"/>
                <a:gd name="T58" fmla="*/ 206 w 477"/>
                <a:gd name="T59" fmla="*/ 223 h 223"/>
                <a:gd name="T60" fmla="*/ 206 w 477"/>
                <a:gd name="T61" fmla="*/ 0 h 223"/>
                <a:gd name="T62" fmla="*/ 175 w 477"/>
                <a:gd name="T63" fmla="*/ 74 h 223"/>
                <a:gd name="T64" fmla="*/ 187 w 477"/>
                <a:gd name="T65" fmla="*/ 135 h 223"/>
                <a:gd name="T66" fmla="*/ 175 w 477"/>
                <a:gd name="T67" fmla="*/ 223 h 223"/>
                <a:gd name="T68" fmla="*/ 175 w 477"/>
                <a:gd name="T69" fmla="*/ 0 h 223"/>
                <a:gd name="T70" fmla="*/ 144 w 477"/>
                <a:gd name="T71" fmla="*/ 135 h 223"/>
                <a:gd name="T72" fmla="*/ 154 w 477"/>
                <a:gd name="T73" fmla="*/ 31 h 223"/>
                <a:gd name="T74" fmla="*/ 144 w 477"/>
                <a:gd name="T75" fmla="*/ 223 h 223"/>
                <a:gd name="T76" fmla="*/ 144 w 477"/>
                <a:gd name="T77" fmla="*/ 0 h 223"/>
                <a:gd name="T78" fmla="*/ 113 w 477"/>
                <a:gd name="T79" fmla="*/ 74 h 223"/>
                <a:gd name="T80" fmla="*/ 123 w 477"/>
                <a:gd name="T81" fmla="*/ 135 h 223"/>
                <a:gd name="T82" fmla="*/ 113 w 477"/>
                <a:gd name="T83" fmla="*/ 223 h 223"/>
                <a:gd name="T84" fmla="*/ 113 w 477"/>
                <a:gd name="T85" fmla="*/ 0 h 223"/>
                <a:gd name="T86" fmla="*/ 80 w 477"/>
                <a:gd name="T87" fmla="*/ 135 h 223"/>
                <a:gd name="T88" fmla="*/ 92 w 477"/>
                <a:gd name="T89" fmla="*/ 31 h 223"/>
                <a:gd name="T90" fmla="*/ 80 w 477"/>
                <a:gd name="T91" fmla="*/ 223 h 223"/>
                <a:gd name="T92" fmla="*/ 80 w 477"/>
                <a:gd name="T93" fmla="*/ 135 h 223"/>
                <a:gd name="T94" fmla="*/ 80 w 477"/>
                <a:gd name="T95" fmla="*/ 0 h 223"/>
                <a:gd name="T96" fmla="*/ 50 w 477"/>
                <a:gd name="T97" fmla="*/ 74 h 223"/>
                <a:gd name="T98" fmla="*/ 28 w 477"/>
                <a:gd name="T99" fmla="*/ 74 h 223"/>
                <a:gd name="T100" fmla="*/ 0 w 477"/>
                <a:gd name="T10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7" h="223">
                  <a:moveTo>
                    <a:pt x="425" y="223"/>
                  </a:moveTo>
                  <a:lnTo>
                    <a:pt x="477" y="223"/>
                  </a:lnTo>
                  <a:lnTo>
                    <a:pt x="477" y="0"/>
                  </a:lnTo>
                  <a:lnTo>
                    <a:pt x="425" y="0"/>
                  </a:lnTo>
                  <a:lnTo>
                    <a:pt x="425" y="31"/>
                  </a:lnTo>
                  <a:lnTo>
                    <a:pt x="447" y="31"/>
                  </a:lnTo>
                  <a:lnTo>
                    <a:pt x="447" y="74"/>
                  </a:lnTo>
                  <a:lnTo>
                    <a:pt x="425" y="74"/>
                  </a:lnTo>
                  <a:lnTo>
                    <a:pt x="425" y="223"/>
                  </a:lnTo>
                  <a:close/>
                  <a:moveTo>
                    <a:pt x="395" y="223"/>
                  </a:moveTo>
                  <a:lnTo>
                    <a:pt x="425" y="223"/>
                  </a:lnTo>
                  <a:lnTo>
                    <a:pt x="425" y="74"/>
                  </a:lnTo>
                  <a:lnTo>
                    <a:pt x="404" y="74"/>
                  </a:lnTo>
                  <a:lnTo>
                    <a:pt x="404" y="31"/>
                  </a:lnTo>
                  <a:lnTo>
                    <a:pt x="404" y="31"/>
                  </a:lnTo>
                  <a:lnTo>
                    <a:pt x="425" y="31"/>
                  </a:lnTo>
                  <a:lnTo>
                    <a:pt x="425" y="0"/>
                  </a:lnTo>
                  <a:lnTo>
                    <a:pt x="395" y="0"/>
                  </a:lnTo>
                  <a:lnTo>
                    <a:pt x="395" y="95"/>
                  </a:lnTo>
                  <a:lnTo>
                    <a:pt x="416" y="95"/>
                  </a:lnTo>
                  <a:lnTo>
                    <a:pt x="416" y="135"/>
                  </a:lnTo>
                  <a:lnTo>
                    <a:pt x="416" y="135"/>
                  </a:lnTo>
                  <a:lnTo>
                    <a:pt x="395" y="135"/>
                  </a:lnTo>
                  <a:lnTo>
                    <a:pt x="395" y="159"/>
                  </a:lnTo>
                  <a:lnTo>
                    <a:pt x="395" y="201"/>
                  </a:lnTo>
                  <a:lnTo>
                    <a:pt x="395" y="223"/>
                  </a:lnTo>
                  <a:lnTo>
                    <a:pt x="395" y="223"/>
                  </a:lnTo>
                  <a:close/>
                  <a:moveTo>
                    <a:pt x="395" y="201"/>
                  </a:moveTo>
                  <a:lnTo>
                    <a:pt x="395" y="201"/>
                  </a:lnTo>
                  <a:close/>
                  <a:moveTo>
                    <a:pt x="364" y="223"/>
                  </a:moveTo>
                  <a:lnTo>
                    <a:pt x="395" y="223"/>
                  </a:lnTo>
                  <a:lnTo>
                    <a:pt x="395" y="201"/>
                  </a:lnTo>
                  <a:lnTo>
                    <a:pt x="364" y="201"/>
                  </a:lnTo>
                  <a:lnTo>
                    <a:pt x="364" y="223"/>
                  </a:lnTo>
                  <a:lnTo>
                    <a:pt x="364" y="223"/>
                  </a:lnTo>
                  <a:close/>
                  <a:moveTo>
                    <a:pt x="395" y="0"/>
                  </a:moveTo>
                  <a:lnTo>
                    <a:pt x="364" y="0"/>
                  </a:lnTo>
                  <a:lnTo>
                    <a:pt x="364" y="31"/>
                  </a:lnTo>
                  <a:lnTo>
                    <a:pt x="385" y="31"/>
                  </a:lnTo>
                  <a:lnTo>
                    <a:pt x="385" y="74"/>
                  </a:lnTo>
                  <a:lnTo>
                    <a:pt x="364" y="74"/>
                  </a:lnTo>
                  <a:lnTo>
                    <a:pt x="364" y="159"/>
                  </a:lnTo>
                  <a:lnTo>
                    <a:pt x="395" y="159"/>
                  </a:lnTo>
                  <a:lnTo>
                    <a:pt x="395" y="135"/>
                  </a:lnTo>
                  <a:lnTo>
                    <a:pt x="373" y="135"/>
                  </a:lnTo>
                  <a:lnTo>
                    <a:pt x="373" y="95"/>
                  </a:lnTo>
                  <a:lnTo>
                    <a:pt x="395" y="95"/>
                  </a:lnTo>
                  <a:lnTo>
                    <a:pt x="395" y="0"/>
                  </a:lnTo>
                  <a:close/>
                  <a:moveTo>
                    <a:pt x="331" y="223"/>
                  </a:moveTo>
                  <a:lnTo>
                    <a:pt x="364" y="223"/>
                  </a:lnTo>
                  <a:lnTo>
                    <a:pt x="364" y="201"/>
                  </a:lnTo>
                  <a:lnTo>
                    <a:pt x="331" y="201"/>
                  </a:lnTo>
                  <a:lnTo>
                    <a:pt x="331" y="223"/>
                  </a:lnTo>
                  <a:lnTo>
                    <a:pt x="331" y="223"/>
                  </a:lnTo>
                  <a:close/>
                  <a:moveTo>
                    <a:pt x="364" y="0"/>
                  </a:moveTo>
                  <a:lnTo>
                    <a:pt x="331" y="0"/>
                  </a:lnTo>
                  <a:lnTo>
                    <a:pt x="331" y="95"/>
                  </a:lnTo>
                  <a:lnTo>
                    <a:pt x="352" y="95"/>
                  </a:lnTo>
                  <a:lnTo>
                    <a:pt x="352" y="135"/>
                  </a:lnTo>
                  <a:lnTo>
                    <a:pt x="331" y="135"/>
                  </a:lnTo>
                  <a:lnTo>
                    <a:pt x="331" y="159"/>
                  </a:lnTo>
                  <a:lnTo>
                    <a:pt x="364" y="159"/>
                  </a:lnTo>
                  <a:lnTo>
                    <a:pt x="364" y="74"/>
                  </a:lnTo>
                  <a:lnTo>
                    <a:pt x="343" y="74"/>
                  </a:lnTo>
                  <a:lnTo>
                    <a:pt x="343" y="31"/>
                  </a:lnTo>
                  <a:lnTo>
                    <a:pt x="343" y="31"/>
                  </a:lnTo>
                  <a:lnTo>
                    <a:pt x="364" y="31"/>
                  </a:lnTo>
                  <a:lnTo>
                    <a:pt x="364" y="0"/>
                  </a:lnTo>
                  <a:close/>
                  <a:moveTo>
                    <a:pt x="300" y="223"/>
                  </a:moveTo>
                  <a:lnTo>
                    <a:pt x="331" y="223"/>
                  </a:lnTo>
                  <a:lnTo>
                    <a:pt x="331" y="201"/>
                  </a:lnTo>
                  <a:lnTo>
                    <a:pt x="300" y="201"/>
                  </a:lnTo>
                  <a:lnTo>
                    <a:pt x="300" y="223"/>
                  </a:lnTo>
                  <a:lnTo>
                    <a:pt x="300" y="223"/>
                  </a:lnTo>
                  <a:close/>
                  <a:moveTo>
                    <a:pt x="331" y="0"/>
                  </a:moveTo>
                  <a:lnTo>
                    <a:pt x="300" y="0"/>
                  </a:lnTo>
                  <a:lnTo>
                    <a:pt x="300" y="31"/>
                  </a:lnTo>
                  <a:lnTo>
                    <a:pt x="321" y="31"/>
                  </a:lnTo>
                  <a:lnTo>
                    <a:pt x="321" y="74"/>
                  </a:lnTo>
                  <a:lnTo>
                    <a:pt x="300" y="74"/>
                  </a:lnTo>
                  <a:lnTo>
                    <a:pt x="300" y="159"/>
                  </a:lnTo>
                  <a:lnTo>
                    <a:pt x="331" y="159"/>
                  </a:lnTo>
                  <a:lnTo>
                    <a:pt x="331" y="135"/>
                  </a:lnTo>
                  <a:lnTo>
                    <a:pt x="312" y="135"/>
                  </a:lnTo>
                  <a:lnTo>
                    <a:pt x="312" y="135"/>
                  </a:lnTo>
                  <a:lnTo>
                    <a:pt x="312" y="95"/>
                  </a:lnTo>
                  <a:lnTo>
                    <a:pt x="331" y="95"/>
                  </a:lnTo>
                  <a:lnTo>
                    <a:pt x="331" y="0"/>
                  </a:lnTo>
                  <a:close/>
                  <a:moveTo>
                    <a:pt x="269" y="223"/>
                  </a:moveTo>
                  <a:lnTo>
                    <a:pt x="300" y="223"/>
                  </a:lnTo>
                  <a:lnTo>
                    <a:pt x="300" y="201"/>
                  </a:lnTo>
                  <a:lnTo>
                    <a:pt x="269" y="201"/>
                  </a:lnTo>
                  <a:lnTo>
                    <a:pt x="269" y="223"/>
                  </a:lnTo>
                  <a:lnTo>
                    <a:pt x="269" y="223"/>
                  </a:lnTo>
                  <a:close/>
                  <a:moveTo>
                    <a:pt x="300" y="0"/>
                  </a:moveTo>
                  <a:lnTo>
                    <a:pt x="269" y="0"/>
                  </a:lnTo>
                  <a:lnTo>
                    <a:pt x="269" y="95"/>
                  </a:lnTo>
                  <a:lnTo>
                    <a:pt x="291" y="95"/>
                  </a:lnTo>
                  <a:lnTo>
                    <a:pt x="291" y="135"/>
                  </a:lnTo>
                  <a:lnTo>
                    <a:pt x="269" y="135"/>
                  </a:lnTo>
                  <a:lnTo>
                    <a:pt x="269" y="159"/>
                  </a:lnTo>
                  <a:lnTo>
                    <a:pt x="300" y="159"/>
                  </a:lnTo>
                  <a:lnTo>
                    <a:pt x="300" y="74"/>
                  </a:lnTo>
                  <a:lnTo>
                    <a:pt x="279" y="74"/>
                  </a:lnTo>
                  <a:lnTo>
                    <a:pt x="279" y="31"/>
                  </a:lnTo>
                  <a:lnTo>
                    <a:pt x="279" y="31"/>
                  </a:lnTo>
                  <a:lnTo>
                    <a:pt x="300" y="31"/>
                  </a:lnTo>
                  <a:lnTo>
                    <a:pt x="300" y="0"/>
                  </a:lnTo>
                  <a:close/>
                  <a:moveTo>
                    <a:pt x="239" y="223"/>
                  </a:moveTo>
                  <a:lnTo>
                    <a:pt x="269" y="223"/>
                  </a:lnTo>
                  <a:lnTo>
                    <a:pt x="269" y="201"/>
                  </a:lnTo>
                  <a:lnTo>
                    <a:pt x="239" y="201"/>
                  </a:lnTo>
                  <a:lnTo>
                    <a:pt x="239" y="223"/>
                  </a:lnTo>
                  <a:lnTo>
                    <a:pt x="239" y="223"/>
                  </a:lnTo>
                  <a:close/>
                  <a:moveTo>
                    <a:pt x="269" y="0"/>
                  </a:moveTo>
                  <a:lnTo>
                    <a:pt x="239" y="0"/>
                  </a:lnTo>
                  <a:lnTo>
                    <a:pt x="239" y="31"/>
                  </a:lnTo>
                  <a:lnTo>
                    <a:pt x="260" y="31"/>
                  </a:lnTo>
                  <a:lnTo>
                    <a:pt x="260" y="74"/>
                  </a:lnTo>
                  <a:lnTo>
                    <a:pt x="239" y="74"/>
                  </a:lnTo>
                  <a:lnTo>
                    <a:pt x="239" y="159"/>
                  </a:lnTo>
                  <a:lnTo>
                    <a:pt x="269" y="159"/>
                  </a:lnTo>
                  <a:lnTo>
                    <a:pt x="269" y="135"/>
                  </a:lnTo>
                  <a:lnTo>
                    <a:pt x="248" y="135"/>
                  </a:lnTo>
                  <a:lnTo>
                    <a:pt x="248" y="135"/>
                  </a:lnTo>
                  <a:lnTo>
                    <a:pt x="248" y="95"/>
                  </a:lnTo>
                  <a:lnTo>
                    <a:pt x="269" y="95"/>
                  </a:lnTo>
                  <a:lnTo>
                    <a:pt x="269" y="0"/>
                  </a:lnTo>
                  <a:close/>
                  <a:moveTo>
                    <a:pt x="206" y="223"/>
                  </a:moveTo>
                  <a:lnTo>
                    <a:pt x="239" y="223"/>
                  </a:lnTo>
                  <a:lnTo>
                    <a:pt x="239" y="201"/>
                  </a:lnTo>
                  <a:lnTo>
                    <a:pt x="206" y="201"/>
                  </a:lnTo>
                  <a:lnTo>
                    <a:pt x="206" y="223"/>
                  </a:lnTo>
                  <a:lnTo>
                    <a:pt x="206" y="223"/>
                  </a:lnTo>
                  <a:close/>
                  <a:moveTo>
                    <a:pt x="239" y="0"/>
                  </a:moveTo>
                  <a:lnTo>
                    <a:pt x="206" y="0"/>
                  </a:lnTo>
                  <a:lnTo>
                    <a:pt x="206" y="95"/>
                  </a:lnTo>
                  <a:lnTo>
                    <a:pt x="227" y="95"/>
                  </a:lnTo>
                  <a:lnTo>
                    <a:pt x="227" y="135"/>
                  </a:lnTo>
                  <a:lnTo>
                    <a:pt x="206" y="135"/>
                  </a:lnTo>
                  <a:lnTo>
                    <a:pt x="206" y="159"/>
                  </a:lnTo>
                  <a:lnTo>
                    <a:pt x="239" y="159"/>
                  </a:lnTo>
                  <a:lnTo>
                    <a:pt x="239" y="74"/>
                  </a:lnTo>
                  <a:lnTo>
                    <a:pt x="217" y="74"/>
                  </a:lnTo>
                  <a:lnTo>
                    <a:pt x="217" y="31"/>
                  </a:lnTo>
                  <a:lnTo>
                    <a:pt x="217" y="31"/>
                  </a:lnTo>
                  <a:lnTo>
                    <a:pt x="239" y="31"/>
                  </a:lnTo>
                  <a:lnTo>
                    <a:pt x="239" y="0"/>
                  </a:lnTo>
                  <a:close/>
                  <a:moveTo>
                    <a:pt x="175" y="223"/>
                  </a:moveTo>
                  <a:lnTo>
                    <a:pt x="206" y="223"/>
                  </a:lnTo>
                  <a:lnTo>
                    <a:pt x="206" y="201"/>
                  </a:lnTo>
                  <a:lnTo>
                    <a:pt x="175" y="201"/>
                  </a:lnTo>
                  <a:lnTo>
                    <a:pt x="175" y="223"/>
                  </a:lnTo>
                  <a:lnTo>
                    <a:pt x="175" y="223"/>
                  </a:lnTo>
                  <a:close/>
                  <a:moveTo>
                    <a:pt x="206" y="0"/>
                  </a:moveTo>
                  <a:lnTo>
                    <a:pt x="175" y="0"/>
                  </a:lnTo>
                  <a:lnTo>
                    <a:pt x="175" y="31"/>
                  </a:lnTo>
                  <a:lnTo>
                    <a:pt x="196" y="31"/>
                  </a:lnTo>
                  <a:lnTo>
                    <a:pt x="196" y="74"/>
                  </a:lnTo>
                  <a:lnTo>
                    <a:pt x="175" y="74"/>
                  </a:lnTo>
                  <a:lnTo>
                    <a:pt x="175" y="159"/>
                  </a:lnTo>
                  <a:lnTo>
                    <a:pt x="206" y="159"/>
                  </a:lnTo>
                  <a:lnTo>
                    <a:pt x="206" y="135"/>
                  </a:lnTo>
                  <a:lnTo>
                    <a:pt x="187" y="135"/>
                  </a:lnTo>
                  <a:lnTo>
                    <a:pt x="187" y="135"/>
                  </a:lnTo>
                  <a:lnTo>
                    <a:pt x="187" y="95"/>
                  </a:lnTo>
                  <a:lnTo>
                    <a:pt x="206" y="95"/>
                  </a:lnTo>
                  <a:lnTo>
                    <a:pt x="206" y="0"/>
                  </a:lnTo>
                  <a:close/>
                  <a:moveTo>
                    <a:pt x="144" y="223"/>
                  </a:moveTo>
                  <a:lnTo>
                    <a:pt x="175" y="223"/>
                  </a:lnTo>
                  <a:lnTo>
                    <a:pt x="175" y="201"/>
                  </a:lnTo>
                  <a:lnTo>
                    <a:pt x="144" y="201"/>
                  </a:lnTo>
                  <a:lnTo>
                    <a:pt x="144" y="223"/>
                  </a:lnTo>
                  <a:lnTo>
                    <a:pt x="144" y="223"/>
                  </a:lnTo>
                  <a:close/>
                  <a:moveTo>
                    <a:pt x="175" y="0"/>
                  </a:moveTo>
                  <a:lnTo>
                    <a:pt x="144" y="0"/>
                  </a:lnTo>
                  <a:lnTo>
                    <a:pt x="144" y="95"/>
                  </a:lnTo>
                  <a:lnTo>
                    <a:pt x="165" y="95"/>
                  </a:lnTo>
                  <a:lnTo>
                    <a:pt x="165" y="135"/>
                  </a:lnTo>
                  <a:lnTo>
                    <a:pt x="144" y="135"/>
                  </a:lnTo>
                  <a:lnTo>
                    <a:pt x="144" y="159"/>
                  </a:lnTo>
                  <a:lnTo>
                    <a:pt x="175" y="159"/>
                  </a:lnTo>
                  <a:lnTo>
                    <a:pt x="175" y="74"/>
                  </a:lnTo>
                  <a:lnTo>
                    <a:pt x="154" y="74"/>
                  </a:lnTo>
                  <a:lnTo>
                    <a:pt x="154" y="31"/>
                  </a:lnTo>
                  <a:lnTo>
                    <a:pt x="154" y="31"/>
                  </a:lnTo>
                  <a:lnTo>
                    <a:pt x="175" y="31"/>
                  </a:lnTo>
                  <a:lnTo>
                    <a:pt x="175" y="0"/>
                  </a:lnTo>
                  <a:close/>
                  <a:moveTo>
                    <a:pt x="113" y="223"/>
                  </a:moveTo>
                  <a:lnTo>
                    <a:pt x="144" y="223"/>
                  </a:lnTo>
                  <a:lnTo>
                    <a:pt x="144" y="201"/>
                  </a:lnTo>
                  <a:lnTo>
                    <a:pt x="113" y="201"/>
                  </a:lnTo>
                  <a:lnTo>
                    <a:pt x="113" y="223"/>
                  </a:lnTo>
                  <a:lnTo>
                    <a:pt x="113" y="223"/>
                  </a:lnTo>
                  <a:close/>
                  <a:moveTo>
                    <a:pt x="144" y="0"/>
                  </a:moveTo>
                  <a:lnTo>
                    <a:pt x="113" y="0"/>
                  </a:lnTo>
                  <a:lnTo>
                    <a:pt x="113" y="31"/>
                  </a:lnTo>
                  <a:lnTo>
                    <a:pt x="135" y="31"/>
                  </a:lnTo>
                  <a:lnTo>
                    <a:pt x="135" y="74"/>
                  </a:lnTo>
                  <a:lnTo>
                    <a:pt x="113" y="74"/>
                  </a:lnTo>
                  <a:lnTo>
                    <a:pt x="113" y="159"/>
                  </a:lnTo>
                  <a:lnTo>
                    <a:pt x="144" y="159"/>
                  </a:lnTo>
                  <a:lnTo>
                    <a:pt x="144" y="135"/>
                  </a:lnTo>
                  <a:lnTo>
                    <a:pt x="123" y="135"/>
                  </a:lnTo>
                  <a:lnTo>
                    <a:pt x="123" y="135"/>
                  </a:lnTo>
                  <a:lnTo>
                    <a:pt x="123" y="95"/>
                  </a:lnTo>
                  <a:lnTo>
                    <a:pt x="144" y="95"/>
                  </a:lnTo>
                  <a:lnTo>
                    <a:pt x="144" y="0"/>
                  </a:lnTo>
                  <a:close/>
                  <a:moveTo>
                    <a:pt x="80" y="223"/>
                  </a:moveTo>
                  <a:lnTo>
                    <a:pt x="113" y="223"/>
                  </a:lnTo>
                  <a:lnTo>
                    <a:pt x="113" y="201"/>
                  </a:lnTo>
                  <a:lnTo>
                    <a:pt x="80" y="201"/>
                  </a:lnTo>
                  <a:lnTo>
                    <a:pt x="80" y="223"/>
                  </a:lnTo>
                  <a:lnTo>
                    <a:pt x="80" y="223"/>
                  </a:lnTo>
                  <a:close/>
                  <a:moveTo>
                    <a:pt x="113" y="0"/>
                  </a:moveTo>
                  <a:lnTo>
                    <a:pt x="80" y="0"/>
                  </a:lnTo>
                  <a:lnTo>
                    <a:pt x="80" y="95"/>
                  </a:lnTo>
                  <a:lnTo>
                    <a:pt x="102" y="95"/>
                  </a:lnTo>
                  <a:lnTo>
                    <a:pt x="102" y="135"/>
                  </a:lnTo>
                  <a:lnTo>
                    <a:pt x="80" y="135"/>
                  </a:lnTo>
                  <a:lnTo>
                    <a:pt x="80" y="159"/>
                  </a:lnTo>
                  <a:lnTo>
                    <a:pt x="113" y="159"/>
                  </a:lnTo>
                  <a:lnTo>
                    <a:pt x="113" y="74"/>
                  </a:lnTo>
                  <a:lnTo>
                    <a:pt x="92" y="74"/>
                  </a:lnTo>
                  <a:lnTo>
                    <a:pt x="92" y="31"/>
                  </a:lnTo>
                  <a:lnTo>
                    <a:pt x="92" y="31"/>
                  </a:lnTo>
                  <a:lnTo>
                    <a:pt x="113" y="31"/>
                  </a:lnTo>
                  <a:lnTo>
                    <a:pt x="113" y="0"/>
                  </a:lnTo>
                  <a:close/>
                  <a:moveTo>
                    <a:pt x="50" y="223"/>
                  </a:moveTo>
                  <a:lnTo>
                    <a:pt x="80" y="223"/>
                  </a:lnTo>
                  <a:lnTo>
                    <a:pt x="80" y="201"/>
                  </a:lnTo>
                  <a:lnTo>
                    <a:pt x="80" y="201"/>
                  </a:lnTo>
                  <a:lnTo>
                    <a:pt x="80" y="159"/>
                  </a:lnTo>
                  <a:lnTo>
                    <a:pt x="80" y="159"/>
                  </a:lnTo>
                  <a:lnTo>
                    <a:pt x="80" y="135"/>
                  </a:lnTo>
                  <a:lnTo>
                    <a:pt x="61" y="135"/>
                  </a:lnTo>
                  <a:lnTo>
                    <a:pt x="61" y="135"/>
                  </a:lnTo>
                  <a:lnTo>
                    <a:pt x="61" y="95"/>
                  </a:lnTo>
                  <a:lnTo>
                    <a:pt x="80" y="95"/>
                  </a:lnTo>
                  <a:lnTo>
                    <a:pt x="80" y="0"/>
                  </a:lnTo>
                  <a:lnTo>
                    <a:pt x="50" y="0"/>
                  </a:lnTo>
                  <a:lnTo>
                    <a:pt x="50" y="31"/>
                  </a:lnTo>
                  <a:lnTo>
                    <a:pt x="71" y="31"/>
                  </a:lnTo>
                  <a:lnTo>
                    <a:pt x="71" y="74"/>
                  </a:lnTo>
                  <a:lnTo>
                    <a:pt x="50" y="74"/>
                  </a:lnTo>
                  <a:lnTo>
                    <a:pt x="50" y="223"/>
                  </a:lnTo>
                  <a:close/>
                  <a:moveTo>
                    <a:pt x="0" y="223"/>
                  </a:moveTo>
                  <a:lnTo>
                    <a:pt x="50" y="223"/>
                  </a:lnTo>
                  <a:lnTo>
                    <a:pt x="50" y="74"/>
                  </a:lnTo>
                  <a:lnTo>
                    <a:pt x="28" y="74"/>
                  </a:lnTo>
                  <a:lnTo>
                    <a:pt x="28" y="31"/>
                  </a:lnTo>
                  <a:lnTo>
                    <a:pt x="28" y="31"/>
                  </a:lnTo>
                  <a:lnTo>
                    <a:pt x="50" y="31"/>
                  </a:lnTo>
                  <a:lnTo>
                    <a:pt x="50" y="0"/>
                  </a:lnTo>
                  <a:lnTo>
                    <a:pt x="0" y="0"/>
                  </a:lnTo>
                  <a:lnTo>
                    <a:pt x="0" y="22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8" name="Freeform 50"/>
            <p:cNvSpPr>
              <a:spLocks noEditPoints="1"/>
            </p:cNvSpPr>
            <p:nvPr/>
          </p:nvSpPr>
          <p:spPr bwMode="auto">
            <a:xfrm>
              <a:off x="3509963" y="2924175"/>
              <a:ext cx="757238" cy="354013"/>
            </a:xfrm>
            <a:custGeom>
              <a:avLst/>
              <a:gdLst>
                <a:gd name="T0" fmla="*/ 425 w 477"/>
                <a:gd name="T1" fmla="*/ 31 h 223"/>
                <a:gd name="T2" fmla="*/ 395 w 477"/>
                <a:gd name="T3" fmla="*/ 223 h 223"/>
                <a:gd name="T4" fmla="*/ 404 w 477"/>
                <a:gd name="T5" fmla="*/ 31 h 223"/>
                <a:gd name="T6" fmla="*/ 416 w 477"/>
                <a:gd name="T7" fmla="*/ 95 h 223"/>
                <a:gd name="T8" fmla="*/ 395 w 477"/>
                <a:gd name="T9" fmla="*/ 201 h 223"/>
                <a:gd name="T10" fmla="*/ 364 w 477"/>
                <a:gd name="T11" fmla="*/ 223 h 223"/>
                <a:gd name="T12" fmla="*/ 364 w 477"/>
                <a:gd name="T13" fmla="*/ 223 h 223"/>
                <a:gd name="T14" fmla="*/ 385 w 477"/>
                <a:gd name="T15" fmla="*/ 74 h 223"/>
                <a:gd name="T16" fmla="*/ 373 w 477"/>
                <a:gd name="T17" fmla="*/ 135 h 223"/>
                <a:gd name="T18" fmla="*/ 364 w 477"/>
                <a:gd name="T19" fmla="*/ 223 h 223"/>
                <a:gd name="T20" fmla="*/ 364 w 477"/>
                <a:gd name="T21" fmla="*/ 0 h 223"/>
                <a:gd name="T22" fmla="*/ 331 w 477"/>
                <a:gd name="T23" fmla="*/ 135 h 223"/>
                <a:gd name="T24" fmla="*/ 343 w 477"/>
                <a:gd name="T25" fmla="*/ 31 h 223"/>
                <a:gd name="T26" fmla="*/ 331 w 477"/>
                <a:gd name="T27" fmla="*/ 223 h 223"/>
                <a:gd name="T28" fmla="*/ 331 w 477"/>
                <a:gd name="T29" fmla="*/ 0 h 223"/>
                <a:gd name="T30" fmla="*/ 300 w 477"/>
                <a:gd name="T31" fmla="*/ 74 h 223"/>
                <a:gd name="T32" fmla="*/ 312 w 477"/>
                <a:gd name="T33" fmla="*/ 135 h 223"/>
                <a:gd name="T34" fmla="*/ 300 w 477"/>
                <a:gd name="T35" fmla="*/ 223 h 223"/>
                <a:gd name="T36" fmla="*/ 300 w 477"/>
                <a:gd name="T37" fmla="*/ 0 h 223"/>
                <a:gd name="T38" fmla="*/ 269 w 477"/>
                <a:gd name="T39" fmla="*/ 135 h 223"/>
                <a:gd name="T40" fmla="*/ 279 w 477"/>
                <a:gd name="T41" fmla="*/ 31 h 223"/>
                <a:gd name="T42" fmla="*/ 269 w 477"/>
                <a:gd name="T43" fmla="*/ 223 h 223"/>
                <a:gd name="T44" fmla="*/ 269 w 477"/>
                <a:gd name="T45" fmla="*/ 0 h 223"/>
                <a:gd name="T46" fmla="*/ 239 w 477"/>
                <a:gd name="T47" fmla="*/ 74 h 223"/>
                <a:gd name="T48" fmla="*/ 248 w 477"/>
                <a:gd name="T49" fmla="*/ 135 h 223"/>
                <a:gd name="T50" fmla="*/ 239 w 477"/>
                <a:gd name="T51" fmla="*/ 223 h 223"/>
                <a:gd name="T52" fmla="*/ 239 w 477"/>
                <a:gd name="T53" fmla="*/ 0 h 223"/>
                <a:gd name="T54" fmla="*/ 206 w 477"/>
                <a:gd name="T55" fmla="*/ 135 h 223"/>
                <a:gd name="T56" fmla="*/ 217 w 477"/>
                <a:gd name="T57" fmla="*/ 31 h 223"/>
                <a:gd name="T58" fmla="*/ 206 w 477"/>
                <a:gd name="T59" fmla="*/ 223 h 223"/>
                <a:gd name="T60" fmla="*/ 206 w 477"/>
                <a:gd name="T61" fmla="*/ 0 h 223"/>
                <a:gd name="T62" fmla="*/ 175 w 477"/>
                <a:gd name="T63" fmla="*/ 74 h 223"/>
                <a:gd name="T64" fmla="*/ 187 w 477"/>
                <a:gd name="T65" fmla="*/ 135 h 223"/>
                <a:gd name="T66" fmla="*/ 175 w 477"/>
                <a:gd name="T67" fmla="*/ 223 h 223"/>
                <a:gd name="T68" fmla="*/ 175 w 477"/>
                <a:gd name="T69" fmla="*/ 0 h 223"/>
                <a:gd name="T70" fmla="*/ 144 w 477"/>
                <a:gd name="T71" fmla="*/ 135 h 223"/>
                <a:gd name="T72" fmla="*/ 154 w 477"/>
                <a:gd name="T73" fmla="*/ 31 h 223"/>
                <a:gd name="T74" fmla="*/ 144 w 477"/>
                <a:gd name="T75" fmla="*/ 223 h 223"/>
                <a:gd name="T76" fmla="*/ 144 w 477"/>
                <a:gd name="T77" fmla="*/ 0 h 223"/>
                <a:gd name="T78" fmla="*/ 113 w 477"/>
                <a:gd name="T79" fmla="*/ 74 h 223"/>
                <a:gd name="T80" fmla="*/ 123 w 477"/>
                <a:gd name="T81" fmla="*/ 135 h 223"/>
                <a:gd name="T82" fmla="*/ 113 w 477"/>
                <a:gd name="T83" fmla="*/ 223 h 223"/>
                <a:gd name="T84" fmla="*/ 113 w 477"/>
                <a:gd name="T85" fmla="*/ 0 h 223"/>
                <a:gd name="T86" fmla="*/ 80 w 477"/>
                <a:gd name="T87" fmla="*/ 135 h 223"/>
                <a:gd name="T88" fmla="*/ 92 w 477"/>
                <a:gd name="T89" fmla="*/ 31 h 223"/>
                <a:gd name="T90" fmla="*/ 80 w 477"/>
                <a:gd name="T91" fmla="*/ 223 h 223"/>
                <a:gd name="T92" fmla="*/ 80 w 477"/>
                <a:gd name="T93" fmla="*/ 135 h 223"/>
                <a:gd name="T94" fmla="*/ 80 w 477"/>
                <a:gd name="T95" fmla="*/ 0 h 223"/>
                <a:gd name="T96" fmla="*/ 50 w 477"/>
                <a:gd name="T97" fmla="*/ 74 h 223"/>
                <a:gd name="T98" fmla="*/ 28 w 477"/>
                <a:gd name="T99" fmla="*/ 74 h 223"/>
                <a:gd name="T100" fmla="*/ 0 w 477"/>
                <a:gd name="T10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7" h="223">
                  <a:moveTo>
                    <a:pt x="425" y="223"/>
                  </a:moveTo>
                  <a:lnTo>
                    <a:pt x="477" y="223"/>
                  </a:lnTo>
                  <a:lnTo>
                    <a:pt x="477" y="0"/>
                  </a:lnTo>
                  <a:lnTo>
                    <a:pt x="425" y="0"/>
                  </a:lnTo>
                  <a:lnTo>
                    <a:pt x="425" y="31"/>
                  </a:lnTo>
                  <a:lnTo>
                    <a:pt x="447" y="31"/>
                  </a:lnTo>
                  <a:lnTo>
                    <a:pt x="447" y="74"/>
                  </a:lnTo>
                  <a:lnTo>
                    <a:pt x="425" y="74"/>
                  </a:lnTo>
                  <a:lnTo>
                    <a:pt x="425" y="223"/>
                  </a:lnTo>
                  <a:moveTo>
                    <a:pt x="395" y="223"/>
                  </a:moveTo>
                  <a:lnTo>
                    <a:pt x="425" y="223"/>
                  </a:lnTo>
                  <a:lnTo>
                    <a:pt x="425" y="74"/>
                  </a:lnTo>
                  <a:lnTo>
                    <a:pt x="404" y="74"/>
                  </a:lnTo>
                  <a:lnTo>
                    <a:pt x="404" y="31"/>
                  </a:lnTo>
                  <a:lnTo>
                    <a:pt x="404" y="31"/>
                  </a:lnTo>
                  <a:lnTo>
                    <a:pt x="425" y="31"/>
                  </a:lnTo>
                  <a:lnTo>
                    <a:pt x="425" y="0"/>
                  </a:lnTo>
                  <a:lnTo>
                    <a:pt x="395" y="0"/>
                  </a:lnTo>
                  <a:lnTo>
                    <a:pt x="395" y="95"/>
                  </a:lnTo>
                  <a:lnTo>
                    <a:pt x="416" y="95"/>
                  </a:lnTo>
                  <a:lnTo>
                    <a:pt x="416" y="135"/>
                  </a:lnTo>
                  <a:lnTo>
                    <a:pt x="416" y="135"/>
                  </a:lnTo>
                  <a:lnTo>
                    <a:pt x="395" y="135"/>
                  </a:lnTo>
                  <a:lnTo>
                    <a:pt x="395" y="159"/>
                  </a:lnTo>
                  <a:lnTo>
                    <a:pt x="395" y="201"/>
                  </a:lnTo>
                  <a:lnTo>
                    <a:pt x="395" y="223"/>
                  </a:lnTo>
                  <a:lnTo>
                    <a:pt x="395" y="223"/>
                  </a:lnTo>
                  <a:moveTo>
                    <a:pt x="395" y="201"/>
                  </a:moveTo>
                  <a:lnTo>
                    <a:pt x="395" y="201"/>
                  </a:lnTo>
                  <a:moveTo>
                    <a:pt x="364" y="223"/>
                  </a:moveTo>
                  <a:lnTo>
                    <a:pt x="395" y="223"/>
                  </a:lnTo>
                  <a:lnTo>
                    <a:pt x="395" y="201"/>
                  </a:lnTo>
                  <a:lnTo>
                    <a:pt x="364" y="201"/>
                  </a:lnTo>
                  <a:lnTo>
                    <a:pt x="364" y="223"/>
                  </a:lnTo>
                  <a:lnTo>
                    <a:pt x="364" y="223"/>
                  </a:lnTo>
                  <a:moveTo>
                    <a:pt x="395" y="0"/>
                  </a:moveTo>
                  <a:lnTo>
                    <a:pt x="364" y="0"/>
                  </a:lnTo>
                  <a:lnTo>
                    <a:pt x="364" y="31"/>
                  </a:lnTo>
                  <a:lnTo>
                    <a:pt x="385" y="31"/>
                  </a:lnTo>
                  <a:lnTo>
                    <a:pt x="385" y="74"/>
                  </a:lnTo>
                  <a:lnTo>
                    <a:pt x="364" y="74"/>
                  </a:lnTo>
                  <a:lnTo>
                    <a:pt x="364" y="159"/>
                  </a:lnTo>
                  <a:lnTo>
                    <a:pt x="395" y="159"/>
                  </a:lnTo>
                  <a:lnTo>
                    <a:pt x="395" y="135"/>
                  </a:lnTo>
                  <a:lnTo>
                    <a:pt x="373" y="135"/>
                  </a:lnTo>
                  <a:lnTo>
                    <a:pt x="373" y="95"/>
                  </a:lnTo>
                  <a:lnTo>
                    <a:pt x="395" y="95"/>
                  </a:lnTo>
                  <a:lnTo>
                    <a:pt x="395" y="0"/>
                  </a:lnTo>
                  <a:moveTo>
                    <a:pt x="331" y="223"/>
                  </a:moveTo>
                  <a:lnTo>
                    <a:pt x="364" y="223"/>
                  </a:lnTo>
                  <a:lnTo>
                    <a:pt x="364" y="201"/>
                  </a:lnTo>
                  <a:lnTo>
                    <a:pt x="331" y="201"/>
                  </a:lnTo>
                  <a:lnTo>
                    <a:pt x="331" y="223"/>
                  </a:lnTo>
                  <a:lnTo>
                    <a:pt x="331" y="223"/>
                  </a:lnTo>
                  <a:moveTo>
                    <a:pt x="364" y="0"/>
                  </a:moveTo>
                  <a:lnTo>
                    <a:pt x="331" y="0"/>
                  </a:lnTo>
                  <a:lnTo>
                    <a:pt x="331" y="95"/>
                  </a:lnTo>
                  <a:lnTo>
                    <a:pt x="352" y="95"/>
                  </a:lnTo>
                  <a:lnTo>
                    <a:pt x="352" y="135"/>
                  </a:lnTo>
                  <a:lnTo>
                    <a:pt x="331" y="135"/>
                  </a:lnTo>
                  <a:lnTo>
                    <a:pt x="331" y="159"/>
                  </a:lnTo>
                  <a:lnTo>
                    <a:pt x="364" y="159"/>
                  </a:lnTo>
                  <a:lnTo>
                    <a:pt x="364" y="74"/>
                  </a:lnTo>
                  <a:lnTo>
                    <a:pt x="343" y="74"/>
                  </a:lnTo>
                  <a:lnTo>
                    <a:pt x="343" y="31"/>
                  </a:lnTo>
                  <a:lnTo>
                    <a:pt x="343" y="31"/>
                  </a:lnTo>
                  <a:lnTo>
                    <a:pt x="364" y="31"/>
                  </a:lnTo>
                  <a:lnTo>
                    <a:pt x="364" y="0"/>
                  </a:lnTo>
                  <a:moveTo>
                    <a:pt x="300" y="223"/>
                  </a:moveTo>
                  <a:lnTo>
                    <a:pt x="331" y="223"/>
                  </a:lnTo>
                  <a:lnTo>
                    <a:pt x="331" y="201"/>
                  </a:lnTo>
                  <a:lnTo>
                    <a:pt x="300" y="201"/>
                  </a:lnTo>
                  <a:lnTo>
                    <a:pt x="300" y="223"/>
                  </a:lnTo>
                  <a:lnTo>
                    <a:pt x="300" y="223"/>
                  </a:lnTo>
                  <a:moveTo>
                    <a:pt x="331" y="0"/>
                  </a:moveTo>
                  <a:lnTo>
                    <a:pt x="300" y="0"/>
                  </a:lnTo>
                  <a:lnTo>
                    <a:pt x="300" y="31"/>
                  </a:lnTo>
                  <a:lnTo>
                    <a:pt x="321" y="31"/>
                  </a:lnTo>
                  <a:lnTo>
                    <a:pt x="321" y="74"/>
                  </a:lnTo>
                  <a:lnTo>
                    <a:pt x="300" y="74"/>
                  </a:lnTo>
                  <a:lnTo>
                    <a:pt x="300" y="159"/>
                  </a:lnTo>
                  <a:lnTo>
                    <a:pt x="331" y="159"/>
                  </a:lnTo>
                  <a:lnTo>
                    <a:pt x="331" y="135"/>
                  </a:lnTo>
                  <a:lnTo>
                    <a:pt x="312" y="135"/>
                  </a:lnTo>
                  <a:lnTo>
                    <a:pt x="312" y="135"/>
                  </a:lnTo>
                  <a:lnTo>
                    <a:pt x="312" y="95"/>
                  </a:lnTo>
                  <a:lnTo>
                    <a:pt x="331" y="95"/>
                  </a:lnTo>
                  <a:lnTo>
                    <a:pt x="331" y="0"/>
                  </a:lnTo>
                  <a:moveTo>
                    <a:pt x="269" y="223"/>
                  </a:moveTo>
                  <a:lnTo>
                    <a:pt x="300" y="223"/>
                  </a:lnTo>
                  <a:lnTo>
                    <a:pt x="300" y="201"/>
                  </a:lnTo>
                  <a:lnTo>
                    <a:pt x="269" y="201"/>
                  </a:lnTo>
                  <a:lnTo>
                    <a:pt x="269" y="223"/>
                  </a:lnTo>
                  <a:lnTo>
                    <a:pt x="269" y="223"/>
                  </a:lnTo>
                  <a:moveTo>
                    <a:pt x="300" y="0"/>
                  </a:moveTo>
                  <a:lnTo>
                    <a:pt x="269" y="0"/>
                  </a:lnTo>
                  <a:lnTo>
                    <a:pt x="269" y="95"/>
                  </a:lnTo>
                  <a:lnTo>
                    <a:pt x="291" y="95"/>
                  </a:lnTo>
                  <a:lnTo>
                    <a:pt x="291" y="135"/>
                  </a:lnTo>
                  <a:lnTo>
                    <a:pt x="269" y="135"/>
                  </a:lnTo>
                  <a:lnTo>
                    <a:pt x="269" y="159"/>
                  </a:lnTo>
                  <a:lnTo>
                    <a:pt x="300" y="159"/>
                  </a:lnTo>
                  <a:lnTo>
                    <a:pt x="300" y="74"/>
                  </a:lnTo>
                  <a:lnTo>
                    <a:pt x="279" y="74"/>
                  </a:lnTo>
                  <a:lnTo>
                    <a:pt x="279" y="31"/>
                  </a:lnTo>
                  <a:lnTo>
                    <a:pt x="279" y="31"/>
                  </a:lnTo>
                  <a:lnTo>
                    <a:pt x="300" y="31"/>
                  </a:lnTo>
                  <a:lnTo>
                    <a:pt x="300" y="0"/>
                  </a:lnTo>
                  <a:moveTo>
                    <a:pt x="239" y="223"/>
                  </a:moveTo>
                  <a:lnTo>
                    <a:pt x="269" y="223"/>
                  </a:lnTo>
                  <a:lnTo>
                    <a:pt x="269" y="201"/>
                  </a:lnTo>
                  <a:lnTo>
                    <a:pt x="239" y="201"/>
                  </a:lnTo>
                  <a:lnTo>
                    <a:pt x="239" y="223"/>
                  </a:lnTo>
                  <a:lnTo>
                    <a:pt x="239" y="223"/>
                  </a:lnTo>
                  <a:moveTo>
                    <a:pt x="269" y="0"/>
                  </a:moveTo>
                  <a:lnTo>
                    <a:pt x="239" y="0"/>
                  </a:lnTo>
                  <a:lnTo>
                    <a:pt x="239" y="31"/>
                  </a:lnTo>
                  <a:lnTo>
                    <a:pt x="260" y="31"/>
                  </a:lnTo>
                  <a:lnTo>
                    <a:pt x="260" y="74"/>
                  </a:lnTo>
                  <a:lnTo>
                    <a:pt x="239" y="74"/>
                  </a:lnTo>
                  <a:lnTo>
                    <a:pt x="239" y="159"/>
                  </a:lnTo>
                  <a:lnTo>
                    <a:pt x="269" y="159"/>
                  </a:lnTo>
                  <a:lnTo>
                    <a:pt x="269" y="135"/>
                  </a:lnTo>
                  <a:lnTo>
                    <a:pt x="248" y="135"/>
                  </a:lnTo>
                  <a:lnTo>
                    <a:pt x="248" y="135"/>
                  </a:lnTo>
                  <a:lnTo>
                    <a:pt x="248" y="95"/>
                  </a:lnTo>
                  <a:lnTo>
                    <a:pt x="269" y="95"/>
                  </a:lnTo>
                  <a:lnTo>
                    <a:pt x="269" y="0"/>
                  </a:lnTo>
                  <a:moveTo>
                    <a:pt x="206" y="223"/>
                  </a:moveTo>
                  <a:lnTo>
                    <a:pt x="239" y="223"/>
                  </a:lnTo>
                  <a:lnTo>
                    <a:pt x="239" y="201"/>
                  </a:lnTo>
                  <a:lnTo>
                    <a:pt x="206" y="201"/>
                  </a:lnTo>
                  <a:lnTo>
                    <a:pt x="206" y="223"/>
                  </a:lnTo>
                  <a:lnTo>
                    <a:pt x="206" y="223"/>
                  </a:lnTo>
                  <a:moveTo>
                    <a:pt x="239" y="0"/>
                  </a:moveTo>
                  <a:lnTo>
                    <a:pt x="206" y="0"/>
                  </a:lnTo>
                  <a:lnTo>
                    <a:pt x="206" y="95"/>
                  </a:lnTo>
                  <a:lnTo>
                    <a:pt x="227" y="95"/>
                  </a:lnTo>
                  <a:lnTo>
                    <a:pt x="227" y="135"/>
                  </a:lnTo>
                  <a:lnTo>
                    <a:pt x="206" y="135"/>
                  </a:lnTo>
                  <a:lnTo>
                    <a:pt x="206" y="159"/>
                  </a:lnTo>
                  <a:lnTo>
                    <a:pt x="239" y="159"/>
                  </a:lnTo>
                  <a:lnTo>
                    <a:pt x="239" y="74"/>
                  </a:lnTo>
                  <a:lnTo>
                    <a:pt x="217" y="74"/>
                  </a:lnTo>
                  <a:lnTo>
                    <a:pt x="217" y="31"/>
                  </a:lnTo>
                  <a:lnTo>
                    <a:pt x="217" y="31"/>
                  </a:lnTo>
                  <a:lnTo>
                    <a:pt x="239" y="31"/>
                  </a:lnTo>
                  <a:lnTo>
                    <a:pt x="239" y="0"/>
                  </a:lnTo>
                  <a:moveTo>
                    <a:pt x="175" y="223"/>
                  </a:moveTo>
                  <a:lnTo>
                    <a:pt x="206" y="223"/>
                  </a:lnTo>
                  <a:lnTo>
                    <a:pt x="206" y="201"/>
                  </a:lnTo>
                  <a:lnTo>
                    <a:pt x="175" y="201"/>
                  </a:lnTo>
                  <a:lnTo>
                    <a:pt x="175" y="223"/>
                  </a:lnTo>
                  <a:lnTo>
                    <a:pt x="175" y="223"/>
                  </a:lnTo>
                  <a:moveTo>
                    <a:pt x="206" y="0"/>
                  </a:moveTo>
                  <a:lnTo>
                    <a:pt x="175" y="0"/>
                  </a:lnTo>
                  <a:lnTo>
                    <a:pt x="175" y="31"/>
                  </a:lnTo>
                  <a:lnTo>
                    <a:pt x="196" y="31"/>
                  </a:lnTo>
                  <a:lnTo>
                    <a:pt x="196" y="74"/>
                  </a:lnTo>
                  <a:lnTo>
                    <a:pt x="175" y="74"/>
                  </a:lnTo>
                  <a:lnTo>
                    <a:pt x="175" y="159"/>
                  </a:lnTo>
                  <a:lnTo>
                    <a:pt x="206" y="159"/>
                  </a:lnTo>
                  <a:lnTo>
                    <a:pt x="206" y="135"/>
                  </a:lnTo>
                  <a:lnTo>
                    <a:pt x="187" y="135"/>
                  </a:lnTo>
                  <a:lnTo>
                    <a:pt x="187" y="135"/>
                  </a:lnTo>
                  <a:lnTo>
                    <a:pt x="187" y="95"/>
                  </a:lnTo>
                  <a:lnTo>
                    <a:pt x="206" y="95"/>
                  </a:lnTo>
                  <a:lnTo>
                    <a:pt x="206" y="0"/>
                  </a:lnTo>
                  <a:moveTo>
                    <a:pt x="144" y="223"/>
                  </a:moveTo>
                  <a:lnTo>
                    <a:pt x="175" y="223"/>
                  </a:lnTo>
                  <a:lnTo>
                    <a:pt x="175" y="201"/>
                  </a:lnTo>
                  <a:lnTo>
                    <a:pt x="144" y="201"/>
                  </a:lnTo>
                  <a:lnTo>
                    <a:pt x="144" y="223"/>
                  </a:lnTo>
                  <a:lnTo>
                    <a:pt x="144" y="223"/>
                  </a:lnTo>
                  <a:moveTo>
                    <a:pt x="175" y="0"/>
                  </a:moveTo>
                  <a:lnTo>
                    <a:pt x="144" y="0"/>
                  </a:lnTo>
                  <a:lnTo>
                    <a:pt x="144" y="95"/>
                  </a:lnTo>
                  <a:lnTo>
                    <a:pt x="165" y="95"/>
                  </a:lnTo>
                  <a:lnTo>
                    <a:pt x="165" y="135"/>
                  </a:lnTo>
                  <a:lnTo>
                    <a:pt x="144" y="135"/>
                  </a:lnTo>
                  <a:lnTo>
                    <a:pt x="144" y="159"/>
                  </a:lnTo>
                  <a:lnTo>
                    <a:pt x="175" y="159"/>
                  </a:lnTo>
                  <a:lnTo>
                    <a:pt x="175" y="74"/>
                  </a:lnTo>
                  <a:lnTo>
                    <a:pt x="154" y="74"/>
                  </a:lnTo>
                  <a:lnTo>
                    <a:pt x="154" y="31"/>
                  </a:lnTo>
                  <a:lnTo>
                    <a:pt x="154" y="31"/>
                  </a:lnTo>
                  <a:lnTo>
                    <a:pt x="175" y="31"/>
                  </a:lnTo>
                  <a:lnTo>
                    <a:pt x="175" y="0"/>
                  </a:lnTo>
                  <a:moveTo>
                    <a:pt x="113" y="223"/>
                  </a:moveTo>
                  <a:lnTo>
                    <a:pt x="144" y="223"/>
                  </a:lnTo>
                  <a:lnTo>
                    <a:pt x="144" y="201"/>
                  </a:lnTo>
                  <a:lnTo>
                    <a:pt x="113" y="201"/>
                  </a:lnTo>
                  <a:lnTo>
                    <a:pt x="113" y="223"/>
                  </a:lnTo>
                  <a:lnTo>
                    <a:pt x="113" y="223"/>
                  </a:lnTo>
                  <a:moveTo>
                    <a:pt x="144" y="0"/>
                  </a:moveTo>
                  <a:lnTo>
                    <a:pt x="113" y="0"/>
                  </a:lnTo>
                  <a:lnTo>
                    <a:pt x="113" y="31"/>
                  </a:lnTo>
                  <a:lnTo>
                    <a:pt x="135" y="31"/>
                  </a:lnTo>
                  <a:lnTo>
                    <a:pt x="135" y="74"/>
                  </a:lnTo>
                  <a:lnTo>
                    <a:pt x="113" y="74"/>
                  </a:lnTo>
                  <a:lnTo>
                    <a:pt x="113" y="159"/>
                  </a:lnTo>
                  <a:lnTo>
                    <a:pt x="144" y="159"/>
                  </a:lnTo>
                  <a:lnTo>
                    <a:pt x="144" y="135"/>
                  </a:lnTo>
                  <a:lnTo>
                    <a:pt x="123" y="135"/>
                  </a:lnTo>
                  <a:lnTo>
                    <a:pt x="123" y="135"/>
                  </a:lnTo>
                  <a:lnTo>
                    <a:pt x="123" y="95"/>
                  </a:lnTo>
                  <a:lnTo>
                    <a:pt x="144" y="95"/>
                  </a:lnTo>
                  <a:lnTo>
                    <a:pt x="144" y="0"/>
                  </a:lnTo>
                  <a:moveTo>
                    <a:pt x="80" y="223"/>
                  </a:moveTo>
                  <a:lnTo>
                    <a:pt x="113" y="223"/>
                  </a:lnTo>
                  <a:lnTo>
                    <a:pt x="113" y="201"/>
                  </a:lnTo>
                  <a:lnTo>
                    <a:pt x="80" y="201"/>
                  </a:lnTo>
                  <a:lnTo>
                    <a:pt x="80" y="223"/>
                  </a:lnTo>
                  <a:lnTo>
                    <a:pt x="80" y="223"/>
                  </a:lnTo>
                  <a:moveTo>
                    <a:pt x="113" y="0"/>
                  </a:moveTo>
                  <a:lnTo>
                    <a:pt x="80" y="0"/>
                  </a:lnTo>
                  <a:lnTo>
                    <a:pt x="80" y="95"/>
                  </a:lnTo>
                  <a:lnTo>
                    <a:pt x="102" y="95"/>
                  </a:lnTo>
                  <a:lnTo>
                    <a:pt x="102" y="135"/>
                  </a:lnTo>
                  <a:lnTo>
                    <a:pt x="80" y="135"/>
                  </a:lnTo>
                  <a:lnTo>
                    <a:pt x="80" y="159"/>
                  </a:lnTo>
                  <a:lnTo>
                    <a:pt x="113" y="159"/>
                  </a:lnTo>
                  <a:lnTo>
                    <a:pt x="113" y="74"/>
                  </a:lnTo>
                  <a:lnTo>
                    <a:pt x="92" y="74"/>
                  </a:lnTo>
                  <a:lnTo>
                    <a:pt x="92" y="31"/>
                  </a:lnTo>
                  <a:lnTo>
                    <a:pt x="92" y="31"/>
                  </a:lnTo>
                  <a:lnTo>
                    <a:pt x="113" y="31"/>
                  </a:lnTo>
                  <a:lnTo>
                    <a:pt x="113" y="0"/>
                  </a:lnTo>
                  <a:moveTo>
                    <a:pt x="50" y="223"/>
                  </a:moveTo>
                  <a:lnTo>
                    <a:pt x="80" y="223"/>
                  </a:lnTo>
                  <a:lnTo>
                    <a:pt x="80" y="201"/>
                  </a:lnTo>
                  <a:lnTo>
                    <a:pt x="80" y="201"/>
                  </a:lnTo>
                  <a:lnTo>
                    <a:pt x="80" y="159"/>
                  </a:lnTo>
                  <a:lnTo>
                    <a:pt x="80" y="159"/>
                  </a:lnTo>
                  <a:lnTo>
                    <a:pt x="80" y="135"/>
                  </a:lnTo>
                  <a:lnTo>
                    <a:pt x="61" y="135"/>
                  </a:lnTo>
                  <a:lnTo>
                    <a:pt x="61" y="135"/>
                  </a:lnTo>
                  <a:lnTo>
                    <a:pt x="61" y="95"/>
                  </a:lnTo>
                  <a:lnTo>
                    <a:pt x="80" y="95"/>
                  </a:lnTo>
                  <a:lnTo>
                    <a:pt x="80" y="0"/>
                  </a:lnTo>
                  <a:lnTo>
                    <a:pt x="50" y="0"/>
                  </a:lnTo>
                  <a:lnTo>
                    <a:pt x="50" y="31"/>
                  </a:lnTo>
                  <a:lnTo>
                    <a:pt x="71" y="31"/>
                  </a:lnTo>
                  <a:lnTo>
                    <a:pt x="71" y="74"/>
                  </a:lnTo>
                  <a:lnTo>
                    <a:pt x="50" y="74"/>
                  </a:lnTo>
                  <a:lnTo>
                    <a:pt x="50" y="223"/>
                  </a:lnTo>
                  <a:moveTo>
                    <a:pt x="0" y="223"/>
                  </a:moveTo>
                  <a:lnTo>
                    <a:pt x="50" y="223"/>
                  </a:lnTo>
                  <a:lnTo>
                    <a:pt x="50" y="74"/>
                  </a:lnTo>
                  <a:lnTo>
                    <a:pt x="28" y="74"/>
                  </a:lnTo>
                  <a:lnTo>
                    <a:pt x="28" y="31"/>
                  </a:lnTo>
                  <a:lnTo>
                    <a:pt x="28" y="31"/>
                  </a:lnTo>
                  <a:lnTo>
                    <a:pt x="50" y="31"/>
                  </a:lnTo>
                  <a:lnTo>
                    <a:pt x="50" y="0"/>
                  </a:lnTo>
                  <a:lnTo>
                    <a:pt x="0" y="0"/>
                  </a:lnTo>
                  <a:lnTo>
                    <a:pt x="0" y="223"/>
                  </a:ln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9" name="Freeform 51"/>
            <p:cNvSpPr>
              <a:spLocks/>
            </p:cNvSpPr>
            <p:nvPr/>
          </p:nvSpPr>
          <p:spPr bwMode="auto">
            <a:xfrm>
              <a:off x="3652838" y="2763838"/>
              <a:ext cx="434975" cy="104775"/>
            </a:xfrm>
            <a:custGeom>
              <a:avLst/>
              <a:gdLst>
                <a:gd name="T0" fmla="*/ 0 w 116"/>
                <a:gd name="T1" fmla="*/ 14 h 28"/>
                <a:gd name="T2" fmla="*/ 8 w 116"/>
                <a:gd name="T3" fmla="*/ 28 h 28"/>
                <a:gd name="T4" fmla="*/ 58 w 116"/>
                <a:gd name="T5" fmla="*/ 16 h 28"/>
                <a:gd name="T6" fmla="*/ 108 w 116"/>
                <a:gd name="T7" fmla="*/ 28 h 28"/>
                <a:gd name="T8" fmla="*/ 116 w 116"/>
                <a:gd name="T9" fmla="*/ 14 h 28"/>
                <a:gd name="T10" fmla="*/ 58 w 116"/>
                <a:gd name="T11" fmla="*/ 0 h 28"/>
                <a:gd name="T12" fmla="*/ 0 w 116"/>
                <a:gd name="T13" fmla="*/ 14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0" y="14"/>
                  </a:moveTo>
                  <a:cubicBezTo>
                    <a:pt x="8" y="28"/>
                    <a:pt x="8" y="28"/>
                    <a:pt x="8" y="28"/>
                  </a:cubicBezTo>
                  <a:cubicBezTo>
                    <a:pt x="22" y="20"/>
                    <a:pt x="40" y="16"/>
                    <a:pt x="58" y="16"/>
                  </a:cubicBezTo>
                  <a:cubicBezTo>
                    <a:pt x="77" y="16"/>
                    <a:pt x="94" y="20"/>
                    <a:pt x="108" y="28"/>
                  </a:cubicBezTo>
                  <a:cubicBezTo>
                    <a:pt x="116" y="14"/>
                    <a:pt x="116" y="14"/>
                    <a:pt x="116" y="14"/>
                  </a:cubicBezTo>
                  <a:cubicBezTo>
                    <a:pt x="100" y="5"/>
                    <a:pt x="79" y="0"/>
                    <a:pt x="58" y="0"/>
                  </a:cubicBezTo>
                  <a:cubicBezTo>
                    <a:pt x="37" y="0"/>
                    <a:pt x="16" y="5"/>
                    <a:pt x="0" y="1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0" name="Freeform 52"/>
            <p:cNvSpPr>
              <a:spLocks/>
            </p:cNvSpPr>
            <p:nvPr/>
          </p:nvSpPr>
          <p:spPr bwMode="auto">
            <a:xfrm>
              <a:off x="3576638" y="2643188"/>
              <a:ext cx="585788" cy="123825"/>
            </a:xfrm>
            <a:custGeom>
              <a:avLst/>
              <a:gdLst>
                <a:gd name="T0" fmla="*/ 156 w 156"/>
                <a:gd name="T1" fmla="*/ 19 h 33"/>
                <a:gd name="T2" fmla="*/ 78 w 156"/>
                <a:gd name="T3" fmla="*/ 0 h 33"/>
                <a:gd name="T4" fmla="*/ 0 w 156"/>
                <a:gd name="T5" fmla="*/ 19 h 33"/>
                <a:gd name="T6" fmla="*/ 8 w 156"/>
                <a:gd name="T7" fmla="*/ 33 h 33"/>
                <a:gd name="T8" fmla="*/ 78 w 156"/>
                <a:gd name="T9" fmla="*/ 17 h 33"/>
                <a:gd name="T10" fmla="*/ 148 w 156"/>
                <a:gd name="T11" fmla="*/ 33 h 33"/>
                <a:gd name="T12" fmla="*/ 156 w 156"/>
                <a:gd name="T13" fmla="*/ 19 h 33"/>
              </a:gdLst>
              <a:ahLst/>
              <a:cxnLst>
                <a:cxn ang="0">
                  <a:pos x="T0" y="T1"/>
                </a:cxn>
                <a:cxn ang="0">
                  <a:pos x="T2" y="T3"/>
                </a:cxn>
                <a:cxn ang="0">
                  <a:pos x="T4" y="T5"/>
                </a:cxn>
                <a:cxn ang="0">
                  <a:pos x="T6" y="T7"/>
                </a:cxn>
                <a:cxn ang="0">
                  <a:pos x="T8" y="T9"/>
                </a:cxn>
                <a:cxn ang="0">
                  <a:pos x="T10" y="T11"/>
                </a:cxn>
                <a:cxn ang="0">
                  <a:pos x="T12" y="T13"/>
                </a:cxn>
              </a:cxnLst>
              <a:rect l="0" t="0" r="r" b="b"/>
              <a:pathLst>
                <a:path w="156" h="33">
                  <a:moveTo>
                    <a:pt x="156" y="19"/>
                  </a:moveTo>
                  <a:cubicBezTo>
                    <a:pt x="134" y="7"/>
                    <a:pt x="106" y="0"/>
                    <a:pt x="78" y="0"/>
                  </a:cubicBezTo>
                  <a:cubicBezTo>
                    <a:pt x="50" y="0"/>
                    <a:pt x="22" y="7"/>
                    <a:pt x="0" y="19"/>
                  </a:cubicBezTo>
                  <a:cubicBezTo>
                    <a:pt x="8" y="33"/>
                    <a:pt x="8" y="33"/>
                    <a:pt x="8" y="33"/>
                  </a:cubicBezTo>
                  <a:cubicBezTo>
                    <a:pt x="28" y="23"/>
                    <a:pt x="53" y="17"/>
                    <a:pt x="78" y="17"/>
                  </a:cubicBezTo>
                  <a:cubicBezTo>
                    <a:pt x="104" y="17"/>
                    <a:pt x="129" y="23"/>
                    <a:pt x="148" y="33"/>
                  </a:cubicBezTo>
                  <a:lnTo>
                    <a:pt x="156"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1" name="Freeform 53"/>
            <p:cNvSpPr>
              <a:spLocks/>
            </p:cNvSpPr>
            <p:nvPr/>
          </p:nvSpPr>
          <p:spPr bwMode="auto">
            <a:xfrm>
              <a:off x="4414838" y="584200"/>
              <a:ext cx="600075" cy="601663"/>
            </a:xfrm>
            <a:custGeom>
              <a:avLst/>
              <a:gdLst>
                <a:gd name="T0" fmla="*/ 158 w 160"/>
                <a:gd name="T1" fmla="*/ 62 h 160"/>
                <a:gd name="T2" fmla="*/ 126 w 160"/>
                <a:gd name="T3" fmla="*/ 76 h 160"/>
                <a:gd name="T4" fmla="*/ 113 w 160"/>
                <a:gd name="T5" fmla="*/ 76 h 160"/>
                <a:gd name="T6" fmla="*/ 107 w 160"/>
                <a:gd name="T7" fmla="*/ 60 h 160"/>
                <a:gd name="T8" fmla="*/ 116 w 160"/>
                <a:gd name="T9" fmla="*/ 51 h 160"/>
                <a:gd name="T10" fmla="*/ 148 w 160"/>
                <a:gd name="T11" fmla="*/ 38 h 160"/>
                <a:gd name="T12" fmla="*/ 134 w 160"/>
                <a:gd name="T13" fmla="*/ 21 h 160"/>
                <a:gd name="T14" fmla="*/ 113 w 160"/>
                <a:gd name="T15" fmla="*/ 12 h 160"/>
                <a:gd name="T16" fmla="*/ 109 w 160"/>
                <a:gd name="T17" fmla="*/ 38 h 160"/>
                <a:gd name="T18" fmla="*/ 94 w 160"/>
                <a:gd name="T19" fmla="*/ 60 h 160"/>
                <a:gd name="T20" fmla="*/ 96 w 160"/>
                <a:gd name="T21" fmla="*/ 36 h 160"/>
                <a:gd name="T22" fmla="*/ 85 w 160"/>
                <a:gd name="T23" fmla="*/ 29 h 160"/>
                <a:gd name="T24" fmla="*/ 85 w 160"/>
                <a:gd name="T25" fmla="*/ 17 h 160"/>
                <a:gd name="T26" fmla="*/ 76 w 160"/>
                <a:gd name="T27" fmla="*/ 17 h 160"/>
                <a:gd name="T28" fmla="*/ 76 w 160"/>
                <a:gd name="T29" fmla="*/ 29 h 160"/>
                <a:gd name="T30" fmla="*/ 65 w 160"/>
                <a:gd name="T31" fmla="*/ 36 h 160"/>
                <a:gd name="T32" fmla="*/ 66 w 160"/>
                <a:gd name="T33" fmla="*/ 60 h 160"/>
                <a:gd name="T34" fmla="*/ 51 w 160"/>
                <a:gd name="T35" fmla="*/ 38 h 160"/>
                <a:gd name="T36" fmla="*/ 48 w 160"/>
                <a:gd name="T37" fmla="*/ 12 h 160"/>
                <a:gd name="T38" fmla="*/ 27 w 160"/>
                <a:gd name="T39" fmla="*/ 21 h 160"/>
                <a:gd name="T40" fmla="*/ 13 w 160"/>
                <a:gd name="T41" fmla="*/ 38 h 160"/>
                <a:gd name="T42" fmla="*/ 45 w 160"/>
                <a:gd name="T43" fmla="*/ 51 h 160"/>
                <a:gd name="T44" fmla="*/ 54 w 160"/>
                <a:gd name="T45" fmla="*/ 60 h 160"/>
                <a:gd name="T46" fmla="*/ 47 w 160"/>
                <a:gd name="T47" fmla="*/ 76 h 160"/>
                <a:gd name="T48" fmla="*/ 35 w 160"/>
                <a:gd name="T49" fmla="*/ 76 h 160"/>
                <a:gd name="T50" fmla="*/ 3 w 160"/>
                <a:gd name="T51" fmla="*/ 62 h 160"/>
                <a:gd name="T52" fmla="*/ 0 w 160"/>
                <a:gd name="T53" fmla="*/ 85 h 160"/>
                <a:gd name="T54" fmla="*/ 9 w 160"/>
                <a:gd name="T55" fmla="*/ 105 h 160"/>
                <a:gd name="T56" fmla="*/ 30 w 160"/>
                <a:gd name="T57" fmla="*/ 90 h 160"/>
                <a:gd name="T58" fmla="*/ 56 w 160"/>
                <a:gd name="T59" fmla="*/ 85 h 160"/>
                <a:gd name="T60" fmla="*/ 38 w 160"/>
                <a:gd name="T61" fmla="*/ 100 h 160"/>
                <a:gd name="T62" fmla="*/ 41 w 160"/>
                <a:gd name="T63" fmla="*/ 113 h 160"/>
                <a:gd name="T64" fmla="*/ 32 w 160"/>
                <a:gd name="T65" fmla="*/ 122 h 160"/>
                <a:gd name="T66" fmla="*/ 39 w 160"/>
                <a:gd name="T67" fmla="*/ 128 h 160"/>
                <a:gd name="T68" fmla="*/ 48 w 160"/>
                <a:gd name="T69" fmla="*/ 119 h 160"/>
                <a:gd name="T70" fmla="*/ 60 w 160"/>
                <a:gd name="T71" fmla="*/ 123 h 160"/>
                <a:gd name="T72" fmla="*/ 76 w 160"/>
                <a:gd name="T73" fmla="*/ 104 h 160"/>
                <a:gd name="T74" fmla="*/ 71 w 160"/>
                <a:gd name="T75" fmla="*/ 131 h 160"/>
                <a:gd name="T76" fmla="*/ 56 w 160"/>
                <a:gd name="T77" fmla="*/ 151 h 160"/>
                <a:gd name="T78" fmla="*/ 76 w 160"/>
                <a:gd name="T79" fmla="*/ 160 h 160"/>
                <a:gd name="T80" fmla="*/ 99 w 160"/>
                <a:gd name="T81" fmla="*/ 158 h 160"/>
                <a:gd name="T82" fmla="*/ 85 w 160"/>
                <a:gd name="T83" fmla="*/ 126 h 160"/>
                <a:gd name="T84" fmla="*/ 85 w 160"/>
                <a:gd name="T85" fmla="*/ 113 h 160"/>
                <a:gd name="T86" fmla="*/ 101 w 160"/>
                <a:gd name="T87" fmla="*/ 107 h 160"/>
                <a:gd name="T88" fmla="*/ 109 w 160"/>
                <a:gd name="T89" fmla="*/ 115 h 160"/>
                <a:gd name="T90" fmla="*/ 122 w 160"/>
                <a:gd name="T91" fmla="*/ 148 h 160"/>
                <a:gd name="T92" fmla="*/ 140 w 160"/>
                <a:gd name="T93" fmla="*/ 134 h 160"/>
                <a:gd name="T94" fmla="*/ 148 w 160"/>
                <a:gd name="T95" fmla="*/ 113 h 160"/>
                <a:gd name="T96" fmla="*/ 123 w 160"/>
                <a:gd name="T97" fmla="*/ 109 h 160"/>
                <a:gd name="T98" fmla="*/ 101 w 160"/>
                <a:gd name="T99" fmla="*/ 94 h 160"/>
                <a:gd name="T100" fmla="*/ 125 w 160"/>
                <a:gd name="T101" fmla="*/ 96 h 160"/>
                <a:gd name="T102" fmla="*/ 131 w 160"/>
                <a:gd name="T103" fmla="*/ 85 h 160"/>
                <a:gd name="T104" fmla="*/ 144 w 160"/>
                <a:gd name="T105" fmla="*/ 8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60">
                  <a:moveTo>
                    <a:pt x="160" y="76"/>
                  </a:moveTo>
                  <a:cubicBezTo>
                    <a:pt x="144" y="76"/>
                    <a:pt x="144" y="76"/>
                    <a:pt x="144" y="76"/>
                  </a:cubicBezTo>
                  <a:cubicBezTo>
                    <a:pt x="158" y="62"/>
                    <a:pt x="158" y="62"/>
                    <a:pt x="158" y="62"/>
                  </a:cubicBezTo>
                  <a:cubicBezTo>
                    <a:pt x="152" y="56"/>
                    <a:pt x="152" y="56"/>
                    <a:pt x="152" y="56"/>
                  </a:cubicBezTo>
                  <a:cubicBezTo>
                    <a:pt x="131" y="76"/>
                    <a:pt x="131" y="76"/>
                    <a:pt x="131" y="76"/>
                  </a:cubicBezTo>
                  <a:cubicBezTo>
                    <a:pt x="126" y="76"/>
                    <a:pt x="126" y="76"/>
                    <a:pt x="126" y="76"/>
                  </a:cubicBezTo>
                  <a:cubicBezTo>
                    <a:pt x="131" y="71"/>
                    <a:pt x="131" y="71"/>
                    <a:pt x="131" y="71"/>
                  </a:cubicBezTo>
                  <a:cubicBezTo>
                    <a:pt x="125" y="64"/>
                    <a:pt x="125" y="64"/>
                    <a:pt x="125" y="64"/>
                  </a:cubicBezTo>
                  <a:cubicBezTo>
                    <a:pt x="113" y="76"/>
                    <a:pt x="113" y="76"/>
                    <a:pt x="113" y="76"/>
                  </a:cubicBezTo>
                  <a:cubicBezTo>
                    <a:pt x="105" y="76"/>
                    <a:pt x="105" y="76"/>
                    <a:pt x="105" y="76"/>
                  </a:cubicBezTo>
                  <a:cubicBezTo>
                    <a:pt x="104" y="72"/>
                    <a:pt x="103" y="69"/>
                    <a:pt x="101" y="66"/>
                  </a:cubicBezTo>
                  <a:cubicBezTo>
                    <a:pt x="107" y="60"/>
                    <a:pt x="107" y="60"/>
                    <a:pt x="107" y="60"/>
                  </a:cubicBezTo>
                  <a:cubicBezTo>
                    <a:pt x="123" y="60"/>
                    <a:pt x="123" y="60"/>
                    <a:pt x="123" y="60"/>
                  </a:cubicBezTo>
                  <a:cubicBezTo>
                    <a:pt x="123" y="51"/>
                    <a:pt x="123" y="51"/>
                    <a:pt x="123" y="51"/>
                  </a:cubicBezTo>
                  <a:cubicBezTo>
                    <a:pt x="116" y="51"/>
                    <a:pt x="116" y="51"/>
                    <a:pt x="116" y="51"/>
                  </a:cubicBezTo>
                  <a:cubicBezTo>
                    <a:pt x="120" y="47"/>
                    <a:pt x="120" y="47"/>
                    <a:pt x="120" y="47"/>
                  </a:cubicBezTo>
                  <a:cubicBezTo>
                    <a:pt x="148" y="47"/>
                    <a:pt x="148" y="47"/>
                    <a:pt x="148" y="47"/>
                  </a:cubicBezTo>
                  <a:cubicBezTo>
                    <a:pt x="148" y="38"/>
                    <a:pt x="148" y="38"/>
                    <a:pt x="148" y="38"/>
                  </a:cubicBezTo>
                  <a:cubicBezTo>
                    <a:pt x="128" y="38"/>
                    <a:pt x="128" y="38"/>
                    <a:pt x="128" y="38"/>
                  </a:cubicBezTo>
                  <a:cubicBezTo>
                    <a:pt x="140" y="27"/>
                    <a:pt x="140" y="27"/>
                    <a:pt x="140" y="27"/>
                  </a:cubicBezTo>
                  <a:cubicBezTo>
                    <a:pt x="134" y="21"/>
                    <a:pt x="134" y="21"/>
                    <a:pt x="134" y="21"/>
                  </a:cubicBezTo>
                  <a:cubicBezTo>
                    <a:pt x="122" y="32"/>
                    <a:pt x="122" y="32"/>
                    <a:pt x="122" y="32"/>
                  </a:cubicBezTo>
                  <a:cubicBezTo>
                    <a:pt x="122" y="12"/>
                    <a:pt x="122" y="12"/>
                    <a:pt x="122" y="12"/>
                  </a:cubicBezTo>
                  <a:cubicBezTo>
                    <a:pt x="113" y="12"/>
                    <a:pt x="113" y="12"/>
                    <a:pt x="113" y="12"/>
                  </a:cubicBezTo>
                  <a:cubicBezTo>
                    <a:pt x="113" y="41"/>
                    <a:pt x="113" y="41"/>
                    <a:pt x="113" y="41"/>
                  </a:cubicBezTo>
                  <a:cubicBezTo>
                    <a:pt x="109" y="45"/>
                    <a:pt x="109" y="45"/>
                    <a:pt x="109" y="45"/>
                  </a:cubicBezTo>
                  <a:cubicBezTo>
                    <a:pt x="109" y="38"/>
                    <a:pt x="109" y="38"/>
                    <a:pt x="109" y="38"/>
                  </a:cubicBezTo>
                  <a:cubicBezTo>
                    <a:pt x="101" y="38"/>
                    <a:pt x="101" y="38"/>
                    <a:pt x="101" y="38"/>
                  </a:cubicBezTo>
                  <a:cubicBezTo>
                    <a:pt x="101" y="54"/>
                    <a:pt x="101" y="54"/>
                    <a:pt x="101" y="54"/>
                  </a:cubicBezTo>
                  <a:cubicBezTo>
                    <a:pt x="94" y="60"/>
                    <a:pt x="94" y="60"/>
                    <a:pt x="94" y="60"/>
                  </a:cubicBezTo>
                  <a:cubicBezTo>
                    <a:pt x="92" y="58"/>
                    <a:pt x="88" y="57"/>
                    <a:pt x="85" y="56"/>
                  </a:cubicBezTo>
                  <a:cubicBezTo>
                    <a:pt x="85" y="47"/>
                    <a:pt x="85" y="47"/>
                    <a:pt x="85" y="47"/>
                  </a:cubicBezTo>
                  <a:cubicBezTo>
                    <a:pt x="96" y="36"/>
                    <a:pt x="96" y="36"/>
                    <a:pt x="96" y="36"/>
                  </a:cubicBezTo>
                  <a:cubicBezTo>
                    <a:pt x="90" y="30"/>
                    <a:pt x="90" y="30"/>
                    <a:pt x="90" y="30"/>
                  </a:cubicBezTo>
                  <a:cubicBezTo>
                    <a:pt x="85" y="35"/>
                    <a:pt x="85" y="35"/>
                    <a:pt x="85" y="35"/>
                  </a:cubicBezTo>
                  <a:cubicBezTo>
                    <a:pt x="85" y="29"/>
                    <a:pt x="85" y="29"/>
                    <a:pt x="85" y="29"/>
                  </a:cubicBezTo>
                  <a:cubicBezTo>
                    <a:pt x="105" y="9"/>
                    <a:pt x="105" y="9"/>
                    <a:pt x="105" y="9"/>
                  </a:cubicBezTo>
                  <a:cubicBezTo>
                    <a:pt x="99" y="3"/>
                    <a:pt x="99" y="3"/>
                    <a:pt x="99" y="3"/>
                  </a:cubicBezTo>
                  <a:cubicBezTo>
                    <a:pt x="85" y="17"/>
                    <a:pt x="85" y="17"/>
                    <a:pt x="85" y="17"/>
                  </a:cubicBezTo>
                  <a:cubicBezTo>
                    <a:pt x="85" y="0"/>
                    <a:pt x="85" y="0"/>
                    <a:pt x="85" y="0"/>
                  </a:cubicBezTo>
                  <a:cubicBezTo>
                    <a:pt x="76" y="0"/>
                    <a:pt x="76" y="0"/>
                    <a:pt x="76" y="0"/>
                  </a:cubicBezTo>
                  <a:cubicBezTo>
                    <a:pt x="76" y="17"/>
                    <a:pt x="76" y="17"/>
                    <a:pt x="76" y="17"/>
                  </a:cubicBezTo>
                  <a:cubicBezTo>
                    <a:pt x="62" y="3"/>
                    <a:pt x="62" y="3"/>
                    <a:pt x="62" y="3"/>
                  </a:cubicBezTo>
                  <a:cubicBezTo>
                    <a:pt x="56" y="9"/>
                    <a:pt x="56" y="9"/>
                    <a:pt x="56" y="9"/>
                  </a:cubicBezTo>
                  <a:cubicBezTo>
                    <a:pt x="76" y="29"/>
                    <a:pt x="76" y="29"/>
                    <a:pt x="76" y="29"/>
                  </a:cubicBezTo>
                  <a:cubicBezTo>
                    <a:pt x="76" y="35"/>
                    <a:pt x="76" y="35"/>
                    <a:pt x="76" y="35"/>
                  </a:cubicBezTo>
                  <a:cubicBezTo>
                    <a:pt x="71" y="30"/>
                    <a:pt x="71" y="30"/>
                    <a:pt x="71" y="30"/>
                  </a:cubicBezTo>
                  <a:cubicBezTo>
                    <a:pt x="65" y="36"/>
                    <a:pt x="65" y="36"/>
                    <a:pt x="65" y="36"/>
                  </a:cubicBezTo>
                  <a:cubicBezTo>
                    <a:pt x="76" y="47"/>
                    <a:pt x="76" y="47"/>
                    <a:pt x="76" y="47"/>
                  </a:cubicBezTo>
                  <a:cubicBezTo>
                    <a:pt x="76" y="56"/>
                    <a:pt x="76" y="56"/>
                    <a:pt x="76" y="56"/>
                  </a:cubicBezTo>
                  <a:cubicBezTo>
                    <a:pt x="72" y="57"/>
                    <a:pt x="69" y="58"/>
                    <a:pt x="66" y="60"/>
                  </a:cubicBezTo>
                  <a:cubicBezTo>
                    <a:pt x="60" y="54"/>
                    <a:pt x="60" y="54"/>
                    <a:pt x="60" y="54"/>
                  </a:cubicBezTo>
                  <a:cubicBezTo>
                    <a:pt x="60" y="38"/>
                    <a:pt x="60" y="38"/>
                    <a:pt x="60" y="38"/>
                  </a:cubicBezTo>
                  <a:cubicBezTo>
                    <a:pt x="51" y="38"/>
                    <a:pt x="51" y="38"/>
                    <a:pt x="51" y="38"/>
                  </a:cubicBezTo>
                  <a:cubicBezTo>
                    <a:pt x="51" y="45"/>
                    <a:pt x="51" y="45"/>
                    <a:pt x="51" y="45"/>
                  </a:cubicBezTo>
                  <a:cubicBezTo>
                    <a:pt x="48" y="41"/>
                    <a:pt x="48" y="41"/>
                    <a:pt x="48" y="41"/>
                  </a:cubicBezTo>
                  <a:cubicBezTo>
                    <a:pt x="48" y="12"/>
                    <a:pt x="48" y="12"/>
                    <a:pt x="48" y="12"/>
                  </a:cubicBezTo>
                  <a:cubicBezTo>
                    <a:pt x="39" y="12"/>
                    <a:pt x="39" y="12"/>
                    <a:pt x="39" y="12"/>
                  </a:cubicBezTo>
                  <a:cubicBezTo>
                    <a:pt x="39" y="32"/>
                    <a:pt x="39" y="32"/>
                    <a:pt x="39" y="32"/>
                  </a:cubicBezTo>
                  <a:cubicBezTo>
                    <a:pt x="27" y="21"/>
                    <a:pt x="27" y="21"/>
                    <a:pt x="27" y="21"/>
                  </a:cubicBezTo>
                  <a:cubicBezTo>
                    <a:pt x="21" y="27"/>
                    <a:pt x="21" y="27"/>
                    <a:pt x="21" y="27"/>
                  </a:cubicBezTo>
                  <a:cubicBezTo>
                    <a:pt x="32" y="38"/>
                    <a:pt x="32" y="38"/>
                    <a:pt x="32" y="38"/>
                  </a:cubicBezTo>
                  <a:cubicBezTo>
                    <a:pt x="13" y="38"/>
                    <a:pt x="13" y="38"/>
                    <a:pt x="13" y="38"/>
                  </a:cubicBezTo>
                  <a:cubicBezTo>
                    <a:pt x="13" y="47"/>
                    <a:pt x="13" y="47"/>
                    <a:pt x="13" y="47"/>
                  </a:cubicBezTo>
                  <a:cubicBezTo>
                    <a:pt x="41" y="47"/>
                    <a:pt x="41" y="47"/>
                    <a:pt x="41" y="47"/>
                  </a:cubicBezTo>
                  <a:cubicBezTo>
                    <a:pt x="45" y="51"/>
                    <a:pt x="45" y="51"/>
                    <a:pt x="45" y="51"/>
                  </a:cubicBezTo>
                  <a:cubicBezTo>
                    <a:pt x="38" y="51"/>
                    <a:pt x="38" y="51"/>
                    <a:pt x="38" y="51"/>
                  </a:cubicBezTo>
                  <a:cubicBezTo>
                    <a:pt x="38" y="60"/>
                    <a:pt x="38" y="60"/>
                    <a:pt x="38" y="60"/>
                  </a:cubicBezTo>
                  <a:cubicBezTo>
                    <a:pt x="54" y="60"/>
                    <a:pt x="54" y="60"/>
                    <a:pt x="54" y="60"/>
                  </a:cubicBezTo>
                  <a:cubicBezTo>
                    <a:pt x="60" y="66"/>
                    <a:pt x="60" y="66"/>
                    <a:pt x="60" y="66"/>
                  </a:cubicBezTo>
                  <a:cubicBezTo>
                    <a:pt x="58" y="69"/>
                    <a:pt x="57" y="72"/>
                    <a:pt x="56" y="76"/>
                  </a:cubicBezTo>
                  <a:cubicBezTo>
                    <a:pt x="47" y="76"/>
                    <a:pt x="47" y="76"/>
                    <a:pt x="47" y="76"/>
                  </a:cubicBezTo>
                  <a:cubicBezTo>
                    <a:pt x="36" y="64"/>
                    <a:pt x="36" y="64"/>
                    <a:pt x="36" y="64"/>
                  </a:cubicBezTo>
                  <a:cubicBezTo>
                    <a:pt x="30" y="71"/>
                    <a:pt x="30" y="71"/>
                    <a:pt x="30" y="71"/>
                  </a:cubicBezTo>
                  <a:cubicBezTo>
                    <a:pt x="35" y="76"/>
                    <a:pt x="35" y="76"/>
                    <a:pt x="35" y="76"/>
                  </a:cubicBezTo>
                  <a:cubicBezTo>
                    <a:pt x="29" y="76"/>
                    <a:pt x="29" y="76"/>
                    <a:pt x="29" y="76"/>
                  </a:cubicBezTo>
                  <a:cubicBezTo>
                    <a:pt x="9" y="56"/>
                    <a:pt x="9" y="56"/>
                    <a:pt x="9" y="56"/>
                  </a:cubicBezTo>
                  <a:cubicBezTo>
                    <a:pt x="3" y="62"/>
                    <a:pt x="3" y="62"/>
                    <a:pt x="3" y="62"/>
                  </a:cubicBezTo>
                  <a:cubicBezTo>
                    <a:pt x="17" y="76"/>
                    <a:pt x="17" y="76"/>
                    <a:pt x="17" y="76"/>
                  </a:cubicBezTo>
                  <a:cubicBezTo>
                    <a:pt x="0" y="76"/>
                    <a:pt x="0" y="76"/>
                    <a:pt x="0" y="76"/>
                  </a:cubicBezTo>
                  <a:cubicBezTo>
                    <a:pt x="0" y="85"/>
                    <a:pt x="0" y="85"/>
                    <a:pt x="0" y="85"/>
                  </a:cubicBezTo>
                  <a:cubicBezTo>
                    <a:pt x="17" y="85"/>
                    <a:pt x="17" y="85"/>
                    <a:pt x="17" y="85"/>
                  </a:cubicBezTo>
                  <a:cubicBezTo>
                    <a:pt x="3" y="99"/>
                    <a:pt x="3" y="99"/>
                    <a:pt x="3" y="99"/>
                  </a:cubicBezTo>
                  <a:cubicBezTo>
                    <a:pt x="9" y="105"/>
                    <a:pt x="9" y="105"/>
                    <a:pt x="9" y="105"/>
                  </a:cubicBezTo>
                  <a:cubicBezTo>
                    <a:pt x="29" y="85"/>
                    <a:pt x="29" y="85"/>
                    <a:pt x="29" y="85"/>
                  </a:cubicBezTo>
                  <a:cubicBezTo>
                    <a:pt x="35" y="85"/>
                    <a:pt x="35" y="85"/>
                    <a:pt x="35" y="85"/>
                  </a:cubicBezTo>
                  <a:cubicBezTo>
                    <a:pt x="30" y="90"/>
                    <a:pt x="30" y="90"/>
                    <a:pt x="30" y="90"/>
                  </a:cubicBezTo>
                  <a:cubicBezTo>
                    <a:pt x="36" y="96"/>
                    <a:pt x="36" y="96"/>
                    <a:pt x="36" y="96"/>
                  </a:cubicBezTo>
                  <a:cubicBezTo>
                    <a:pt x="47" y="85"/>
                    <a:pt x="47" y="85"/>
                    <a:pt x="47" y="85"/>
                  </a:cubicBezTo>
                  <a:cubicBezTo>
                    <a:pt x="56" y="85"/>
                    <a:pt x="56" y="85"/>
                    <a:pt x="56" y="85"/>
                  </a:cubicBezTo>
                  <a:cubicBezTo>
                    <a:pt x="57" y="88"/>
                    <a:pt x="58" y="91"/>
                    <a:pt x="60" y="94"/>
                  </a:cubicBezTo>
                  <a:cubicBezTo>
                    <a:pt x="54" y="100"/>
                    <a:pt x="54" y="100"/>
                    <a:pt x="54" y="100"/>
                  </a:cubicBezTo>
                  <a:cubicBezTo>
                    <a:pt x="38" y="100"/>
                    <a:pt x="38" y="100"/>
                    <a:pt x="38" y="100"/>
                  </a:cubicBezTo>
                  <a:cubicBezTo>
                    <a:pt x="38" y="109"/>
                    <a:pt x="38" y="109"/>
                    <a:pt x="38" y="109"/>
                  </a:cubicBezTo>
                  <a:cubicBezTo>
                    <a:pt x="45" y="109"/>
                    <a:pt x="45" y="109"/>
                    <a:pt x="45" y="109"/>
                  </a:cubicBezTo>
                  <a:cubicBezTo>
                    <a:pt x="41" y="113"/>
                    <a:pt x="41" y="113"/>
                    <a:pt x="41" y="113"/>
                  </a:cubicBezTo>
                  <a:cubicBezTo>
                    <a:pt x="13" y="113"/>
                    <a:pt x="13" y="113"/>
                    <a:pt x="13" y="113"/>
                  </a:cubicBezTo>
                  <a:cubicBezTo>
                    <a:pt x="13" y="122"/>
                    <a:pt x="13" y="122"/>
                    <a:pt x="13" y="122"/>
                  </a:cubicBezTo>
                  <a:cubicBezTo>
                    <a:pt x="32" y="122"/>
                    <a:pt x="32" y="122"/>
                    <a:pt x="32" y="122"/>
                  </a:cubicBezTo>
                  <a:cubicBezTo>
                    <a:pt x="21" y="134"/>
                    <a:pt x="21" y="134"/>
                    <a:pt x="21" y="134"/>
                  </a:cubicBezTo>
                  <a:cubicBezTo>
                    <a:pt x="27" y="140"/>
                    <a:pt x="27" y="140"/>
                    <a:pt x="27" y="140"/>
                  </a:cubicBezTo>
                  <a:cubicBezTo>
                    <a:pt x="39" y="128"/>
                    <a:pt x="39" y="128"/>
                    <a:pt x="39" y="128"/>
                  </a:cubicBezTo>
                  <a:cubicBezTo>
                    <a:pt x="39" y="148"/>
                    <a:pt x="39" y="148"/>
                    <a:pt x="39" y="148"/>
                  </a:cubicBezTo>
                  <a:cubicBezTo>
                    <a:pt x="48" y="148"/>
                    <a:pt x="48" y="148"/>
                    <a:pt x="48" y="148"/>
                  </a:cubicBezTo>
                  <a:cubicBezTo>
                    <a:pt x="48" y="119"/>
                    <a:pt x="48" y="119"/>
                    <a:pt x="48" y="119"/>
                  </a:cubicBezTo>
                  <a:cubicBezTo>
                    <a:pt x="51" y="115"/>
                    <a:pt x="51" y="115"/>
                    <a:pt x="51" y="115"/>
                  </a:cubicBezTo>
                  <a:cubicBezTo>
                    <a:pt x="51" y="123"/>
                    <a:pt x="51" y="123"/>
                    <a:pt x="51" y="123"/>
                  </a:cubicBezTo>
                  <a:cubicBezTo>
                    <a:pt x="60" y="123"/>
                    <a:pt x="60" y="123"/>
                    <a:pt x="60" y="123"/>
                  </a:cubicBezTo>
                  <a:cubicBezTo>
                    <a:pt x="60" y="107"/>
                    <a:pt x="60" y="107"/>
                    <a:pt x="60" y="107"/>
                  </a:cubicBezTo>
                  <a:cubicBezTo>
                    <a:pt x="66" y="100"/>
                    <a:pt x="66" y="100"/>
                    <a:pt x="66" y="100"/>
                  </a:cubicBezTo>
                  <a:cubicBezTo>
                    <a:pt x="69" y="102"/>
                    <a:pt x="72" y="104"/>
                    <a:pt x="76" y="104"/>
                  </a:cubicBezTo>
                  <a:cubicBezTo>
                    <a:pt x="76" y="113"/>
                    <a:pt x="76" y="113"/>
                    <a:pt x="76" y="113"/>
                  </a:cubicBezTo>
                  <a:cubicBezTo>
                    <a:pt x="65" y="125"/>
                    <a:pt x="65" y="125"/>
                    <a:pt x="65" y="125"/>
                  </a:cubicBezTo>
                  <a:cubicBezTo>
                    <a:pt x="71" y="131"/>
                    <a:pt x="71" y="131"/>
                    <a:pt x="71" y="131"/>
                  </a:cubicBezTo>
                  <a:cubicBezTo>
                    <a:pt x="76" y="126"/>
                    <a:pt x="76" y="126"/>
                    <a:pt x="76" y="126"/>
                  </a:cubicBezTo>
                  <a:cubicBezTo>
                    <a:pt x="76" y="131"/>
                    <a:pt x="76" y="131"/>
                    <a:pt x="76" y="131"/>
                  </a:cubicBezTo>
                  <a:cubicBezTo>
                    <a:pt x="56" y="151"/>
                    <a:pt x="56" y="151"/>
                    <a:pt x="56" y="151"/>
                  </a:cubicBezTo>
                  <a:cubicBezTo>
                    <a:pt x="62" y="158"/>
                    <a:pt x="62" y="158"/>
                    <a:pt x="62" y="158"/>
                  </a:cubicBezTo>
                  <a:cubicBezTo>
                    <a:pt x="76" y="144"/>
                    <a:pt x="76" y="144"/>
                    <a:pt x="76" y="144"/>
                  </a:cubicBezTo>
                  <a:cubicBezTo>
                    <a:pt x="76" y="160"/>
                    <a:pt x="76" y="160"/>
                    <a:pt x="76" y="160"/>
                  </a:cubicBezTo>
                  <a:cubicBezTo>
                    <a:pt x="85" y="160"/>
                    <a:pt x="85" y="160"/>
                    <a:pt x="85" y="160"/>
                  </a:cubicBezTo>
                  <a:cubicBezTo>
                    <a:pt x="85" y="144"/>
                    <a:pt x="85" y="144"/>
                    <a:pt x="85" y="144"/>
                  </a:cubicBezTo>
                  <a:cubicBezTo>
                    <a:pt x="99" y="158"/>
                    <a:pt x="99" y="158"/>
                    <a:pt x="99" y="158"/>
                  </a:cubicBezTo>
                  <a:cubicBezTo>
                    <a:pt x="105" y="151"/>
                    <a:pt x="105" y="151"/>
                    <a:pt x="105" y="151"/>
                  </a:cubicBezTo>
                  <a:cubicBezTo>
                    <a:pt x="85" y="131"/>
                    <a:pt x="85" y="131"/>
                    <a:pt x="85" y="131"/>
                  </a:cubicBezTo>
                  <a:cubicBezTo>
                    <a:pt x="85" y="126"/>
                    <a:pt x="85" y="126"/>
                    <a:pt x="85" y="126"/>
                  </a:cubicBezTo>
                  <a:cubicBezTo>
                    <a:pt x="90" y="131"/>
                    <a:pt x="90" y="131"/>
                    <a:pt x="90" y="131"/>
                  </a:cubicBezTo>
                  <a:cubicBezTo>
                    <a:pt x="96" y="125"/>
                    <a:pt x="96" y="125"/>
                    <a:pt x="96" y="125"/>
                  </a:cubicBezTo>
                  <a:cubicBezTo>
                    <a:pt x="85" y="113"/>
                    <a:pt x="85" y="113"/>
                    <a:pt x="85" y="113"/>
                  </a:cubicBezTo>
                  <a:cubicBezTo>
                    <a:pt x="85" y="104"/>
                    <a:pt x="85" y="104"/>
                    <a:pt x="85" y="104"/>
                  </a:cubicBezTo>
                  <a:cubicBezTo>
                    <a:pt x="88" y="104"/>
                    <a:pt x="92" y="102"/>
                    <a:pt x="94" y="100"/>
                  </a:cubicBezTo>
                  <a:cubicBezTo>
                    <a:pt x="101" y="107"/>
                    <a:pt x="101" y="107"/>
                    <a:pt x="101" y="107"/>
                  </a:cubicBezTo>
                  <a:cubicBezTo>
                    <a:pt x="101" y="123"/>
                    <a:pt x="101" y="123"/>
                    <a:pt x="101" y="123"/>
                  </a:cubicBezTo>
                  <a:cubicBezTo>
                    <a:pt x="109" y="123"/>
                    <a:pt x="109" y="123"/>
                    <a:pt x="109" y="123"/>
                  </a:cubicBezTo>
                  <a:cubicBezTo>
                    <a:pt x="109" y="115"/>
                    <a:pt x="109" y="115"/>
                    <a:pt x="109" y="115"/>
                  </a:cubicBezTo>
                  <a:cubicBezTo>
                    <a:pt x="113" y="119"/>
                    <a:pt x="113" y="119"/>
                    <a:pt x="113" y="119"/>
                  </a:cubicBezTo>
                  <a:cubicBezTo>
                    <a:pt x="113" y="148"/>
                    <a:pt x="113" y="148"/>
                    <a:pt x="113" y="148"/>
                  </a:cubicBezTo>
                  <a:cubicBezTo>
                    <a:pt x="122" y="148"/>
                    <a:pt x="122" y="148"/>
                    <a:pt x="122" y="148"/>
                  </a:cubicBezTo>
                  <a:cubicBezTo>
                    <a:pt x="122" y="128"/>
                    <a:pt x="122" y="128"/>
                    <a:pt x="122" y="128"/>
                  </a:cubicBezTo>
                  <a:cubicBezTo>
                    <a:pt x="134" y="140"/>
                    <a:pt x="134" y="140"/>
                    <a:pt x="134" y="140"/>
                  </a:cubicBezTo>
                  <a:cubicBezTo>
                    <a:pt x="140" y="134"/>
                    <a:pt x="140" y="134"/>
                    <a:pt x="140" y="134"/>
                  </a:cubicBezTo>
                  <a:cubicBezTo>
                    <a:pt x="128" y="122"/>
                    <a:pt x="128" y="122"/>
                    <a:pt x="128" y="122"/>
                  </a:cubicBezTo>
                  <a:cubicBezTo>
                    <a:pt x="148" y="122"/>
                    <a:pt x="148" y="122"/>
                    <a:pt x="148" y="122"/>
                  </a:cubicBezTo>
                  <a:cubicBezTo>
                    <a:pt x="148" y="113"/>
                    <a:pt x="148" y="113"/>
                    <a:pt x="148" y="113"/>
                  </a:cubicBezTo>
                  <a:cubicBezTo>
                    <a:pt x="120" y="113"/>
                    <a:pt x="120" y="113"/>
                    <a:pt x="120" y="113"/>
                  </a:cubicBezTo>
                  <a:cubicBezTo>
                    <a:pt x="116" y="109"/>
                    <a:pt x="116" y="109"/>
                    <a:pt x="116" y="109"/>
                  </a:cubicBezTo>
                  <a:cubicBezTo>
                    <a:pt x="123" y="109"/>
                    <a:pt x="123" y="109"/>
                    <a:pt x="123" y="109"/>
                  </a:cubicBezTo>
                  <a:cubicBezTo>
                    <a:pt x="123" y="100"/>
                    <a:pt x="123" y="100"/>
                    <a:pt x="123" y="100"/>
                  </a:cubicBezTo>
                  <a:cubicBezTo>
                    <a:pt x="107" y="100"/>
                    <a:pt x="107" y="100"/>
                    <a:pt x="107" y="100"/>
                  </a:cubicBezTo>
                  <a:cubicBezTo>
                    <a:pt x="101" y="94"/>
                    <a:pt x="101" y="94"/>
                    <a:pt x="101" y="94"/>
                  </a:cubicBezTo>
                  <a:cubicBezTo>
                    <a:pt x="103" y="91"/>
                    <a:pt x="104" y="88"/>
                    <a:pt x="105" y="85"/>
                  </a:cubicBezTo>
                  <a:cubicBezTo>
                    <a:pt x="113" y="85"/>
                    <a:pt x="113" y="85"/>
                    <a:pt x="113" y="85"/>
                  </a:cubicBezTo>
                  <a:cubicBezTo>
                    <a:pt x="125" y="96"/>
                    <a:pt x="125" y="96"/>
                    <a:pt x="125" y="96"/>
                  </a:cubicBezTo>
                  <a:cubicBezTo>
                    <a:pt x="131" y="90"/>
                    <a:pt x="131" y="90"/>
                    <a:pt x="131" y="90"/>
                  </a:cubicBezTo>
                  <a:cubicBezTo>
                    <a:pt x="126" y="85"/>
                    <a:pt x="126" y="85"/>
                    <a:pt x="126" y="85"/>
                  </a:cubicBezTo>
                  <a:cubicBezTo>
                    <a:pt x="131" y="85"/>
                    <a:pt x="131" y="85"/>
                    <a:pt x="131" y="85"/>
                  </a:cubicBezTo>
                  <a:cubicBezTo>
                    <a:pt x="152" y="105"/>
                    <a:pt x="152" y="105"/>
                    <a:pt x="152" y="105"/>
                  </a:cubicBezTo>
                  <a:cubicBezTo>
                    <a:pt x="158" y="99"/>
                    <a:pt x="158" y="99"/>
                    <a:pt x="158" y="99"/>
                  </a:cubicBezTo>
                  <a:cubicBezTo>
                    <a:pt x="144" y="85"/>
                    <a:pt x="144" y="85"/>
                    <a:pt x="144" y="85"/>
                  </a:cubicBezTo>
                  <a:cubicBezTo>
                    <a:pt x="160" y="85"/>
                    <a:pt x="160" y="85"/>
                    <a:pt x="160" y="85"/>
                  </a:cubicBezTo>
                  <a:lnTo>
                    <a:pt x="160"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2" name="Oval 54"/>
            <p:cNvSpPr>
              <a:spLocks noChangeArrowheads="1"/>
            </p:cNvSpPr>
            <p:nvPr/>
          </p:nvSpPr>
          <p:spPr bwMode="auto">
            <a:xfrm>
              <a:off x="758825" y="1038225"/>
              <a:ext cx="454025" cy="4556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3" name="Rectangle 55"/>
            <p:cNvSpPr>
              <a:spLocks noChangeArrowheads="1"/>
            </p:cNvSpPr>
            <p:nvPr/>
          </p:nvSpPr>
          <p:spPr bwMode="auto">
            <a:xfrm>
              <a:off x="957263" y="925513"/>
              <a:ext cx="5556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4" name="Rectangle 56"/>
            <p:cNvSpPr>
              <a:spLocks noChangeArrowheads="1"/>
            </p:cNvSpPr>
            <p:nvPr/>
          </p:nvSpPr>
          <p:spPr bwMode="auto">
            <a:xfrm>
              <a:off x="1246188" y="1238250"/>
              <a:ext cx="79375" cy="6032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5" name="Rectangle 57"/>
            <p:cNvSpPr>
              <a:spLocks noChangeArrowheads="1"/>
            </p:cNvSpPr>
            <p:nvPr/>
          </p:nvSpPr>
          <p:spPr bwMode="auto">
            <a:xfrm>
              <a:off x="957263" y="1527175"/>
              <a:ext cx="5556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6" name="Rectangle 58"/>
            <p:cNvSpPr>
              <a:spLocks noChangeArrowheads="1"/>
            </p:cNvSpPr>
            <p:nvPr/>
          </p:nvSpPr>
          <p:spPr bwMode="auto">
            <a:xfrm>
              <a:off x="646113" y="1238250"/>
              <a:ext cx="77788" cy="6032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7" name="Freeform 59"/>
            <p:cNvSpPr>
              <a:spLocks/>
            </p:cNvSpPr>
            <p:nvPr/>
          </p:nvSpPr>
          <p:spPr bwMode="auto">
            <a:xfrm>
              <a:off x="1149350" y="1004888"/>
              <a:ext cx="96838" cy="98425"/>
            </a:xfrm>
            <a:custGeom>
              <a:avLst/>
              <a:gdLst>
                <a:gd name="T0" fmla="*/ 61 w 61"/>
                <a:gd name="T1" fmla="*/ 26 h 62"/>
                <a:gd name="T2" fmla="*/ 26 w 61"/>
                <a:gd name="T3" fmla="*/ 62 h 62"/>
                <a:gd name="T4" fmla="*/ 0 w 61"/>
                <a:gd name="T5" fmla="*/ 38 h 62"/>
                <a:gd name="T6" fmla="*/ 35 w 61"/>
                <a:gd name="T7" fmla="*/ 0 h 62"/>
                <a:gd name="T8" fmla="*/ 61 w 61"/>
                <a:gd name="T9" fmla="*/ 26 h 62"/>
              </a:gdLst>
              <a:ahLst/>
              <a:cxnLst>
                <a:cxn ang="0">
                  <a:pos x="T0" y="T1"/>
                </a:cxn>
                <a:cxn ang="0">
                  <a:pos x="T2" y="T3"/>
                </a:cxn>
                <a:cxn ang="0">
                  <a:pos x="T4" y="T5"/>
                </a:cxn>
                <a:cxn ang="0">
                  <a:pos x="T6" y="T7"/>
                </a:cxn>
                <a:cxn ang="0">
                  <a:pos x="T8" y="T9"/>
                </a:cxn>
              </a:cxnLst>
              <a:rect l="0" t="0" r="r" b="b"/>
              <a:pathLst>
                <a:path w="61" h="62">
                  <a:moveTo>
                    <a:pt x="61" y="26"/>
                  </a:moveTo>
                  <a:lnTo>
                    <a:pt x="26" y="62"/>
                  </a:lnTo>
                  <a:lnTo>
                    <a:pt x="0" y="38"/>
                  </a:lnTo>
                  <a:lnTo>
                    <a:pt x="35" y="0"/>
                  </a:lnTo>
                  <a:lnTo>
                    <a:pt x="61" y="2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8" name="Freeform 60"/>
            <p:cNvSpPr>
              <a:spLocks/>
            </p:cNvSpPr>
            <p:nvPr/>
          </p:nvSpPr>
          <p:spPr bwMode="auto">
            <a:xfrm>
              <a:off x="1149350" y="1430338"/>
              <a:ext cx="96838" cy="96838"/>
            </a:xfrm>
            <a:custGeom>
              <a:avLst/>
              <a:gdLst>
                <a:gd name="T0" fmla="*/ 26 w 61"/>
                <a:gd name="T1" fmla="*/ 0 h 61"/>
                <a:gd name="T2" fmla="*/ 61 w 61"/>
                <a:gd name="T3" fmla="*/ 37 h 61"/>
                <a:gd name="T4" fmla="*/ 35 w 61"/>
                <a:gd name="T5" fmla="*/ 61 h 61"/>
                <a:gd name="T6" fmla="*/ 0 w 61"/>
                <a:gd name="T7" fmla="*/ 26 h 61"/>
                <a:gd name="T8" fmla="*/ 26 w 61"/>
                <a:gd name="T9" fmla="*/ 0 h 61"/>
              </a:gdLst>
              <a:ahLst/>
              <a:cxnLst>
                <a:cxn ang="0">
                  <a:pos x="T0" y="T1"/>
                </a:cxn>
                <a:cxn ang="0">
                  <a:pos x="T2" y="T3"/>
                </a:cxn>
                <a:cxn ang="0">
                  <a:pos x="T4" y="T5"/>
                </a:cxn>
                <a:cxn ang="0">
                  <a:pos x="T6" y="T7"/>
                </a:cxn>
                <a:cxn ang="0">
                  <a:pos x="T8" y="T9"/>
                </a:cxn>
              </a:cxnLst>
              <a:rect l="0" t="0" r="r" b="b"/>
              <a:pathLst>
                <a:path w="61" h="61">
                  <a:moveTo>
                    <a:pt x="26" y="0"/>
                  </a:moveTo>
                  <a:lnTo>
                    <a:pt x="61" y="37"/>
                  </a:lnTo>
                  <a:lnTo>
                    <a:pt x="35" y="61"/>
                  </a:lnTo>
                  <a:lnTo>
                    <a:pt x="0" y="26"/>
                  </a:lnTo>
                  <a:lnTo>
                    <a:pt x="2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9" name="Freeform 61"/>
            <p:cNvSpPr>
              <a:spLocks/>
            </p:cNvSpPr>
            <p:nvPr/>
          </p:nvSpPr>
          <p:spPr bwMode="auto">
            <a:xfrm>
              <a:off x="723900" y="1430338"/>
              <a:ext cx="98425" cy="96838"/>
            </a:xfrm>
            <a:custGeom>
              <a:avLst/>
              <a:gdLst>
                <a:gd name="T0" fmla="*/ 36 w 62"/>
                <a:gd name="T1" fmla="*/ 0 h 61"/>
                <a:gd name="T2" fmla="*/ 62 w 62"/>
                <a:gd name="T3" fmla="*/ 26 h 61"/>
                <a:gd name="T4" fmla="*/ 26 w 62"/>
                <a:gd name="T5" fmla="*/ 61 h 61"/>
                <a:gd name="T6" fmla="*/ 0 w 62"/>
                <a:gd name="T7" fmla="*/ 37 h 61"/>
                <a:gd name="T8" fmla="*/ 36 w 62"/>
                <a:gd name="T9" fmla="*/ 0 h 61"/>
              </a:gdLst>
              <a:ahLst/>
              <a:cxnLst>
                <a:cxn ang="0">
                  <a:pos x="T0" y="T1"/>
                </a:cxn>
                <a:cxn ang="0">
                  <a:pos x="T2" y="T3"/>
                </a:cxn>
                <a:cxn ang="0">
                  <a:pos x="T4" y="T5"/>
                </a:cxn>
                <a:cxn ang="0">
                  <a:pos x="T6" y="T7"/>
                </a:cxn>
                <a:cxn ang="0">
                  <a:pos x="T8" y="T9"/>
                </a:cxn>
              </a:cxnLst>
              <a:rect l="0" t="0" r="r" b="b"/>
              <a:pathLst>
                <a:path w="62" h="61">
                  <a:moveTo>
                    <a:pt x="36" y="0"/>
                  </a:moveTo>
                  <a:lnTo>
                    <a:pt x="62" y="26"/>
                  </a:lnTo>
                  <a:lnTo>
                    <a:pt x="26" y="61"/>
                  </a:lnTo>
                  <a:lnTo>
                    <a:pt x="0" y="37"/>
                  </a:lnTo>
                  <a:lnTo>
                    <a:pt x="3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0" name="Freeform 62"/>
            <p:cNvSpPr>
              <a:spLocks/>
            </p:cNvSpPr>
            <p:nvPr/>
          </p:nvSpPr>
          <p:spPr bwMode="auto">
            <a:xfrm>
              <a:off x="723900" y="1004888"/>
              <a:ext cx="98425" cy="98425"/>
            </a:xfrm>
            <a:custGeom>
              <a:avLst/>
              <a:gdLst>
                <a:gd name="T0" fmla="*/ 62 w 62"/>
                <a:gd name="T1" fmla="*/ 38 h 62"/>
                <a:gd name="T2" fmla="*/ 36 w 62"/>
                <a:gd name="T3" fmla="*/ 62 h 62"/>
                <a:gd name="T4" fmla="*/ 0 w 62"/>
                <a:gd name="T5" fmla="*/ 26 h 62"/>
                <a:gd name="T6" fmla="*/ 26 w 62"/>
                <a:gd name="T7" fmla="*/ 0 h 62"/>
                <a:gd name="T8" fmla="*/ 62 w 62"/>
                <a:gd name="T9" fmla="*/ 38 h 62"/>
              </a:gdLst>
              <a:ahLst/>
              <a:cxnLst>
                <a:cxn ang="0">
                  <a:pos x="T0" y="T1"/>
                </a:cxn>
                <a:cxn ang="0">
                  <a:pos x="T2" y="T3"/>
                </a:cxn>
                <a:cxn ang="0">
                  <a:pos x="T4" y="T5"/>
                </a:cxn>
                <a:cxn ang="0">
                  <a:pos x="T6" y="T7"/>
                </a:cxn>
                <a:cxn ang="0">
                  <a:pos x="T8" y="T9"/>
                </a:cxn>
              </a:cxnLst>
              <a:rect l="0" t="0" r="r" b="b"/>
              <a:pathLst>
                <a:path w="62" h="62">
                  <a:moveTo>
                    <a:pt x="62" y="38"/>
                  </a:moveTo>
                  <a:lnTo>
                    <a:pt x="36" y="62"/>
                  </a:lnTo>
                  <a:lnTo>
                    <a:pt x="0" y="26"/>
                  </a:lnTo>
                  <a:lnTo>
                    <a:pt x="26" y="0"/>
                  </a:lnTo>
                  <a:lnTo>
                    <a:pt x="62"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1" name="Freeform 63"/>
            <p:cNvSpPr>
              <a:spLocks/>
            </p:cNvSpPr>
            <p:nvPr/>
          </p:nvSpPr>
          <p:spPr bwMode="auto">
            <a:xfrm>
              <a:off x="1058863" y="941388"/>
              <a:ext cx="82550" cy="96838"/>
            </a:xfrm>
            <a:custGeom>
              <a:avLst/>
              <a:gdLst>
                <a:gd name="T0" fmla="*/ 52 w 52"/>
                <a:gd name="T1" fmla="*/ 14 h 61"/>
                <a:gd name="T2" fmla="*/ 33 w 52"/>
                <a:gd name="T3" fmla="*/ 61 h 61"/>
                <a:gd name="T4" fmla="*/ 0 w 52"/>
                <a:gd name="T5" fmla="*/ 47 h 61"/>
                <a:gd name="T6" fmla="*/ 19 w 52"/>
                <a:gd name="T7" fmla="*/ 0 h 61"/>
                <a:gd name="T8" fmla="*/ 52 w 52"/>
                <a:gd name="T9" fmla="*/ 14 h 61"/>
              </a:gdLst>
              <a:ahLst/>
              <a:cxnLst>
                <a:cxn ang="0">
                  <a:pos x="T0" y="T1"/>
                </a:cxn>
                <a:cxn ang="0">
                  <a:pos x="T2" y="T3"/>
                </a:cxn>
                <a:cxn ang="0">
                  <a:pos x="T4" y="T5"/>
                </a:cxn>
                <a:cxn ang="0">
                  <a:pos x="T6" y="T7"/>
                </a:cxn>
                <a:cxn ang="0">
                  <a:pos x="T8" y="T9"/>
                </a:cxn>
              </a:cxnLst>
              <a:rect l="0" t="0" r="r" b="b"/>
              <a:pathLst>
                <a:path w="52" h="61">
                  <a:moveTo>
                    <a:pt x="52" y="14"/>
                  </a:moveTo>
                  <a:lnTo>
                    <a:pt x="33" y="61"/>
                  </a:lnTo>
                  <a:lnTo>
                    <a:pt x="0" y="47"/>
                  </a:lnTo>
                  <a:lnTo>
                    <a:pt x="19" y="0"/>
                  </a:lnTo>
                  <a:lnTo>
                    <a:pt x="52" y="1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2" name="Freeform 64"/>
            <p:cNvSpPr>
              <a:spLocks/>
            </p:cNvSpPr>
            <p:nvPr/>
          </p:nvSpPr>
          <p:spPr bwMode="auto">
            <a:xfrm>
              <a:off x="1216025" y="1339850"/>
              <a:ext cx="93663" cy="82550"/>
            </a:xfrm>
            <a:custGeom>
              <a:avLst/>
              <a:gdLst>
                <a:gd name="T0" fmla="*/ 12 w 59"/>
                <a:gd name="T1" fmla="*/ 0 h 52"/>
                <a:gd name="T2" fmla="*/ 59 w 59"/>
                <a:gd name="T3" fmla="*/ 19 h 52"/>
                <a:gd name="T4" fmla="*/ 47 w 59"/>
                <a:gd name="T5" fmla="*/ 52 h 52"/>
                <a:gd name="T6" fmla="*/ 0 w 59"/>
                <a:gd name="T7" fmla="*/ 33 h 52"/>
                <a:gd name="T8" fmla="*/ 12 w 59"/>
                <a:gd name="T9" fmla="*/ 0 h 52"/>
              </a:gdLst>
              <a:ahLst/>
              <a:cxnLst>
                <a:cxn ang="0">
                  <a:pos x="T0" y="T1"/>
                </a:cxn>
                <a:cxn ang="0">
                  <a:pos x="T2" y="T3"/>
                </a:cxn>
                <a:cxn ang="0">
                  <a:pos x="T4" y="T5"/>
                </a:cxn>
                <a:cxn ang="0">
                  <a:pos x="T6" y="T7"/>
                </a:cxn>
                <a:cxn ang="0">
                  <a:pos x="T8" y="T9"/>
                </a:cxn>
              </a:cxnLst>
              <a:rect l="0" t="0" r="r" b="b"/>
              <a:pathLst>
                <a:path w="59" h="52">
                  <a:moveTo>
                    <a:pt x="12" y="0"/>
                  </a:moveTo>
                  <a:lnTo>
                    <a:pt x="59" y="19"/>
                  </a:lnTo>
                  <a:lnTo>
                    <a:pt x="47" y="52"/>
                  </a:lnTo>
                  <a:lnTo>
                    <a:pt x="0" y="33"/>
                  </a:lnTo>
                  <a:lnTo>
                    <a:pt x="1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3" name="Freeform 65"/>
            <p:cNvSpPr>
              <a:spLocks/>
            </p:cNvSpPr>
            <p:nvPr/>
          </p:nvSpPr>
          <p:spPr bwMode="auto">
            <a:xfrm>
              <a:off x="830263" y="1497013"/>
              <a:ext cx="82550" cy="98425"/>
            </a:xfrm>
            <a:custGeom>
              <a:avLst/>
              <a:gdLst>
                <a:gd name="T0" fmla="*/ 52 w 52"/>
                <a:gd name="T1" fmla="*/ 14 h 62"/>
                <a:gd name="T2" fmla="*/ 33 w 52"/>
                <a:gd name="T3" fmla="*/ 62 h 62"/>
                <a:gd name="T4" fmla="*/ 0 w 52"/>
                <a:gd name="T5" fmla="*/ 47 h 62"/>
                <a:gd name="T6" fmla="*/ 18 w 52"/>
                <a:gd name="T7" fmla="*/ 0 h 62"/>
                <a:gd name="T8" fmla="*/ 52 w 52"/>
                <a:gd name="T9" fmla="*/ 14 h 62"/>
              </a:gdLst>
              <a:ahLst/>
              <a:cxnLst>
                <a:cxn ang="0">
                  <a:pos x="T0" y="T1"/>
                </a:cxn>
                <a:cxn ang="0">
                  <a:pos x="T2" y="T3"/>
                </a:cxn>
                <a:cxn ang="0">
                  <a:pos x="T4" y="T5"/>
                </a:cxn>
                <a:cxn ang="0">
                  <a:pos x="T6" y="T7"/>
                </a:cxn>
                <a:cxn ang="0">
                  <a:pos x="T8" y="T9"/>
                </a:cxn>
              </a:cxnLst>
              <a:rect l="0" t="0" r="r" b="b"/>
              <a:pathLst>
                <a:path w="52" h="62">
                  <a:moveTo>
                    <a:pt x="52" y="14"/>
                  </a:moveTo>
                  <a:lnTo>
                    <a:pt x="33" y="62"/>
                  </a:lnTo>
                  <a:lnTo>
                    <a:pt x="0" y="47"/>
                  </a:lnTo>
                  <a:lnTo>
                    <a:pt x="18" y="0"/>
                  </a:lnTo>
                  <a:lnTo>
                    <a:pt x="52" y="1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4" name="Freeform 66"/>
            <p:cNvSpPr>
              <a:spLocks/>
            </p:cNvSpPr>
            <p:nvPr/>
          </p:nvSpPr>
          <p:spPr bwMode="auto">
            <a:xfrm>
              <a:off x="660400" y="1109663"/>
              <a:ext cx="98425" cy="87313"/>
            </a:xfrm>
            <a:custGeom>
              <a:avLst/>
              <a:gdLst>
                <a:gd name="T0" fmla="*/ 47 w 62"/>
                <a:gd name="T1" fmla="*/ 55 h 55"/>
                <a:gd name="T2" fmla="*/ 0 w 62"/>
                <a:gd name="T3" fmla="*/ 36 h 55"/>
                <a:gd name="T4" fmla="*/ 14 w 62"/>
                <a:gd name="T5" fmla="*/ 0 h 55"/>
                <a:gd name="T6" fmla="*/ 62 w 62"/>
                <a:gd name="T7" fmla="*/ 22 h 55"/>
                <a:gd name="T8" fmla="*/ 47 w 62"/>
                <a:gd name="T9" fmla="*/ 55 h 55"/>
              </a:gdLst>
              <a:ahLst/>
              <a:cxnLst>
                <a:cxn ang="0">
                  <a:pos x="T0" y="T1"/>
                </a:cxn>
                <a:cxn ang="0">
                  <a:pos x="T2" y="T3"/>
                </a:cxn>
                <a:cxn ang="0">
                  <a:pos x="T4" y="T5"/>
                </a:cxn>
                <a:cxn ang="0">
                  <a:pos x="T6" y="T7"/>
                </a:cxn>
                <a:cxn ang="0">
                  <a:pos x="T8" y="T9"/>
                </a:cxn>
              </a:cxnLst>
              <a:rect l="0" t="0" r="r" b="b"/>
              <a:pathLst>
                <a:path w="62" h="55">
                  <a:moveTo>
                    <a:pt x="47" y="55"/>
                  </a:moveTo>
                  <a:lnTo>
                    <a:pt x="0" y="36"/>
                  </a:lnTo>
                  <a:lnTo>
                    <a:pt x="14" y="0"/>
                  </a:lnTo>
                  <a:lnTo>
                    <a:pt x="62" y="22"/>
                  </a:lnTo>
                  <a:lnTo>
                    <a:pt x="47" y="5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5" name="Freeform 67"/>
            <p:cNvSpPr>
              <a:spLocks/>
            </p:cNvSpPr>
            <p:nvPr/>
          </p:nvSpPr>
          <p:spPr bwMode="auto">
            <a:xfrm>
              <a:off x="1212850" y="1109663"/>
              <a:ext cx="96838" cy="82550"/>
            </a:xfrm>
            <a:custGeom>
              <a:avLst/>
              <a:gdLst>
                <a:gd name="T0" fmla="*/ 0 w 61"/>
                <a:gd name="T1" fmla="*/ 19 h 52"/>
                <a:gd name="T2" fmla="*/ 47 w 61"/>
                <a:gd name="T3" fmla="*/ 0 h 52"/>
                <a:gd name="T4" fmla="*/ 61 w 61"/>
                <a:gd name="T5" fmla="*/ 34 h 52"/>
                <a:gd name="T6" fmla="*/ 14 w 61"/>
                <a:gd name="T7" fmla="*/ 52 h 52"/>
                <a:gd name="T8" fmla="*/ 0 w 61"/>
                <a:gd name="T9" fmla="*/ 19 h 52"/>
              </a:gdLst>
              <a:ahLst/>
              <a:cxnLst>
                <a:cxn ang="0">
                  <a:pos x="T0" y="T1"/>
                </a:cxn>
                <a:cxn ang="0">
                  <a:pos x="T2" y="T3"/>
                </a:cxn>
                <a:cxn ang="0">
                  <a:pos x="T4" y="T5"/>
                </a:cxn>
                <a:cxn ang="0">
                  <a:pos x="T6" y="T7"/>
                </a:cxn>
                <a:cxn ang="0">
                  <a:pos x="T8" y="T9"/>
                </a:cxn>
              </a:cxnLst>
              <a:rect l="0" t="0" r="r" b="b"/>
              <a:pathLst>
                <a:path w="61" h="52">
                  <a:moveTo>
                    <a:pt x="0" y="19"/>
                  </a:moveTo>
                  <a:lnTo>
                    <a:pt x="47" y="0"/>
                  </a:lnTo>
                  <a:lnTo>
                    <a:pt x="61" y="34"/>
                  </a:lnTo>
                  <a:lnTo>
                    <a:pt x="14" y="52"/>
                  </a:lnTo>
                  <a:lnTo>
                    <a:pt x="0"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6" name="Freeform 68"/>
            <p:cNvSpPr>
              <a:spLocks/>
            </p:cNvSpPr>
            <p:nvPr/>
          </p:nvSpPr>
          <p:spPr bwMode="auto">
            <a:xfrm>
              <a:off x="1058863" y="1497013"/>
              <a:ext cx="85725" cy="93663"/>
            </a:xfrm>
            <a:custGeom>
              <a:avLst/>
              <a:gdLst>
                <a:gd name="T0" fmla="*/ 54 w 54"/>
                <a:gd name="T1" fmla="*/ 47 h 59"/>
                <a:gd name="T2" fmla="*/ 21 w 54"/>
                <a:gd name="T3" fmla="*/ 59 h 59"/>
                <a:gd name="T4" fmla="*/ 0 w 54"/>
                <a:gd name="T5" fmla="*/ 14 h 59"/>
                <a:gd name="T6" fmla="*/ 33 w 54"/>
                <a:gd name="T7" fmla="*/ 0 h 59"/>
                <a:gd name="T8" fmla="*/ 54 w 54"/>
                <a:gd name="T9" fmla="*/ 47 h 59"/>
              </a:gdLst>
              <a:ahLst/>
              <a:cxnLst>
                <a:cxn ang="0">
                  <a:pos x="T0" y="T1"/>
                </a:cxn>
                <a:cxn ang="0">
                  <a:pos x="T2" y="T3"/>
                </a:cxn>
                <a:cxn ang="0">
                  <a:pos x="T4" y="T5"/>
                </a:cxn>
                <a:cxn ang="0">
                  <a:pos x="T6" y="T7"/>
                </a:cxn>
                <a:cxn ang="0">
                  <a:pos x="T8" y="T9"/>
                </a:cxn>
              </a:cxnLst>
              <a:rect l="0" t="0" r="r" b="b"/>
              <a:pathLst>
                <a:path w="54" h="59">
                  <a:moveTo>
                    <a:pt x="54" y="47"/>
                  </a:moveTo>
                  <a:lnTo>
                    <a:pt x="21" y="59"/>
                  </a:lnTo>
                  <a:lnTo>
                    <a:pt x="0" y="14"/>
                  </a:lnTo>
                  <a:lnTo>
                    <a:pt x="33" y="0"/>
                  </a:lnTo>
                  <a:lnTo>
                    <a:pt x="54" y="4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7" name="Freeform 69"/>
            <p:cNvSpPr>
              <a:spLocks/>
            </p:cNvSpPr>
            <p:nvPr/>
          </p:nvSpPr>
          <p:spPr bwMode="auto">
            <a:xfrm>
              <a:off x="660400" y="1339850"/>
              <a:ext cx="98425" cy="85725"/>
            </a:xfrm>
            <a:custGeom>
              <a:avLst/>
              <a:gdLst>
                <a:gd name="T0" fmla="*/ 62 w 62"/>
                <a:gd name="T1" fmla="*/ 35 h 54"/>
                <a:gd name="T2" fmla="*/ 14 w 62"/>
                <a:gd name="T3" fmla="*/ 54 h 54"/>
                <a:gd name="T4" fmla="*/ 0 w 62"/>
                <a:gd name="T5" fmla="*/ 21 h 54"/>
                <a:gd name="T6" fmla="*/ 47 w 62"/>
                <a:gd name="T7" fmla="*/ 0 h 54"/>
                <a:gd name="T8" fmla="*/ 62 w 62"/>
                <a:gd name="T9" fmla="*/ 35 h 54"/>
              </a:gdLst>
              <a:ahLst/>
              <a:cxnLst>
                <a:cxn ang="0">
                  <a:pos x="T0" y="T1"/>
                </a:cxn>
                <a:cxn ang="0">
                  <a:pos x="T2" y="T3"/>
                </a:cxn>
                <a:cxn ang="0">
                  <a:pos x="T4" y="T5"/>
                </a:cxn>
                <a:cxn ang="0">
                  <a:pos x="T6" y="T7"/>
                </a:cxn>
                <a:cxn ang="0">
                  <a:pos x="T8" y="T9"/>
                </a:cxn>
              </a:cxnLst>
              <a:rect l="0" t="0" r="r" b="b"/>
              <a:pathLst>
                <a:path w="62" h="54">
                  <a:moveTo>
                    <a:pt x="62" y="35"/>
                  </a:moveTo>
                  <a:lnTo>
                    <a:pt x="14" y="54"/>
                  </a:lnTo>
                  <a:lnTo>
                    <a:pt x="0" y="21"/>
                  </a:lnTo>
                  <a:lnTo>
                    <a:pt x="47" y="0"/>
                  </a:lnTo>
                  <a:lnTo>
                    <a:pt x="62" y="3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8" name="Freeform 70"/>
            <p:cNvSpPr>
              <a:spLocks/>
            </p:cNvSpPr>
            <p:nvPr/>
          </p:nvSpPr>
          <p:spPr bwMode="auto">
            <a:xfrm>
              <a:off x="830263" y="941388"/>
              <a:ext cx="82550" cy="96838"/>
            </a:xfrm>
            <a:custGeom>
              <a:avLst/>
              <a:gdLst>
                <a:gd name="T0" fmla="*/ 52 w 52"/>
                <a:gd name="T1" fmla="*/ 47 h 61"/>
                <a:gd name="T2" fmla="*/ 18 w 52"/>
                <a:gd name="T3" fmla="*/ 61 h 61"/>
                <a:gd name="T4" fmla="*/ 0 w 52"/>
                <a:gd name="T5" fmla="*/ 14 h 61"/>
                <a:gd name="T6" fmla="*/ 33 w 52"/>
                <a:gd name="T7" fmla="*/ 0 h 61"/>
                <a:gd name="T8" fmla="*/ 52 w 52"/>
                <a:gd name="T9" fmla="*/ 47 h 61"/>
              </a:gdLst>
              <a:ahLst/>
              <a:cxnLst>
                <a:cxn ang="0">
                  <a:pos x="T0" y="T1"/>
                </a:cxn>
                <a:cxn ang="0">
                  <a:pos x="T2" y="T3"/>
                </a:cxn>
                <a:cxn ang="0">
                  <a:pos x="T4" y="T5"/>
                </a:cxn>
                <a:cxn ang="0">
                  <a:pos x="T6" y="T7"/>
                </a:cxn>
                <a:cxn ang="0">
                  <a:pos x="T8" y="T9"/>
                </a:cxn>
              </a:cxnLst>
              <a:rect l="0" t="0" r="r" b="b"/>
              <a:pathLst>
                <a:path w="52" h="61">
                  <a:moveTo>
                    <a:pt x="52" y="47"/>
                  </a:moveTo>
                  <a:lnTo>
                    <a:pt x="18" y="61"/>
                  </a:lnTo>
                  <a:lnTo>
                    <a:pt x="0" y="14"/>
                  </a:lnTo>
                  <a:lnTo>
                    <a:pt x="33" y="0"/>
                  </a:lnTo>
                  <a:lnTo>
                    <a:pt x="52" y="4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9" name="Freeform 71"/>
            <p:cNvSpPr>
              <a:spLocks noEditPoints="1"/>
            </p:cNvSpPr>
            <p:nvPr/>
          </p:nvSpPr>
          <p:spPr bwMode="auto">
            <a:xfrm>
              <a:off x="6069013" y="825500"/>
              <a:ext cx="642938" cy="641350"/>
            </a:xfrm>
            <a:custGeom>
              <a:avLst/>
              <a:gdLst>
                <a:gd name="T0" fmla="*/ 171 w 171"/>
                <a:gd name="T1" fmla="*/ 86 h 171"/>
                <a:gd name="T2" fmla="*/ 153 w 171"/>
                <a:gd name="T3" fmla="*/ 81 h 171"/>
                <a:gd name="T4" fmla="*/ 164 w 171"/>
                <a:gd name="T5" fmla="*/ 81 h 171"/>
                <a:gd name="T6" fmla="*/ 153 w 171"/>
                <a:gd name="T7" fmla="*/ 91 h 171"/>
                <a:gd name="T8" fmla="*/ 133 w 171"/>
                <a:gd name="T9" fmla="*/ 157 h 171"/>
                <a:gd name="T10" fmla="*/ 153 w 171"/>
                <a:gd name="T11" fmla="*/ 91 h 171"/>
                <a:gd name="T12" fmla="*/ 141 w 171"/>
                <a:gd name="T13" fmla="*/ 81 h 171"/>
                <a:gd name="T14" fmla="*/ 153 w 171"/>
                <a:gd name="T15" fmla="*/ 32 h 171"/>
                <a:gd name="T16" fmla="*/ 133 w 171"/>
                <a:gd name="T17" fmla="*/ 31 h 171"/>
                <a:gd name="T18" fmla="*/ 138 w 171"/>
                <a:gd name="T19" fmla="*/ 27 h 171"/>
                <a:gd name="T20" fmla="*/ 133 w 171"/>
                <a:gd name="T21" fmla="*/ 45 h 171"/>
                <a:gd name="T22" fmla="*/ 145 w 171"/>
                <a:gd name="T23" fmla="*/ 138 h 171"/>
                <a:gd name="T24" fmla="*/ 133 w 171"/>
                <a:gd name="T25" fmla="*/ 140 h 171"/>
                <a:gd name="T26" fmla="*/ 86 w 171"/>
                <a:gd name="T27" fmla="*/ 171 h 171"/>
                <a:gd name="T28" fmla="*/ 133 w 171"/>
                <a:gd name="T29" fmla="*/ 140 h 171"/>
                <a:gd name="T30" fmla="*/ 128 w 171"/>
                <a:gd name="T31" fmla="*/ 122 h 171"/>
                <a:gd name="T32" fmla="*/ 133 w 171"/>
                <a:gd name="T33" fmla="*/ 126 h 171"/>
                <a:gd name="T34" fmla="*/ 128 w 171"/>
                <a:gd name="T35" fmla="*/ 50 h 171"/>
                <a:gd name="T36" fmla="*/ 133 w 171"/>
                <a:gd name="T37" fmla="*/ 31 h 171"/>
                <a:gd name="T38" fmla="*/ 86 w 171"/>
                <a:gd name="T39" fmla="*/ 0 h 171"/>
                <a:gd name="T40" fmla="*/ 86 w 171"/>
                <a:gd name="T41" fmla="*/ 7 h 171"/>
                <a:gd name="T42" fmla="*/ 91 w 171"/>
                <a:gd name="T43" fmla="*/ 30 h 171"/>
                <a:gd name="T44" fmla="*/ 86 w 171"/>
                <a:gd name="T45" fmla="*/ 79 h 171"/>
                <a:gd name="T46" fmla="*/ 113 w 171"/>
                <a:gd name="T47" fmla="*/ 54 h 171"/>
                <a:gd name="T48" fmla="*/ 87 w 171"/>
                <a:gd name="T49" fmla="*/ 94 h 171"/>
                <a:gd name="T50" fmla="*/ 86 w 171"/>
                <a:gd name="T51" fmla="*/ 141 h 171"/>
                <a:gd name="T52" fmla="*/ 91 w 171"/>
                <a:gd name="T53" fmla="*/ 164 h 171"/>
                <a:gd name="T54" fmla="*/ 86 w 171"/>
                <a:gd name="T55" fmla="*/ 164 h 171"/>
                <a:gd name="T56" fmla="*/ 86 w 171"/>
                <a:gd name="T57" fmla="*/ 0 h 171"/>
                <a:gd name="T58" fmla="*/ 38 w 171"/>
                <a:gd name="T59" fmla="*/ 31 h 171"/>
                <a:gd name="T60" fmla="*/ 43 w 171"/>
                <a:gd name="T61" fmla="*/ 50 h 171"/>
                <a:gd name="T62" fmla="*/ 38 w 171"/>
                <a:gd name="T63" fmla="*/ 126 h 171"/>
                <a:gd name="T64" fmla="*/ 50 w 171"/>
                <a:gd name="T65" fmla="*/ 129 h 171"/>
                <a:gd name="T66" fmla="*/ 38 w 171"/>
                <a:gd name="T67" fmla="*/ 157 h 171"/>
                <a:gd name="T68" fmla="*/ 86 w 171"/>
                <a:gd name="T69" fmla="*/ 164 h 171"/>
                <a:gd name="T70" fmla="*/ 81 w 171"/>
                <a:gd name="T71" fmla="*/ 141 h 171"/>
                <a:gd name="T72" fmla="*/ 86 w 171"/>
                <a:gd name="T73" fmla="*/ 93 h 171"/>
                <a:gd name="T74" fmla="*/ 72 w 171"/>
                <a:gd name="T75" fmla="*/ 66 h 171"/>
                <a:gd name="T76" fmla="*/ 86 w 171"/>
                <a:gd name="T77" fmla="*/ 79 h 171"/>
                <a:gd name="T78" fmla="*/ 81 w 171"/>
                <a:gd name="T79" fmla="*/ 30 h 171"/>
                <a:gd name="T80" fmla="*/ 81 w 171"/>
                <a:gd name="T81" fmla="*/ 7 h 171"/>
                <a:gd name="T82" fmla="*/ 86 w 171"/>
                <a:gd name="T83" fmla="*/ 0 h 171"/>
                <a:gd name="T84" fmla="*/ 19 w 171"/>
                <a:gd name="T85" fmla="*/ 32 h 171"/>
                <a:gd name="T86" fmla="*/ 30 w 171"/>
                <a:gd name="T87" fmla="*/ 81 h 171"/>
                <a:gd name="T88" fmla="*/ 30 w 171"/>
                <a:gd name="T89" fmla="*/ 91 h 171"/>
                <a:gd name="T90" fmla="*/ 19 w 171"/>
                <a:gd name="T91" fmla="*/ 139 h 171"/>
                <a:gd name="T92" fmla="*/ 38 w 171"/>
                <a:gd name="T93" fmla="*/ 140 h 171"/>
                <a:gd name="T94" fmla="*/ 34 w 171"/>
                <a:gd name="T95" fmla="*/ 145 h 171"/>
                <a:gd name="T96" fmla="*/ 38 w 171"/>
                <a:gd name="T97" fmla="*/ 126 h 171"/>
                <a:gd name="T98" fmla="*/ 27 w 171"/>
                <a:gd name="T99" fmla="*/ 34 h 171"/>
                <a:gd name="T100" fmla="*/ 34 w 171"/>
                <a:gd name="T101" fmla="*/ 27 h 171"/>
                <a:gd name="T102" fmla="*/ 38 w 171"/>
                <a:gd name="T103" fmla="*/ 14 h 171"/>
                <a:gd name="T104" fmla="*/ 0 w 171"/>
                <a:gd name="T105" fmla="*/ 86 h 171"/>
                <a:gd name="T106" fmla="*/ 19 w 171"/>
                <a:gd name="T107" fmla="*/ 91 h 171"/>
                <a:gd name="T108" fmla="*/ 7 w 171"/>
                <a:gd name="T109" fmla="*/ 81 h 171"/>
                <a:gd name="T110" fmla="*/ 19 w 171"/>
                <a:gd name="T111" fmla="*/ 3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 h="171">
                  <a:moveTo>
                    <a:pt x="153" y="139"/>
                  </a:moveTo>
                  <a:cubicBezTo>
                    <a:pt x="164" y="124"/>
                    <a:pt x="171" y="106"/>
                    <a:pt x="171" y="86"/>
                  </a:cubicBezTo>
                  <a:cubicBezTo>
                    <a:pt x="171" y="66"/>
                    <a:pt x="164" y="47"/>
                    <a:pt x="153" y="32"/>
                  </a:cubicBezTo>
                  <a:cubicBezTo>
                    <a:pt x="153" y="81"/>
                    <a:pt x="153" y="81"/>
                    <a:pt x="153" y="81"/>
                  </a:cubicBezTo>
                  <a:cubicBezTo>
                    <a:pt x="164" y="81"/>
                    <a:pt x="164" y="81"/>
                    <a:pt x="164" y="81"/>
                  </a:cubicBezTo>
                  <a:cubicBezTo>
                    <a:pt x="164" y="81"/>
                    <a:pt x="164" y="81"/>
                    <a:pt x="164" y="81"/>
                  </a:cubicBezTo>
                  <a:cubicBezTo>
                    <a:pt x="164" y="91"/>
                    <a:pt x="164" y="91"/>
                    <a:pt x="164" y="91"/>
                  </a:cubicBezTo>
                  <a:cubicBezTo>
                    <a:pt x="153" y="91"/>
                    <a:pt x="153" y="91"/>
                    <a:pt x="153" y="91"/>
                  </a:cubicBezTo>
                  <a:lnTo>
                    <a:pt x="153" y="139"/>
                  </a:lnTo>
                  <a:close/>
                  <a:moveTo>
                    <a:pt x="133" y="157"/>
                  </a:moveTo>
                  <a:cubicBezTo>
                    <a:pt x="140" y="152"/>
                    <a:pt x="147" y="146"/>
                    <a:pt x="153" y="139"/>
                  </a:cubicBezTo>
                  <a:cubicBezTo>
                    <a:pt x="153" y="91"/>
                    <a:pt x="153" y="91"/>
                    <a:pt x="153" y="91"/>
                  </a:cubicBezTo>
                  <a:cubicBezTo>
                    <a:pt x="141" y="91"/>
                    <a:pt x="141" y="91"/>
                    <a:pt x="141" y="91"/>
                  </a:cubicBezTo>
                  <a:cubicBezTo>
                    <a:pt x="141" y="81"/>
                    <a:pt x="141" y="81"/>
                    <a:pt x="141" y="81"/>
                  </a:cubicBezTo>
                  <a:cubicBezTo>
                    <a:pt x="153" y="81"/>
                    <a:pt x="153" y="81"/>
                    <a:pt x="153" y="81"/>
                  </a:cubicBezTo>
                  <a:cubicBezTo>
                    <a:pt x="153" y="32"/>
                    <a:pt x="153" y="32"/>
                    <a:pt x="153" y="32"/>
                  </a:cubicBezTo>
                  <a:cubicBezTo>
                    <a:pt x="147" y="26"/>
                    <a:pt x="140" y="19"/>
                    <a:pt x="133" y="14"/>
                  </a:cubicBezTo>
                  <a:cubicBezTo>
                    <a:pt x="133" y="31"/>
                    <a:pt x="133" y="31"/>
                    <a:pt x="133" y="31"/>
                  </a:cubicBezTo>
                  <a:cubicBezTo>
                    <a:pt x="138" y="27"/>
                    <a:pt x="138" y="27"/>
                    <a:pt x="138" y="27"/>
                  </a:cubicBezTo>
                  <a:cubicBezTo>
                    <a:pt x="138" y="27"/>
                    <a:pt x="138" y="27"/>
                    <a:pt x="138" y="27"/>
                  </a:cubicBezTo>
                  <a:cubicBezTo>
                    <a:pt x="145" y="34"/>
                    <a:pt x="145" y="34"/>
                    <a:pt x="145" y="34"/>
                  </a:cubicBezTo>
                  <a:cubicBezTo>
                    <a:pt x="133" y="45"/>
                    <a:pt x="133" y="45"/>
                    <a:pt x="133" y="45"/>
                  </a:cubicBezTo>
                  <a:cubicBezTo>
                    <a:pt x="133" y="126"/>
                    <a:pt x="133" y="126"/>
                    <a:pt x="133" y="126"/>
                  </a:cubicBezTo>
                  <a:cubicBezTo>
                    <a:pt x="145" y="138"/>
                    <a:pt x="145" y="138"/>
                    <a:pt x="145" y="138"/>
                  </a:cubicBezTo>
                  <a:cubicBezTo>
                    <a:pt x="138" y="145"/>
                    <a:pt x="138" y="145"/>
                    <a:pt x="138" y="145"/>
                  </a:cubicBezTo>
                  <a:cubicBezTo>
                    <a:pt x="133" y="140"/>
                    <a:pt x="133" y="140"/>
                    <a:pt x="133" y="140"/>
                  </a:cubicBezTo>
                  <a:lnTo>
                    <a:pt x="133" y="157"/>
                  </a:lnTo>
                  <a:close/>
                  <a:moveTo>
                    <a:pt x="86" y="171"/>
                  </a:moveTo>
                  <a:cubicBezTo>
                    <a:pt x="103" y="171"/>
                    <a:pt x="119" y="166"/>
                    <a:pt x="133" y="157"/>
                  </a:cubicBezTo>
                  <a:cubicBezTo>
                    <a:pt x="133" y="140"/>
                    <a:pt x="133" y="140"/>
                    <a:pt x="133" y="140"/>
                  </a:cubicBezTo>
                  <a:cubicBezTo>
                    <a:pt x="121" y="129"/>
                    <a:pt x="121" y="129"/>
                    <a:pt x="121" y="129"/>
                  </a:cubicBezTo>
                  <a:cubicBezTo>
                    <a:pt x="128" y="122"/>
                    <a:pt x="128" y="122"/>
                    <a:pt x="128" y="122"/>
                  </a:cubicBezTo>
                  <a:cubicBezTo>
                    <a:pt x="128" y="122"/>
                    <a:pt x="128" y="122"/>
                    <a:pt x="128" y="122"/>
                  </a:cubicBezTo>
                  <a:cubicBezTo>
                    <a:pt x="133" y="126"/>
                    <a:pt x="133" y="126"/>
                    <a:pt x="133" y="126"/>
                  </a:cubicBezTo>
                  <a:cubicBezTo>
                    <a:pt x="133" y="45"/>
                    <a:pt x="133" y="45"/>
                    <a:pt x="133" y="45"/>
                  </a:cubicBezTo>
                  <a:cubicBezTo>
                    <a:pt x="128" y="50"/>
                    <a:pt x="128" y="50"/>
                    <a:pt x="128" y="50"/>
                  </a:cubicBezTo>
                  <a:cubicBezTo>
                    <a:pt x="121" y="43"/>
                    <a:pt x="121" y="43"/>
                    <a:pt x="121" y="43"/>
                  </a:cubicBezTo>
                  <a:cubicBezTo>
                    <a:pt x="133" y="31"/>
                    <a:pt x="133" y="31"/>
                    <a:pt x="133" y="31"/>
                  </a:cubicBezTo>
                  <a:cubicBezTo>
                    <a:pt x="133" y="14"/>
                    <a:pt x="133" y="14"/>
                    <a:pt x="133" y="14"/>
                  </a:cubicBezTo>
                  <a:cubicBezTo>
                    <a:pt x="119" y="5"/>
                    <a:pt x="103" y="0"/>
                    <a:pt x="86" y="0"/>
                  </a:cubicBezTo>
                  <a:cubicBezTo>
                    <a:pt x="86" y="0"/>
                    <a:pt x="86" y="0"/>
                    <a:pt x="86" y="0"/>
                  </a:cubicBezTo>
                  <a:cubicBezTo>
                    <a:pt x="86" y="7"/>
                    <a:pt x="86" y="7"/>
                    <a:pt x="86" y="7"/>
                  </a:cubicBezTo>
                  <a:cubicBezTo>
                    <a:pt x="91" y="7"/>
                    <a:pt x="91" y="7"/>
                    <a:pt x="91" y="7"/>
                  </a:cubicBezTo>
                  <a:cubicBezTo>
                    <a:pt x="91" y="30"/>
                    <a:pt x="91" y="30"/>
                    <a:pt x="91" y="30"/>
                  </a:cubicBezTo>
                  <a:cubicBezTo>
                    <a:pt x="86" y="30"/>
                    <a:pt x="86" y="30"/>
                    <a:pt x="86" y="30"/>
                  </a:cubicBezTo>
                  <a:cubicBezTo>
                    <a:pt x="86" y="79"/>
                    <a:pt x="86" y="79"/>
                    <a:pt x="86" y="79"/>
                  </a:cubicBezTo>
                  <a:cubicBezTo>
                    <a:pt x="87" y="80"/>
                    <a:pt x="87" y="80"/>
                    <a:pt x="87" y="80"/>
                  </a:cubicBezTo>
                  <a:cubicBezTo>
                    <a:pt x="113" y="54"/>
                    <a:pt x="113" y="54"/>
                    <a:pt x="113" y="54"/>
                  </a:cubicBezTo>
                  <a:cubicBezTo>
                    <a:pt x="120" y="61"/>
                    <a:pt x="120" y="61"/>
                    <a:pt x="120" y="61"/>
                  </a:cubicBezTo>
                  <a:cubicBezTo>
                    <a:pt x="87" y="94"/>
                    <a:pt x="87" y="94"/>
                    <a:pt x="87" y="94"/>
                  </a:cubicBezTo>
                  <a:cubicBezTo>
                    <a:pt x="86" y="93"/>
                    <a:pt x="86" y="93"/>
                    <a:pt x="86" y="93"/>
                  </a:cubicBezTo>
                  <a:cubicBezTo>
                    <a:pt x="86" y="141"/>
                    <a:pt x="86" y="141"/>
                    <a:pt x="86" y="141"/>
                  </a:cubicBezTo>
                  <a:cubicBezTo>
                    <a:pt x="91" y="141"/>
                    <a:pt x="91" y="141"/>
                    <a:pt x="91" y="141"/>
                  </a:cubicBezTo>
                  <a:cubicBezTo>
                    <a:pt x="91" y="164"/>
                    <a:pt x="91" y="164"/>
                    <a:pt x="91" y="164"/>
                  </a:cubicBezTo>
                  <a:cubicBezTo>
                    <a:pt x="91" y="164"/>
                    <a:pt x="91" y="164"/>
                    <a:pt x="91" y="164"/>
                  </a:cubicBezTo>
                  <a:cubicBezTo>
                    <a:pt x="86" y="164"/>
                    <a:pt x="86" y="164"/>
                    <a:pt x="86" y="164"/>
                  </a:cubicBezTo>
                  <a:cubicBezTo>
                    <a:pt x="86" y="171"/>
                    <a:pt x="86" y="171"/>
                    <a:pt x="86" y="171"/>
                  </a:cubicBezTo>
                  <a:close/>
                  <a:moveTo>
                    <a:pt x="86" y="0"/>
                  </a:moveTo>
                  <a:cubicBezTo>
                    <a:pt x="68" y="0"/>
                    <a:pt x="52" y="5"/>
                    <a:pt x="38" y="14"/>
                  </a:cubicBezTo>
                  <a:cubicBezTo>
                    <a:pt x="38" y="31"/>
                    <a:pt x="38" y="31"/>
                    <a:pt x="38" y="31"/>
                  </a:cubicBezTo>
                  <a:cubicBezTo>
                    <a:pt x="50" y="43"/>
                    <a:pt x="50" y="43"/>
                    <a:pt x="50" y="43"/>
                  </a:cubicBezTo>
                  <a:cubicBezTo>
                    <a:pt x="43" y="50"/>
                    <a:pt x="43" y="50"/>
                    <a:pt x="43" y="50"/>
                  </a:cubicBezTo>
                  <a:cubicBezTo>
                    <a:pt x="38" y="45"/>
                    <a:pt x="38" y="45"/>
                    <a:pt x="38" y="45"/>
                  </a:cubicBezTo>
                  <a:cubicBezTo>
                    <a:pt x="38" y="126"/>
                    <a:pt x="38" y="126"/>
                    <a:pt x="38" y="126"/>
                  </a:cubicBezTo>
                  <a:cubicBezTo>
                    <a:pt x="43" y="122"/>
                    <a:pt x="43" y="122"/>
                    <a:pt x="43" y="122"/>
                  </a:cubicBezTo>
                  <a:cubicBezTo>
                    <a:pt x="50" y="129"/>
                    <a:pt x="50" y="129"/>
                    <a:pt x="50" y="129"/>
                  </a:cubicBezTo>
                  <a:cubicBezTo>
                    <a:pt x="38" y="140"/>
                    <a:pt x="38" y="140"/>
                    <a:pt x="38" y="140"/>
                  </a:cubicBezTo>
                  <a:cubicBezTo>
                    <a:pt x="38" y="157"/>
                    <a:pt x="38" y="157"/>
                    <a:pt x="38" y="157"/>
                  </a:cubicBezTo>
                  <a:cubicBezTo>
                    <a:pt x="52" y="166"/>
                    <a:pt x="68" y="171"/>
                    <a:pt x="86" y="171"/>
                  </a:cubicBezTo>
                  <a:cubicBezTo>
                    <a:pt x="86" y="164"/>
                    <a:pt x="86" y="164"/>
                    <a:pt x="86" y="164"/>
                  </a:cubicBezTo>
                  <a:cubicBezTo>
                    <a:pt x="81" y="164"/>
                    <a:pt x="81" y="164"/>
                    <a:pt x="81" y="164"/>
                  </a:cubicBezTo>
                  <a:cubicBezTo>
                    <a:pt x="81" y="141"/>
                    <a:pt x="81" y="141"/>
                    <a:pt x="81" y="141"/>
                  </a:cubicBezTo>
                  <a:cubicBezTo>
                    <a:pt x="86" y="141"/>
                    <a:pt x="86" y="141"/>
                    <a:pt x="86" y="141"/>
                  </a:cubicBezTo>
                  <a:cubicBezTo>
                    <a:pt x="86" y="93"/>
                    <a:pt x="86" y="93"/>
                    <a:pt x="86" y="93"/>
                  </a:cubicBezTo>
                  <a:cubicBezTo>
                    <a:pt x="65" y="73"/>
                    <a:pt x="65" y="73"/>
                    <a:pt x="65" y="73"/>
                  </a:cubicBezTo>
                  <a:cubicBezTo>
                    <a:pt x="72" y="66"/>
                    <a:pt x="72" y="66"/>
                    <a:pt x="72" y="66"/>
                  </a:cubicBezTo>
                  <a:cubicBezTo>
                    <a:pt x="72" y="66"/>
                    <a:pt x="72" y="66"/>
                    <a:pt x="72" y="66"/>
                  </a:cubicBezTo>
                  <a:cubicBezTo>
                    <a:pt x="86" y="79"/>
                    <a:pt x="86" y="79"/>
                    <a:pt x="86" y="79"/>
                  </a:cubicBezTo>
                  <a:cubicBezTo>
                    <a:pt x="86" y="30"/>
                    <a:pt x="86" y="30"/>
                    <a:pt x="86" y="30"/>
                  </a:cubicBezTo>
                  <a:cubicBezTo>
                    <a:pt x="81" y="30"/>
                    <a:pt x="81" y="30"/>
                    <a:pt x="81" y="30"/>
                  </a:cubicBezTo>
                  <a:cubicBezTo>
                    <a:pt x="81" y="7"/>
                    <a:pt x="81" y="7"/>
                    <a:pt x="81" y="7"/>
                  </a:cubicBezTo>
                  <a:cubicBezTo>
                    <a:pt x="81" y="7"/>
                    <a:pt x="81" y="7"/>
                    <a:pt x="81" y="7"/>
                  </a:cubicBezTo>
                  <a:cubicBezTo>
                    <a:pt x="86" y="7"/>
                    <a:pt x="86" y="7"/>
                    <a:pt x="86" y="7"/>
                  </a:cubicBezTo>
                  <a:lnTo>
                    <a:pt x="86" y="0"/>
                  </a:lnTo>
                  <a:close/>
                  <a:moveTo>
                    <a:pt x="38" y="14"/>
                  </a:moveTo>
                  <a:cubicBezTo>
                    <a:pt x="31" y="19"/>
                    <a:pt x="24" y="26"/>
                    <a:pt x="19" y="32"/>
                  </a:cubicBezTo>
                  <a:cubicBezTo>
                    <a:pt x="19" y="81"/>
                    <a:pt x="19" y="81"/>
                    <a:pt x="19" y="81"/>
                  </a:cubicBezTo>
                  <a:cubicBezTo>
                    <a:pt x="30" y="81"/>
                    <a:pt x="30" y="81"/>
                    <a:pt x="30" y="81"/>
                  </a:cubicBezTo>
                  <a:cubicBezTo>
                    <a:pt x="30" y="81"/>
                    <a:pt x="30" y="81"/>
                    <a:pt x="30" y="81"/>
                  </a:cubicBezTo>
                  <a:cubicBezTo>
                    <a:pt x="30" y="91"/>
                    <a:pt x="30" y="91"/>
                    <a:pt x="30" y="91"/>
                  </a:cubicBezTo>
                  <a:cubicBezTo>
                    <a:pt x="19" y="91"/>
                    <a:pt x="19" y="91"/>
                    <a:pt x="19" y="91"/>
                  </a:cubicBezTo>
                  <a:cubicBezTo>
                    <a:pt x="19" y="139"/>
                    <a:pt x="19" y="139"/>
                    <a:pt x="19" y="139"/>
                  </a:cubicBezTo>
                  <a:cubicBezTo>
                    <a:pt x="24" y="146"/>
                    <a:pt x="31" y="152"/>
                    <a:pt x="38" y="157"/>
                  </a:cubicBezTo>
                  <a:cubicBezTo>
                    <a:pt x="38" y="140"/>
                    <a:pt x="38" y="140"/>
                    <a:pt x="38" y="140"/>
                  </a:cubicBezTo>
                  <a:cubicBezTo>
                    <a:pt x="34" y="145"/>
                    <a:pt x="34" y="145"/>
                    <a:pt x="34" y="145"/>
                  </a:cubicBezTo>
                  <a:cubicBezTo>
                    <a:pt x="34" y="145"/>
                    <a:pt x="34" y="145"/>
                    <a:pt x="34" y="145"/>
                  </a:cubicBezTo>
                  <a:cubicBezTo>
                    <a:pt x="27" y="138"/>
                    <a:pt x="27" y="138"/>
                    <a:pt x="27" y="138"/>
                  </a:cubicBezTo>
                  <a:cubicBezTo>
                    <a:pt x="38" y="126"/>
                    <a:pt x="38" y="126"/>
                    <a:pt x="38" y="126"/>
                  </a:cubicBezTo>
                  <a:cubicBezTo>
                    <a:pt x="38" y="45"/>
                    <a:pt x="38" y="45"/>
                    <a:pt x="38" y="45"/>
                  </a:cubicBezTo>
                  <a:cubicBezTo>
                    <a:pt x="27" y="34"/>
                    <a:pt x="27" y="34"/>
                    <a:pt x="27" y="34"/>
                  </a:cubicBezTo>
                  <a:cubicBezTo>
                    <a:pt x="34" y="27"/>
                    <a:pt x="34" y="27"/>
                    <a:pt x="34" y="27"/>
                  </a:cubicBezTo>
                  <a:cubicBezTo>
                    <a:pt x="34" y="27"/>
                    <a:pt x="34" y="27"/>
                    <a:pt x="34" y="27"/>
                  </a:cubicBezTo>
                  <a:cubicBezTo>
                    <a:pt x="38" y="31"/>
                    <a:pt x="38" y="31"/>
                    <a:pt x="38" y="31"/>
                  </a:cubicBezTo>
                  <a:lnTo>
                    <a:pt x="38" y="14"/>
                  </a:lnTo>
                  <a:close/>
                  <a:moveTo>
                    <a:pt x="19" y="32"/>
                  </a:moveTo>
                  <a:cubicBezTo>
                    <a:pt x="7" y="47"/>
                    <a:pt x="0" y="66"/>
                    <a:pt x="0" y="86"/>
                  </a:cubicBezTo>
                  <a:cubicBezTo>
                    <a:pt x="0" y="106"/>
                    <a:pt x="7" y="124"/>
                    <a:pt x="19" y="139"/>
                  </a:cubicBezTo>
                  <a:cubicBezTo>
                    <a:pt x="19" y="91"/>
                    <a:pt x="19" y="91"/>
                    <a:pt x="19" y="91"/>
                  </a:cubicBezTo>
                  <a:cubicBezTo>
                    <a:pt x="7" y="91"/>
                    <a:pt x="7" y="91"/>
                    <a:pt x="7" y="91"/>
                  </a:cubicBezTo>
                  <a:cubicBezTo>
                    <a:pt x="7" y="81"/>
                    <a:pt x="7" y="81"/>
                    <a:pt x="7" y="81"/>
                  </a:cubicBezTo>
                  <a:cubicBezTo>
                    <a:pt x="19" y="81"/>
                    <a:pt x="19" y="81"/>
                    <a:pt x="19" y="81"/>
                  </a:cubicBezTo>
                  <a:lnTo>
                    <a:pt x="19" y="3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0" name="Freeform 72"/>
            <p:cNvSpPr>
              <a:spLocks/>
            </p:cNvSpPr>
            <p:nvPr/>
          </p:nvSpPr>
          <p:spPr bwMode="auto">
            <a:xfrm>
              <a:off x="525463" y="1689100"/>
              <a:ext cx="304800" cy="582613"/>
            </a:xfrm>
            <a:custGeom>
              <a:avLst/>
              <a:gdLst>
                <a:gd name="T0" fmla="*/ 81 w 81"/>
                <a:gd name="T1" fmla="*/ 115 h 155"/>
                <a:gd name="T2" fmla="*/ 81 w 81"/>
                <a:gd name="T3" fmla="*/ 38 h 155"/>
                <a:gd name="T4" fmla="*/ 47 w 81"/>
                <a:gd name="T5" fmla="*/ 0 h 155"/>
                <a:gd name="T6" fmla="*/ 32 w 81"/>
                <a:gd name="T7" fmla="*/ 0 h 155"/>
                <a:gd name="T8" fmla="*/ 0 w 81"/>
                <a:gd name="T9" fmla="*/ 38 h 155"/>
                <a:gd name="T10" fmla="*/ 0 w 81"/>
                <a:gd name="T11" fmla="*/ 123 h 155"/>
                <a:gd name="T12" fmla="*/ 31 w 81"/>
                <a:gd name="T13" fmla="*/ 155 h 155"/>
                <a:gd name="T14" fmla="*/ 31 w 81"/>
                <a:gd name="T15" fmla="*/ 155 h 155"/>
                <a:gd name="T16" fmla="*/ 63 w 81"/>
                <a:gd name="T17" fmla="*/ 124 h 155"/>
                <a:gd name="T18" fmla="*/ 63 w 81"/>
                <a:gd name="T19" fmla="*/ 64 h 155"/>
                <a:gd name="T20" fmla="*/ 41 w 81"/>
                <a:gd name="T21" fmla="*/ 42 h 155"/>
                <a:gd name="T22" fmla="*/ 39 w 81"/>
                <a:gd name="T23" fmla="*/ 42 h 155"/>
                <a:gd name="T24" fmla="*/ 18 w 81"/>
                <a:gd name="T25" fmla="*/ 64 h 155"/>
                <a:gd name="T26" fmla="*/ 18 w 81"/>
                <a:gd name="T27" fmla="*/ 114 h 155"/>
                <a:gd name="T28" fmla="*/ 30 w 81"/>
                <a:gd name="T29" fmla="*/ 114 h 155"/>
                <a:gd name="T30" fmla="*/ 30 w 81"/>
                <a:gd name="T31" fmla="*/ 64 h 155"/>
                <a:gd name="T32" fmla="*/ 39 w 81"/>
                <a:gd name="T33" fmla="*/ 54 h 155"/>
                <a:gd name="T34" fmla="*/ 41 w 81"/>
                <a:gd name="T35" fmla="*/ 54 h 155"/>
                <a:gd name="T36" fmla="*/ 51 w 81"/>
                <a:gd name="T37" fmla="*/ 64 h 155"/>
                <a:gd name="T38" fmla="*/ 51 w 81"/>
                <a:gd name="T39" fmla="*/ 123 h 155"/>
                <a:gd name="T40" fmla="*/ 31 w 81"/>
                <a:gd name="T41" fmla="*/ 143 h 155"/>
                <a:gd name="T42" fmla="*/ 17 w 81"/>
                <a:gd name="T43" fmla="*/ 137 h 155"/>
                <a:gd name="T44" fmla="*/ 12 w 81"/>
                <a:gd name="T45" fmla="*/ 118 h 155"/>
                <a:gd name="T46" fmla="*/ 12 w 81"/>
                <a:gd name="T47" fmla="*/ 38 h 155"/>
                <a:gd name="T48" fmla="*/ 32 w 81"/>
                <a:gd name="T49" fmla="*/ 12 h 155"/>
                <a:gd name="T50" fmla="*/ 47 w 81"/>
                <a:gd name="T51" fmla="*/ 12 h 155"/>
                <a:gd name="T52" fmla="*/ 69 w 81"/>
                <a:gd name="T53" fmla="*/ 38 h 155"/>
                <a:gd name="T54" fmla="*/ 69 w 81"/>
                <a:gd name="T55" fmla="*/ 115 h 155"/>
                <a:gd name="T56" fmla="*/ 81 w 81"/>
                <a:gd name="T57" fmla="*/ 11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55">
                  <a:moveTo>
                    <a:pt x="81" y="115"/>
                  </a:moveTo>
                  <a:cubicBezTo>
                    <a:pt x="81" y="38"/>
                    <a:pt x="81" y="38"/>
                    <a:pt x="81" y="38"/>
                  </a:cubicBezTo>
                  <a:cubicBezTo>
                    <a:pt x="81" y="16"/>
                    <a:pt x="67" y="0"/>
                    <a:pt x="47" y="0"/>
                  </a:cubicBezTo>
                  <a:cubicBezTo>
                    <a:pt x="32" y="0"/>
                    <a:pt x="32" y="0"/>
                    <a:pt x="32" y="0"/>
                  </a:cubicBezTo>
                  <a:cubicBezTo>
                    <a:pt x="13" y="0"/>
                    <a:pt x="0" y="15"/>
                    <a:pt x="0" y="38"/>
                  </a:cubicBezTo>
                  <a:cubicBezTo>
                    <a:pt x="0" y="38"/>
                    <a:pt x="0" y="123"/>
                    <a:pt x="0" y="123"/>
                  </a:cubicBezTo>
                  <a:cubicBezTo>
                    <a:pt x="0" y="140"/>
                    <a:pt x="14" y="155"/>
                    <a:pt x="31" y="155"/>
                  </a:cubicBezTo>
                  <a:cubicBezTo>
                    <a:pt x="31" y="155"/>
                    <a:pt x="31" y="155"/>
                    <a:pt x="31" y="155"/>
                  </a:cubicBezTo>
                  <a:cubicBezTo>
                    <a:pt x="48" y="155"/>
                    <a:pt x="62" y="141"/>
                    <a:pt x="63" y="124"/>
                  </a:cubicBezTo>
                  <a:cubicBezTo>
                    <a:pt x="63" y="64"/>
                    <a:pt x="63" y="64"/>
                    <a:pt x="63" y="64"/>
                  </a:cubicBezTo>
                  <a:cubicBezTo>
                    <a:pt x="63" y="52"/>
                    <a:pt x="53" y="42"/>
                    <a:pt x="41" y="42"/>
                  </a:cubicBezTo>
                  <a:cubicBezTo>
                    <a:pt x="39" y="42"/>
                    <a:pt x="39" y="42"/>
                    <a:pt x="39" y="42"/>
                  </a:cubicBezTo>
                  <a:cubicBezTo>
                    <a:pt x="27" y="42"/>
                    <a:pt x="18" y="52"/>
                    <a:pt x="18" y="64"/>
                  </a:cubicBezTo>
                  <a:cubicBezTo>
                    <a:pt x="18" y="114"/>
                    <a:pt x="18" y="114"/>
                    <a:pt x="18" y="114"/>
                  </a:cubicBezTo>
                  <a:cubicBezTo>
                    <a:pt x="30" y="114"/>
                    <a:pt x="30" y="114"/>
                    <a:pt x="30" y="114"/>
                  </a:cubicBezTo>
                  <a:cubicBezTo>
                    <a:pt x="30" y="64"/>
                    <a:pt x="30" y="64"/>
                    <a:pt x="30" y="64"/>
                  </a:cubicBezTo>
                  <a:cubicBezTo>
                    <a:pt x="30" y="59"/>
                    <a:pt x="33" y="54"/>
                    <a:pt x="39" y="54"/>
                  </a:cubicBezTo>
                  <a:cubicBezTo>
                    <a:pt x="41" y="54"/>
                    <a:pt x="41" y="54"/>
                    <a:pt x="41" y="54"/>
                  </a:cubicBezTo>
                  <a:cubicBezTo>
                    <a:pt x="47" y="54"/>
                    <a:pt x="51" y="58"/>
                    <a:pt x="51" y="64"/>
                  </a:cubicBezTo>
                  <a:cubicBezTo>
                    <a:pt x="51" y="123"/>
                    <a:pt x="51" y="123"/>
                    <a:pt x="51" y="123"/>
                  </a:cubicBezTo>
                  <a:cubicBezTo>
                    <a:pt x="51" y="134"/>
                    <a:pt x="42" y="143"/>
                    <a:pt x="31" y="143"/>
                  </a:cubicBezTo>
                  <a:cubicBezTo>
                    <a:pt x="25" y="143"/>
                    <a:pt x="20" y="141"/>
                    <a:pt x="17" y="137"/>
                  </a:cubicBezTo>
                  <a:cubicBezTo>
                    <a:pt x="14" y="133"/>
                    <a:pt x="12" y="127"/>
                    <a:pt x="12" y="118"/>
                  </a:cubicBezTo>
                  <a:cubicBezTo>
                    <a:pt x="12" y="38"/>
                    <a:pt x="12" y="38"/>
                    <a:pt x="12" y="38"/>
                  </a:cubicBezTo>
                  <a:cubicBezTo>
                    <a:pt x="12" y="19"/>
                    <a:pt x="22" y="12"/>
                    <a:pt x="32" y="12"/>
                  </a:cubicBezTo>
                  <a:cubicBezTo>
                    <a:pt x="47" y="12"/>
                    <a:pt x="47" y="12"/>
                    <a:pt x="47" y="12"/>
                  </a:cubicBezTo>
                  <a:cubicBezTo>
                    <a:pt x="62" y="12"/>
                    <a:pt x="69" y="25"/>
                    <a:pt x="69" y="38"/>
                  </a:cubicBezTo>
                  <a:cubicBezTo>
                    <a:pt x="69" y="115"/>
                    <a:pt x="69" y="115"/>
                    <a:pt x="69" y="115"/>
                  </a:cubicBezTo>
                  <a:lnTo>
                    <a:pt x="81" y="11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1" name="Freeform 73"/>
            <p:cNvSpPr>
              <a:spLocks/>
            </p:cNvSpPr>
            <p:nvPr/>
          </p:nvSpPr>
          <p:spPr bwMode="auto">
            <a:xfrm>
              <a:off x="52388" y="482600"/>
              <a:ext cx="247650" cy="714375"/>
            </a:xfrm>
            <a:custGeom>
              <a:avLst/>
              <a:gdLst>
                <a:gd name="T0" fmla="*/ 7 w 66"/>
                <a:gd name="T1" fmla="*/ 22 h 190"/>
                <a:gd name="T2" fmla="*/ 1 w 66"/>
                <a:gd name="T3" fmla="*/ 46 h 190"/>
                <a:gd name="T4" fmla="*/ 5 w 66"/>
                <a:gd name="T5" fmla="*/ 66 h 190"/>
                <a:gd name="T6" fmla="*/ 24 w 66"/>
                <a:gd name="T7" fmla="*/ 86 h 190"/>
                <a:gd name="T8" fmla="*/ 24 w 66"/>
                <a:gd name="T9" fmla="*/ 190 h 190"/>
                <a:gd name="T10" fmla="*/ 42 w 66"/>
                <a:gd name="T11" fmla="*/ 190 h 190"/>
                <a:gd name="T12" fmla="*/ 42 w 66"/>
                <a:gd name="T13" fmla="*/ 86 h 190"/>
                <a:gd name="T14" fmla="*/ 60 w 66"/>
                <a:gd name="T15" fmla="*/ 66 h 190"/>
                <a:gd name="T16" fmla="*/ 65 w 66"/>
                <a:gd name="T17" fmla="*/ 46 h 190"/>
                <a:gd name="T18" fmla="*/ 58 w 66"/>
                <a:gd name="T19" fmla="*/ 22 h 190"/>
                <a:gd name="T20" fmla="*/ 43 w 66"/>
                <a:gd name="T21" fmla="*/ 0 h 190"/>
                <a:gd name="T22" fmla="*/ 48 w 66"/>
                <a:gd name="T23" fmla="*/ 44 h 190"/>
                <a:gd name="T24" fmla="*/ 42 w 66"/>
                <a:gd name="T25" fmla="*/ 44 h 190"/>
                <a:gd name="T26" fmla="*/ 37 w 66"/>
                <a:gd name="T27" fmla="*/ 0 h 190"/>
                <a:gd name="T28" fmla="*/ 33 w 66"/>
                <a:gd name="T29" fmla="*/ 0 h 190"/>
                <a:gd name="T30" fmla="*/ 28 w 66"/>
                <a:gd name="T31" fmla="*/ 0 h 190"/>
                <a:gd name="T32" fmla="*/ 23 w 66"/>
                <a:gd name="T33" fmla="*/ 44 h 190"/>
                <a:gd name="T34" fmla="*/ 17 w 66"/>
                <a:gd name="T35" fmla="*/ 44 h 190"/>
                <a:gd name="T36" fmla="*/ 22 w 66"/>
                <a:gd name="T37" fmla="*/ 0 h 190"/>
                <a:gd name="T38" fmla="*/ 7 w 66"/>
                <a:gd name="T39" fmla="*/ 2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190">
                  <a:moveTo>
                    <a:pt x="7" y="22"/>
                  </a:moveTo>
                  <a:cubicBezTo>
                    <a:pt x="5" y="30"/>
                    <a:pt x="1" y="37"/>
                    <a:pt x="1" y="46"/>
                  </a:cubicBezTo>
                  <a:cubicBezTo>
                    <a:pt x="0" y="53"/>
                    <a:pt x="1" y="59"/>
                    <a:pt x="5" y="66"/>
                  </a:cubicBezTo>
                  <a:cubicBezTo>
                    <a:pt x="9" y="72"/>
                    <a:pt x="16" y="82"/>
                    <a:pt x="24" y="86"/>
                  </a:cubicBezTo>
                  <a:cubicBezTo>
                    <a:pt x="24" y="190"/>
                    <a:pt x="24" y="190"/>
                    <a:pt x="24" y="190"/>
                  </a:cubicBezTo>
                  <a:cubicBezTo>
                    <a:pt x="42" y="190"/>
                    <a:pt x="42" y="190"/>
                    <a:pt x="42" y="190"/>
                  </a:cubicBezTo>
                  <a:cubicBezTo>
                    <a:pt x="42" y="86"/>
                    <a:pt x="42" y="86"/>
                    <a:pt x="42" y="86"/>
                  </a:cubicBezTo>
                  <a:cubicBezTo>
                    <a:pt x="50" y="82"/>
                    <a:pt x="56" y="72"/>
                    <a:pt x="60" y="66"/>
                  </a:cubicBezTo>
                  <a:cubicBezTo>
                    <a:pt x="64" y="59"/>
                    <a:pt x="66" y="53"/>
                    <a:pt x="65" y="46"/>
                  </a:cubicBezTo>
                  <a:cubicBezTo>
                    <a:pt x="64" y="37"/>
                    <a:pt x="61" y="30"/>
                    <a:pt x="58" y="22"/>
                  </a:cubicBezTo>
                  <a:cubicBezTo>
                    <a:pt x="56" y="16"/>
                    <a:pt x="51" y="1"/>
                    <a:pt x="43" y="0"/>
                  </a:cubicBezTo>
                  <a:cubicBezTo>
                    <a:pt x="48" y="44"/>
                    <a:pt x="48" y="44"/>
                    <a:pt x="48" y="44"/>
                  </a:cubicBezTo>
                  <a:cubicBezTo>
                    <a:pt x="42" y="44"/>
                    <a:pt x="42" y="44"/>
                    <a:pt x="42" y="44"/>
                  </a:cubicBezTo>
                  <a:cubicBezTo>
                    <a:pt x="37" y="0"/>
                    <a:pt x="37" y="0"/>
                    <a:pt x="37" y="0"/>
                  </a:cubicBezTo>
                  <a:cubicBezTo>
                    <a:pt x="33" y="0"/>
                    <a:pt x="33" y="0"/>
                    <a:pt x="33" y="0"/>
                  </a:cubicBezTo>
                  <a:cubicBezTo>
                    <a:pt x="28" y="0"/>
                    <a:pt x="28" y="0"/>
                    <a:pt x="28" y="0"/>
                  </a:cubicBezTo>
                  <a:cubicBezTo>
                    <a:pt x="23" y="44"/>
                    <a:pt x="23" y="44"/>
                    <a:pt x="23" y="44"/>
                  </a:cubicBezTo>
                  <a:cubicBezTo>
                    <a:pt x="17" y="44"/>
                    <a:pt x="17" y="44"/>
                    <a:pt x="17" y="44"/>
                  </a:cubicBezTo>
                  <a:cubicBezTo>
                    <a:pt x="22" y="0"/>
                    <a:pt x="22" y="0"/>
                    <a:pt x="22" y="0"/>
                  </a:cubicBezTo>
                  <a:cubicBezTo>
                    <a:pt x="14" y="1"/>
                    <a:pt x="10" y="16"/>
                    <a:pt x="7"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2" name="Freeform 74"/>
            <p:cNvSpPr>
              <a:spLocks/>
            </p:cNvSpPr>
            <p:nvPr/>
          </p:nvSpPr>
          <p:spPr bwMode="auto">
            <a:xfrm>
              <a:off x="409575" y="482600"/>
              <a:ext cx="160338" cy="714375"/>
            </a:xfrm>
            <a:custGeom>
              <a:avLst/>
              <a:gdLst>
                <a:gd name="T0" fmla="*/ 0 w 43"/>
                <a:gd name="T1" fmla="*/ 53 h 190"/>
                <a:gd name="T2" fmla="*/ 25 w 43"/>
                <a:gd name="T3" fmla="*/ 106 h 190"/>
                <a:gd name="T4" fmla="*/ 25 w 43"/>
                <a:gd name="T5" fmla="*/ 190 h 190"/>
                <a:gd name="T6" fmla="*/ 43 w 43"/>
                <a:gd name="T7" fmla="*/ 190 h 190"/>
                <a:gd name="T8" fmla="*/ 43 w 43"/>
                <a:gd name="T9" fmla="*/ 0 h 190"/>
                <a:gd name="T10" fmla="*/ 25 w 43"/>
                <a:gd name="T11" fmla="*/ 0 h 190"/>
                <a:gd name="T12" fmla="*/ 0 w 43"/>
                <a:gd name="T13" fmla="*/ 53 h 190"/>
              </a:gdLst>
              <a:ahLst/>
              <a:cxnLst>
                <a:cxn ang="0">
                  <a:pos x="T0" y="T1"/>
                </a:cxn>
                <a:cxn ang="0">
                  <a:pos x="T2" y="T3"/>
                </a:cxn>
                <a:cxn ang="0">
                  <a:pos x="T4" y="T5"/>
                </a:cxn>
                <a:cxn ang="0">
                  <a:pos x="T6" y="T7"/>
                </a:cxn>
                <a:cxn ang="0">
                  <a:pos x="T8" y="T9"/>
                </a:cxn>
                <a:cxn ang="0">
                  <a:pos x="T10" y="T11"/>
                </a:cxn>
                <a:cxn ang="0">
                  <a:pos x="T12" y="T13"/>
                </a:cxn>
              </a:cxnLst>
              <a:rect l="0" t="0" r="r" b="b"/>
              <a:pathLst>
                <a:path w="43" h="190">
                  <a:moveTo>
                    <a:pt x="0" y="53"/>
                  </a:moveTo>
                  <a:cubicBezTo>
                    <a:pt x="0" y="100"/>
                    <a:pt x="20" y="105"/>
                    <a:pt x="25" y="106"/>
                  </a:cubicBezTo>
                  <a:cubicBezTo>
                    <a:pt x="25" y="190"/>
                    <a:pt x="25" y="190"/>
                    <a:pt x="25" y="190"/>
                  </a:cubicBezTo>
                  <a:cubicBezTo>
                    <a:pt x="43" y="190"/>
                    <a:pt x="43" y="190"/>
                    <a:pt x="43" y="190"/>
                  </a:cubicBezTo>
                  <a:cubicBezTo>
                    <a:pt x="43" y="0"/>
                    <a:pt x="43" y="0"/>
                    <a:pt x="43" y="0"/>
                  </a:cubicBezTo>
                  <a:cubicBezTo>
                    <a:pt x="25" y="0"/>
                    <a:pt x="25" y="0"/>
                    <a:pt x="25" y="0"/>
                  </a:cubicBezTo>
                  <a:cubicBezTo>
                    <a:pt x="25" y="0"/>
                    <a:pt x="0" y="0"/>
                    <a:pt x="0"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3" name="Freeform 75"/>
            <p:cNvSpPr>
              <a:spLocks/>
            </p:cNvSpPr>
            <p:nvPr/>
          </p:nvSpPr>
          <p:spPr bwMode="auto">
            <a:xfrm>
              <a:off x="3502025" y="523875"/>
              <a:ext cx="165100" cy="327025"/>
            </a:xfrm>
            <a:custGeom>
              <a:avLst/>
              <a:gdLst>
                <a:gd name="T0" fmla="*/ 0 w 104"/>
                <a:gd name="T1" fmla="*/ 206 h 206"/>
                <a:gd name="T2" fmla="*/ 104 w 104"/>
                <a:gd name="T3" fmla="*/ 83 h 206"/>
                <a:gd name="T4" fmla="*/ 0 w 104"/>
                <a:gd name="T5" fmla="*/ 0 h 206"/>
                <a:gd name="T6" fmla="*/ 0 w 104"/>
                <a:gd name="T7" fmla="*/ 206 h 206"/>
              </a:gdLst>
              <a:ahLst/>
              <a:cxnLst>
                <a:cxn ang="0">
                  <a:pos x="T0" y="T1"/>
                </a:cxn>
                <a:cxn ang="0">
                  <a:pos x="T2" y="T3"/>
                </a:cxn>
                <a:cxn ang="0">
                  <a:pos x="T4" y="T5"/>
                </a:cxn>
                <a:cxn ang="0">
                  <a:pos x="T6" y="T7"/>
                </a:cxn>
              </a:cxnLst>
              <a:rect l="0" t="0" r="r" b="b"/>
              <a:pathLst>
                <a:path w="104" h="206">
                  <a:moveTo>
                    <a:pt x="0" y="206"/>
                  </a:moveTo>
                  <a:lnTo>
                    <a:pt x="104" y="83"/>
                  </a:lnTo>
                  <a:lnTo>
                    <a:pt x="0" y="0"/>
                  </a:lnTo>
                  <a:lnTo>
                    <a:pt x="0" y="20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4" name="Freeform 76"/>
            <p:cNvSpPr>
              <a:spLocks/>
            </p:cNvSpPr>
            <p:nvPr/>
          </p:nvSpPr>
          <p:spPr bwMode="auto">
            <a:xfrm>
              <a:off x="3895725" y="523875"/>
              <a:ext cx="161925" cy="327025"/>
            </a:xfrm>
            <a:custGeom>
              <a:avLst/>
              <a:gdLst>
                <a:gd name="T0" fmla="*/ 102 w 102"/>
                <a:gd name="T1" fmla="*/ 206 h 206"/>
                <a:gd name="T2" fmla="*/ 102 w 102"/>
                <a:gd name="T3" fmla="*/ 0 h 206"/>
                <a:gd name="T4" fmla="*/ 0 w 102"/>
                <a:gd name="T5" fmla="*/ 83 h 206"/>
                <a:gd name="T6" fmla="*/ 102 w 102"/>
                <a:gd name="T7" fmla="*/ 206 h 206"/>
              </a:gdLst>
              <a:ahLst/>
              <a:cxnLst>
                <a:cxn ang="0">
                  <a:pos x="T0" y="T1"/>
                </a:cxn>
                <a:cxn ang="0">
                  <a:pos x="T2" y="T3"/>
                </a:cxn>
                <a:cxn ang="0">
                  <a:pos x="T4" y="T5"/>
                </a:cxn>
                <a:cxn ang="0">
                  <a:pos x="T6" y="T7"/>
                </a:cxn>
              </a:cxnLst>
              <a:rect l="0" t="0" r="r" b="b"/>
              <a:pathLst>
                <a:path w="102" h="206">
                  <a:moveTo>
                    <a:pt x="102" y="206"/>
                  </a:moveTo>
                  <a:lnTo>
                    <a:pt x="102" y="0"/>
                  </a:lnTo>
                  <a:lnTo>
                    <a:pt x="0" y="83"/>
                  </a:lnTo>
                  <a:lnTo>
                    <a:pt x="102" y="20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5" name="Rectangle 77"/>
            <p:cNvSpPr>
              <a:spLocks noChangeArrowheads="1"/>
            </p:cNvSpPr>
            <p:nvPr/>
          </p:nvSpPr>
          <p:spPr bwMode="auto">
            <a:xfrm>
              <a:off x="4057650" y="862013"/>
              <a:ext cx="1588" cy="1588"/>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6" name="Freeform 78"/>
            <p:cNvSpPr>
              <a:spLocks/>
            </p:cNvSpPr>
            <p:nvPr/>
          </p:nvSpPr>
          <p:spPr bwMode="auto">
            <a:xfrm>
              <a:off x="3502025" y="862013"/>
              <a:ext cx="3175"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7" name="Freeform 79"/>
            <p:cNvSpPr>
              <a:spLocks/>
            </p:cNvSpPr>
            <p:nvPr/>
          </p:nvSpPr>
          <p:spPr bwMode="auto">
            <a:xfrm>
              <a:off x="3513138" y="666750"/>
              <a:ext cx="536575" cy="195263"/>
            </a:xfrm>
            <a:custGeom>
              <a:avLst/>
              <a:gdLst>
                <a:gd name="T0" fmla="*/ 338 w 338"/>
                <a:gd name="T1" fmla="*/ 123 h 123"/>
                <a:gd name="T2" fmla="*/ 336 w 338"/>
                <a:gd name="T3" fmla="*/ 123 h 123"/>
                <a:gd name="T4" fmla="*/ 232 w 338"/>
                <a:gd name="T5" fmla="*/ 0 h 123"/>
                <a:gd name="T6" fmla="*/ 168 w 338"/>
                <a:gd name="T7" fmla="*/ 50 h 123"/>
                <a:gd name="T8" fmla="*/ 104 w 338"/>
                <a:gd name="T9" fmla="*/ 0 h 123"/>
                <a:gd name="T10" fmla="*/ 0 w 338"/>
                <a:gd name="T11" fmla="*/ 123 h 123"/>
                <a:gd name="T12" fmla="*/ 0 w 338"/>
                <a:gd name="T13" fmla="*/ 123 h 123"/>
                <a:gd name="T14" fmla="*/ 338 w 338"/>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123">
                  <a:moveTo>
                    <a:pt x="338" y="123"/>
                  </a:moveTo>
                  <a:lnTo>
                    <a:pt x="336" y="123"/>
                  </a:lnTo>
                  <a:lnTo>
                    <a:pt x="232" y="0"/>
                  </a:lnTo>
                  <a:lnTo>
                    <a:pt x="168" y="50"/>
                  </a:lnTo>
                  <a:lnTo>
                    <a:pt x="104" y="0"/>
                  </a:lnTo>
                  <a:lnTo>
                    <a:pt x="0" y="123"/>
                  </a:lnTo>
                  <a:lnTo>
                    <a:pt x="0" y="123"/>
                  </a:lnTo>
                  <a:lnTo>
                    <a:pt x="338" y="12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8" name="Freeform 80"/>
            <p:cNvSpPr>
              <a:spLocks/>
            </p:cNvSpPr>
            <p:nvPr/>
          </p:nvSpPr>
          <p:spPr bwMode="auto">
            <a:xfrm>
              <a:off x="3517900" y="512763"/>
              <a:ext cx="528638" cy="214313"/>
            </a:xfrm>
            <a:custGeom>
              <a:avLst/>
              <a:gdLst>
                <a:gd name="T0" fmla="*/ 99 w 333"/>
                <a:gd name="T1" fmla="*/ 83 h 135"/>
                <a:gd name="T2" fmla="*/ 104 w 333"/>
                <a:gd name="T3" fmla="*/ 85 h 135"/>
                <a:gd name="T4" fmla="*/ 108 w 333"/>
                <a:gd name="T5" fmla="*/ 88 h 135"/>
                <a:gd name="T6" fmla="*/ 165 w 333"/>
                <a:gd name="T7" fmla="*/ 135 h 135"/>
                <a:gd name="T8" fmla="*/ 224 w 333"/>
                <a:gd name="T9" fmla="*/ 88 h 135"/>
                <a:gd name="T10" fmla="*/ 227 w 333"/>
                <a:gd name="T11" fmla="*/ 85 h 135"/>
                <a:gd name="T12" fmla="*/ 231 w 333"/>
                <a:gd name="T13" fmla="*/ 83 h 135"/>
                <a:gd name="T14" fmla="*/ 333 w 333"/>
                <a:gd name="T15" fmla="*/ 0 h 135"/>
                <a:gd name="T16" fmla="*/ 0 w 333"/>
                <a:gd name="T17" fmla="*/ 0 h 135"/>
                <a:gd name="T18" fmla="*/ 99 w 333"/>
                <a:gd name="T19" fmla="*/ 8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135">
                  <a:moveTo>
                    <a:pt x="99" y="83"/>
                  </a:moveTo>
                  <a:lnTo>
                    <a:pt x="104" y="85"/>
                  </a:lnTo>
                  <a:lnTo>
                    <a:pt x="108" y="88"/>
                  </a:lnTo>
                  <a:lnTo>
                    <a:pt x="165" y="135"/>
                  </a:lnTo>
                  <a:lnTo>
                    <a:pt x="224" y="88"/>
                  </a:lnTo>
                  <a:lnTo>
                    <a:pt x="227" y="85"/>
                  </a:lnTo>
                  <a:lnTo>
                    <a:pt x="231" y="83"/>
                  </a:lnTo>
                  <a:lnTo>
                    <a:pt x="333" y="0"/>
                  </a:lnTo>
                  <a:lnTo>
                    <a:pt x="0" y="0"/>
                  </a:lnTo>
                  <a:lnTo>
                    <a:pt x="99" y="8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9" name="Rectangle 81"/>
            <p:cNvSpPr>
              <a:spLocks noChangeArrowheads="1"/>
            </p:cNvSpPr>
            <p:nvPr/>
          </p:nvSpPr>
          <p:spPr bwMode="auto">
            <a:xfrm>
              <a:off x="2297113" y="2266950"/>
              <a:ext cx="98425"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0" name="Freeform 82"/>
            <p:cNvSpPr>
              <a:spLocks noEditPoints="1"/>
            </p:cNvSpPr>
            <p:nvPr/>
          </p:nvSpPr>
          <p:spPr bwMode="auto">
            <a:xfrm>
              <a:off x="1925638" y="2324100"/>
              <a:ext cx="536575" cy="379413"/>
            </a:xfrm>
            <a:custGeom>
              <a:avLst/>
              <a:gdLst>
                <a:gd name="T0" fmla="*/ 71 w 143"/>
                <a:gd name="T1" fmla="*/ 101 h 101"/>
                <a:gd name="T2" fmla="*/ 143 w 143"/>
                <a:gd name="T3" fmla="*/ 101 h 101"/>
                <a:gd name="T4" fmla="*/ 143 w 143"/>
                <a:gd name="T5" fmla="*/ 0 h 101"/>
                <a:gd name="T6" fmla="*/ 71 w 143"/>
                <a:gd name="T7" fmla="*/ 0 h 101"/>
                <a:gd name="T8" fmla="*/ 71 w 143"/>
                <a:gd name="T9" fmla="*/ 11 h 101"/>
                <a:gd name="T10" fmla="*/ 71 w 143"/>
                <a:gd name="T11" fmla="*/ 11 h 101"/>
                <a:gd name="T12" fmla="*/ 111 w 143"/>
                <a:gd name="T13" fmla="*/ 51 h 101"/>
                <a:gd name="T14" fmla="*/ 71 w 143"/>
                <a:gd name="T15" fmla="*/ 90 h 101"/>
                <a:gd name="T16" fmla="*/ 71 w 143"/>
                <a:gd name="T17" fmla="*/ 101 h 101"/>
                <a:gd name="T18" fmla="*/ 0 w 143"/>
                <a:gd name="T19" fmla="*/ 101 h 101"/>
                <a:gd name="T20" fmla="*/ 71 w 143"/>
                <a:gd name="T21" fmla="*/ 101 h 101"/>
                <a:gd name="T22" fmla="*/ 71 w 143"/>
                <a:gd name="T23" fmla="*/ 90 h 101"/>
                <a:gd name="T24" fmla="*/ 32 w 143"/>
                <a:gd name="T25" fmla="*/ 51 h 101"/>
                <a:gd name="T26" fmla="*/ 71 w 143"/>
                <a:gd name="T27" fmla="*/ 11 h 101"/>
                <a:gd name="T28" fmla="*/ 71 w 143"/>
                <a:gd name="T29" fmla="*/ 0 h 101"/>
                <a:gd name="T30" fmla="*/ 0 w 143"/>
                <a:gd name="T31" fmla="*/ 0 h 101"/>
                <a:gd name="T32" fmla="*/ 0 w 143"/>
                <a:gd name="T33" fmla="*/ 101 h 101"/>
                <a:gd name="T34" fmla="*/ 71 w 143"/>
                <a:gd name="T35" fmla="*/ 11 h 101"/>
                <a:gd name="T36" fmla="*/ 71 w 143"/>
                <a:gd name="T3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01">
                  <a:moveTo>
                    <a:pt x="71" y="101"/>
                  </a:moveTo>
                  <a:cubicBezTo>
                    <a:pt x="143" y="101"/>
                    <a:pt x="143" y="101"/>
                    <a:pt x="143" y="101"/>
                  </a:cubicBezTo>
                  <a:cubicBezTo>
                    <a:pt x="143" y="0"/>
                    <a:pt x="143" y="0"/>
                    <a:pt x="143" y="0"/>
                  </a:cubicBezTo>
                  <a:cubicBezTo>
                    <a:pt x="71" y="0"/>
                    <a:pt x="71" y="0"/>
                    <a:pt x="71" y="0"/>
                  </a:cubicBezTo>
                  <a:cubicBezTo>
                    <a:pt x="71" y="11"/>
                    <a:pt x="71" y="11"/>
                    <a:pt x="71" y="11"/>
                  </a:cubicBezTo>
                  <a:cubicBezTo>
                    <a:pt x="71" y="11"/>
                    <a:pt x="71" y="11"/>
                    <a:pt x="71" y="11"/>
                  </a:cubicBezTo>
                  <a:cubicBezTo>
                    <a:pt x="93" y="11"/>
                    <a:pt x="111" y="29"/>
                    <a:pt x="111" y="51"/>
                  </a:cubicBezTo>
                  <a:cubicBezTo>
                    <a:pt x="111" y="73"/>
                    <a:pt x="93" y="90"/>
                    <a:pt x="71" y="90"/>
                  </a:cubicBezTo>
                  <a:lnTo>
                    <a:pt x="71" y="101"/>
                  </a:lnTo>
                  <a:close/>
                  <a:moveTo>
                    <a:pt x="0" y="101"/>
                  </a:moveTo>
                  <a:cubicBezTo>
                    <a:pt x="71" y="101"/>
                    <a:pt x="71" y="101"/>
                    <a:pt x="71" y="101"/>
                  </a:cubicBezTo>
                  <a:cubicBezTo>
                    <a:pt x="71" y="90"/>
                    <a:pt x="71" y="90"/>
                    <a:pt x="71" y="90"/>
                  </a:cubicBezTo>
                  <a:cubicBezTo>
                    <a:pt x="49" y="90"/>
                    <a:pt x="32" y="73"/>
                    <a:pt x="32" y="51"/>
                  </a:cubicBezTo>
                  <a:cubicBezTo>
                    <a:pt x="32" y="29"/>
                    <a:pt x="49" y="11"/>
                    <a:pt x="71" y="11"/>
                  </a:cubicBezTo>
                  <a:cubicBezTo>
                    <a:pt x="71" y="0"/>
                    <a:pt x="71" y="0"/>
                    <a:pt x="71" y="0"/>
                  </a:cubicBezTo>
                  <a:cubicBezTo>
                    <a:pt x="0" y="0"/>
                    <a:pt x="0" y="0"/>
                    <a:pt x="0" y="0"/>
                  </a:cubicBezTo>
                  <a:cubicBezTo>
                    <a:pt x="0" y="101"/>
                    <a:pt x="0" y="101"/>
                    <a:pt x="0" y="101"/>
                  </a:cubicBezTo>
                  <a:close/>
                  <a:moveTo>
                    <a:pt x="71" y="11"/>
                  </a:moveTo>
                  <a:cubicBezTo>
                    <a:pt x="71" y="11"/>
                    <a:pt x="71" y="11"/>
                    <a:pt x="71" y="11"/>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1" name="Oval 83"/>
            <p:cNvSpPr>
              <a:spLocks noChangeArrowheads="1"/>
            </p:cNvSpPr>
            <p:nvPr/>
          </p:nvSpPr>
          <p:spPr bwMode="auto">
            <a:xfrm>
              <a:off x="2093913" y="2414588"/>
              <a:ext cx="200025" cy="1984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2" name="Freeform 84"/>
            <p:cNvSpPr>
              <a:spLocks/>
            </p:cNvSpPr>
            <p:nvPr/>
          </p:nvSpPr>
          <p:spPr bwMode="auto">
            <a:xfrm>
              <a:off x="7829550" y="474663"/>
              <a:ext cx="327025" cy="196850"/>
            </a:xfrm>
            <a:custGeom>
              <a:avLst/>
              <a:gdLst>
                <a:gd name="T0" fmla="*/ 206 w 206"/>
                <a:gd name="T1" fmla="*/ 0 h 124"/>
                <a:gd name="T2" fmla="*/ 17 w 206"/>
                <a:gd name="T3" fmla="*/ 0 h 124"/>
                <a:gd name="T4" fmla="*/ 17 w 206"/>
                <a:gd name="T5" fmla="*/ 36 h 124"/>
                <a:gd name="T6" fmla="*/ 0 w 206"/>
                <a:gd name="T7" fmla="*/ 36 h 124"/>
                <a:gd name="T8" fmla="*/ 0 w 206"/>
                <a:gd name="T9" fmla="*/ 90 h 124"/>
                <a:gd name="T10" fmla="*/ 17 w 206"/>
                <a:gd name="T11" fmla="*/ 90 h 124"/>
                <a:gd name="T12" fmla="*/ 17 w 206"/>
                <a:gd name="T13" fmla="*/ 124 h 124"/>
                <a:gd name="T14" fmla="*/ 206 w 206"/>
                <a:gd name="T15" fmla="*/ 124 h 124"/>
                <a:gd name="T16" fmla="*/ 206 w 206"/>
                <a:gd name="T1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4">
                  <a:moveTo>
                    <a:pt x="206" y="0"/>
                  </a:moveTo>
                  <a:lnTo>
                    <a:pt x="17" y="0"/>
                  </a:lnTo>
                  <a:lnTo>
                    <a:pt x="17" y="36"/>
                  </a:lnTo>
                  <a:lnTo>
                    <a:pt x="0" y="36"/>
                  </a:lnTo>
                  <a:lnTo>
                    <a:pt x="0" y="90"/>
                  </a:lnTo>
                  <a:lnTo>
                    <a:pt x="17" y="90"/>
                  </a:lnTo>
                  <a:lnTo>
                    <a:pt x="17" y="124"/>
                  </a:lnTo>
                  <a:lnTo>
                    <a:pt x="206" y="124"/>
                  </a:lnTo>
                  <a:lnTo>
                    <a:pt x="20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3" name="Rectangle 85"/>
            <p:cNvSpPr>
              <a:spLocks noChangeArrowheads="1"/>
            </p:cNvSpPr>
            <p:nvPr/>
          </p:nvSpPr>
          <p:spPr bwMode="auto">
            <a:xfrm>
              <a:off x="7570788" y="388938"/>
              <a:ext cx="49213" cy="26988"/>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4" name="Oval 86"/>
            <p:cNvSpPr>
              <a:spLocks noChangeArrowheads="1"/>
            </p:cNvSpPr>
            <p:nvPr/>
          </p:nvSpPr>
          <p:spPr bwMode="auto">
            <a:xfrm>
              <a:off x="7627938" y="512763"/>
              <a:ext cx="104775" cy="10477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5" name="Freeform 87"/>
            <p:cNvSpPr>
              <a:spLocks noEditPoints="1"/>
            </p:cNvSpPr>
            <p:nvPr/>
          </p:nvSpPr>
          <p:spPr bwMode="auto">
            <a:xfrm>
              <a:off x="7540625" y="433388"/>
              <a:ext cx="274638" cy="527050"/>
            </a:xfrm>
            <a:custGeom>
              <a:avLst/>
              <a:gdLst>
                <a:gd name="T0" fmla="*/ 37 w 73"/>
                <a:gd name="T1" fmla="*/ 140 h 140"/>
                <a:gd name="T2" fmla="*/ 73 w 73"/>
                <a:gd name="T3" fmla="*/ 140 h 140"/>
                <a:gd name="T4" fmla="*/ 73 w 73"/>
                <a:gd name="T5" fmla="*/ 49 h 140"/>
                <a:gd name="T6" fmla="*/ 73 w 73"/>
                <a:gd name="T7" fmla="*/ 26 h 140"/>
                <a:gd name="T8" fmla="*/ 73 w 73"/>
                <a:gd name="T9" fmla="*/ 0 h 140"/>
                <a:gd name="T10" fmla="*/ 37 w 73"/>
                <a:gd name="T11" fmla="*/ 0 h 140"/>
                <a:gd name="T12" fmla="*/ 37 w 73"/>
                <a:gd name="T13" fmla="*/ 7 h 140"/>
                <a:gd name="T14" fmla="*/ 37 w 73"/>
                <a:gd name="T15" fmla="*/ 7 h 140"/>
                <a:gd name="T16" fmla="*/ 65 w 73"/>
                <a:gd name="T17" fmla="*/ 35 h 140"/>
                <a:gd name="T18" fmla="*/ 37 w 73"/>
                <a:gd name="T19" fmla="*/ 63 h 140"/>
                <a:gd name="T20" fmla="*/ 37 w 73"/>
                <a:gd name="T21" fmla="*/ 140 h 140"/>
                <a:gd name="T22" fmla="*/ 0 w 73"/>
                <a:gd name="T23" fmla="*/ 140 h 140"/>
                <a:gd name="T24" fmla="*/ 37 w 73"/>
                <a:gd name="T25" fmla="*/ 140 h 140"/>
                <a:gd name="T26" fmla="*/ 37 w 73"/>
                <a:gd name="T27" fmla="*/ 63 h 140"/>
                <a:gd name="T28" fmla="*/ 9 w 73"/>
                <a:gd name="T29" fmla="*/ 35 h 140"/>
                <a:gd name="T30" fmla="*/ 37 w 73"/>
                <a:gd name="T31" fmla="*/ 7 h 140"/>
                <a:gd name="T32" fmla="*/ 37 w 73"/>
                <a:gd name="T33" fmla="*/ 0 h 140"/>
                <a:gd name="T34" fmla="*/ 0 w 73"/>
                <a:gd name="T35" fmla="*/ 0 h 140"/>
                <a:gd name="T36" fmla="*/ 0 w 73"/>
                <a:gd name="T37" fmla="*/ 140 h 140"/>
                <a:gd name="T38" fmla="*/ 37 w 73"/>
                <a:gd name="T39" fmla="*/ 7 h 140"/>
                <a:gd name="T40" fmla="*/ 37 w 73"/>
                <a:gd name="T41" fmla="*/ 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140">
                  <a:moveTo>
                    <a:pt x="37" y="140"/>
                  </a:moveTo>
                  <a:cubicBezTo>
                    <a:pt x="73" y="140"/>
                    <a:pt x="73" y="140"/>
                    <a:pt x="73" y="140"/>
                  </a:cubicBezTo>
                  <a:cubicBezTo>
                    <a:pt x="73" y="49"/>
                    <a:pt x="73" y="49"/>
                    <a:pt x="73" y="49"/>
                  </a:cubicBezTo>
                  <a:cubicBezTo>
                    <a:pt x="73" y="26"/>
                    <a:pt x="73" y="26"/>
                    <a:pt x="73" y="26"/>
                  </a:cubicBezTo>
                  <a:cubicBezTo>
                    <a:pt x="73" y="0"/>
                    <a:pt x="73" y="0"/>
                    <a:pt x="73" y="0"/>
                  </a:cubicBezTo>
                  <a:cubicBezTo>
                    <a:pt x="37" y="0"/>
                    <a:pt x="37" y="0"/>
                    <a:pt x="37" y="0"/>
                  </a:cubicBezTo>
                  <a:cubicBezTo>
                    <a:pt x="37" y="7"/>
                    <a:pt x="37" y="7"/>
                    <a:pt x="37" y="7"/>
                  </a:cubicBezTo>
                  <a:cubicBezTo>
                    <a:pt x="37" y="7"/>
                    <a:pt x="37" y="7"/>
                    <a:pt x="37" y="7"/>
                  </a:cubicBezTo>
                  <a:cubicBezTo>
                    <a:pt x="52" y="7"/>
                    <a:pt x="65" y="19"/>
                    <a:pt x="65" y="35"/>
                  </a:cubicBezTo>
                  <a:cubicBezTo>
                    <a:pt x="65" y="50"/>
                    <a:pt x="52" y="63"/>
                    <a:pt x="37" y="63"/>
                  </a:cubicBezTo>
                  <a:lnTo>
                    <a:pt x="37" y="140"/>
                  </a:lnTo>
                  <a:close/>
                  <a:moveTo>
                    <a:pt x="0" y="140"/>
                  </a:moveTo>
                  <a:cubicBezTo>
                    <a:pt x="37" y="140"/>
                    <a:pt x="37" y="140"/>
                    <a:pt x="37" y="140"/>
                  </a:cubicBezTo>
                  <a:cubicBezTo>
                    <a:pt x="37" y="63"/>
                    <a:pt x="37" y="63"/>
                    <a:pt x="37" y="63"/>
                  </a:cubicBezTo>
                  <a:cubicBezTo>
                    <a:pt x="22" y="63"/>
                    <a:pt x="9" y="50"/>
                    <a:pt x="9" y="35"/>
                  </a:cubicBezTo>
                  <a:cubicBezTo>
                    <a:pt x="9" y="19"/>
                    <a:pt x="22" y="7"/>
                    <a:pt x="37" y="7"/>
                  </a:cubicBezTo>
                  <a:cubicBezTo>
                    <a:pt x="37" y="0"/>
                    <a:pt x="37" y="0"/>
                    <a:pt x="37" y="0"/>
                  </a:cubicBezTo>
                  <a:cubicBezTo>
                    <a:pt x="0" y="0"/>
                    <a:pt x="0" y="0"/>
                    <a:pt x="0" y="0"/>
                  </a:cubicBezTo>
                  <a:cubicBezTo>
                    <a:pt x="0" y="140"/>
                    <a:pt x="0" y="140"/>
                    <a:pt x="0" y="140"/>
                  </a:cubicBezTo>
                  <a:close/>
                  <a:moveTo>
                    <a:pt x="37" y="7"/>
                  </a:moveTo>
                  <a:cubicBezTo>
                    <a:pt x="37" y="7"/>
                    <a:pt x="37" y="7"/>
                    <a:pt x="37" y="7"/>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6" name="Freeform 88"/>
            <p:cNvSpPr>
              <a:spLocks/>
            </p:cNvSpPr>
            <p:nvPr/>
          </p:nvSpPr>
          <p:spPr bwMode="auto">
            <a:xfrm>
              <a:off x="11730032" y="452593"/>
              <a:ext cx="201612" cy="66674"/>
            </a:xfrm>
            <a:custGeom>
              <a:avLst/>
              <a:gdLst>
                <a:gd name="T0" fmla="*/ 2 w 127"/>
                <a:gd name="T1" fmla="*/ 0 h 42"/>
                <a:gd name="T2" fmla="*/ 0 w 127"/>
                <a:gd name="T3" fmla="*/ 42 h 42"/>
                <a:gd name="T4" fmla="*/ 127 w 127"/>
                <a:gd name="T5" fmla="*/ 42 h 42"/>
                <a:gd name="T6" fmla="*/ 125 w 127"/>
                <a:gd name="T7" fmla="*/ 0 h 42"/>
                <a:gd name="T8" fmla="*/ 2 w 127"/>
                <a:gd name="T9" fmla="*/ 0 h 42"/>
              </a:gdLst>
              <a:ahLst/>
              <a:cxnLst>
                <a:cxn ang="0">
                  <a:pos x="T0" y="T1"/>
                </a:cxn>
                <a:cxn ang="0">
                  <a:pos x="T2" y="T3"/>
                </a:cxn>
                <a:cxn ang="0">
                  <a:pos x="T4" y="T5"/>
                </a:cxn>
                <a:cxn ang="0">
                  <a:pos x="T6" y="T7"/>
                </a:cxn>
                <a:cxn ang="0">
                  <a:pos x="T8" y="T9"/>
                </a:cxn>
              </a:cxnLst>
              <a:rect l="0" t="0" r="r" b="b"/>
              <a:pathLst>
                <a:path w="127" h="42">
                  <a:moveTo>
                    <a:pt x="2" y="0"/>
                  </a:moveTo>
                  <a:lnTo>
                    <a:pt x="0" y="42"/>
                  </a:lnTo>
                  <a:lnTo>
                    <a:pt x="127" y="42"/>
                  </a:lnTo>
                  <a:lnTo>
                    <a:pt x="125" y="0"/>
                  </a:lnTo>
                  <a:lnTo>
                    <a:pt x="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7" name="Freeform 89"/>
            <p:cNvSpPr>
              <a:spLocks noEditPoints="1"/>
            </p:cNvSpPr>
            <p:nvPr/>
          </p:nvSpPr>
          <p:spPr bwMode="auto">
            <a:xfrm>
              <a:off x="11545883" y="79531"/>
              <a:ext cx="569913" cy="357188"/>
            </a:xfrm>
            <a:custGeom>
              <a:avLst/>
              <a:gdLst>
                <a:gd name="T0" fmla="*/ 241 w 359"/>
                <a:gd name="T1" fmla="*/ 225 h 225"/>
                <a:gd name="T2" fmla="*/ 359 w 359"/>
                <a:gd name="T3" fmla="*/ 225 h 225"/>
                <a:gd name="T4" fmla="*/ 359 w 359"/>
                <a:gd name="T5" fmla="*/ 0 h 225"/>
                <a:gd name="T6" fmla="*/ 179 w 359"/>
                <a:gd name="T7" fmla="*/ 0 h 225"/>
                <a:gd name="T8" fmla="*/ 179 w 359"/>
                <a:gd name="T9" fmla="*/ 29 h 225"/>
                <a:gd name="T10" fmla="*/ 326 w 359"/>
                <a:gd name="T11" fmla="*/ 29 h 225"/>
                <a:gd name="T12" fmla="*/ 326 w 359"/>
                <a:gd name="T13" fmla="*/ 197 h 225"/>
                <a:gd name="T14" fmla="*/ 239 w 359"/>
                <a:gd name="T15" fmla="*/ 197 h 225"/>
                <a:gd name="T16" fmla="*/ 179 w 359"/>
                <a:gd name="T17" fmla="*/ 197 h 225"/>
                <a:gd name="T18" fmla="*/ 179 w 359"/>
                <a:gd name="T19" fmla="*/ 225 h 225"/>
                <a:gd name="T20" fmla="*/ 241 w 359"/>
                <a:gd name="T21" fmla="*/ 225 h 225"/>
                <a:gd name="T22" fmla="*/ 179 w 359"/>
                <a:gd name="T23" fmla="*/ 0 h 225"/>
                <a:gd name="T24" fmla="*/ 0 w 359"/>
                <a:gd name="T25" fmla="*/ 0 h 225"/>
                <a:gd name="T26" fmla="*/ 0 w 359"/>
                <a:gd name="T27" fmla="*/ 225 h 225"/>
                <a:gd name="T28" fmla="*/ 118 w 359"/>
                <a:gd name="T29" fmla="*/ 225 h 225"/>
                <a:gd name="T30" fmla="*/ 179 w 359"/>
                <a:gd name="T31" fmla="*/ 225 h 225"/>
                <a:gd name="T32" fmla="*/ 179 w 359"/>
                <a:gd name="T33" fmla="*/ 197 h 225"/>
                <a:gd name="T34" fmla="*/ 120 w 359"/>
                <a:gd name="T35" fmla="*/ 197 h 225"/>
                <a:gd name="T36" fmla="*/ 33 w 359"/>
                <a:gd name="T37" fmla="*/ 197 h 225"/>
                <a:gd name="T38" fmla="*/ 33 w 359"/>
                <a:gd name="T39" fmla="*/ 197 h 225"/>
                <a:gd name="T40" fmla="*/ 33 w 359"/>
                <a:gd name="T41" fmla="*/ 29 h 225"/>
                <a:gd name="T42" fmla="*/ 179 w 359"/>
                <a:gd name="T43" fmla="*/ 29 h 225"/>
                <a:gd name="T44" fmla="*/ 179 w 359"/>
                <a:gd name="T45"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9" h="225">
                  <a:moveTo>
                    <a:pt x="241" y="225"/>
                  </a:moveTo>
                  <a:lnTo>
                    <a:pt x="359" y="225"/>
                  </a:lnTo>
                  <a:lnTo>
                    <a:pt x="359" y="0"/>
                  </a:lnTo>
                  <a:lnTo>
                    <a:pt x="179" y="0"/>
                  </a:lnTo>
                  <a:lnTo>
                    <a:pt x="179" y="29"/>
                  </a:lnTo>
                  <a:lnTo>
                    <a:pt x="326" y="29"/>
                  </a:lnTo>
                  <a:lnTo>
                    <a:pt x="326" y="197"/>
                  </a:lnTo>
                  <a:lnTo>
                    <a:pt x="239" y="197"/>
                  </a:lnTo>
                  <a:lnTo>
                    <a:pt x="179" y="197"/>
                  </a:lnTo>
                  <a:lnTo>
                    <a:pt x="179" y="225"/>
                  </a:lnTo>
                  <a:lnTo>
                    <a:pt x="241" y="225"/>
                  </a:lnTo>
                  <a:close/>
                  <a:moveTo>
                    <a:pt x="179" y="0"/>
                  </a:moveTo>
                  <a:lnTo>
                    <a:pt x="0" y="0"/>
                  </a:lnTo>
                  <a:lnTo>
                    <a:pt x="0" y="225"/>
                  </a:lnTo>
                  <a:lnTo>
                    <a:pt x="118" y="225"/>
                  </a:lnTo>
                  <a:lnTo>
                    <a:pt x="179" y="225"/>
                  </a:lnTo>
                  <a:lnTo>
                    <a:pt x="179" y="197"/>
                  </a:lnTo>
                  <a:lnTo>
                    <a:pt x="120" y="197"/>
                  </a:lnTo>
                  <a:lnTo>
                    <a:pt x="33" y="197"/>
                  </a:lnTo>
                  <a:lnTo>
                    <a:pt x="33" y="197"/>
                  </a:lnTo>
                  <a:lnTo>
                    <a:pt x="33" y="29"/>
                  </a:lnTo>
                  <a:lnTo>
                    <a:pt x="179" y="29"/>
                  </a:lnTo>
                  <a:lnTo>
                    <a:pt x="17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8" name="Freeform 90"/>
            <p:cNvSpPr>
              <a:spLocks/>
            </p:cNvSpPr>
            <p:nvPr/>
          </p:nvSpPr>
          <p:spPr bwMode="auto">
            <a:xfrm>
              <a:off x="11691932" y="538319"/>
              <a:ext cx="277813" cy="26989"/>
            </a:xfrm>
            <a:custGeom>
              <a:avLst/>
              <a:gdLst>
                <a:gd name="T0" fmla="*/ 0 w 175"/>
                <a:gd name="T1" fmla="*/ 0 h 17"/>
                <a:gd name="T2" fmla="*/ 0 w 175"/>
                <a:gd name="T3" fmla="*/ 17 h 17"/>
                <a:gd name="T4" fmla="*/ 175 w 175"/>
                <a:gd name="T5" fmla="*/ 17 h 17"/>
                <a:gd name="T6" fmla="*/ 175 w 175"/>
                <a:gd name="T7" fmla="*/ 0 h 17"/>
                <a:gd name="T8" fmla="*/ 151 w 175"/>
                <a:gd name="T9" fmla="*/ 0 h 17"/>
                <a:gd name="T10" fmla="*/ 24 w 175"/>
                <a:gd name="T11" fmla="*/ 0 h 17"/>
                <a:gd name="T12" fmla="*/ 0 w 175"/>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75" h="17">
                  <a:moveTo>
                    <a:pt x="0" y="0"/>
                  </a:moveTo>
                  <a:lnTo>
                    <a:pt x="0" y="17"/>
                  </a:lnTo>
                  <a:lnTo>
                    <a:pt x="175" y="17"/>
                  </a:lnTo>
                  <a:lnTo>
                    <a:pt x="175" y="0"/>
                  </a:lnTo>
                  <a:lnTo>
                    <a:pt x="151" y="0"/>
                  </a:lnTo>
                  <a:lnTo>
                    <a:pt x="24"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9" name="Freeform 91"/>
            <p:cNvSpPr>
              <a:spLocks noEditPoints="1"/>
            </p:cNvSpPr>
            <p:nvPr/>
          </p:nvSpPr>
          <p:spPr bwMode="auto">
            <a:xfrm>
              <a:off x="10255250" y="982663"/>
              <a:ext cx="244475" cy="544513"/>
            </a:xfrm>
            <a:custGeom>
              <a:avLst/>
              <a:gdLst>
                <a:gd name="T0" fmla="*/ 32 w 65"/>
                <a:gd name="T1" fmla="*/ 125 h 145"/>
                <a:gd name="T2" fmla="*/ 32 w 65"/>
                <a:gd name="T3" fmla="*/ 125 h 145"/>
                <a:gd name="T4" fmla="*/ 64 w 65"/>
                <a:gd name="T5" fmla="*/ 140 h 145"/>
                <a:gd name="T6" fmla="*/ 65 w 65"/>
                <a:gd name="T7" fmla="*/ 140 h 145"/>
                <a:gd name="T8" fmla="*/ 65 w 65"/>
                <a:gd name="T9" fmla="*/ 38 h 145"/>
                <a:gd name="T10" fmla="*/ 63 w 65"/>
                <a:gd name="T11" fmla="*/ 23 h 145"/>
                <a:gd name="T12" fmla="*/ 54 w 65"/>
                <a:gd name="T13" fmla="*/ 13 h 145"/>
                <a:gd name="T14" fmla="*/ 54 w 65"/>
                <a:gd name="T15" fmla="*/ 4 h 145"/>
                <a:gd name="T16" fmla="*/ 54 w 65"/>
                <a:gd name="T17" fmla="*/ 0 h 145"/>
                <a:gd name="T18" fmla="*/ 51 w 65"/>
                <a:gd name="T19" fmla="*/ 0 h 145"/>
                <a:gd name="T20" fmla="*/ 32 w 65"/>
                <a:gd name="T21" fmla="*/ 0 h 145"/>
                <a:gd name="T22" fmla="*/ 32 w 65"/>
                <a:gd name="T23" fmla="*/ 4 h 145"/>
                <a:gd name="T24" fmla="*/ 51 w 65"/>
                <a:gd name="T25" fmla="*/ 4 h 145"/>
                <a:gd name="T26" fmla="*/ 51 w 65"/>
                <a:gd name="T27" fmla="*/ 11 h 145"/>
                <a:gd name="T28" fmla="*/ 51 w 65"/>
                <a:gd name="T29" fmla="*/ 61 h 145"/>
                <a:gd name="T30" fmla="*/ 33 w 65"/>
                <a:gd name="T31" fmla="*/ 42 h 145"/>
                <a:gd name="T32" fmla="*/ 32 w 65"/>
                <a:gd name="T33" fmla="*/ 43 h 145"/>
                <a:gd name="T34" fmla="*/ 32 w 65"/>
                <a:gd name="T35" fmla="*/ 125 h 145"/>
                <a:gd name="T36" fmla="*/ 1 w 65"/>
                <a:gd name="T37" fmla="*/ 140 h 145"/>
                <a:gd name="T38" fmla="*/ 32 w 65"/>
                <a:gd name="T39" fmla="*/ 125 h 145"/>
                <a:gd name="T40" fmla="*/ 32 w 65"/>
                <a:gd name="T41" fmla="*/ 43 h 145"/>
                <a:gd name="T42" fmla="*/ 14 w 65"/>
                <a:gd name="T43" fmla="*/ 61 h 145"/>
                <a:gd name="T44" fmla="*/ 14 w 65"/>
                <a:gd name="T45" fmla="*/ 11 h 145"/>
                <a:gd name="T46" fmla="*/ 14 w 65"/>
                <a:gd name="T47" fmla="*/ 11 h 145"/>
                <a:gd name="T48" fmla="*/ 14 w 65"/>
                <a:gd name="T49" fmla="*/ 11 h 145"/>
                <a:gd name="T50" fmla="*/ 14 w 65"/>
                <a:gd name="T51" fmla="*/ 4 h 145"/>
                <a:gd name="T52" fmla="*/ 32 w 65"/>
                <a:gd name="T53" fmla="*/ 4 h 145"/>
                <a:gd name="T54" fmla="*/ 32 w 65"/>
                <a:gd name="T55" fmla="*/ 0 h 145"/>
                <a:gd name="T56" fmla="*/ 14 w 65"/>
                <a:gd name="T57" fmla="*/ 0 h 145"/>
                <a:gd name="T58" fmla="*/ 10 w 65"/>
                <a:gd name="T59" fmla="*/ 0 h 145"/>
                <a:gd name="T60" fmla="*/ 10 w 65"/>
                <a:gd name="T61" fmla="*/ 4 h 145"/>
                <a:gd name="T62" fmla="*/ 10 w 65"/>
                <a:gd name="T63" fmla="*/ 13 h 145"/>
                <a:gd name="T64" fmla="*/ 2 w 65"/>
                <a:gd name="T65" fmla="*/ 23 h 145"/>
                <a:gd name="T66" fmla="*/ 0 w 65"/>
                <a:gd name="T67" fmla="*/ 38 h 145"/>
                <a:gd name="T68" fmla="*/ 0 w 65"/>
                <a:gd name="T69" fmla="*/ 140 h 145"/>
                <a:gd name="T70" fmla="*/ 1 w 65"/>
                <a:gd name="T71" fmla="*/ 14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145">
                  <a:moveTo>
                    <a:pt x="32" y="125"/>
                  </a:moveTo>
                  <a:cubicBezTo>
                    <a:pt x="32" y="125"/>
                    <a:pt x="32" y="125"/>
                    <a:pt x="32" y="125"/>
                  </a:cubicBezTo>
                  <a:cubicBezTo>
                    <a:pt x="47" y="125"/>
                    <a:pt x="60" y="129"/>
                    <a:pt x="64" y="140"/>
                  </a:cubicBezTo>
                  <a:cubicBezTo>
                    <a:pt x="65" y="144"/>
                    <a:pt x="65" y="145"/>
                    <a:pt x="65" y="140"/>
                  </a:cubicBezTo>
                  <a:cubicBezTo>
                    <a:pt x="65" y="119"/>
                    <a:pt x="65" y="59"/>
                    <a:pt x="65" y="38"/>
                  </a:cubicBezTo>
                  <a:cubicBezTo>
                    <a:pt x="65" y="34"/>
                    <a:pt x="65" y="27"/>
                    <a:pt x="63" y="23"/>
                  </a:cubicBezTo>
                  <a:cubicBezTo>
                    <a:pt x="62" y="18"/>
                    <a:pt x="59" y="15"/>
                    <a:pt x="54" y="13"/>
                  </a:cubicBezTo>
                  <a:cubicBezTo>
                    <a:pt x="54" y="4"/>
                    <a:pt x="54" y="4"/>
                    <a:pt x="54" y="4"/>
                  </a:cubicBezTo>
                  <a:cubicBezTo>
                    <a:pt x="54" y="0"/>
                    <a:pt x="54" y="0"/>
                    <a:pt x="54" y="0"/>
                  </a:cubicBezTo>
                  <a:cubicBezTo>
                    <a:pt x="51" y="0"/>
                    <a:pt x="51" y="0"/>
                    <a:pt x="51" y="0"/>
                  </a:cubicBezTo>
                  <a:cubicBezTo>
                    <a:pt x="32" y="0"/>
                    <a:pt x="32" y="0"/>
                    <a:pt x="32" y="0"/>
                  </a:cubicBezTo>
                  <a:cubicBezTo>
                    <a:pt x="32" y="4"/>
                    <a:pt x="32" y="4"/>
                    <a:pt x="32" y="4"/>
                  </a:cubicBezTo>
                  <a:cubicBezTo>
                    <a:pt x="51" y="4"/>
                    <a:pt x="51" y="4"/>
                    <a:pt x="51" y="4"/>
                  </a:cubicBezTo>
                  <a:cubicBezTo>
                    <a:pt x="51" y="11"/>
                    <a:pt x="51" y="11"/>
                    <a:pt x="51" y="11"/>
                  </a:cubicBezTo>
                  <a:cubicBezTo>
                    <a:pt x="51" y="61"/>
                    <a:pt x="51" y="61"/>
                    <a:pt x="51" y="61"/>
                  </a:cubicBezTo>
                  <a:cubicBezTo>
                    <a:pt x="33" y="42"/>
                    <a:pt x="33" y="42"/>
                    <a:pt x="33" y="42"/>
                  </a:cubicBezTo>
                  <a:cubicBezTo>
                    <a:pt x="32" y="43"/>
                    <a:pt x="32" y="43"/>
                    <a:pt x="32" y="43"/>
                  </a:cubicBezTo>
                  <a:lnTo>
                    <a:pt x="32" y="125"/>
                  </a:lnTo>
                  <a:close/>
                  <a:moveTo>
                    <a:pt x="1" y="140"/>
                  </a:moveTo>
                  <a:cubicBezTo>
                    <a:pt x="5" y="129"/>
                    <a:pt x="17" y="125"/>
                    <a:pt x="32" y="125"/>
                  </a:cubicBezTo>
                  <a:cubicBezTo>
                    <a:pt x="32" y="43"/>
                    <a:pt x="32" y="43"/>
                    <a:pt x="32" y="43"/>
                  </a:cubicBezTo>
                  <a:cubicBezTo>
                    <a:pt x="14" y="61"/>
                    <a:pt x="14" y="61"/>
                    <a:pt x="14" y="61"/>
                  </a:cubicBezTo>
                  <a:cubicBezTo>
                    <a:pt x="14" y="11"/>
                    <a:pt x="14" y="11"/>
                    <a:pt x="14" y="11"/>
                  </a:cubicBezTo>
                  <a:cubicBezTo>
                    <a:pt x="14" y="11"/>
                    <a:pt x="14" y="11"/>
                    <a:pt x="14" y="11"/>
                  </a:cubicBezTo>
                  <a:cubicBezTo>
                    <a:pt x="14" y="11"/>
                    <a:pt x="14" y="11"/>
                    <a:pt x="14" y="11"/>
                  </a:cubicBezTo>
                  <a:cubicBezTo>
                    <a:pt x="14" y="4"/>
                    <a:pt x="14" y="4"/>
                    <a:pt x="14" y="4"/>
                  </a:cubicBezTo>
                  <a:cubicBezTo>
                    <a:pt x="32" y="4"/>
                    <a:pt x="32" y="4"/>
                    <a:pt x="32" y="4"/>
                  </a:cubicBezTo>
                  <a:cubicBezTo>
                    <a:pt x="32" y="0"/>
                    <a:pt x="32" y="0"/>
                    <a:pt x="32" y="0"/>
                  </a:cubicBezTo>
                  <a:cubicBezTo>
                    <a:pt x="14" y="0"/>
                    <a:pt x="14" y="0"/>
                    <a:pt x="14" y="0"/>
                  </a:cubicBezTo>
                  <a:cubicBezTo>
                    <a:pt x="10" y="0"/>
                    <a:pt x="10" y="0"/>
                    <a:pt x="10" y="0"/>
                  </a:cubicBezTo>
                  <a:cubicBezTo>
                    <a:pt x="10" y="4"/>
                    <a:pt x="10" y="4"/>
                    <a:pt x="10" y="4"/>
                  </a:cubicBezTo>
                  <a:cubicBezTo>
                    <a:pt x="10" y="13"/>
                    <a:pt x="10" y="13"/>
                    <a:pt x="10" y="13"/>
                  </a:cubicBezTo>
                  <a:cubicBezTo>
                    <a:pt x="6" y="15"/>
                    <a:pt x="3" y="18"/>
                    <a:pt x="2" y="23"/>
                  </a:cubicBezTo>
                  <a:cubicBezTo>
                    <a:pt x="0" y="27"/>
                    <a:pt x="0" y="34"/>
                    <a:pt x="0" y="38"/>
                  </a:cubicBezTo>
                  <a:cubicBezTo>
                    <a:pt x="0" y="59"/>
                    <a:pt x="0" y="119"/>
                    <a:pt x="0" y="140"/>
                  </a:cubicBezTo>
                  <a:cubicBezTo>
                    <a:pt x="0" y="145"/>
                    <a:pt x="0" y="144"/>
                    <a:pt x="1" y="14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0" name="Freeform 92"/>
            <p:cNvSpPr>
              <a:spLocks/>
            </p:cNvSpPr>
            <p:nvPr/>
          </p:nvSpPr>
          <p:spPr bwMode="auto">
            <a:xfrm>
              <a:off x="10514013" y="1012825"/>
              <a:ext cx="239713" cy="514350"/>
            </a:xfrm>
            <a:custGeom>
              <a:avLst/>
              <a:gdLst>
                <a:gd name="T0" fmla="*/ 1 w 64"/>
                <a:gd name="T1" fmla="*/ 132 h 137"/>
                <a:gd name="T2" fmla="*/ 32 w 64"/>
                <a:gd name="T3" fmla="*/ 117 h 137"/>
                <a:gd name="T4" fmla="*/ 63 w 64"/>
                <a:gd name="T5" fmla="*/ 132 h 137"/>
                <a:gd name="T6" fmla="*/ 64 w 64"/>
                <a:gd name="T7" fmla="*/ 132 h 137"/>
                <a:gd name="T8" fmla="*/ 64 w 64"/>
                <a:gd name="T9" fmla="*/ 30 h 137"/>
                <a:gd name="T10" fmla="*/ 63 w 64"/>
                <a:gd name="T11" fmla="*/ 15 h 137"/>
                <a:gd name="T12" fmla="*/ 32 w 64"/>
                <a:gd name="T13" fmla="*/ 0 h 137"/>
                <a:gd name="T14" fmla="*/ 1 w 64"/>
                <a:gd name="T15" fmla="*/ 15 h 137"/>
                <a:gd name="T16" fmla="*/ 0 w 64"/>
                <a:gd name="T17" fmla="*/ 30 h 137"/>
                <a:gd name="T18" fmla="*/ 0 w 64"/>
                <a:gd name="T19" fmla="*/ 132 h 137"/>
                <a:gd name="T20" fmla="*/ 1 w 64"/>
                <a:gd name="T21"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7">
                  <a:moveTo>
                    <a:pt x="1" y="132"/>
                  </a:moveTo>
                  <a:cubicBezTo>
                    <a:pt x="5" y="121"/>
                    <a:pt x="17" y="117"/>
                    <a:pt x="32" y="117"/>
                  </a:cubicBezTo>
                  <a:cubicBezTo>
                    <a:pt x="47" y="117"/>
                    <a:pt x="60" y="121"/>
                    <a:pt x="63" y="132"/>
                  </a:cubicBezTo>
                  <a:cubicBezTo>
                    <a:pt x="64" y="136"/>
                    <a:pt x="64" y="137"/>
                    <a:pt x="64" y="132"/>
                  </a:cubicBezTo>
                  <a:cubicBezTo>
                    <a:pt x="64" y="111"/>
                    <a:pt x="64" y="51"/>
                    <a:pt x="64" y="30"/>
                  </a:cubicBezTo>
                  <a:cubicBezTo>
                    <a:pt x="64" y="26"/>
                    <a:pt x="64" y="19"/>
                    <a:pt x="63" y="15"/>
                  </a:cubicBezTo>
                  <a:cubicBezTo>
                    <a:pt x="59" y="4"/>
                    <a:pt x="47" y="0"/>
                    <a:pt x="32" y="0"/>
                  </a:cubicBezTo>
                  <a:cubicBezTo>
                    <a:pt x="17" y="0"/>
                    <a:pt x="5" y="4"/>
                    <a:pt x="1" y="15"/>
                  </a:cubicBezTo>
                  <a:cubicBezTo>
                    <a:pt x="0" y="19"/>
                    <a:pt x="0" y="26"/>
                    <a:pt x="0" y="30"/>
                  </a:cubicBezTo>
                  <a:cubicBezTo>
                    <a:pt x="0" y="51"/>
                    <a:pt x="0" y="111"/>
                    <a:pt x="0" y="132"/>
                  </a:cubicBezTo>
                  <a:cubicBezTo>
                    <a:pt x="0" y="137"/>
                    <a:pt x="0" y="136"/>
                    <a:pt x="1" y="13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1" name="Freeform 93"/>
            <p:cNvSpPr>
              <a:spLocks noEditPoints="1"/>
            </p:cNvSpPr>
            <p:nvPr/>
          </p:nvSpPr>
          <p:spPr bwMode="auto">
            <a:xfrm>
              <a:off x="7947025" y="842963"/>
              <a:ext cx="307975" cy="598488"/>
            </a:xfrm>
            <a:custGeom>
              <a:avLst/>
              <a:gdLst>
                <a:gd name="T0" fmla="*/ 41 w 82"/>
                <a:gd name="T1" fmla="*/ 159 h 159"/>
                <a:gd name="T2" fmla="*/ 82 w 82"/>
                <a:gd name="T3" fmla="*/ 159 h 159"/>
                <a:gd name="T4" fmla="*/ 82 w 82"/>
                <a:gd name="T5" fmla="*/ 0 h 159"/>
                <a:gd name="T6" fmla="*/ 41 w 82"/>
                <a:gd name="T7" fmla="*/ 0 h 159"/>
                <a:gd name="T8" fmla="*/ 41 w 82"/>
                <a:gd name="T9" fmla="*/ 9 h 159"/>
                <a:gd name="T10" fmla="*/ 73 w 82"/>
                <a:gd name="T11" fmla="*/ 9 h 159"/>
                <a:gd name="T12" fmla="*/ 73 w 82"/>
                <a:gd name="T13" fmla="*/ 39 h 159"/>
                <a:gd name="T14" fmla="*/ 41 w 82"/>
                <a:gd name="T15" fmla="*/ 39 h 159"/>
                <a:gd name="T16" fmla="*/ 41 w 82"/>
                <a:gd name="T17" fmla="*/ 46 h 159"/>
                <a:gd name="T18" fmla="*/ 73 w 82"/>
                <a:gd name="T19" fmla="*/ 46 h 159"/>
                <a:gd name="T20" fmla="*/ 73 w 82"/>
                <a:gd name="T21" fmla="*/ 77 h 159"/>
                <a:gd name="T22" fmla="*/ 41 w 82"/>
                <a:gd name="T23" fmla="*/ 77 h 159"/>
                <a:gd name="T24" fmla="*/ 41 w 82"/>
                <a:gd name="T25" fmla="*/ 89 h 159"/>
                <a:gd name="T26" fmla="*/ 41 w 82"/>
                <a:gd name="T27" fmla="*/ 89 h 159"/>
                <a:gd name="T28" fmla="*/ 51 w 82"/>
                <a:gd name="T29" fmla="*/ 99 h 159"/>
                <a:gd name="T30" fmla="*/ 41 w 82"/>
                <a:gd name="T31" fmla="*/ 109 h 159"/>
                <a:gd name="T32" fmla="*/ 41 w 82"/>
                <a:gd name="T33" fmla="*/ 109 h 159"/>
                <a:gd name="T34" fmla="*/ 41 w 82"/>
                <a:gd name="T35" fmla="*/ 109 h 159"/>
                <a:gd name="T36" fmla="*/ 41 w 82"/>
                <a:gd name="T37" fmla="*/ 124 h 159"/>
                <a:gd name="T38" fmla="*/ 41 w 82"/>
                <a:gd name="T39" fmla="*/ 124 h 159"/>
                <a:gd name="T40" fmla="*/ 51 w 82"/>
                <a:gd name="T41" fmla="*/ 134 h 159"/>
                <a:gd name="T42" fmla="*/ 41 w 82"/>
                <a:gd name="T43" fmla="*/ 145 h 159"/>
                <a:gd name="T44" fmla="*/ 41 w 82"/>
                <a:gd name="T45" fmla="*/ 145 h 159"/>
                <a:gd name="T46" fmla="*/ 41 w 82"/>
                <a:gd name="T47" fmla="*/ 145 h 159"/>
                <a:gd name="T48" fmla="*/ 41 w 82"/>
                <a:gd name="T49" fmla="*/ 159 h 159"/>
                <a:gd name="T50" fmla="*/ 0 w 82"/>
                <a:gd name="T51" fmla="*/ 159 h 159"/>
                <a:gd name="T52" fmla="*/ 41 w 82"/>
                <a:gd name="T53" fmla="*/ 159 h 159"/>
                <a:gd name="T54" fmla="*/ 41 w 82"/>
                <a:gd name="T55" fmla="*/ 145 h 159"/>
                <a:gd name="T56" fmla="*/ 31 w 82"/>
                <a:gd name="T57" fmla="*/ 134 h 159"/>
                <a:gd name="T58" fmla="*/ 41 w 82"/>
                <a:gd name="T59" fmla="*/ 124 h 159"/>
                <a:gd name="T60" fmla="*/ 41 w 82"/>
                <a:gd name="T61" fmla="*/ 109 h 159"/>
                <a:gd name="T62" fmla="*/ 31 w 82"/>
                <a:gd name="T63" fmla="*/ 99 h 159"/>
                <a:gd name="T64" fmla="*/ 41 w 82"/>
                <a:gd name="T65" fmla="*/ 89 h 159"/>
                <a:gd name="T66" fmla="*/ 41 w 82"/>
                <a:gd name="T67" fmla="*/ 77 h 159"/>
                <a:gd name="T68" fmla="*/ 8 w 82"/>
                <a:gd name="T69" fmla="*/ 77 h 159"/>
                <a:gd name="T70" fmla="*/ 8 w 82"/>
                <a:gd name="T71" fmla="*/ 46 h 159"/>
                <a:gd name="T72" fmla="*/ 8 w 82"/>
                <a:gd name="T73" fmla="*/ 46 h 159"/>
                <a:gd name="T74" fmla="*/ 41 w 82"/>
                <a:gd name="T75" fmla="*/ 46 h 159"/>
                <a:gd name="T76" fmla="*/ 41 w 82"/>
                <a:gd name="T77" fmla="*/ 39 h 159"/>
                <a:gd name="T78" fmla="*/ 8 w 82"/>
                <a:gd name="T79" fmla="*/ 39 h 159"/>
                <a:gd name="T80" fmla="*/ 8 w 82"/>
                <a:gd name="T81" fmla="*/ 9 h 159"/>
                <a:gd name="T82" fmla="*/ 8 w 82"/>
                <a:gd name="T83" fmla="*/ 9 h 159"/>
                <a:gd name="T84" fmla="*/ 41 w 82"/>
                <a:gd name="T85" fmla="*/ 9 h 159"/>
                <a:gd name="T86" fmla="*/ 41 w 82"/>
                <a:gd name="T87" fmla="*/ 0 h 159"/>
                <a:gd name="T88" fmla="*/ 0 w 82"/>
                <a:gd name="T89" fmla="*/ 0 h 159"/>
                <a:gd name="T90" fmla="*/ 0 w 82"/>
                <a:gd name="T9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159">
                  <a:moveTo>
                    <a:pt x="41" y="159"/>
                  </a:moveTo>
                  <a:cubicBezTo>
                    <a:pt x="82" y="159"/>
                    <a:pt x="82" y="159"/>
                    <a:pt x="82" y="159"/>
                  </a:cubicBezTo>
                  <a:cubicBezTo>
                    <a:pt x="82" y="0"/>
                    <a:pt x="82" y="0"/>
                    <a:pt x="82" y="0"/>
                  </a:cubicBezTo>
                  <a:cubicBezTo>
                    <a:pt x="41" y="0"/>
                    <a:pt x="41" y="0"/>
                    <a:pt x="41" y="0"/>
                  </a:cubicBezTo>
                  <a:cubicBezTo>
                    <a:pt x="41" y="9"/>
                    <a:pt x="41" y="9"/>
                    <a:pt x="41" y="9"/>
                  </a:cubicBezTo>
                  <a:cubicBezTo>
                    <a:pt x="73" y="9"/>
                    <a:pt x="73" y="9"/>
                    <a:pt x="73" y="9"/>
                  </a:cubicBezTo>
                  <a:cubicBezTo>
                    <a:pt x="73" y="39"/>
                    <a:pt x="73" y="39"/>
                    <a:pt x="73" y="39"/>
                  </a:cubicBezTo>
                  <a:cubicBezTo>
                    <a:pt x="41" y="39"/>
                    <a:pt x="41" y="39"/>
                    <a:pt x="41" y="39"/>
                  </a:cubicBezTo>
                  <a:cubicBezTo>
                    <a:pt x="41" y="46"/>
                    <a:pt x="41" y="46"/>
                    <a:pt x="41" y="46"/>
                  </a:cubicBezTo>
                  <a:cubicBezTo>
                    <a:pt x="73" y="46"/>
                    <a:pt x="73" y="46"/>
                    <a:pt x="73" y="46"/>
                  </a:cubicBezTo>
                  <a:cubicBezTo>
                    <a:pt x="73" y="77"/>
                    <a:pt x="73" y="77"/>
                    <a:pt x="73" y="77"/>
                  </a:cubicBezTo>
                  <a:cubicBezTo>
                    <a:pt x="41" y="77"/>
                    <a:pt x="41" y="77"/>
                    <a:pt x="41" y="77"/>
                  </a:cubicBezTo>
                  <a:cubicBezTo>
                    <a:pt x="41" y="89"/>
                    <a:pt x="41" y="89"/>
                    <a:pt x="41" y="89"/>
                  </a:cubicBezTo>
                  <a:cubicBezTo>
                    <a:pt x="41" y="89"/>
                    <a:pt x="41" y="89"/>
                    <a:pt x="41" y="89"/>
                  </a:cubicBezTo>
                  <a:cubicBezTo>
                    <a:pt x="46" y="89"/>
                    <a:pt x="51" y="94"/>
                    <a:pt x="51" y="99"/>
                  </a:cubicBezTo>
                  <a:cubicBezTo>
                    <a:pt x="51" y="105"/>
                    <a:pt x="46" y="109"/>
                    <a:pt x="41" y="109"/>
                  </a:cubicBezTo>
                  <a:cubicBezTo>
                    <a:pt x="41" y="109"/>
                    <a:pt x="41" y="109"/>
                    <a:pt x="41" y="109"/>
                  </a:cubicBezTo>
                  <a:cubicBezTo>
                    <a:pt x="41" y="109"/>
                    <a:pt x="41" y="109"/>
                    <a:pt x="41" y="109"/>
                  </a:cubicBezTo>
                  <a:cubicBezTo>
                    <a:pt x="41" y="124"/>
                    <a:pt x="41" y="124"/>
                    <a:pt x="41" y="124"/>
                  </a:cubicBezTo>
                  <a:cubicBezTo>
                    <a:pt x="41" y="124"/>
                    <a:pt x="41" y="124"/>
                    <a:pt x="41" y="124"/>
                  </a:cubicBezTo>
                  <a:cubicBezTo>
                    <a:pt x="46" y="124"/>
                    <a:pt x="51" y="129"/>
                    <a:pt x="51" y="134"/>
                  </a:cubicBezTo>
                  <a:cubicBezTo>
                    <a:pt x="51" y="140"/>
                    <a:pt x="46" y="145"/>
                    <a:pt x="41" y="145"/>
                  </a:cubicBezTo>
                  <a:cubicBezTo>
                    <a:pt x="41" y="145"/>
                    <a:pt x="41" y="145"/>
                    <a:pt x="41" y="145"/>
                  </a:cubicBezTo>
                  <a:cubicBezTo>
                    <a:pt x="41" y="145"/>
                    <a:pt x="41" y="145"/>
                    <a:pt x="41" y="145"/>
                  </a:cubicBezTo>
                  <a:lnTo>
                    <a:pt x="41" y="159"/>
                  </a:lnTo>
                  <a:close/>
                  <a:moveTo>
                    <a:pt x="0" y="159"/>
                  </a:moveTo>
                  <a:cubicBezTo>
                    <a:pt x="41" y="159"/>
                    <a:pt x="41" y="159"/>
                    <a:pt x="41" y="159"/>
                  </a:cubicBezTo>
                  <a:cubicBezTo>
                    <a:pt x="41" y="145"/>
                    <a:pt x="41" y="145"/>
                    <a:pt x="41" y="145"/>
                  </a:cubicBezTo>
                  <a:cubicBezTo>
                    <a:pt x="35" y="145"/>
                    <a:pt x="31" y="140"/>
                    <a:pt x="31" y="134"/>
                  </a:cubicBezTo>
                  <a:cubicBezTo>
                    <a:pt x="31" y="129"/>
                    <a:pt x="35" y="124"/>
                    <a:pt x="41" y="124"/>
                  </a:cubicBezTo>
                  <a:cubicBezTo>
                    <a:pt x="41" y="109"/>
                    <a:pt x="41" y="109"/>
                    <a:pt x="41" y="109"/>
                  </a:cubicBezTo>
                  <a:cubicBezTo>
                    <a:pt x="35" y="109"/>
                    <a:pt x="31" y="105"/>
                    <a:pt x="31" y="99"/>
                  </a:cubicBezTo>
                  <a:cubicBezTo>
                    <a:pt x="31" y="94"/>
                    <a:pt x="35" y="89"/>
                    <a:pt x="41" y="89"/>
                  </a:cubicBezTo>
                  <a:cubicBezTo>
                    <a:pt x="41" y="77"/>
                    <a:pt x="41" y="77"/>
                    <a:pt x="41" y="77"/>
                  </a:cubicBezTo>
                  <a:cubicBezTo>
                    <a:pt x="8" y="77"/>
                    <a:pt x="8" y="77"/>
                    <a:pt x="8" y="77"/>
                  </a:cubicBezTo>
                  <a:cubicBezTo>
                    <a:pt x="8" y="46"/>
                    <a:pt x="8" y="46"/>
                    <a:pt x="8" y="46"/>
                  </a:cubicBezTo>
                  <a:cubicBezTo>
                    <a:pt x="8" y="46"/>
                    <a:pt x="8" y="46"/>
                    <a:pt x="8" y="46"/>
                  </a:cubicBezTo>
                  <a:cubicBezTo>
                    <a:pt x="41" y="46"/>
                    <a:pt x="41" y="46"/>
                    <a:pt x="41" y="46"/>
                  </a:cubicBezTo>
                  <a:cubicBezTo>
                    <a:pt x="41" y="39"/>
                    <a:pt x="41" y="39"/>
                    <a:pt x="41" y="39"/>
                  </a:cubicBezTo>
                  <a:cubicBezTo>
                    <a:pt x="8" y="39"/>
                    <a:pt x="8" y="39"/>
                    <a:pt x="8" y="39"/>
                  </a:cubicBezTo>
                  <a:cubicBezTo>
                    <a:pt x="8" y="9"/>
                    <a:pt x="8" y="9"/>
                    <a:pt x="8" y="9"/>
                  </a:cubicBezTo>
                  <a:cubicBezTo>
                    <a:pt x="8" y="9"/>
                    <a:pt x="8" y="9"/>
                    <a:pt x="8" y="9"/>
                  </a:cubicBezTo>
                  <a:cubicBezTo>
                    <a:pt x="41" y="9"/>
                    <a:pt x="41" y="9"/>
                    <a:pt x="41" y="9"/>
                  </a:cubicBezTo>
                  <a:cubicBezTo>
                    <a:pt x="41" y="0"/>
                    <a:pt x="41" y="0"/>
                    <a:pt x="41" y="0"/>
                  </a:cubicBezTo>
                  <a:cubicBezTo>
                    <a:pt x="0" y="0"/>
                    <a:pt x="0" y="0"/>
                    <a:pt x="0" y="0"/>
                  </a:cubicBezTo>
                  <a:lnTo>
                    <a:pt x="0" y="15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2" name="Freeform 94"/>
            <p:cNvSpPr>
              <a:spLocks/>
            </p:cNvSpPr>
            <p:nvPr/>
          </p:nvSpPr>
          <p:spPr bwMode="auto">
            <a:xfrm>
              <a:off x="8277225" y="842963"/>
              <a:ext cx="127000" cy="598488"/>
            </a:xfrm>
            <a:custGeom>
              <a:avLst/>
              <a:gdLst>
                <a:gd name="T0" fmla="*/ 80 w 80"/>
                <a:gd name="T1" fmla="*/ 355 h 377"/>
                <a:gd name="T2" fmla="*/ 80 w 80"/>
                <a:gd name="T3" fmla="*/ 64 h 377"/>
                <a:gd name="T4" fmla="*/ 0 w 80"/>
                <a:gd name="T5" fmla="*/ 0 h 377"/>
                <a:gd name="T6" fmla="*/ 0 w 80"/>
                <a:gd name="T7" fmla="*/ 377 h 377"/>
                <a:gd name="T8" fmla="*/ 80 w 80"/>
                <a:gd name="T9" fmla="*/ 355 h 377"/>
              </a:gdLst>
              <a:ahLst/>
              <a:cxnLst>
                <a:cxn ang="0">
                  <a:pos x="T0" y="T1"/>
                </a:cxn>
                <a:cxn ang="0">
                  <a:pos x="T2" y="T3"/>
                </a:cxn>
                <a:cxn ang="0">
                  <a:pos x="T4" y="T5"/>
                </a:cxn>
                <a:cxn ang="0">
                  <a:pos x="T6" y="T7"/>
                </a:cxn>
                <a:cxn ang="0">
                  <a:pos x="T8" y="T9"/>
                </a:cxn>
              </a:cxnLst>
              <a:rect l="0" t="0" r="r" b="b"/>
              <a:pathLst>
                <a:path w="80" h="377">
                  <a:moveTo>
                    <a:pt x="80" y="355"/>
                  </a:moveTo>
                  <a:lnTo>
                    <a:pt x="80" y="64"/>
                  </a:lnTo>
                  <a:lnTo>
                    <a:pt x="0" y="0"/>
                  </a:lnTo>
                  <a:lnTo>
                    <a:pt x="0" y="377"/>
                  </a:lnTo>
                  <a:lnTo>
                    <a:pt x="80" y="35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3" name="Rectangle 95"/>
            <p:cNvSpPr>
              <a:spLocks noChangeArrowheads="1"/>
            </p:cNvSpPr>
            <p:nvPr/>
          </p:nvSpPr>
          <p:spPr bwMode="auto">
            <a:xfrm>
              <a:off x="7991475" y="892175"/>
              <a:ext cx="21431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4" name="Rectangle 96"/>
            <p:cNvSpPr>
              <a:spLocks noChangeArrowheads="1"/>
            </p:cNvSpPr>
            <p:nvPr/>
          </p:nvSpPr>
          <p:spPr bwMode="auto">
            <a:xfrm>
              <a:off x="7991475" y="1035050"/>
              <a:ext cx="214313" cy="793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5" name="Rectangle 97"/>
            <p:cNvSpPr>
              <a:spLocks noChangeArrowheads="1"/>
            </p:cNvSpPr>
            <p:nvPr/>
          </p:nvSpPr>
          <p:spPr bwMode="auto">
            <a:xfrm>
              <a:off x="9740900" y="306388"/>
              <a:ext cx="85725" cy="5715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6" name="Rectangle 98"/>
            <p:cNvSpPr>
              <a:spLocks noChangeArrowheads="1"/>
            </p:cNvSpPr>
            <p:nvPr/>
          </p:nvSpPr>
          <p:spPr bwMode="auto">
            <a:xfrm>
              <a:off x="9617075" y="617538"/>
              <a:ext cx="85725" cy="2603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7" name="Rectangle 99"/>
            <p:cNvSpPr>
              <a:spLocks noChangeArrowheads="1"/>
            </p:cNvSpPr>
            <p:nvPr/>
          </p:nvSpPr>
          <p:spPr bwMode="auto">
            <a:xfrm>
              <a:off x="9493250" y="388938"/>
              <a:ext cx="85725" cy="488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8" name="Rectangle 100"/>
            <p:cNvSpPr>
              <a:spLocks noChangeArrowheads="1"/>
            </p:cNvSpPr>
            <p:nvPr/>
          </p:nvSpPr>
          <p:spPr bwMode="auto">
            <a:xfrm>
              <a:off x="9366250" y="542925"/>
              <a:ext cx="85725" cy="3349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9" name="Rectangle 101"/>
            <p:cNvSpPr>
              <a:spLocks noChangeArrowheads="1"/>
            </p:cNvSpPr>
            <p:nvPr/>
          </p:nvSpPr>
          <p:spPr bwMode="auto">
            <a:xfrm>
              <a:off x="9242425" y="490538"/>
              <a:ext cx="85725" cy="3873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0" name="Rectangle 102"/>
            <p:cNvSpPr>
              <a:spLocks noChangeArrowheads="1"/>
            </p:cNvSpPr>
            <p:nvPr/>
          </p:nvSpPr>
          <p:spPr bwMode="auto">
            <a:xfrm>
              <a:off x="9740900" y="238125"/>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1" name="Rectangle 103"/>
            <p:cNvSpPr>
              <a:spLocks noChangeArrowheads="1"/>
            </p:cNvSpPr>
            <p:nvPr/>
          </p:nvSpPr>
          <p:spPr bwMode="auto">
            <a:xfrm>
              <a:off x="9493250" y="328613"/>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2" name="Rectangle 104"/>
            <p:cNvSpPr>
              <a:spLocks noChangeArrowheads="1"/>
            </p:cNvSpPr>
            <p:nvPr/>
          </p:nvSpPr>
          <p:spPr bwMode="auto">
            <a:xfrm>
              <a:off x="9366250" y="479425"/>
              <a:ext cx="85725" cy="444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3" name="Rectangle 105"/>
            <p:cNvSpPr>
              <a:spLocks noChangeArrowheads="1"/>
            </p:cNvSpPr>
            <p:nvPr/>
          </p:nvSpPr>
          <p:spPr bwMode="auto">
            <a:xfrm>
              <a:off x="9242425" y="427038"/>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4" name="Rectangle 106"/>
            <p:cNvSpPr>
              <a:spLocks noChangeArrowheads="1"/>
            </p:cNvSpPr>
            <p:nvPr/>
          </p:nvSpPr>
          <p:spPr bwMode="auto">
            <a:xfrm>
              <a:off x="9617075" y="554038"/>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5" name="Freeform 107"/>
            <p:cNvSpPr>
              <a:spLocks noEditPoints="1"/>
            </p:cNvSpPr>
            <p:nvPr/>
          </p:nvSpPr>
          <p:spPr bwMode="auto">
            <a:xfrm>
              <a:off x="5202238" y="708025"/>
              <a:ext cx="649288" cy="650875"/>
            </a:xfrm>
            <a:custGeom>
              <a:avLst/>
              <a:gdLst>
                <a:gd name="T0" fmla="*/ 173 w 173"/>
                <a:gd name="T1" fmla="*/ 0 h 173"/>
                <a:gd name="T2" fmla="*/ 87 w 173"/>
                <a:gd name="T3" fmla="*/ 0 h 173"/>
                <a:gd name="T4" fmla="*/ 87 w 173"/>
                <a:gd name="T5" fmla="*/ 14 h 173"/>
                <a:gd name="T6" fmla="*/ 87 w 173"/>
                <a:gd name="T7" fmla="*/ 14 h 173"/>
                <a:gd name="T8" fmla="*/ 87 w 173"/>
                <a:gd name="T9" fmla="*/ 14 h 173"/>
                <a:gd name="T10" fmla="*/ 101 w 173"/>
                <a:gd name="T11" fmla="*/ 28 h 173"/>
                <a:gd name="T12" fmla="*/ 87 w 173"/>
                <a:gd name="T13" fmla="*/ 41 h 173"/>
                <a:gd name="T14" fmla="*/ 87 w 173"/>
                <a:gd name="T15" fmla="*/ 41 h 173"/>
                <a:gd name="T16" fmla="*/ 87 w 173"/>
                <a:gd name="T17" fmla="*/ 53 h 173"/>
                <a:gd name="T18" fmla="*/ 110 w 173"/>
                <a:gd name="T19" fmla="*/ 53 h 173"/>
                <a:gd name="T20" fmla="*/ 110 w 173"/>
                <a:gd name="T21" fmla="*/ 66 h 173"/>
                <a:gd name="T22" fmla="*/ 110 w 173"/>
                <a:gd name="T23" fmla="*/ 66 h 173"/>
                <a:gd name="T24" fmla="*/ 95 w 173"/>
                <a:gd name="T25" fmla="*/ 66 h 173"/>
                <a:gd name="T26" fmla="*/ 95 w 173"/>
                <a:gd name="T27" fmla="*/ 146 h 173"/>
                <a:gd name="T28" fmla="*/ 110 w 173"/>
                <a:gd name="T29" fmla="*/ 146 h 173"/>
                <a:gd name="T30" fmla="*/ 110 w 173"/>
                <a:gd name="T31" fmla="*/ 159 h 173"/>
                <a:gd name="T32" fmla="*/ 87 w 173"/>
                <a:gd name="T33" fmla="*/ 159 h 173"/>
                <a:gd name="T34" fmla="*/ 87 w 173"/>
                <a:gd name="T35" fmla="*/ 173 h 173"/>
                <a:gd name="T36" fmla="*/ 173 w 173"/>
                <a:gd name="T37" fmla="*/ 173 h 173"/>
                <a:gd name="T38" fmla="*/ 173 w 173"/>
                <a:gd name="T39" fmla="*/ 0 h 173"/>
                <a:gd name="T40" fmla="*/ 87 w 173"/>
                <a:gd name="T41" fmla="*/ 0 h 173"/>
                <a:gd name="T42" fmla="*/ 0 w 173"/>
                <a:gd name="T43" fmla="*/ 0 h 173"/>
                <a:gd name="T44" fmla="*/ 0 w 173"/>
                <a:gd name="T45" fmla="*/ 173 h 173"/>
                <a:gd name="T46" fmla="*/ 87 w 173"/>
                <a:gd name="T47" fmla="*/ 173 h 173"/>
                <a:gd name="T48" fmla="*/ 87 w 173"/>
                <a:gd name="T49" fmla="*/ 159 h 173"/>
                <a:gd name="T50" fmla="*/ 65 w 173"/>
                <a:gd name="T51" fmla="*/ 159 h 173"/>
                <a:gd name="T52" fmla="*/ 65 w 173"/>
                <a:gd name="T53" fmla="*/ 146 h 173"/>
                <a:gd name="T54" fmla="*/ 80 w 173"/>
                <a:gd name="T55" fmla="*/ 146 h 173"/>
                <a:gd name="T56" fmla="*/ 80 w 173"/>
                <a:gd name="T57" fmla="*/ 66 h 173"/>
                <a:gd name="T58" fmla="*/ 65 w 173"/>
                <a:gd name="T59" fmla="*/ 66 h 173"/>
                <a:gd name="T60" fmla="*/ 65 w 173"/>
                <a:gd name="T61" fmla="*/ 53 h 173"/>
                <a:gd name="T62" fmla="*/ 87 w 173"/>
                <a:gd name="T63" fmla="*/ 53 h 173"/>
                <a:gd name="T64" fmla="*/ 87 w 173"/>
                <a:gd name="T65" fmla="*/ 41 h 173"/>
                <a:gd name="T66" fmla="*/ 74 w 173"/>
                <a:gd name="T67" fmla="*/ 28 h 173"/>
                <a:gd name="T68" fmla="*/ 87 w 173"/>
                <a:gd name="T69" fmla="*/ 14 h 173"/>
                <a:gd name="T70" fmla="*/ 87 w 173"/>
                <a:gd name="T7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173">
                  <a:moveTo>
                    <a:pt x="173" y="0"/>
                  </a:moveTo>
                  <a:cubicBezTo>
                    <a:pt x="87" y="0"/>
                    <a:pt x="87" y="0"/>
                    <a:pt x="87" y="0"/>
                  </a:cubicBezTo>
                  <a:cubicBezTo>
                    <a:pt x="87" y="14"/>
                    <a:pt x="87" y="14"/>
                    <a:pt x="87" y="14"/>
                  </a:cubicBezTo>
                  <a:cubicBezTo>
                    <a:pt x="87" y="14"/>
                    <a:pt x="87" y="14"/>
                    <a:pt x="87" y="14"/>
                  </a:cubicBezTo>
                  <a:cubicBezTo>
                    <a:pt x="87" y="14"/>
                    <a:pt x="87" y="14"/>
                    <a:pt x="87" y="14"/>
                  </a:cubicBezTo>
                  <a:cubicBezTo>
                    <a:pt x="95" y="14"/>
                    <a:pt x="101" y="20"/>
                    <a:pt x="101" y="28"/>
                  </a:cubicBezTo>
                  <a:cubicBezTo>
                    <a:pt x="101" y="35"/>
                    <a:pt x="95" y="41"/>
                    <a:pt x="87" y="41"/>
                  </a:cubicBezTo>
                  <a:cubicBezTo>
                    <a:pt x="87" y="41"/>
                    <a:pt x="87" y="41"/>
                    <a:pt x="87" y="41"/>
                  </a:cubicBezTo>
                  <a:cubicBezTo>
                    <a:pt x="87" y="53"/>
                    <a:pt x="87" y="53"/>
                    <a:pt x="87" y="53"/>
                  </a:cubicBezTo>
                  <a:cubicBezTo>
                    <a:pt x="110" y="53"/>
                    <a:pt x="110" y="53"/>
                    <a:pt x="110" y="53"/>
                  </a:cubicBezTo>
                  <a:cubicBezTo>
                    <a:pt x="110" y="66"/>
                    <a:pt x="110" y="66"/>
                    <a:pt x="110" y="66"/>
                  </a:cubicBezTo>
                  <a:cubicBezTo>
                    <a:pt x="110" y="66"/>
                    <a:pt x="110" y="66"/>
                    <a:pt x="110" y="66"/>
                  </a:cubicBezTo>
                  <a:cubicBezTo>
                    <a:pt x="95" y="66"/>
                    <a:pt x="95" y="66"/>
                    <a:pt x="95" y="66"/>
                  </a:cubicBezTo>
                  <a:cubicBezTo>
                    <a:pt x="95" y="146"/>
                    <a:pt x="95" y="146"/>
                    <a:pt x="95" y="146"/>
                  </a:cubicBezTo>
                  <a:cubicBezTo>
                    <a:pt x="110" y="146"/>
                    <a:pt x="110" y="146"/>
                    <a:pt x="110" y="146"/>
                  </a:cubicBezTo>
                  <a:cubicBezTo>
                    <a:pt x="110" y="159"/>
                    <a:pt x="110" y="159"/>
                    <a:pt x="110" y="159"/>
                  </a:cubicBezTo>
                  <a:cubicBezTo>
                    <a:pt x="87" y="159"/>
                    <a:pt x="87" y="159"/>
                    <a:pt x="87" y="159"/>
                  </a:cubicBezTo>
                  <a:cubicBezTo>
                    <a:pt x="87" y="173"/>
                    <a:pt x="87" y="173"/>
                    <a:pt x="87" y="173"/>
                  </a:cubicBezTo>
                  <a:cubicBezTo>
                    <a:pt x="173" y="173"/>
                    <a:pt x="173" y="173"/>
                    <a:pt x="173" y="173"/>
                  </a:cubicBezTo>
                  <a:lnTo>
                    <a:pt x="173" y="0"/>
                  </a:lnTo>
                  <a:close/>
                  <a:moveTo>
                    <a:pt x="87" y="0"/>
                  </a:moveTo>
                  <a:cubicBezTo>
                    <a:pt x="0" y="0"/>
                    <a:pt x="0" y="0"/>
                    <a:pt x="0" y="0"/>
                  </a:cubicBezTo>
                  <a:cubicBezTo>
                    <a:pt x="0" y="173"/>
                    <a:pt x="0" y="173"/>
                    <a:pt x="0" y="173"/>
                  </a:cubicBezTo>
                  <a:cubicBezTo>
                    <a:pt x="87" y="173"/>
                    <a:pt x="87" y="173"/>
                    <a:pt x="87" y="173"/>
                  </a:cubicBezTo>
                  <a:cubicBezTo>
                    <a:pt x="87" y="159"/>
                    <a:pt x="87" y="159"/>
                    <a:pt x="87" y="159"/>
                  </a:cubicBezTo>
                  <a:cubicBezTo>
                    <a:pt x="65" y="159"/>
                    <a:pt x="65" y="159"/>
                    <a:pt x="65" y="159"/>
                  </a:cubicBezTo>
                  <a:cubicBezTo>
                    <a:pt x="65" y="146"/>
                    <a:pt x="65" y="146"/>
                    <a:pt x="65" y="146"/>
                  </a:cubicBezTo>
                  <a:cubicBezTo>
                    <a:pt x="80" y="146"/>
                    <a:pt x="80" y="146"/>
                    <a:pt x="80" y="146"/>
                  </a:cubicBezTo>
                  <a:cubicBezTo>
                    <a:pt x="80" y="66"/>
                    <a:pt x="80" y="66"/>
                    <a:pt x="80" y="66"/>
                  </a:cubicBezTo>
                  <a:cubicBezTo>
                    <a:pt x="65" y="66"/>
                    <a:pt x="65" y="66"/>
                    <a:pt x="65" y="66"/>
                  </a:cubicBezTo>
                  <a:cubicBezTo>
                    <a:pt x="65" y="53"/>
                    <a:pt x="65" y="53"/>
                    <a:pt x="65" y="53"/>
                  </a:cubicBezTo>
                  <a:cubicBezTo>
                    <a:pt x="87" y="53"/>
                    <a:pt x="87" y="53"/>
                    <a:pt x="87" y="53"/>
                  </a:cubicBezTo>
                  <a:cubicBezTo>
                    <a:pt x="87" y="41"/>
                    <a:pt x="87" y="41"/>
                    <a:pt x="87" y="41"/>
                  </a:cubicBezTo>
                  <a:cubicBezTo>
                    <a:pt x="80" y="41"/>
                    <a:pt x="74" y="35"/>
                    <a:pt x="74" y="28"/>
                  </a:cubicBezTo>
                  <a:cubicBezTo>
                    <a:pt x="74" y="20"/>
                    <a:pt x="80" y="14"/>
                    <a:pt x="87" y="14"/>
                  </a:cubicBezTo>
                  <a:lnTo>
                    <a:pt x="8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6" name="Oval 108"/>
            <p:cNvSpPr>
              <a:spLocks noChangeArrowheads="1"/>
            </p:cNvSpPr>
            <p:nvPr/>
          </p:nvSpPr>
          <p:spPr bwMode="auto">
            <a:xfrm>
              <a:off x="5934075" y="1636713"/>
              <a:ext cx="173038" cy="1730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7" name="Freeform 109"/>
            <p:cNvSpPr>
              <a:spLocks noEditPoints="1"/>
            </p:cNvSpPr>
            <p:nvPr/>
          </p:nvSpPr>
          <p:spPr bwMode="auto">
            <a:xfrm>
              <a:off x="5859463" y="1557338"/>
              <a:ext cx="322263" cy="477838"/>
            </a:xfrm>
            <a:custGeom>
              <a:avLst/>
              <a:gdLst>
                <a:gd name="T0" fmla="*/ 86 w 86"/>
                <a:gd name="T1" fmla="*/ 0 h 127"/>
                <a:gd name="T2" fmla="*/ 43 w 86"/>
                <a:gd name="T3" fmla="*/ 0 h 127"/>
                <a:gd name="T4" fmla="*/ 43 w 86"/>
                <a:gd name="T5" fmla="*/ 11 h 127"/>
                <a:gd name="T6" fmla="*/ 43 w 86"/>
                <a:gd name="T7" fmla="*/ 11 h 127"/>
                <a:gd name="T8" fmla="*/ 77 w 86"/>
                <a:gd name="T9" fmla="*/ 44 h 127"/>
                <a:gd name="T10" fmla="*/ 43 w 86"/>
                <a:gd name="T11" fmla="*/ 78 h 127"/>
                <a:gd name="T12" fmla="*/ 43 w 86"/>
                <a:gd name="T13" fmla="*/ 78 h 127"/>
                <a:gd name="T14" fmla="*/ 43 w 86"/>
                <a:gd name="T15" fmla="*/ 78 h 127"/>
                <a:gd name="T16" fmla="*/ 43 w 86"/>
                <a:gd name="T17" fmla="*/ 93 h 127"/>
                <a:gd name="T18" fmla="*/ 43 w 86"/>
                <a:gd name="T19" fmla="*/ 93 h 127"/>
                <a:gd name="T20" fmla="*/ 55 w 86"/>
                <a:gd name="T21" fmla="*/ 104 h 127"/>
                <a:gd name="T22" fmla="*/ 43 w 86"/>
                <a:gd name="T23" fmla="*/ 115 h 127"/>
                <a:gd name="T24" fmla="*/ 43 w 86"/>
                <a:gd name="T25" fmla="*/ 115 h 127"/>
                <a:gd name="T26" fmla="*/ 43 w 86"/>
                <a:gd name="T27" fmla="*/ 115 h 127"/>
                <a:gd name="T28" fmla="*/ 43 w 86"/>
                <a:gd name="T29" fmla="*/ 127 h 127"/>
                <a:gd name="T30" fmla="*/ 86 w 86"/>
                <a:gd name="T31" fmla="*/ 127 h 127"/>
                <a:gd name="T32" fmla="*/ 86 w 86"/>
                <a:gd name="T33" fmla="*/ 0 h 127"/>
                <a:gd name="T34" fmla="*/ 43 w 86"/>
                <a:gd name="T35" fmla="*/ 0 h 127"/>
                <a:gd name="T36" fmla="*/ 0 w 86"/>
                <a:gd name="T37" fmla="*/ 0 h 127"/>
                <a:gd name="T38" fmla="*/ 0 w 86"/>
                <a:gd name="T39" fmla="*/ 127 h 127"/>
                <a:gd name="T40" fmla="*/ 43 w 86"/>
                <a:gd name="T41" fmla="*/ 127 h 127"/>
                <a:gd name="T42" fmla="*/ 43 w 86"/>
                <a:gd name="T43" fmla="*/ 115 h 127"/>
                <a:gd name="T44" fmla="*/ 32 w 86"/>
                <a:gd name="T45" fmla="*/ 104 h 127"/>
                <a:gd name="T46" fmla="*/ 43 w 86"/>
                <a:gd name="T47" fmla="*/ 93 h 127"/>
                <a:gd name="T48" fmla="*/ 43 w 86"/>
                <a:gd name="T49" fmla="*/ 78 h 127"/>
                <a:gd name="T50" fmla="*/ 9 w 86"/>
                <a:gd name="T51" fmla="*/ 44 h 127"/>
                <a:gd name="T52" fmla="*/ 43 w 86"/>
                <a:gd name="T53" fmla="*/ 11 h 127"/>
                <a:gd name="T54" fmla="*/ 43 w 86"/>
                <a:gd name="T5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127">
                  <a:moveTo>
                    <a:pt x="86" y="0"/>
                  </a:moveTo>
                  <a:cubicBezTo>
                    <a:pt x="43" y="0"/>
                    <a:pt x="43" y="0"/>
                    <a:pt x="43" y="0"/>
                  </a:cubicBezTo>
                  <a:cubicBezTo>
                    <a:pt x="43" y="11"/>
                    <a:pt x="43" y="11"/>
                    <a:pt x="43" y="11"/>
                  </a:cubicBezTo>
                  <a:cubicBezTo>
                    <a:pt x="43" y="11"/>
                    <a:pt x="43" y="11"/>
                    <a:pt x="43" y="11"/>
                  </a:cubicBezTo>
                  <a:cubicBezTo>
                    <a:pt x="62" y="11"/>
                    <a:pt x="77" y="26"/>
                    <a:pt x="77" y="44"/>
                  </a:cubicBezTo>
                  <a:cubicBezTo>
                    <a:pt x="77" y="63"/>
                    <a:pt x="62" y="78"/>
                    <a:pt x="43" y="78"/>
                  </a:cubicBezTo>
                  <a:cubicBezTo>
                    <a:pt x="43" y="78"/>
                    <a:pt x="43" y="78"/>
                    <a:pt x="43" y="78"/>
                  </a:cubicBezTo>
                  <a:cubicBezTo>
                    <a:pt x="43" y="78"/>
                    <a:pt x="43" y="78"/>
                    <a:pt x="43" y="78"/>
                  </a:cubicBezTo>
                  <a:cubicBezTo>
                    <a:pt x="43" y="93"/>
                    <a:pt x="43" y="93"/>
                    <a:pt x="43" y="93"/>
                  </a:cubicBezTo>
                  <a:cubicBezTo>
                    <a:pt x="43" y="93"/>
                    <a:pt x="43" y="93"/>
                    <a:pt x="43" y="93"/>
                  </a:cubicBezTo>
                  <a:cubicBezTo>
                    <a:pt x="49" y="93"/>
                    <a:pt x="55" y="98"/>
                    <a:pt x="55" y="104"/>
                  </a:cubicBezTo>
                  <a:cubicBezTo>
                    <a:pt x="55" y="110"/>
                    <a:pt x="49" y="115"/>
                    <a:pt x="43" y="115"/>
                  </a:cubicBezTo>
                  <a:cubicBezTo>
                    <a:pt x="43" y="115"/>
                    <a:pt x="43" y="115"/>
                    <a:pt x="43" y="115"/>
                  </a:cubicBezTo>
                  <a:cubicBezTo>
                    <a:pt x="43" y="115"/>
                    <a:pt x="43" y="115"/>
                    <a:pt x="43" y="115"/>
                  </a:cubicBezTo>
                  <a:cubicBezTo>
                    <a:pt x="43" y="127"/>
                    <a:pt x="43" y="127"/>
                    <a:pt x="43" y="127"/>
                  </a:cubicBezTo>
                  <a:cubicBezTo>
                    <a:pt x="86" y="127"/>
                    <a:pt x="86" y="127"/>
                    <a:pt x="86" y="127"/>
                  </a:cubicBezTo>
                  <a:lnTo>
                    <a:pt x="86" y="0"/>
                  </a:lnTo>
                  <a:close/>
                  <a:moveTo>
                    <a:pt x="43" y="0"/>
                  </a:moveTo>
                  <a:cubicBezTo>
                    <a:pt x="0" y="0"/>
                    <a:pt x="0" y="0"/>
                    <a:pt x="0" y="0"/>
                  </a:cubicBezTo>
                  <a:cubicBezTo>
                    <a:pt x="0" y="127"/>
                    <a:pt x="0" y="127"/>
                    <a:pt x="0" y="127"/>
                  </a:cubicBezTo>
                  <a:cubicBezTo>
                    <a:pt x="43" y="127"/>
                    <a:pt x="43" y="127"/>
                    <a:pt x="43" y="127"/>
                  </a:cubicBezTo>
                  <a:cubicBezTo>
                    <a:pt x="43" y="115"/>
                    <a:pt x="43" y="115"/>
                    <a:pt x="43" y="115"/>
                  </a:cubicBezTo>
                  <a:cubicBezTo>
                    <a:pt x="37" y="115"/>
                    <a:pt x="32" y="110"/>
                    <a:pt x="32" y="104"/>
                  </a:cubicBezTo>
                  <a:cubicBezTo>
                    <a:pt x="32" y="98"/>
                    <a:pt x="37" y="93"/>
                    <a:pt x="43" y="93"/>
                  </a:cubicBezTo>
                  <a:cubicBezTo>
                    <a:pt x="43" y="78"/>
                    <a:pt x="43" y="78"/>
                    <a:pt x="43" y="78"/>
                  </a:cubicBezTo>
                  <a:cubicBezTo>
                    <a:pt x="25" y="78"/>
                    <a:pt x="9" y="63"/>
                    <a:pt x="9" y="44"/>
                  </a:cubicBezTo>
                  <a:cubicBezTo>
                    <a:pt x="9" y="26"/>
                    <a:pt x="25" y="11"/>
                    <a:pt x="43" y="11"/>
                  </a:cubicBezTo>
                  <a:lnTo>
                    <a:pt x="4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8" name="Freeform 110"/>
            <p:cNvSpPr>
              <a:spLocks/>
            </p:cNvSpPr>
            <p:nvPr/>
          </p:nvSpPr>
          <p:spPr bwMode="auto">
            <a:xfrm>
              <a:off x="5526088" y="1504950"/>
              <a:ext cx="63500" cy="33338"/>
            </a:xfrm>
            <a:custGeom>
              <a:avLst/>
              <a:gdLst>
                <a:gd name="T0" fmla="*/ 17 w 17"/>
                <a:gd name="T1" fmla="*/ 7 h 9"/>
                <a:gd name="T2" fmla="*/ 10 w 17"/>
                <a:gd name="T3" fmla="*/ 0 h 9"/>
                <a:gd name="T4" fmla="*/ 7 w 17"/>
                <a:gd name="T5" fmla="*/ 0 h 9"/>
                <a:gd name="T6" fmla="*/ 0 w 17"/>
                <a:gd name="T7" fmla="*/ 7 h 9"/>
                <a:gd name="T8" fmla="*/ 0 w 17"/>
                <a:gd name="T9" fmla="*/ 9 h 9"/>
                <a:gd name="T10" fmla="*/ 17 w 17"/>
                <a:gd name="T11" fmla="*/ 9 h 9"/>
                <a:gd name="T12" fmla="*/ 17 w 17"/>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17" y="7"/>
                  </a:moveTo>
                  <a:cubicBezTo>
                    <a:pt x="17" y="3"/>
                    <a:pt x="14" y="0"/>
                    <a:pt x="10" y="0"/>
                  </a:cubicBezTo>
                  <a:cubicBezTo>
                    <a:pt x="7" y="0"/>
                    <a:pt x="7" y="0"/>
                    <a:pt x="7" y="0"/>
                  </a:cubicBezTo>
                  <a:cubicBezTo>
                    <a:pt x="3" y="0"/>
                    <a:pt x="0" y="3"/>
                    <a:pt x="0" y="7"/>
                  </a:cubicBezTo>
                  <a:cubicBezTo>
                    <a:pt x="0" y="8"/>
                    <a:pt x="0" y="8"/>
                    <a:pt x="0" y="9"/>
                  </a:cubicBezTo>
                  <a:cubicBezTo>
                    <a:pt x="17" y="9"/>
                    <a:pt x="17" y="9"/>
                    <a:pt x="17" y="9"/>
                  </a:cubicBezTo>
                  <a:cubicBezTo>
                    <a:pt x="17" y="8"/>
                    <a:pt x="17" y="8"/>
                    <a:pt x="17"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9" name="Freeform 111"/>
            <p:cNvSpPr>
              <a:spLocks noEditPoints="1"/>
            </p:cNvSpPr>
            <p:nvPr/>
          </p:nvSpPr>
          <p:spPr bwMode="auto">
            <a:xfrm>
              <a:off x="5487988" y="1557338"/>
              <a:ext cx="322263" cy="477838"/>
            </a:xfrm>
            <a:custGeom>
              <a:avLst/>
              <a:gdLst>
                <a:gd name="T0" fmla="*/ 43 w 86"/>
                <a:gd name="T1" fmla="*/ 127 h 127"/>
                <a:gd name="T2" fmla="*/ 86 w 86"/>
                <a:gd name="T3" fmla="*/ 127 h 127"/>
                <a:gd name="T4" fmla="*/ 86 w 86"/>
                <a:gd name="T5" fmla="*/ 0 h 127"/>
                <a:gd name="T6" fmla="*/ 43 w 86"/>
                <a:gd name="T7" fmla="*/ 0 h 127"/>
                <a:gd name="T8" fmla="*/ 43 w 86"/>
                <a:gd name="T9" fmla="*/ 11 h 127"/>
                <a:gd name="T10" fmla="*/ 43 w 86"/>
                <a:gd name="T11" fmla="*/ 11 h 127"/>
                <a:gd name="T12" fmla="*/ 43 w 86"/>
                <a:gd name="T13" fmla="*/ 11 h 127"/>
                <a:gd name="T14" fmla="*/ 77 w 86"/>
                <a:gd name="T15" fmla="*/ 44 h 127"/>
                <a:gd name="T16" fmla="*/ 43 w 86"/>
                <a:gd name="T17" fmla="*/ 78 h 127"/>
                <a:gd name="T18" fmla="*/ 43 w 86"/>
                <a:gd name="T19" fmla="*/ 78 h 127"/>
                <a:gd name="T20" fmla="*/ 43 w 86"/>
                <a:gd name="T21" fmla="*/ 93 h 127"/>
                <a:gd name="T22" fmla="*/ 43 w 86"/>
                <a:gd name="T23" fmla="*/ 93 h 127"/>
                <a:gd name="T24" fmla="*/ 54 w 86"/>
                <a:gd name="T25" fmla="*/ 104 h 127"/>
                <a:gd name="T26" fmla="*/ 43 w 86"/>
                <a:gd name="T27" fmla="*/ 115 h 127"/>
                <a:gd name="T28" fmla="*/ 43 w 86"/>
                <a:gd name="T29" fmla="*/ 115 h 127"/>
                <a:gd name="T30" fmla="*/ 43 w 86"/>
                <a:gd name="T31" fmla="*/ 115 h 127"/>
                <a:gd name="T32" fmla="*/ 43 w 86"/>
                <a:gd name="T33" fmla="*/ 127 h 127"/>
                <a:gd name="T34" fmla="*/ 0 w 86"/>
                <a:gd name="T35" fmla="*/ 127 h 127"/>
                <a:gd name="T36" fmla="*/ 43 w 86"/>
                <a:gd name="T37" fmla="*/ 127 h 127"/>
                <a:gd name="T38" fmla="*/ 43 w 86"/>
                <a:gd name="T39" fmla="*/ 115 h 127"/>
                <a:gd name="T40" fmla="*/ 32 w 86"/>
                <a:gd name="T41" fmla="*/ 104 h 127"/>
                <a:gd name="T42" fmla="*/ 43 w 86"/>
                <a:gd name="T43" fmla="*/ 93 h 127"/>
                <a:gd name="T44" fmla="*/ 43 w 86"/>
                <a:gd name="T45" fmla="*/ 78 h 127"/>
                <a:gd name="T46" fmla="*/ 9 w 86"/>
                <a:gd name="T47" fmla="*/ 44 h 127"/>
                <a:gd name="T48" fmla="*/ 43 w 86"/>
                <a:gd name="T49" fmla="*/ 11 h 127"/>
                <a:gd name="T50" fmla="*/ 43 w 86"/>
                <a:gd name="T51" fmla="*/ 0 h 127"/>
                <a:gd name="T52" fmla="*/ 21 w 86"/>
                <a:gd name="T53" fmla="*/ 0 h 127"/>
                <a:gd name="T54" fmla="*/ 16 w 86"/>
                <a:gd name="T55" fmla="*/ 0 h 127"/>
                <a:gd name="T56" fmla="*/ 0 w 86"/>
                <a:gd name="T57" fmla="*/ 0 h 127"/>
                <a:gd name="T58" fmla="*/ 0 w 86"/>
                <a:gd name="T5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6" h="127">
                  <a:moveTo>
                    <a:pt x="43" y="127"/>
                  </a:moveTo>
                  <a:cubicBezTo>
                    <a:pt x="86" y="127"/>
                    <a:pt x="86" y="127"/>
                    <a:pt x="86" y="127"/>
                  </a:cubicBezTo>
                  <a:cubicBezTo>
                    <a:pt x="86" y="0"/>
                    <a:pt x="86" y="0"/>
                    <a:pt x="86" y="0"/>
                  </a:cubicBezTo>
                  <a:cubicBezTo>
                    <a:pt x="43" y="0"/>
                    <a:pt x="43" y="0"/>
                    <a:pt x="43" y="0"/>
                  </a:cubicBezTo>
                  <a:cubicBezTo>
                    <a:pt x="43" y="11"/>
                    <a:pt x="43" y="11"/>
                    <a:pt x="43" y="11"/>
                  </a:cubicBezTo>
                  <a:cubicBezTo>
                    <a:pt x="43" y="11"/>
                    <a:pt x="43" y="11"/>
                    <a:pt x="43" y="11"/>
                  </a:cubicBezTo>
                  <a:cubicBezTo>
                    <a:pt x="43" y="11"/>
                    <a:pt x="43" y="11"/>
                    <a:pt x="43" y="11"/>
                  </a:cubicBezTo>
                  <a:cubicBezTo>
                    <a:pt x="62" y="11"/>
                    <a:pt x="77" y="26"/>
                    <a:pt x="77" y="44"/>
                  </a:cubicBezTo>
                  <a:cubicBezTo>
                    <a:pt x="77" y="63"/>
                    <a:pt x="62" y="78"/>
                    <a:pt x="43" y="78"/>
                  </a:cubicBezTo>
                  <a:cubicBezTo>
                    <a:pt x="43" y="78"/>
                    <a:pt x="43" y="78"/>
                    <a:pt x="43" y="78"/>
                  </a:cubicBezTo>
                  <a:cubicBezTo>
                    <a:pt x="43" y="93"/>
                    <a:pt x="43" y="93"/>
                    <a:pt x="43" y="93"/>
                  </a:cubicBezTo>
                  <a:cubicBezTo>
                    <a:pt x="43" y="93"/>
                    <a:pt x="43" y="93"/>
                    <a:pt x="43" y="93"/>
                  </a:cubicBezTo>
                  <a:cubicBezTo>
                    <a:pt x="49" y="93"/>
                    <a:pt x="54" y="98"/>
                    <a:pt x="54" y="104"/>
                  </a:cubicBezTo>
                  <a:cubicBezTo>
                    <a:pt x="54" y="110"/>
                    <a:pt x="49" y="115"/>
                    <a:pt x="43" y="115"/>
                  </a:cubicBezTo>
                  <a:cubicBezTo>
                    <a:pt x="43" y="115"/>
                    <a:pt x="43" y="115"/>
                    <a:pt x="43" y="115"/>
                  </a:cubicBezTo>
                  <a:cubicBezTo>
                    <a:pt x="43" y="115"/>
                    <a:pt x="43" y="115"/>
                    <a:pt x="43" y="115"/>
                  </a:cubicBezTo>
                  <a:lnTo>
                    <a:pt x="43" y="127"/>
                  </a:lnTo>
                  <a:close/>
                  <a:moveTo>
                    <a:pt x="0" y="127"/>
                  </a:moveTo>
                  <a:cubicBezTo>
                    <a:pt x="43" y="127"/>
                    <a:pt x="43" y="127"/>
                    <a:pt x="43" y="127"/>
                  </a:cubicBezTo>
                  <a:cubicBezTo>
                    <a:pt x="43" y="115"/>
                    <a:pt x="43" y="115"/>
                    <a:pt x="43" y="115"/>
                  </a:cubicBezTo>
                  <a:cubicBezTo>
                    <a:pt x="37" y="115"/>
                    <a:pt x="32" y="110"/>
                    <a:pt x="32" y="104"/>
                  </a:cubicBezTo>
                  <a:cubicBezTo>
                    <a:pt x="32" y="98"/>
                    <a:pt x="37" y="93"/>
                    <a:pt x="43" y="93"/>
                  </a:cubicBezTo>
                  <a:cubicBezTo>
                    <a:pt x="43" y="78"/>
                    <a:pt x="43" y="78"/>
                    <a:pt x="43" y="78"/>
                  </a:cubicBezTo>
                  <a:cubicBezTo>
                    <a:pt x="24" y="78"/>
                    <a:pt x="9" y="63"/>
                    <a:pt x="9" y="44"/>
                  </a:cubicBezTo>
                  <a:cubicBezTo>
                    <a:pt x="9" y="26"/>
                    <a:pt x="24" y="11"/>
                    <a:pt x="43" y="11"/>
                  </a:cubicBezTo>
                  <a:cubicBezTo>
                    <a:pt x="43" y="0"/>
                    <a:pt x="43" y="0"/>
                    <a:pt x="43" y="0"/>
                  </a:cubicBezTo>
                  <a:cubicBezTo>
                    <a:pt x="21" y="0"/>
                    <a:pt x="21" y="0"/>
                    <a:pt x="21" y="0"/>
                  </a:cubicBezTo>
                  <a:cubicBezTo>
                    <a:pt x="16" y="0"/>
                    <a:pt x="16" y="0"/>
                    <a:pt x="16" y="0"/>
                  </a:cubicBezTo>
                  <a:cubicBezTo>
                    <a:pt x="0" y="0"/>
                    <a:pt x="0" y="0"/>
                    <a:pt x="0" y="0"/>
                  </a:cubicBezTo>
                  <a:lnTo>
                    <a:pt x="0" y="12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0" name="Oval 112"/>
            <p:cNvSpPr>
              <a:spLocks noChangeArrowheads="1"/>
            </p:cNvSpPr>
            <p:nvPr/>
          </p:nvSpPr>
          <p:spPr bwMode="auto">
            <a:xfrm>
              <a:off x="5562600" y="1636713"/>
              <a:ext cx="173038" cy="1730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1" name="Freeform 113"/>
            <p:cNvSpPr>
              <a:spLocks/>
            </p:cNvSpPr>
            <p:nvPr/>
          </p:nvSpPr>
          <p:spPr bwMode="auto">
            <a:xfrm>
              <a:off x="9361488" y="2222500"/>
              <a:ext cx="63500" cy="60325"/>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2" name="Freeform 114"/>
            <p:cNvSpPr>
              <a:spLocks/>
            </p:cNvSpPr>
            <p:nvPr/>
          </p:nvSpPr>
          <p:spPr bwMode="auto">
            <a:xfrm>
              <a:off x="8910638" y="2571750"/>
              <a:ext cx="323850" cy="236538"/>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3" name="Freeform 115"/>
            <p:cNvSpPr>
              <a:spLocks/>
            </p:cNvSpPr>
            <p:nvPr/>
          </p:nvSpPr>
          <p:spPr bwMode="auto">
            <a:xfrm>
              <a:off x="8975725" y="2247900"/>
              <a:ext cx="561975" cy="474663"/>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4" name="Freeform 116"/>
            <p:cNvSpPr>
              <a:spLocks/>
            </p:cNvSpPr>
            <p:nvPr/>
          </p:nvSpPr>
          <p:spPr bwMode="auto">
            <a:xfrm>
              <a:off x="954088" y="3427413"/>
              <a:ext cx="528638" cy="125413"/>
            </a:xfrm>
            <a:custGeom>
              <a:avLst/>
              <a:gdLst>
                <a:gd name="T0" fmla="*/ 302 w 333"/>
                <a:gd name="T1" fmla="*/ 48 h 79"/>
                <a:gd name="T2" fmla="*/ 30 w 333"/>
                <a:gd name="T3" fmla="*/ 48 h 79"/>
                <a:gd name="T4" fmla="*/ 30 w 333"/>
                <a:gd name="T5" fmla="*/ 0 h 79"/>
                <a:gd name="T6" fmla="*/ 0 w 333"/>
                <a:gd name="T7" fmla="*/ 0 h 79"/>
                <a:gd name="T8" fmla="*/ 0 w 333"/>
                <a:gd name="T9" fmla="*/ 79 h 79"/>
                <a:gd name="T10" fmla="*/ 333 w 333"/>
                <a:gd name="T11" fmla="*/ 79 h 79"/>
                <a:gd name="T12" fmla="*/ 333 w 333"/>
                <a:gd name="T13" fmla="*/ 0 h 79"/>
                <a:gd name="T14" fmla="*/ 302 w 333"/>
                <a:gd name="T15" fmla="*/ 0 h 79"/>
                <a:gd name="T16" fmla="*/ 302 w 333"/>
                <a:gd name="T17" fmla="*/ 4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3" h="79">
                  <a:moveTo>
                    <a:pt x="302" y="48"/>
                  </a:moveTo>
                  <a:lnTo>
                    <a:pt x="30" y="48"/>
                  </a:lnTo>
                  <a:lnTo>
                    <a:pt x="30" y="0"/>
                  </a:lnTo>
                  <a:lnTo>
                    <a:pt x="0" y="0"/>
                  </a:lnTo>
                  <a:lnTo>
                    <a:pt x="0" y="79"/>
                  </a:lnTo>
                  <a:lnTo>
                    <a:pt x="333" y="79"/>
                  </a:lnTo>
                  <a:lnTo>
                    <a:pt x="333" y="0"/>
                  </a:lnTo>
                  <a:lnTo>
                    <a:pt x="302" y="0"/>
                  </a:lnTo>
                  <a:lnTo>
                    <a:pt x="302" y="4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5" name="Freeform 117"/>
            <p:cNvSpPr>
              <a:spLocks/>
            </p:cNvSpPr>
            <p:nvPr/>
          </p:nvSpPr>
          <p:spPr bwMode="auto">
            <a:xfrm>
              <a:off x="1028700" y="3052763"/>
              <a:ext cx="390525" cy="415925"/>
            </a:xfrm>
            <a:custGeom>
              <a:avLst/>
              <a:gdLst>
                <a:gd name="T0" fmla="*/ 42 w 246"/>
                <a:gd name="T1" fmla="*/ 151 h 262"/>
                <a:gd name="T2" fmla="*/ 42 w 246"/>
                <a:gd name="T3" fmla="*/ 262 h 262"/>
                <a:gd name="T4" fmla="*/ 203 w 246"/>
                <a:gd name="T5" fmla="*/ 262 h 262"/>
                <a:gd name="T6" fmla="*/ 203 w 246"/>
                <a:gd name="T7" fmla="*/ 151 h 262"/>
                <a:gd name="T8" fmla="*/ 246 w 246"/>
                <a:gd name="T9" fmla="*/ 151 h 262"/>
                <a:gd name="T10" fmla="*/ 123 w 246"/>
                <a:gd name="T11" fmla="*/ 0 h 262"/>
                <a:gd name="T12" fmla="*/ 0 w 246"/>
                <a:gd name="T13" fmla="*/ 151 h 262"/>
                <a:gd name="T14" fmla="*/ 42 w 246"/>
                <a:gd name="T15" fmla="*/ 151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62">
                  <a:moveTo>
                    <a:pt x="42" y="151"/>
                  </a:moveTo>
                  <a:lnTo>
                    <a:pt x="42" y="262"/>
                  </a:lnTo>
                  <a:lnTo>
                    <a:pt x="203" y="262"/>
                  </a:lnTo>
                  <a:lnTo>
                    <a:pt x="203" y="151"/>
                  </a:lnTo>
                  <a:lnTo>
                    <a:pt x="246" y="151"/>
                  </a:lnTo>
                  <a:lnTo>
                    <a:pt x="123" y="0"/>
                  </a:lnTo>
                  <a:lnTo>
                    <a:pt x="0" y="151"/>
                  </a:lnTo>
                  <a:lnTo>
                    <a:pt x="42" y="15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6" name="Freeform 118"/>
            <p:cNvSpPr>
              <a:spLocks noEditPoints="1"/>
            </p:cNvSpPr>
            <p:nvPr/>
          </p:nvSpPr>
          <p:spPr bwMode="auto">
            <a:xfrm>
              <a:off x="7323138" y="3198813"/>
              <a:ext cx="604838" cy="585788"/>
            </a:xfrm>
            <a:custGeom>
              <a:avLst/>
              <a:gdLst>
                <a:gd name="T0" fmla="*/ 137 w 161"/>
                <a:gd name="T1" fmla="*/ 104 h 156"/>
                <a:gd name="T2" fmla="*/ 94 w 161"/>
                <a:gd name="T3" fmla="*/ 122 h 156"/>
                <a:gd name="T4" fmla="*/ 94 w 161"/>
                <a:gd name="T5" fmla="*/ 98 h 156"/>
                <a:gd name="T6" fmla="*/ 106 w 161"/>
                <a:gd name="T7" fmla="*/ 98 h 156"/>
                <a:gd name="T8" fmla="*/ 106 w 161"/>
                <a:gd name="T9" fmla="*/ 73 h 156"/>
                <a:gd name="T10" fmla="*/ 131 w 161"/>
                <a:gd name="T11" fmla="*/ 73 h 156"/>
                <a:gd name="T12" fmla="*/ 131 w 161"/>
                <a:gd name="T13" fmla="*/ 50 h 156"/>
                <a:gd name="T14" fmla="*/ 131 w 161"/>
                <a:gd name="T15" fmla="*/ 50 h 156"/>
                <a:gd name="T16" fmla="*/ 106 w 161"/>
                <a:gd name="T17" fmla="*/ 50 h 156"/>
                <a:gd name="T18" fmla="*/ 106 w 161"/>
                <a:gd name="T19" fmla="*/ 24 h 156"/>
                <a:gd name="T20" fmla="*/ 94 w 161"/>
                <a:gd name="T21" fmla="*/ 24 h 156"/>
                <a:gd name="T22" fmla="*/ 94 w 161"/>
                <a:gd name="T23" fmla="*/ 0 h 156"/>
                <a:gd name="T24" fmla="*/ 137 w 161"/>
                <a:gd name="T25" fmla="*/ 18 h 156"/>
                <a:gd name="T26" fmla="*/ 137 w 161"/>
                <a:gd name="T27" fmla="*/ 104 h 156"/>
                <a:gd name="T28" fmla="*/ 94 w 161"/>
                <a:gd name="T29" fmla="*/ 122 h 156"/>
                <a:gd name="T30" fmla="*/ 62 w 161"/>
                <a:gd name="T31" fmla="*/ 113 h 156"/>
                <a:gd name="T32" fmla="*/ 19 w 161"/>
                <a:gd name="T33" fmla="*/ 156 h 156"/>
                <a:gd name="T34" fmla="*/ 0 w 161"/>
                <a:gd name="T35" fmla="*/ 136 h 156"/>
                <a:gd name="T36" fmla="*/ 43 w 161"/>
                <a:gd name="T37" fmla="*/ 93 h 156"/>
                <a:gd name="T38" fmla="*/ 51 w 161"/>
                <a:gd name="T39" fmla="*/ 18 h 156"/>
                <a:gd name="T40" fmla="*/ 94 w 161"/>
                <a:gd name="T41" fmla="*/ 0 h 156"/>
                <a:gd name="T42" fmla="*/ 94 w 161"/>
                <a:gd name="T43" fmla="*/ 24 h 156"/>
                <a:gd name="T44" fmla="*/ 83 w 161"/>
                <a:gd name="T45" fmla="*/ 24 h 156"/>
                <a:gd name="T46" fmla="*/ 83 w 161"/>
                <a:gd name="T47" fmla="*/ 50 h 156"/>
                <a:gd name="T48" fmla="*/ 58 w 161"/>
                <a:gd name="T49" fmla="*/ 50 h 156"/>
                <a:gd name="T50" fmla="*/ 58 w 161"/>
                <a:gd name="T51" fmla="*/ 73 h 156"/>
                <a:gd name="T52" fmla="*/ 83 w 161"/>
                <a:gd name="T53" fmla="*/ 73 h 156"/>
                <a:gd name="T54" fmla="*/ 83 w 161"/>
                <a:gd name="T55" fmla="*/ 98 h 156"/>
                <a:gd name="T56" fmla="*/ 94 w 161"/>
                <a:gd name="T57" fmla="*/ 98 h 156"/>
                <a:gd name="T58" fmla="*/ 94 w 161"/>
                <a:gd name="T59"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 h="156">
                  <a:moveTo>
                    <a:pt x="137" y="104"/>
                  </a:moveTo>
                  <a:cubicBezTo>
                    <a:pt x="126" y="116"/>
                    <a:pt x="110" y="122"/>
                    <a:pt x="94" y="122"/>
                  </a:cubicBezTo>
                  <a:cubicBezTo>
                    <a:pt x="94" y="98"/>
                    <a:pt x="94" y="98"/>
                    <a:pt x="94" y="98"/>
                  </a:cubicBezTo>
                  <a:cubicBezTo>
                    <a:pt x="106" y="98"/>
                    <a:pt x="106" y="98"/>
                    <a:pt x="106" y="98"/>
                  </a:cubicBezTo>
                  <a:cubicBezTo>
                    <a:pt x="106" y="73"/>
                    <a:pt x="106" y="73"/>
                    <a:pt x="106" y="73"/>
                  </a:cubicBezTo>
                  <a:cubicBezTo>
                    <a:pt x="131" y="73"/>
                    <a:pt x="131" y="73"/>
                    <a:pt x="131" y="73"/>
                  </a:cubicBezTo>
                  <a:cubicBezTo>
                    <a:pt x="131" y="50"/>
                    <a:pt x="131" y="50"/>
                    <a:pt x="131" y="50"/>
                  </a:cubicBezTo>
                  <a:cubicBezTo>
                    <a:pt x="131" y="50"/>
                    <a:pt x="131" y="50"/>
                    <a:pt x="131" y="50"/>
                  </a:cubicBezTo>
                  <a:cubicBezTo>
                    <a:pt x="106" y="50"/>
                    <a:pt x="106" y="50"/>
                    <a:pt x="106" y="50"/>
                  </a:cubicBezTo>
                  <a:cubicBezTo>
                    <a:pt x="106" y="24"/>
                    <a:pt x="106" y="24"/>
                    <a:pt x="106" y="24"/>
                  </a:cubicBezTo>
                  <a:cubicBezTo>
                    <a:pt x="94" y="24"/>
                    <a:pt x="94" y="24"/>
                    <a:pt x="94" y="24"/>
                  </a:cubicBezTo>
                  <a:cubicBezTo>
                    <a:pt x="94" y="0"/>
                    <a:pt x="94" y="0"/>
                    <a:pt x="94" y="0"/>
                  </a:cubicBezTo>
                  <a:cubicBezTo>
                    <a:pt x="110" y="0"/>
                    <a:pt x="126" y="6"/>
                    <a:pt x="137" y="18"/>
                  </a:cubicBezTo>
                  <a:cubicBezTo>
                    <a:pt x="161" y="42"/>
                    <a:pt x="161" y="80"/>
                    <a:pt x="137" y="104"/>
                  </a:cubicBezTo>
                  <a:close/>
                  <a:moveTo>
                    <a:pt x="94" y="122"/>
                  </a:moveTo>
                  <a:cubicBezTo>
                    <a:pt x="83" y="122"/>
                    <a:pt x="72" y="119"/>
                    <a:pt x="62" y="113"/>
                  </a:cubicBezTo>
                  <a:cubicBezTo>
                    <a:pt x="19" y="156"/>
                    <a:pt x="19" y="156"/>
                    <a:pt x="19" y="156"/>
                  </a:cubicBezTo>
                  <a:cubicBezTo>
                    <a:pt x="0" y="136"/>
                    <a:pt x="0" y="136"/>
                    <a:pt x="0" y="136"/>
                  </a:cubicBezTo>
                  <a:cubicBezTo>
                    <a:pt x="43" y="93"/>
                    <a:pt x="43" y="93"/>
                    <a:pt x="43" y="93"/>
                  </a:cubicBezTo>
                  <a:cubicBezTo>
                    <a:pt x="28" y="70"/>
                    <a:pt x="31" y="39"/>
                    <a:pt x="51" y="18"/>
                  </a:cubicBezTo>
                  <a:cubicBezTo>
                    <a:pt x="63" y="6"/>
                    <a:pt x="79" y="0"/>
                    <a:pt x="94" y="0"/>
                  </a:cubicBezTo>
                  <a:cubicBezTo>
                    <a:pt x="94" y="24"/>
                    <a:pt x="94" y="24"/>
                    <a:pt x="94" y="24"/>
                  </a:cubicBezTo>
                  <a:cubicBezTo>
                    <a:pt x="83" y="24"/>
                    <a:pt x="83" y="24"/>
                    <a:pt x="83" y="24"/>
                  </a:cubicBezTo>
                  <a:cubicBezTo>
                    <a:pt x="83" y="50"/>
                    <a:pt x="83" y="50"/>
                    <a:pt x="83" y="50"/>
                  </a:cubicBezTo>
                  <a:cubicBezTo>
                    <a:pt x="58" y="50"/>
                    <a:pt x="58" y="50"/>
                    <a:pt x="58" y="50"/>
                  </a:cubicBezTo>
                  <a:cubicBezTo>
                    <a:pt x="58" y="73"/>
                    <a:pt x="58" y="73"/>
                    <a:pt x="58" y="73"/>
                  </a:cubicBezTo>
                  <a:cubicBezTo>
                    <a:pt x="83" y="73"/>
                    <a:pt x="83" y="73"/>
                    <a:pt x="83" y="73"/>
                  </a:cubicBezTo>
                  <a:cubicBezTo>
                    <a:pt x="83" y="98"/>
                    <a:pt x="83" y="98"/>
                    <a:pt x="83" y="98"/>
                  </a:cubicBezTo>
                  <a:cubicBezTo>
                    <a:pt x="94" y="98"/>
                    <a:pt x="94" y="98"/>
                    <a:pt x="94" y="98"/>
                  </a:cubicBezTo>
                  <a:lnTo>
                    <a:pt x="94" y="12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7" name="Freeform 119"/>
            <p:cNvSpPr>
              <a:spLocks/>
            </p:cNvSpPr>
            <p:nvPr/>
          </p:nvSpPr>
          <p:spPr bwMode="auto">
            <a:xfrm>
              <a:off x="2643188" y="3003550"/>
              <a:ext cx="239713" cy="695325"/>
            </a:xfrm>
            <a:custGeom>
              <a:avLst/>
              <a:gdLst>
                <a:gd name="T0" fmla="*/ 7 w 64"/>
                <a:gd name="T1" fmla="*/ 22 h 185"/>
                <a:gd name="T2" fmla="*/ 0 w 64"/>
                <a:gd name="T3" fmla="*/ 45 h 185"/>
                <a:gd name="T4" fmla="*/ 5 w 64"/>
                <a:gd name="T5" fmla="*/ 64 h 185"/>
                <a:gd name="T6" fmla="*/ 23 w 64"/>
                <a:gd name="T7" fmla="*/ 84 h 185"/>
                <a:gd name="T8" fmla="*/ 23 w 64"/>
                <a:gd name="T9" fmla="*/ 185 h 185"/>
                <a:gd name="T10" fmla="*/ 40 w 64"/>
                <a:gd name="T11" fmla="*/ 185 h 185"/>
                <a:gd name="T12" fmla="*/ 40 w 64"/>
                <a:gd name="T13" fmla="*/ 84 h 185"/>
                <a:gd name="T14" fmla="*/ 58 w 64"/>
                <a:gd name="T15" fmla="*/ 64 h 185"/>
                <a:gd name="T16" fmla="*/ 63 w 64"/>
                <a:gd name="T17" fmla="*/ 45 h 185"/>
                <a:gd name="T18" fmla="*/ 56 w 64"/>
                <a:gd name="T19" fmla="*/ 22 h 185"/>
                <a:gd name="T20" fmla="*/ 42 w 64"/>
                <a:gd name="T21" fmla="*/ 0 h 185"/>
                <a:gd name="T22" fmla="*/ 47 w 64"/>
                <a:gd name="T23" fmla="*/ 43 h 185"/>
                <a:gd name="T24" fmla="*/ 41 w 64"/>
                <a:gd name="T25" fmla="*/ 43 h 185"/>
                <a:gd name="T26" fmla="*/ 36 w 64"/>
                <a:gd name="T27" fmla="*/ 0 h 185"/>
                <a:gd name="T28" fmla="*/ 32 w 64"/>
                <a:gd name="T29" fmla="*/ 0 h 185"/>
                <a:gd name="T30" fmla="*/ 27 w 64"/>
                <a:gd name="T31" fmla="*/ 0 h 185"/>
                <a:gd name="T32" fmla="*/ 22 w 64"/>
                <a:gd name="T33" fmla="*/ 43 h 185"/>
                <a:gd name="T34" fmla="*/ 17 w 64"/>
                <a:gd name="T35" fmla="*/ 43 h 185"/>
                <a:gd name="T36" fmla="*/ 21 w 64"/>
                <a:gd name="T37" fmla="*/ 0 h 185"/>
                <a:gd name="T38" fmla="*/ 7 w 64"/>
                <a:gd name="T3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85">
                  <a:moveTo>
                    <a:pt x="7" y="22"/>
                  </a:moveTo>
                  <a:cubicBezTo>
                    <a:pt x="4" y="29"/>
                    <a:pt x="1" y="37"/>
                    <a:pt x="0" y="45"/>
                  </a:cubicBezTo>
                  <a:cubicBezTo>
                    <a:pt x="0" y="52"/>
                    <a:pt x="1" y="58"/>
                    <a:pt x="5" y="64"/>
                  </a:cubicBezTo>
                  <a:cubicBezTo>
                    <a:pt x="9" y="70"/>
                    <a:pt x="15" y="80"/>
                    <a:pt x="23" y="84"/>
                  </a:cubicBezTo>
                  <a:cubicBezTo>
                    <a:pt x="23" y="185"/>
                    <a:pt x="23" y="185"/>
                    <a:pt x="23" y="185"/>
                  </a:cubicBezTo>
                  <a:cubicBezTo>
                    <a:pt x="40" y="185"/>
                    <a:pt x="40" y="185"/>
                    <a:pt x="40" y="185"/>
                  </a:cubicBezTo>
                  <a:cubicBezTo>
                    <a:pt x="40" y="84"/>
                    <a:pt x="40" y="84"/>
                    <a:pt x="40" y="84"/>
                  </a:cubicBezTo>
                  <a:cubicBezTo>
                    <a:pt x="48" y="80"/>
                    <a:pt x="55" y="71"/>
                    <a:pt x="58" y="64"/>
                  </a:cubicBezTo>
                  <a:cubicBezTo>
                    <a:pt x="62" y="58"/>
                    <a:pt x="64" y="52"/>
                    <a:pt x="63" y="45"/>
                  </a:cubicBezTo>
                  <a:cubicBezTo>
                    <a:pt x="62" y="37"/>
                    <a:pt x="59" y="29"/>
                    <a:pt x="56" y="22"/>
                  </a:cubicBezTo>
                  <a:cubicBezTo>
                    <a:pt x="54" y="16"/>
                    <a:pt x="50" y="1"/>
                    <a:pt x="42" y="0"/>
                  </a:cubicBezTo>
                  <a:cubicBezTo>
                    <a:pt x="47" y="43"/>
                    <a:pt x="47" y="43"/>
                    <a:pt x="47" y="43"/>
                  </a:cubicBezTo>
                  <a:cubicBezTo>
                    <a:pt x="41" y="43"/>
                    <a:pt x="41" y="43"/>
                    <a:pt x="41" y="43"/>
                  </a:cubicBezTo>
                  <a:cubicBezTo>
                    <a:pt x="36" y="0"/>
                    <a:pt x="36" y="0"/>
                    <a:pt x="36" y="0"/>
                  </a:cubicBezTo>
                  <a:cubicBezTo>
                    <a:pt x="32" y="0"/>
                    <a:pt x="32" y="0"/>
                    <a:pt x="32" y="0"/>
                  </a:cubicBezTo>
                  <a:cubicBezTo>
                    <a:pt x="27" y="0"/>
                    <a:pt x="27" y="0"/>
                    <a:pt x="27" y="0"/>
                  </a:cubicBezTo>
                  <a:cubicBezTo>
                    <a:pt x="22" y="43"/>
                    <a:pt x="22" y="43"/>
                    <a:pt x="22" y="43"/>
                  </a:cubicBezTo>
                  <a:cubicBezTo>
                    <a:pt x="17" y="43"/>
                    <a:pt x="17" y="43"/>
                    <a:pt x="17" y="43"/>
                  </a:cubicBezTo>
                  <a:cubicBezTo>
                    <a:pt x="21" y="0"/>
                    <a:pt x="21" y="0"/>
                    <a:pt x="21" y="0"/>
                  </a:cubicBezTo>
                  <a:cubicBezTo>
                    <a:pt x="13" y="1"/>
                    <a:pt x="9" y="16"/>
                    <a:pt x="7"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8" name="Freeform 120"/>
            <p:cNvSpPr>
              <a:spLocks/>
            </p:cNvSpPr>
            <p:nvPr/>
          </p:nvSpPr>
          <p:spPr bwMode="auto">
            <a:xfrm>
              <a:off x="2957513" y="2989263"/>
              <a:ext cx="252413" cy="709613"/>
            </a:xfrm>
            <a:custGeom>
              <a:avLst/>
              <a:gdLst>
                <a:gd name="T0" fmla="*/ 42 w 67"/>
                <a:gd name="T1" fmla="*/ 189 h 189"/>
                <a:gd name="T2" fmla="*/ 42 w 67"/>
                <a:gd name="T3" fmla="*/ 90 h 189"/>
                <a:gd name="T4" fmla="*/ 67 w 67"/>
                <a:gd name="T5" fmla="*/ 50 h 189"/>
                <a:gd name="T6" fmla="*/ 34 w 67"/>
                <a:gd name="T7" fmla="*/ 0 h 189"/>
                <a:gd name="T8" fmla="*/ 0 w 67"/>
                <a:gd name="T9" fmla="*/ 50 h 189"/>
                <a:gd name="T10" fmla="*/ 25 w 67"/>
                <a:gd name="T11" fmla="*/ 90 h 189"/>
                <a:gd name="T12" fmla="*/ 25 w 67"/>
                <a:gd name="T13" fmla="*/ 189 h 189"/>
                <a:gd name="T14" fmla="*/ 42 w 67"/>
                <a:gd name="T15" fmla="*/ 18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89">
                  <a:moveTo>
                    <a:pt x="42" y="189"/>
                  </a:moveTo>
                  <a:cubicBezTo>
                    <a:pt x="42" y="90"/>
                    <a:pt x="42" y="90"/>
                    <a:pt x="42" y="90"/>
                  </a:cubicBezTo>
                  <a:cubicBezTo>
                    <a:pt x="57" y="85"/>
                    <a:pt x="67" y="69"/>
                    <a:pt x="67" y="50"/>
                  </a:cubicBezTo>
                  <a:cubicBezTo>
                    <a:pt x="67" y="27"/>
                    <a:pt x="52" y="0"/>
                    <a:pt x="34" y="0"/>
                  </a:cubicBezTo>
                  <a:cubicBezTo>
                    <a:pt x="15" y="0"/>
                    <a:pt x="0" y="27"/>
                    <a:pt x="0" y="50"/>
                  </a:cubicBezTo>
                  <a:cubicBezTo>
                    <a:pt x="0" y="69"/>
                    <a:pt x="10" y="85"/>
                    <a:pt x="25" y="90"/>
                  </a:cubicBezTo>
                  <a:cubicBezTo>
                    <a:pt x="25" y="189"/>
                    <a:pt x="25" y="189"/>
                    <a:pt x="25" y="189"/>
                  </a:cubicBezTo>
                  <a:lnTo>
                    <a:pt x="42" y="18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9" name="Rectangle 121"/>
            <p:cNvSpPr>
              <a:spLocks noChangeArrowheads="1"/>
            </p:cNvSpPr>
            <p:nvPr/>
          </p:nvSpPr>
          <p:spPr bwMode="auto">
            <a:xfrm>
              <a:off x="8194675" y="1827213"/>
              <a:ext cx="44450" cy="1206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0" name="Freeform 122"/>
            <p:cNvSpPr>
              <a:spLocks/>
            </p:cNvSpPr>
            <p:nvPr/>
          </p:nvSpPr>
          <p:spPr bwMode="auto">
            <a:xfrm>
              <a:off x="8397875" y="1827213"/>
              <a:ext cx="198438" cy="120650"/>
            </a:xfrm>
            <a:custGeom>
              <a:avLst/>
              <a:gdLst>
                <a:gd name="T0" fmla="*/ 125 w 125"/>
                <a:gd name="T1" fmla="*/ 76 h 76"/>
                <a:gd name="T2" fmla="*/ 125 w 125"/>
                <a:gd name="T3" fmla="*/ 0 h 76"/>
                <a:gd name="T4" fmla="*/ 75 w 125"/>
                <a:gd name="T5" fmla="*/ 0 h 76"/>
                <a:gd name="T6" fmla="*/ 0 w 125"/>
                <a:gd name="T7" fmla="*/ 76 h 76"/>
                <a:gd name="T8" fmla="*/ 125 w 125"/>
                <a:gd name="T9" fmla="*/ 76 h 76"/>
              </a:gdLst>
              <a:ahLst/>
              <a:cxnLst>
                <a:cxn ang="0">
                  <a:pos x="T0" y="T1"/>
                </a:cxn>
                <a:cxn ang="0">
                  <a:pos x="T2" y="T3"/>
                </a:cxn>
                <a:cxn ang="0">
                  <a:pos x="T4" y="T5"/>
                </a:cxn>
                <a:cxn ang="0">
                  <a:pos x="T6" y="T7"/>
                </a:cxn>
                <a:cxn ang="0">
                  <a:pos x="T8" y="T9"/>
                </a:cxn>
              </a:cxnLst>
              <a:rect l="0" t="0" r="r" b="b"/>
              <a:pathLst>
                <a:path w="125" h="76">
                  <a:moveTo>
                    <a:pt x="125" y="76"/>
                  </a:moveTo>
                  <a:lnTo>
                    <a:pt x="125" y="0"/>
                  </a:lnTo>
                  <a:lnTo>
                    <a:pt x="75" y="0"/>
                  </a:lnTo>
                  <a:lnTo>
                    <a:pt x="0" y="76"/>
                  </a:lnTo>
                  <a:lnTo>
                    <a:pt x="125"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1" name="Freeform 123"/>
            <p:cNvSpPr>
              <a:spLocks/>
            </p:cNvSpPr>
            <p:nvPr/>
          </p:nvSpPr>
          <p:spPr bwMode="auto">
            <a:xfrm>
              <a:off x="8261350" y="1827213"/>
              <a:ext cx="131763" cy="120650"/>
            </a:xfrm>
            <a:custGeom>
              <a:avLst/>
              <a:gdLst>
                <a:gd name="T0" fmla="*/ 83 w 83"/>
                <a:gd name="T1" fmla="*/ 0 h 76"/>
                <a:gd name="T2" fmla="*/ 0 w 83"/>
                <a:gd name="T3" fmla="*/ 0 h 76"/>
                <a:gd name="T4" fmla="*/ 0 w 83"/>
                <a:gd name="T5" fmla="*/ 76 h 76"/>
                <a:gd name="T6" fmla="*/ 5 w 83"/>
                <a:gd name="T7" fmla="*/ 76 h 76"/>
                <a:gd name="T8" fmla="*/ 83 w 83"/>
                <a:gd name="T9" fmla="*/ 0 h 76"/>
              </a:gdLst>
              <a:ahLst/>
              <a:cxnLst>
                <a:cxn ang="0">
                  <a:pos x="T0" y="T1"/>
                </a:cxn>
                <a:cxn ang="0">
                  <a:pos x="T2" y="T3"/>
                </a:cxn>
                <a:cxn ang="0">
                  <a:pos x="T4" y="T5"/>
                </a:cxn>
                <a:cxn ang="0">
                  <a:pos x="T6" y="T7"/>
                </a:cxn>
                <a:cxn ang="0">
                  <a:pos x="T8" y="T9"/>
                </a:cxn>
              </a:cxnLst>
              <a:rect l="0" t="0" r="r" b="b"/>
              <a:pathLst>
                <a:path w="83" h="76">
                  <a:moveTo>
                    <a:pt x="83" y="0"/>
                  </a:moveTo>
                  <a:lnTo>
                    <a:pt x="0" y="0"/>
                  </a:lnTo>
                  <a:lnTo>
                    <a:pt x="0" y="76"/>
                  </a:lnTo>
                  <a:lnTo>
                    <a:pt x="5" y="76"/>
                  </a:lnTo>
                  <a:lnTo>
                    <a:pt x="8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2" name="Freeform 124"/>
            <p:cNvSpPr>
              <a:spLocks noEditPoints="1"/>
            </p:cNvSpPr>
            <p:nvPr/>
          </p:nvSpPr>
          <p:spPr bwMode="auto">
            <a:xfrm>
              <a:off x="8074025" y="1568450"/>
              <a:ext cx="641350" cy="638175"/>
            </a:xfrm>
            <a:custGeom>
              <a:avLst/>
              <a:gdLst>
                <a:gd name="T0" fmla="*/ 98 w 171"/>
                <a:gd name="T1" fmla="*/ 170 h 170"/>
                <a:gd name="T2" fmla="*/ 171 w 171"/>
                <a:gd name="T3" fmla="*/ 85 h 170"/>
                <a:gd name="T4" fmla="*/ 98 w 171"/>
                <a:gd name="T5" fmla="*/ 1 h 170"/>
                <a:gd name="T6" fmla="*/ 98 w 171"/>
                <a:gd name="T7" fmla="*/ 15 h 170"/>
                <a:gd name="T8" fmla="*/ 130 w 171"/>
                <a:gd name="T9" fmla="*/ 30 h 170"/>
                <a:gd name="T10" fmla="*/ 98 w 171"/>
                <a:gd name="T11" fmla="*/ 62 h 170"/>
                <a:gd name="T12" fmla="*/ 98 w 171"/>
                <a:gd name="T13" fmla="*/ 82 h 170"/>
                <a:gd name="T14" fmla="*/ 112 w 171"/>
                <a:gd name="T15" fmla="*/ 69 h 170"/>
                <a:gd name="T16" fmla="*/ 114 w 171"/>
                <a:gd name="T17" fmla="*/ 67 h 170"/>
                <a:gd name="T18" fmla="*/ 116 w 171"/>
                <a:gd name="T19" fmla="*/ 64 h 170"/>
                <a:gd name="T20" fmla="*/ 140 w 171"/>
                <a:gd name="T21" fmla="*/ 40 h 170"/>
                <a:gd name="T22" fmla="*/ 156 w 171"/>
                <a:gd name="T23" fmla="*/ 85 h 170"/>
                <a:gd name="T24" fmla="*/ 156 w 171"/>
                <a:gd name="T25" fmla="*/ 85 h 170"/>
                <a:gd name="T26" fmla="*/ 98 w 171"/>
                <a:gd name="T27" fmla="*/ 155 h 170"/>
                <a:gd name="T28" fmla="*/ 98 w 171"/>
                <a:gd name="T29" fmla="*/ 170 h 170"/>
                <a:gd name="T30" fmla="*/ 85 w 171"/>
                <a:gd name="T31" fmla="*/ 170 h 170"/>
                <a:gd name="T32" fmla="*/ 98 w 171"/>
                <a:gd name="T33" fmla="*/ 170 h 170"/>
                <a:gd name="T34" fmla="*/ 98 w 171"/>
                <a:gd name="T35" fmla="*/ 155 h 170"/>
                <a:gd name="T36" fmla="*/ 85 w 171"/>
                <a:gd name="T37" fmla="*/ 156 h 170"/>
                <a:gd name="T38" fmla="*/ 40 w 171"/>
                <a:gd name="T39" fmla="*/ 140 h 170"/>
                <a:gd name="T40" fmla="*/ 74 w 171"/>
                <a:gd name="T41" fmla="*/ 106 h 170"/>
                <a:gd name="T42" fmla="*/ 77 w 171"/>
                <a:gd name="T43" fmla="*/ 104 h 170"/>
                <a:gd name="T44" fmla="*/ 79 w 171"/>
                <a:gd name="T45" fmla="*/ 101 h 170"/>
                <a:gd name="T46" fmla="*/ 98 w 171"/>
                <a:gd name="T47" fmla="*/ 82 h 170"/>
                <a:gd name="T48" fmla="*/ 98 w 171"/>
                <a:gd name="T49" fmla="*/ 62 h 170"/>
                <a:gd name="T50" fmla="*/ 96 w 171"/>
                <a:gd name="T51" fmla="*/ 64 h 170"/>
                <a:gd name="T52" fmla="*/ 94 w 171"/>
                <a:gd name="T53" fmla="*/ 67 h 170"/>
                <a:gd name="T54" fmla="*/ 91 w 171"/>
                <a:gd name="T55" fmla="*/ 69 h 170"/>
                <a:gd name="T56" fmla="*/ 59 w 171"/>
                <a:gd name="T57" fmla="*/ 101 h 170"/>
                <a:gd name="T58" fmla="*/ 57 w 171"/>
                <a:gd name="T59" fmla="*/ 104 h 170"/>
                <a:gd name="T60" fmla="*/ 54 w 171"/>
                <a:gd name="T61" fmla="*/ 106 h 170"/>
                <a:gd name="T62" fmla="*/ 30 w 171"/>
                <a:gd name="T63" fmla="*/ 130 h 170"/>
                <a:gd name="T64" fmla="*/ 14 w 171"/>
                <a:gd name="T65" fmla="*/ 85 h 170"/>
                <a:gd name="T66" fmla="*/ 85 w 171"/>
                <a:gd name="T67" fmla="*/ 14 h 170"/>
                <a:gd name="T68" fmla="*/ 85 w 171"/>
                <a:gd name="T69" fmla="*/ 14 h 170"/>
                <a:gd name="T70" fmla="*/ 98 w 171"/>
                <a:gd name="T71" fmla="*/ 15 h 170"/>
                <a:gd name="T72" fmla="*/ 98 w 171"/>
                <a:gd name="T73" fmla="*/ 1 h 170"/>
                <a:gd name="T74" fmla="*/ 85 w 171"/>
                <a:gd name="T75" fmla="*/ 0 h 170"/>
                <a:gd name="T76" fmla="*/ 0 w 171"/>
                <a:gd name="T77" fmla="*/ 85 h 170"/>
                <a:gd name="T78" fmla="*/ 85 w 171"/>
                <a:gd name="T7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170">
                  <a:moveTo>
                    <a:pt x="98" y="170"/>
                  </a:moveTo>
                  <a:cubicBezTo>
                    <a:pt x="139" y="163"/>
                    <a:pt x="171" y="128"/>
                    <a:pt x="171" y="85"/>
                  </a:cubicBezTo>
                  <a:cubicBezTo>
                    <a:pt x="171" y="42"/>
                    <a:pt x="139" y="7"/>
                    <a:pt x="98" y="1"/>
                  </a:cubicBezTo>
                  <a:cubicBezTo>
                    <a:pt x="98" y="15"/>
                    <a:pt x="98" y="15"/>
                    <a:pt x="98" y="15"/>
                  </a:cubicBezTo>
                  <a:cubicBezTo>
                    <a:pt x="110" y="17"/>
                    <a:pt x="121" y="23"/>
                    <a:pt x="130" y="30"/>
                  </a:cubicBezTo>
                  <a:cubicBezTo>
                    <a:pt x="98" y="62"/>
                    <a:pt x="98" y="62"/>
                    <a:pt x="98" y="62"/>
                  </a:cubicBezTo>
                  <a:cubicBezTo>
                    <a:pt x="98" y="82"/>
                    <a:pt x="98" y="82"/>
                    <a:pt x="98" y="82"/>
                  </a:cubicBezTo>
                  <a:cubicBezTo>
                    <a:pt x="112" y="69"/>
                    <a:pt x="112" y="69"/>
                    <a:pt x="112" y="69"/>
                  </a:cubicBezTo>
                  <a:cubicBezTo>
                    <a:pt x="114" y="67"/>
                    <a:pt x="114" y="67"/>
                    <a:pt x="114" y="67"/>
                  </a:cubicBezTo>
                  <a:cubicBezTo>
                    <a:pt x="116" y="64"/>
                    <a:pt x="116" y="64"/>
                    <a:pt x="116" y="64"/>
                  </a:cubicBezTo>
                  <a:cubicBezTo>
                    <a:pt x="140" y="40"/>
                    <a:pt x="140" y="40"/>
                    <a:pt x="140" y="40"/>
                  </a:cubicBezTo>
                  <a:cubicBezTo>
                    <a:pt x="150" y="52"/>
                    <a:pt x="156" y="68"/>
                    <a:pt x="156" y="85"/>
                  </a:cubicBezTo>
                  <a:cubicBezTo>
                    <a:pt x="156" y="85"/>
                    <a:pt x="156" y="85"/>
                    <a:pt x="156" y="85"/>
                  </a:cubicBezTo>
                  <a:cubicBezTo>
                    <a:pt x="156" y="120"/>
                    <a:pt x="131" y="149"/>
                    <a:pt x="98" y="155"/>
                  </a:cubicBezTo>
                  <a:lnTo>
                    <a:pt x="98" y="170"/>
                  </a:lnTo>
                  <a:close/>
                  <a:moveTo>
                    <a:pt x="85" y="170"/>
                  </a:moveTo>
                  <a:cubicBezTo>
                    <a:pt x="90" y="170"/>
                    <a:pt x="94" y="170"/>
                    <a:pt x="98" y="170"/>
                  </a:cubicBezTo>
                  <a:cubicBezTo>
                    <a:pt x="98" y="155"/>
                    <a:pt x="98" y="155"/>
                    <a:pt x="98" y="155"/>
                  </a:cubicBezTo>
                  <a:cubicBezTo>
                    <a:pt x="94" y="156"/>
                    <a:pt x="90" y="156"/>
                    <a:pt x="85" y="156"/>
                  </a:cubicBezTo>
                  <a:cubicBezTo>
                    <a:pt x="68" y="156"/>
                    <a:pt x="52" y="150"/>
                    <a:pt x="40" y="140"/>
                  </a:cubicBezTo>
                  <a:cubicBezTo>
                    <a:pt x="74" y="106"/>
                    <a:pt x="74" y="106"/>
                    <a:pt x="74" y="106"/>
                  </a:cubicBezTo>
                  <a:cubicBezTo>
                    <a:pt x="77" y="104"/>
                    <a:pt x="77" y="104"/>
                    <a:pt x="77" y="104"/>
                  </a:cubicBezTo>
                  <a:cubicBezTo>
                    <a:pt x="79" y="101"/>
                    <a:pt x="79" y="101"/>
                    <a:pt x="79" y="101"/>
                  </a:cubicBezTo>
                  <a:cubicBezTo>
                    <a:pt x="98" y="82"/>
                    <a:pt x="98" y="82"/>
                    <a:pt x="98" y="82"/>
                  </a:cubicBezTo>
                  <a:cubicBezTo>
                    <a:pt x="98" y="62"/>
                    <a:pt x="98" y="62"/>
                    <a:pt x="98" y="62"/>
                  </a:cubicBezTo>
                  <a:cubicBezTo>
                    <a:pt x="96" y="64"/>
                    <a:pt x="96" y="64"/>
                    <a:pt x="96" y="64"/>
                  </a:cubicBezTo>
                  <a:cubicBezTo>
                    <a:pt x="94" y="67"/>
                    <a:pt x="94" y="67"/>
                    <a:pt x="94" y="67"/>
                  </a:cubicBezTo>
                  <a:cubicBezTo>
                    <a:pt x="91" y="69"/>
                    <a:pt x="91" y="69"/>
                    <a:pt x="91" y="69"/>
                  </a:cubicBezTo>
                  <a:cubicBezTo>
                    <a:pt x="59" y="101"/>
                    <a:pt x="59" y="101"/>
                    <a:pt x="59" y="101"/>
                  </a:cubicBezTo>
                  <a:cubicBezTo>
                    <a:pt x="57" y="104"/>
                    <a:pt x="57" y="104"/>
                    <a:pt x="57" y="104"/>
                  </a:cubicBezTo>
                  <a:cubicBezTo>
                    <a:pt x="54" y="106"/>
                    <a:pt x="54" y="106"/>
                    <a:pt x="54" y="106"/>
                  </a:cubicBezTo>
                  <a:cubicBezTo>
                    <a:pt x="30" y="130"/>
                    <a:pt x="30" y="130"/>
                    <a:pt x="30" y="130"/>
                  </a:cubicBezTo>
                  <a:cubicBezTo>
                    <a:pt x="20" y="118"/>
                    <a:pt x="14" y="102"/>
                    <a:pt x="14" y="85"/>
                  </a:cubicBezTo>
                  <a:cubicBezTo>
                    <a:pt x="14" y="46"/>
                    <a:pt x="46" y="14"/>
                    <a:pt x="85" y="14"/>
                  </a:cubicBezTo>
                  <a:cubicBezTo>
                    <a:pt x="85" y="14"/>
                    <a:pt x="85" y="14"/>
                    <a:pt x="85" y="14"/>
                  </a:cubicBezTo>
                  <a:cubicBezTo>
                    <a:pt x="90" y="14"/>
                    <a:pt x="94" y="14"/>
                    <a:pt x="98" y="15"/>
                  </a:cubicBezTo>
                  <a:cubicBezTo>
                    <a:pt x="98" y="1"/>
                    <a:pt x="98" y="1"/>
                    <a:pt x="98" y="1"/>
                  </a:cubicBezTo>
                  <a:cubicBezTo>
                    <a:pt x="94" y="0"/>
                    <a:pt x="90" y="0"/>
                    <a:pt x="85" y="0"/>
                  </a:cubicBezTo>
                  <a:cubicBezTo>
                    <a:pt x="38" y="0"/>
                    <a:pt x="0" y="38"/>
                    <a:pt x="0" y="85"/>
                  </a:cubicBezTo>
                  <a:cubicBezTo>
                    <a:pt x="0" y="132"/>
                    <a:pt x="38" y="170"/>
                    <a:pt x="85" y="17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3" name="Freeform 125"/>
            <p:cNvSpPr>
              <a:spLocks noEditPoints="1"/>
            </p:cNvSpPr>
            <p:nvPr/>
          </p:nvSpPr>
          <p:spPr bwMode="auto">
            <a:xfrm>
              <a:off x="6524625" y="2305050"/>
              <a:ext cx="608013" cy="150813"/>
            </a:xfrm>
            <a:custGeom>
              <a:avLst/>
              <a:gdLst>
                <a:gd name="T0" fmla="*/ 191 w 383"/>
                <a:gd name="T1" fmla="*/ 78 h 95"/>
                <a:gd name="T2" fmla="*/ 328 w 383"/>
                <a:gd name="T3" fmla="*/ 78 h 95"/>
                <a:gd name="T4" fmla="*/ 340 w 383"/>
                <a:gd name="T5" fmla="*/ 95 h 95"/>
                <a:gd name="T6" fmla="*/ 383 w 383"/>
                <a:gd name="T7" fmla="*/ 95 h 95"/>
                <a:gd name="T8" fmla="*/ 312 w 383"/>
                <a:gd name="T9" fmla="*/ 0 h 95"/>
                <a:gd name="T10" fmla="*/ 267 w 383"/>
                <a:gd name="T11" fmla="*/ 0 h 95"/>
                <a:gd name="T12" fmla="*/ 276 w 383"/>
                <a:gd name="T13" fmla="*/ 12 h 95"/>
                <a:gd name="T14" fmla="*/ 191 w 383"/>
                <a:gd name="T15" fmla="*/ 12 h 95"/>
                <a:gd name="T16" fmla="*/ 191 w 383"/>
                <a:gd name="T17" fmla="*/ 38 h 95"/>
                <a:gd name="T18" fmla="*/ 295 w 383"/>
                <a:gd name="T19" fmla="*/ 38 h 95"/>
                <a:gd name="T20" fmla="*/ 309 w 383"/>
                <a:gd name="T21" fmla="*/ 54 h 95"/>
                <a:gd name="T22" fmla="*/ 191 w 383"/>
                <a:gd name="T23" fmla="*/ 54 h 95"/>
                <a:gd name="T24" fmla="*/ 191 w 383"/>
                <a:gd name="T25" fmla="*/ 78 h 95"/>
                <a:gd name="T26" fmla="*/ 56 w 383"/>
                <a:gd name="T27" fmla="*/ 78 h 95"/>
                <a:gd name="T28" fmla="*/ 191 w 383"/>
                <a:gd name="T29" fmla="*/ 78 h 95"/>
                <a:gd name="T30" fmla="*/ 191 w 383"/>
                <a:gd name="T31" fmla="*/ 54 h 95"/>
                <a:gd name="T32" fmla="*/ 75 w 383"/>
                <a:gd name="T33" fmla="*/ 54 h 95"/>
                <a:gd name="T34" fmla="*/ 87 w 383"/>
                <a:gd name="T35" fmla="*/ 38 h 95"/>
                <a:gd name="T36" fmla="*/ 87 w 383"/>
                <a:gd name="T37" fmla="*/ 38 h 95"/>
                <a:gd name="T38" fmla="*/ 191 w 383"/>
                <a:gd name="T39" fmla="*/ 38 h 95"/>
                <a:gd name="T40" fmla="*/ 191 w 383"/>
                <a:gd name="T41" fmla="*/ 12 h 95"/>
                <a:gd name="T42" fmla="*/ 106 w 383"/>
                <a:gd name="T43" fmla="*/ 12 h 95"/>
                <a:gd name="T44" fmla="*/ 115 w 383"/>
                <a:gd name="T45" fmla="*/ 0 h 95"/>
                <a:gd name="T46" fmla="*/ 73 w 383"/>
                <a:gd name="T47" fmla="*/ 0 h 95"/>
                <a:gd name="T48" fmla="*/ 0 w 383"/>
                <a:gd name="T49" fmla="*/ 95 h 95"/>
                <a:gd name="T50" fmla="*/ 45 w 383"/>
                <a:gd name="T51" fmla="*/ 95 h 95"/>
                <a:gd name="T52" fmla="*/ 56 w 383"/>
                <a:gd name="T53"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3" h="95">
                  <a:moveTo>
                    <a:pt x="191" y="78"/>
                  </a:moveTo>
                  <a:lnTo>
                    <a:pt x="328" y="78"/>
                  </a:lnTo>
                  <a:lnTo>
                    <a:pt x="340" y="95"/>
                  </a:lnTo>
                  <a:lnTo>
                    <a:pt x="383" y="95"/>
                  </a:lnTo>
                  <a:lnTo>
                    <a:pt x="312" y="0"/>
                  </a:lnTo>
                  <a:lnTo>
                    <a:pt x="267" y="0"/>
                  </a:lnTo>
                  <a:lnTo>
                    <a:pt x="276" y="12"/>
                  </a:lnTo>
                  <a:lnTo>
                    <a:pt x="191" y="12"/>
                  </a:lnTo>
                  <a:lnTo>
                    <a:pt x="191" y="38"/>
                  </a:lnTo>
                  <a:lnTo>
                    <a:pt x="295" y="38"/>
                  </a:lnTo>
                  <a:lnTo>
                    <a:pt x="309" y="54"/>
                  </a:lnTo>
                  <a:lnTo>
                    <a:pt x="191" y="54"/>
                  </a:lnTo>
                  <a:lnTo>
                    <a:pt x="191" y="78"/>
                  </a:lnTo>
                  <a:close/>
                  <a:moveTo>
                    <a:pt x="56" y="78"/>
                  </a:moveTo>
                  <a:lnTo>
                    <a:pt x="191" y="78"/>
                  </a:lnTo>
                  <a:lnTo>
                    <a:pt x="191" y="54"/>
                  </a:lnTo>
                  <a:lnTo>
                    <a:pt x="75" y="54"/>
                  </a:lnTo>
                  <a:lnTo>
                    <a:pt x="87" y="38"/>
                  </a:lnTo>
                  <a:lnTo>
                    <a:pt x="87" y="38"/>
                  </a:lnTo>
                  <a:lnTo>
                    <a:pt x="191" y="38"/>
                  </a:lnTo>
                  <a:lnTo>
                    <a:pt x="191" y="12"/>
                  </a:lnTo>
                  <a:lnTo>
                    <a:pt x="106" y="12"/>
                  </a:lnTo>
                  <a:lnTo>
                    <a:pt x="115" y="0"/>
                  </a:lnTo>
                  <a:lnTo>
                    <a:pt x="73" y="0"/>
                  </a:lnTo>
                  <a:lnTo>
                    <a:pt x="0" y="95"/>
                  </a:lnTo>
                  <a:lnTo>
                    <a:pt x="45" y="95"/>
                  </a:lnTo>
                  <a:lnTo>
                    <a:pt x="56" y="7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4" name="Freeform 126"/>
            <p:cNvSpPr>
              <a:spLocks noEditPoints="1"/>
            </p:cNvSpPr>
            <p:nvPr/>
          </p:nvSpPr>
          <p:spPr bwMode="auto">
            <a:xfrm>
              <a:off x="6557963" y="1714500"/>
              <a:ext cx="555625" cy="568325"/>
            </a:xfrm>
            <a:custGeom>
              <a:avLst/>
              <a:gdLst>
                <a:gd name="T0" fmla="*/ 291 w 350"/>
                <a:gd name="T1" fmla="*/ 0 h 358"/>
                <a:gd name="T2" fmla="*/ 321 w 350"/>
                <a:gd name="T3" fmla="*/ 74 h 358"/>
                <a:gd name="T4" fmla="*/ 321 w 350"/>
                <a:gd name="T5" fmla="*/ 251 h 358"/>
                <a:gd name="T6" fmla="*/ 291 w 350"/>
                <a:gd name="T7" fmla="*/ 284 h 358"/>
                <a:gd name="T8" fmla="*/ 321 w 350"/>
                <a:gd name="T9" fmla="*/ 317 h 358"/>
                <a:gd name="T10" fmla="*/ 291 w 350"/>
                <a:gd name="T11" fmla="*/ 317 h 358"/>
                <a:gd name="T12" fmla="*/ 350 w 350"/>
                <a:gd name="T13" fmla="*/ 358 h 358"/>
                <a:gd name="T14" fmla="*/ 350 w 350"/>
                <a:gd name="T15" fmla="*/ 0 h 358"/>
                <a:gd name="T16" fmla="*/ 175 w 350"/>
                <a:gd name="T17" fmla="*/ 0 h 358"/>
                <a:gd name="T18" fmla="*/ 277 w 350"/>
                <a:gd name="T19" fmla="*/ 24 h 358"/>
                <a:gd name="T20" fmla="*/ 175 w 350"/>
                <a:gd name="T21" fmla="*/ 45 h 358"/>
                <a:gd name="T22" fmla="*/ 291 w 350"/>
                <a:gd name="T23" fmla="*/ 74 h 358"/>
                <a:gd name="T24" fmla="*/ 291 w 350"/>
                <a:gd name="T25" fmla="*/ 0 h 358"/>
                <a:gd name="T26" fmla="*/ 291 w 350"/>
                <a:gd name="T27" fmla="*/ 358 h 358"/>
                <a:gd name="T28" fmla="*/ 260 w 350"/>
                <a:gd name="T29" fmla="*/ 317 h 358"/>
                <a:gd name="T30" fmla="*/ 291 w 350"/>
                <a:gd name="T31" fmla="*/ 284 h 358"/>
                <a:gd name="T32" fmla="*/ 175 w 350"/>
                <a:gd name="T33" fmla="*/ 251 h 358"/>
                <a:gd name="T34" fmla="*/ 175 w 350"/>
                <a:gd name="T35" fmla="*/ 0 h 358"/>
                <a:gd name="T36" fmla="*/ 59 w 350"/>
                <a:gd name="T37" fmla="*/ 74 h 358"/>
                <a:gd name="T38" fmla="*/ 175 w 350"/>
                <a:gd name="T39" fmla="*/ 45 h 358"/>
                <a:gd name="T40" fmla="*/ 73 w 350"/>
                <a:gd name="T41" fmla="*/ 24 h 358"/>
                <a:gd name="T42" fmla="*/ 175 w 350"/>
                <a:gd name="T43" fmla="*/ 24 h 358"/>
                <a:gd name="T44" fmla="*/ 175 w 350"/>
                <a:gd name="T45" fmla="*/ 0 h 358"/>
                <a:gd name="T46" fmla="*/ 175 w 350"/>
                <a:gd name="T47" fmla="*/ 358 h 358"/>
                <a:gd name="T48" fmla="*/ 59 w 350"/>
                <a:gd name="T49" fmla="*/ 251 h 358"/>
                <a:gd name="T50" fmla="*/ 90 w 350"/>
                <a:gd name="T51" fmla="*/ 284 h 358"/>
                <a:gd name="T52" fmla="*/ 90 w 350"/>
                <a:gd name="T53" fmla="*/ 317 h 358"/>
                <a:gd name="T54" fmla="*/ 59 w 350"/>
                <a:gd name="T55" fmla="*/ 358 h 358"/>
                <a:gd name="T56" fmla="*/ 0 w 350"/>
                <a:gd name="T57" fmla="*/ 0 h 358"/>
                <a:gd name="T58" fmla="*/ 59 w 350"/>
                <a:gd name="T59" fmla="*/ 358 h 358"/>
                <a:gd name="T60" fmla="*/ 26 w 350"/>
                <a:gd name="T61" fmla="*/ 317 h 358"/>
                <a:gd name="T62" fmla="*/ 59 w 350"/>
                <a:gd name="T63" fmla="*/ 284 h 358"/>
                <a:gd name="T64" fmla="*/ 26 w 350"/>
                <a:gd name="T65" fmla="*/ 251 h 358"/>
                <a:gd name="T66" fmla="*/ 59 w 350"/>
                <a:gd name="T67" fmla="*/ 7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0" h="358">
                  <a:moveTo>
                    <a:pt x="350" y="0"/>
                  </a:moveTo>
                  <a:lnTo>
                    <a:pt x="291" y="0"/>
                  </a:lnTo>
                  <a:lnTo>
                    <a:pt x="291" y="74"/>
                  </a:lnTo>
                  <a:lnTo>
                    <a:pt x="321" y="74"/>
                  </a:lnTo>
                  <a:lnTo>
                    <a:pt x="321" y="251"/>
                  </a:lnTo>
                  <a:lnTo>
                    <a:pt x="321" y="251"/>
                  </a:lnTo>
                  <a:lnTo>
                    <a:pt x="291" y="251"/>
                  </a:lnTo>
                  <a:lnTo>
                    <a:pt x="291" y="284"/>
                  </a:lnTo>
                  <a:lnTo>
                    <a:pt x="321" y="284"/>
                  </a:lnTo>
                  <a:lnTo>
                    <a:pt x="321" y="317"/>
                  </a:lnTo>
                  <a:lnTo>
                    <a:pt x="321" y="317"/>
                  </a:lnTo>
                  <a:lnTo>
                    <a:pt x="291" y="317"/>
                  </a:lnTo>
                  <a:lnTo>
                    <a:pt x="291" y="358"/>
                  </a:lnTo>
                  <a:lnTo>
                    <a:pt x="350" y="358"/>
                  </a:lnTo>
                  <a:lnTo>
                    <a:pt x="350" y="0"/>
                  </a:lnTo>
                  <a:lnTo>
                    <a:pt x="350" y="0"/>
                  </a:lnTo>
                  <a:close/>
                  <a:moveTo>
                    <a:pt x="291" y="0"/>
                  </a:moveTo>
                  <a:lnTo>
                    <a:pt x="175" y="0"/>
                  </a:lnTo>
                  <a:lnTo>
                    <a:pt x="175" y="24"/>
                  </a:lnTo>
                  <a:lnTo>
                    <a:pt x="277" y="24"/>
                  </a:lnTo>
                  <a:lnTo>
                    <a:pt x="277" y="45"/>
                  </a:lnTo>
                  <a:lnTo>
                    <a:pt x="175" y="45"/>
                  </a:lnTo>
                  <a:lnTo>
                    <a:pt x="175" y="74"/>
                  </a:lnTo>
                  <a:lnTo>
                    <a:pt x="291" y="74"/>
                  </a:lnTo>
                  <a:lnTo>
                    <a:pt x="291" y="0"/>
                  </a:lnTo>
                  <a:lnTo>
                    <a:pt x="291" y="0"/>
                  </a:lnTo>
                  <a:close/>
                  <a:moveTo>
                    <a:pt x="175" y="358"/>
                  </a:moveTo>
                  <a:lnTo>
                    <a:pt x="291" y="358"/>
                  </a:lnTo>
                  <a:lnTo>
                    <a:pt x="291" y="317"/>
                  </a:lnTo>
                  <a:lnTo>
                    <a:pt x="260" y="317"/>
                  </a:lnTo>
                  <a:lnTo>
                    <a:pt x="260" y="284"/>
                  </a:lnTo>
                  <a:lnTo>
                    <a:pt x="291" y="284"/>
                  </a:lnTo>
                  <a:lnTo>
                    <a:pt x="291" y="251"/>
                  </a:lnTo>
                  <a:lnTo>
                    <a:pt x="175" y="251"/>
                  </a:lnTo>
                  <a:lnTo>
                    <a:pt x="175" y="358"/>
                  </a:lnTo>
                  <a:close/>
                  <a:moveTo>
                    <a:pt x="175" y="0"/>
                  </a:moveTo>
                  <a:lnTo>
                    <a:pt x="59" y="0"/>
                  </a:lnTo>
                  <a:lnTo>
                    <a:pt x="59" y="74"/>
                  </a:lnTo>
                  <a:lnTo>
                    <a:pt x="175" y="74"/>
                  </a:lnTo>
                  <a:lnTo>
                    <a:pt x="175" y="45"/>
                  </a:lnTo>
                  <a:lnTo>
                    <a:pt x="73" y="45"/>
                  </a:lnTo>
                  <a:lnTo>
                    <a:pt x="73" y="24"/>
                  </a:lnTo>
                  <a:lnTo>
                    <a:pt x="73" y="24"/>
                  </a:lnTo>
                  <a:lnTo>
                    <a:pt x="175" y="24"/>
                  </a:lnTo>
                  <a:lnTo>
                    <a:pt x="175" y="0"/>
                  </a:lnTo>
                  <a:lnTo>
                    <a:pt x="175" y="0"/>
                  </a:lnTo>
                  <a:close/>
                  <a:moveTo>
                    <a:pt x="59" y="358"/>
                  </a:moveTo>
                  <a:lnTo>
                    <a:pt x="175" y="358"/>
                  </a:lnTo>
                  <a:lnTo>
                    <a:pt x="175" y="251"/>
                  </a:lnTo>
                  <a:lnTo>
                    <a:pt x="59" y="251"/>
                  </a:lnTo>
                  <a:lnTo>
                    <a:pt x="59" y="284"/>
                  </a:lnTo>
                  <a:lnTo>
                    <a:pt x="90" y="284"/>
                  </a:lnTo>
                  <a:lnTo>
                    <a:pt x="90" y="317"/>
                  </a:lnTo>
                  <a:lnTo>
                    <a:pt x="90" y="317"/>
                  </a:lnTo>
                  <a:lnTo>
                    <a:pt x="59" y="317"/>
                  </a:lnTo>
                  <a:lnTo>
                    <a:pt x="59" y="358"/>
                  </a:lnTo>
                  <a:close/>
                  <a:moveTo>
                    <a:pt x="59" y="0"/>
                  </a:moveTo>
                  <a:lnTo>
                    <a:pt x="0" y="0"/>
                  </a:lnTo>
                  <a:lnTo>
                    <a:pt x="0" y="358"/>
                  </a:lnTo>
                  <a:lnTo>
                    <a:pt x="59" y="358"/>
                  </a:lnTo>
                  <a:lnTo>
                    <a:pt x="59" y="317"/>
                  </a:lnTo>
                  <a:lnTo>
                    <a:pt x="26" y="317"/>
                  </a:lnTo>
                  <a:lnTo>
                    <a:pt x="26" y="284"/>
                  </a:lnTo>
                  <a:lnTo>
                    <a:pt x="59" y="284"/>
                  </a:lnTo>
                  <a:lnTo>
                    <a:pt x="59" y="251"/>
                  </a:lnTo>
                  <a:lnTo>
                    <a:pt x="26" y="251"/>
                  </a:lnTo>
                  <a:lnTo>
                    <a:pt x="26" y="74"/>
                  </a:lnTo>
                  <a:lnTo>
                    <a:pt x="59" y="74"/>
                  </a:lnTo>
                  <a:lnTo>
                    <a:pt x="5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5" name="Freeform 127"/>
            <p:cNvSpPr>
              <a:spLocks/>
            </p:cNvSpPr>
            <p:nvPr/>
          </p:nvSpPr>
          <p:spPr bwMode="auto">
            <a:xfrm>
              <a:off x="4197350" y="5392738"/>
              <a:ext cx="495300" cy="128588"/>
            </a:xfrm>
            <a:custGeom>
              <a:avLst/>
              <a:gdLst>
                <a:gd name="T0" fmla="*/ 203 w 312"/>
                <a:gd name="T1" fmla="*/ 43 h 81"/>
                <a:gd name="T2" fmla="*/ 108 w 312"/>
                <a:gd name="T3" fmla="*/ 43 h 81"/>
                <a:gd name="T4" fmla="*/ 108 w 312"/>
                <a:gd name="T5" fmla="*/ 0 h 81"/>
                <a:gd name="T6" fmla="*/ 0 w 312"/>
                <a:gd name="T7" fmla="*/ 0 h 81"/>
                <a:gd name="T8" fmla="*/ 0 w 312"/>
                <a:gd name="T9" fmla="*/ 81 h 81"/>
                <a:gd name="T10" fmla="*/ 312 w 312"/>
                <a:gd name="T11" fmla="*/ 81 h 81"/>
                <a:gd name="T12" fmla="*/ 312 w 312"/>
                <a:gd name="T13" fmla="*/ 0 h 81"/>
                <a:gd name="T14" fmla="*/ 203 w 312"/>
                <a:gd name="T15" fmla="*/ 0 h 81"/>
                <a:gd name="T16" fmla="*/ 203 w 312"/>
                <a:gd name="T17" fmla="*/ 4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2" h="81">
                  <a:moveTo>
                    <a:pt x="203" y="43"/>
                  </a:moveTo>
                  <a:lnTo>
                    <a:pt x="108" y="43"/>
                  </a:lnTo>
                  <a:lnTo>
                    <a:pt x="108" y="0"/>
                  </a:lnTo>
                  <a:lnTo>
                    <a:pt x="0" y="0"/>
                  </a:lnTo>
                  <a:lnTo>
                    <a:pt x="0" y="81"/>
                  </a:lnTo>
                  <a:lnTo>
                    <a:pt x="312" y="81"/>
                  </a:lnTo>
                  <a:lnTo>
                    <a:pt x="312" y="0"/>
                  </a:lnTo>
                  <a:lnTo>
                    <a:pt x="203" y="0"/>
                  </a:lnTo>
                  <a:lnTo>
                    <a:pt x="203" y="4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6" name="Rectangle 128"/>
            <p:cNvSpPr>
              <a:spLocks noChangeArrowheads="1"/>
            </p:cNvSpPr>
            <p:nvPr/>
          </p:nvSpPr>
          <p:spPr bwMode="auto">
            <a:xfrm>
              <a:off x="4398963" y="5392738"/>
              <a:ext cx="93663"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7" name="Freeform 129"/>
            <p:cNvSpPr>
              <a:spLocks noEditPoints="1"/>
            </p:cNvSpPr>
            <p:nvPr/>
          </p:nvSpPr>
          <p:spPr bwMode="auto">
            <a:xfrm>
              <a:off x="4197350" y="5103813"/>
              <a:ext cx="495300" cy="258763"/>
            </a:xfrm>
            <a:custGeom>
              <a:avLst/>
              <a:gdLst>
                <a:gd name="T0" fmla="*/ 234 w 312"/>
                <a:gd name="T1" fmla="*/ 0 h 163"/>
                <a:gd name="T2" fmla="*/ 156 w 312"/>
                <a:gd name="T3" fmla="*/ 0 h 163"/>
                <a:gd name="T4" fmla="*/ 156 w 312"/>
                <a:gd name="T5" fmla="*/ 28 h 163"/>
                <a:gd name="T6" fmla="*/ 205 w 312"/>
                <a:gd name="T7" fmla="*/ 28 h 163"/>
                <a:gd name="T8" fmla="*/ 205 w 312"/>
                <a:gd name="T9" fmla="*/ 59 h 163"/>
                <a:gd name="T10" fmla="*/ 156 w 312"/>
                <a:gd name="T11" fmla="*/ 59 h 163"/>
                <a:gd name="T12" fmla="*/ 156 w 312"/>
                <a:gd name="T13" fmla="*/ 163 h 163"/>
                <a:gd name="T14" fmla="*/ 203 w 312"/>
                <a:gd name="T15" fmla="*/ 163 h 163"/>
                <a:gd name="T16" fmla="*/ 312 w 312"/>
                <a:gd name="T17" fmla="*/ 163 h 163"/>
                <a:gd name="T18" fmla="*/ 312 w 312"/>
                <a:gd name="T19" fmla="*/ 59 h 163"/>
                <a:gd name="T20" fmla="*/ 234 w 312"/>
                <a:gd name="T21" fmla="*/ 59 h 163"/>
                <a:gd name="T22" fmla="*/ 234 w 312"/>
                <a:gd name="T23" fmla="*/ 0 h 163"/>
                <a:gd name="T24" fmla="*/ 156 w 312"/>
                <a:gd name="T25" fmla="*/ 0 h 163"/>
                <a:gd name="T26" fmla="*/ 80 w 312"/>
                <a:gd name="T27" fmla="*/ 0 h 163"/>
                <a:gd name="T28" fmla="*/ 80 w 312"/>
                <a:gd name="T29" fmla="*/ 59 h 163"/>
                <a:gd name="T30" fmla="*/ 0 w 312"/>
                <a:gd name="T31" fmla="*/ 59 h 163"/>
                <a:gd name="T32" fmla="*/ 0 w 312"/>
                <a:gd name="T33" fmla="*/ 163 h 163"/>
                <a:gd name="T34" fmla="*/ 108 w 312"/>
                <a:gd name="T35" fmla="*/ 163 h 163"/>
                <a:gd name="T36" fmla="*/ 156 w 312"/>
                <a:gd name="T37" fmla="*/ 163 h 163"/>
                <a:gd name="T38" fmla="*/ 156 w 312"/>
                <a:gd name="T39" fmla="*/ 59 h 163"/>
                <a:gd name="T40" fmla="*/ 106 w 312"/>
                <a:gd name="T41" fmla="*/ 59 h 163"/>
                <a:gd name="T42" fmla="*/ 106 w 312"/>
                <a:gd name="T43" fmla="*/ 59 h 163"/>
                <a:gd name="T44" fmla="*/ 106 w 312"/>
                <a:gd name="T45" fmla="*/ 28 h 163"/>
                <a:gd name="T46" fmla="*/ 156 w 312"/>
                <a:gd name="T47" fmla="*/ 28 h 163"/>
                <a:gd name="T48" fmla="*/ 156 w 312"/>
                <a:gd name="T4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163">
                  <a:moveTo>
                    <a:pt x="234" y="0"/>
                  </a:moveTo>
                  <a:lnTo>
                    <a:pt x="156" y="0"/>
                  </a:lnTo>
                  <a:lnTo>
                    <a:pt x="156" y="28"/>
                  </a:lnTo>
                  <a:lnTo>
                    <a:pt x="205" y="28"/>
                  </a:lnTo>
                  <a:lnTo>
                    <a:pt x="205" y="59"/>
                  </a:lnTo>
                  <a:lnTo>
                    <a:pt x="156" y="59"/>
                  </a:lnTo>
                  <a:lnTo>
                    <a:pt x="156" y="163"/>
                  </a:lnTo>
                  <a:lnTo>
                    <a:pt x="203" y="163"/>
                  </a:lnTo>
                  <a:lnTo>
                    <a:pt x="312" y="163"/>
                  </a:lnTo>
                  <a:lnTo>
                    <a:pt x="312" y="59"/>
                  </a:lnTo>
                  <a:lnTo>
                    <a:pt x="234" y="59"/>
                  </a:lnTo>
                  <a:lnTo>
                    <a:pt x="234" y="0"/>
                  </a:lnTo>
                  <a:close/>
                  <a:moveTo>
                    <a:pt x="156" y="0"/>
                  </a:moveTo>
                  <a:lnTo>
                    <a:pt x="80" y="0"/>
                  </a:lnTo>
                  <a:lnTo>
                    <a:pt x="80" y="59"/>
                  </a:lnTo>
                  <a:lnTo>
                    <a:pt x="0" y="59"/>
                  </a:lnTo>
                  <a:lnTo>
                    <a:pt x="0" y="163"/>
                  </a:lnTo>
                  <a:lnTo>
                    <a:pt x="108" y="163"/>
                  </a:lnTo>
                  <a:lnTo>
                    <a:pt x="156" y="163"/>
                  </a:lnTo>
                  <a:lnTo>
                    <a:pt x="156" y="59"/>
                  </a:lnTo>
                  <a:lnTo>
                    <a:pt x="106" y="59"/>
                  </a:lnTo>
                  <a:lnTo>
                    <a:pt x="106" y="59"/>
                  </a:lnTo>
                  <a:lnTo>
                    <a:pt x="106" y="28"/>
                  </a:lnTo>
                  <a:lnTo>
                    <a:pt x="156" y="28"/>
                  </a:lnTo>
                  <a:lnTo>
                    <a:pt x="15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8" name="Freeform 130"/>
            <p:cNvSpPr>
              <a:spLocks/>
            </p:cNvSpPr>
            <p:nvPr/>
          </p:nvSpPr>
          <p:spPr bwMode="auto">
            <a:xfrm>
              <a:off x="9556750" y="1790700"/>
              <a:ext cx="623888" cy="712788"/>
            </a:xfrm>
            <a:custGeom>
              <a:avLst/>
              <a:gdLst>
                <a:gd name="T0" fmla="*/ 146 w 166"/>
                <a:gd name="T1" fmla="*/ 6 h 190"/>
                <a:gd name="T2" fmla="*/ 107 w 166"/>
                <a:gd name="T3" fmla="*/ 29 h 190"/>
                <a:gd name="T4" fmla="*/ 91 w 166"/>
                <a:gd name="T5" fmla="*/ 52 h 190"/>
                <a:gd name="T6" fmla="*/ 14 w 166"/>
                <a:gd name="T7" fmla="*/ 38 h 190"/>
                <a:gd name="T8" fmla="*/ 3 w 166"/>
                <a:gd name="T9" fmla="*/ 55 h 190"/>
                <a:gd name="T10" fmla="*/ 71 w 166"/>
                <a:gd name="T11" fmla="*/ 83 h 190"/>
                <a:gd name="T12" fmla="*/ 49 w 166"/>
                <a:gd name="T13" fmla="*/ 115 h 190"/>
                <a:gd name="T14" fmla="*/ 11 w 166"/>
                <a:gd name="T15" fmla="*/ 117 h 190"/>
                <a:gd name="T16" fmla="*/ 0 w 166"/>
                <a:gd name="T17" fmla="*/ 134 h 190"/>
                <a:gd name="T18" fmla="*/ 52 w 166"/>
                <a:gd name="T19" fmla="*/ 147 h 190"/>
                <a:gd name="T20" fmla="*/ 83 w 166"/>
                <a:gd name="T21" fmla="*/ 190 h 190"/>
                <a:gd name="T22" fmla="*/ 95 w 166"/>
                <a:gd name="T23" fmla="*/ 173 h 190"/>
                <a:gd name="T24" fmla="*/ 82 w 166"/>
                <a:gd name="T25" fmla="*/ 139 h 190"/>
                <a:gd name="T26" fmla="*/ 104 w 166"/>
                <a:gd name="T27" fmla="*/ 105 h 190"/>
                <a:gd name="T28" fmla="*/ 155 w 166"/>
                <a:gd name="T29" fmla="*/ 156 h 190"/>
                <a:gd name="T30" fmla="*/ 166 w 166"/>
                <a:gd name="T31" fmla="*/ 139 h 190"/>
                <a:gd name="T32" fmla="*/ 125 w 166"/>
                <a:gd name="T33" fmla="*/ 75 h 190"/>
                <a:gd name="T34" fmla="*/ 140 w 166"/>
                <a:gd name="T35" fmla="*/ 51 h 190"/>
                <a:gd name="T36" fmla="*/ 146 w 166"/>
                <a:gd name="T37" fmla="*/ 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6" h="190">
                  <a:moveTo>
                    <a:pt x="146" y="6"/>
                  </a:moveTo>
                  <a:cubicBezTo>
                    <a:pt x="137" y="0"/>
                    <a:pt x="113" y="19"/>
                    <a:pt x="107" y="29"/>
                  </a:cubicBezTo>
                  <a:cubicBezTo>
                    <a:pt x="91" y="52"/>
                    <a:pt x="91" y="52"/>
                    <a:pt x="91" y="52"/>
                  </a:cubicBezTo>
                  <a:cubicBezTo>
                    <a:pt x="14" y="38"/>
                    <a:pt x="14" y="38"/>
                    <a:pt x="14" y="38"/>
                  </a:cubicBezTo>
                  <a:cubicBezTo>
                    <a:pt x="3" y="55"/>
                    <a:pt x="3" y="55"/>
                    <a:pt x="3" y="55"/>
                  </a:cubicBezTo>
                  <a:cubicBezTo>
                    <a:pt x="71" y="83"/>
                    <a:pt x="71" y="83"/>
                    <a:pt x="71" y="83"/>
                  </a:cubicBezTo>
                  <a:cubicBezTo>
                    <a:pt x="49" y="115"/>
                    <a:pt x="49" y="115"/>
                    <a:pt x="49" y="115"/>
                  </a:cubicBezTo>
                  <a:cubicBezTo>
                    <a:pt x="11" y="117"/>
                    <a:pt x="11" y="117"/>
                    <a:pt x="11" y="117"/>
                  </a:cubicBezTo>
                  <a:cubicBezTo>
                    <a:pt x="0" y="134"/>
                    <a:pt x="0" y="134"/>
                    <a:pt x="0" y="134"/>
                  </a:cubicBezTo>
                  <a:cubicBezTo>
                    <a:pt x="52" y="147"/>
                    <a:pt x="52" y="147"/>
                    <a:pt x="52" y="147"/>
                  </a:cubicBezTo>
                  <a:cubicBezTo>
                    <a:pt x="83" y="190"/>
                    <a:pt x="83" y="190"/>
                    <a:pt x="83" y="190"/>
                  </a:cubicBezTo>
                  <a:cubicBezTo>
                    <a:pt x="95" y="173"/>
                    <a:pt x="95" y="173"/>
                    <a:pt x="95" y="173"/>
                  </a:cubicBezTo>
                  <a:cubicBezTo>
                    <a:pt x="82" y="139"/>
                    <a:pt x="82" y="139"/>
                    <a:pt x="82" y="139"/>
                  </a:cubicBezTo>
                  <a:cubicBezTo>
                    <a:pt x="104" y="105"/>
                    <a:pt x="104" y="105"/>
                    <a:pt x="104" y="105"/>
                  </a:cubicBezTo>
                  <a:cubicBezTo>
                    <a:pt x="155" y="156"/>
                    <a:pt x="155" y="156"/>
                    <a:pt x="155" y="156"/>
                  </a:cubicBezTo>
                  <a:cubicBezTo>
                    <a:pt x="166" y="139"/>
                    <a:pt x="166" y="139"/>
                    <a:pt x="166" y="139"/>
                  </a:cubicBezTo>
                  <a:cubicBezTo>
                    <a:pt x="125" y="75"/>
                    <a:pt x="125" y="75"/>
                    <a:pt x="125" y="75"/>
                  </a:cubicBezTo>
                  <a:cubicBezTo>
                    <a:pt x="140" y="51"/>
                    <a:pt x="140" y="51"/>
                    <a:pt x="140" y="51"/>
                  </a:cubicBezTo>
                  <a:cubicBezTo>
                    <a:pt x="147" y="42"/>
                    <a:pt x="155" y="12"/>
                    <a:pt x="146" y="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9" name="Freeform 131"/>
            <p:cNvSpPr>
              <a:spLocks noEditPoints="1"/>
            </p:cNvSpPr>
            <p:nvPr/>
          </p:nvSpPr>
          <p:spPr bwMode="auto">
            <a:xfrm>
              <a:off x="2732088" y="771525"/>
              <a:ext cx="544513" cy="338138"/>
            </a:xfrm>
            <a:custGeom>
              <a:avLst/>
              <a:gdLst>
                <a:gd name="T0" fmla="*/ 270 w 343"/>
                <a:gd name="T1" fmla="*/ 213 h 213"/>
                <a:gd name="T2" fmla="*/ 343 w 343"/>
                <a:gd name="T3" fmla="*/ 213 h 213"/>
                <a:gd name="T4" fmla="*/ 343 w 343"/>
                <a:gd name="T5" fmla="*/ 119 h 213"/>
                <a:gd name="T6" fmla="*/ 303 w 343"/>
                <a:gd name="T7" fmla="*/ 119 h 213"/>
                <a:gd name="T8" fmla="*/ 303 w 343"/>
                <a:gd name="T9" fmla="*/ 0 h 213"/>
                <a:gd name="T10" fmla="*/ 270 w 343"/>
                <a:gd name="T11" fmla="*/ 0 h 213"/>
                <a:gd name="T12" fmla="*/ 270 w 343"/>
                <a:gd name="T13" fmla="*/ 149 h 213"/>
                <a:gd name="T14" fmla="*/ 301 w 343"/>
                <a:gd name="T15" fmla="*/ 149 h 213"/>
                <a:gd name="T16" fmla="*/ 301 w 343"/>
                <a:gd name="T17" fmla="*/ 190 h 213"/>
                <a:gd name="T18" fmla="*/ 301 w 343"/>
                <a:gd name="T19" fmla="*/ 190 h 213"/>
                <a:gd name="T20" fmla="*/ 270 w 343"/>
                <a:gd name="T21" fmla="*/ 190 h 213"/>
                <a:gd name="T22" fmla="*/ 270 w 343"/>
                <a:gd name="T23" fmla="*/ 213 h 213"/>
                <a:gd name="T24" fmla="*/ 223 w 343"/>
                <a:gd name="T25" fmla="*/ 0 h 213"/>
                <a:gd name="T26" fmla="*/ 223 w 343"/>
                <a:gd name="T27" fmla="*/ 119 h 213"/>
                <a:gd name="T28" fmla="*/ 171 w 343"/>
                <a:gd name="T29" fmla="*/ 119 h 213"/>
                <a:gd name="T30" fmla="*/ 171 w 343"/>
                <a:gd name="T31" fmla="*/ 149 h 213"/>
                <a:gd name="T32" fmla="*/ 201 w 343"/>
                <a:gd name="T33" fmla="*/ 149 h 213"/>
                <a:gd name="T34" fmla="*/ 201 w 343"/>
                <a:gd name="T35" fmla="*/ 190 h 213"/>
                <a:gd name="T36" fmla="*/ 201 w 343"/>
                <a:gd name="T37" fmla="*/ 190 h 213"/>
                <a:gd name="T38" fmla="*/ 171 w 343"/>
                <a:gd name="T39" fmla="*/ 190 h 213"/>
                <a:gd name="T40" fmla="*/ 171 w 343"/>
                <a:gd name="T41" fmla="*/ 213 h 213"/>
                <a:gd name="T42" fmla="*/ 270 w 343"/>
                <a:gd name="T43" fmla="*/ 213 h 213"/>
                <a:gd name="T44" fmla="*/ 270 w 343"/>
                <a:gd name="T45" fmla="*/ 190 h 213"/>
                <a:gd name="T46" fmla="*/ 242 w 343"/>
                <a:gd name="T47" fmla="*/ 190 h 213"/>
                <a:gd name="T48" fmla="*/ 242 w 343"/>
                <a:gd name="T49" fmla="*/ 149 h 213"/>
                <a:gd name="T50" fmla="*/ 270 w 343"/>
                <a:gd name="T51" fmla="*/ 149 h 213"/>
                <a:gd name="T52" fmla="*/ 270 w 343"/>
                <a:gd name="T53" fmla="*/ 0 h 213"/>
                <a:gd name="T54" fmla="*/ 223 w 343"/>
                <a:gd name="T55" fmla="*/ 0 h 213"/>
                <a:gd name="T56" fmla="*/ 171 w 343"/>
                <a:gd name="T57" fmla="*/ 119 h 213"/>
                <a:gd name="T58" fmla="*/ 74 w 343"/>
                <a:gd name="T59" fmla="*/ 119 h 213"/>
                <a:gd name="T60" fmla="*/ 74 w 343"/>
                <a:gd name="T61" fmla="*/ 149 h 213"/>
                <a:gd name="T62" fmla="*/ 102 w 343"/>
                <a:gd name="T63" fmla="*/ 149 h 213"/>
                <a:gd name="T64" fmla="*/ 102 w 343"/>
                <a:gd name="T65" fmla="*/ 190 h 213"/>
                <a:gd name="T66" fmla="*/ 102 w 343"/>
                <a:gd name="T67" fmla="*/ 190 h 213"/>
                <a:gd name="T68" fmla="*/ 74 w 343"/>
                <a:gd name="T69" fmla="*/ 190 h 213"/>
                <a:gd name="T70" fmla="*/ 74 w 343"/>
                <a:gd name="T71" fmla="*/ 213 h 213"/>
                <a:gd name="T72" fmla="*/ 171 w 343"/>
                <a:gd name="T73" fmla="*/ 213 h 213"/>
                <a:gd name="T74" fmla="*/ 171 w 343"/>
                <a:gd name="T75" fmla="*/ 190 h 213"/>
                <a:gd name="T76" fmla="*/ 142 w 343"/>
                <a:gd name="T77" fmla="*/ 190 h 213"/>
                <a:gd name="T78" fmla="*/ 142 w 343"/>
                <a:gd name="T79" fmla="*/ 149 h 213"/>
                <a:gd name="T80" fmla="*/ 171 w 343"/>
                <a:gd name="T81" fmla="*/ 149 h 213"/>
                <a:gd name="T82" fmla="*/ 171 w 343"/>
                <a:gd name="T83" fmla="*/ 119 h 213"/>
                <a:gd name="T84" fmla="*/ 74 w 343"/>
                <a:gd name="T85" fmla="*/ 119 h 213"/>
                <a:gd name="T86" fmla="*/ 0 w 343"/>
                <a:gd name="T87" fmla="*/ 119 h 213"/>
                <a:gd name="T88" fmla="*/ 0 w 343"/>
                <a:gd name="T89" fmla="*/ 213 h 213"/>
                <a:gd name="T90" fmla="*/ 74 w 343"/>
                <a:gd name="T91" fmla="*/ 213 h 213"/>
                <a:gd name="T92" fmla="*/ 74 w 343"/>
                <a:gd name="T93" fmla="*/ 190 h 213"/>
                <a:gd name="T94" fmla="*/ 43 w 343"/>
                <a:gd name="T95" fmla="*/ 190 h 213"/>
                <a:gd name="T96" fmla="*/ 43 w 343"/>
                <a:gd name="T97" fmla="*/ 149 h 213"/>
                <a:gd name="T98" fmla="*/ 74 w 343"/>
                <a:gd name="T99" fmla="*/ 149 h 213"/>
                <a:gd name="T100" fmla="*/ 74 w 343"/>
                <a:gd name="T101" fmla="*/ 11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3" h="213">
                  <a:moveTo>
                    <a:pt x="270" y="213"/>
                  </a:moveTo>
                  <a:lnTo>
                    <a:pt x="343" y="213"/>
                  </a:lnTo>
                  <a:lnTo>
                    <a:pt x="343" y="119"/>
                  </a:lnTo>
                  <a:lnTo>
                    <a:pt x="303" y="119"/>
                  </a:lnTo>
                  <a:lnTo>
                    <a:pt x="303" y="0"/>
                  </a:lnTo>
                  <a:lnTo>
                    <a:pt x="270" y="0"/>
                  </a:lnTo>
                  <a:lnTo>
                    <a:pt x="270" y="149"/>
                  </a:lnTo>
                  <a:lnTo>
                    <a:pt x="301" y="149"/>
                  </a:lnTo>
                  <a:lnTo>
                    <a:pt x="301" y="190"/>
                  </a:lnTo>
                  <a:lnTo>
                    <a:pt x="301" y="190"/>
                  </a:lnTo>
                  <a:lnTo>
                    <a:pt x="270" y="190"/>
                  </a:lnTo>
                  <a:lnTo>
                    <a:pt x="270" y="213"/>
                  </a:lnTo>
                  <a:close/>
                  <a:moveTo>
                    <a:pt x="223" y="0"/>
                  </a:moveTo>
                  <a:lnTo>
                    <a:pt x="223" y="119"/>
                  </a:lnTo>
                  <a:lnTo>
                    <a:pt x="171" y="119"/>
                  </a:lnTo>
                  <a:lnTo>
                    <a:pt x="171" y="149"/>
                  </a:lnTo>
                  <a:lnTo>
                    <a:pt x="201" y="149"/>
                  </a:lnTo>
                  <a:lnTo>
                    <a:pt x="201" y="190"/>
                  </a:lnTo>
                  <a:lnTo>
                    <a:pt x="201" y="190"/>
                  </a:lnTo>
                  <a:lnTo>
                    <a:pt x="171" y="190"/>
                  </a:lnTo>
                  <a:lnTo>
                    <a:pt x="171" y="213"/>
                  </a:lnTo>
                  <a:lnTo>
                    <a:pt x="270" y="213"/>
                  </a:lnTo>
                  <a:lnTo>
                    <a:pt x="270" y="190"/>
                  </a:lnTo>
                  <a:lnTo>
                    <a:pt x="242" y="190"/>
                  </a:lnTo>
                  <a:lnTo>
                    <a:pt x="242" y="149"/>
                  </a:lnTo>
                  <a:lnTo>
                    <a:pt x="270" y="149"/>
                  </a:lnTo>
                  <a:lnTo>
                    <a:pt x="270" y="0"/>
                  </a:lnTo>
                  <a:lnTo>
                    <a:pt x="223" y="0"/>
                  </a:lnTo>
                  <a:close/>
                  <a:moveTo>
                    <a:pt x="171" y="119"/>
                  </a:moveTo>
                  <a:lnTo>
                    <a:pt x="74" y="119"/>
                  </a:lnTo>
                  <a:lnTo>
                    <a:pt x="74" y="149"/>
                  </a:lnTo>
                  <a:lnTo>
                    <a:pt x="102" y="149"/>
                  </a:lnTo>
                  <a:lnTo>
                    <a:pt x="102" y="190"/>
                  </a:lnTo>
                  <a:lnTo>
                    <a:pt x="102" y="190"/>
                  </a:lnTo>
                  <a:lnTo>
                    <a:pt x="74" y="190"/>
                  </a:lnTo>
                  <a:lnTo>
                    <a:pt x="74" y="213"/>
                  </a:lnTo>
                  <a:lnTo>
                    <a:pt x="171" y="213"/>
                  </a:lnTo>
                  <a:lnTo>
                    <a:pt x="171" y="190"/>
                  </a:lnTo>
                  <a:lnTo>
                    <a:pt x="142" y="190"/>
                  </a:lnTo>
                  <a:lnTo>
                    <a:pt x="142" y="149"/>
                  </a:lnTo>
                  <a:lnTo>
                    <a:pt x="171" y="149"/>
                  </a:lnTo>
                  <a:lnTo>
                    <a:pt x="171" y="119"/>
                  </a:lnTo>
                  <a:close/>
                  <a:moveTo>
                    <a:pt x="74" y="119"/>
                  </a:moveTo>
                  <a:lnTo>
                    <a:pt x="0" y="119"/>
                  </a:lnTo>
                  <a:lnTo>
                    <a:pt x="0" y="213"/>
                  </a:lnTo>
                  <a:lnTo>
                    <a:pt x="74" y="213"/>
                  </a:lnTo>
                  <a:lnTo>
                    <a:pt x="74" y="190"/>
                  </a:lnTo>
                  <a:lnTo>
                    <a:pt x="43" y="190"/>
                  </a:lnTo>
                  <a:lnTo>
                    <a:pt x="43" y="149"/>
                  </a:lnTo>
                  <a:lnTo>
                    <a:pt x="74" y="149"/>
                  </a:lnTo>
                  <a:lnTo>
                    <a:pt x="74" y="1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0" name="Freeform 132"/>
            <p:cNvSpPr>
              <a:spLocks/>
            </p:cNvSpPr>
            <p:nvPr/>
          </p:nvSpPr>
          <p:spPr bwMode="auto">
            <a:xfrm>
              <a:off x="2601913" y="1128713"/>
              <a:ext cx="738188" cy="241300"/>
            </a:xfrm>
            <a:custGeom>
              <a:avLst/>
              <a:gdLst>
                <a:gd name="T0" fmla="*/ 449 w 465"/>
                <a:gd name="T1" fmla="*/ 152 h 152"/>
                <a:gd name="T2" fmla="*/ 465 w 465"/>
                <a:gd name="T3" fmla="*/ 0 h 152"/>
                <a:gd name="T4" fmla="*/ 0 w 465"/>
                <a:gd name="T5" fmla="*/ 0 h 152"/>
                <a:gd name="T6" fmla="*/ 52 w 465"/>
                <a:gd name="T7" fmla="*/ 152 h 152"/>
                <a:gd name="T8" fmla="*/ 449 w 465"/>
                <a:gd name="T9" fmla="*/ 152 h 152"/>
              </a:gdLst>
              <a:ahLst/>
              <a:cxnLst>
                <a:cxn ang="0">
                  <a:pos x="T0" y="T1"/>
                </a:cxn>
                <a:cxn ang="0">
                  <a:pos x="T2" y="T3"/>
                </a:cxn>
                <a:cxn ang="0">
                  <a:pos x="T4" y="T5"/>
                </a:cxn>
                <a:cxn ang="0">
                  <a:pos x="T6" y="T7"/>
                </a:cxn>
                <a:cxn ang="0">
                  <a:pos x="T8" y="T9"/>
                </a:cxn>
              </a:cxnLst>
              <a:rect l="0" t="0" r="r" b="b"/>
              <a:pathLst>
                <a:path w="465" h="152">
                  <a:moveTo>
                    <a:pt x="449" y="152"/>
                  </a:moveTo>
                  <a:lnTo>
                    <a:pt x="465" y="0"/>
                  </a:lnTo>
                  <a:lnTo>
                    <a:pt x="0" y="0"/>
                  </a:lnTo>
                  <a:lnTo>
                    <a:pt x="52" y="152"/>
                  </a:lnTo>
                  <a:lnTo>
                    <a:pt x="449" y="1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1" name="Freeform 133"/>
            <p:cNvSpPr>
              <a:spLocks noEditPoints="1"/>
            </p:cNvSpPr>
            <p:nvPr/>
          </p:nvSpPr>
          <p:spPr bwMode="auto">
            <a:xfrm>
              <a:off x="1479550" y="787400"/>
              <a:ext cx="377825" cy="612775"/>
            </a:xfrm>
            <a:custGeom>
              <a:avLst/>
              <a:gdLst>
                <a:gd name="T0" fmla="*/ 238 w 238"/>
                <a:gd name="T1" fmla="*/ 386 h 386"/>
                <a:gd name="T2" fmla="*/ 212 w 238"/>
                <a:gd name="T3" fmla="*/ 7 h 386"/>
                <a:gd name="T4" fmla="*/ 191 w 238"/>
                <a:gd name="T5" fmla="*/ 0 h 386"/>
                <a:gd name="T6" fmla="*/ 212 w 238"/>
                <a:gd name="T7" fmla="*/ 31 h 386"/>
                <a:gd name="T8" fmla="*/ 212 w 238"/>
                <a:gd name="T9" fmla="*/ 248 h 386"/>
                <a:gd name="T10" fmla="*/ 191 w 238"/>
                <a:gd name="T11" fmla="*/ 277 h 386"/>
                <a:gd name="T12" fmla="*/ 212 w 238"/>
                <a:gd name="T13" fmla="*/ 307 h 386"/>
                <a:gd name="T14" fmla="*/ 191 w 238"/>
                <a:gd name="T15" fmla="*/ 307 h 386"/>
                <a:gd name="T16" fmla="*/ 212 w 238"/>
                <a:gd name="T17" fmla="*/ 329 h 386"/>
                <a:gd name="T18" fmla="*/ 212 w 238"/>
                <a:gd name="T19" fmla="*/ 360 h 386"/>
                <a:gd name="T20" fmla="*/ 191 w 238"/>
                <a:gd name="T21" fmla="*/ 386 h 386"/>
                <a:gd name="T22" fmla="*/ 168 w 238"/>
                <a:gd name="T23" fmla="*/ 7 h 386"/>
                <a:gd name="T24" fmla="*/ 118 w 238"/>
                <a:gd name="T25" fmla="*/ 31 h 386"/>
                <a:gd name="T26" fmla="*/ 191 w 238"/>
                <a:gd name="T27" fmla="*/ 0 h 386"/>
                <a:gd name="T28" fmla="*/ 168 w 238"/>
                <a:gd name="T29" fmla="*/ 0 h 386"/>
                <a:gd name="T30" fmla="*/ 191 w 238"/>
                <a:gd name="T31" fmla="*/ 386 h 386"/>
                <a:gd name="T32" fmla="*/ 168 w 238"/>
                <a:gd name="T33" fmla="*/ 360 h 386"/>
                <a:gd name="T34" fmla="*/ 191 w 238"/>
                <a:gd name="T35" fmla="*/ 329 h 386"/>
                <a:gd name="T36" fmla="*/ 168 w 238"/>
                <a:gd name="T37" fmla="*/ 307 h 386"/>
                <a:gd name="T38" fmla="*/ 191 w 238"/>
                <a:gd name="T39" fmla="*/ 277 h 386"/>
                <a:gd name="T40" fmla="*/ 118 w 238"/>
                <a:gd name="T41" fmla="*/ 248 h 386"/>
                <a:gd name="T42" fmla="*/ 142 w 238"/>
                <a:gd name="T43" fmla="*/ 277 h 386"/>
                <a:gd name="T44" fmla="*/ 142 w 238"/>
                <a:gd name="T45" fmla="*/ 307 h 386"/>
                <a:gd name="T46" fmla="*/ 118 w 238"/>
                <a:gd name="T47" fmla="*/ 329 h 386"/>
                <a:gd name="T48" fmla="*/ 142 w 238"/>
                <a:gd name="T49" fmla="*/ 360 h 386"/>
                <a:gd name="T50" fmla="*/ 118 w 238"/>
                <a:gd name="T51" fmla="*/ 360 h 386"/>
                <a:gd name="T52" fmla="*/ 118 w 238"/>
                <a:gd name="T53" fmla="*/ 7 h 386"/>
                <a:gd name="T54" fmla="*/ 47 w 238"/>
                <a:gd name="T55" fmla="*/ 31 h 386"/>
                <a:gd name="T56" fmla="*/ 118 w 238"/>
                <a:gd name="T57" fmla="*/ 7 h 386"/>
                <a:gd name="T58" fmla="*/ 47 w 238"/>
                <a:gd name="T59" fmla="*/ 386 h 386"/>
                <a:gd name="T60" fmla="*/ 118 w 238"/>
                <a:gd name="T61" fmla="*/ 360 h 386"/>
                <a:gd name="T62" fmla="*/ 97 w 238"/>
                <a:gd name="T63" fmla="*/ 329 h 386"/>
                <a:gd name="T64" fmla="*/ 118 w 238"/>
                <a:gd name="T65" fmla="*/ 307 h 386"/>
                <a:gd name="T66" fmla="*/ 97 w 238"/>
                <a:gd name="T67" fmla="*/ 277 h 386"/>
                <a:gd name="T68" fmla="*/ 118 w 238"/>
                <a:gd name="T69" fmla="*/ 248 h 386"/>
                <a:gd name="T70" fmla="*/ 47 w 238"/>
                <a:gd name="T71" fmla="*/ 277 h 386"/>
                <a:gd name="T72" fmla="*/ 71 w 238"/>
                <a:gd name="T73" fmla="*/ 307 h 386"/>
                <a:gd name="T74" fmla="*/ 47 w 238"/>
                <a:gd name="T75" fmla="*/ 307 h 386"/>
                <a:gd name="T76" fmla="*/ 71 w 238"/>
                <a:gd name="T77" fmla="*/ 329 h 386"/>
                <a:gd name="T78" fmla="*/ 71 w 238"/>
                <a:gd name="T79" fmla="*/ 360 h 386"/>
                <a:gd name="T80" fmla="*/ 47 w 238"/>
                <a:gd name="T81" fmla="*/ 386 h 386"/>
                <a:gd name="T82" fmla="*/ 0 w 238"/>
                <a:gd name="T83" fmla="*/ 7 h 386"/>
                <a:gd name="T84" fmla="*/ 47 w 238"/>
                <a:gd name="T85" fmla="*/ 386 h 386"/>
                <a:gd name="T86" fmla="*/ 26 w 238"/>
                <a:gd name="T87" fmla="*/ 360 h 386"/>
                <a:gd name="T88" fmla="*/ 47 w 238"/>
                <a:gd name="T89" fmla="*/ 329 h 386"/>
                <a:gd name="T90" fmla="*/ 26 w 238"/>
                <a:gd name="T91" fmla="*/ 307 h 386"/>
                <a:gd name="T92" fmla="*/ 47 w 238"/>
                <a:gd name="T93" fmla="*/ 277 h 386"/>
                <a:gd name="T94" fmla="*/ 26 w 238"/>
                <a:gd name="T95" fmla="*/ 248 h 386"/>
                <a:gd name="T96" fmla="*/ 47 w 238"/>
                <a:gd name="T97" fmla="*/ 31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8" h="386">
                  <a:moveTo>
                    <a:pt x="191" y="386"/>
                  </a:moveTo>
                  <a:lnTo>
                    <a:pt x="238" y="386"/>
                  </a:lnTo>
                  <a:lnTo>
                    <a:pt x="238" y="7"/>
                  </a:lnTo>
                  <a:lnTo>
                    <a:pt x="212" y="7"/>
                  </a:lnTo>
                  <a:lnTo>
                    <a:pt x="212" y="0"/>
                  </a:lnTo>
                  <a:lnTo>
                    <a:pt x="191" y="0"/>
                  </a:lnTo>
                  <a:lnTo>
                    <a:pt x="191" y="31"/>
                  </a:lnTo>
                  <a:lnTo>
                    <a:pt x="212" y="31"/>
                  </a:lnTo>
                  <a:lnTo>
                    <a:pt x="212" y="248"/>
                  </a:lnTo>
                  <a:lnTo>
                    <a:pt x="212" y="248"/>
                  </a:lnTo>
                  <a:lnTo>
                    <a:pt x="191" y="248"/>
                  </a:lnTo>
                  <a:lnTo>
                    <a:pt x="191" y="277"/>
                  </a:lnTo>
                  <a:lnTo>
                    <a:pt x="212" y="277"/>
                  </a:lnTo>
                  <a:lnTo>
                    <a:pt x="212" y="307"/>
                  </a:lnTo>
                  <a:lnTo>
                    <a:pt x="212" y="307"/>
                  </a:lnTo>
                  <a:lnTo>
                    <a:pt x="191" y="307"/>
                  </a:lnTo>
                  <a:lnTo>
                    <a:pt x="191" y="329"/>
                  </a:lnTo>
                  <a:lnTo>
                    <a:pt x="212" y="329"/>
                  </a:lnTo>
                  <a:lnTo>
                    <a:pt x="212" y="360"/>
                  </a:lnTo>
                  <a:lnTo>
                    <a:pt x="212" y="360"/>
                  </a:lnTo>
                  <a:lnTo>
                    <a:pt x="191" y="360"/>
                  </a:lnTo>
                  <a:lnTo>
                    <a:pt x="191" y="386"/>
                  </a:lnTo>
                  <a:close/>
                  <a:moveTo>
                    <a:pt x="168" y="0"/>
                  </a:moveTo>
                  <a:lnTo>
                    <a:pt x="168" y="7"/>
                  </a:lnTo>
                  <a:lnTo>
                    <a:pt x="118" y="7"/>
                  </a:lnTo>
                  <a:lnTo>
                    <a:pt x="118" y="31"/>
                  </a:lnTo>
                  <a:lnTo>
                    <a:pt x="191" y="31"/>
                  </a:lnTo>
                  <a:lnTo>
                    <a:pt x="191" y="0"/>
                  </a:lnTo>
                  <a:lnTo>
                    <a:pt x="168" y="0"/>
                  </a:lnTo>
                  <a:lnTo>
                    <a:pt x="168" y="0"/>
                  </a:lnTo>
                  <a:close/>
                  <a:moveTo>
                    <a:pt x="118" y="386"/>
                  </a:moveTo>
                  <a:lnTo>
                    <a:pt x="191" y="386"/>
                  </a:lnTo>
                  <a:lnTo>
                    <a:pt x="191" y="360"/>
                  </a:lnTo>
                  <a:lnTo>
                    <a:pt x="168" y="360"/>
                  </a:lnTo>
                  <a:lnTo>
                    <a:pt x="168" y="329"/>
                  </a:lnTo>
                  <a:lnTo>
                    <a:pt x="191" y="329"/>
                  </a:lnTo>
                  <a:lnTo>
                    <a:pt x="191" y="307"/>
                  </a:lnTo>
                  <a:lnTo>
                    <a:pt x="168" y="307"/>
                  </a:lnTo>
                  <a:lnTo>
                    <a:pt x="168" y="277"/>
                  </a:lnTo>
                  <a:lnTo>
                    <a:pt x="191" y="277"/>
                  </a:lnTo>
                  <a:lnTo>
                    <a:pt x="191" y="248"/>
                  </a:lnTo>
                  <a:lnTo>
                    <a:pt x="118" y="248"/>
                  </a:lnTo>
                  <a:lnTo>
                    <a:pt x="118" y="277"/>
                  </a:lnTo>
                  <a:lnTo>
                    <a:pt x="142" y="277"/>
                  </a:lnTo>
                  <a:lnTo>
                    <a:pt x="142" y="307"/>
                  </a:lnTo>
                  <a:lnTo>
                    <a:pt x="142" y="307"/>
                  </a:lnTo>
                  <a:lnTo>
                    <a:pt x="118" y="307"/>
                  </a:lnTo>
                  <a:lnTo>
                    <a:pt x="118" y="329"/>
                  </a:lnTo>
                  <a:lnTo>
                    <a:pt x="142" y="329"/>
                  </a:lnTo>
                  <a:lnTo>
                    <a:pt x="142" y="360"/>
                  </a:lnTo>
                  <a:lnTo>
                    <a:pt x="142" y="360"/>
                  </a:lnTo>
                  <a:lnTo>
                    <a:pt x="118" y="360"/>
                  </a:lnTo>
                  <a:lnTo>
                    <a:pt x="118" y="386"/>
                  </a:lnTo>
                  <a:close/>
                  <a:moveTo>
                    <a:pt x="118" y="7"/>
                  </a:moveTo>
                  <a:lnTo>
                    <a:pt x="47" y="7"/>
                  </a:lnTo>
                  <a:lnTo>
                    <a:pt x="47" y="31"/>
                  </a:lnTo>
                  <a:lnTo>
                    <a:pt x="118" y="31"/>
                  </a:lnTo>
                  <a:lnTo>
                    <a:pt x="118" y="7"/>
                  </a:lnTo>
                  <a:lnTo>
                    <a:pt x="118" y="7"/>
                  </a:lnTo>
                  <a:close/>
                  <a:moveTo>
                    <a:pt x="47" y="386"/>
                  </a:moveTo>
                  <a:lnTo>
                    <a:pt x="118" y="386"/>
                  </a:lnTo>
                  <a:lnTo>
                    <a:pt x="118" y="360"/>
                  </a:lnTo>
                  <a:lnTo>
                    <a:pt x="97" y="360"/>
                  </a:lnTo>
                  <a:lnTo>
                    <a:pt x="97" y="329"/>
                  </a:lnTo>
                  <a:lnTo>
                    <a:pt x="118" y="329"/>
                  </a:lnTo>
                  <a:lnTo>
                    <a:pt x="118" y="307"/>
                  </a:lnTo>
                  <a:lnTo>
                    <a:pt x="97" y="307"/>
                  </a:lnTo>
                  <a:lnTo>
                    <a:pt x="97" y="277"/>
                  </a:lnTo>
                  <a:lnTo>
                    <a:pt x="118" y="277"/>
                  </a:lnTo>
                  <a:lnTo>
                    <a:pt x="118" y="248"/>
                  </a:lnTo>
                  <a:lnTo>
                    <a:pt x="47" y="248"/>
                  </a:lnTo>
                  <a:lnTo>
                    <a:pt x="47" y="277"/>
                  </a:lnTo>
                  <a:lnTo>
                    <a:pt x="71" y="277"/>
                  </a:lnTo>
                  <a:lnTo>
                    <a:pt x="71" y="307"/>
                  </a:lnTo>
                  <a:lnTo>
                    <a:pt x="71" y="307"/>
                  </a:lnTo>
                  <a:lnTo>
                    <a:pt x="47" y="307"/>
                  </a:lnTo>
                  <a:lnTo>
                    <a:pt x="47" y="329"/>
                  </a:lnTo>
                  <a:lnTo>
                    <a:pt x="71" y="329"/>
                  </a:lnTo>
                  <a:lnTo>
                    <a:pt x="71" y="360"/>
                  </a:lnTo>
                  <a:lnTo>
                    <a:pt x="71" y="360"/>
                  </a:lnTo>
                  <a:lnTo>
                    <a:pt x="47" y="360"/>
                  </a:lnTo>
                  <a:lnTo>
                    <a:pt x="47" y="386"/>
                  </a:lnTo>
                  <a:close/>
                  <a:moveTo>
                    <a:pt x="47" y="7"/>
                  </a:moveTo>
                  <a:lnTo>
                    <a:pt x="0" y="7"/>
                  </a:lnTo>
                  <a:lnTo>
                    <a:pt x="0" y="386"/>
                  </a:lnTo>
                  <a:lnTo>
                    <a:pt x="47" y="386"/>
                  </a:lnTo>
                  <a:lnTo>
                    <a:pt x="47" y="360"/>
                  </a:lnTo>
                  <a:lnTo>
                    <a:pt x="26" y="360"/>
                  </a:lnTo>
                  <a:lnTo>
                    <a:pt x="26" y="329"/>
                  </a:lnTo>
                  <a:lnTo>
                    <a:pt x="47" y="329"/>
                  </a:lnTo>
                  <a:lnTo>
                    <a:pt x="47" y="307"/>
                  </a:lnTo>
                  <a:lnTo>
                    <a:pt x="26" y="307"/>
                  </a:lnTo>
                  <a:lnTo>
                    <a:pt x="26" y="277"/>
                  </a:lnTo>
                  <a:lnTo>
                    <a:pt x="47" y="277"/>
                  </a:lnTo>
                  <a:lnTo>
                    <a:pt x="47" y="248"/>
                  </a:lnTo>
                  <a:lnTo>
                    <a:pt x="26" y="248"/>
                  </a:lnTo>
                  <a:lnTo>
                    <a:pt x="26" y="31"/>
                  </a:lnTo>
                  <a:lnTo>
                    <a:pt x="47" y="31"/>
                  </a:lnTo>
                  <a:lnTo>
                    <a:pt x="47" y="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2" name="Freeform 134"/>
            <p:cNvSpPr>
              <a:spLocks/>
            </p:cNvSpPr>
            <p:nvPr/>
          </p:nvSpPr>
          <p:spPr bwMode="auto">
            <a:xfrm>
              <a:off x="2236788" y="3660775"/>
              <a:ext cx="266700" cy="120650"/>
            </a:xfrm>
            <a:custGeom>
              <a:avLst/>
              <a:gdLst>
                <a:gd name="T0" fmla="*/ 0 w 168"/>
                <a:gd name="T1" fmla="*/ 43 h 76"/>
                <a:gd name="T2" fmla="*/ 66 w 168"/>
                <a:gd name="T3" fmla="*/ 76 h 76"/>
                <a:gd name="T4" fmla="*/ 168 w 168"/>
                <a:gd name="T5" fmla="*/ 76 h 76"/>
                <a:gd name="T6" fmla="*/ 22 w 168"/>
                <a:gd name="T7" fmla="*/ 0 h 76"/>
                <a:gd name="T8" fmla="*/ 0 w 168"/>
                <a:gd name="T9" fmla="*/ 43 h 76"/>
              </a:gdLst>
              <a:ahLst/>
              <a:cxnLst>
                <a:cxn ang="0">
                  <a:pos x="T0" y="T1"/>
                </a:cxn>
                <a:cxn ang="0">
                  <a:pos x="T2" y="T3"/>
                </a:cxn>
                <a:cxn ang="0">
                  <a:pos x="T4" y="T5"/>
                </a:cxn>
                <a:cxn ang="0">
                  <a:pos x="T6" y="T7"/>
                </a:cxn>
                <a:cxn ang="0">
                  <a:pos x="T8" y="T9"/>
                </a:cxn>
              </a:cxnLst>
              <a:rect l="0" t="0" r="r" b="b"/>
              <a:pathLst>
                <a:path w="168" h="76">
                  <a:moveTo>
                    <a:pt x="0" y="43"/>
                  </a:moveTo>
                  <a:lnTo>
                    <a:pt x="66" y="76"/>
                  </a:lnTo>
                  <a:lnTo>
                    <a:pt x="168" y="76"/>
                  </a:lnTo>
                  <a:lnTo>
                    <a:pt x="22" y="0"/>
                  </a:lnTo>
                  <a:lnTo>
                    <a:pt x="0" y="4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3" name="Freeform 135"/>
            <p:cNvSpPr>
              <a:spLocks noEditPoints="1"/>
            </p:cNvSpPr>
            <p:nvPr/>
          </p:nvSpPr>
          <p:spPr bwMode="auto">
            <a:xfrm>
              <a:off x="2236788" y="3800475"/>
              <a:ext cx="646113" cy="322263"/>
            </a:xfrm>
            <a:custGeom>
              <a:avLst/>
              <a:gdLst>
                <a:gd name="T0" fmla="*/ 163 w 407"/>
                <a:gd name="T1" fmla="*/ 203 h 203"/>
                <a:gd name="T2" fmla="*/ 329 w 407"/>
                <a:gd name="T3" fmla="*/ 203 h 203"/>
                <a:gd name="T4" fmla="*/ 329 w 407"/>
                <a:gd name="T5" fmla="*/ 163 h 203"/>
                <a:gd name="T6" fmla="*/ 407 w 407"/>
                <a:gd name="T7" fmla="*/ 163 h 203"/>
                <a:gd name="T8" fmla="*/ 407 w 407"/>
                <a:gd name="T9" fmla="*/ 40 h 203"/>
                <a:gd name="T10" fmla="*/ 329 w 407"/>
                <a:gd name="T11" fmla="*/ 40 h 203"/>
                <a:gd name="T12" fmla="*/ 329 w 407"/>
                <a:gd name="T13" fmla="*/ 0 h 203"/>
                <a:gd name="T14" fmla="*/ 192 w 407"/>
                <a:gd name="T15" fmla="*/ 0 h 203"/>
                <a:gd name="T16" fmla="*/ 163 w 407"/>
                <a:gd name="T17" fmla="*/ 0 h 203"/>
                <a:gd name="T18" fmla="*/ 163 w 407"/>
                <a:gd name="T19" fmla="*/ 78 h 203"/>
                <a:gd name="T20" fmla="*/ 246 w 407"/>
                <a:gd name="T21" fmla="*/ 78 h 203"/>
                <a:gd name="T22" fmla="*/ 246 w 407"/>
                <a:gd name="T23" fmla="*/ 123 h 203"/>
                <a:gd name="T24" fmla="*/ 163 w 407"/>
                <a:gd name="T25" fmla="*/ 123 h 203"/>
                <a:gd name="T26" fmla="*/ 163 w 407"/>
                <a:gd name="T27" fmla="*/ 203 h 203"/>
                <a:gd name="T28" fmla="*/ 0 w 407"/>
                <a:gd name="T29" fmla="*/ 203 h 203"/>
                <a:gd name="T30" fmla="*/ 163 w 407"/>
                <a:gd name="T31" fmla="*/ 203 h 203"/>
                <a:gd name="T32" fmla="*/ 163 w 407"/>
                <a:gd name="T33" fmla="*/ 123 h 203"/>
                <a:gd name="T34" fmla="*/ 83 w 407"/>
                <a:gd name="T35" fmla="*/ 123 h 203"/>
                <a:gd name="T36" fmla="*/ 83 w 407"/>
                <a:gd name="T37" fmla="*/ 78 h 203"/>
                <a:gd name="T38" fmla="*/ 83 w 407"/>
                <a:gd name="T39" fmla="*/ 78 h 203"/>
                <a:gd name="T40" fmla="*/ 163 w 407"/>
                <a:gd name="T41" fmla="*/ 78 h 203"/>
                <a:gd name="T42" fmla="*/ 163 w 407"/>
                <a:gd name="T43" fmla="*/ 0 h 203"/>
                <a:gd name="T44" fmla="*/ 88 w 407"/>
                <a:gd name="T45" fmla="*/ 0 h 203"/>
                <a:gd name="T46" fmla="*/ 0 w 407"/>
                <a:gd name="T47" fmla="*/ 0 h 203"/>
                <a:gd name="T48" fmla="*/ 0 w 407"/>
                <a:gd name="T49"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7" h="203">
                  <a:moveTo>
                    <a:pt x="163" y="203"/>
                  </a:moveTo>
                  <a:lnTo>
                    <a:pt x="329" y="203"/>
                  </a:lnTo>
                  <a:lnTo>
                    <a:pt x="329" y="163"/>
                  </a:lnTo>
                  <a:lnTo>
                    <a:pt x="407" y="163"/>
                  </a:lnTo>
                  <a:lnTo>
                    <a:pt x="407" y="40"/>
                  </a:lnTo>
                  <a:lnTo>
                    <a:pt x="329" y="40"/>
                  </a:lnTo>
                  <a:lnTo>
                    <a:pt x="329" y="0"/>
                  </a:lnTo>
                  <a:lnTo>
                    <a:pt x="192" y="0"/>
                  </a:lnTo>
                  <a:lnTo>
                    <a:pt x="163" y="0"/>
                  </a:lnTo>
                  <a:lnTo>
                    <a:pt x="163" y="78"/>
                  </a:lnTo>
                  <a:lnTo>
                    <a:pt x="246" y="78"/>
                  </a:lnTo>
                  <a:lnTo>
                    <a:pt x="246" y="123"/>
                  </a:lnTo>
                  <a:lnTo>
                    <a:pt x="163" y="123"/>
                  </a:lnTo>
                  <a:lnTo>
                    <a:pt x="163" y="203"/>
                  </a:lnTo>
                  <a:close/>
                  <a:moveTo>
                    <a:pt x="0" y="203"/>
                  </a:moveTo>
                  <a:lnTo>
                    <a:pt x="163" y="203"/>
                  </a:lnTo>
                  <a:lnTo>
                    <a:pt x="163" y="123"/>
                  </a:lnTo>
                  <a:lnTo>
                    <a:pt x="83" y="123"/>
                  </a:lnTo>
                  <a:lnTo>
                    <a:pt x="83" y="78"/>
                  </a:lnTo>
                  <a:lnTo>
                    <a:pt x="83" y="78"/>
                  </a:lnTo>
                  <a:lnTo>
                    <a:pt x="163" y="78"/>
                  </a:lnTo>
                  <a:lnTo>
                    <a:pt x="163" y="0"/>
                  </a:lnTo>
                  <a:lnTo>
                    <a:pt x="88" y="0"/>
                  </a:lnTo>
                  <a:lnTo>
                    <a:pt x="0" y="0"/>
                  </a:lnTo>
                  <a:lnTo>
                    <a:pt x="0" y="20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4" name="Oval 136"/>
            <p:cNvSpPr>
              <a:spLocks noChangeArrowheads="1"/>
            </p:cNvSpPr>
            <p:nvPr/>
          </p:nvSpPr>
          <p:spPr bwMode="auto">
            <a:xfrm>
              <a:off x="4046538" y="925513"/>
              <a:ext cx="131763" cy="13176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5" name="Freeform 137"/>
            <p:cNvSpPr>
              <a:spLocks noEditPoints="1"/>
            </p:cNvSpPr>
            <p:nvPr/>
          </p:nvSpPr>
          <p:spPr bwMode="auto">
            <a:xfrm>
              <a:off x="3551238" y="1304925"/>
              <a:ext cx="280988" cy="282575"/>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6" name="Freeform 138"/>
            <p:cNvSpPr>
              <a:spLocks/>
            </p:cNvSpPr>
            <p:nvPr/>
          </p:nvSpPr>
          <p:spPr bwMode="auto">
            <a:xfrm>
              <a:off x="3524250" y="1241425"/>
              <a:ext cx="334963" cy="120650"/>
            </a:xfrm>
            <a:custGeom>
              <a:avLst/>
              <a:gdLst>
                <a:gd name="T0" fmla="*/ 7 w 89"/>
                <a:gd name="T1" fmla="*/ 31 h 32"/>
                <a:gd name="T2" fmla="*/ 12 w 89"/>
                <a:gd name="T3" fmla="*/ 29 h 32"/>
                <a:gd name="T4" fmla="*/ 45 w 89"/>
                <a:gd name="T5" fmla="*/ 11 h 32"/>
                <a:gd name="T6" fmla="*/ 78 w 89"/>
                <a:gd name="T7" fmla="*/ 29 h 32"/>
                <a:gd name="T8" fmla="*/ 86 w 89"/>
                <a:gd name="T9" fmla="*/ 30 h 32"/>
                <a:gd name="T10" fmla="*/ 87 w 89"/>
                <a:gd name="T11" fmla="*/ 22 h 32"/>
                <a:gd name="T12" fmla="*/ 45 w 89"/>
                <a:gd name="T13" fmla="*/ 0 h 32"/>
                <a:gd name="T14" fmla="*/ 2 w 89"/>
                <a:gd name="T15" fmla="*/ 22 h 32"/>
                <a:gd name="T16" fmla="*/ 4 w 89"/>
                <a:gd name="T17" fmla="*/ 30 h 32"/>
                <a:gd name="T18" fmla="*/ 7 w 89"/>
                <a:gd name="T1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7" name="Freeform 139"/>
            <p:cNvSpPr>
              <a:spLocks noEditPoints="1"/>
            </p:cNvSpPr>
            <p:nvPr/>
          </p:nvSpPr>
          <p:spPr bwMode="auto">
            <a:xfrm>
              <a:off x="4057650" y="1304925"/>
              <a:ext cx="280988" cy="282575"/>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8" name="Freeform 140"/>
            <p:cNvSpPr>
              <a:spLocks/>
            </p:cNvSpPr>
            <p:nvPr/>
          </p:nvSpPr>
          <p:spPr bwMode="auto">
            <a:xfrm>
              <a:off x="4032250" y="1241425"/>
              <a:ext cx="333375" cy="120650"/>
            </a:xfrm>
            <a:custGeom>
              <a:avLst/>
              <a:gdLst>
                <a:gd name="T0" fmla="*/ 45 w 89"/>
                <a:gd name="T1" fmla="*/ 0 h 32"/>
                <a:gd name="T2" fmla="*/ 2 w 89"/>
                <a:gd name="T3" fmla="*/ 22 h 32"/>
                <a:gd name="T4" fmla="*/ 4 w 89"/>
                <a:gd name="T5" fmla="*/ 30 h 32"/>
                <a:gd name="T6" fmla="*/ 7 w 89"/>
                <a:gd name="T7" fmla="*/ 31 h 32"/>
                <a:gd name="T8" fmla="*/ 12 w 89"/>
                <a:gd name="T9" fmla="*/ 29 h 32"/>
                <a:gd name="T10" fmla="*/ 45 w 89"/>
                <a:gd name="T11" fmla="*/ 11 h 32"/>
                <a:gd name="T12" fmla="*/ 78 w 89"/>
                <a:gd name="T13" fmla="*/ 29 h 32"/>
                <a:gd name="T14" fmla="*/ 86 w 89"/>
                <a:gd name="T15" fmla="*/ 30 h 32"/>
                <a:gd name="T16" fmla="*/ 87 w 89"/>
                <a:gd name="T17" fmla="*/ 22 h 32"/>
                <a:gd name="T18" fmla="*/ 45 w 8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9" name="Freeform 141"/>
            <p:cNvSpPr>
              <a:spLocks/>
            </p:cNvSpPr>
            <p:nvPr/>
          </p:nvSpPr>
          <p:spPr bwMode="auto">
            <a:xfrm>
              <a:off x="3783013" y="1001713"/>
              <a:ext cx="496888" cy="574675"/>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0" name="Freeform 142"/>
            <p:cNvSpPr>
              <a:spLocks/>
            </p:cNvSpPr>
            <p:nvPr/>
          </p:nvSpPr>
          <p:spPr bwMode="auto">
            <a:xfrm>
              <a:off x="3795713" y="5667375"/>
              <a:ext cx="134938" cy="203200"/>
            </a:xfrm>
            <a:custGeom>
              <a:avLst/>
              <a:gdLst>
                <a:gd name="T0" fmla="*/ 26 w 36"/>
                <a:gd name="T1" fmla="*/ 51 h 54"/>
                <a:gd name="T2" fmla="*/ 31 w 36"/>
                <a:gd name="T3" fmla="*/ 42 h 54"/>
                <a:gd name="T4" fmla="*/ 9 w 36"/>
                <a:gd name="T5" fmla="*/ 8 h 54"/>
                <a:gd name="T6" fmla="*/ 4 w 36"/>
                <a:gd name="T7" fmla="*/ 0 h 54"/>
                <a:gd name="T8" fmla="*/ 0 w 36"/>
                <a:gd name="T9" fmla="*/ 9 h 54"/>
                <a:gd name="T10" fmla="*/ 26 w 36"/>
                <a:gd name="T11" fmla="*/ 51 h 54"/>
              </a:gdLst>
              <a:ahLst/>
              <a:cxnLst>
                <a:cxn ang="0">
                  <a:pos x="T0" y="T1"/>
                </a:cxn>
                <a:cxn ang="0">
                  <a:pos x="T2" y="T3"/>
                </a:cxn>
                <a:cxn ang="0">
                  <a:pos x="T4" y="T5"/>
                </a:cxn>
                <a:cxn ang="0">
                  <a:pos x="T6" y="T7"/>
                </a:cxn>
                <a:cxn ang="0">
                  <a:pos x="T8" y="T9"/>
                </a:cxn>
                <a:cxn ang="0">
                  <a:pos x="T10" y="T11"/>
                </a:cxn>
              </a:cxnLst>
              <a:rect l="0" t="0" r="r" b="b"/>
              <a:pathLst>
                <a:path w="36" h="54">
                  <a:moveTo>
                    <a:pt x="26" y="51"/>
                  </a:moveTo>
                  <a:cubicBezTo>
                    <a:pt x="31" y="54"/>
                    <a:pt x="36" y="46"/>
                    <a:pt x="31" y="42"/>
                  </a:cubicBezTo>
                  <a:cubicBezTo>
                    <a:pt x="18" y="35"/>
                    <a:pt x="10" y="22"/>
                    <a:pt x="9" y="8"/>
                  </a:cubicBezTo>
                  <a:cubicBezTo>
                    <a:pt x="8" y="5"/>
                    <a:pt x="6" y="3"/>
                    <a:pt x="4" y="0"/>
                  </a:cubicBezTo>
                  <a:cubicBezTo>
                    <a:pt x="3" y="3"/>
                    <a:pt x="2" y="6"/>
                    <a:pt x="0" y="9"/>
                  </a:cubicBezTo>
                  <a:cubicBezTo>
                    <a:pt x="1" y="26"/>
                    <a:pt x="11" y="42"/>
                    <a:pt x="26" y="5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1" name="Freeform 143"/>
            <p:cNvSpPr>
              <a:spLocks/>
            </p:cNvSpPr>
            <p:nvPr/>
          </p:nvSpPr>
          <p:spPr bwMode="auto">
            <a:xfrm>
              <a:off x="3884613" y="5299075"/>
              <a:ext cx="214313" cy="206375"/>
            </a:xfrm>
            <a:custGeom>
              <a:avLst/>
              <a:gdLst>
                <a:gd name="T0" fmla="*/ 52 w 57"/>
                <a:gd name="T1" fmla="*/ 18 h 55"/>
                <a:gd name="T2" fmla="*/ 27 w 57"/>
                <a:gd name="T3" fmla="*/ 0 h 55"/>
                <a:gd name="T4" fmla="*/ 21 w 57"/>
                <a:gd name="T5" fmla="*/ 1 h 55"/>
                <a:gd name="T6" fmla="*/ 0 w 57"/>
                <a:gd name="T7" fmla="*/ 14 h 55"/>
                <a:gd name="T8" fmla="*/ 6 w 57"/>
                <a:gd name="T9" fmla="*/ 19 h 55"/>
                <a:gd name="T10" fmla="*/ 17 w 57"/>
                <a:gd name="T11" fmla="*/ 15 h 55"/>
                <a:gd name="T12" fmla="*/ 21 w 57"/>
                <a:gd name="T13" fmla="*/ 14 h 55"/>
                <a:gd name="T14" fmla="*/ 36 w 57"/>
                <a:gd name="T15" fmla="*/ 24 h 55"/>
                <a:gd name="T16" fmla="*/ 28 w 57"/>
                <a:gd name="T17" fmla="*/ 43 h 55"/>
                <a:gd name="T18" fmla="*/ 16 w 57"/>
                <a:gd name="T19" fmla="*/ 47 h 55"/>
                <a:gd name="T20" fmla="*/ 15 w 57"/>
                <a:gd name="T21" fmla="*/ 55 h 55"/>
                <a:gd name="T22" fmla="*/ 22 w 57"/>
                <a:gd name="T23" fmla="*/ 55 h 55"/>
                <a:gd name="T24" fmla="*/ 40 w 57"/>
                <a:gd name="T25" fmla="*/ 51 h 55"/>
                <a:gd name="T26" fmla="*/ 52 w 57"/>
                <a:gd name="T2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2" y="18"/>
                  </a:moveTo>
                  <a:cubicBezTo>
                    <a:pt x="48" y="6"/>
                    <a:pt x="38" y="0"/>
                    <a:pt x="27" y="0"/>
                  </a:cubicBezTo>
                  <a:cubicBezTo>
                    <a:pt x="25" y="0"/>
                    <a:pt x="23" y="0"/>
                    <a:pt x="21" y="1"/>
                  </a:cubicBezTo>
                  <a:cubicBezTo>
                    <a:pt x="14" y="2"/>
                    <a:pt x="7" y="7"/>
                    <a:pt x="0" y="14"/>
                  </a:cubicBezTo>
                  <a:cubicBezTo>
                    <a:pt x="3" y="15"/>
                    <a:pt x="5" y="17"/>
                    <a:pt x="6" y="19"/>
                  </a:cubicBezTo>
                  <a:cubicBezTo>
                    <a:pt x="10" y="17"/>
                    <a:pt x="14" y="15"/>
                    <a:pt x="17" y="15"/>
                  </a:cubicBezTo>
                  <a:cubicBezTo>
                    <a:pt x="18" y="15"/>
                    <a:pt x="20" y="14"/>
                    <a:pt x="21" y="14"/>
                  </a:cubicBezTo>
                  <a:cubicBezTo>
                    <a:pt x="28" y="14"/>
                    <a:pt x="33" y="18"/>
                    <a:pt x="36" y="24"/>
                  </a:cubicBezTo>
                  <a:cubicBezTo>
                    <a:pt x="38" y="31"/>
                    <a:pt x="35" y="39"/>
                    <a:pt x="28" y="43"/>
                  </a:cubicBezTo>
                  <a:cubicBezTo>
                    <a:pt x="24" y="45"/>
                    <a:pt x="21" y="46"/>
                    <a:pt x="16" y="47"/>
                  </a:cubicBezTo>
                  <a:cubicBezTo>
                    <a:pt x="16" y="49"/>
                    <a:pt x="16" y="52"/>
                    <a:pt x="15" y="55"/>
                  </a:cubicBezTo>
                  <a:cubicBezTo>
                    <a:pt x="18" y="55"/>
                    <a:pt x="20" y="55"/>
                    <a:pt x="22" y="55"/>
                  </a:cubicBezTo>
                  <a:cubicBezTo>
                    <a:pt x="29" y="55"/>
                    <a:pt x="35" y="54"/>
                    <a:pt x="40" y="51"/>
                  </a:cubicBezTo>
                  <a:cubicBezTo>
                    <a:pt x="51" y="45"/>
                    <a:pt x="57" y="31"/>
                    <a:pt x="5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2" name="Freeform 144"/>
            <p:cNvSpPr>
              <a:spLocks/>
            </p:cNvSpPr>
            <p:nvPr/>
          </p:nvSpPr>
          <p:spPr bwMode="auto">
            <a:xfrm>
              <a:off x="3689350" y="5170488"/>
              <a:ext cx="211138" cy="184150"/>
            </a:xfrm>
            <a:custGeom>
              <a:avLst/>
              <a:gdLst>
                <a:gd name="T0" fmla="*/ 54 w 56"/>
                <a:gd name="T1" fmla="*/ 22 h 49"/>
                <a:gd name="T2" fmla="*/ 28 w 56"/>
                <a:gd name="T3" fmla="*/ 0 h 49"/>
                <a:gd name="T4" fmla="*/ 27 w 56"/>
                <a:gd name="T5" fmla="*/ 0 h 49"/>
                <a:gd name="T6" fmla="*/ 1 w 56"/>
                <a:gd name="T7" fmla="*/ 24 h 49"/>
                <a:gd name="T8" fmla="*/ 7 w 56"/>
                <a:gd name="T9" fmla="*/ 49 h 49"/>
                <a:gd name="T10" fmla="*/ 14 w 56"/>
                <a:gd name="T11" fmla="*/ 45 h 49"/>
                <a:gd name="T12" fmla="*/ 13 w 56"/>
                <a:gd name="T13" fmla="*/ 33 h 49"/>
                <a:gd name="T14" fmla="*/ 28 w 56"/>
                <a:gd name="T15" fmla="*/ 18 h 49"/>
                <a:gd name="T16" fmla="*/ 28 w 56"/>
                <a:gd name="T17" fmla="*/ 18 h 49"/>
                <a:gd name="T18" fmla="*/ 43 w 56"/>
                <a:gd name="T19" fmla="*/ 32 h 49"/>
                <a:gd name="T20" fmla="*/ 43 w 56"/>
                <a:gd name="T21" fmla="*/ 43 h 49"/>
                <a:gd name="T22" fmla="*/ 50 w 56"/>
                <a:gd name="T23" fmla="*/ 47 h 49"/>
                <a:gd name="T24" fmla="*/ 54 w 56"/>
                <a:gd name="T25" fmla="*/ 2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49">
                  <a:moveTo>
                    <a:pt x="54" y="22"/>
                  </a:moveTo>
                  <a:cubicBezTo>
                    <a:pt x="52" y="10"/>
                    <a:pt x="42" y="0"/>
                    <a:pt x="28" y="0"/>
                  </a:cubicBezTo>
                  <a:cubicBezTo>
                    <a:pt x="28" y="0"/>
                    <a:pt x="27" y="0"/>
                    <a:pt x="27" y="0"/>
                  </a:cubicBezTo>
                  <a:cubicBezTo>
                    <a:pt x="13" y="1"/>
                    <a:pt x="2" y="12"/>
                    <a:pt x="1" y="24"/>
                  </a:cubicBezTo>
                  <a:cubicBezTo>
                    <a:pt x="0" y="32"/>
                    <a:pt x="3" y="41"/>
                    <a:pt x="7" y="49"/>
                  </a:cubicBezTo>
                  <a:cubicBezTo>
                    <a:pt x="9" y="47"/>
                    <a:pt x="12" y="46"/>
                    <a:pt x="14" y="45"/>
                  </a:cubicBezTo>
                  <a:cubicBezTo>
                    <a:pt x="13" y="41"/>
                    <a:pt x="13" y="37"/>
                    <a:pt x="13" y="33"/>
                  </a:cubicBezTo>
                  <a:cubicBezTo>
                    <a:pt x="14" y="25"/>
                    <a:pt x="20" y="18"/>
                    <a:pt x="28" y="18"/>
                  </a:cubicBezTo>
                  <a:cubicBezTo>
                    <a:pt x="28" y="18"/>
                    <a:pt x="28" y="18"/>
                    <a:pt x="28" y="18"/>
                  </a:cubicBezTo>
                  <a:cubicBezTo>
                    <a:pt x="35" y="18"/>
                    <a:pt x="41" y="24"/>
                    <a:pt x="43" y="32"/>
                  </a:cubicBezTo>
                  <a:cubicBezTo>
                    <a:pt x="44" y="35"/>
                    <a:pt x="44" y="39"/>
                    <a:pt x="43" y="43"/>
                  </a:cubicBezTo>
                  <a:cubicBezTo>
                    <a:pt x="46" y="44"/>
                    <a:pt x="48" y="45"/>
                    <a:pt x="50" y="47"/>
                  </a:cubicBezTo>
                  <a:cubicBezTo>
                    <a:pt x="54" y="38"/>
                    <a:pt x="56" y="30"/>
                    <a:pt x="54"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3" name="Freeform 145"/>
            <p:cNvSpPr>
              <a:spLocks/>
            </p:cNvSpPr>
            <p:nvPr/>
          </p:nvSpPr>
          <p:spPr bwMode="auto">
            <a:xfrm>
              <a:off x="3765550" y="5426075"/>
              <a:ext cx="77788" cy="82550"/>
            </a:xfrm>
            <a:custGeom>
              <a:avLst/>
              <a:gdLst>
                <a:gd name="T0" fmla="*/ 11 w 21"/>
                <a:gd name="T1" fmla="*/ 0 h 22"/>
                <a:gd name="T2" fmla="*/ 10 w 21"/>
                <a:gd name="T3" fmla="*/ 0 h 22"/>
                <a:gd name="T4" fmla="*/ 0 w 21"/>
                <a:gd name="T5" fmla="*/ 11 h 22"/>
                <a:gd name="T6" fmla="*/ 10 w 21"/>
                <a:gd name="T7" fmla="*/ 22 h 22"/>
                <a:gd name="T8" fmla="*/ 10 w 21"/>
                <a:gd name="T9" fmla="*/ 22 h 22"/>
                <a:gd name="T10" fmla="*/ 21 w 21"/>
                <a:gd name="T11" fmla="*/ 11 h 22"/>
                <a:gd name="T12" fmla="*/ 11 w 2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11" y="0"/>
                  </a:moveTo>
                  <a:cubicBezTo>
                    <a:pt x="11" y="0"/>
                    <a:pt x="11" y="0"/>
                    <a:pt x="10" y="0"/>
                  </a:cubicBezTo>
                  <a:cubicBezTo>
                    <a:pt x="5" y="0"/>
                    <a:pt x="0" y="5"/>
                    <a:pt x="0" y="11"/>
                  </a:cubicBezTo>
                  <a:cubicBezTo>
                    <a:pt x="0" y="17"/>
                    <a:pt x="4" y="22"/>
                    <a:pt x="10" y="22"/>
                  </a:cubicBezTo>
                  <a:cubicBezTo>
                    <a:pt x="10" y="22"/>
                    <a:pt x="10" y="22"/>
                    <a:pt x="10" y="22"/>
                  </a:cubicBezTo>
                  <a:cubicBezTo>
                    <a:pt x="16" y="22"/>
                    <a:pt x="21" y="17"/>
                    <a:pt x="21" y="11"/>
                  </a:cubicBezTo>
                  <a:cubicBezTo>
                    <a:pt x="21" y="5"/>
                    <a:pt x="17" y="0"/>
                    <a:pt x="11"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4" name="Freeform 146"/>
            <p:cNvSpPr>
              <a:spLocks noEditPoints="1"/>
            </p:cNvSpPr>
            <p:nvPr/>
          </p:nvSpPr>
          <p:spPr bwMode="auto">
            <a:xfrm>
              <a:off x="3678238" y="5343525"/>
              <a:ext cx="252413" cy="247650"/>
            </a:xfrm>
            <a:custGeom>
              <a:avLst/>
              <a:gdLst>
                <a:gd name="T0" fmla="*/ 34 w 67"/>
                <a:gd name="T1" fmla="*/ 0 h 66"/>
                <a:gd name="T2" fmla="*/ 33 w 67"/>
                <a:gd name="T3" fmla="*/ 0 h 66"/>
                <a:gd name="T4" fmla="*/ 33 w 67"/>
                <a:gd name="T5" fmla="*/ 11 h 66"/>
                <a:gd name="T6" fmla="*/ 34 w 67"/>
                <a:gd name="T7" fmla="*/ 11 h 66"/>
                <a:gd name="T8" fmla="*/ 56 w 67"/>
                <a:gd name="T9" fmla="*/ 34 h 66"/>
                <a:gd name="T10" fmla="*/ 56 w 67"/>
                <a:gd name="T11" fmla="*/ 34 h 66"/>
                <a:gd name="T12" fmla="*/ 34 w 67"/>
                <a:gd name="T13" fmla="*/ 55 h 66"/>
                <a:gd name="T14" fmla="*/ 33 w 67"/>
                <a:gd name="T15" fmla="*/ 55 h 66"/>
                <a:gd name="T16" fmla="*/ 33 w 67"/>
                <a:gd name="T17" fmla="*/ 66 h 66"/>
                <a:gd name="T18" fmla="*/ 34 w 67"/>
                <a:gd name="T19" fmla="*/ 66 h 66"/>
                <a:gd name="T20" fmla="*/ 67 w 67"/>
                <a:gd name="T21" fmla="*/ 34 h 66"/>
                <a:gd name="T22" fmla="*/ 34 w 67"/>
                <a:gd name="T23" fmla="*/ 0 h 66"/>
                <a:gd name="T24" fmla="*/ 33 w 67"/>
                <a:gd name="T25" fmla="*/ 0 h 66"/>
                <a:gd name="T26" fmla="*/ 33 w 67"/>
                <a:gd name="T27" fmla="*/ 0 h 66"/>
                <a:gd name="T28" fmla="*/ 0 w 67"/>
                <a:gd name="T29" fmla="*/ 32 h 66"/>
                <a:gd name="T30" fmla="*/ 33 w 67"/>
                <a:gd name="T31" fmla="*/ 66 h 66"/>
                <a:gd name="T32" fmla="*/ 33 w 67"/>
                <a:gd name="T33" fmla="*/ 66 h 66"/>
                <a:gd name="T34" fmla="*/ 33 w 67"/>
                <a:gd name="T35" fmla="*/ 55 h 66"/>
                <a:gd name="T36" fmla="*/ 33 w 67"/>
                <a:gd name="T37" fmla="*/ 55 h 66"/>
                <a:gd name="T38" fmla="*/ 11 w 67"/>
                <a:gd name="T39" fmla="*/ 32 h 66"/>
                <a:gd name="T40" fmla="*/ 33 w 67"/>
                <a:gd name="T41" fmla="*/ 11 h 66"/>
                <a:gd name="T42" fmla="*/ 33 w 67"/>
                <a:gd name="T43" fmla="*/ 11 h 66"/>
                <a:gd name="T44" fmla="*/ 33 w 67"/>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6">
                  <a:moveTo>
                    <a:pt x="34" y="0"/>
                  </a:moveTo>
                  <a:cubicBezTo>
                    <a:pt x="34" y="0"/>
                    <a:pt x="34" y="0"/>
                    <a:pt x="33" y="0"/>
                  </a:cubicBezTo>
                  <a:cubicBezTo>
                    <a:pt x="33" y="11"/>
                    <a:pt x="33" y="11"/>
                    <a:pt x="33" y="11"/>
                  </a:cubicBezTo>
                  <a:cubicBezTo>
                    <a:pt x="34" y="11"/>
                    <a:pt x="34" y="11"/>
                    <a:pt x="34" y="11"/>
                  </a:cubicBezTo>
                  <a:cubicBezTo>
                    <a:pt x="46" y="11"/>
                    <a:pt x="56" y="21"/>
                    <a:pt x="56" y="34"/>
                  </a:cubicBezTo>
                  <a:cubicBezTo>
                    <a:pt x="56" y="34"/>
                    <a:pt x="56" y="34"/>
                    <a:pt x="56" y="34"/>
                  </a:cubicBezTo>
                  <a:cubicBezTo>
                    <a:pt x="55" y="46"/>
                    <a:pt x="45" y="55"/>
                    <a:pt x="34" y="55"/>
                  </a:cubicBezTo>
                  <a:cubicBezTo>
                    <a:pt x="33" y="55"/>
                    <a:pt x="33" y="55"/>
                    <a:pt x="33" y="55"/>
                  </a:cubicBezTo>
                  <a:cubicBezTo>
                    <a:pt x="33" y="66"/>
                    <a:pt x="33" y="66"/>
                    <a:pt x="33" y="66"/>
                  </a:cubicBezTo>
                  <a:cubicBezTo>
                    <a:pt x="34" y="66"/>
                    <a:pt x="34" y="66"/>
                    <a:pt x="34" y="66"/>
                  </a:cubicBezTo>
                  <a:cubicBezTo>
                    <a:pt x="51" y="66"/>
                    <a:pt x="66" y="52"/>
                    <a:pt x="67" y="34"/>
                  </a:cubicBezTo>
                  <a:cubicBezTo>
                    <a:pt x="67" y="16"/>
                    <a:pt x="53" y="0"/>
                    <a:pt x="34" y="0"/>
                  </a:cubicBezTo>
                  <a:close/>
                  <a:moveTo>
                    <a:pt x="33" y="0"/>
                  </a:moveTo>
                  <a:cubicBezTo>
                    <a:pt x="33" y="0"/>
                    <a:pt x="33" y="0"/>
                    <a:pt x="33" y="0"/>
                  </a:cubicBezTo>
                  <a:cubicBezTo>
                    <a:pt x="16" y="0"/>
                    <a:pt x="1" y="14"/>
                    <a:pt x="0" y="32"/>
                  </a:cubicBezTo>
                  <a:cubicBezTo>
                    <a:pt x="0" y="50"/>
                    <a:pt x="14" y="66"/>
                    <a:pt x="33" y="66"/>
                  </a:cubicBezTo>
                  <a:cubicBezTo>
                    <a:pt x="33" y="66"/>
                    <a:pt x="33" y="66"/>
                    <a:pt x="33" y="66"/>
                  </a:cubicBezTo>
                  <a:cubicBezTo>
                    <a:pt x="33" y="55"/>
                    <a:pt x="33" y="55"/>
                    <a:pt x="33" y="55"/>
                  </a:cubicBezTo>
                  <a:cubicBezTo>
                    <a:pt x="33" y="55"/>
                    <a:pt x="33" y="55"/>
                    <a:pt x="33" y="55"/>
                  </a:cubicBezTo>
                  <a:cubicBezTo>
                    <a:pt x="21" y="55"/>
                    <a:pt x="11" y="45"/>
                    <a:pt x="11" y="32"/>
                  </a:cubicBezTo>
                  <a:cubicBezTo>
                    <a:pt x="12" y="20"/>
                    <a:pt x="21" y="11"/>
                    <a:pt x="33" y="11"/>
                  </a:cubicBezTo>
                  <a:cubicBezTo>
                    <a:pt x="33" y="11"/>
                    <a:pt x="33" y="11"/>
                    <a:pt x="33" y="11"/>
                  </a:cubicBezTo>
                  <a:lnTo>
                    <a:pt x="3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5" name="Freeform 147"/>
            <p:cNvSpPr>
              <a:spLocks/>
            </p:cNvSpPr>
            <p:nvPr/>
          </p:nvSpPr>
          <p:spPr bwMode="auto">
            <a:xfrm>
              <a:off x="3581400" y="5521325"/>
              <a:ext cx="225425" cy="212725"/>
            </a:xfrm>
            <a:custGeom>
              <a:avLst/>
              <a:gdLst>
                <a:gd name="T0" fmla="*/ 28 w 60"/>
                <a:gd name="T1" fmla="*/ 7 h 57"/>
                <a:gd name="T2" fmla="*/ 24 w 60"/>
                <a:gd name="T3" fmla="*/ 0 h 57"/>
                <a:gd name="T4" fmla="*/ 6 w 60"/>
                <a:gd name="T5" fmla="*/ 18 h 57"/>
                <a:gd name="T6" fmla="*/ 15 w 60"/>
                <a:gd name="T7" fmla="*/ 52 h 57"/>
                <a:gd name="T8" fmla="*/ 30 w 60"/>
                <a:gd name="T9" fmla="*/ 57 h 57"/>
                <a:gd name="T10" fmla="*/ 50 w 60"/>
                <a:gd name="T11" fmla="*/ 48 h 57"/>
                <a:gd name="T12" fmla="*/ 60 w 60"/>
                <a:gd name="T13" fmla="*/ 24 h 57"/>
                <a:gd name="T14" fmla="*/ 59 w 60"/>
                <a:gd name="T15" fmla="*/ 24 h 57"/>
                <a:gd name="T16" fmla="*/ 59 w 60"/>
                <a:gd name="T17" fmla="*/ 24 h 57"/>
                <a:gd name="T18" fmla="*/ 52 w 60"/>
                <a:gd name="T19" fmla="*/ 23 h 57"/>
                <a:gd name="T20" fmla="*/ 46 w 60"/>
                <a:gd name="T21" fmla="*/ 34 h 57"/>
                <a:gd name="T22" fmla="*/ 33 w 60"/>
                <a:gd name="T23" fmla="*/ 40 h 57"/>
                <a:gd name="T24" fmla="*/ 25 w 60"/>
                <a:gd name="T25" fmla="*/ 38 h 57"/>
                <a:gd name="T26" fmla="*/ 21 w 60"/>
                <a:gd name="T27" fmla="*/ 17 h 57"/>
                <a:gd name="T28" fmla="*/ 28 w 60"/>
                <a:gd name="T29"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57">
                  <a:moveTo>
                    <a:pt x="28" y="7"/>
                  </a:moveTo>
                  <a:cubicBezTo>
                    <a:pt x="27" y="5"/>
                    <a:pt x="25" y="3"/>
                    <a:pt x="24" y="0"/>
                  </a:cubicBezTo>
                  <a:cubicBezTo>
                    <a:pt x="16" y="5"/>
                    <a:pt x="9" y="11"/>
                    <a:pt x="6" y="18"/>
                  </a:cubicBezTo>
                  <a:cubicBezTo>
                    <a:pt x="0" y="30"/>
                    <a:pt x="4" y="45"/>
                    <a:pt x="15" y="52"/>
                  </a:cubicBezTo>
                  <a:cubicBezTo>
                    <a:pt x="20" y="56"/>
                    <a:pt x="25" y="57"/>
                    <a:pt x="30" y="57"/>
                  </a:cubicBezTo>
                  <a:cubicBezTo>
                    <a:pt x="38" y="57"/>
                    <a:pt x="45" y="54"/>
                    <a:pt x="50" y="48"/>
                  </a:cubicBezTo>
                  <a:cubicBezTo>
                    <a:pt x="56" y="42"/>
                    <a:pt x="59" y="33"/>
                    <a:pt x="60" y="24"/>
                  </a:cubicBezTo>
                  <a:cubicBezTo>
                    <a:pt x="59" y="24"/>
                    <a:pt x="59" y="24"/>
                    <a:pt x="59" y="24"/>
                  </a:cubicBezTo>
                  <a:cubicBezTo>
                    <a:pt x="59" y="24"/>
                    <a:pt x="59" y="24"/>
                    <a:pt x="59" y="24"/>
                  </a:cubicBezTo>
                  <a:cubicBezTo>
                    <a:pt x="56" y="24"/>
                    <a:pt x="54" y="24"/>
                    <a:pt x="52" y="23"/>
                  </a:cubicBezTo>
                  <a:cubicBezTo>
                    <a:pt x="50" y="27"/>
                    <a:pt x="48" y="31"/>
                    <a:pt x="46" y="34"/>
                  </a:cubicBezTo>
                  <a:cubicBezTo>
                    <a:pt x="42" y="38"/>
                    <a:pt x="38" y="40"/>
                    <a:pt x="33" y="40"/>
                  </a:cubicBezTo>
                  <a:cubicBezTo>
                    <a:pt x="30" y="40"/>
                    <a:pt x="28" y="39"/>
                    <a:pt x="25" y="38"/>
                  </a:cubicBezTo>
                  <a:cubicBezTo>
                    <a:pt x="19" y="33"/>
                    <a:pt x="17" y="25"/>
                    <a:pt x="21" y="17"/>
                  </a:cubicBezTo>
                  <a:cubicBezTo>
                    <a:pt x="22" y="14"/>
                    <a:pt x="25" y="10"/>
                    <a:pt x="28"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6" name="Freeform 148"/>
            <p:cNvSpPr>
              <a:spLocks/>
            </p:cNvSpPr>
            <p:nvPr/>
          </p:nvSpPr>
          <p:spPr bwMode="auto">
            <a:xfrm>
              <a:off x="3813175" y="5513388"/>
              <a:ext cx="225425" cy="209550"/>
            </a:xfrm>
            <a:custGeom>
              <a:avLst/>
              <a:gdLst>
                <a:gd name="T0" fmla="*/ 46 w 60"/>
                <a:gd name="T1" fmla="*/ 50 h 56"/>
                <a:gd name="T2" fmla="*/ 53 w 60"/>
                <a:gd name="T3" fmla="*/ 16 h 56"/>
                <a:gd name="T4" fmla="*/ 34 w 60"/>
                <a:gd name="T5" fmla="*/ 0 h 56"/>
                <a:gd name="T6" fmla="*/ 30 w 60"/>
                <a:gd name="T7" fmla="*/ 7 h 56"/>
                <a:gd name="T8" fmla="*/ 38 w 60"/>
                <a:gd name="T9" fmla="*/ 16 h 56"/>
                <a:gd name="T10" fmla="*/ 35 w 60"/>
                <a:gd name="T11" fmla="*/ 36 h 56"/>
                <a:gd name="T12" fmla="*/ 27 w 60"/>
                <a:gd name="T13" fmla="*/ 39 h 56"/>
                <a:gd name="T14" fmla="*/ 15 w 60"/>
                <a:gd name="T15" fmla="*/ 35 h 56"/>
                <a:gd name="T16" fmla="*/ 7 w 60"/>
                <a:gd name="T17" fmla="*/ 25 h 56"/>
                <a:gd name="T18" fmla="*/ 0 w 60"/>
                <a:gd name="T19" fmla="*/ 26 h 56"/>
                <a:gd name="T20" fmla="*/ 3 w 60"/>
                <a:gd name="T21" fmla="*/ 37 h 56"/>
                <a:gd name="T22" fmla="*/ 5 w 60"/>
                <a:gd name="T23" fmla="*/ 40 h 56"/>
                <a:gd name="T24" fmla="*/ 11 w 60"/>
                <a:gd name="T25" fmla="*/ 49 h 56"/>
                <a:gd name="T26" fmla="*/ 30 w 60"/>
                <a:gd name="T27" fmla="*/ 56 h 56"/>
                <a:gd name="T28" fmla="*/ 46 w 60"/>
                <a:gd name="T29"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56">
                  <a:moveTo>
                    <a:pt x="46" y="50"/>
                  </a:moveTo>
                  <a:cubicBezTo>
                    <a:pt x="58" y="42"/>
                    <a:pt x="60" y="26"/>
                    <a:pt x="53" y="16"/>
                  </a:cubicBezTo>
                  <a:cubicBezTo>
                    <a:pt x="49" y="9"/>
                    <a:pt x="42" y="3"/>
                    <a:pt x="34" y="0"/>
                  </a:cubicBezTo>
                  <a:cubicBezTo>
                    <a:pt x="33" y="2"/>
                    <a:pt x="32" y="5"/>
                    <a:pt x="30" y="7"/>
                  </a:cubicBezTo>
                  <a:cubicBezTo>
                    <a:pt x="34" y="10"/>
                    <a:pt x="37" y="13"/>
                    <a:pt x="38" y="16"/>
                  </a:cubicBezTo>
                  <a:cubicBezTo>
                    <a:pt x="42" y="23"/>
                    <a:pt x="41" y="32"/>
                    <a:pt x="35" y="36"/>
                  </a:cubicBezTo>
                  <a:cubicBezTo>
                    <a:pt x="33" y="38"/>
                    <a:pt x="30" y="39"/>
                    <a:pt x="27" y="39"/>
                  </a:cubicBezTo>
                  <a:cubicBezTo>
                    <a:pt x="23" y="39"/>
                    <a:pt x="18" y="38"/>
                    <a:pt x="15" y="35"/>
                  </a:cubicBezTo>
                  <a:cubicBezTo>
                    <a:pt x="12" y="32"/>
                    <a:pt x="9" y="29"/>
                    <a:pt x="7" y="25"/>
                  </a:cubicBezTo>
                  <a:cubicBezTo>
                    <a:pt x="5" y="25"/>
                    <a:pt x="2" y="26"/>
                    <a:pt x="0" y="26"/>
                  </a:cubicBezTo>
                  <a:cubicBezTo>
                    <a:pt x="1" y="30"/>
                    <a:pt x="2" y="34"/>
                    <a:pt x="3" y="37"/>
                  </a:cubicBezTo>
                  <a:cubicBezTo>
                    <a:pt x="4" y="38"/>
                    <a:pt x="4" y="39"/>
                    <a:pt x="5" y="40"/>
                  </a:cubicBezTo>
                  <a:cubicBezTo>
                    <a:pt x="6" y="44"/>
                    <a:pt x="9" y="46"/>
                    <a:pt x="11" y="49"/>
                  </a:cubicBezTo>
                  <a:cubicBezTo>
                    <a:pt x="16" y="54"/>
                    <a:pt x="23" y="56"/>
                    <a:pt x="30" y="56"/>
                  </a:cubicBezTo>
                  <a:cubicBezTo>
                    <a:pt x="36" y="56"/>
                    <a:pt x="41" y="54"/>
                    <a:pt x="46" y="5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7" name="Freeform 149"/>
            <p:cNvSpPr>
              <a:spLocks/>
            </p:cNvSpPr>
            <p:nvPr/>
          </p:nvSpPr>
          <p:spPr bwMode="auto">
            <a:xfrm>
              <a:off x="3502025" y="5313363"/>
              <a:ext cx="211138" cy="207963"/>
            </a:xfrm>
            <a:custGeom>
              <a:avLst/>
              <a:gdLst>
                <a:gd name="T0" fmla="*/ 19 w 56"/>
                <a:gd name="T1" fmla="*/ 52 h 55"/>
                <a:gd name="T2" fmla="*/ 33 w 56"/>
                <a:gd name="T3" fmla="*/ 55 h 55"/>
                <a:gd name="T4" fmla="*/ 45 w 56"/>
                <a:gd name="T5" fmla="*/ 54 h 55"/>
                <a:gd name="T6" fmla="*/ 43 w 56"/>
                <a:gd name="T7" fmla="*/ 46 h 55"/>
                <a:gd name="T8" fmla="*/ 31 w 56"/>
                <a:gd name="T9" fmla="*/ 43 h 55"/>
                <a:gd name="T10" fmla="*/ 21 w 56"/>
                <a:gd name="T11" fmla="*/ 25 h 55"/>
                <a:gd name="T12" fmla="*/ 37 w 56"/>
                <a:gd name="T13" fmla="*/ 14 h 55"/>
                <a:gd name="T14" fmla="*/ 39 w 56"/>
                <a:gd name="T15" fmla="*/ 14 h 55"/>
                <a:gd name="T16" fmla="*/ 50 w 56"/>
                <a:gd name="T17" fmla="*/ 18 h 55"/>
                <a:gd name="T18" fmla="*/ 56 w 56"/>
                <a:gd name="T19" fmla="*/ 12 h 55"/>
                <a:gd name="T20" fmla="*/ 33 w 56"/>
                <a:gd name="T21" fmla="*/ 1 h 55"/>
                <a:gd name="T22" fmla="*/ 30 w 56"/>
                <a:gd name="T23" fmla="*/ 0 h 55"/>
                <a:gd name="T24" fmla="*/ 4 w 56"/>
                <a:gd name="T25" fmla="*/ 20 h 55"/>
                <a:gd name="T26" fmla="*/ 19 w 56"/>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5">
                  <a:moveTo>
                    <a:pt x="19" y="52"/>
                  </a:moveTo>
                  <a:cubicBezTo>
                    <a:pt x="23" y="54"/>
                    <a:pt x="28" y="55"/>
                    <a:pt x="33" y="55"/>
                  </a:cubicBezTo>
                  <a:cubicBezTo>
                    <a:pt x="37" y="55"/>
                    <a:pt x="41" y="54"/>
                    <a:pt x="45" y="54"/>
                  </a:cubicBezTo>
                  <a:cubicBezTo>
                    <a:pt x="44" y="51"/>
                    <a:pt x="43" y="49"/>
                    <a:pt x="43" y="46"/>
                  </a:cubicBezTo>
                  <a:cubicBezTo>
                    <a:pt x="38" y="46"/>
                    <a:pt x="34" y="45"/>
                    <a:pt x="31" y="43"/>
                  </a:cubicBezTo>
                  <a:cubicBezTo>
                    <a:pt x="23" y="40"/>
                    <a:pt x="19" y="32"/>
                    <a:pt x="21" y="25"/>
                  </a:cubicBezTo>
                  <a:cubicBezTo>
                    <a:pt x="23" y="18"/>
                    <a:pt x="29" y="14"/>
                    <a:pt x="37" y="14"/>
                  </a:cubicBezTo>
                  <a:cubicBezTo>
                    <a:pt x="37" y="14"/>
                    <a:pt x="38" y="14"/>
                    <a:pt x="39" y="14"/>
                  </a:cubicBezTo>
                  <a:cubicBezTo>
                    <a:pt x="43" y="15"/>
                    <a:pt x="46" y="16"/>
                    <a:pt x="50" y="18"/>
                  </a:cubicBezTo>
                  <a:cubicBezTo>
                    <a:pt x="52" y="16"/>
                    <a:pt x="54" y="14"/>
                    <a:pt x="56" y="12"/>
                  </a:cubicBezTo>
                  <a:cubicBezTo>
                    <a:pt x="49" y="6"/>
                    <a:pt x="41" y="1"/>
                    <a:pt x="33" y="1"/>
                  </a:cubicBezTo>
                  <a:cubicBezTo>
                    <a:pt x="32" y="0"/>
                    <a:pt x="31" y="0"/>
                    <a:pt x="30" y="0"/>
                  </a:cubicBezTo>
                  <a:cubicBezTo>
                    <a:pt x="18" y="0"/>
                    <a:pt x="7" y="8"/>
                    <a:pt x="4" y="20"/>
                  </a:cubicBezTo>
                  <a:cubicBezTo>
                    <a:pt x="0" y="34"/>
                    <a:pt x="7" y="47"/>
                    <a:pt x="19" y="5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8" name="Freeform 150"/>
            <p:cNvSpPr>
              <a:spLocks/>
            </p:cNvSpPr>
            <p:nvPr/>
          </p:nvSpPr>
          <p:spPr bwMode="auto">
            <a:xfrm>
              <a:off x="4684713" y="4356100"/>
              <a:ext cx="146050" cy="263525"/>
            </a:xfrm>
            <a:custGeom>
              <a:avLst/>
              <a:gdLst>
                <a:gd name="T0" fmla="*/ 39 w 39"/>
                <a:gd name="T1" fmla="*/ 35 h 70"/>
                <a:gd name="T2" fmla="*/ 19 w 39"/>
                <a:gd name="T3" fmla="*/ 0 h 70"/>
                <a:gd name="T4" fmla="*/ 0 w 39"/>
                <a:gd name="T5" fmla="*/ 35 h 70"/>
                <a:gd name="T6" fmla="*/ 19 w 39"/>
                <a:gd name="T7" fmla="*/ 70 h 70"/>
                <a:gd name="T8" fmla="*/ 39 w 39"/>
                <a:gd name="T9" fmla="*/ 35 h 70"/>
              </a:gdLst>
              <a:ahLst/>
              <a:cxnLst>
                <a:cxn ang="0">
                  <a:pos x="T0" y="T1"/>
                </a:cxn>
                <a:cxn ang="0">
                  <a:pos x="T2" y="T3"/>
                </a:cxn>
                <a:cxn ang="0">
                  <a:pos x="T4" y="T5"/>
                </a:cxn>
                <a:cxn ang="0">
                  <a:pos x="T6" y="T7"/>
                </a:cxn>
                <a:cxn ang="0">
                  <a:pos x="T8" y="T9"/>
                </a:cxn>
              </a:cxnLst>
              <a:rect l="0" t="0" r="r" b="b"/>
              <a:pathLst>
                <a:path w="39" h="70">
                  <a:moveTo>
                    <a:pt x="39" y="35"/>
                  </a:moveTo>
                  <a:cubicBezTo>
                    <a:pt x="39" y="23"/>
                    <a:pt x="31" y="5"/>
                    <a:pt x="19" y="0"/>
                  </a:cubicBezTo>
                  <a:cubicBezTo>
                    <a:pt x="7" y="5"/>
                    <a:pt x="0" y="23"/>
                    <a:pt x="0" y="35"/>
                  </a:cubicBezTo>
                  <a:cubicBezTo>
                    <a:pt x="0" y="47"/>
                    <a:pt x="7" y="65"/>
                    <a:pt x="19" y="70"/>
                  </a:cubicBezTo>
                  <a:cubicBezTo>
                    <a:pt x="31" y="65"/>
                    <a:pt x="39" y="47"/>
                    <a:pt x="39" y="3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9" name="Freeform 151"/>
            <p:cNvSpPr>
              <a:spLocks/>
            </p:cNvSpPr>
            <p:nvPr/>
          </p:nvSpPr>
          <p:spPr bwMode="auto">
            <a:xfrm>
              <a:off x="4786313" y="4521200"/>
              <a:ext cx="239713" cy="192088"/>
            </a:xfrm>
            <a:custGeom>
              <a:avLst/>
              <a:gdLst>
                <a:gd name="T0" fmla="*/ 2 w 64"/>
                <a:gd name="T1" fmla="*/ 43 h 51"/>
                <a:gd name="T2" fmla="*/ 42 w 64"/>
                <a:gd name="T3" fmla="*/ 43 h 51"/>
                <a:gd name="T4" fmla="*/ 62 w 64"/>
                <a:gd name="T5" fmla="*/ 9 h 51"/>
                <a:gd name="T6" fmla="*/ 22 w 64"/>
                <a:gd name="T7" fmla="*/ 8 h 51"/>
                <a:gd name="T8" fmla="*/ 2 w 64"/>
                <a:gd name="T9" fmla="*/ 43 h 51"/>
              </a:gdLst>
              <a:ahLst/>
              <a:cxnLst>
                <a:cxn ang="0">
                  <a:pos x="T0" y="T1"/>
                </a:cxn>
                <a:cxn ang="0">
                  <a:pos x="T2" y="T3"/>
                </a:cxn>
                <a:cxn ang="0">
                  <a:pos x="T4" y="T5"/>
                </a:cxn>
                <a:cxn ang="0">
                  <a:pos x="T6" y="T7"/>
                </a:cxn>
                <a:cxn ang="0">
                  <a:pos x="T8" y="T9"/>
                </a:cxn>
              </a:cxnLst>
              <a:rect l="0" t="0" r="r" b="b"/>
              <a:pathLst>
                <a:path w="64" h="51">
                  <a:moveTo>
                    <a:pt x="2" y="43"/>
                  </a:moveTo>
                  <a:cubicBezTo>
                    <a:pt x="12" y="51"/>
                    <a:pt x="31" y="49"/>
                    <a:pt x="42" y="43"/>
                  </a:cubicBezTo>
                  <a:cubicBezTo>
                    <a:pt x="52" y="37"/>
                    <a:pt x="64" y="22"/>
                    <a:pt x="62" y="9"/>
                  </a:cubicBezTo>
                  <a:cubicBezTo>
                    <a:pt x="52" y="0"/>
                    <a:pt x="33" y="2"/>
                    <a:pt x="22" y="8"/>
                  </a:cubicBezTo>
                  <a:cubicBezTo>
                    <a:pt x="12" y="14"/>
                    <a:pt x="0" y="30"/>
                    <a:pt x="2" y="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0" name="Freeform 152"/>
            <p:cNvSpPr>
              <a:spLocks/>
            </p:cNvSpPr>
            <p:nvPr/>
          </p:nvSpPr>
          <p:spPr bwMode="auto">
            <a:xfrm>
              <a:off x="4786313" y="4713288"/>
              <a:ext cx="239713" cy="187325"/>
            </a:xfrm>
            <a:custGeom>
              <a:avLst/>
              <a:gdLst>
                <a:gd name="T0" fmla="*/ 42 w 64"/>
                <a:gd name="T1" fmla="*/ 42 h 50"/>
                <a:gd name="T2" fmla="*/ 62 w 64"/>
                <a:gd name="T3" fmla="*/ 8 h 50"/>
                <a:gd name="T4" fmla="*/ 22 w 64"/>
                <a:gd name="T5" fmla="*/ 8 h 50"/>
                <a:gd name="T6" fmla="*/ 2 w 64"/>
                <a:gd name="T7" fmla="*/ 42 h 50"/>
                <a:gd name="T8" fmla="*/ 42 w 64"/>
                <a:gd name="T9" fmla="*/ 42 h 50"/>
              </a:gdLst>
              <a:ahLst/>
              <a:cxnLst>
                <a:cxn ang="0">
                  <a:pos x="T0" y="T1"/>
                </a:cxn>
                <a:cxn ang="0">
                  <a:pos x="T2" y="T3"/>
                </a:cxn>
                <a:cxn ang="0">
                  <a:pos x="T4" y="T5"/>
                </a:cxn>
                <a:cxn ang="0">
                  <a:pos x="T6" y="T7"/>
                </a:cxn>
                <a:cxn ang="0">
                  <a:pos x="T8" y="T9"/>
                </a:cxn>
              </a:cxnLst>
              <a:rect l="0" t="0" r="r" b="b"/>
              <a:pathLst>
                <a:path w="64" h="50">
                  <a:moveTo>
                    <a:pt x="42" y="42"/>
                  </a:moveTo>
                  <a:cubicBezTo>
                    <a:pt x="52" y="36"/>
                    <a:pt x="64" y="21"/>
                    <a:pt x="62" y="8"/>
                  </a:cubicBezTo>
                  <a:cubicBezTo>
                    <a:pt x="52" y="0"/>
                    <a:pt x="33" y="2"/>
                    <a:pt x="22" y="8"/>
                  </a:cubicBezTo>
                  <a:cubicBezTo>
                    <a:pt x="12" y="14"/>
                    <a:pt x="0" y="29"/>
                    <a:pt x="2" y="42"/>
                  </a:cubicBezTo>
                  <a:cubicBezTo>
                    <a:pt x="12" y="50"/>
                    <a:pt x="31" y="48"/>
                    <a:pt x="42"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1" name="Freeform 153"/>
            <p:cNvSpPr>
              <a:spLocks/>
            </p:cNvSpPr>
            <p:nvPr/>
          </p:nvSpPr>
          <p:spPr bwMode="auto">
            <a:xfrm>
              <a:off x="4489450" y="4521200"/>
              <a:ext cx="239713" cy="192088"/>
            </a:xfrm>
            <a:custGeom>
              <a:avLst/>
              <a:gdLst>
                <a:gd name="T0" fmla="*/ 22 w 64"/>
                <a:gd name="T1" fmla="*/ 43 h 51"/>
                <a:gd name="T2" fmla="*/ 62 w 64"/>
                <a:gd name="T3" fmla="*/ 43 h 51"/>
                <a:gd name="T4" fmla="*/ 41 w 64"/>
                <a:gd name="T5" fmla="*/ 8 h 51"/>
                <a:gd name="T6" fmla="*/ 1 w 64"/>
                <a:gd name="T7" fmla="*/ 9 h 51"/>
                <a:gd name="T8" fmla="*/ 22 w 64"/>
                <a:gd name="T9" fmla="*/ 43 h 51"/>
              </a:gdLst>
              <a:ahLst/>
              <a:cxnLst>
                <a:cxn ang="0">
                  <a:pos x="T0" y="T1"/>
                </a:cxn>
                <a:cxn ang="0">
                  <a:pos x="T2" y="T3"/>
                </a:cxn>
                <a:cxn ang="0">
                  <a:pos x="T4" y="T5"/>
                </a:cxn>
                <a:cxn ang="0">
                  <a:pos x="T6" y="T7"/>
                </a:cxn>
                <a:cxn ang="0">
                  <a:pos x="T8" y="T9"/>
                </a:cxn>
              </a:cxnLst>
              <a:rect l="0" t="0" r="r" b="b"/>
              <a:pathLst>
                <a:path w="64" h="51">
                  <a:moveTo>
                    <a:pt x="22" y="43"/>
                  </a:moveTo>
                  <a:cubicBezTo>
                    <a:pt x="33" y="49"/>
                    <a:pt x="52" y="51"/>
                    <a:pt x="62" y="43"/>
                  </a:cubicBezTo>
                  <a:cubicBezTo>
                    <a:pt x="64" y="30"/>
                    <a:pt x="52" y="14"/>
                    <a:pt x="41" y="8"/>
                  </a:cubicBezTo>
                  <a:cubicBezTo>
                    <a:pt x="31" y="2"/>
                    <a:pt x="12" y="0"/>
                    <a:pt x="1" y="9"/>
                  </a:cubicBezTo>
                  <a:cubicBezTo>
                    <a:pt x="0" y="22"/>
                    <a:pt x="11" y="37"/>
                    <a:pt x="22" y="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2" name="Freeform 154"/>
            <p:cNvSpPr>
              <a:spLocks/>
            </p:cNvSpPr>
            <p:nvPr/>
          </p:nvSpPr>
          <p:spPr bwMode="auto">
            <a:xfrm>
              <a:off x="4489450" y="4713288"/>
              <a:ext cx="239713" cy="187325"/>
            </a:xfrm>
            <a:custGeom>
              <a:avLst/>
              <a:gdLst>
                <a:gd name="T0" fmla="*/ 22 w 64"/>
                <a:gd name="T1" fmla="*/ 42 h 50"/>
                <a:gd name="T2" fmla="*/ 62 w 64"/>
                <a:gd name="T3" fmla="*/ 42 h 50"/>
                <a:gd name="T4" fmla="*/ 41 w 64"/>
                <a:gd name="T5" fmla="*/ 8 h 50"/>
                <a:gd name="T6" fmla="*/ 1 w 64"/>
                <a:gd name="T7" fmla="*/ 8 h 50"/>
                <a:gd name="T8" fmla="*/ 22 w 64"/>
                <a:gd name="T9" fmla="*/ 42 h 50"/>
              </a:gdLst>
              <a:ahLst/>
              <a:cxnLst>
                <a:cxn ang="0">
                  <a:pos x="T0" y="T1"/>
                </a:cxn>
                <a:cxn ang="0">
                  <a:pos x="T2" y="T3"/>
                </a:cxn>
                <a:cxn ang="0">
                  <a:pos x="T4" y="T5"/>
                </a:cxn>
                <a:cxn ang="0">
                  <a:pos x="T6" y="T7"/>
                </a:cxn>
                <a:cxn ang="0">
                  <a:pos x="T8" y="T9"/>
                </a:cxn>
              </a:cxnLst>
              <a:rect l="0" t="0" r="r" b="b"/>
              <a:pathLst>
                <a:path w="64" h="50">
                  <a:moveTo>
                    <a:pt x="22" y="42"/>
                  </a:moveTo>
                  <a:cubicBezTo>
                    <a:pt x="33" y="48"/>
                    <a:pt x="52" y="50"/>
                    <a:pt x="62" y="42"/>
                  </a:cubicBezTo>
                  <a:cubicBezTo>
                    <a:pt x="64" y="29"/>
                    <a:pt x="52" y="14"/>
                    <a:pt x="41" y="8"/>
                  </a:cubicBezTo>
                  <a:cubicBezTo>
                    <a:pt x="31" y="2"/>
                    <a:pt x="12" y="0"/>
                    <a:pt x="1" y="8"/>
                  </a:cubicBezTo>
                  <a:cubicBezTo>
                    <a:pt x="0" y="21"/>
                    <a:pt x="11" y="36"/>
                    <a:pt x="22"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3" name="Freeform 155"/>
            <p:cNvSpPr>
              <a:spLocks/>
            </p:cNvSpPr>
            <p:nvPr/>
          </p:nvSpPr>
          <p:spPr bwMode="auto">
            <a:xfrm>
              <a:off x="4740275" y="4645025"/>
              <a:ext cx="30163" cy="300038"/>
            </a:xfrm>
            <a:custGeom>
              <a:avLst/>
              <a:gdLst>
                <a:gd name="T0" fmla="*/ 0 w 8"/>
                <a:gd name="T1" fmla="*/ 2 h 80"/>
                <a:gd name="T2" fmla="*/ 0 w 8"/>
                <a:gd name="T3" fmla="*/ 78 h 80"/>
                <a:gd name="T4" fmla="*/ 4 w 8"/>
                <a:gd name="T5" fmla="*/ 80 h 80"/>
                <a:gd name="T6" fmla="*/ 8 w 8"/>
                <a:gd name="T7" fmla="*/ 78 h 80"/>
                <a:gd name="T8" fmla="*/ 8 w 8"/>
                <a:gd name="T9" fmla="*/ 2 h 80"/>
                <a:gd name="T10" fmla="*/ 4 w 8"/>
                <a:gd name="T11" fmla="*/ 0 h 80"/>
                <a:gd name="T12" fmla="*/ 0 w 8"/>
                <a:gd name="T13" fmla="*/ 2 h 80"/>
              </a:gdLst>
              <a:ahLst/>
              <a:cxnLst>
                <a:cxn ang="0">
                  <a:pos x="T0" y="T1"/>
                </a:cxn>
                <a:cxn ang="0">
                  <a:pos x="T2" y="T3"/>
                </a:cxn>
                <a:cxn ang="0">
                  <a:pos x="T4" y="T5"/>
                </a:cxn>
                <a:cxn ang="0">
                  <a:pos x="T6" y="T7"/>
                </a:cxn>
                <a:cxn ang="0">
                  <a:pos x="T8" y="T9"/>
                </a:cxn>
                <a:cxn ang="0">
                  <a:pos x="T10" y="T11"/>
                </a:cxn>
                <a:cxn ang="0">
                  <a:pos x="T12" y="T13"/>
                </a:cxn>
              </a:cxnLst>
              <a:rect l="0" t="0" r="r" b="b"/>
              <a:pathLst>
                <a:path w="8" h="80">
                  <a:moveTo>
                    <a:pt x="0" y="2"/>
                  </a:moveTo>
                  <a:cubicBezTo>
                    <a:pt x="0" y="78"/>
                    <a:pt x="0" y="78"/>
                    <a:pt x="0" y="78"/>
                  </a:cubicBezTo>
                  <a:cubicBezTo>
                    <a:pt x="0" y="79"/>
                    <a:pt x="2" y="80"/>
                    <a:pt x="4" y="80"/>
                  </a:cubicBezTo>
                  <a:cubicBezTo>
                    <a:pt x="6" y="80"/>
                    <a:pt x="8" y="79"/>
                    <a:pt x="8" y="78"/>
                  </a:cubicBezTo>
                  <a:cubicBezTo>
                    <a:pt x="8" y="2"/>
                    <a:pt x="8" y="2"/>
                    <a:pt x="8" y="2"/>
                  </a:cubicBezTo>
                  <a:cubicBezTo>
                    <a:pt x="8" y="1"/>
                    <a:pt x="6" y="0"/>
                    <a:pt x="4" y="0"/>
                  </a:cubicBezTo>
                  <a:cubicBezTo>
                    <a:pt x="2" y="0"/>
                    <a:pt x="0" y="1"/>
                    <a:pt x="0"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4" name="Freeform 156"/>
            <p:cNvSpPr>
              <a:spLocks/>
            </p:cNvSpPr>
            <p:nvPr/>
          </p:nvSpPr>
          <p:spPr bwMode="auto">
            <a:xfrm>
              <a:off x="1716088" y="4656138"/>
              <a:ext cx="47625" cy="260350"/>
            </a:xfrm>
            <a:custGeom>
              <a:avLst/>
              <a:gdLst>
                <a:gd name="T0" fmla="*/ 13 w 13"/>
                <a:gd name="T1" fmla="*/ 1 h 69"/>
                <a:gd name="T2" fmla="*/ 7 w 13"/>
                <a:gd name="T3" fmla="*/ 0 h 69"/>
                <a:gd name="T4" fmla="*/ 7 w 13"/>
                <a:gd name="T5" fmla="*/ 0 h 69"/>
                <a:gd name="T6" fmla="*/ 0 w 13"/>
                <a:gd name="T7" fmla="*/ 1 h 69"/>
                <a:gd name="T8" fmla="*/ 0 w 13"/>
                <a:gd name="T9" fmla="*/ 69 h 69"/>
                <a:gd name="T10" fmla="*/ 13 w 13"/>
                <a:gd name="T11" fmla="*/ 69 h 69"/>
                <a:gd name="T12" fmla="*/ 13 w 13"/>
                <a:gd name="T13" fmla="*/ 1 h 69"/>
              </a:gdLst>
              <a:ahLst/>
              <a:cxnLst>
                <a:cxn ang="0">
                  <a:pos x="T0" y="T1"/>
                </a:cxn>
                <a:cxn ang="0">
                  <a:pos x="T2" y="T3"/>
                </a:cxn>
                <a:cxn ang="0">
                  <a:pos x="T4" y="T5"/>
                </a:cxn>
                <a:cxn ang="0">
                  <a:pos x="T6" y="T7"/>
                </a:cxn>
                <a:cxn ang="0">
                  <a:pos x="T8" y="T9"/>
                </a:cxn>
                <a:cxn ang="0">
                  <a:pos x="T10" y="T11"/>
                </a:cxn>
                <a:cxn ang="0">
                  <a:pos x="T12" y="T13"/>
                </a:cxn>
              </a:cxnLst>
              <a:rect l="0" t="0" r="r" b="b"/>
              <a:pathLst>
                <a:path w="13" h="69">
                  <a:moveTo>
                    <a:pt x="13" y="1"/>
                  </a:moveTo>
                  <a:cubicBezTo>
                    <a:pt x="11" y="0"/>
                    <a:pt x="9" y="0"/>
                    <a:pt x="7" y="0"/>
                  </a:cubicBezTo>
                  <a:cubicBezTo>
                    <a:pt x="7" y="0"/>
                    <a:pt x="7" y="0"/>
                    <a:pt x="7" y="0"/>
                  </a:cubicBezTo>
                  <a:cubicBezTo>
                    <a:pt x="4" y="0"/>
                    <a:pt x="2" y="0"/>
                    <a:pt x="0" y="1"/>
                  </a:cubicBezTo>
                  <a:cubicBezTo>
                    <a:pt x="0" y="69"/>
                    <a:pt x="0" y="69"/>
                    <a:pt x="0" y="69"/>
                  </a:cubicBezTo>
                  <a:cubicBezTo>
                    <a:pt x="13" y="69"/>
                    <a:pt x="13" y="69"/>
                    <a:pt x="13" y="69"/>
                  </a:cubicBezTo>
                  <a:lnTo>
                    <a:pt x="13"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5" name="Freeform 157"/>
            <p:cNvSpPr>
              <a:spLocks/>
            </p:cNvSpPr>
            <p:nvPr/>
          </p:nvSpPr>
          <p:spPr bwMode="auto">
            <a:xfrm>
              <a:off x="1716088" y="4295775"/>
              <a:ext cx="47625"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1"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6" name="Freeform 158"/>
            <p:cNvSpPr>
              <a:spLocks/>
            </p:cNvSpPr>
            <p:nvPr/>
          </p:nvSpPr>
          <p:spPr bwMode="auto">
            <a:xfrm>
              <a:off x="1501775" y="4344988"/>
              <a:ext cx="487363" cy="360363"/>
            </a:xfrm>
            <a:custGeom>
              <a:avLst/>
              <a:gdLst>
                <a:gd name="T0" fmla="*/ 70 w 130"/>
                <a:gd name="T1" fmla="*/ 1 h 96"/>
                <a:gd name="T2" fmla="*/ 66 w 130"/>
                <a:gd name="T3" fmla="*/ 0 h 96"/>
                <a:gd name="T4" fmla="*/ 65 w 130"/>
                <a:gd name="T5" fmla="*/ 0 h 96"/>
                <a:gd name="T6" fmla="*/ 57 w 130"/>
                <a:gd name="T7" fmla="*/ 1 h 96"/>
                <a:gd name="T8" fmla="*/ 0 w 130"/>
                <a:gd name="T9" fmla="*/ 63 h 96"/>
                <a:gd name="T10" fmla="*/ 5 w 130"/>
                <a:gd name="T11" fmla="*/ 88 h 96"/>
                <a:gd name="T12" fmla="*/ 7 w 130"/>
                <a:gd name="T13" fmla="*/ 91 h 96"/>
                <a:gd name="T14" fmla="*/ 10 w 130"/>
                <a:gd name="T15" fmla="*/ 87 h 96"/>
                <a:gd name="T16" fmla="*/ 27 w 130"/>
                <a:gd name="T17" fmla="*/ 77 h 96"/>
                <a:gd name="T18" fmla="*/ 27 w 130"/>
                <a:gd name="T19" fmla="*/ 77 h 96"/>
                <a:gd name="T20" fmla="*/ 44 w 130"/>
                <a:gd name="T21" fmla="*/ 88 h 96"/>
                <a:gd name="T22" fmla="*/ 45 w 130"/>
                <a:gd name="T23" fmla="*/ 91 h 96"/>
                <a:gd name="T24" fmla="*/ 47 w 130"/>
                <a:gd name="T25" fmla="*/ 88 h 96"/>
                <a:gd name="T26" fmla="*/ 57 w 130"/>
                <a:gd name="T27" fmla="*/ 79 h 96"/>
                <a:gd name="T28" fmla="*/ 64 w 130"/>
                <a:gd name="T29" fmla="*/ 78 h 96"/>
                <a:gd name="T30" fmla="*/ 64 w 130"/>
                <a:gd name="T31" fmla="*/ 78 h 96"/>
                <a:gd name="T32" fmla="*/ 70 w 130"/>
                <a:gd name="T33" fmla="*/ 79 h 96"/>
                <a:gd name="T34" fmla="*/ 81 w 130"/>
                <a:gd name="T35" fmla="*/ 89 h 96"/>
                <a:gd name="T36" fmla="*/ 83 w 130"/>
                <a:gd name="T37" fmla="*/ 92 h 96"/>
                <a:gd name="T38" fmla="*/ 85 w 130"/>
                <a:gd name="T39" fmla="*/ 89 h 96"/>
                <a:gd name="T40" fmla="*/ 101 w 130"/>
                <a:gd name="T41" fmla="*/ 79 h 96"/>
                <a:gd name="T42" fmla="*/ 101 w 130"/>
                <a:gd name="T43" fmla="*/ 79 h 96"/>
                <a:gd name="T44" fmla="*/ 118 w 130"/>
                <a:gd name="T45" fmla="*/ 90 h 96"/>
                <a:gd name="T46" fmla="*/ 119 w 130"/>
                <a:gd name="T47" fmla="*/ 94 h 96"/>
                <a:gd name="T48" fmla="*/ 120 w 130"/>
                <a:gd name="T49" fmla="*/ 96 h 96"/>
                <a:gd name="T50" fmla="*/ 122 w 130"/>
                <a:gd name="T51" fmla="*/ 94 h 96"/>
                <a:gd name="T52" fmla="*/ 123 w 130"/>
                <a:gd name="T53" fmla="*/ 91 h 96"/>
                <a:gd name="T54" fmla="*/ 129 w 130"/>
                <a:gd name="T55" fmla="*/ 67 h 96"/>
                <a:gd name="T56" fmla="*/ 70 w 130"/>
                <a:gd name="T5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0" h="96">
                  <a:moveTo>
                    <a:pt x="70" y="1"/>
                  </a:moveTo>
                  <a:cubicBezTo>
                    <a:pt x="69" y="1"/>
                    <a:pt x="68" y="1"/>
                    <a:pt x="66" y="0"/>
                  </a:cubicBezTo>
                  <a:cubicBezTo>
                    <a:pt x="66" y="0"/>
                    <a:pt x="65" y="0"/>
                    <a:pt x="65" y="0"/>
                  </a:cubicBezTo>
                  <a:cubicBezTo>
                    <a:pt x="62" y="0"/>
                    <a:pt x="59" y="1"/>
                    <a:pt x="57" y="1"/>
                  </a:cubicBezTo>
                  <a:cubicBezTo>
                    <a:pt x="26" y="5"/>
                    <a:pt x="1" y="31"/>
                    <a:pt x="0" y="63"/>
                  </a:cubicBezTo>
                  <a:cubicBezTo>
                    <a:pt x="0" y="72"/>
                    <a:pt x="2" y="80"/>
                    <a:pt x="5" y="88"/>
                  </a:cubicBezTo>
                  <a:cubicBezTo>
                    <a:pt x="5" y="90"/>
                    <a:pt x="6" y="91"/>
                    <a:pt x="7" y="91"/>
                  </a:cubicBezTo>
                  <a:cubicBezTo>
                    <a:pt x="8" y="91"/>
                    <a:pt x="9" y="89"/>
                    <a:pt x="10" y="87"/>
                  </a:cubicBezTo>
                  <a:cubicBezTo>
                    <a:pt x="13" y="81"/>
                    <a:pt x="19" y="77"/>
                    <a:pt x="27" y="77"/>
                  </a:cubicBezTo>
                  <a:cubicBezTo>
                    <a:pt x="27" y="77"/>
                    <a:pt x="27" y="77"/>
                    <a:pt x="27" y="77"/>
                  </a:cubicBezTo>
                  <a:cubicBezTo>
                    <a:pt x="34" y="77"/>
                    <a:pt x="41" y="82"/>
                    <a:pt x="44" y="88"/>
                  </a:cubicBezTo>
                  <a:cubicBezTo>
                    <a:pt x="45" y="90"/>
                    <a:pt x="45" y="91"/>
                    <a:pt x="45" y="91"/>
                  </a:cubicBezTo>
                  <a:cubicBezTo>
                    <a:pt x="46" y="91"/>
                    <a:pt x="46" y="90"/>
                    <a:pt x="47" y="88"/>
                  </a:cubicBezTo>
                  <a:cubicBezTo>
                    <a:pt x="49" y="84"/>
                    <a:pt x="53" y="81"/>
                    <a:pt x="57" y="79"/>
                  </a:cubicBezTo>
                  <a:cubicBezTo>
                    <a:pt x="59" y="79"/>
                    <a:pt x="61" y="78"/>
                    <a:pt x="64" y="78"/>
                  </a:cubicBezTo>
                  <a:cubicBezTo>
                    <a:pt x="64" y="78"/>
                    <a:pt x="64" y="78"/>
                    <a:pt x="64" y="78"/>
                  </a:cubicBezTo>
                  <a:cubicBezTo>
                    <a:pt x="66" y="78"/>
                    <a:pt x="68" y="79"/>
                    <a:pt x="70" y="79"/>
                  </a:cubicBezTo>
                  <a:cubicBezTo>
                    <a:pt x="75" y="81"/>
                    <a:pt x="79" y="85"/>
                    <a:pt x="81" y="89"/>
                  </a:cubicBezTo>
                  <a:cubicBezTo>
                    <a:pt x="82" y="91"/>
                    <a:pt x="82" y="92"/>
                    <a:pt x="83" y="92"/>
                  </a:cubicBezTo>
                  <a:cubicBezTo>
                    <a:pt x="83" y="92"/>
                    <a:pt x="84" y="91"/>
                    <a:pt x="85" y="89"/>
                  </a:cubicBezTo>
                  <a:cubicBezTo>
                    <a:pt x="88" y="83"/>
                    <a:pt x="94" y="79"/>
                    <a:pt x="101" y="79"/>
                  </a:cubicBezTo>
                  <a:cubicBezTo>
                    <a:pt x="101" y="79"/>
                    <a:pt x="101" y="79"/>
                    <a:pt x="101" y="79"/>
                  </a:cubicBezTo>
                  <a:cubicBezTo>
                    <a:pt x="109" y="79"/>
                    <a:pt x="115" y="84"/>
                    <a:pt x="118" y="90"/>
                  </a:cubicBezTo>
                  <a:cubicBezTo>
                    <a:pt x="118" y="91"/>
                    <a:pt x="119" y="93"/>
                    <a:pt x="119" y="94"/>
                  </a:cubicBezTo>
                  <a:cubicBezTo>
                    <a:pt x="119" y="95"/>
                    <a:pt x="120" y="96"/>
                    <a:pt x="120" y="96"/>
                  </a:cubicBezTo>
                  <a:cubicBezTo>
                    <a:pt x="121" y="96"/>
                    <a:pt x="121" y="95"/>
                    <a:pt x="122" y="94"/>
                  </a:cubicBezTo>
                  <a:cubicBezTo>
                    <a:pt x="122" y="93"/>
                    <a:pt x="123" y="92"/>
                    <a:pt x="123" y="91"/>
                  </a:cubicBezTo>
                  <a:cubicBezTo>
                    <a:pt x="127" y="83"/>
                    <a:pt x="129" y="75"/>
                    <a:pt x="129" y="67"/>
                  </a:cubicBezTo>
                  <a:cubicBezTo>
                    <a:pt x="130" y="32"/>
                    <a:pt x="104" y="4"/>
                    <a:pt x="7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7" name="Freeform 159"/>
            <p:cNvSpPr>
              <a:spLocks/>
            </p:cNvSpPr>
            <p:nvPr/>
          </p:nvSpPr>
          <p:spPr bwMode="auto">
            <a:xfrm>
              <a:off x="2624138" y="4656138"/>
              <a:ext cx="187325" cy="134938"/>
            </a:xfrm>
            <a:custGeom>
              <a:avLst/>
              <a:gdLst>
                <a:gd name="T0" fmla="*/ 32 w 50"/>
                <a:gd name="T1" fmla="*/ 11 h 36"/>
                <a:gd name="T2" fmla="*/ 44 w 50"/>
                <a:gd name="T3" fmla="*/ 3 h 36"/>
                <a:gd name="T4" fmla="*/ 50 w 50"/>
                <a:gd name="T5" fmla="*/ 1 h 36"/>
                <a:gd name="T6" fmla="*/ 30 w 50"/>
                <a:gd name="T7" fmla="*/ 3 h 36"/>
                <a:gd name="T8" fmla="*/ 16 w 50"/>
                <a:gd name="T9" fmla="*/ 14 h 36"/>
                <a:gd name="T10" fmla="*/ 10 w 50"/>
                <a:gd name="T11" fmla="*/ 24 h 36"/>
                <a:gd name="T12" fmla="*/ 0 w 50"/>
                <a:gd name="T13" fmla="*/ 36 h 36"/>
                <a:gd name="T14" fmla="*/ 17 w 50"/>
                <a:gd name="T15" fmla="*/ 29 h 36"/>
                <a:gd name="T16" fmla="*/ 32 w 50"/>
                <a:gd name="T17"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6">
                  <a:moveTo>
                    <a:pt x="32" y="11"/>
                  </a:moveTo>
                  <a:cubicBezTo>
                    <a:pt x="36" y="7"/>
                    <a:pt x="40" y="5"/>
                    <a:pt x="44" y="3"/>
                  </a:cubicBezTo>
                  <a:cubicBezTo>
                    <a:pt x="45" y="3"/>
                    <a:pt x="48" y="1"/>
                    <a:pt x="50" y="1"/>
                  </a:cubicBezTo>
                  <a:cubicBezTo>
                    <a:pt x="43" y="1"/>
                    <a:pt x="36" y="0"/>
                    <a:pt x="30" y="3"/>
                  </a:cubicBezTo>
                  <a:cubicBezTo>
                    <a:pt x="24" y="5"/>
                    <a:pt x="20" y="9"/>
                    <a:pt x="16" y="14"/>
                  </a:cubicBezTo>
                  <a:cubicBezTo>
                    <a:pt x="14" y="17"/>
                    <a:pt x="12" y="20"/>
                    <a:pt x="10" y="24"/>
                  </a:cubicBezTo>
                  <a:cubicBezTo>
                    <a:pt x="8" y="28"/>
                    <a:pt x="5" y="34"/>
                    <a:pt x="0" y="36"/>
                  </a:cubicBezTo>
                  <a:cubicBezTo>
                    <a:pt x="6" y="35"/>
                    <a:pt x="12" y="32"/>
                    <a:pt x="17" y="29"/>
                  </a:cubicBezTo>
                  <a:cubicBezTo>
                    <a:pt x="23" y="24"/>
                    <a:pt x="27" y="17"/>
                    <a:pt x="32"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8" name="Freeform 160"/>
            <p:cNvSpPr>
              <a:spLocks/>
            </p:cNvSpPr>
            <p:nvPr/>
          </p:nvSpPr>
          <p:spPr bwMode="auto">
            <a:xfrm>
              <a:off x="2638425" y="4660900"/>
              <a:ext cx="244475" cy="165100"/>
            </a:xfrm>
            <a:custGeom>
              <a:avLst/>
              <a:gdLst>
                <a:gd name="T0" fmla="*/ 42 w 65"/>
                <a:gd name="T1" fmla="*/ 5 h 44"/>
                <a:gd name="T2" fmla="*/ 26 w 65"/>
                <a:gd name="T3" fmla="*/ 19 h 44"/>
                <a:gd name="T4" fmla="*/ 14 w 65"/>
                <a:gd name="T5" fmla="*/ 32 h 44"/>
                <a:gd name="T6" fmla="*/ 0 w 65"/>
                <a:gd name="T7" fmla="*/ 38 h 44"/>
                <a:gd name="T8" fmla="*/ 35 w 65"/>
                <a:gd name="T9" fmla="*/ 37 h 44"/>
                <a:gd name="T10" fmla="*/ 55 w 65"/>
                <a:gd name="T11" fmla="*/ 11 h 44"/>
                <a:gd name="T12" fmla="*/ 62 w 65"/>
                <a:gd name="T13" fmla="*/ 3 h 44"/>
                <a:gd name="T14" fmla="*/ 65 w 65"/>
                <a:gd name="T15" fmla="*/ 1 h 44"/>
                <a:gd name="T16" fmla="*/ 42 w 65"/>
                <a:gd name="T17"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44">
                  <a:moveTo>
                    <a:pt x="42" y="5"/>
                  </a:moveTo>
                  <a:cubicBezTo>
                    <a:pt x="35" y="9"/>
                    <a:pt x="31" y="13"/>
                    <a:pt x="26" y="19"/>
                  </a:cubicBezTo>
                  <a:cubicBezTo>
                    <a:pt x="23" y="24"/>
                    <a:pt x="19" y="29"/>
                    <a:pt x="14" y="32"/>
                  </a:cubicBezTo>
                  <a:cubicBezTo>
                    <a:pt x="10" y="34"/>
                    <a:pt x="4" y="37"/>
                    <a:pt x="0" y="38"/>
                  </a:cubicBezTo>
                  <a:cubicBezTo>
                    <a:pt x="11" y="44"/>
                    <a:pt x="25" y="44"/>
                    <a:pt x="35" y="37"/>
                  </a:cubicBezTo>
                  <a:cubicBezTo>
                    <a:pt x="45" y="31"/>
                    <a:pt x="49" y="21"/>
                    <a:pt x="55" y="11"/>
                  </a:cubicBezTo>
                  <a:cubicBezTo>
                    <a:pt x="57" y="8"/>
                    <a:pt x="59" y="6"/>
                    <a:pt x="62" y="3"/>
                  </a:cubicBezTo>
                  <a:cubicBezTo>
                    <a:pt x="62" y="3"/>
                    <a:pt x="64" y="1"/>
                    <a:pt x="65" y="1"/>
                  </a:cubicBezTo>
                  <a:cubicBezTo>
                    <a:pt x="57" y="0"/>
                    <a:pt x="49" y="1"/>
                    <a:pt x="42" y="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9" name="Freeform 161"/>
            <p:cNvSpPr>
              <a:spLocks/>
            </p:cNvSpPr>
            <p:nvPr/>
          </p:nvSpPr>
          <p:spPr bwMode="auto">
            <a:xfrm>
              <a:off x="2624138" y="4518025"/>
              <a:ext cx="161925" cy="115888"/>
            </a:xfrm>
            <a:custGeom>
              <a:avLst/>
              <a:gdLst>
                <a:gd name="T0" fmla="*/ 14 w 43"/>
                <a:gd name="T1" fmla="*/ 12 h 31"/>
                <a:gd name="T2" fmla="*/ 9 w 43"/>
                <a:gd name="T3" fmla="*/ 20 h 31"/>
                <a:gd name="T4" fmla="*/ 0 w 43"/>
                <a:gd name="T5" fmla="*/ 31 h 31"/>
                <a:gd name="T6" fmla="*/ 15 w 43"/>
                <a:gd name="T7" fmla="*/ 24 h 31"/>
                <a:gd name="T8" fmla="*/ 28 w 43"/>
                <a:gd name="T9" fmla="*/ 9 h 31"/>
                <a:gd name="T10" fmla="*/ 38 w 43"/>
                <a:gd name="T11" fmla="*/ 3 h 31"/>
                <a:gd name="T12" fmla="*/ 43 w 43"/>
                <a:gd name="T13" fmla="*/ 1 h 31"/>
                <a:gd name="T14" fmla="*/ 26 w 43"/>
                <a:gd name="T15" fmla="*/ 2 h 31"/>
                <a:gd name="T16" fmla="*/ 14 w 43"/>
                <a:gd name="T17"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1">
                  <a:moveTo>
                    <a:pt x="14" y="12"/>
                  </a:moveTo>
                  <a:cubicBezTo>
                    <a:pt x="12" y="15"/>
                    <a:pt x="11" y="17"/>
                    <a:pt x="9" y="20"/>
                  </a:cubicBezTo>
                  <a:cubicBezTo>
                    <a:pt x="7" y="24"/>
                    <a:pt x="5" y="29"/>
                    <a:pt x="0" y="31"/>
                  </a:cubicBezTo>
                  <a:cubicBezTo>
                    <a:pt x="6" y="30"/>
                    <a:pt x="11" y="28"/>
                    <a:pt x="15" y="24"/>
                  </a:cubicBezTo>
                  <a:cubicBezTo>
                    <a:pt x="20" y="20"/>
                    <a:pt x="24" y="14"/>
                    <a:pt x="28" y="9"/>
                  </a:cubicBezTo>
                  <a:cubicBezTo>
                    <a:pt x="31" y="6"/>
                    <a:pt x="34" y="4"/>
                    <a:pt x="38" y="3"/>
                  </a:cubicBezTo>
                  <a:cubicBezTo>
                    <a:pt x="39" y="2"/>
                    <a:pt x="42" y="1"/>
                    <a:pt x="43" y="1"/>
                  </a:cubicBezTo>
                  <a:cubicBezTo>
                    <a:pt x="37" y="0"/>
                    <a:pt x="31" y="0"/>
                    <a:pt x="26" y="2"/>
                  </a:cubicBezTo>
                  <a:cubicBezTo>
                    <a:pt x="21" y="4"/>
                    <a:pt x="17" y="8"/>
                    <a:pt x="14"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0" name="Freeform 162"/>
            <p:cNvSpPr>
              <a:spLocks/>
            </p:cNvSpPr>
            <p:nvPr/>
          </p:nvSpPr>
          <p:spPr bwMode="auto">
            <a:xfrm>
              <a:off x="2638425" y="4521200"/>
              <a:ext cx="211138" cy="142875"/>
            </a:xfrm>
            <a:custGeom>
              <a:avLst/>
              <a:gdLst>
                <a:gd name="T0" fmla="*/ 53 w 56"/>
                <a:gd name="T1" fmla="*/ 3 h 38"/>
                <a:gd name="T2" fmla="*/ 56 w 56"/>
                <a:gd name="T3" fmla="*/ 1 h 38"/>
                <a:gd name="T4" fmla="*/ 36 w 56"/>
                <a:gd name="T5" fmla="*/ 4 h 38"/>
                <a:gd name="T6" fmla="*/ 22 w 56"/>
                <a:gd name="T7" fmla="*/ 17 h 38"/>
                <a:gd name="T8" fmla="*/ 12 w 56"/>
                <a:gd name="T9" fmla="*/ 27 h 38"/>
                <a:gd name="T10" fmla="*/ 0 w 56"/>
                <a:gd name="T11" fmla="*/ 32 h 38"/>
                <a:gd name="T12" fmla="*/ 30 w 56"/>
                <a:gd name="T13" fmla="*/ 32 h 38"/>
                <a:gd name="T14" fmla="*/ 47 w 56"/>
                <a:gd name="T15" fmla="*/ 10 h 38"/>
                <a:gd name="T16" fmla="*/ 53 w 56"/>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8">
                  <a:moveTo>
                    <a:pt x="53" y="3"/>
                  </a:moveTo>
                  <a:cubicBezTo>
                    <a:pt x="53" y="2"/>
                    <a:pt x="55" y="1"/>
                    <a:pt x="56" y="1"/>
                  </a:cubicBezTo>
                  <a:cubicBezTo>
                    <a:pt x="49" y="0"/>
                    <a:pt x="42" y="1"/>
                    <a:pt x="36" y="4"/>
                  </a:cubicBezTo>
                  <a:cubicBezTo>
                    <a:pt x="30" y="7"/>
                    <a:pt x="26" y="11"/>
                    <a:pt x="22" y="17"/>
                  </a:cubicBezTo>
                  <a:cubicBezTo>
                    <a:pt x="19" y="20"/>
                    <a:pt x="16" y="25"/>
                    <a:pt x="12" y="27"/>
                  </a:cubicBezTo>
                  <a:cubicBezTo>
                    <a:pt x="8" y="29"/>
                    <a:pt x="4" y="32"/>
                    <a:pt x="0" y="32"/>
                  </a:cubicBezTo>
                  <a:cubicBezTo>
                    <a:pt x="9" y="38"/>
                    <a:pt x="21" y="38"/>
                    <a:pt x="30" y="32"/>
                  </a:cubicBezTo>
                  <a:cubicBezTo>
                    <a:pt x="39" y="27"/>
                    <a:pt x="42" y="18"/>
                    <a:pt x="47" y="10"/>
                  </a:cubicBezTo>
                  <a:cubicBezTo>
                    <a:pt x="48" y="7"/>
                    <a:pt x="50" y="5"/>
                    <a:pt x="53"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1" name="Freeform 163"/>
            <p:cNvSpPr>
              <a:spLocks/>
            </p:cNvSpPr>
            <p:nvPr/>
          </p:nvSpPr>
          <p:spPr bwMode="auto">
            <a:xfrm>
              <a:off x="2417763" y="4656138"/>
              <a:ext cx="187325" cy="134938"/>
            </a:xfrm>
            <a:custGeom>
              <a:avLst/>
              <a:gdLst>
                <a:gd name="T0" fmla="*/ 18 w 50"/>
                <a:gd name="T1" fmla="*/ 11 h 36"/>
                <a:gd name="T2" fmla="*/ 33 w 50"/>
                <a:gd name="T3" fmla="*/ 29 h 36"/>
                <a:gd name="T4" fmla="*/ 50 w 50"/>
                <a:gd name="T5" fmla="*/ 36 h 36"/>
                <a:gd name="T6" fmla="*/ 40 w 50"/>
                <a:gd name="T7" fmla="*/ 24 h 36"/>
                <a:gd name="T8" fmla="*/ 34 w 50"/>
                <a:gd name="T9" fmla="*/ 14 h 36"/>
                <a:gd name="T10" fmla="*/ 21 w 50"/>
                <a:gd name="T11" fmla="*/ 3 h 36"/>
                <a:gd name="T12" fmla="*/ 0 w 50"/>
                <a:gd name="T13" fmla="*/ 1 h 36"/>
                <a:gd name="T14" fmla="*/ 6 w 50"/>
                <a:gd name="T15" fmla="*/ 3 h 36"/>
                <a:gd name="T16" fmla="*/ 18 w 50"/>
                <a:gd name="T17"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6">
                  <a:moveTo>
                    <a:pt x="18" y="11"/>
                  </a:moveTo>
                  <a:cubicBezTo>
                    <a:pt x="23" y="17"/>
                    <a:pt x="27" y="24"/>
                    <a:pt x="33" y="29"/>
                  </a:cubicBezTo>
                  <a:cubicBezTo>
                    <a:pt x="38" y="32"/>
                    <a:pt x="44" y="35"/>
                    <a:pt x="50" y="36"/>
                  </a:cubicBezTo>
                  <a:cubicBezTo>
                    <a:pt x="45" y="34"/>
                    <a:pt x="42" y="28"/>
                    <a:pt x="40" y="24"/>
                  </a:cubicBezTo>
                  <a:cubicBezTo>
                    <a:pt x="38" y="20"/>
                    <a:pt x="37" y="17"/>
                    <a:pt x="34" y="14"/>
                  </a:cubicBezTo>
                  <a:cubicBezTo>
                    <a:pt x="31" y="9"/>
                    <a:pt x="26" y="5"/>
                    <a:pt x="21" y="3"/>
                  </a:cubicBezTo>
                  <a:cubicBezTo>
                    <a:pt x="14" y="0"/>
                    <a:pt x="7" y="1"/>
                    <a:pt x="0" y="1"/>
                  </a:cubicBezTo>
                  <a:cubicBezTo>
                    <a:pt x="2" y="1"/>
                    <a:pt x="5" y="3"/>
                    <a:pt x="6" y="3"/>
                  </a:cubicBezTo>
                  <a:cubicBezTo>
                    <a:pt x="11" y="5"/>
                    <a:pt x="15" y="7"/>
                    <a:pt x="18"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2" name="Freeform 164"/>
            <p:cNvSpPr>
              <a:spLocks/>
            </p:cNvSpPr>
            <p:nvPr/>
          </p:nvSpPr>
          <p:spPr bwMode="auto">
            <a:xfrm>
              <a:off x="2346325" y="4660900"/>
              <a:ext cx="244475" cy="165100"/>
            </a:xfrm>
            <a:custGeom>
              <a:avLst/>
              <a:gdLst>
                <a:gd name="T0" fmla="*/ 10 w 65"/>
                <a:gd name="T1" fmla="*/ 11 h 44"/>
                <a:gd name="T2" fmla="*/ 30 w 65"/>
                <a:gd name="T3" fmla="*/ 37 h 44"/>
                <a:gd name="T4" fmla="*/ 65 w 65"/>
                <a:gd name="T5" fmla="*/ 38 h 44"/>
                <a:gd name="T6" fmla="*/ 52 w 65"/>
                <a:gd name="T7" fmla="*/ 32 h 44"/>
                <a:gd name="T8" fmla="*/ 39 w 65"/>
                <a:gd name="T9" fmla="*/ 19 h 44"/>
                <a:gd name="T10" fmla="*/ 23 w 65"/>
                <a:gd name="T11" fmla="*/ 5 h 44"/>
                <a:gd name="T12" fmla="*/ 0 w 65"/>
                <a:gd name="T13" fmla="*/ 1 h 44"/>
                <a:gd name="T14" fmla="*/ 4 w 65"/>
                <a:gd name="T15" fmla="*/ 3 h 44"/>
                <a:gd name="T16" fmla="*/ 10 w 65"/>
                <a:gd name="T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44">
                  <a:moveTo>
                    <a:pt x="10" y="11"/>
                  </a:moveTo>
                  <a:cubicBezTo>
                    <a:pt x="16" y="21"/>
                    <a:pt x="20" y="31"/>
                    <a:pt x="30" y="37"/>
                  </a:cubicBezTo>
                  <a:cubicBezTo>
                    <a:pt x="41" y="44"/>
                    <a:pt x="55" y="44"/>
                    <a:pt x="65" y="38"/>
                  </a:cubicBezTo>
                  <a:cubicBezTo>
                    <a:pt x="61" y="37"/>
                    <a:pt x="55" y="34"/>
                    <a:pt x="52" y="32"/>
                  </a:cubicBezTo>
                  <a:cubicBezTo>
                    <a:pt x="47" y="29"/>
                    <a:pt x="43" y="24"/>
                    <a:pt x="39" y="19"/>
                  </a:cubicBezTo>
                  <a:cubicBezTo>
                    <a:pt x="35" y="13"/>
                    <a:pt x="30" y="9"/>
                    <a:pt x="23" y="5"/>
                  </a:cubicBezTo>
                  <a:cubicBezTo>
                    <a:pt x="16" y="1"/>
                    <a:pt x="8" y="0"/>
                    <a:pt x="0" y="1"/>
                  </a:cubicBezTo>
                  <a:cubicBezTo>
                    <a:pt x="1" y="1"/>
                    <a:pt x="3" y="3"/>
                    <a:pt x="4" y="3"/>
                  </a:cubicBezTo>
                  <a:cubicBezTo>
                    <a:pt x="6" y="6"/>
                    <a:pt x="9" y="8"/>
                    <a:pt x="10"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3" name="Freeform 165"/>
            <p:cNvSpPr>
              <a:spLocks/>
            </p:cNvSpPr>
            <p:nvPr/>
          </p:nvSpPr>
          <p:spPr bwMode="auto">
            <a:xfrm>
              <a:off x="2443163" y="4518025"/>
              <a:ext cx="161925" cy="115888"/>
            </a:xfrm>
            <a:custGeom>
              <a:avLst/>
              <a:gdLst>
                <a:gd name="T0" fmla="*/ 18 w 43"/>
                <a:gd name="T1" fmla="*/ 2 h 31"/>
                <a:gd name="T2" fmla="*/ 0 w 43"/>
                <a:gd name="T3" fmla="*/ 1 h 31"/>
                <a:gd name="T4" fmla="*/ 5 w 43"/>
                <a:gd name="T5" fmla="*/ 3 h 31"/>
                <a:gd name="T6" fmla="*/ 15 w 43"/>
                <a:gd name="T7" fmla="*/ 9 h 31"/>
                <a:gd name="T8" fmla="*/ 28 w 43"/>
                <a:gd name="T9" fmla="*/ 24 h 31"/>
                <a:gd name="T10" fmla="*/ 43 w 43"/>
                <a:gd name="T11" fmla="*/ 31 h 31"/>
                <a:gd name="T12" fmla="*/ 34 w 43"/>
                <a:gd name="T13" fmla="*/ 20 h 31"/>
                <a:gd name="T14" fmla="*/ 29 w 43"/>
                <a:gd name="T15" fmla="*/ 12 h 31"/>
                <a:gd name="T16" fmla="*/ 18 w 43"/>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1">
                  <a:moveTo>
                    <a:pt x="18" y="2"/>
                  </a:moveTo>
                  <a:cubicBezTo>
                    <a:pt x="12" y="0"/>
                    <a:pt x="6" y="0"/>
                    <a:pt x="0" y="1"/>
                  </a:cubicBezTo>
                  <a:cubicBezTo>
                    <a:pt x="2" y="1"/>
                    <a:pt x="4" y="2"/>
                    <a:pt x="5" y="3"/>
                  </a:cubicBezTo>
                  <a:cubicBezTo>
                    <a:pt x="9" y="4"/>
                    <a:pt x="12" y="6"/>
                    <a:pt x="15" y="9"/>
                  </a:cubicBezTo>
                  <a:cubicBezTo>
                    <a:pt x="20" y="14"/>
                    <a:pt x="23" y="20"/>
                    <a:pt x="28" y="24"/>
                  </a:cubicBezTo>
                  <a:cubicBezTo>
                    <a:pt x="32" y="28"/>
                    <a:pt x="38" y="30"/>
                    <a:pt x="43" y="31"/>
                  </a:cubicBezTo>
                  <a:cubicBezTo>
                    <a:pt x="39" y="29"/>
                    <a:pt x="36" y="24"/>
                    <a:pt x="34" y="20"/>
                  </a:cubicBezTo>
                  <a:cubicBezTo>
                    <a:pt x="33" y="17"/>
                    <a:pt x="31" y="15"/>
                    <a:pt x="29" y="12"/>
                  </a:cubicBezTo>
                  <a:cubicBezTo>
                    <a:pt x="26" y="8"/>
                    <a:pt x="22" y="4"/>
                    <a:pt x="18"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4" name="Freeform 166"/>
            <p:cNvSpPr>
              <a:spLocks/>
            </p:cNvSpPr>
            <p:nvPr/>
          </p:nvSpPr>
          <p:spPr bwMode="auto">
            <a:xfrm>
              <a:off x="2382838" y="4521200"/>
              <a:ext cx="211138" cy="142875"/>
            </a:xfrm>
            <a:custGeom>
              <a:avLst/>
              <a:gdLst>
                <a:gd name="T0" fmla="*/ 0 w 56"/>
                <a:gd name="T1" fmla="*/ 1 h 38"/>
                <a:gd name="T2" fmla="*/ 3 w 56"/>
                <a:gd name="T3" fmla="*/ 3 h 38"/>
                <a:gd name="T4" fmla="*/ 8 w 56"/>
                <a:gd name="T5" fmla="*/ 10 h 38"/>
                <a:gd name="T6" fmla="*/ 25 w 56"/>
                <a:gd name="T7" fmla="*/ 32 h 38"/>
                <a:gd name="T8" fmla="*/ 56 w 56"/>
                <a:gd name="T9" fmla="*/ 32 h 38"/>
                <a:gd name="T10" fmla="*/ 44 w 56"/>
                <a:gd name="T11" fmla="*/ 27 h 38"/>
                <a:gd name="T12" fmla="*/ 33 w 56"/>
                <a:gd name="T13" fmla="*/ 17 h 38"/>
                <a:gd name="T14" fmla="*/ 19 w 56"/>
                <a:gd name="T15" fmla="*/ 4 h 38"/>
                <a:gd name="T16" fmla="*/ 0 w 56"/>
                <a:gd name="T1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8">
                  <a:moveTo>
                    <a:pt x="0" y="1"/>
                  </a:moveTo>
                  <a:cubicBezTo>
                    <a:pt x="1" y="1"/>
                    <a:pt x="2" y="2"/>
                    <a:pt x="3" y="3"/>
                  </a:cubicBezTo>
                  <a:cubicBezTo>
                    <a:pt x="5" y="5"/>
                    <a:pt x="7" y="7"/>
                    <a:pt x="8" y="10"/>
                  </a:cubicBezTo>
                  <a:cubicBezTo>
                    <a:pt x="13" y="18"/>
                    <a:pt x="17" y="27"/>
                    <a:pt x="25" y="32"/>
                  </a:cubicBezTo>
                  <a:cubicBezTo>
                    <a:pt x="34" y="38"/>
                    <a:pt x="46" y="38"/>
                    <a:pt x="56" y="32"/>
                  </a:cubicBezTo>
                  <a:cubicBezTo>
                    <a:pt x="52" y="32"/>
                    <a:pt x="47" y="29"/>
                    <a:pt x="44" y="27"/>
                  </a:cubicBezTo>
                  <a:cubicBezTo>
                    <a:pt x="40" y="25"/>
                    <a:pt x="36" y="20"/>
                    <a:pt x="33" y="17"/>
                  </a:cubicBezTo>
                  <a:cubicBezTo>
                    <a:pt x="29" y="11"/>
                    <a:pt x="25" y="7"/>
                    <a:pt x="19" y="4"/>
                  </a:cubicBezTo>
                  <a:cubicBezTo>
                    <a:pt x="13" y="1"/>
                    <a:pt x="6" y="0"/>
                    <a:pt x="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5" name="Freeform 167"/>
            <p:cNvSpPr>
              <a:spLocks/>
            </p:cNvSpPr>
            <p:nvPr/>
          </p:nvSpPr>
          <p:spPr bwMode="auto">
            <a:xfrm>
              <a:off x="2613025" y="4419600"/>
              <a:ext cx="85725" cy="180975"/>
            </a:xfrm>
            <a:custGeom>
              <a:avLst/>
              <a:gdLst>
                <a:gd name="T0" fmla="*/ 15 w 23"/>
                <a:gd name="T1" fmla="*/ 16 h 48"/>
                <a:gd name="T2" fmla="*/ 3 w 23"/>
                <a:gd name="T3" fmla="*/ 32 h 48"/>
                <a:gd name="T4" fmla="*/ 0 w 23"/>
                <a:gd name="T5" fmla="*/ 48 h 48"/>
                <a:gd name="T6" fmla="*/ 8 w 23"/>
                <a:gd name="T7" fmla="*/ 37 h 48"/>
                <a:gd name="T8" fmla="*/ 16 w 23"/>
                <a:gd name="T9" fmla="*/ 31 h 48"/>
                <a:gd name="T10" fmla="*/ 23 w 23"/>
                <a:gd name="T11" fmla="*/ 17 h 48"/>
                <a:gd name="T12" fmla="*/ 20 w 23"/>
                <a:gd name="T13" fmla="*/ 0 h 48"/>
                <a:gd name="T14" fmla="*/ 19 w 23"/>
                <a:gd name="T15" fmla="*/ 5 h 48"/>
                <a:gd name="T16" fmla="*/ 15 w 23"/>
                <a:gd name="T17"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8">
                  <a:moveTo>
                    <a:pt x="15" y="16"/>
                  </a:moveTo>
                  <a:cubicBezTo>
                    <a:pt x="11" y="22"/>
                    <a:pt x="6" y="26"/>
                    <a:pt x="3" y="32"/>
                  </a:cubicBezTo>
                  <a:cubicBezTo>
                    <a:pt x="1" y="37"/>
                    <a:pt x="0" y="43"/>
                    <a:pt x="0" y="48"/>
                  </a:cubicBezTo>
                  <a:cubicBezTo>
                    <a:pt x="1" y="44"/>
                    <a:pt x="5" y="40"/>
                    <a:pt x="8" y="37"/>
                  </a:cubicBezTo>
                  <a:cubicBezTo>
                    <a:pt x="11" y="35"/>
                    <a:pt x="14" y="33"/>
                    <a:pt x="16" y="31"/>
                  </a:cubicBezTo>
                  <a:cubicBezTo>
                    <a:pt x="19" y="27"/>
                    <a:pt x="22" y="22"/>
                    <a:pt x="23" y="17"/>
                  </a:cubicBezTo>
                  <a:cubicBezTo>
                    <a:pt x="23" y="11"/>
                    <a:pt x="22" y="5"/>
                    <a:pt x="20" y="0"/>
                  </a:cubicBezTo>
                  <a:cubicBezTo>
                    <a:pt x="20" y="1"/>
                    <a:pt x="20" y="4"/>
                    <a:pt x="19" y="5"/>
                  </a:cubicBezTo>
                  <a:cubicBezTo>
                    <a:pt x="19" y="9"/>
                    <a:pt x="17" y="13"/>
                    <a:pt x="15" y="1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6" name="Freeform 168"/>
            <p:cNvSpPr>
              <a:spLocks/>
            </p:cNvSpPr>
            <p:nvPr/>
          </p:nvSpPr>
          <p:spPr bwMode="auto">
            <a:xfrm>
              <a:off x="2563813" y="4359275"/>
              <a:ext cx="115888" cy="233363"/>
            </a:xfrm>
            <a:custGeom>
              <a:avLst/>
              <a:gdLst>
                <a:gd name="T0" fmla="*/ 10 w 31"/>
                <a:gd name="T1" fmla="*/ 62 h 62"/>
                <a:gd name="T2" fmla="*/ 12 w 31"/>
                <a:gd name="T3" fmla="*/ 49 h 62"/>
                <a:gd name="T4" fmla="*/ 20 w 31"/>
                <a:gd name="T5" fmla="*/ 37 h 62"/>
                <a:gd name="T6" fmla="*/ 29 w 31"/>
                <a:gd name="T7" fmla="*/ 20 h 62"/>
                <a:gd name="T8" fmla="*/ 28 w 31"/>
                <a:gd name="T9" fmla="*/ 0 h 62"/>
                <a:gd name="T10" fmla="*/ 27 w 31"/>
                <a:gd name="T11" fmla="*/ 4 h 62"/>
                <a:gd name="T12" fmla="*/ 21 w 31"/>
                <a:gd name="T13" fmla="*/ 11 h 62"/>
                <a:gd name="T14" fmla="*/ 3 w 31"/>
                <a:gd name="T15" fmla="*/ 32 h 62"/>
                <a:gd name="T16" fmla="*/ 10 w 31"/>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62">
                  <a:moveTo>
                    <a:pt x="10" y="62"/>
                  </a:moveTo>
                  <a:cubicBezTo>
                    <a:pt x="9" y="58"/>
                    <a:pt x="10" y="53"/>
                    <a:pt x="12" y="49"/>
                  </a:cubicBezTo>
                  <a:cubicBezTo>
                    <a:pt x="13" y="45"/>
                    <a:pt x="17" y="40"/>
                    <a:pt x="20" y="37"/>
                  </a:cubicBezTo>
                  <a:cubicBezTo>
                    <a:pt x="24" y="31"/>
                    <a:pt x="27" y="27"/>
                    <a:pt x="29" y="20"/>
                  </a:cubicBezTo>
                  <a:cubicBezTo>
                    <a:pt x="31" y="14"/>
                    <a:pt x="30" y="7"/>
                    <a:pt x="28" y="0"/>
                  </a:cubicBezTo>
                  <a:cubicBezTo>
                    <a:pt x="28" y="1"/>
                    <a:pt x="27" y="3"/>
                    <a:pt x="27" y="4"/>
                  </a:cubicBezTo>
                  <a:cubicBezTo>
                    <a:pt x="25" y="6"/>
                    <a:pt x="23" y="9"/>
                    <a:pt x="21" y="11"/>
                  </a:cubicBezTo>
                  <a:cubicBezTo>
                    <a:pt x="14" y="18"/>
                    <a:pt x="6" y="23"/>
                    <a:pt x="3" y="32"/>
                  </a:cubicBezTo>
                  <a:cubicBezTo>
                    <a:pt x="0" y="42"/>
                    <a:pt x="2" y="54"/>
                    <a:pt x="10" y="6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7" name="Freeform 169"/>
            <p:cNvSpPr>
              <a:spLocks/>
            </p:cNvSpPr>
            <p:nvPr/>
          </p:nvSpPr>
          <p:spPr bwMode="auto">
            <a:xfrm>
              <a:off x="6665913" y="3668713"/>
              <a:ext cx="277813" cy="450850"/>
            </a:xfrm>
            <a:custGeom>
              <a:avLst/>
              <a:gdLst>
                <a:gd name="T0" fmla="*/ 175 w 175"/>
                <a:gd name="T1" fmla="*/ 166 h 284"/>
                <a:gd name="T2" fmla="*/ 175 w 175"/>
                <a:gd name="T3" fmla="*/ 0 h 284"/>
                <a:gd name="T4" fmla="*/ 88 w 175"/>
                <a:gd name="T5" fmla="*/ 0 h 284"/>
                <a:gd name="T6" fmla="*/ 0 w 175"/>
                <a:gd name="T7" fmla="*/ 227 h 284"/>
                <a:gd name="T8" fmla="*/ 128 w 175"/>
                <a:gd name="T9" fmla="*/ 284 h 284"/>
                <a:gd name="T10" fmla="*/ 175 w 175"/>
                <a:gd name="T11" fmla="*/ 166 h 284"/>
              </a:gdLst>
              <a:ahLst/>
              <a:cxnLst>
                <a:cxn ang="0">
                  <a:pos x="T0" y="T1"/>
                </a:cxn>
                <a:cxn ang="0">
                  <a:pos x="T2" y="T3"/>
                </a:cxn>
                <a:cxn ang="0">
                  <a:pos x="T4" y="T5"/>
                </a:cxn>
                <a:cxn ang="0">
                  <a:pos x="T6" y="T7"/>
                </a:cxn>
                <a:cxn ang="0">
                  <a:pos x="T8" y="T9"/>
                </a:cxn>
                <a:cxn ang="0">
                  <a:pos x="T10" y="T11"/>
                </a:cxn>
              </a:cxnLst>
              <a:rect l="0" t="0" r="r" b="b"/>
              <a:pathLst>
                <a:path w="175" h="284">
                  <a:moveTo>
                    <a:pt x="175" y="166"/>
                  </a:moveTo>
                  <a:lnTo>
                    <a:pt x="175" y="0"/>
                  </a:lnTo>
                  <a:lnTo>
                    <a:pt x="88" y="0"/>
                  </a:lnTo>
                  <a:lnTo>
                    <a:pt x="0" y="227"/>
                  </a:lnTo>
                  <a:lnTo>
                    <a:pt x="128" y="284"/>
                  </a:lnTo>
                  <a:lnTo>
                    <a:pt x="175" y="16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8" name="Freeform 170"/>
            <p:cNvSpPr>
              <a:spLocks/>
            </p:cNvSpPr>
            <p:nvPr/>
          </p:nvSpPr>
          <p:spPr bwMode="auto">
            <a:xfrm>
              <a:off x="6959600" y="3668713"/>
              <a:ext cx="52388" cy="142875"/>
            </a:xfrm>
            <a:custGeom>
              <a:avLst/>
              <a:gdLst>
                <a:gd name="T0" fmla="*/ 0 w 14"/>
                <a:gd name="T1" fmla="*/ 38 h 38"/>
                <a:gd name="T2" fmla="*/ 14 w 14"/>
                <a:gd name="T3" fmla="*/ 2 h 38"/>
                <a:gd name="T4" fmla="*/ 14 w 14"/>
                <a:gd name="T5" fmla="*/ 0 h 38"/>
                <a:gd name="T6" fmla="*/ 0 w 14"/>
                <a:gd name="T7" fmla="*/ 0 h 38"/>
                <a:gd name="T8" fmla="*/ 0 w 14"/>
                <a:gd name="T9" fmla="*/ 38 h 38"/>
              </a:gdLst>
              <a:ahLst/>
              <a:cxnLst>
                <a:cxn ang="0">
                  <a:pos x="T0" y="T1"/>
                </a:cxn>
                <a:cxn ang="0">
                  <a:pos x="T2" y="T3"/>
                </a:cxn>
                <a:cxn ang="0">
                  <a:pos x="T4" y="T5"/>
                </a:cxn>
                <a:cxn ang="0">
                  <a:pos x="T6" y="T7"/>
                </a:cxn>
                <a:cxn ang="0">
                  <a:pos x="T8" y="T9"/>
                </a:cxn>
              </a:cxnLst>
              <a:rect l="0" t="0" r="r" b="b"/>
              <a:pathLst>
                <a:path w="14" h="38">
                  <a:moveTo>
                    <a:pt x="0" y="38"/>
                  </a:moveTo>
                  <a:cubicBezTo>
                    <a:pt x="13" y="31"/>
                    <a:pt x="14" y="14"/>
                    <a:pt x="14" y="2"/>
                  </a:cubicBezTo>
                  <a:cubicBezTo>
                    <a:pt x="14" y="1"/>
                    <a:pt x="14" y="1"/>
                    <a:pt x="14" y="0"/>
                  </a:cubicBezTo>
                  <a:cubicBezTo>
                    <a:pt x="0" y="0"/>
                    <a:pt x="0" y="0"/>
                    <a:pt x="0" y="0"/>
                  </a:cubicBezTo>
                  <a:lnTo>
                    <a:pt x="0"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9" name="Freeform 171"/>
            <p:cNvSpPr>
              <a:spLocks/>
            </p:cNvSpPr>
            <p:nvPr/>
          </p:nvSpPr>
          <p:spPr bwMode="auto">
            <a:xfrm>
              <a:off x="6959600" y="3668713"/>
              <a:ext cx="277813" cy="450850"/>
            </a:xfrm>
            <a:custGeom>
              <a:avLst/>
              <a:gdLst>
                <a:gd name="T0" fmla="*/ 18 w 74"/>
                <a:gd name="T1" fmla="*/ 0 h 120"/>
                <a:gd name="T2" fmla="*/ 18 w 74"/>
                <a:gd name="T3" fmla="*/ 2 h 120"/>
                <a:gd name="T4" fmla="*/ 0 w 74"/>
                <a:gd name="T5" fmla="*/ 43 h 120"/>
                <a:gd name="T6" fmla="*/ 0 w 74"/>
                <a:gd name="T7" fmla="*/ 70 h 120"/>
                <a:gd name="T8" fmla="*/ 21 w 74"/>
                <a:gd name="T9" fmla="*/ 120 h 120"/>
                <a:gd name="T10" fmla="*/ 74 w 74"/>
                <a:gd name="T11" fmla="*/ 96 h 120"/>
                <a:gd name="T12" fmla="*/ 37 w 74"/>
                <a:gd name="T13" fmla="*/ 0 h 120"/>
                <a:gd name="T14" fmla="*/ 18 w 74"/>
                <a:gd name="T15" fmla="*/ 0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20">
                  <a:moveTo>
                    <a:pt x="18" y="0"/>
                  </a:moveTo>
                  <a:cubicBezTo>
                    <a:pt x="18" y="1"/>
                    <a:pt x="18" y="1"/>
                    <a:pt x="18" y="2"/>
                  </a:cubicBezTo>
                  <a:cubicBezTo>
                    <a:pt x="18" y="17"/>
                    <a:pt x="16" y="36"/>
                    <a:pt x="0" y="43"/>
                  </a:cubicBezTo>
                  <a:cubicBezTo>
                    <a:pt x="0" y="70"/>
                    <a:pt x="0" y="70"/>
                    <a:pt x="0" y="70"/>
                  </a:cubicBezTo>
                  <a:cubicBezTo>
                    <a:pt x="21" y="120"/>
                    <a:pt x="21" y="120"/>
                    <a:pt x="21" y="120"/>
                  </a:cubicBezTo>
                  <a:cubicBezTo>
                    <a:pt x="74" y="96"/>
                    <a:pt x="74" y="96"/>
                    <a:pt x="74" y="96"/>
                  </a:cubicBezTo>
                  <a:cubicBezTo>
                    <a:pt x="37" y="0"/>
                    <a:pt x="37" y="0"/>
                    <a:pt x="37" y="0"/>
                  </a:cubicBezTo>
                  <a:lnTo>
                    <a:pt x="1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0" name="Freeform 172"/>
            <p:cNvSpPr>
              <a:spLocks/>
            </p:cNvSpPr>
            <p:nvPr/>
          </p:nvSpPr>
          <p:spPr bwMode="auto">
            <a:xfrm>
              <a:off x="6805613" y="3619500"/>
              <a:ext cx="292100" cy="38100"/>
            </a:xfrm>
            <a:custGeom>
              <a:avLst/>
              <a:gdLst>
                <a:gd name="T0" fmla="*/ 184 w 184"/>
                <a:gd name="T1" fmla="*/ 0 h 24"/>
                <a:gd name="T2" fmla="*/ 0 w 184"/>
                <a:gd name="T3" fmla="*/ 0 h 24"/>
                <a:gd name="T4" fmla="*/ 0 w 184"/>
                <a:gd name="T5" fmla="*/ 24 h 24"/>
                <a:gd name="T6" fmla="*/ 87 w 184"/>
                <a:gd name="T7" fmla="*/ 24 h 24"/>
                <a:gd name="T8" fmla="*/ 97 w 184"/>
                <a:gd name="T9" fmla="*/ 24 h 24"/>
                <a:gd name="T10" fmla="*/ 184 w 184"/>
                <a:gd name="T11" fmla="*/ 24 h 24"/>
                <a:gd name="T12" fmla="*/ 184 w 18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84" h="24">
                  <a:moveTo>
                    <a:pt x="184" y="0"/>
                  </a:moveTo>
                  <a:lnTo>
                    <a:pt x="0" y="0"/>
                  </a:lnTo>
                  <a:lnTo>
                    <a:pt x="0" y="24"/>
                  </a:lnTo>
                  <a:lnTo>
                    <a:pt x="87" y="24"/>
                  </a:lnTo>
                  <a:lnTo>
                    <a:pt x="97" y="24"/>
                  </a:lnTo>
                  <a:lnTo>
                    <a:pt x="184" y="24"/>
                  </a:lnTo>
                  <a:lnTo>
                    <a:pt x="18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1" name="Freeform 173"/>
            <p:cNvSpPr>
              <a:spLocks noEditPoints="1"/>
            </p:cNvSpPr>
            <p:nvPr/>
          </p:nvSpPr>
          <p:spPr bwMode="auto">
            <a:xfrm>
              <a:off x="5749925" y="4540250"/>
              <a:ext cx="390525" cy="307975"/>
            </a:xfrm>
            <a:custGeom>
              <a:avLst/>
              <a:gdLst>
                <a:gd name="T0" fmla="*/ 94 w 104"/>
                <a:gd name="T1" fmla="*/ 18 h 82"/>
                <a:gd name="T2" fmla="*/ 84 w 104"/>
                <a:gd name="T3" fmla="*/ 19 h 82"/>
                <a:gd name="T4" fmla="*/ 84 w 104"/>
                <a:gd name="T5" fmla="*/ 23 h 82"/>
                <a:gd name="T6" fmla="*/ 95 w 104"/>
                <a:gd name="T7" fmla="*/ 46 h 82"/>
                <a:gd name="T8" fmla="*/ 95 w 104"/>
                <a:gd name="T9" fmla="*/ 57 h 82"/>
                <a:gd name="T10" fmla="*/ 84 w 104"/>
                <a:gd name="T11" fmla="*/ 82 h 82"/>
                <a:gd name="T12" fmla="*/ 104 w 104"/>
                <a:gd name="T13" fmla="*/ 77 h 82"/>
                <a:gd name="T14" fmla="*/ 104 w 104"/>
                <a:gd name="T15" fmla="*/ 30 h 82"/>
                <a:gd name="T16" fmla="*/ 84 w 104"/>
                <a:gd name="T17" fmla="*/ 0 h 82"/>
                <a:gd name="T18" fmla="*/ 52 w 104"/>
                <a:gd name="T19" fmla="*/ 7 h 82"/>
                <a:gd name="T20" fmla="*/ 84 w 104"/>
                <a:gd name="T21" fmla="*/ 19 h 82"/>
                <a:gd name="T22" fmla="*/ 52 w 104"/>
                <a:gd name="T23" fmla="*/ 65 h 82"/>
                <a:gd name="T24" fmla="*/ 79 w 104"/>
                <a:gd name="T25" fmla="*/ 77 h 82"/>
                <a:gd name="T26" fmla="*/ 84 w 104"/>
                <a:gd name="T27" fmla="*/ 82 h 82"/>
                <a:gd name="T28" fmla="*/ 74 w 104"/>
                <a:gd name="T29" fmla="*/ 57 h 82"/>
                <a:gd name="T30" fmla="*/ 84 w 104"/>
                <a:gd name="T31" fmla="*/ 46 h 82"/>
                <a:gd name="T32" fmla="*/ 52 w 104"/>
                <a:gd name="T33" fmla="*/ 23 h 82"/>
                <a:gd name="T34" fmla="*/ 52 w 104"/>
                <a:gd name="T35" fmla="*/ 0 h 82"/>
                <a:gd name="T36" fmla="*/ 20 w 104"/>
                <a:gd name="T37" fmla="*/ 1 h 82"/>
                <a:gd name="T38" fmla="*/ 26 w 104"/>
                <a:gd name="T39" fmla="*/ 7 h 82"/>
                <a:gd name="T40" fmla="*/ 52 w 104"/>
                <a:gd name="T41" fmla="*/ 7 h 82"/>
                <a:gd name="T42" fmla="*/ 20 w 104"/>
                <a:gd name="T43" fmla="*/ 82 h 82"/>
                <a:gd name="T44" fmla="*/ 25 w 104"/>
                <a:gd name="T45" fmla="*/ 77 h 82"/>
                <a:gd name="T46" fmla="*/ 52 w 104"/>
                <a:gd name="T47" fmla="*/ 65 h 82"/>
                <a:gd name="T48" fmla="*/ 20 w 104"/>
                <a:gd name="T49" fmla="*/ 23 h 82"/>
                <a:gd name="T50" fmla="*/ 30 w 104"/>
                <a:gd name="T51" fmla="*/ 46 h 82"/>
                <a:gd name="T52" fmla="*/ 30 w 104"/>
                <a:gd name="T53" fmla="*/ 57 h 82"/>
                <a:gd name="T54" fmla="*/ 20 w 104"/>
                <a:gd name="T55" fmla="*/ 82 h 82"/>
                <a:gd name="T56" fmla="*/ 11 w 104"/>
                <a:gd name="T57" fmla="*/ 18 h 82"/>
                <a:gd name="T58" fmla="*/ 0 w 104"/>
                <a:gd name="T59" fmla="*/ 63 h 82"/>
                <a:gd name="T60" fmla="*/ 0 w 104"/>
                <a:gd name="T61" fmla="*/ 77 h 82"/>
                <a:gd name="T62" fmla="*/ 20 w 104"/>
                <a:gd name="T63" fmla="*/ 82 h 82"/>
                <a:gd name="T64" fmla="*/ 10 w 104"/>
                <a:gd name="T65" fmla="*/ 57 h 82"/>
                <a:gd name="T66" fmla="*/ 20 w 104"/>
                <a:gd name="T67" fmla="*/ 46 h 82"/>
                <a:gd name="T68" fmla="*/ 18 w 104"/>
                <a:gd name="T69" fmla="*/ 23 h 82"/>
                <a:gd name="T70" fmla="*/ 20 w 104"/>
                <a:gd name="T71"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82">
                  <a:moveTo>
                    <a:pt x="104" y="30"/>
                  </a:moveTo>
                  <a:cubicBezTo>
                    <a:pt x="94" y="18"/>
                    <a:pt x="94" y="18"/>
                    <a:pt x="94" y="18"/>
                  </a:cubicBezTo>
                  <a:cubicBezTo>
                    <a:pt x="84" y="1"/>
                    <a:pt x="84" y="1"/>
                    <a:pt x="84" y="1"/>
                  </a:cubicBezTo>
                  <a:cubicBezTo>
                    <a:pt x="84" y="19"/>
                    <a:pt x="84" y="19"/>
                    <a:pt x="84" y="19"/>
                  </a:cubicBezTo>
                  <a:cubicBezTo>
                    <a:pt x="87" y="23"/>
                    <a:pt x="87" y="23"/>
                    <a:pt x="87" y="23"/>
                  </a:cubicBezTo>
                  <a:cubicBezTo>
                    <a:pt x="84" y="23"/>
                    <a:pt x="84" y="23"/>
                    <a:pt x="84" y="23"/>
                  </a:cubicBezTo>
                  <a:cubicBezTo>
                    <a:pt x="84" y="46"/>
                    <a:pt x="84" y="46"/>
                    <a:pt x="84" y="46"/>
                  </a:cubicBezTo>
                  <a:cubicBezTo>
                    <a:pt x="95" y="46"/>
                    <a:pt x="95" y="46"/>
                    <a:pt x="95" y="46"/>
                  </a:cubicBezTo>
                  <a:cubicBezTo>
                    <a:pt x="95" y="57"/>
                    <a:pt x="95" y="57"/>
                    <a:pt x="95" y="57"/>
                  </a:cubicBezTo>
                  <a:cubicBezTo>
                    <a:pt x="95" y="57"/>
                    <a:pt x="95" y="57"/>
                    <a:pt x="95" y="57"/>
                  </a:cubicBezTo>
                  <a:cubicBezTo>
                    <a:pt x="84" y="57"/>
                    <a:pt x="84" y="57"/>
                    <a:pt x="84" y="57"/>
                  </a:cubicBezTo>
                  <a:cubicBezTo>
                    <a:pt x="84" y="82"/>
                    <a:pt x="84" y="82"/>
                    <a:pt x="84" y="82"/>
                  </a:cubicBezTo>
                  <a:cubicBezTo>
                    <a:pt x="99" y="82"/>
                    <a:pt x="99" y="82"/>
                    <a:pt x="99" y="82"/>
                  </a:cubicBezTo>
                  <a:cubicBezTo>
                    <a:pt x="102" y="82"/>
                    <a:pt x="104" y="80"/>
                    <a:pt x="104" y="77"/>
                  </a:cubicBezTo>
                  <a:cubicBezTo>
                    <a:pt x="104" y="65"/>
                    <a:pt x="104" y="65"/>
                    <a:pt x="104" y="65"/>
                  </a:cubicBezTo>
                  <a:lnTo>
                    <a:pt x="104" y="30"/>
                  </a:lnTo>
                  <a:close/>
                  <a:moveTo>
                    <a:pt x="84" y="1"/>
                  </a:moveTo>
                  <a:cubicBezTo>
                    <a:pt x="84" y="0"/>
                    <a:pt x="84" y="0"/>
                    <a:pt x="84" y="0"/>
                  </a:cubicBezTo>
                  <a:cubicBezTo>
                    <a:pt x="52" y="0"/>
                    <a:pt x="52" y="0"/>
                    <a:pt x="52" y="0"/>
                  </a:cubicBezTo>
                  <a:cubicBezTo>
                    <a:pt x="52" y="7"/>
                    <a:pt x="52" y="7"/>
                    <a:pt x="52" y="7"/>
                  </a:cubicBezTo>
                  <a:cubicBezTo>
                    <a:pt x="78" y="7"/>
                    <a:pt x="78" y="7"/>
                    <a:pt x="78" y="7"/>
                  </a:cubicBezTo>
                  <a:cubicBezTo>
                    <a:pt x="84" y="19"/>
                    <a:pt x="84" y="19"/>
                    <a:pt x="84" y="19"/>
                  </a:cubicBezTo>
                  <a:cubicBezTo>
                    <a:pt x="84" y="1"/>
                    <a:pt x="84" y="1"/>
                    <a:pt x="84" y="1"/>
                  </a:cubicBezTo>
                  <a:close/>
                  <a:moveTo>
                    <a:pt x="52" y="65"/>
                  </a:moveTo>
                  <a:cubicBezTo>
                    <a:pt x="79" y="65"/>
                    <a:pt x="79" y="65"/>
                    <a:pt x="79" y="65"/>
                  </a:cubicBezTo>
                  <a:cubicBezTo>
                    <a:pt x="79" y="77"/>
                    <a:pt x="79" y="77"/>
                    <a:pt x="79" y="77"/>
                  </a:cubicBezTo>
                  <a:cubicBezTo>
                    <a:pt x="79" y="80"/>
                    <a:pt x="81" y="82"/>
                    <a:pt x="84" y="82"/>
                  </a:cubicBezTo>
                  <a:cubicBezTo>
                    <a:pt x="84" y="82"/>
                    <a:pt x="84" y="82"/>
                    <a:pt x="84" y="82"/>
                  </a:cubicBezTo>
                  <a:cubicBezTo>
                    <a:pt x="84" y="57"/>
                    <a:pt x="84" y="57"/>
                    <a:pt x="84" y="57"/>
                  </a:cubicBezTo>
                  <a:cubicBezTo>
                    <a:pt x="74" y="57"/>
                    <a:pt x="74" y="57"/>
                    <a:pt x="74" y="57"/>
                  </a:cubicBezTo>
                  <a:cubicBezTo>
                    <a:pt x="74" y="46"/>
                    <a:pt x="74" y="46"/>
                    <a:pt x="74" y="46"/>
                  </a:cubicBezTo>
                  <a:cubicBezTo>
                    <a:pt x="84" y="46"/>
                    <a:pt x="84" y="46"/>
                    <a:pt x="84" y="46"/>
                  </a:cubicBezTo>
                  <a:cubicBezTo>
                    <a:pt x="84" y="23"/>
                    <a:pt x="84" y="23"/>
                    <a:pt x="84" y="23"/>
                  </a:cubicBezTo>
                  <a:cubicBezTo>
                    <a:pt x="52" y="23"/>
                    <a:pt x="52" y="23"/>
                    <a:pt x="52" y="23"/>
                  </a:cubicBezTo>
                  <a:lnTo>
                    <a:pt x="52" y="65"/>
                  </a:lnTo>
                  <a:close/>
                  <a:moveTo>
                    <a:pt x="52" y="0"/>
                  </a:moveTo>
                  <a:cubicBezTo>
                    <a:pt x="21" y="0"/>
                    <a:pt x="21" y="0"/>
                    <a:pt x="21" y="0"/>
                  </a:cubicBezTo>
                  <a:cubicBezTo>
                    <a:pt x="20" y="1"/>
                    <a:pt x="20" y="1"/>
                    <a:pt x="20" y="1"/>
                  </a:cubicBezTo>
                  <a:cubicBezTo>
                    <a:pt x="20" y="19"/>
                    <a:pt x="20" y="19"/>
                    <a:pt x="20" y="19"/>
                  </a:cubicBezTo>
                  <a:cubicBezTo>
                    <a:pt x="26" y="7"/>
                    <a:pt x="26" y="7"/>
                    <a:pt x="26" y="7"/>
                  </a:cubicBezTo>
                  <a:cubicBezTo>
                    <a:pt x="26" y="7"/>
                    <a:pt x="26" y="7"/>
                    <a:pt x="26" y="7"/>
                  </a:cubicBezTo>
                  <a:cubicBezTo>
                    <a:pt x="52" y="7"/>
                    <a:pt x="52" y="7"/>
                    <a:pt x="52" y="7"/>
                  </a:cubicBezTo>
                  <a:cubicBezTo>
                    <a:pt x="52" y="0"/>
                    <a:pt x="52" y="0"/>
                    <a:pt x="52" y="0"/>
                  </a:cubicBezTo>
                  <a:close/>
                  <a:moveTo>
                    <a:pt x="20" y="82"/>
                  </a:moveTo>
                  <a:cubicBezTo>
                    <a:pt x="20" y="82"/>
                    <a:pt x="20" y="82"/>
                    <a:pt x="20" y="82"/>
                  </a:cubicBezTo>
                  <a:cubicBezTo>
                    <a:pt x="23" y="82"/>
                    <a:pt x="25" y="80"/>
                    <a:pt x="25" y="77"/>
                  </a:cubicBezTo>
                  <a:cubicBezTo>
                    <a:pt x="25" y="65"/>
                    <a:pt x="25" y="65"/>
                    <a:pt x="25" y="65"/>
                  </a:cubicBezTo>
                  <a:cubicBezTo>
                    <a:pt x="52" y="65"/>
                    <a:pt x="52" y="65"/>
                    <a:pt x="52" y="65"/>
                  </a:cubicBezTo>
                  <a:cubicBezTo>
                    <a:pt x="52" y="23"/>
                    <a:pt x="52" y="23"/>
                    <a:pt x="52" y="23"/>
                  </a:cubicBezTo>
                  <a:cubicBezTo>
                    <a:pt x="20" y="23"/>
                    <a:pt x="20" y="23"/>
                    <a:pt x="20" y="23"/>
                  </a:cubicBezTo>
                  <a:cubicBezTo>
                    <a:pt x="20" y="46"/>
                    <a:pt x="20" y="46"/>
                    <a:pt x="20" y="46"/>
                  </a:cubicBezTo>
                  <a:cubicBezTo>
                    <a:pt x="30" y="46"/>
                    <a:pt x="30" y="46"/>
                    <a:pt x="30" y="46"/>
                  </a:cubicBezTo>
                  <a:cubicBezTo>
                    <a:pt x="30" y="57"/>
                    <a:pt x="30" y="57"/>
                    <a:pt x="30" y="57"/>
                  </a:cubicBezTo>
                  <a:cubicBezTo>
                    <a:pt x="30" y="57"/>
                    <a:pt x="30" y="57"/>
                    <a:pt x="30" y="57"/>
                  </a:cubicBezTo>
                  <a:cubicBezTo>
                    <a:pt x="20" y="57"/>
                    <a:pt x="20" y="57"/>
                    <a:pt x="20" y="57"/>
                  </a:cubicBezTo>
                  <a:lnTo>
                    <a:pt x="20" y="82"/>
                  </a:lnTo>
                  <a:close/>
                  <a:moveTo>
                    <a:pt x="20" y="1"/>
                  </a:moveTo>
                  <a:cubicBezTo>
                    <a:pt x="11" y="18"/>
                    <a:pt x="11" y="18"/>
                    <a:pt x="11" y="18"/>
                  </a:cubicBezTo>
                  <a:cubicBezTo>
                    <a:pt x="0" y="30"/>
                    <a:pt x="0" y="30"/>
                    <a:pt x="0" y="30"/>
                  </a:cubicBezTo>
                  <a:cubicBezTo>
                    <a:pt x="0" y="63"/>
                    <a:pt x="0" y="63"/>
                    <a:pt x="0" y="63"/>
                  </a:cubicBezTo>
                  <a:cubicBezTo>
                    <a:pt x="0" y="65"/>
                    <a:pt x="0" y="65"/>
                    <a:pt x="0" y="65"/>
                  </a:cubicBezTo>
                  <a:cubicBezTo>
                    <a:pt x="0" y="77"/>
                    <a:pt x="0" y="77"/>
                    <a:pt x="0" y="77"/>
                  </a:cubicBezTo>
                  <a:cubicBezTo>
                    <a:pt x="0" y="80"/>
                    <a:pt x="3" y="82"/>
                    <a:pt x="5" y="82"/>
                  </a:cubicBezTo>
                  <a:cubicBezTo>
                    <a:pt x="20" y="82"/>
                    <a:pt x="20" y="82"/>
                    <a:pt x="20" y="82"/>
                  </a:cubicBezTo>
                  <a:cubicBezTo>
                    <a:pt x="20" y="57"/>
                    <a:pt x="20" y="57"/>
                    <a:pt x="20" y="57"/>
                  </a:cubicBezTo>
                  <a:cubicBezTo>
                    <a:pt x="10" y="57"/>
                    <a:pt x="10" y="57"/>
                    <a:pt x="10" y="57"/>
                  </a:cubicBezTo>
                  <a:cubicBezTo>
                    <a:pt x="10" y="46"/>
                    <a:pt x="10" y="46"/>
                    <a:pt x="10" y="46"/>
                  </a:cubicBezTo>
                  <a:cubicBezTo>
                    <a:pt x="20" y="46"/>
                    <a:pt x="20" y="46"/>
                    <a:pt x="20" y="46"/>
                  </a:cubicBezTo>
                  <a:cubicBezTo>
                    <a:pt x="20" y="23"/>
                    <a:pt x="20" y="23"/>
                    <a:pt x="20" y="23"/>
                  </a:cubicBezTo>
                  <a:cubicBezTo>
                    <a:pt x="18" y="23"/>
                    <a:pt x="18" y="23"/>
                    <a:pt x="18" y="23"/>
                  </a:cubicBezTo>
                  <a:cubicBezTo>
                    <a:pt x="20" y="19"/>
                    <a:pt x="20" y="19"/>
                    <a:pt x="20" y="19"/>
                  </a:cubicBezTo>
                  <a:lnTo>
                    <a:pt x="20"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2" name="Freeform 178"/>
            <p:cNvSpPr>
              <a:spLocks/>
            </p:cNvSpPr>
            <p:nvPr/>
          </p:nvSpPr>
          <p:spPr bwMode="auto">
            <a:xfrm>
              <a:off x="11985330" y="624681"/>
              <a:ext cx="225425" cy="161925"/>
            </a:xfrm>
            <a:custGeom>
              <a:avLst/>
              <a:gdLst>
                <a:gd name="T0" fmla="*/ 21 w 60"/>
                <a:gd name="T1" fmla="*/ 13 h 43"/>
                <a:gd name="T2" fmla="*/ 40 w 60"/>
                <a:gd name="T3" fmla="*/ 35 h 43"/>
                <a:gd name="T4" fmla="*/ 60 w 60"/>
                <a:gd name="T5" fmla="*/ 43 h 43"/>
                <a:gd name="T6" fmla="*/ 48 w 60"/>
                <a:gd name="T7" fmla="*/ 29 h 43"/>
                <a:gd name="T8" fmla="*/ 41 w 60"/>
                <a:gd name="T9" fmla="*/ 17 h 43"/>
                <a:gd name="T10" fmla="*/ 25 w 60"/>
                <a:gd name="T11" fmla="*/ 3 h 43"/>
                <a:gd name="T12" fmla="*/ 0 w 60"/>
                <a:gd name="T13" fmla="*/ 2 h 43"/>
                <a:gd name="T14" fmla="*/ 7 w 60"/>
                <a:gd name="T15" fmla="*/ 4 h 43"/>
                <a:gd name="T16" fmla="*/ 21 w 60"/>
                <a:gd name="T17"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43">
                  <a:moveTo>
                    <a:pt x="21" y="13"/>
                  </a:moveTo>
                  <a:cubicBezTo>
                    <a:pt x="28" y="20"/>
                    <a:pt x="32" y="29"/>
                    <a:pt x="40" y="35"/>
                  </a:cubicBezTo>
                  <a:cubicBezTo>
                    <a:pt x="45" y="39"/>
                    <a:pt x="53" y="42"/>
                    <a:pt x="60" y="43"/>
                  </a:cubicBezTo>
                  <a:cubicBezTo>
                    <a:pt x="54" y="41"/>
                    <a:pt x="51" y="34"/>
                    <a:pt x="48" y="29"/>
                  </a:cubicBezTo>
                  <a:cubicBezTo>
                    <a:pt x="46" y="25"/>
                    <a:pt x="44" y="21"/>
                    <a:pt x="41" y="17"/>
                  </a:cubicBezTo>
                  <a:cubicBezTo>
                    <a:pt x="37" y="11"/>
                    <a:pt x="31" y="6"/>
                    <a:pt x="25" y="3"/>
                  </a:cubicBezTo>
                  <a:cubicBezTo>
                    <a:pt x="17" y="0"/>
                    <a:pt x="8" y="1"/>
                    <a:pt x="0" y="2"/>
                  </a:cubicBezTo>
                  <a:cubicBezTo>
                    <a:pt x="2" y="1"/>
                    <a:pt x="6" y="3"/>
                    <a:pt x="7" y="4"/>
                  </a:cubicBezTo>
                  <a:cubicBezTo>
                    <a:pt x="12" y="6"/>
                    <a:pt x="17" y="9"/>
                    <a:pt x="21"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3" name="Freeform 179"/>
            <p:cNvSpPr>
              <a:spLocks/>
            </p:cNvSpPr>
            <p:nvPr/>
          </p:nvSpPr>
          <p:spPr bwMode="auto">
            <a:xfrm>
              <a:off x="11629232" y="652461"/>
              <a:ext cx="296863" cy="198438"/>
            </a:xfrm>
            <a:custGeom>
              <a:avLst/>
              <a:gdLst>
                <a:gd name="T0" fmla="*/ 12 w 79"/>
                <a:gd name="T1" fmla="*/ 13 h 53"/>
                <a:gd name="T2" fmla="*/ 36 w 79"/>
                <a:gd name="T3" fmla="*/ 44 h 53"/>
                <a:gd name="T4" fmla="*/ 79 w 79"/>
                <a:gd name="T5" fmla="*/ 45 h 53"/>
                <a:gd name="T6" fmla="*/ 62 w 79"/>
                <a:gd name="T7" fmla="*/ 38 h 53"/>
                <a:gd name="T8" fmla="*/ 47 w 79"/>
                <a:gd name="T9" fmla="*/ 23 h 53"/>
                <a:gd name="T10" fmla="*/ 28 w 79"/>
                <a:gd name="T11" fmla="*/ 5 h 53"/>
                <a:gd name="T12" fmla="*/ 0 w 79"/>
                <a:gd name="T13" fmla="*/ 0 h 53"/>
                <a:gd name="T14" fmla="*/ 4 w 79"/>
                <a:gd name="T15" fmla="*/ 3 h 53"/>
                <a:gd name="T16" fmla="*/ 12 w 79"/>
                <a:gd name="T17"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2" y="13"/>
                  </a:moveTo>
                  <a:cubicBezTo>
                    <a:pt x="19" y="25"/>
                    <a:pt x="24" y="37"/>
                    <a:pt x="36" y="44"/>
                  </a:cubicBezTo>
                  <a:cubicBezTo>
                    <a:pt x="49" y="52"/>
                    <a:pt x="65" y="53"/>
                    <a:pt x="79" y="45"/>
                  </a:cubicBezTo>
                  <a:cubicBezTo>
                    <a:pt x="73" y="44"/>
                    <a:pt x="66" y="41"/>
                    <a:pt x="62" y="38"/>
                  </a:cubicBezTo>
                  <a:cubicBezTo>
                    <a:pt x="56" y="34"/>
                    <a:pt x="51" y="28"/>
                    <a:pt x="47" y="23"/>
                  </a:cubicBezTo>
                  <a:cubicBezTo>
                    <a:pt x="41" y="15"/>
                    <a:pt x="36" y="10"/>
                    <a:pt x="28" y="5"/>
                  </a:cubicBezTo>
                  <a:cubicBezTo>
                    <a:pt x="19" y="1"/>
                    <a:pt x="10" y="0"/>
                    <a:pt x="0" y="0"/>
                  </a:cubicBezTo>
                  <a:cubicBezTo>
                    <a:pt x="1" y="0"/>
                    <a:pt x="4" y="3"/>
                    <a:pt x="4" y="3"/>
                  </a:cubicBezTo>
                  <a:cubicBezTo>
                    <a:pt x="8" y="6"/>
                    <a:pt x="10" y="10"/>
                    <a:pt x="12"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4" name="Freeform 180"/>
            <p:cNvSpPr>
              <a:spLocks/>
            </p:cNvSpPr>
            <p:nvPr/>
          </p:nvSpPr>
          <p:spPr bwMode="auto">
            <a:xfrm>
              <a:off x="11777663" y="1027113"/>
              <a:ext cx="192087" cy="138113"/>
            </a:xfrm>
            <a:custGeom>
              <a:avLst/>
              <a:gdLst>
                <a:gd name="T0" fmla="*/ 20 w 51"/>
                <a:gd name="T1" fmla="*/ 2 h 37"/>
                <a:gd name="T2" fmla="*/ 0 w 51"/>
                <a:gd name="T3" fmla="*/ 1 h 37"/>
                <a:gd name="T4" fmla="*/ 6 w 51"/>
                <a:gd name="T5" fmla="*/ 3 h 37"/>
                <a:gd name="T6" fmla="*/ 17 w 51"/>
                <a:gd name="T7" fmla="*/ 11 h 37"/>
                <a:gd name="T8" fmla="*/ 33 w 51"/>
                <a:gd name="T9" fmla="*/ 29 h 37"/>
                <a:gd name="T10" fmla="*/ 51 w 51"/>
                <a:gd name="T11" fmla="*/ 37 h 37"/>
                <a:gd name="T12" fmla="*/ 40 w 51"/>
                <a:gd name="T13" fmla="*/ 24 h 37"/>
                <a:gd name="T14" fmla="*/ 34 w 51"/>
                <a:gd name="T15" fmla="*/ 14 h 37"/>
                <a:gd name="T16" fmla="*/ 20 w 51"/>
                <a:gd name="T1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7">
                  <a:moveTo>
                    <a:pt x="20" y="2"/>
                  </a:moveTo>
                  <a:cubicBezTo>
                    <a:pt x="14" y="0"/>
                    <a:pt x="6" y="0"/>
                    <a:pt x="0" y="1"/>
                  </a:cubicBezTo>
                  <a:cubicBezTo>
                    <a:pt x="1" y="1"/>
                    <a:pt x="4" y="2"/>
                    <a:pt x="6" y="3"/>
                  </a:cubicBezTo>
                  <a:cubicBezTo>
                    <a:pt x="10" y="5"/>
                    <a:pt x="14" y="7"/>
                    <a:pt x="17" y="11"/>
                  </a:cubicBezTo>
                  <a:cubicBezTo>
                    <a:pt x="23" y="17"/>
                    <a:pt x="27" y="24"/>
                    <a:pt x="33" y="29"/>
                  </a:cubicBezTo>
                  <a:cubicBezTo>
                    <a:pt x="38" y="33"/>
                    <a:pt x="44" y="36"/>
                    <a:pt x="51" y="37"/>
                  </a:cubicBezTo>
                  <a:cubicBezTo>
                    <a:pt x="46" y="35"/>
                    <a:pt x="43" y="29"/>
                    <a:pt x="40" y="24"/>
                  </a:cubicBezTo>
                  <a:cubicBezTo>
                    <a:pt x="38" y="21"/>
                    <a:pt x="37" y="17"/>
                    <a:pt x="34" y="14"/>
                  </a:cubicBezTo>
                  <a:cubicBezTo>
                    <a:pt x="31" y="9"/>
                    <a:pt x="26" y="5"/>
                    <a:pt x="20"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5" name="Freeform 181"/>
            <p:cNvSpPr>
              <a:spLocks/>
            </p:cNvSpPr>
            <p:nvPr/>
          </p:nvSpPr>
          <p:spPr bwMode="auto">
            <a:xfrm>
              <a:off x="12214212" y="458786"/>
              <a:ext cx="250825" cy="169864"/>
            </a:xfrm>
            <a:custGeom>
              <a:avLst/>
              <a:gdLst>
                <a:gd name="T0" fmla="*/ 0 w 67"/>
                <a:gd name="T1" fmla="*/ 1 h 45"/>
                <a:gd name="T2" fmla="*/ 3 w 67"/>
                <a:gd name="T3" fmla="*/ 3 h 45"/>
                <a:gd name="T4" fmla="*/ 10 w 67"/>
                <a:gd name="T5" fmla="*/ 12 h 45"/>
                <a:gd name="T6" fmla="*/ 30 w 67"/>
                <a:gd name="T7" fmla="*/ 38 h 45"/>
                <a:gd name="T8" fmla="*/ 67 w 67"/>
                <a:gd name="T9" fmla="*/ 39 h 45"/>
                <a:gd name="T10" fmla="*/ 52 w 67"/>
                <a:gd name="T11" fmla="*/ 33 h 45"/>
                <a:gd name="T12" fmla="*/ 40 w 67"/>
                <a:gd name="T13" fmla="*/ 20 h 45"/>
                <a:gd name="T14" fmla="*/ 23 w 67"/>
                <a:gd name="T15" fmla="*/ 5 h 45"/>
                <a:gd name="T16" fmla="*/ 0 w 67"/>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45">
                  <a:moveTo>
                    <a:pt x="0" y="1"/>
                  </a:moveTo>
                  <a:cubicBezTo>
                    <a:pt x="1" y="1"/>
                    <a:pt x="3" y="3"/>
                    <a:pt x="3" y="3"/>
                  </a:cubicBezTo>
                  <a:cubicBezTo>
                    <a:pt x="6" y="6"/>
                    <a:pt x="8" y="9"/>
                    <a:pt x="10" y="12"/>
                  </a:cubicBezTo>
                  <a:cubicBezTo>
                    <a:pt x="16" y="22"/>
                    <a:pt x="20" y="32"/>
                    <a:pt x="30" y="38"/>
                  </a:cubicBezTo>
                  <a:cubicBezTo>
                    <a:pt x="41" y="45"/>
                    <a:pt x="55" y="45"/>
                    <a:pt x="67" y="39"/>
                  </a:cubicBezTo>
                  <a:cubicBezTo>
                    <a:pt x="62" y="38"/>
                    <a:pt x="56" y="35"/>
                    <a:pt x="52" y="33"/>
                  </a:cubicBezTo>
                  <a:cubicBezTo>
                    <a:pt x="47" y="30"/>
                    <a:pt x="43" y="24"/>
                    <a:pt x="40" y="20"/>
                  </a:cubicBezTo>
                  <a:cubicBezTo>
                    <a:pt x="35" y="14"/>
                    <a:pt x="30" y="9"/>
                    <a:pt x="23" y="5"/>
                  </a:cubicBezTo>
                  <a:cubicBezTo>
                    <a:pt x="16" y="1"/>
                    <a:pt x="8" y="0"/>
                    <a:pt x="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6" name="Freeform 182"/>
            <p:cNvSpPr>
              <a:spLocks/>
            </p:cNvSpPr>
            <p:nvPr/>
          </p:nvSpPr>
          <p:spPr bwMode="auto">
            <a:xfrm>
              <a:off x="12438048" y="212725"/>
              <a:ext cx="53976" cy="119064"/>
            </a:xfrm>
            <a:custGeom>
              <a:avLst/>
              <a:gdLst>
                <a:gd name="T0" fmla="*/ 14 w 14"/>
                <a:gd name="T1" fmla="*/ 0 h 32"/>
                <a:gd name="T2" fmla="*/ 4 w 14"/>
                <a:gd name="T3" fmla="*/ 13 h 32"/>
                <a:gd name="T4" fmla="*/ 1 w 14"/>
                <a:gd name="T5" fmla="*/ 32 h 32"/>
                <a:gd name="T6" fmla="*/ 10 w 14"/>
                <a:gd name="T7" fmla="*/ 19 h 32"/>
                <a:gd name="T8" fmla="*/ 14 w 14"/>
                <a:gd name="T9" fmla="*/ 16 h 32"/>
                <a:gd name="T10" fmla="*/ 14 w 14"/>
                <a:gd name="T11" fmla="*/ 0 h 32"/>
              </a:gdLst>
              <a:ahLst/>
              <a:cxnLst>
                <a:cxn ang="0">
                  <a:pos x="T0" y="T1"/>
                </a:cxn>
                <a:cxn ang="0">
                  <a:pos x="T2" y="T3"/>
                </a:cxn>
                <a:cxn ang="0">
                  <a:pos x="T4" y="T5"/>
                </a:cxn>
                <a:cxn ang="0">
                  <a:pos x="T6" y="T7"/>
                </a:cxn>
                <a:cxn ang="0">
                  <a:pos x="T8" y="T9"/>
                </a:cxn>
                <a:cxn ang="0">
                  <a:pos x="T10" y="T11"/>
                </a:cxn>
              </a:cxnLst>
              <a:rect l="0" t="0" r="r" b="b"/>
              <a:pathLst>
                <a:path w="14" h="32">
                  <a:moveTo>
                    <a:pt x="14" y="0"/>
                  </a:moveTo>
                  <a:cubicBezTo>
                    <a:pt x="10" y="4"/>
                    <a:pt x="7" y="8"/>
                    <a:pt x="4" y="13"/>
                  </a:cubicBezTo>
                  <a:cubicBezTo>
                    <a:pt x="1" y="19"/>
                    <a:pt x="0" y="26"/>
                    <a:pt x="1" y="32"/>
                  </a:cubicBezTo>
                  <a:cubicBezTo>
                    <a:pt x="1" y="27"/>
                    <a:pt x="7" y="22"/>
                    <a:pt x="10" y="19"/>
                  </a:cubicBezTo>
                  <a:cubicBezTo>
                    <a:pt x="12" y="18"/>
                    <a:pt x="13" y="17"/>
                    <a:pt x="14" y="16"/>
                  </a:cubicBezTo>
                  <a:lnTo>
                    <a:pt x="1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7" name="Freeform 183"/>
            <p:cNvSpPr>
              <a:spLocks/>
            </p:cNvSpPr>
            <p:nvPr/>
          </p:nvSpPr>
          <p:spPr bwMode="auto">
            <a:xfrm>
              <a:off x="12243565" y="47830"/>
              <a:ext cx="112713" cy="249238"/>
            </a:xfrm>
            <a:custGeom>
              <a:avLst/>
              <a:gdLst>
                <a:gd name="T0" fmla="*/ 12 w 30"/>
                <a:gd name="T1" fmla="*/ 66 h 66"/>
                <a:gd name="T2" fmla="*/ 15 w 30"/>
                <a:gd name="T3" fmla="*/ 50 h 66"/>
                <a:gd name="T4" fmla="*/ 25 w 30"/>
                <a:gd name="T5" fmla="*/ 35 h 66"/>
                <a:gd name="T6" fmla="*/ 30 w 30"/>
                <a:gd name="T7" fmla="*/ 28 h 66"/>
                <a:gd name="T8" fmla="*/ 30 w 30"/>
                <a:gd name="T9" fmla="*/ 0 h 66"/>
                <a:gd name="T10" fmla="*/ 26 w 30"/>
                <a:gd name="T11" fmla="*/ 4 h 66"/>
                <a:gd name="T12" fmla="*/ 4 w 30"/>
                <a:gd name="T13" fmla="*/ 30 h 66"/>
                <a:gd name="T14" fmla="*/ 12 w 30"/>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6">
                  <a:moveTo>
                    <a:pt x="12" y="66"/>
                  </a:moveTo>
                  <a:cubicBezTo>
                    <a:pt x="11" y="61"/>
                    <a:pt x="13" y="55"/>
                    <a:pt x="15" y="50"/>
                  </a:cubicBezTo>
                  <a:cubicBezTo>
                    <a:pt x="17" y="45"/>
                    <a:pt x="21" y="40"/>
                    <a:pt x="25" y="35"/>
                  </a:cubicBezTo>
                  <a:cubicBezTo>
                    <a:pt x="27" y="33"/>
                    <a:pt x="28" y="30"/>
                    <a:pt x="30" y="28"/>
                  </a:cubicBezTo>
                  <a:cubicBezTo>
                    <a:pt x="30" y="0"/>
                    <a:pt x="30" y="0"/>
                    <a:pt x="30" y="0"/>
                  </a:cubicBezTo>
                  <a:cubicBezTo>
                    <a:pt x="29" y="2"/>
                    <a:pt x="27" y="3"/>
                    <a:pt x="26" y="4"/>
                  </a:cubicBezTo>
                  <a:cubicBezTo>
                    <a:pt x="18" y="12"/>
                    <a:pt x="8" y="18"/>
                    <a:pt x="4" y="30"/>
                  </a:cubicBezTo>
                  <a:cubicBezTo>
                    <a:pt x="0" y="42"/>
                    <a:pt x="3" y="56"/>
                    <a:pt x="12" y="6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8" name="Freeform 184"/>
            <p:cNvSpPr>
              <a:spLocks/>
            </p:cNvSpPr>
            <p:nvPr/>
          </p:nvSpPr>
          <p:spPr bwMode="auto">
            <a:xfrm>
              <a:off x="3490913" y="4708525"/>
              <a:ext cx="307975" cy="277813"/>
            </a:xfrm>
            <a:custGeom>
              <a:avLst/>
              <a:gdLst>
                <a:gd name="T0" fmla="*/ 8 w 82"/>
                <a:gd name="T1" fmla="*/ 7 h 74"/>
                <a:gd name="T2" fmla="*/ 1 w 82"/>
                <a:gd name="T3" fmla="*/ 22 h 74"/>
                <a:gd name="T4" fmla="*/ 0 w 82"/>
                <a:gd name="T5" fmla="*/ 26 h 74"/>
                <a:gd name="T6" fmla="*/ 0 w 82"/>
                <a:gd name="T7" fmla="*/ 27 h 74"/>
                <a:gd name="T8" fmla="*/ 0 w 82"/>
                <a:gd name="T9" fmla="*/ 31 h 74"/>
                <a:gd name="T10" fmla="*/ 0 w 82"/>
                <a:gd name="T11" fmla="*/ 34 h 74"/>
                <a:gd name="T12" fmla="*/ 3 w 82"/>
                <a:gd name="T13" fmla="*/ 48 h 74"/>
                <a:gd name="T14" fmla="*/ 12 w 82"/>
                <a:gd name="T15" fmla="*/ 64 h 74"/>
                <a:gd name="T16" fmla="*/ 13 w 82"/>
                <a:gd name="T17" fmla="*/ 65 h 74"/>
                <a:gd name="T18" fmla="*/ 18 w 82"/>
                <a:gd name="T19" fmla="*/ 71 h 74"/>
                <a:gd name="T20" fmla="*/ 20 w 82"/>
                <a:gd name="T21" fmla="*/ 72 h 74"/>
                <a:gd name="T22" fmla="*/ 29 w 82"/>
                <a:gd name="T23" fmla="*/ 73 h 74"/>
                <a:gd name="T24" fmla="*/ 29 w 82"/>
                <a:gd name="T25" fmla="*/ 73 h 74"/>
                <a:gd name="T26" fmla="*/ 33 w 82"/>
                <a:gd name="T27" fmla="*/ 71 h 74"/>
                <a:gd name="T28" fmla="*/ 36 w 82"/>
                <a:gd name="T29" fmla="*/ 70 h 74"/>
                <a:gd name="T30" fmla="*/ 41 w 82"/>
                <a:gd name="T31" fmla="*/ 70 h 74"/>
                <a:gd name="T32" fmla="*/ 41 w 82"/>
                <a:gd name="T33" fmla="*/ 70 h 74"/>
                <a:gd name="T34" fmla="*/ 46 w 82"/>
                <a:gd name="T35" fmla="*/ 70 h 74"/>
                <a:gd name="T36" fmla="*/ 49 w 82"/>
                <a:gd name="T37" fmla="*/ 71 h 74"/>
                <a:gd name="T38" fmla="*/ 53 w 82"/>
                <a:gd name="T39" fmla="*/ 73 h 74"/>
                <a:gd name="T40" fmla="*/ 54 w 82"/>
                <a:gd name="T41" fmla="*/ 73 h 74"/>
                <a:gd name="T42" fmla="*/ 63 w 82"/>
                <a:gd name="T43" fmla="*/ 72 h 74"/>
                <a:gd name="T44" fmla="*/ 64 w 82"/>
                <a:gd name="T45" fmla="*/ 71 h 74"/>
                <a:gd name="T46" fmla="*/ 70 w 82"/>
                <a:gd name="T47" fmla="*/ 65 h 74"/>
                <a:gd name="T48" fmla="*/ 70 w 82"/>
                <a:gd name="T49" fmla="*/ 64 h 74"/>
                <a:gd name="T50" fmla="*/ 79 w 82"/>
                <a:gd name="T51" fmla="*/ 48 h 74"/>
                <a:gd name="T52" fmla="*/ 82 w 82"/>
                <a:gd name="T53" fmla="*/ 34 h 74"/>
                <a:gd name="T54" fmla="*/ 82 w 82"/>
                <a:gd name="T55" fmla="*/ 31 h 74"/>
                <a:gd name="T56" fmla="*/ 82 w 82"/>
                <a:gd name="T57" fmla="*/ 27 h 74"/>
                <a:gd name="T58" fmla="*/ 82 w 82"/>
                <a:gd name="T59" fmla="*/ 26 h 74"/>
                <a:gd name="T60" fmla="*/ 82 w 82"/>
                <a:gd name="T61" fmla="*/ 22 h 74"/>
                <a:gd name="T62" fmla="*/ 74 w 82"/>
                <a:gd name="T63" fmla="*/ 7 h 74"/>
                <a:gd name="T64" fmla="*/ 72 w 82"/>
                <a:gd name="T65" fmla="*/ 5 h 74"/>
                <a:gd name="T66" fmla="*/ 61 w 82"/>
                <a:gd name="T67" fmla="*/ 0 h 74"/>
                <a:gd name="T68" fmla="*/ 48 w 82"/>
                <a:gd name="T69" fmla="*/ 2 h 74"/>
                <a:gd name="T70" fmla="*/ 41 w 82"/>
                <a:gd name="T71" fmla="*/ 4 h 74"/>
                <a:gd name="T72" fmla="*/ 34 w 82"/>
                <a:gd name="T73" fmla="*/ 2 h 74"/>
                <a:gd name="T74" fmla="*/ 22 w 82"/>
                <a:gd name="T75" fmla="*/ 0 h 74"/>
                <a:gd name="T76" fmla="*/ 10 w 82"/>
                <a:gd name="T77" fmla="*/ 5 h 74"/>
                <a:gd name="T78" fmla="*/ 8 w 82"/>
                <a:gd name="T79"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74">
                  <a:moveTo>
                    <a:pt x="8" y="7"/>
                  </a:moveTo>
                  <a:cubicBezTo>
                    <a:pt x="4" y="11"/>
                    <a:pt x="2" y="16"/>
                    <a:pt x="1" y="22"/>
                  </a:cubicBezTo>
                  <a:cubicBezTo>
                    <a:pt x="0" y="24"/>
                    <a:pt x="0" y="25"/>
                    <a:pt x="0" y="26"/>
                  </a:cubicBezTo>
                  <a:cubicBezTo>
                    <a:pt x="0" y="27"/>
                    <a:pt x="0" y="27"/>
                    <a:pt x="0" y="27"/>
                  </a:cubicBezTo>
                  <a:cubicBezTo>
                    <a:pt x="0" y="28"/>
                    <a:pt x="0" y="30"/>
                    <a:pt x="0" y="31"/>
                  </a:cubicBezTo>
                  <a:cubicBezTo>
                    <a:pt x="0" y="32"/>
                    <a:pt x="0" y="33"/>
                    <a:pt x="0" y="34"/>
                  </a:cubicBezTo>
                  <a:cubicBezTo>
                    <a:pt x="1" y="39"/>
                    <a:pt x="2" y="43"/>
                    <a:pt x="3" y="48"/>
                  </a:cubicBezTo>
                  <a:cubicBezTo>
                    <a:pt x="5" y="54"/>
                    <a:pt x="8" y="59"/>
                    <a:pt x="12" y="64"/>
                  </a:cubicBezTo>
                  <a:cubicBezTo>
                    <a:pt x="12" y="64"/>
                    <a:pt x="12" y="65"/>
                    <a:pt x="13" y="65"/>
                  </a:cubicBezTo>
                  <a:cubicBezTo>
                    <a:pt x="14" y="67"/>
                    <a:pt x="16" y="69"/>
                    <a:pt x="18" y="71"/>
                  </a:cubicBezTo>
                  <a:cubicBezTo>
                    <a:pt x="19" y="71"/>
                    <a:pt x="19" y="71"/>
                    <a:pt x="20" y="72"/>
                  </a:cubicBezTo>
                  <a:cubicBezTo>
                    <a:pt x="22" y="74"/>
                    <a:pt x="25" y="74"/>
                    <a:pt x="29" y="73"/>
                  </a:cubicBezTo>
                  <a:cubicBezTo>
                    <a:pt x="29" y="73"/>
                    <a:pt x="29" y="73"/>
                    <a:pt x="29" y="73"/>
                  </a:cubicBezTo>
                  <a:cubicBezTo>
                    <a:pt x="30" y="72"/>
                    <a:pt x="32" y="72"/>
                    <a:pt x="33" y="71"/>
                  </a:cubicBezTo>
                  <a:cubicBezTo>
                    <a:pt x="34" y="71"/>
                    <a:pt x="35" y="71"/>
                    <a:pt x="36" y="70"/>
                  </a:cubicBezTo>
                  <a:cubicBezTo>
                    <a:pt x="38" y="70"/>
                    <a:pt x="41" y="70"/>
                    <a:pt x="41" y="70"/>
                  </a:cubicBezTo>
                  <a:cubicBezTo>
                    <a:pt x="41" y="70"/>
                    <a:pt x="41" y="70"/>
                    <a:pt x="41" y="70"/>
                  </a:cubicBezTo>
                  <a:cubicBezTo>
                    <a:pt x="43" y="70"/>
                    <a:pt x="45" y="70"/>
                    <a:pt x="46" y="70"/>
                  </a:cubicBezTo>
                  <a:cubicBezTo>
                    <a:pt x="47" y="71"/>
                    <a:pt x="48" y="71"/>
                    <a:pt x="49" y="71"/>
                  </a:cubicBezTo>
                  <a:cubicBezTo>
                    <a:pt x="51" y="72"/>
                    <a:pt x="52" y="72"/>
                    <a:pt x="53" y="73"/>
                  </a:cubicBezTo>
                  <a:cubicBezTo>
                    <a:pt x="54" y="73"/>
                    <a:pt x="54" y="73"/>
                    <a:pt x="54" y="73"/>
                  </a:cubicBezTo>
                  <a:cubicBezTo>
                    <a:pt x="57" y="74"/>
                    <a:pt x="60" y="74"/>
                    <a:pt x="63" y="72"/>
                  </a:cubicBezTo>
                  <a:cubicBezTo>
                    <a:pt x="63" y="71"/>
                    <a:pt x="64" y="71"/>
                    <a:pt x="64" y="71"/>
                  </a:cubicBezTo>
                  <a:cubicBezTo>
                    <a:pt x="66" y="69"/>
                    <a:pt x="68" y="67"/>
                    <a:pt x="70" y="65"/>
                  </a:cubicBezTo>
                  <a:cubicBezTo>
                    <a:pt x="70" y="65"/>
                    <a:pt x="70" y="64"/>
                    <a:pt x="70" y="64"/>
                  </a:cubicBezTo>
                  <a:cubicBezTo>
                    <a:pt x="74" y="59"/>
                    <a:pt x="77" y="54"/>
                    <a:pt x="79" y="48"/>
                  </a:cubicBezTo>
                  <a:cubicBezTo>
                    <a:pt x="81" y="43"/>
                    <a:pt x="82" y="39"/>
                    <a:pt x="82" y="34"/>
                  </a:cubicBezTo>
                  <a:cubicBezTo>
                    <a:pt x="82" y="33"/>
                    <a:pt x="82" y="32"/>
                    <a:pt x="82" y="31"/>
                  </a:cubicBezTo>
                  <a:cubicBezTo>
                    <a:pt x="82" y="30"/>
                    <a:pt x="82" y="28"/>
                    <a:pt x="82" y="27"/>
                  </a:cubicBezTo>
                  <a:cubicBezTo>
                    <a:pt x="82" y="27"/>
                    <a:pt x="82" y="27"/>
                    <a:pt x="82" y="26"/>
                  </a:cubicBezTo>
                  <a:cubicBezTo>
                    <a:pt x="82" y="25"/>
                    <a:pt x="82" y="24"/>
                    <a:pt x="82" y="22"/>
                  </a:cubicBezTo>
                  <a:cubicBezTo>
                    <a:pt x="81" y="16"/>
                    <a:pt x="78" y="11"/>
                    <a:pt x="74" y="7"/>
                  </a:cubicBezTo>
                  <a:cubicBezTo>
                    <a:pt x="73" y="6"/>
                    <a:pt x="73" y="6"/>
                    <a:pt x="72" y="5"/>
                  </a:cubicBezTo>
                  <a:cubicBezTo>
                    <a:pt x="69" y="2"/>
                    <a:pt x="65" y="1"/>
                    <a:pt x="61" y="0"/>
                  </a:cubicBezTo>
                  <a:cubicBezTo>
                    <a:pt x="56" y="0"/>
                    <a:pt x="52" y="0"/>
                    <a:pt x="48" y="2"/>
                  </a:cubicBezTo>
                  <a:cubicBezTo>
                    <a:pt x="46" y="3"/>
                    <a:pt x="41" y="4"/>
                    <a:pt x="41" y="4"/>
                  </a:cubicBezTo>
                  <a:cubicBezTo>
                    <a:pt x="41" y="4"/>
                    <a:pt x="37" y="3"/>
                    <a:pt x="34" y="2"/>
                  </a:cubicBezTo>
                  <a:cubicBezTo>
                    <a:pt x="30" y="0"/>
                    <a:pt x="26" y="0"/>
                    <a:pt x="22" y="0"/>
                  </a:cubicBezTo>
                  <a:cubicBezTo>
                    <a:pt x="17" y="1"/>
                    <a:pt x="13" y="2"/>
                    <a:pt x="10" y="5"/>
                  </a:cubicBezTo>
                  <a:cubicBezTo>
                    <a:pt x="9" y="6"/>
                    <a:pt x="9" y="6"/>
                    <a:pt x="8"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9" name="Freeform 185"/>
            <p:cNvSpPr>
              <a:spLocks/>
            </p:cNvSpPr>
            <p:nvPr/>
          </p:nvSpPr>
          <p:spPr bwMode="auto">
            <a:xfrm>
              <a:off x="3573463" y="4622800"/>
              <a:ext cx="71438" cy="82550"/>
            </a:xfrm>
            <a:custGeom>
              <a:avLst/>
              <a:gdLst>
                <a:gd name="T0" fmla="*/ 6 w 19"/>
                <a:gd name="T1" fmla="*/ 16 h 22"/>
                <a:gd name="T2" fmla="*/ 14 w 19"/>
                <a:gd name="T3" fmla="*/ 22 h 22"/>
                <a:gd name="T4" fmla="*/ 19 w 19"/>
                <a:gd name="T5" fmla="*/ 22 h 22"/>
                <a:gd name="T6" fmla="*/ 19 w 19"/>
                <a:gd name="T7" fmla="*/ 22 h 22"/>
                <a:gd name="T8" fmla="*/ 15 w 19"/>
                <a:gd name="T9" fmla="*/ 8 h 22"/>
                <a:gd name="T10" fmla="*/ 1 w 19"/>
                <a:gd name="T11" fmla="*/ 0 h 22"/>
                <a:gd name="T12" fmla="*/ 0 w 19"/>
                <a:gd name="T13" fmla="*/ 0 h 22"/>
                <a:gd name="T14" fmla="*/ 0 w 19"/>
                <a:gd name="T15" fmla="*/ 0 h 22"/>
                <a:gd name="T16" fmla="*/ 0 w 19"/>
                <a:gd name="T17" fmla="*/ 5 h 22"/>
                <a:gd name="T18" fmla="*/ 6 w 19"/>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2">
                  <a:moveTo>
                    <a:pt x="6" y="16"/>
                  </a:moveTo>
                  <a:cubicBezTo>
                    <a:pt x="8" y="19"/>
                    <a:pt x="11" y="21"/>
                    <a:pt x="14" y="22"/>
                  </a:cubicBezTo>
                  <a:cubicBezTo>
                    <a:pt x="15" y="22"/>
                    <a:pt x="17" y="22"/>
                    <a:pt x="19" y="22"/>
                  </a:cubicBezTo>
                  <a:cubicBezTo>
                    <a:pt x="19" y="22"/>
                    <a:pt x="19" y="22"/>
                    <a:pt x="19" y="22"/>
                  </a:cubicBezTo>
                  <a:cubicBezTo>
                    <a:pt x="19" y="17"/>
                    <a:pt x="18" y="12"/>
                    <a:pt x="15" y="8"/>
                  </a:cubicBezTo>
                  <a:cubicBezTo>
                    <a:pt x="11" y="4"/>
                    <a:pt x="7" y="1"/>
                    <a:pt x="1" y="0"/>
                  </a:cubicBezTo>
                  <a:cubicBezTo>
                    <a:pt x="1" y="0"/>
                    <a:pt x="1" y="0"/>
                    <a:pt x="0" y="0"/>
                  </a:cubicBezTo>
                  <a:cubicBezTo>
                    <a:pt x="0" y="0"/>
                    <a:pt x="0" y="0"/>
                    <a:pt x="0" y="0"/>
                  </a:cubicBezTo>
                  <a:cubicBezTo>
                    <a:pt x="0" y="2"/>
                    <a:pt x="0" y="3"/>
                    <a:pt x="0" y="5"/>
                  </a:cubicBezTo>
                  <a:cubicBezTo>
                    <a:pt x="1" y="10"/>
                    <a:pt x="3" y="13"/>
                    <a:pt x="6" y="1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0" name="Freeform 186"/>
            <p:cNvSpPr>
              <a:spLocks noEditPoints="1"/>
            </p:cNvSpPr>
            <p:nvPr/>
          </p:nvSpPr>
          <p:spPr bwMode="auto">
            <a:xfrm>
              <a:off x="1997075" y="749300"/>
              <a:ext cx="415925" cy="414338"/>
            </a:xfrm>
            <a:custGeom>
              <a:avLst/>
              <a:gdLst>
                <a:gd name="T0" fmla="*/ 56 w 111"/>
                <a:gd name="T1" fmla="*/ 110 h 110"/>
                <a:gd name="T2" fmla="*/ 111 w 111"/>
                <a:gd name="T3" fmla="*/ 55 h 110"/>
                <a:gd name="T4" fmla="*/ 56 w 111"/>
                <a:gd name="T5" fmla="*/ 0 h 110"/>
                <a:gd name="T6" fmla="*/ 56 w 111"/>
                <a:gd name="T7" fmla="*/ 0 h 110"/>
                <a:gd name="T8" fmla="*/ 56 w 111"/>
                <a:gd name="T9" fmla="*/ 39 h 110"/>
                <a:gd name="T10" fmla="*/ 84 w 111"/>
                <a:gd name="T11" fmla="*/ 27 h 110"/>
                <a:gd name="T12" fmla="*/ 67 w 111"/>
                <a:gd name="T13" fmla="*/ 66 h 110"/>
                <a:gd name="T14" fmla="*/ 56 w 111"/>
                <a:gd name="T15" fmla="*/ 71 h 110"/>
                <a:gd name="T16" fmla="*/ 56 w 111"/>
                <a:gd name="T17" fmla="*/ 110 h 110"/>
                <a:gd name="T18" fmla="*/ 56 w 111"/>
                <a:gd name="T19" fmla="*/ 0 h 110"/>
                <a:gd name="T20" fmla="*/ 0 w 111"/>
                <a:gd name="T21" fmla="*/ 55 h 110"/>
                <a:gd name="T22" fmla="*/ 56 w 111"/>
                <a:gd name="T23" fmla="*/ 110 h 110"/>
                <a:gd name="T24" fmla="*/ 56 w 111"/>
                <a:gd name="T25" fmla="*/ 71 h 110"/>
                <a:gd name="T26" fmla="*/ 27 w 111"/>
                <a:gd name="T27" fmla="*/ 83 h 110"/>
                <a:gd name="T28" fmla="*/ 45 w 111"/>
                <a:gd name="T29" fmla="*/ 44 h 110"/>
                <a:gd name="T30" fmla="*/ 45 w 111"/>
                <a:gd name="T31" fmla="*/ 44 h 110"/>
                <a:gd name="T32" fmla="*/ 56 w 111"/>
                <a:gd name="T33" fmla="*/ 39 h 110"/>
                <a:gd name="T34" fmla="*/ 56 w 111"/>
                <a:gd name="T3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110">
                  <a:moveTo>
                    <a:pt x="56" y="110"/>
                  </a:moveTo>
                  <a:cubicBezTo>
                    <a:pt x="86" y="110"/>
                    <a:pt x="111" y="85"/>
                    <a:pt x="111" y="55"/>
                  </a:cubicBezTo>
                  <a:cubicBezTo>
                    <a:pt x="111" y="24"/>
                    <a:pt x="86" y="0"/>
                    <a:pt x="56" y="0"/>
                  </a:cubicBezTo>
                  <a:cubicBezTo>
                    <a:pt x="56" y="0"/>
                    <a:pt x="56" y="0"/>
                    <a:pt x="56" y="0"/>
                  </a:cubicBezTo>
                  <a:cubicBezTo>
                    <a:pt x="56" y="39"/>
                    <a:pt x="56" y="39"/>
                    <a:pt x="56" y="39"/>
                  </a:cubicBezTo>
                  <a:cubicBezTo>
                    <a:pt x="84" y="27"/>
                    <a:pt x="84" y="27"/>
                    <a:pt x="84" y="27"/>
                  </a:cubicBezTo>
                  <a:cubicBezTo>
                    <a:pt x="67" y="66"/>
                    <a:pt x="67" y="66"/>
                    <a:pt x="67" y="66"/>
                  </a:cubicBezTo>
                  <a:cubicBezTo>
                    <a:pt x="56" y="71"/>
                    <a:pt x="56" y="71"/>
                    <a:pt x="56" y="71"/>
                  </a:cubicBezTo>
                  <a:cubicBezTo>
                    <a:pt x="56" y="110"/>
                    <a:pt x="56" y="110"/>
                    <a:pt x="56" y="110"/>
                  </a:cubicBezTo>
                  <a:close/>
                  <a:moveTo>
                    <a:pt x="56" y="0"/>
                  </a:moveTo>
                  <a:cubicBezTo>
                    <a:pt x="25" y="0"/>
                    <a:pt x="0" y="24"/>
                    <a:pt x="0" y="55"/>
                  </a:cubicBezTo>
                  <a:cubicBezTo>
                    <a:pt x="0" y="85"/>
                    <a:pt x="25" y="110"/>
                    <a:pt x="56" y="110"/>
                  </a:cubicBezTo>
                  <a:cubicBezTo>
                    <a:pt x="56" y="71"/>
                    <a:pt x="56" y="71"/>
                    <a:pt x="56" y="71"/>
                  </a:cubicBezTo>
                  <a:cubicBezTo>
                    <a:pt x="27" y="83"/>
                    <a:pt x="27" y="83"/>
                    <a:pt x="27" y="83"/>
                  </a:cubicBezTo>
                  <a:cubicBezTo>
                    <a:pt x="45" y="44"/>
                    <a:pt x="45" y="44"/>
                    <a:pt x="45" y="44"/>
                  </a:cubicBezTo>
                  <a:cubicBezTo>
                    <a:pt x="45" y="44"/>
                    <a:pt x="45" y="44"/>
                    <a:pt x="45" y="44"/>
                  </a:cubicBezTo>
                  <a:cubicBezTo>
                    <a:pt x="56" y="39"/>
                    <a:pt x="56" y="39"/>
                    <a:pt x="56" y="39"/>
                  </a:cubicBezTo>
                  <a:lnTo>
                    <a:pt x="5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1" name="Oval 187"/>
            <p:cNvSpPr>
              <a:spLocks noChangeArrowheads="1"/>
            </p:cNvSpPr>
            <p:nvPr/>
          </p:nvSpPr>
          <p:spPr bwMode="auto">
            <a:xfrm>
              <a:off x="2181225" y="930275"/>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2" name="Freeform 188"/>
            <p:cNvSpPr>
              <a:spLocks/>
            </p:cNvSpPr>
            <p:nvPr/>
          </p:nvSpPr>
          <p:spPr bwMode="auto">
            <a:xfrm>
              <a:off x="7515225" y="9525"/>
              <a:ext cx="330200" cy="115888"/>
            </a:xfrm>
            <a:custGeom>
              <a:avLst/>
              <a:gdLst>
                <a:gd name="T0" fmla="*/ 88 w 88"/>
                <a:gd name="T1" fmla="*/ 0 h 31"/>
                <a:gd name="T2" fmla="*/ 44 w 88"/>
                <a:gd name="T3" fmla="*/ 31 h 31"/>
                <a:gd name="T4" fmla="*/ 0 w 88"/>
                <a:gd name="T5" fmla="*/ 0 h 31"/>
                <a:gd name="T6" fmla="*/ 88 w 88"/>
                <a:gd name="T7" fmla="*/ 0 h 31"/>
              </a:gdLst>
              <a:ahLst/>
              <a:cxnLst>
                <a:cxn ang="0">
                  <a:pos x="T0" y="T1"/>
                </a:cxn>
                <a:cxn ang="0">
                  <a:pos x="T2" y="T3"/>
                </a:cxn>
                <a:cxn ang="0">
                  <a:pos x="T4" y="T5"/>
                </a:cxn>
                <a:cxn ang="0">
                  <a:pos x="T6" y="T7"/>
                </a:cxn>
              </a:cxnLst>
              <a:rect l="0" t="0" r="r" b="b"/>
              <a:pathLst>
                <a:path w="88" h="31">
                  <a:moveTo>
                    <a:pt x="88" y="0"/>
                  </a:moveTo>
                  <a:cubicBezTo>
                    <a:pt x="82" y="18"/>
                    <a:pt x="64" y="31"/>
                    <a:pt x="44" y="31"/>
                  </a:cubicBezTo>
                  <a:cubicBezTo>
                    <a:pt x="24" y="31"/>
                    <a:pt x="7" y="18"/>
                    <a:pt x="0" y="0"/>
                  </a:cubicBezTo>
                  <a:lnTo>
                    <a:pt x="8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3" name="Rectangle 189"/>
            <p:cNvSpPr>
              <a:spLocks noChangeArrowheads="1"/>
            </p:cNvSpPr>
            <p:nvPr/>
          </p:nvSpPr>
          <p:spPr bwMode="auto">
            <a:xfrm>
              <a:off x="7658100" y="149225"/>
              <a:ext cx="44450" cy="635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4" name="Freeform 190"/>
            <p:cNvSpPr>
              <a:spLocks/>
            </p:cNvSpPr>
            <p:nvPr/>
          </p:nvSpPr>
          <p:spPr bwMode="auto">
            <a:xfrm>
              <a:off x="7807325" y="73025"/>
              <a:ext cx="79375" cy="79375"/>
            </a:xfrm>
            <a:custGeom>
              <a:avLst/>
              <a:gdLst>
                <a:gd name="T0" fmla="*/ 22 w 50"/>
                <a:gd name="T1" fmla="*/ 0 h 50"/>
                <a:gd name="T2" fmla="*/ 50 w 50"/>
                <a:gd name="T3" fmla="*/ 29 h 50"/>
                <a:gd name="T4" fmla="*/ 29 w 50"/>
                <a:gd name="T5" fmla="*/ 50 h 50"/>
                <a:gd name="T6" fmla="*/ 0 w 50"/>
                <a:gd name="T7" fmla="*/ 22 h 50"/>
                <a:gd name="T8" fmla="*/ 22 w 50"/>
                <a:gd name="T9" fmla="*/ 0 h 50"/>
              </a:gdLst>
              <a:ahLst/>
              <a:cxnLst>
                <a:cxn ang="0">
                  <a:pos x="T0" y="T1"/>
                </a:cxn>
                <a:cxn ang="0">
                  <a:pos x="T2" y="T3"/>
                </a:cxn>
                <a:cxn ang="0">
                  <a:pos x="T4" y="T5"/>
                </a:cxn>
                <a:cxn ang="0">
                  <a:pos x="T6" y="T7"/>
                </a:cxn>
                <a:cxn ang="0">
                  <a:pos x="T8" y="T9"/>
                </a:cxn>
              </a:cxnLst>
              <a:rect l="0" t="0" r="r" b="b"/>
              <a:pathLst>
                <a:path w="50" h="50">
                  <a:moveTo>
                    <a:pt x="22" y="0"/>
                  </a:moveTo>
                  <a:lnTo>
                    <a:pt x="50" y="29"/>
                  </a:lnTo>
                  <a:lnTo>
                    <a:pt x="29" y="50"/>
                  </a:lnTo>
                  <a:lnTo>
                    <a:pt x="0" y="22"/>
                  </a:lnTo>
                  <a:lnTo>
                    <a:pt x="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5" name="Freeform 191"/>
            <p:cNvSpPr>
              <a:spLocks/>
            </p:cNvSpPr>
            <p:nvPr/>
          </p:nvSpPr>
          <p:spPr bwMode="auto">
            <a:xfrm>
              <a:off x="7477125" y="73025"/>
              <a:ext cx="74613" cy="79375"/>
            </a:xfrm>
            <a:custGeom>
              <a:avLst/>
              <a:gdLst>
                <a:gd name="T0" fmla="*/ 29 w 47"/>
                <a:gd name="T1" fmla="*/ 0 h 50"/>
                <a:gd name="T2" fmla="*/ 47 w 47"/>
                <a:gd name="T3" fmla="*/ 22 h 50"/>
                <a:gd name="T4" fmla="*/ 19 w 47"/>
                <a:gd name="T5" fmla="*/ 50 h 50"/>
                <a:gd name="T6" fmla="*/ 0 w 47"/>
                <a:gd name="T7" fmla="*/ 29 h 50"/>
                <a:gd name="T8" fmla="*/ 29 w 47"/>
                <a:gd name="T9" fmla="*/ 0 h 50"/>
              </a:gdLst>
              <a:ahLst/>
              <a:cxnLst>
                <a:cxn ang="0">
                  <a:pos x="T0" y="T1"/>
                </a:cxn>
                <a:cxn ang="0">
                  <a:pos x="T2" y="T3"/>
                </a:cxn>
                <a:cxn ang="0">
                  <a:pos x="T4" y="T5"/>
                </a:cxn>
                <a:cxn ang="0">
                  <a:pos x="T6" y="T7"/>
                </a:cxn>
                <a:cxn ang="0">
                  <a:pos x="T8" y="T9"/>
                </a:cxn>
              </a:cxnLst>
              <a:rect l="0" t="0" r="r" b="b"/>
              <a:pathLst>
                <a:path w="47" h="50">
                  <a:moveTo>
                    <a:pt x="29" y="0"/>
                  </a:moveTo>
                  <a:lnTo>
                    <a:pt x="47" y="22"/>
                  </a:lnTo>
                  <a:lnTo>
                    <a:pt x="19" y="50"/>
                  </a:lnTo>
                  <a:lnTo>
                    <a:pt x="0" y="29"/>
                  </a:lnTo>
                  <a:lnTo>
                    <a:pt x="2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6" name="Freeform 192"/>
            <p:cNvSpPr>
              <a:spLocks/>
            </p:cNvSpPr>
            <p:nvPr/>
          </p:nvSpPr>
          <p:spPr bwMode="auto">
            <a:xfrm>
              <a:off x="7859713" y="9525"/>
              <a:ext cx="76200" cy="60325"/>
            </a:xfrm>
            <a:custGeom>
              <a:avLst/>
              <a:gdLst>
                <a:gd name="T0" fmla="*/ 22 w 48"/>
                <a:gd name="T1" fmla="*/ 0 h 38"/>
                <a:gd name="T2" fmla="*/ 48 w 48"/>
                <a:gd name="T3" fmla="*/ 12 h 38"/>
                <a:gd name="T4" fmla="*/ 38 w 48"/>
                <a:gd name="T5" fmla="*/ 38 h 38"/>
                <a:gd name="T6" fmla="*/ 0 w 48"/>
                <a:gd name="T7" fmla="*/ 21 h 38"/>
                <a:gd name="T8" fmla="*/ 10 w 48"/>
                <a:gd name="T9" fmla="*/ 0 h 38"/>
                <a:gd name="T10" fmla="*/ 22 w 48"/>
                <a:gd name="T11" fmla="*/ 0 h 38"/>
              </a:gdLst>
              <a:ahLst/>
              <a:cxnLst>
                <a:cxn ang="0">
                  <a:pos x="T0" y="T1"/>
                </a:cxn>
                <a:cxn ang="0">
                  <a:pos x="T2" y="T3"/>
                </a:cxn>
                <a:cxn ang="0">
                  <a:pos x="T4" y="T5"/>
                </a:cxn>
                <a:cxn ang="0">
                  <a:pos x="T6" y="T7"/>
                </a:cxn>
                <a:cxn ang="0">
                  <a:pos x="T8" y="T9"/>
                </a:cxn>
                <a:cxn ang="0">
                  <a:pos x="T10" y="T11"/>
                </a:cxn>
              </a:cxnLst>
              <a:rect l="0" t="0" r="r" b="b"/>
              <a:pathLst>
                <a:path w="48" h="38">
                  <a:moveTo>
                    <a:pt x="22" y="0"/>
                  </a:moveTo>
                  <a:lnTo>
                    <a:pt x="48" y="12"/>
                  </a:lnTo>
                  <a:lnTo>
                    <a:pt x="38" y="38"/>
                  </a:lnTo>
                  <a:lnTo>
                    <a:pt x="0" y="21"/>
                  </a:lnTo>
                  <a:lnTo>
                    <a:pt x="10" y="0"/>
                  </a:lnTo>
                  <a:lnTo>
                    <a:pt x="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7" name="Freeform 193"/>
            <p:cNvSpPr>
              <a:spLocks/>
            </p:cNvSpPr>
            <p:nvPr/>
          </p:nvSpPr>
          <p:spPr bwMode="auto">
            <a:xfrm>
              <a:off x="7559675" y="125413"/>
              <a:ext cx="63500" cy="76200"/>
            </a:xfrm>
            <a:custGeom>
              <a:avLst/>
              <a:gdLst>
                <a:gd name="T0" fmla="*/ 40 w 40"/>
                <a:gd name="T1" fmla="*/ 12 h 48"/>
                <a:gd name="T2" fmla="*/ 26 w 40"/>
                <a:gd name="T3" fmla="*/ 48 h 48"/>
                <a:gd name="T4" fmla="*/ 0 w 40"/>
                <a:gd name="T5" fmla="*/ 38 h 48"/>
                <a:gd name="T6" fmla="*/ 14 w 40"/>
                <a:gd name="T7" fmla="*/ 0 h 48"/>
                <a:gd name="T8" fmla="*/ 40 w 40"/>
                <a:gd name="T9" fmla="*/ 12 h 48"/>
              </a:gdLst>
              <a:ahLst/>
              <a:cxnLst>
                <a:cxn ang="0">
                  <a:pos x="T0" y="T1"/>
                </a:cxn>
                <a:cxn ang="0">
                  <a:pos x="T2" y="T3"/>
                </a:cxn>
                <a:cxn ang="0">
                  <a:pos x="T4" y="T5"/>
                </a:cxn>
                <a:cxn ang="0">
                  <a:pos x="T6" y="T7"/>
                </a:cxn>
                <a:cxn ang="0">
                  <a:pos x="T8" y="T9"/>
                </a:cxn>
              </a:cxnLst>
              <a:rect l="0" t="0" r="r" b="b"/>
              <a:pathLst>
                <a:path w="40" h="48">
                  <a:moveTo>
                    <a:pt x="40" y="12"/>
                  </a:moveTo>
                  <a:lnTo>
                    <a:pt x="26" y="48"/>
                  </a:lnTo>
                  <a:lnTo>
                    <a:pt x="0" y="38"/>
                  </a:lnTo>
                  <a:lnTo>
                    <a:pt x="14" y="0"/>
                  </a:lnTo>
                  <a:lnTo>
                    <a:pt x="40" y="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8" name="Freeform 194"/>
            <p:cNvSpPr>
              <a:spLocks/>
            </p:cNvSpPr>
            <p:nvPr/>
          </p:nvSpPr>
          <p:spPr bwMode="auto">
            <a:xfrm>
              <a:off x="7740650" y="125413"/>
              <a:ext cx="63500" cy="76200"/>
            </a:xfrm>
            <a:custGeom>
              <a:avLst/>
              <a:gdLst>
                <a:gd name="T0" fmla="*/ 40 w 40"/>
                <a:gd name="T1" fmla="*/ 36 h 48"/>
                <a:gd name="T2" fmla="*/ 14 w 40"/>
                <a:gd name="T3" fmla="*/ 48 h 48"/>
                <a:gd name="T4" fmla="*/ 0 w 40"/>
                <a:gd name="T5" fmla="*/ 10 h 48"/>
                <a:gd name="T6" fmla="*/ 26 w 40"/>
                <a:gd name="T7" fmla="*/ 0 h 48"/>
                <a:gd name="T8" fmla="*/ 40 w 40"/>
                <a:gd name="T9" fmla="*/ 36 h 48"/>
              </a:gdLst>
              <a:ahLst/>
              <a:cxnLst>
                <a:cxn ang="0">
                  <a:pos x="T0" y="T1"/>
                </a:cxn>
                <a:cxn ang="0">
                  <a:pos x="T2" y="T3"/>
                </a:cxn>
                <a:cxn ang="0">
                  <a:pos x="T4" y="T5"/>
                </a:cxn>
                <a:cxn ang="0">
                  <a:pos x="T6" y="T7"/>
                </a:cxn>
                <a:cxn ang="0">
                  <a:pos x="T8" y="T9"/>
                </a:cxn>
              </a:cxnLst>
              <a:rect l="0" t="0" r="r" b="b"/>
              <a:pathLst>
                <a:path w="40" h="48">
                  <a:moveTo>
                    <a:pt x="40" y="36"/>
                  </a:moveTo>
                  <a:lnTo>
                    <a:pt x="14" y="48"/>
                  </a:lnTo>
                  <a:lnTo>
                    <a:pt x="0" y="10"/>
                  </a:lnTo>
                  <a:lnTo>
                    <a:pt x="26" y="0"/>
                  </a:lnTo>
                  <a:lnTo>
                    <a:pt x="40" y="3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9" name="Freeform 195"/>
            <p:cNvSpPr>
              <a:spLocks/>
            </p:cNvSpPr>
            <p:nvPr/>
          </p:nvSpPr>
          <p:spPr bwMode="auto">
            <a:xfrm>
              <a:off x="7424738" y="9525"/>
              <a:ext cx="79375" cy="60325"/>
            </a:xfrm>
            <a:custGeom>
              <a:avLst/>
              <a:gdLst>
                <a:gd name="T0" fmla="*/ 50 w 50"/>
                <a:gd name="T1" fmla="*/ 24 h 38"/>
                <a:gd name="T2" fmla="*/ 12 w 50"/>
                <a:gd name="T3" fmla="*/ 38 h 38"/>
                <a:gd name="T4" fmla="*/ 0 w 50"/>
                <a:gd name="T5" fmla="*/ 12 h 38"/>
                <a:gd name="T6" fmla="*/ 28 w 50"/>
                <a:gd name="T7" fmla="*/ 0 h 38"/>
                <a:gd name="T8" fmla="*/ 40 w 50"/>
                <a:gd name="T9" fmla="*/ 0 h 38"/>
                <a:gd name="T10" fmla="*/ 50 w 50"/>
                <a:gd name="T11" fmla="*/ 24 h 38"/>
              </a:gdLst>
              <a:ahLst/>
              <a:cxnLst>
                <a:cxn ang="0">
                  <a:pos x="T0" y="T1"/>
                </a:cxn>
                <a:cxn ang="0">
                  <a:pos x="T2" y="T3"/>
                </a:cxn>
                <a:cxn ang="0">
                  <a:pos x="T4" y="T5"/>
                </a:cxn>
                <a:cxn ang="0">
                  <a:pos x="T6" y="T7"/>
                </a:cxn>
                <a:cxn ang="0">
                  <a:pos x="T8" y="T9"/>
                </a:cxn>
                <a:cxn ang="0">
                  <a:pos x="T10" y="T11"/>
                </a:cxn>
              </a:cxnLst>
              <a:rect l="0" t="0" r="r" b="b"/>
              <a:pathLst>
                <a:path w="50" h="38">
                  <a:moveTo>
                    <a:pt x="50" y="24"/>
                  </a:moveTo>
                  <a:lnTo>
                    <a:pt x="12" y="38"/>
                  </a:lnTo>
                  <a:lnTo>
                    <a:pt x="0" y="12"/>
                  </a:lnTo>
                  <a:lnTo>
                    <a:pt x="28" y="0"/>
                  </a:lnTo>
                  <a:lnTo>
                    <a:pt x="40" y="0"/>
                  </a:lnTo>
                  <a:lnTo>
                    <a:pt x="50" y="2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0" name="Freeform 196"/>
            <p:cNvSpPr>
              <a:spLocks/>
            </p:cNvSpPr>
            <p:nvPr/>
          </p:nvSpPr>
          <p:spPr bwMode="auto">
            <a:xfrm>
              <a:off x="3749675" y="4130675"/>
              <a:ext cx="274638" cy="447675"/>
            </a:xfrm>
            <a:custGeom>
              <a:avLst/>
              <a:gdLst>
                <a:gd name="T0" fmla="*/ 173 w 173"/>
                <a:gd name="T1" fmla="*/ 163 h 282"/>
                <a:gd name="T2" fmla="*/ 173 w 173"/>
                <a:gd name="T3" fmla="*/ 0 h 282"/>
                <a:gd name="T4" fmla="*/ 88 w 173"/>
                <a:gd name="T5" fmla="*/ 0 h 282"/>
                <a:gd name="T6" fmla="*/ 0 w 173"/>
                <a:gd name="T7" fmla="*/ 225 h 282"/>
                <a:gd name="T8" fmla="*/ 126 w 173"/>
                <a:gd name="T9" fmla="*/ 282 h 282"/>
                <a:gd name="T10" fmla="*/ 173 w 173"/>
                <a:gd name="T11" fmla="*/ 163 h 282"/>
              </a:gdLst>
              <a:ahLst/>
              <a:cxnLst>
                <a:cxn ang="0">
                  <a:pos x="T0" y="T1"/>
                </a:cxn>
                <a:cxn ang="0">
                  <a:pos x="T2" y="T3"/>
                </a:cxn>
                <a:cxn ang="0">
                  <a:pos x="T4" y="T5"/>
                </a:cxn>
                <a:cxn ang="0">
                  <a:pos x="T6" y="T7"/>
                </a:cxn>
                <a:cxn ang="0">
                  <a:pos x="T8" y="T9"/>
                </a:cxn>
                <a:cxn ang="0">
                  <a:pos x="T10" y="T11"/>
                </a:cxn>
              </a:cxnLst>
              <a:rect l="0" t="0" r="r" b="b"/>
              <a:pathLst>
                <a:path w="173" h="282">
                  <a:moveTo>
                    <a:pt x="173" y="163"/>
                  </a:moveTo>
                  <a:lnTo>
                    <a:pt x="173" y="0"/>
                  </a:lnTo>
                  <a:lnTo>
                    <a:pt x="88" y="0"/>
                  </a:lnTo>
                  <a:lnTo>
                    <a:pt x="0" y="225"/>
                  </a:lnTo>
                  <a:lnTo>
                    <a:pt x="126" y="282"/>
                  </a:lnTo>
                  <a:lnTo>
                    <a:pt x="173" y="16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1" name="Freeform 197"/>
            <p:cNvSpPr>
              <a:spLocks/>
            </p:cNvSpPr>
            <p:nvPr/>
          </p:nvSpPr>
          <p:spPr bwMode="auto">
            <a:xfrm>
              <a:off x="4043363" y="4130675"/>
              <a:ext cx="52388" cy="139700"/>
            </a:xfrm>
            <a:custGeom>
              <a:avLst/>
              <a:gdLst>
                <a:gd name="T0" fmla="*/ 0 w 14"/>
                <a:gd name="T1" fmla="*/ 37 h 37"/>
                <a:gd name="T2" fmla="*/ 13 w 14"/>
                <a:gd name="T3" fmla="*/ 1 h 37"/>
                <a:gd name="T4" fmla="*/ 14 w 14"/>
                <a:gd name="T5" fmla="*/ 0 h 37"/>
                <a:gd name="T6" fmla="*/ 0 w 14"/>
                <a:gd name="T7" fmla="*/ 0 h 37"/>
                <a:gd name="T8" fmla="*/ 0 w 14"/>
                <a:gd name="T9" fmla="*/ 37 h 37"/>
              </a:gdLst>
              <a:ahLst/>
              <a:cxnLst>
                <a:cxn ang="0">
                  <a:pos x="T0" y="T1"/>
                </a:cxn>
                <a:cxn ang="0">
                  <a:pos x="T2" y="T3"/>
                </a:cxn>
                <a:cxn ang="0">
                  <a:pos x="T4" y="T5"/>
                </a:cxn>
                <a:cxn ang="0">
                  <a:pos x="T6" y="T7"/>
                </a:cxn>
                <a:cxn ang="0">
                  <a:pos x="T8" y="T9"/>
                </a:cxn>
              </a:cxnLst>
              <a:rect l="0" t="0" r="r" b="b"/>
              <a:pathLst>
                <a:path w="14" h="37">
                  <a:moveTo>
                    <a:pt x="0" y="37"/>
                  </a:moveTo>
                  <a:cubicBezTo>
                    <a:pt x="12" y="30"/>
                    <a:pt x="13" y="13"/>
                    <a:pt x="13" y="1"/>
                  </a:cubicBezTo>
                  <a:cubicBezTo>
                    <a:pt x="13" y="0"/>
                    <a:pt x="13" y="0"/>
                    <a:pt x="14" y="0"/>
                  </a:cubicBezTo>
                  <a:cubicBezTo>
                    <a:pt x="0" y="0"/>
                    <a:pt x="0" y="0"/>
                    <a:pt x="0" y="0"/>
                  </a:cubicBezTo>
                  <a:lnTo>
                    <a:pt x="0" y="3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2" name="Freeform 198"/>
            <p:cNvSpPr>
              <a:spLocks/>
            </p:cNvSpPr>
            <p:nvPr/>
          </p:nvSpPr>
          <p:spPr bwMode="auto">
            <a:xfrm>
              <a:off x="4043363" y="4130675"/>
              <a:ext cx="277813" cy="447675"/>
            </a:xfrm>
            <a:custGeom>
              <a:avLst/>
              <a:gdLst>
                <a:gd name="T0" fmla="*/ 17 w 74"/>
                <a:gd name="T1" fmla="*/ 0 h 119"/>
                <a:gd name="T2" fmla="*/ 18 w 74"/>
                <a:gd name="T3" fmla="*/ 1 h 119"/>
                <a:gd name="T4" fmla="*/ 0 w 74"/>
                <a:gd name="T5" fmla="*/ 42 h 119"/>
                <a:gd name="T6" fmla="*/ 0 w 74"/>
                <a:gd name="T7" fmla="*/ 69 h 119"/>
                <a:gd name="T8" fmla="*/ 20 w 74"/>
                <a:gd name="T9" fmla="*/ 119 h 119"/>
                <a:gd name="T10" fmla="*/ 74 w 74"/>
                <a:gd name="T11" fmla="*/ 95 h 119"/>
                <a:gd name="T12" fmla="*/ 36 w 74"/>
                <a:gd name="T13" fmla="*/ 0 h 119"/>
                <a:gd name="T14" fmla="*/ 17 w 74"/>
                <a:gd name="T15" fmla="*/ 0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19">
                  <a:moveTo>
                    <a:pt x="17" y="0"/>
                  </a:moveTo>
                  <a:cubicBezTo>
                    <a:pt x="18" y="0"/>
                    <a:pt x="18" y="0"/>
                    <a:pt x="18" y="1"/>
                  </a:cubicBezTo>
                  <a:cubicBezTo>
                    <a:pt x="17" y="16"/>
                    <a:pt x="16" y="35"/>
                    <a:pt x="0" y="42"/>
                  </a:cubicBezTo>
                  <a:cubicBezTo>
                    <a:pt x="0" y="69"/>
                    <a:pt x="0" y="69"/>
                    <a:pt x="0" y="69"/>
                  </a:cubicBezTo>
                  <a:cubicBezTo>
                    <a:pt x="20" y="119"/>
                    <a:pt x="20" y="119"/>
                    <a:pt x="20" y="119"/>
                  </a:cubicBezTo>
                  <a:cubicBezTo>
                    <a:pt x="74" y="95"/>
                    <a:pt x="74" y="95"/>
                    <a:pt x="74" y="95"/>
                  </a:cubicBezTo>
                  <a:cubicBezTo>
                    <a:pt x="36" y="0"/>
                    <a:pt x="36" y="0"/>
                    <a:pt x="36" y="0"/>
                  </a:cubicBezTo>
                  <a:lnTo>
                    <a:pt x="1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3" name="Freeform 199"/>
            <p:cNvSpPr>
              <a:spLocks/>
            </p:cNvSpPr>
            <p:nvPr/>
          </p:nvSpPr>
          <p:spPr bwMode="auto">
            <a:xfrm>
              <a:off x="3889375" y="4078288"/>
              <a:ext cx="288925" cy="36513"/>
            </a:xfrm>
            <a:custGeom>
              <a:avLst/>
              <a:gdLst>
                <a:gd name="T0" fmla="*/ 182 w 182"/>
                <a:gd name="T1" fmla="*/ 0 h 23"/>
                <a:gd name="T2" fmla="*/ 0 w 182"/>
                <a:gd name="T3" fmla="*/ 0 h 23"/>
                <a:gd name="T4" fmla="*/ 0 w 182"/>
                <a:gd name="T5" fmla="*/ 23 h 23"/>
                <a:gd name="T6" fmla="*/ 85 w 182"/>
                <a:gd name="T7" fmla="*/ 23 h 23"/>
                <a:gd name="T8" fmla="*/ 97 w 182"/>
                <a:gd name="T9" fmla="*/ 23 h 23"/>
                <a:gd name="T10" fmla="*/ 182 w 182"/>
                <a:gd name="T11" fmla="*/ 23 h 23"/>
                <a:gd name="T12" fmla="*/ 182 w 18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82" h="23">
                  <a:moveTo>
                    <a:pt x="182" y="0"/>
                  </a:moveTo>
                  <a:lnTo>
                    <a:pt x="0" y="0"/>
                  </a:lnTo>
                  <a:lnTo>
                    <a:pt x="0" y="23"/>
                  </a:lnTo>
                  <a:lnTo>
                    <a:pt x="85" y="23"/>
                  </a:lnTo>
                  <a:lnTo>
                    <a:pt x="97" y="23"/>
                  </a:lnTo>
                  <a:lnTo>
                    <a:pt x="182" y="23"/>
                  </a:lnTo>
                  <a:lnTo>
                    <a:pt x="18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4" name="Freeform 200"/>
            <p:cNvSpPr>
              <a:spLocks noEditPoints="1"/>
            </p:cNvSpPr>
            <p:nvPr/>
          </p:nvSpPr>
          <p:spPr bwMode="auto">
            <a:xfrm>
              <a:off x="5154613" y="5106988"/>
              <a:ext cx="471488" cy="236538"/>
            </a:xfrm>
            <a:custGeom>
              <a:avLst/>
              <a:gdLst>
                <a:gd name="T0" fmla="*/ 108 w 126"/>
                <a:gd name="T1" fmla="*/ 44 h 63"/>
                <a:gd name="T2" fmla="*/ 126 w 126"/>
                <a:gd name="T3" fmla="*/ 22 h 63"/>
                <a:gd name="T4" fmla="*/ 108 w 126"/>
                <a:gd name="T5" fmla="*/ 0 h 63"/>
                <a:gd name="T6" fmla="*/ 108 w 126"/>
                <a:gd name="T7" fmla="*/ 10 h 63"/>
                <a:gd name="T8" fmla="*/ 116 w 126"/>
                <a:gd name="T9" fmla="*/ 22 h 63"/>
                <a:gd name="T10" fmla="*/ 108 w 126"/>
                <a:gd name="T11" fmla="*/ 34 h 63"/>
                <a:gd name="T12" fmla="*/ 108 w 126"/>
                <a:gd name="T13" fmla="*/ 44 h 63"/>
                <a:gd name="T14" fmla="*/ 53 w 126"/>
                <a:gd name="T15" fmla="*/ 63 h 63"/>
                <a:gd name="T16" fmla="*/ 94 w 126"/>
                <a:gd name="T17" fmla="*/ 42 h 63"/>
                <a:gd name="T18" fmla="*/ 104 w 126"/>
                <a:gd name="T19" fmla="*/ 45 h 63"/>
                <a:gd name="T20" fmla="*/ 108 w 126"/>
                <a:gd name="T21" fmla="*/ 44 h 63"/>
                <a:gd name="T22" fmla="*/ 108 w 126"/>
                <a:gd name="T23" fmla="*/ 34 h 63"/>
                <a:gd name="T24" fmla="*/ 104 w 126"/>
                <a:gd name="T25" fmla="*/ 35 h 63"/>
                <a:gd name="T26" fmla="*/ 100 w 126"/>
                <a:gd name="T27" fmla="*/ 34 h 63"/>
                <a:gd name="T28" fmla="*/ 106 w 126"/>
                <a:gd name="T29" fmla="*/ 10 h 63"/>
                <a:gd name="T30" fmla="*/ 106 w 126"/>
                <a:gd name="T31" fmla="*/ 10 h 63"/>
                <a:gd name="T32" fmla="*/ 106 w 126"/>
                <a:gd name="T33" fmla="*/ 10 h 63"/>
                <a:gd name="T34" fmla="*/ 108 w 126"/>
                <a:gd name="T35" fmla="*/ 10 h 63"/>
                <a:gd name="T36" fmla="*/ 108 w 126"/>
                <a:gd name="T37" fmla="*/ 0 h 63"/>
                <a:gd name="T38" fmla="*/ 105 w 126"/>
                <a:gd name="T39" fmla="*/ 0 h 63"/>
                <a:gd name="T40" fmla="*/ 105 w 126"/>
                <a:gd name="T41" fmla="*/ 0 h 63"/>
                <a:gd name="T42" fmla="*/ 0 w 126"/>
                <a:gd name="T43" fmla="*/ 0 h 63"/>
                <a:gd name="T44" fmla="*/ 0 w 126"/>
                <a:gd name="T45" fmla="*/ 10 h 63"/>
                <a:gd name="T46" fmla="*/ 53 w 126"/>
                <a:gd name="T4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 h="63">
                  <a:moveTo>
                    <a:pt x="108" y="44"/>
                  </a:moveTo>
                  <a:cubicBezTo>
                    <a:pt x="118" y="42"/>
                    <a:pt x="126" y="33"/>
                    <a:pt x="126" y="22"/>
                  </a:cubicBezTo>
                  <a:cubicBezTo>
                    <a:pt x="126" y="11"/>
                    <a:pt x="118" y="2"/>
                    <a:pt x="108" y="0"/>
                  </a:cubicBezTo>
                  <a:cubicBezTo>
                    <a:pt x="108" y="10"/>
                    <a:pt x="108" y="10"/>
                    <a:pt x="108" y="10"/>
                  </a:cubicBezTo>
                  <a:cubicBezTo>
                    <a:pt x="113" y="12"/>
                    <a:pt x="116" y="17"/>
                    <a:pt x="116" y="22"/>
                  </a:cubicBezTo>
                  <a:cubicBezTo>
                    <a:pt x="116" y="28"/>
                    <a:pt x="113" y="32"/>
                    <a:pt x="108" y="34"/>
                  </a:cubicBezTo>
                  <a:lnTo>
                    <a:pt x="108" y="44"/>
                  </a:lnTo>
                  <a:close/>
                  <a:moveTo>
                    <a:pt x="53" y="63"/>
                  </a:moveTo>
                  <a:cubicBezTo>
                    <a:pt x="70" y="63"/>
                    <a:pt x="85" y="55"/>
                    <a:pt x="94" y="42"/>
                  </a:cubicBezTo>
                  <a:cubicBezTo>
                    <a:pt x="97" y="44"/>
                    <a:pt x="100" y="45"/>
                    <a:pt x="104" y="45"/>
                  </a:cubicBezTo>
                  <a:cubicBezTo>
                    <a:pt x="105" y="45"/>
                    <a:pt x="107" y="44"/>
                    <a:pt x="108" y="44"/>
                  </a:cubicBezTo>
                  <a:cubicBezTo>
                    <a:pt x="108" y="34"/>
                    <a:pt x="108" y="34"/>
                    <a:pt x="108" y="34"/>
                  </a:cubicBezTo>
                  <a:cubicBezTo>
                    <a:pt x="107" y="35"/>
                    <a:pt x="105" y="35"/>
                    <a:pt x="104" y="35"/>
                  </a:cubicBezTo>
                  <a:cubicBezTo>
                    <a:pt x="102" y="35"/>
                    <a:pt x="101" y="35"/>
                    <a:pt x="100" y="34"/>
                  </a:cubicBezTo>
                  <a:cubicBezTo>
                    <a:pt x="103" y="27"/>
                    <a:pt x="106" y="18"/>
                    <a:pt x="106" y="10"/>
                  </a:cubicBezTo>
                  <a:cubicBezTo>
                    <a:pt x="106" y="10"/>
                    <a:pt x="106" y="10"/>
                    <a:pt x="106" y="10"/>
                  </a:cubicBezTo>
                  <a:cubicBezTo>
                    <a:pt x="106" y="10"/>
                    <a:pt x="106" y="10"/>
                    <a:pt x="106" y="10"/>
                  </a:cubicBezTo>
                  <a:cubicBezTo>
                    <a:pt x="106" y="10"/>
                    <a:pt x="107" y="10"/>
                    <a:pt x="108" y="10"/>
                  </a:cubicBezTo>
                  <a:cubicBezTo>
                    <a:pt x="108" y="0"/>
                    <a:pt x="108" y="0"/>
                    <a:pt x="108" y="0"/>
                  </a:cubicBezTo>
                  <a:cubicBezTo>
                    <a:pt x="107" y="0"/>
                    <a:pt x="106" y="0"/>
                    <a:pt x="105" y="0"/>
                  </a:cubicBezTo>
                  <a:cubicBezTo>
                    <a:pt x="105" y="0"/>
                    <a:pt x="105" y="0"/>
                    <a:pt x="105" y="0"/>
                  </a:cubicBezTo>
                  <a:cubicBezTo>
                    <a:pt x="0" y="0"/>
                    <a:pt x="0" y="0"/>
                    <a:pt x="0" y="0"/>
                  </a:cubicBezTo>
                  <a:cubicBezTo>
                    <a:pt x="0" y="3"/>
                    <a:pt x="0" y="6"/>
                    <a:pt x="0" y="10"/>
                  </a:cubicBezTo>
                  <a:cubicBezTo>
                    <a:pt x="0" y="39"/>
                    <a:pt x="23" y="63"/>
                    <a:pt x="53" y="6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5" name="Rectangle 201"/>
            <p:cNvSpPr>
              <a:spLocks noChangeArrowheads="1"/>
            </p:cNvSpPr>
            <p:nvPr/>
          </p:nvSpPr>
          <p:spPr bwMode="auto">
            <a:xfrm>
              <a:off x="5154613" y="5362575"/>
              <a:ext cx="427038"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6" name="Freeform 202"/>
            <p:cNvSpPr>
              <a:spLocks/>
            </p:cNvSpPr>
            <p:nvPr/>
          </p:nvSpPr>
          <p:spPr bwMode="auto">
            <a:xfrm>
              <a:off x="5251450" y="4897438"/>
              <a:ext cx="74613" cy="195263"/>
            </a:xfrm>
            <a:custGeom>
              <a:avLst/>
              <a:gdLst>
                <a:gd name="T0" fmla="*/ 7 w 20"/>
                <a:gd name="T1" fmla="*/ 39 h 52"/>
                <a:gd name="T2" fmla="*/ 10 w 20"/>
                <a:gd name="T3" fmla="*/ 50 h 52"/>
                <a:gd name="T4" fmla="*/ 18 w 20"/>
                <a:gd name="T5" fmla="*/ 32 h 52"/>
                <a:gd name="T6" fmla="*/ 13 w 20"/>
                <a:gd name="T7" fmla="*/ 21 h 52"/>
                <a:gd name="T8" fmla="*/ 13 w 20"/>
                <a:gd name="T9" fmla="*/ 13 h 52"/>
                <a:gd name="T10" fmla="*/ 7 w 20"/>
                <a:gd name="T11" fmla="*/ 4 h 52"/>
                <a:gd name="T12" fmla="*/ 2 w 20"/>
                <a:gd name="T13" fmla="*/ 22 h 52"/>
                <a:gd name="T14" fmla="*/ 7 w 20"/>
                <a:gd name="T15" fmla="*/ 39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2">
                  <a:moveTo>
                    <a:pt x="7" y="39"/>
                  </a:moveTo>
                  <a:cubicBezTo>
                    <a:pt x="0" y="42"/>
                    <a:pt x="3" y="52"/>
                    <a:pt x="10" y="50"/>
                  </a:cubicBezTo>
                  <a:cubicBezTo>
                    <a:pt x="18" y="47"/>
                    <a:pt x="20" y="39"/>
                    <a:pt x="18" y="32"/>
                  </a:cubicBezTo>
                  <a:cubicBezTo>
                    <a:pt x="17" y="28"/>
                    <a:pt x="15" y="24"/>
                    <a:pt x="13" y="21"/>
                  </a:cubicBezTo>
                  <a:cubicBezTo>
                    <a:pt x="12" y="19"/>
                    <a:pt x="10" y="15"/>
                    <a:pt x="13" y="13"/>
                  </a:cubicBezTo>
                  <a:cubicBezTo>
                    <a:pt x="19" y="9"/>
                    <a:pt x="13" y="0"/>
                    <a:pt x="7" y="4"/>
                  </a:cubicBezTo>
                  <a:cubicBezTo>
                    <a:pt x="1" y="8"/>
                    <a:pt x="0" y="15"/>
                    <a:pt x="2" y="22"/>
                  </a:cubicBezTo>
                  <a:cubicBezTo>
                    <a:pt x="3" y="25"/>
                    <a:pt x="12" y="38"/>
                    <a:pt x="7"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7" name="Freeform 203"/>
            <p:cNvSpPr>
              <a:spLocks/>
            </p:cNvSpPr>
            <p:nvPr/>
          </p:nvSpPr>
          <p:spPr bwMode="auto">
            <a:xfrm>
              <a:off x="5360988" y="4897438"/>
              <a:ext cx="77788" cy="195263"/>
            </a:xfrm>
            <a:custGeom>
              <a:avLst/>
              <a:gdLst>
                <a:gd name="T0" fmla="*/ 8 w 21"/>
                <a:gd name="T1" fmla="*/ 39 h 52"/>
                <a:gd name="T2" fmla="*/ 11 w 21"/>
                <a:gd name="T3" fmla="*/ 50 h 52"/>
                <a:gd name="T4" fmla="*/ 19 w 21"/>
                <a:gd name="T5" fmla="*/ 32 h 52"/>
                <a:gd name="T6" fmla="*/ 14 w 21"/>
                <a:gd name="T7" fmla="*/ 21 h 52"/>
                <a:gd name="T8" fmla="*/ 14 w 21"/>
                <a:gd name="T9" fmla="*/ 13 h 52"/>
                <a:gd name="T10" fmla="*/ 8 w 21"/>
                <a:gd name="T11" fmla="*/ 4 h 52"/>
                <a:gd name="T12" fmla="*/ 3 w 21"/>
                <a:gd name="T13" fmla="*/ 22 h 52"/>
                <a:gd name="T14" fmla="*/ 8 w 21"/>
                <a:gd name="T15" fmla="*/ 39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2">
                  <a:moveTo>
                    <a:pt x="8" y="39"/>
                  </a:moveTo>
                  <a:cubicBezTo>
                    <a:pt x="1" y="42"/>
                    <a:pt x="4" y="52"/>
                    <a:pt x="11" y="50"/>
                  </a:cubicBezTo>
                  <a:cubicBezTo>
                    <a:pt x="18" y="47"/>
                    <a:pt x="21" y="39"/>
                    <a:pt x="19" y="32"/>
                  </a:cubicBezTo>
                  <a:cubicBezTo>
                    <a:pt x="18" y="28"/>
                    <a:pt x="16" y="24"/>
                    <a:pt x="14" y="21"/>
                  </a:cubicBezTo>
                  <a:cubicBezTo>
                    <a:pt x="13" y="19"/>
                    <a:pt x="11" y="15"/>
                    <a:pt x="14" y="13"/>
                  </a:cubicBezTo>
                  <a:cubicBezTo>
                    <a:pt x="20" y="9"/>
                    <a:pt x="14" y="0"/>
                    <a:pt x="8" y="4"/>
                  </a:cubicBezTo>
                  <a:cubicBezTo>
                    <a:pt x="2" y="8"/>
                    <a:pt x="0" y="15"/>
                    <a:pt x="3" y="22"/>
                  </a:cubicBezTo>
                  <a:cubicBezTo>
                    <a:pt x="4" y="25"/>
                    <a:pt x="13" y="38"/>
                    <a:pt x="8"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8" name="Oval 204"/>
            <p:cNvSpPr>
              <a:spLocks noChangeArrowheads="1"/>
            </p:cNvSpPr>
            <p:nvPr/>
          </p:nvSpPr>
          <p:spPr bwMode="auto">
            <a:xfrm>
              <a:off x="4910138" y="3492500"/>
              <a:ext cx="157163" cy="15716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9" name="Freeform 205"/>
            <p:cNvSpPr>
              <a:spLocks/>
            </p:cNvSpPr>
            <p:nvPr/>
          </p:nvSpPr>
          <p:spPr bwMode="auto">
            <a:xfrm>
              <a:off x="4492625" y="3638550"/>
              <a:ext cx="758825" cy="588963"/>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0" name="Freeform 206"/>
            <p:cNvSpPr>
              <a:spLocks/>
            </p:cNvSpPr>
            <p:nvPr/>
          </p:nvSpPr>
          <p:spPr bwMode="auto">
            <a:xfrm>
              <a:off x="4451350" y="3825875"/>
              <a:ext cx="82550" cy="153988"/>
            </a:xfrm>
            <a:custGeom>
              <a:avLst/>
              <a:gdLst>
                <a:gd name="T0" fmla="*/ 0 w 52"/>
                <a:gd name="T1" fmla="*/ 90 h 97"/>
                <a:gd name="T2" fmla="*/ 38 w 52"/>
                <a:gd name="T3" fmla="*/ 0 h 97"/>
                <a:gd name="T4" fmla="*/ 52 w 52"/>
                <a:gd name="T5" fmla="*/ 7 h 97"/>
                <a:gd name="T6" fmla="*/ 15 w 52"/>
                <a:gd name="T7" fmla="*/ 97 h 97"/>
                <a:gd name="T8" fmla="*/ 0 w 52"/>
                <a:gd name="T9" fmla="*/ 90 h 97"/>
              </a:gdLst>
              <a:ahLst/>
              <a:cxnLst>
                <a:cxn ang="0">
                  <a:pos x="T0" y="T1"/>
                </a:cxn>
                <a:cxn ang="0">
                  <a:pos x="T2" y="T3"/>
                </a:cxn>
                <a:cxn ang="0">
                  <a:pos x="T4" y="T5"/>
                </a:cxn>
                <a:cxn ang="0">
                  <a:pos x="T6" y="T7"/>
                </a:cxn>
                <a:cxn ang="0">
                  <a:pos x="T8" y="T9"/>
                </a:cxn>
              </a:cxnLst>
              <a:rect l="0" t="0" r="r" b="b"/>
              <a:pathLst>
                <a:path w="52" h="97">
                  <a:moveTo>
                    <a:pt x="0" y="90"/>
                  </a:moveTo>
                  <a:lnTo>
                    <a:pt x="38" y="0"/>
                  </a:lnTo>
                  <a:lnTo>
                    <a:pt x="52" y="7"/>
                  </a:lnTo>
                  <a:lnTo>
                    <a:pt x="15" y="97"/>
                  </a:lnTo>
                  <a:lnTo>
                    <a:pt x="0" y="9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1" name="Freeform 207"/>
            <p:cNvSpPr>
              <a:spLocks/>
            </p:cNvSpPr>
            <p:nvPr/>
          </p:nvSpPr>
          <p:spPr bwMode="auto">
            <a:xfrm>
              <a:off x="4665663" y="3916363"/>
              <a:ext cx="82550" cy="153988"/>
            </a:xfrm>
            <a:custGeom>
              <a:avLst/>
              <a:gdLst>
                <a:gd name="T0" fmla="*/ 24 w 52"/>
                <a:gd name="T1" fmla="*/ 78 h 97"/>
                <a:gd name="T2" fmla="*/ 52 w 52"/>
                <a:gd name="T3" fmla="*/ 7 h 97"/>
                <a:gd name="T4" fmla="*/ 38 w 52"/>
                <a:gd name="T5" fmla="*/ 0 h 97"/>
                <a:gd name="T6" fmla="*/ 5 w 52"/>
                <a:gd name="T7" fmla="*/ 81 h 97"/>
                <a:gd name="T8" fmla="*/ 0 w 52"/>
                <a:gd name="T9" fmla="*/ 90 h 97"/>
                <a:gd name="T10" fmla="*/ 14 w 52"/>
                <a:gd name="T11" fmla="*/ 97 h 97"/>
                <a:gd name="T12" fmla="*/ 24 w 52"/>
                <a:gd name="T13" fmla="*/ 78 h 97"/>
              </a:gdLst>
              <a:ahLst/>
              <a:cxnLst>
                <a:cxn ang="0">
                  <a:pos x="T0" y="T1"/>
                </a:cxn>
                <a:cxn ang="0">
                  <a:pos x="T2" y="T3"/>
                </a:cxn>
                <a:cxn ang="0">
                  <a:pos x="T4" y="T5"/>
                </a:cxn>
                <a:cxn ang="0">
                  <a:pos x="T6" y="T7"/>
                </a:cxn>
                <a:cxn ang="0">
                  <a:pos x="T8" y="T9"/>
                </a:cxn>
                <a:cxn ang="0">
                  <a:pos x="T10" y="T11"/>
                </a:cxn>
                <a:cxn ang="0">
                  <a:pos x="T12" y="T13"/>
                </a:cxn>
              </a:cxnLst>
              <a:rect l="0" t="0" r="r" b="b"/>
              <a:pathLst>
                <a:path w="52" h="97">
                  <a:moveTo>
                    <a:pt x="24" y="78"/>
                  </a:moveTo>
                  <a:lnTo>
                    <a:pt x="52" y="7"/>
                  </a:lnTo>
                  <a:lnTo>
                    <a:pt x="38" y="0"/>
                  </a:lnTo>
                  <a:lnTo>
                    <a:pt x="5" y="81"/>
                  </a:lnTo>
                  <a:lnTo>
                    <a:pt x="0" y="90"/>
                  </a:lnTo>
                  <a:lnTo>
                    <a:pt x="14" y="97"/>
                  </a:lnTo>
                  <a:lnTo>
                    <a:pt x="24" y="7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2" name="Freeform 208"/>
            <p:cNvSpPr>
              <a:spLocks/>
            </p:cNvSpPr>
            <p:nvPr/>
          </p:nvSpPr>
          <p:spPr bwMode="auto">
            <a:xfrm>
              <a:off x="9655175" y="1065213"/>
              <a:ext cx="465138" cy="646113"/>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3" name="Freeform 209"/>
            <p:cNvSpPr>
              <a:spLocks/>
            </p:cNvSpPr>
            <p:nvPr/>
          </p:nvSpPr>
          <p:spPr bwMode="auto">
            <a:xfrm>
              <a:off x="9594850" y="1219200"/>
              <a:ext cx="195263" cy="334963"/>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4" name="Freeform 210"/>
            <p:cNvSpPr>
              <a:spLocks/>
            </p:cNvSpPr>
            <p:nvPr/>
          </p:nvSpPr>
          <p:spPr bwMode="auto">
            <a:xfrm>
              <a:off x="9567863" y="1008063"/>
              <a:ext cx="247650" cy="222250"/>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5" name="Freeform 211"/>
            <p:cNvSpPr>
              <a:spLocks/>
            </p:cNvSpPr>
            <p:nvPr/>
          </p:nvSpPr>
          <p:spPr bwMode="auto">
            <a:xfrm>
              <a:off x="0" y="9525"/>
              <a:ext cx="168275" cy="161925"/>
            </a:xfrm>
            <a:custGeom>
              <a:avLst/>
              <a:gdLst>
                <a:gd name="T0" fmla="*/ 40 w 45"/>
                <a:gd name="T1" fmla="*/ 8 h 43"/>
                <a:gd name="T2" fmla="*/ 16 w 45"/>
                <a:gd name="T3" fmla="*/ 3 h 43"/>
                <a:gd name="T4" fmla="*/ 10 w 45"/>
                <a:gd name="T5" fmla="*/ 0 h 43"/>
                <a:gd name="T6" fmla="*/ 6 w 45"/>
                <a:gd name="T7" fmla="*/ 0 h 43"/>
                <a:gd name="T8" fmla="*/ 0 w 45"/>
                <a:gd name="T9" fmla="*/ 3 h 43"/>
                <a:gd name="T10" fmla="*/ 0 w 45"/>
                <a:gd name="T11" fmla="*/ 41 h 43"/>
                <a:gd name="T12" fmla="*/ 21 w 45"/>
                <a:gd name="T13" fmla="*/ 41 h 43"/>
                <a:gd name="T14" fmla="*/ 42 w 45"/>
                <a:gd name="T15" fmla="*/ 12 h 43"/>
                <a:gd name="T16" fmla="*/ 40 w 45"/>
                <a:gd name="T17"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3">
                  <a:moveTo>
                    <a:pt x="40" y="8"/>
                  </a:moveTo>
                  <a:cubicBezTo>
                    <a:pt x="32" y="9"/>
                    <a:pt x="23" y="8"/>
                    <a:pt x="16" y="3"/>
                  </a:cubicBezTo>
                  <a:cubicBezTo>
                    <a:pt x="14" y="2"/>
                    <a:pt x="12" y="1"/>
                    <a:pt x="10" y="0"/>
                  </a:cubicBezTo>
                  <a:cubicBezTo>
                    <a:pt x="6" y="0"/>
                    <a:pt x="6" y="0"/>
                    <a:pt x="6" y="0"/>
                  </a:cubicBezTo>
                  <a:cubicBezTo>
                    <a:pt x="4" y="1"/>
                    <a:pt x="2" y="2"/>
                    <a:pt x="0" y="3"/>
                  </a:cubicBezTo>
                  <a:cubicBezTo>
                    <a:pt x="0" y="41"/>
                    <a:pt x="0" y="41"/>
                    <a:pt x="0" y="41"/>
                  </a:cubicBezTo>
                  <a:cubicBezTo>
                    <a:pt x="6" y="43"/>
                    <a:pt x="14" y="43"/>
                    <a:pt x="21" y="41"/>
                  </a:cubicBezTo>
                  <a:cubicBezTo>
                    <a:pt x="36" y="37"/>
                    <a:pt x="45" y="24"/>
                    <a:pt x="42" y="12"/>
                  </a:cubicBezTo>
                  <a:cubicBezTo>
                    <a:pt x="41" y="11"/>
                    <a:pt x="41" y="10"/>
                    <a:pt x="40" y="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6" name="Freeform 212"/>
            <p:cNvSpPr>
              <a:spLocks/>
            </p:cNvSpPr>
            <p:nvPr/>
          </p:nvSpPr>
          <p:spPr bwMode="auto">
            <a:xfrm>
              <a:off x="74613" y="9525"/>
              <a:ext cx="104775" cy="11113"/>
            </a:xfrm>
            <a:custGeom>
              <a:avLst/>
              <a:gdLst>
                <a:gd name="T0" fmla="*/ 0 w 28"/>
                <a:gd name="T1" fmla="*/ 0 h 3"/>
                <a:gd name="T2" fmla="*/ 15 w 28"/>
                <a:gd name="T3" fmla="*/ 3 h 3"/>
                <a:gd name="T4" fmla="*/ 23 w 28"/>
                <a:gd name="T5" fmla="*/ 2 h 3"/>
                <a:gd name="T6" fmla="*/ 28 w 28"/>
                <a:gd name="T7" fmla="*/ 0 h 3"/>
                <a:gd name="T8" fmla="*/ 0 w 28"/>
                <a:gd name="T9" fmla="*/ 0 h 3"/>
              </a:gdLst>
              <a:ahLst/>
              <a:cxnLst>
                <a:cxn ang="0">
                  <a:pos x="T0" y="T1"/>
                </a:cxn>
                <a:cxn ang="0">
                  <a:pos x="T2" y="T3"/>
                </a:cxn>
                <a:cxn ang="0">
                  <a:pos x="T4" y="T5"/>
                </a:cxn>
                <a:cxn ang="0">
                  <a:pos x="T6" y="T7"/>
                </a:cxn>
                <a:cxn ang="0">
                  <a:pos x="T8" y="T9"/>
                </a:cxn>
              </a:cxnLst>
              <a:rect l="0" t="0" r="r" b="b"/>
              <a:pathLst>
                <a:path w="28" h="3">
                  <a:moveTo>
                    <a:pt x="0" y="0"/>
                  </a:moveTo>
                  <a:cubicBezTo>
                    <a:pt x="5" y="2"/>
                    <a:pt x="10" y="3"/>
                    <a:pt x="15" y="3"/>
                  </a:cubicBezTo>
                  <a:cubicBezTo>
                    <a:pt x="18" y="3"/>
                    <a:pt x="21" y="3"/>
                    <a:pt x="23" y="2"/>
                  </a:cubicBezTo>
                  <a:cubicBezTo>
                    <a:pt x="25" y="2"/>
                    <a:pt x="27" y="1"/>
                    <a:pt x="28"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7" name="Freeform 213"/>
            <p:cNvSpPr>
              <a:spLocks/>
            </p:cNvSpPr>
            <p:nvPr/>
          </p:nvSpPr>
          <p:spPr bwMode="auto">
            <a:xfrm>
              <a:off x="203200" y="114300"/>
              <a:ext cx="190500" cy="219075"/>
            </a:xfrm>
            <a:custGeom>
              <a:avLst/>
              <a:gdLst>
                <a:gd name="T0" fmla="*/ 33 w 51"/>
                <a:gd name="T1" fmla="*/ 55 h 58"/>
                <a:gd name="T2" fmla="*/ 46 w 51"/>
                <a:gd name="T3" fmla="*/ 22 h 58"/>
                <a:gd name="T4" fmla="*/ 46 w 51"/>
                <a:gd name="T5" fmla="*/ 21 h 58"/>
                <a:gd name="T6" fmla="*/ 39 w 51"/>
                <a:gd name="T7" fmla="*/ 18 h 58"/>
                <a:gd name="T8" fmla="*/ 22 w 51"/>
                <a:gd name="T9" fmla="*/ 0 h 58"/>
                <a:gd name="T10" fmla="*/ 17 w 51"/>
                <a:gd name="T11" fmla="*/ 1 h 58"/>
                <a:gd name="T12" fmla="*/ 4 w 51"/>
                <a:gd name="T13" fmla="*/ 34 h 58"/>
                <a:gd name="T14" fmla="*/ 33 w 51"/>
                <a:gd name="T15" fmla="*/ 55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58">
                  <a:moveTo>
                    <a:pt x="33" y="55"/>
                  </a:moveTo>
                  <a:cubicBezTo>
                    <a:pt x="45" y="51"/>
                    <a:pt x="51" y="37"/>
                    <a:pt x="46" y="22"/>
                  </a:cubicBezTo>
                  <a:cubicBezTo>
                    <a:pt x="46" y="21"/>
                    <a:pt x="46" y="21"/>
                    <a:pt x="46" y="21"/>
                  </a:cubicBezTo>
                  <a:cubicBezTo>
                    <a:pt x="44" y="20"/>
                    <a:pt x="41" y="19"/>
                    <a:pt x="39" y="18"/>
                  </a:cubicBezTo>
                  <a:cubicBezTo>
                    <a:pt x="31" y="14"/>
                    <a:pt x="25" y="7"/>
                    <a:pt x="22" y="0"/>
                  </a:cubicBezTo>
                  <a:cubicBezTo>
                    <a:pt x="20" y="0"/>
                    <a:pt x="19" y="0"/>
                    <a:pt x="17" y="1"/>
                  </a:cubicBezTo>
                  <a:cubicBezTo>
                    <a:pt x="6" y="4"/>
                    <a:pt x="0" y="19"/>
                    <a:pt x="4" y="34"/>
                  </a:cubicBezTo>
                  <a:cubicBezTo>
                    <a:pt x="9" y="49"/>
                    <a:pt x="22" y="58"/>
                    <a:pt x="33" y="5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8" name="Freeform 214"/>
            <p:cNvSpPr>
              <a:spLocks/>
            </p:cNvSpPr>
            <p:nvPr/>
          </p:nvSpPr>
          <p:spPr bwMode="auto">
            <a:xfrm>
              <a:off x="288925" y="9525"/>
              <a:ext cx="371475" cy="184150"/>
            </a:xfrm>
            <a:custGeom>
              <a:avLst/>
              <a:gdLst>
                <a:gd name="T0" fmla="*/ 4 w 99"/>
                <a:gd name="T1" fmla="*/ 0 h 49"/>
                <a:gd name="T2" fmla="*/ 2 w 99"/>
                <a:gd name="T3" fmla="*/ 22 h 49"/>
                <a:gd name="T4" fmla="*/ 5 w 99"/>
                <a:gd name="T5" fmla="*/ 29 h 49"/>
                <a:gd name="T6" fmla="*/ 19 w 99"/>
                <a:gd name="T7" fmla="*/ 41 h 49"/>
                <a:gd name="T8" fmla="*/ 20 w 99"/>
                <a:gd name="T9" fmla="*/ 42 h 49"/>
                <a:gd name="T10" fmla="*/ 60 w 99"/>
                <a:gd name="T11" fmla="*/ 44 h 49"/>
                <a:gd name="T12" fmla="*/ 97 w 99"/>
                <a:gd name="T13" fmla="*/ 0 h 49"/>
                <a:gd name="T14" fmla="*/ 4 w 99"/>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49">
                  <a:moveTo>
                    <a:pt x="4" y="0"/>
                  </a:moveTo>
                  <a:cubicBezTo>
                    <a:pt x="1" y="7"/>
                    <a:pt x="0" y="15"/>
                    <a:pt x="2" y="22"/>
                  </a:cubicBezTo>
                  <a:cubicBezTo>
                    <a:pt x="3" y="24"/>
                    <a:pt x="4" y="27"/>
                    <a:pt x="5" y="29"/>
                  </a:cubicBezTo>
                  <a:cubicBezTo>
                    <a:pt x="9" y="34"/>
                    <a:pt x="13" y="38"/>
                    <a:pt x="19" y="41"/>
                  </a:cubicBezTo>
                  <a:cubicBezTo>
                    <a:pt x="19" y="42"/>
                    <a:pt x="20" y="42"/>
                    <a:pt x="20" y="42"/>
                  </a:cubicBezTo>
                  <a:cubicBezTo>
                    <a:pt x="31" y="47"/>
                    <a:pt x="45" y="49"/>
                    <a:pt x="60" y="44"/>
                  </a:cubicBezTo>
                  <a:cubicBezTo>
                    <a:pt x="83" y="38"/>
                    <a:pt x="99" y="18"/>
                    <a:pt x="97" y="0"/>
                  </a:cubicBezTo>
                  <a:lnTo>
                    <a:pt x="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9" name="Freeform 215"/>
            <p:cNvSpPr>
              <a:spLocks/>
            </p:cNvSpPr>
            <p:nvPr/>
          </p:nvSpPr>
          <p:spPr bwMode="auto">
            <a:xfrm>
              <a:off x="115888" y="9525"/>
              <a:ext cx="169863" cy="222250"/>
            </a:xfrm>
            <a:custGeom>
              <a:avLst/>
              <a:gdLst>
                <a:gd name="T0" fmla="*/ 28 w 45"/>
                <a:gd name="T1" fmla="*/ 0 h 59"/>
                <a:gd name="T2" fmla="*/ 2 w 45"/>
                <a:gd name="T3" fmla="*/ 47 h 59"/>
                <a:gd name="T4" fmla="*/ 5 w 45"/>
                <a:gd name="T5" fmla="*/ 57 h 59"/>
                <a:gd name="T6" fmla="*/ 15 w 45"/>
                <a:gd name="T7" fmla="*/ 55 h 59"/>
                <a:gd name="T8" fmla="*/ 43 w 45"/>
                <a:gd name="T9" fmla="*/ 4 h 59"/>
                <a:gd name="T10" fmla="*/ 45 w 45"/>
                <a:gd name="T11" fmla="*/ 0 h 59"/>
                <a:gd name="T12" fmla="*/ 28 w 45"/>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45" h="59">
                  <a:moveTo>
                    <a:pt x="28" y="0"/>
                  </a:moveTo>
                  <a:cubicBezTo>
                    <a:pt x="2" y="47"/>
                    <a:pt x="2" y="47"/>
                    <a:pt x="2" y="47"/>
                  </a:cubicBezTo>
                  <a:cubicBezTo>
                    <a:pt x="0" y="51"/>
                    <a:pt x="2" y="56"/>
                    <a:pt x="5" y="57"/>
                  </a:cubicBezTo>
                  <a:cubicBezTo>
                    <a:pt x="9" y="59"/>
                    <a:pt x="13" y="58"/>
                    <a:pt x="15" y="55"/>
                  </a:cubicBezTo>
                  <a:cubicBezTo>
                    <a:pt x="43" y="4"/>
                    <a:pt x="43" y="4"/>
                    <a:pt x="43" y="4"/>
                  </a:cubicBezTo>
                  <a:cubicBezTo>
                    <a:pt x="45" y="0"/>
                    <a:pt x="45" y="0"/>
                    <a:pt x="45" y="0"/>
                  </a:cubicBezTo>
                  <a:lnTo>
                    <a:pt x="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0" name="Freeform 216"/>
            <p:cNvSpPr>
              <a:spLocks noEditPoints="1"/>
            </p:cNvSpPr>
            <p:nvPr/>
          </p:nvSpPr>
          <p:spPr bwMode="auto">
            <a:xfrm>
              <a:off x="473075" y="3781425"/>
              <a:ext cx="277813" cy="220663"/>
            </a:xfrm>
            <a:custGeom>
              <a:avLst/>
              <a:gdLst>
                <a:gd name="T0" fmla="*/ 67 w 74"/>
                <a:gd name="T1" fmla="*/ 14 h 59"/>
                <a:gd name="T2" fmla="*/ 60 w 74"/>
                <a:gd name="T3" fmla="*/ 14 h 59"/>
                <a:gd name="T4" fmla="*/ 60 w 74"/>
                <a:gd name="T5" fmla="*/ 17 h 59"/>
                <a:gd name="T6" fmla="*/ 68 w 74"/>
                <a:gd name="T7" fmla="*/ 34 h 59"/>
                <a:gd name="T8" fmla="*/ 68 w 74"/>
                <a:gd name="T9" fmla="*/ 41 h 59"/>
                <a:gd name="T10" fmla="*/ 60 w 74"/>
                <a:gd name="T11" fmla="*/ 59 h 59"/>
                <a:gd name="T12" fmla="*/ 74 w 74"/>
                <a:gd name="T13" fmla="*/ 56 h 59"/>
                <a:gd name="T14" fmla="*/ 74 w 74"/>
                <a:gd name="T15" fmla="*/ 22 h 59"/>
                <a:gd name="T16" fmla="*/ 60 w 74"/>
                <a:gd name="T17" fmla="*/ 0 h 59"/>
                <a:gd name="T18" fmla="*/ 37 w 74"/>
                <a:gd name="T19" fmla="*/ 5 h 59"/>
                <a:gd name="T20" fmla="*/ 60 w 74"/>
                <a:gd name="T21" fmla="*/ 14 h 59"/>
                <a:gd name="T22" fmla="*/ 37 w 74"/>
                <a:gd name="T23" fmla="*/ 47 h 59"/>
                <a:gd name="T24" fmla="*/ 57 w 74"/>
                <a:gd name="T25" fmla="*/ 56 h 59"/>
                <a:gd name="T26" fmla="*/ 60 w 74"/>
                <a:gd name="T27" fmla="*/ 59 h 59"/>
                <a:gd name="T28" fmla="*/ 53 w 74"/>
                <a:gd name="T29" fmla="*/ 41 h 59"/>
                <a:gd name="T30" fmla="*/ 60 w 74"/>
                <a:gd name="T31" fmla="*/ 34 h 59"/>
                <a:gd name="T32" fmla="*/ 37 w 74"/>
                <a:gd name="T33" fmla="*/ 17 h 59"/>
                <a:gd name="T34" fmla="*/ 37 w 74"/>
                <a:gd name="T35" fmla="*/ 0 h 59"/>
                <a:gd name="T36" fmla="*/ 14 w 74"/>
                <a:gd name="T37" fmla="*/ 1 h 59"/>
                <a:gd name="T38" fmla="*/ 19 w 74"/>
                <a:gd name="T39" fmla="*/ 5 h 59"/>
                <a:gd name="T40" fmla="*/ 37 w 74"/>
                <a:gd name="T41" fmla="*/ 5 h 59"/>
                <a:gd name="T42" fmla="*/ 14 w 74"/>
                <a:gd name="T43" fmla="*/ 59 h 59"/>
                <a:gd name="T44" fmla="*/ 18 w 74"/>
                <a:gd name="T45" fmla="*/ 56 h 59"/>
                <a:gd name="T46" fmla="*/ 37 w 74"/>
                <a:gd name="T47" fmla="*/ 47 h 59"/>
                <a:gd name="T48" fmla="*/ 14 w 74"/>
                <a:gd name="T49" fmla="*/ 17 h 59"/>
                <a:gd name="T50" fmla="*/ 22 w 74"/>
                <a:gd name="T51" fmla="*/ 34 h 59"/>
                <a:gd name="T52" fmla="*/ 22 w 74"/>
                <a:gd name="T53" fmla="*/ 41 h 59"/>
                <a:gd name="T54" fmla="*/ 14 w 74"/>
                <a:gd name="T55" fmla="*/ 59 h 59"/>
                <a:gd name="T56" fmla="*/ 8 w 74"/>
                <a:gd name="T57" fmla="*/ 14 h 59"/>
                <a:gd name="T58" fmla="*/ 0 w 74"/>
                <a:gd name="T59" fmla="*/ 46 h 59"/>
                <a:gd name="T60" fmla="*/ 0 w 74"/>
                <a:gd name="T61" fmla="*/ 56 h 59"/>
                <a:gd name="T62" fmla="*/ 14 w 74"/>
                <a:gd name="T63" fmla="*/ 59 h 59"/>
                <a:gd name="T64" fmla="*/ 7 w 74"/>
                <a:gd name="T65" fmla="*/ 41 h 59"/>
                <a:gd name="T66" fmla="*/ 14 w 74"/>
                <a:gd name="T67" fmla="*/ 34 h 59"/>
                <a:gd name="T68" fmla="*/ 13 w 74"/>
                <a:gd name="T69" fmla="*/ 17 h 59"/>
                <a:gd name="T70" fmla="*/ 14 w 74"/>
                <a:gd name="T7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59">
                  <a:moveTo>
                    <a:pt x="74" y="22"/>
                  </a:moveTo>
                  <a:cubicBezTo>
                    <a:pt x="67" y="14"/>
                    <a:pt x="67" y="14"/>
                    <a:pt x="67" y="14"/>
                  </a:cubicBezTo>
                  <a:cubicBezTo>
                    <a:pt x="60" y="1"/>
                    <a:pt x="60" y="1"/>
                    <a:pt x="60" y="1"/>
                  </a:cubicBezTo>
                  <a:cubicBezTo>
                    <a:pt x="60" y="14"/>
                    <a:pt x="60" y="14"/>
                    <a:pt x="60" y="14"/>
                  </a:cubicBezTo>
                  <a:cubicBezTo>
                    <a:pt x="62" y="17"/>
                    <a:pt x="62" y="17"/>
                    <a:pt x="62" y="17"/>
                  </a:cubicBezTo>
                  <a:cubicBezTo>
                    <a:pt x="60" y="17"/>
                    <a:pt x="60" y="17"/>
                    <a:pt x="60" y="17"/>
                  </a:cubicBezTo>
                  <a:cubicBezTo>
                    <a:pt x="60" y="34"/>
                    <a:pt x="60" y="34"/>
                    <a:pt x="60" y="34"/>
                  </a:cubicBezTo>
                  <a:cubicBezTo>
                    <a:pt x="68" y="34"/>
                    <a:pt x="68" y="34"/>
                    <a:pt x="68" y="34"/>
                  </a:cubicBezTo>
                  <a:cubicBezTo>
                    <a:pt x="68" y="41"/>
                    <a:pt x="68" y="41"/>
                    <a:pt x="68" y="41"/>
                  </a:cubicBezTo>
                  <a:cubicBezTo>
                    <a:pt x="68" y="41"/>
                    <a:pt x="68" y="41"/>
                    <a:pt x="68" y="41"/>
                  </a:cubicBezTo>
                  <a:cubicBezTo>
                    <a:pt x="60" y="41"/>
                    <a:pt x="60" y="41"/>
                    <a:pt x="60" y="41"/>
                  </a:cubicBezTo>
                  <a:cubicBezTo>
                    <a:pt x="60" y="59"/>
                    <a:pt x="60" y="59"/>
                    <a:pt x="60" y="59"/>
                  </a:cubicBezTo>
                  <a:cubicBezTo>
                    <a:pt x="71" y="59"/>
                    <a:pt x="71" y="59"/>
                    <a:pt x="71" y="59"/>
                  </a:cubicBezTo>
                  <a:cubicBezTo>
                    <a:pt x="73" y="59"/>
                    <a:pt x="74" y="58"/>
                    <a:pt x="74" y="56"/>
                  </a:cubicBezTo>
                  <a:cubicBezTo>
                    <a:pt x="74" y="47"/>
                    <a:pt x="74" y="47"/>
                    <a:pt x="74" y="47"/>
                  </a:cubicBezTo>
                  <a:lnTo>
                    <a:pt x="74" y="22"/>
                  </a:lnTo>
                  <a:close/>
                  <a:moveTo>
                    <a:pt x="60" y="1"/>
                  </a:moveTo>
                  <a:cubicBezTo>
                    <a:pt x="60" y="0"/>
                    <a:pt x="60" y="0"/>
                    <a:pt x="60" y="0"/>
                  </a:cubicBezTo>
                  <a:cubicBezTo>
                    <a:pt x="37" y="0"/>
                    <a:pt x="37" y="0"/>
                    <a:pt x="37" y="0"/>
                  </a:cubicBezTo>
                  <a:cubicBezTo>
                    <a:pt x="37" y="5"/>
                    <a:pt x="37" y="5"/>
                    <a:pt x="37" y="5"/>
                  </a:cubicBezTo>
                  <a:cubicBezTo>
                    <a:pt x="56" y="5"/>
                    <a:pt x="56" y="5"/>
                    <a:pt x="56" y="5"/>
                  </a:cubicBezTo>
                  <a:cubicBezTo>
                    <a:pt x="60" y="14"/>
                    <a:pt x="60" y="14"/>
                    <a:pt x="60" y="14"/>
                  </a:cubicBezTo>
                  <a:cubicBezTo>
                    <a:pt x="60" y="1"/>
                    <a:pt x="60" y="1"/>
                    <a:pt x="60" y="1"/>
                  </a:cubicBezTo>
                  <a:close/>
                  <a:moveTo>
                    <a:pt x="37" y="47"/>
                  </a:moveTo>
                  <a:cubicBezTo>
                    <a:pt x="57" y="47"/>
                    <a:pt x="57" y="47"/>
                    <a:pt x="57" y="47"/>
                  </a:cubicBezTo>
                  <a:cubicBezTo>
                    <a:pt x="57" y="56"/>
                    <a:pt x="57" y="56"/>
                    <a:pt x="57" y="56"/>
                  </a:cubicBezTo>
                  <a:cubicBezTo>
                    <a:pt x="57" y="58"/>
                    <a:pt x="58" y="59"/>
                    <a:pt x="60" y="59"/>
                  </a:cubicBezTo>
                  <a:cubicBezTo>
                    <a:pt x="60" y="59"/>
                    <a:pt x="60" y="59"/>
                    <a:pt x="60" y="59"/>
                  </a:cubicBezTo>
                  <a:cubicBezTo>
                    <a:pt x="60" y="41"/>
                    <a:pt x="60" y="41"/>
                    <a:pt x="60" y="41"/>
                  </a:cubicBezTo>
                  <a:cubicBezTo>
                    <a:pt x="53" y="41"/>
                    <a:pt x="53" y="41"/>
                    <a:pt x="53" y="41"/>
                  </a:cubicBezTo>
                  <a:cubicBezTo>
                    <a:pt x="53" y="34"/>
                    <a:pt x="53" y="34"/>
                    <a:pt x="53" y="34"/>
                  </a:cubicBezTo>
                  <a:cubicBezTo>
                    <a:pt x="60" y="34"/>
                    <a:pt x="60" y="34"/>
                    <a:pt x="60" y="34"/>
                  </a:cubicBezTo>
                  <a:cubicBezTo>
                    <a:pt x="60" y="17"/>
                    <a:pt x="60" y="17"/>
                    <a:pt x="60" y="17"/>
                  </a:cubicBezTo>
                  <a:cubicBezTo>
                    <a:pt x="37" y="17"/>
                    <a:pt x="37" y="17"/>
                    <a:pt x="37" y="17"/>
                  </a:cubicBezTo>
                  <a:lnTo>
                    <a:pt x="37" y="47"/>
                  </a:lnTo>
                  <a:close/>
                  <a:moveTo>
                    <a:pt x="37" y="0"/>
                  </a:moveTo>
                  <a:cubicBezTo>
                    <a:pt x="15" y="0"/>
                    <a:pt x="15" y="0"/>
                    <a:pt x="15" y="0"/>
                  </a:cubicBezTo>
                  <a:cubicBezTo>
                    <a:pt x="14" y="1"/>
                    <a:pt x="14" y="1"/>
                    <a:pt x="14" y="1"/>
                  </a:cubicBezTo>
                  <a:cubicBezTo>
                    <a:pt x="14" y="14"/>
                    <a:pt x="14" y="14"/>
                    <a:pt x="14" y="14"/>
                  </a:cubicBezTo>
                  <a:cubicBezTo>
                    <a:pt x="19" y="5"/>
                    <a:pt x="19" y="5"/>
                    <a:pt x="19" y="5"/>
                  </a:cubicBezTo>
                  <a:cubicBezTo>
                    <a:pt x="19" y="5"/>
                    <a:pt x="19" y="5"/>
                    <a:pt x="19" y="5"/>
                  </a:cubicBezTo>
                  <a:cubicBezTo>
                    <a:pt x="37" y="5"/>
                    <a:pt x="37" y="5"/>
                    <a:pt x="37" y="5"/>
                  </a:cubicBezTo>
                  <a:cubicBezTo>
                    <a:pt x="37" y="0"/>
                    <a:pt x="37" y="0"/>
                    <a:pt x="37" y="0"/>
                  </a:cubicBezTo>
                  <a:close/>
                  <a:moveTo>
                    <a:pt x="14" y="59"/>
                  </a:moveTo>
                  <a:cubicBezTo>
                    <a:pt x="15" y="59"/>
                    <a:pt x="15" y="59"/>
                    <a:pt x="15" y="59"/>
                  </a:cubicBezTo>
                  <a:cubicBezTo>
                    <a:pt x="16" y="59"/>
                    <a:pt x="18" y="58"/>
                    <a:pt x="18" y="56"/>
                  </a:cubicBezTo>
                  <a:cubicBezTo>
                    <a:pt x="18" y="47"/>
                    <a:pt x="18" y="47"/>
                    <a:pt x="18" y="47"/>
                  </a:cubicBezTo>
                  <a:cubicBezTo>
                    <a:pt x="37" y="47"/>
                    <a:pt x="37" y="47"/>
                    <a:pt x="37" y="47"/>
                  </a:cubicBezTo>
                  <a:cubicBezTo>
                    <a:pt x="37" y="17"/>
                    <a:pt x="37" y="17"/>
                    <a:pt x="37" y="17"/>
                  </a:cubicBezTo>
                  <a:cubicBezTo>
                    <a:pt x="14" y="17"/>
                    <a:pt x="14" y="17"/>
                    <a:pt x="14" y="17"/>
                  </a:cubicBezTo>
                  <a:cubicBezTo>
                    <a:pt x="14" y="34"/>
                    <a:pt x="14" y="34"/>
                    <a:pt x="14" y="34"/>
                  </a:cubicBezTo>
                  <a:cubicBezTo>
                    <a:pt x="22" y="34"/>
                    <a:pt x="22" y="34"/>
                    <a:pt x="22" y="34"/>
                  </a:cubicBezTo>
                  <a:cubicBezTo>
                    <a:pt x="22" y="41"/>
                    <a:pt x="22" y="41"/>
                    <a:pt x="22" y="41"/>
                  </a:cubicBezTo>
                  <a:cubicBezTo>
                    <a:pt x="22" y="41"/>
                    <a:pt x="22" y="41"/>
                    <a:pt x="22" y="41"/>
                  </a:cubicBezTo>
                  <a:cubicBezTo>
                    <a:pt x="14" y="41"/>
                    <a:pt x="14" y="41"/>
                    <a:pt x="14" y="41"/>
                  </a:cubicBezTo>
                  <a:lnTo>
                    <a:pt x="14" y="59"/>
                  </a:lnTo>
                  <a:close/>
                  <a:moveTo>
                    <a:pt x="14" y="1"/>
                  </a:moveTo>
                  <a:cubicBezTo>
                    <a:pt x="8" y="14"/>
                    <a:pt x="8" y="14"/>
                    <a:pt x="8" y="14"/>
                  </a:cubicBezTo>
                  <a:cubicBezTo>
                    <a:pt x="0" y="22"/>
                    <a:pt x="0" y="22"/>
                    <a:pt x="0" y="22"/>
                  </a:cubicBezTo>
                  <a:cubicBezTo>
                    <a:pt x="0" y="46"/>
                    <a:pt x="0" y="46"/>
                    <a:pt x="0" y="46"/>
                  </a:cubicBezTo>
                  <a:cubicBezTo>
                    <a:pt x="0" y="47"/>
                    <a:pt x="0" y="47"/>
                    <a:pt x="0" y="47"/>
                  </a:cubicBezTo>
                  <a:cubicBezTo>
                    <a:pt x="0" y="56"/>
                    <a:pt x="0" y="56"/>
                    <a:pt x="0" y="56"/>
                  </a:cubicBezTo>
                  <a:cubicBezTo>
                    <a:pt x="0" y="58"/>
                    <a:pt x="2" y="59"/>
                    <a:pt x="4" y="59"/>
                  </a:cubicBezTo>
                  <a:cubicBezTo>
                    <a:pt x="14" y="59"/>
                    <a:pt x="14" y="59"/>
                    <a:pt x="14" y="59"/>
                  </a:cubicBezTo>
                  <a:cubicBezTo>
                    <a:pt x="14" y="41"/>
                    <a:pt x="14" y="41"/>
                    <a:pt x="14" y="41"/>
                  </a:cubicBezTo>
                  <a:cubicBezTo>
                    <a:pt x="7" y="41"/>
                    <a:pt x="7" y="41"/>
                    <a:pt x="7" y="41"/>
                  </a:cubicBezTo>
                  <a:cubicBezTo>
                    <a:pt x="7" y="34"/>
                    <a:pt x="7" y="34"/>
                    <a:pt x="7" y="34"/>
                  </a:cubicBezTo>
                  <a:cubicBezTo>
                    <a:pt x="14" y="34"/>
                    <a:pt x="14" y="34"/>
                    <a:pt x="14" y="34"/>
                  </a:cubicBezTo>
                  <a:cubicBezTo>
                    <a:pt x="14" y="17"/>
                    <a:pt x="14" y="17"/>
                    <a:pt x="14" y="17"/>
                  </a:cubicBezTo>
                  <a:cubicBezTo>
                    <a:pt x="13" y="17"/>
                    <a:pt x="13" y="17"/>
                    <a:pt x="13" y="17"/>
                  </a:cubicBezTo>
                  <a:cubicBezTo>
                    <a:pt x="14" y="14"/>
                    <a:pt x="14" y="14"/>
                    <a:pt x="14" y="14"/>
                  </a:cubicBezTo>
                  <a:lnTo>
                    <a:pt x="14"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1" name="Freeform 217"/>
            <p:cNvSpPr>
              <a:spLocks/>
            </p:cNvSpPr>
            <p:nvPr/>
          </p:nvSpPr>
          <p:spPr bwMode="auto">
            <a:xfrm>
              <a:off x="0" y="3113088"/>
              <a:ext cx="153988" cy="420688"/>
            </a:xfrm>
            <a:custGeom>
              <a:avLst/>
              <a:gdLst>
                <a:gd name="T0" fmla="*/ 0 w 41"/>
                <a:gd name="T1" fmla="*/ 112 h 112"/>
                <a:gd name="T2" fmla="*/ 11 w 41"/>
                <a:gd name="T3" fmla="*/ 112 h 112"/>
                <a:gd name="T4" fmla="*/ 11 w 41"/>
                <a:gd name="T5" fmla="*/ 40 h 112"/>
                <a:gd name="T6" fmla="*/ 29 w 41"/>
                <a:gd name="T7" fmla="*/ 57 h 112"/>
                <a:gd name="T8" fmla="*/ 41 w 41"/>
                <a:gd name="T9" fmla="*/ 38 h 112"/>
                <a:gd name="T10" fmla="*/ 0 w 41"/>
                <a:gd name="T11" fmla="*/ 0 h 112"/>
                <a:gd name="T12" fmla="*/ 0 w 41"/>
                <a:gd name="T13" fmla="*/ 112 h 112"/>
              </a:gdLst>
              <a:ahLst/>
              <a:cxnLst>
                <a:cxn ang="0">
                  <a:pos x="T0" y="T1"/>
                </a:cxn>
                <a:cxn ang="0">
                  <a:pos x="T2" y="T3"/>
                </a:cxn>
                <a:cxn ang="0">
                  <a:pos x="T4" y="T5"/>
                </a:cxn>
                <a:cxn ang="0">
                  <a:pos x="T6" y="T7"/>
                </a:cxn>
                <a:cxn ang="0">
                  <a:pos x="T8" y="T9"/>
                </a:cxn>
                <a:cxn ang="0">
                  <a:pos x="T10" y="T11"/>
                </a:cxn>
                <a:cxn ang="0">
                  <a:pos x="T12" y="T13"/>
                </a:cxn>
              </a:cxnLst>
              <a:rect l="0" t="0" r="r" b="b"/>
              <a:pathLst>
                <a:path w="41" h="112">
                  <a:moveTo>
                    <a:pt x="0" y="112"/>
                  </a:moveTo>
                  <a:cubicBezTo>
                    <a:pt x="11" y="112"/>
                    <a:pt x="11" y="112"/>
                    <a:pt x="11" y="112"/>
                  </a:cubicBezTo>
                  <a:cubicBezTo>
                    <a:pt x="11" y="40"/>
                    <a:pt x="11" y="40"/>
                    <a:pt x="11" y="40"/>
                  </a:cubicBezTo>
                  <a:cubicBezTo>
                    <a:pt x="17" y="44"/>
                    <a:pt x="29" y="57"/>
                    <a:pt x="29" y="57"/>
                  </a:cubicBezTo>
                  <a:cubicBezTo>
                    <a:pt x="41" y="38"/>
                    <a:pt x="41" y="38"/>
                    <a:pt x="41" y="38"/>
                  </a:cubicBezTo>
                  <a:cubicBezTo>
                    <a:pt x="36" y="24"/>
                    <a:pt x="10" y="7"/>
                    <a:pt x="0" y="0"/>
                  </a:cubicBezTo>
                  <a:lnTo>
                    <a:pt x="0" y="1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2" name="Freeform 218"/>
            <p:cNvSpPr>
              <a:spLocks noEditPoints="1"/>
            </p:cNvSpPr>
            <p:nvPr/>
          </p:nvSpPr>
          <p:spPr bwMode="auto">
            <a:xfrm>
              <a:off x="3119438" y="9525"/>
              <a:ext cx="588963" cy="412750"/>
            </a:xfrm>
            <a:custGeom>
              <a:avLst/>
              <a:gdLst>
                <a:gd name="T0" fmla="*/ 78 w 157"/>
                <a:gd name="T1" fmla="*/ 110 h 110"/>
                <a:gd name="T2" fmla="*/ 157 w 157"/>
                <a:gd name="T3" fmla="*/ 31 h 110"/>
                <a:gd name="T4" fmla="*/ 151 w 157"/>
                <a:gd name="T5" fmla="*/ 0 h 110"/>
                <a:gd name="T6" fmla="*/ 133 w 157"/>
                <a:gd name="T7" fmla="*/ 0 h 110"/>
                <a:gd name="T8" fmla="*/ 141 w 157"/>
                <a:gd name="T9" fmla="*/ 31 h 110"/>
                <a:gd name="T10" fmla="*/ 78 w 157"/>
                <a:gd name="T11" fmla="*/ 94 h 110"/>
                <a:gd name="T12" fmla="*/ 78 w 157"/>
                <a:gd name="T13" fmla="*/ 110 h 110"/>
                <a:gd name="T14" fmla="*/ 78 w 157"/>
                <a:gd name="T15" fmla="*/ 81 h 110"/>
                <a:gd name="T16" fmla="*/ 78 w 157"/>
                <a:gd name="T17" fmla="*/ 31 h 110"/>
                <a:gd name="T18" fmla="*/ 85 w 157"/>
                <a:gd name="T19" fmla="*/ 31 h 110"/>
                <a:gd name="T20" fmla="*/ 85 w 157"/>
                <a:gd name="T21" fmla="*/ 0 h 110"/>
                <a:gd name="T22" fmla="*/ 117 w 157"/>
                <a:gd name="T23" fmla="*/ 0 h 110"/>
                <a:gd name="T24" fmla="*/ 128 w 157"/>
                <a:gd name="T25" fmla="*/ 31 h 110"/>
                <a:gd name="T26" fmla="*/ 78 w 157"/>
                <a:gd name="T27" fmla="*/ 81 h 110"/>
                <a:gd name="T28" fmla="*/ 6 w 157"/>
                <a:gd name="T29" fmla="*/ 0 h 110"/>
                <a:gd name="T30" fmla="*/ 0 w 157"/>
                <a:gd name="T31" fmla="*/ 31 h 110"/>
                <a:gd name="T32" fmla="*/ 78 w 157"/>
                <a:gd name="T33" fmla="*/ 110 h 110"/>
                <a:gd name="T34" fmla="*/ 78 w 157"/>
                <a:gd name="T35" fmla="*/ 110 h 110"/>
                <a:gd name="T36" fmla="*/ 78 w 157"/>
                <a:gd name="T37" fmla="*/ 94 h 110"/>
                <a:gd name="T38" fmla="*/ 78 w 157"/>
                <a:gd name="T39" fmla="*/ 94 h 110"/>
                <a:gd name="T40" fmla="*/ 78 w 157"/>
                <a:gd name="T41" fmla="*/ 94 h 110"/>
                <a:gd name="T42" fmla="*/ 15 w 157"/>
                <a:gd name="T43" fmla="*/ 31 h 110"/>
                <a:gd name="T44" fmla="*/ 23 w 157"/>
                <a:gd name="T45" fmla="*/ 0 h 110"/>
                <a:gd name="T46" fmla="*/ 6 w 157"/>
                <a:gd name="T47" fmla="*/ 0 h 110"/>
                <a:gd name="T48" fmla="*/ 78 w 157"/>
                <a:gd name="T49" fmla="*/ 31 h 110"/>
                <a:gd name="T50" fmla="*/ 78 w 157"/>
                <a:gd name="T51" fmla="*/ 81 h 110"/>
                <a:gd name="T52" fmla="*/ 78 w 157"/>
                <a:gd name="T53" fmla="*/ 81 h 110"/>
                <a:gd name="T54" fmla="*/ 28 w 157"/>
                <a:gd name="T55" fmla="*/ 31 h 110"/>
                <a:gd name="T56" fmla="*/ 39 w 157"/>
                <a:gd name="T57" fmla="*/ 0 h 110"/>
                <a:gd name="T58" fmla="*/ 72 w 157"/>
                <a:gd name="T59" fmla="*/ 0 h 110"/>
                <a:gd name="T60" fmla="*/ 72 w 157"/>
                <a:gd name="T61" fmla="*/ 31 h 110"/>
                <a:gd name="T62" fmla="*/ 78 w 157"/>
                <a:gd name="T63" fmla="*/ 3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7" h="110">
                  <a:moveTo>
                    <a:pt x="78" y="110"/>
                  </a:moveTo>
                  <a:cubicBezTo>
                    <a:pt x="122" y="110"/>
                    <a:pt x="157" y="74"/>
                    <a:pt x="157" y="31"/>
                  </a:cubicBezTo>
                  <a:cubicBezTo>
                    <a:pt x="157" y="20"/>
                    <a:pt x="155" y="10"/>
                    <a:pt x="151" y="0"/>
                  </a:cubicBezTo>
                  <a:cubicBezTo>
                    <a:pt x="133" y="0"/>
                    <a:pt x="133" y="0"/>
                    <a:pt x="133" y="0"/>
                  </a:cubicBezTo>
                  <a:cubicBezTo>
                    <a:pt x="138" y="9"/>
                    <a:pt x="141" y="20"/>
                    <a:pt x="141" y="31"/>
                  </a:cubicBezTo>
                  <a:cubicBezTo>
                    <a:pt x="141" y="66"/>
                    <a:pt x="113" y="94"/>
                    <a:pt x="78" y="94"/>
                  </a:cubicBezTo>
                  <a:cubicBezTo>
                    <a:pt x="78" y="110"/>
                    <a:pt x="78" y="110"/>
                    <a:pt x="78" y="110"/>
                  </a:cubicBezTo>
                  <a:close/>
                  <a:moveTo>
                    <a:pt x="78" y="81"/>
                  </a:moveTo>
                  <a:cubicBezTo>
                    <a:pt x="78" y="31"/>
                    <a:pt x="78" y="31"/>
                    <a:pt x="78" y="31"/>
                  </a:cubicBezTo>
                  <a:cubicBezTo>
                    <a:pt x="85" y="31"/>
                    <a:pt x="85" y="31"/>
                    <a:pt x="85" y="31"/>
                  </a:cubicBezTo>
                  <a:cubicBezTo>
                    <a:pt x="85" y="0"/>
                    <a:pt x="85" y="0"/>
                    <a:pt x="85" y="0"/>
                  </a:cubicBezTo>
                  <a:cubicBezTo>
                    <a:pt x="117" y="0"/>
                    <a:pt x="117" y="0"/>
                    <a:pt x="117" y="0"/>
                  </a:cubicBezTo>
                  <a:cubicBezTo>
                    <a:pt x="124" y="9"/>
                    <a:pt x="128" y="20"/>
                    <a:pt x="128" y="31"/>
                  </a:cubicBezTo>
                  <a:cubicBezTo>
                    <a:pt x="128" y="59"/>
                    <a:pt x="106" y="81"/>
                    <a:pt x="78" y="81"/>
                  </a:cubicBezTo>
                  <a:close/>
                  <a:moveTo>
                    <a:pt x="6" y="0"/>
                  </a:moveTo>
                  <a:cubicBezTo>
                    <a:pt x="2" y="10"/>
                    <a:pt x="0" y="20"/>
                    <a:pt x="0" y="31"/>
                  </a:cubicBezTo>
                  <a:cubicBezTo>
                    <a:pt x="0" y="74"/>
                    <a:pt x="35" y="110"/>
                    <a:pt x="78" y="110"/>
                  </a:cubicBezTo>
                  <a:cubicBezTo>
                    <a:pt x="78" y="110"/>
                    <a:pt x="78" y="110"/>
                    <a:pt x="78" y="110"/>
                  </a:cubicBezTo>
                  <a:cubicBezTo>
                    <a:pt x="78" y="94"/>
                    <a:pt x="78" y="94"/>
                    <a:pt x="78" y="94"/>
                  </a:cubicBezTo>
                  <a:cubicBezTo>
                    <a:pt x="78" y="94"/>
                    <a:pt x="78" y="94"/>
                    <a:pt x="78" y="94"/>
                  </a:cubicBezTo>
                  <a:cubicBezTo>
                    <a:pt x="78" y="94"/>
                    <a:pt x="78" y="94"/>
                    <a:pt x="78" y="94"/>
                  </a:cubicBezTo>
                  <a:cubicBezTo>
                    <a:pt x="44" y="94"/>
                    <a:pt x="15" y="66"/>
                    <a:pt x="15" y="31"/>
                  </a:cubicBezTo>
                  <a:cubicBezTo>
                    <a:pt x="15" y="20"/>
                    <a:pt x="18" y="9"/>
                    <a:pt x="23" y="0"/>
                  </a:cubicBezTo>
                  <a:cubicBezTo>
                    <a:pt x="6" y="0"/>
                    <a:pt x="6" y="0"/>
                    <a:pt x="6" y="0"/>
                  </a:cubicBezTo>
                  <a:close/>
                  <a:moveTo>
                    <a:pt x="78" y="31"/>
                  </a:moveTo>
                  <a:cubicBezTo>
                    <a:pt x="78" y="81"/>
                    <a:pt x="78" y="81"/>
                    <a:pt x="78" y="81"/>
                  </a:cubicBezTo>
                  <a:cubicBezTo>
                    <a:pt x="78" y="81"/>
                    <a:pt x="78" y="81"/>
                    <a:pt x="78" y="81"/>
                  </a:cubicBezTo>
                  <a:cubicBezTo>
                    <a:pt x="51" y="81"/>
                    <a:pt x="28" y="59"/>
                    <a:pt x="28" y="31"/>
                  </a:cubicBezTo>
                  <a:cubicBezTo>
                    <a:pt x="28" y="20"/>
                    <a:pt x="32" y="9"/>
                    <a:pt x="39" y="0"/>
                  </a:cubicBezTo>
                  <a:cubicBezTo>
                    <a:pt x="72" y="0"/>
                    <a:pt x="72" y="0"/>
                    <a:pt x="72" y="0"/>
                  </a:cubicBezTo>
                  <a:cubicBezTo>
                    <a:pt x="72" y="31"/>
                    <a:pt x="72" y="31"/>
                    <a:pt x="72" y="31"/>
                  </a:cubicBezTo>
                  <a:lnTo>
                    <a:pt x="78" y="3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3" name="Freeform 219"/>
            <p:cNvSpPr>
              <a:spLocks noEditPoints="1"/>
            </p:cNvSpPr>
            <p:nvPr/>
          </p:nvSpPr>
          <p:spPr bwMode="auto">
            <a:xfrm>
              <a:off x="8970963" y="9525"/>
              <a:ext cx="379413" cy="274638"/>
            </a:xfrm>
            <a:custGeom>
              <a:avLst/>
              <a:gdLst>
                <a:gd name="T0" fmla="*/ 239 w 239"/>
                <a:gd name="T1" fmla="*/ 173 h 173"/>
                <a:gd name="T2" fmla="*/ 213 w 239"/>
                <a:gd name="T3" fmla="*/ 0 h 173"/>
                <a:gd name="T4" fmla="*/ 213 w 239"/>
                <a:gd name="T5" fmla="*/ 36 h 173"/>
                <a:gd name="T6" fmla="*/ 192 w 239"/>
                <a:gd name="T7" fmla="*/ 64 h 173"/>
                <a:gd name="T8" fmla="*/ 213 w 239"/>
                <a:gd name="T9" fmla="*/ 95 h 173"/>
                <a:gd name="T10" fmla="*/ 192 w 239"/>
                <a:gd name="T11" fmla="*/ 95 h 173"/>
                <a:gd name="T12" fmla="*/ 213 w 239"/>
                <a:gd name="T13" fmla="*/ 116 h 173"/>
                <a:gd name="T14" fmla="*/ 213 w 239"/>
                <a:gd name="T15" fmla="*/ 147 h 173"/>
                <a:gd name="T16" fmla="*/ 192 w 239"/>
                <a:gd name="T17" fmla="*/ 173 h 173"/>
                <a:gd name="T18" fmla="*/ 192 w 239"/>
                <a:gd name="T19" fmla="*/ 173 h 173"/>
                <a:gd name="T20" fmla="*/ 168 w 239"/>
                <a:gd name="T21" fmla="*/ 147 h 173"/>
                <a:gd name="T22" fmla="*/ 192 w 239"/>
                <a:gd name="T23" fmla="*/ 116 h 173"/>
                <a:gd name="T24" fmla="*/ 168 w 239"/>
                <a:gd name="T25" fmla="*/ 95 h 173"/>
                <a:gd name="T26" fmla="*/ 192 w 239"/>
                <a:gd name="T27" fmla="*/ 64 h 173"/>
                <a:gd name="T28" fmla="*/ 121 w 239"/>
                <a:gd name="T29" fmla="*/ 36 h 173"/>
                <a:gd name="T30" fmla="*/ 142 w 239"/>
                <a:gd name="T31" fmla="*/ 64 h 173"/>
                <a:gd name="T32" fmla="*/ 142 w 239"/>
                <a:gd name="T33" fmla="*/ 95 h 173"/>
                <a:gd name="T34" fmla="*/ 121 w 239"/>
                <a:gd name="T35" fmla="*/ 116 h 173"/>
                <a:gd name="T36" fmla="*/ 142 w 239"/>
                <a:gd name="T37" fmla="*/ 147 h 173"/>
                <a:gd name="T38" fmla="*/ 121 w 239"/>
                <a:gd name="T39" fmla="*/ 147 h 173"/>
                <a:gd name="T40" fmla="*/ 48 w 239"/>
                <a:gd name="T41" fmla="*/ 173 h 173"/>
                <a:gd name="T42" fmla="*/ 121 w 239"/>
                <a:gd name="T43" fmla="*/ 147 h 173"/>
                <a:gd name="T44" fmla="*/ 97 w 239"/>
                <a:gd name="T45" fmla="*/ 116 h 173"/>
                <a:gd name="T46" fmla="*/ 121 w 239"/>
                <a:gd name="T47" fmla="*/ 95 h 173"/>
                <a:gd name="T48" fmla="*/ 97 w 239"/>
                <a:gd name="T49" fmla="*/ 64 h 173"/>
                <a:gd name="T50" fmla="*/ 121 w 239"/>
                <a:gd name="T51" fmla="*/ 36 h 173"/>
                <a:gd name="T52" fmla="*/ 48 w 239"/>
                <a:gd name="T53" fmla="*/ 64 h 173"/>
                <a:gd name="T54" fmla="*/ 71 w 239"/>
                <a:gd name="T55" fmla="*/ 95 h 173"/>
                <a:gd name="T56" fmla="*/ 48 w 239"/>
                <a:gd name="T57" fmla="*/ 95 h 173"/>
                <a:gd name="T58" fmla="*/ 71 w 239"/>
                <a:gd name="T59" fmla="*/ 116 h 173"/>
                <a:gd name="T60" fmla="*/ 71 w 239"/>
                <a:gd name="T61" fmla="*/ 147 h 173"/>
                <a:gd name="T62" fmla="*/ 48 w 239"/>
                <a:gd name="T63" fmla="*/ 173 h 173"/>
                <a:gd name="T64" fmla="*/ 0 w 239"/>
                <a:gd name="T65" fmla="*/ 173 h 173"/>
                <a:gd name="T66" fmla="*/ 48 w 239"/>
                <a:gd name="T67" fmla="*/ 147 h 173"/>
                <a:gd name="T68" fmla="*/ 26 w 239"/>
                <a:gd name="T69" fmla="*/ 116 h 173"/>
                <a:gd name="T70" fmla="*/ 48 w 239"/>
                <a:gd name="T71" fmla="*/ 95 h 173"/>
                <a:gd name="T72" fmla="*/ 26 w 239"/>
                <a:gd name="T73" fmla="*/ 64 h 173"/>
                <a:gd name="T74" fmla="*/ 48 w 239"/>
                <a:gd name="T75" fmla="*/ 36 h 173"/>
                <a:gd name="T76" fmla="*/ 26 w 239"/>
                <a:gd name="T7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9" h="173">
                  <a:moveTo>
                    <a:pt x="192" y="173"/>
                  </a:moveTo>
                  <a:lnTo>
                    <a:pt x="239" y="173"/>
                  </a:lnTo>
                  <a:lnTo>
                    <a:pt x="239" y="0"/>
                  </a:lnTo>
                  <a:lnTo>
                    <a:pt x="213" y="0"/>
                  </a:lnTo>
                  <a:lnTo>
                    <a:pt x="213" y="36"/>
                  </a:lnTo>
                  <a:lnTo>
                    <a:pt x="213" y="36"/>
                  </a:lnTo>
                  <a:lnTo>
                    <a:pt x="192" y="36"/>
                  </a:lnTo>
                  <a:lnTo>
                    <a:pt x="192" y="64"/>
                  </a:lnTo>
                  <a:lnTo>
                    <a:pt x="213" y="64"/>
                  </a:lnTo>
                  <a:lnTo>
                    <a:pt x="213" y="95"/>
                  </a:lnTo>
                  <a:lnTo>
                    <a:pt x="213" y="95"/>
                  </a:lnTo>
                  <a:lnTo>
                    <a:pt x="192" y="95"/>
                  </a:lnTo>
                  <a:lnTo>
                    <a:pt x="192" y="116"/>
                  </a:lnTo>
                  <a:lnTo>
                    <a:pt x="213" y="116"/>
                  </a:lnTo>
                  <a:lnTo>
                    <a:pt x="213" y="147"/>
                  </a:lnTo>
                  <a:lnTo>
                    <a:pt x="213" y="147"/>
                  </a:lnTo>
                  <a:lnTo>
                    <a:pt x="192" y="147"/>
                  </a:lnTo>
                  <a:lnTo>
                    <a:pt x="192" y="173"/>
                  </a:lnTo>
                  <a:close/>
                  <a:moveTo>
                    <a:pt x="121" y="173"/>
                  </a:moveTo>
                  <a:lnTo>
                    <a:pt x="192" y="173"/>
                  </a:lnTo>
                  <a:lnTo>
                    <a:pt x="192" y="147"/>
                  </a:lnTo>
                  <a:lnTo>
                    <a:pt x="168" y="147"/>
                  </a:lnTo>
                  <a:lnTo>
                    <a:pt x="168" y="116"/>
                  </a:lnTo>
                  <a:lnTo>
                    <a:pt x="192" y="116"/>
                  </a:lnTo>
                  <a:lnTo>
                    <a:pt x="192" y="95"/>
                  </a:lnTo>
                  <a:lnTo>
                    <a:pt x="168" y="95"/>
                  </a:lnTo>
                  <a:lnTo>
                    <a:pt x="168" y="64"/>
                  </a:lnTo>
                  <a:lnTo>
                    <a:pt x="192" y="64"/>
                  </a:lnTo>
                  <a:lnTo>
                    <a:pt x="192" y="36"/>
                  </a:lnTo>
                  <a:lnTo>
                    <a:pt x="121" y="36"/>
                  </a:lnTo>
                  <a:lnTo>
                    <a:pt x="121" y="64"/>
                  </a:lnTo>
                  <a:lnTo>
                    <a:pt x="142" y="64"/>
                  </a:lnTo>
                  <a:lnTo>
                    <a:pt x="142" y="95"/>
                  </a:lnTo>
                  <a:lnTo>
                    <a:pt x="142" y="95"/>
                  </a:lnTo>
                  <a:lnTo>
                    <a:pt x="121" y="95"/>
                  </a:lnTo>
                  <a:lnTo>
                    <a:pt x="121" y="116"/>
                  </a:lnTo>
                  <a:lnTo>
                    <a:pt x="142" y="116"/>
                  </a:lnTo>
                  <a:lnTo>
                    <a:pt x="142" y="147"/>
                  </a:lnTo>
                  <a:lnTo>
                    <a:pt x="142" y="147"/>
                  </a:lnTo>
                  <a:lnTo>
                    <a:pt x="121" y="147"/>
                  </a:lnTo>
                  <a:lnTo>
                    <a:pt x="121" y="173"/>
                  </a:lnTo>
                  <a:close/>
                  <a:moveTo>
                    <a:pt x="48" y="173"/>
                  </a:moveTo>
                  <a:lnTo>
                    <a:pt x="121" y="173"/>
                  </a:lnTo>
                  <a:lnTo>
                    <a:pt x="121" y="147"/>
                  </a:lnTo>
                  <a:lnTo>
                    <a:pt x="97" y="147"/>
                  </a:lnTo>
                  <a:lnTo>
                    <a:pt x="97" y="116"/>
                  </a:lnTo>
                  <a:lnTo>
                    <a:pt x="121" y="116"/>
                  </a:lnTo>
                  <a:lnTo>
                    <a:pt x="121" y="95"/>
                  </a:lnTo>
                  <a:lnTo>
                    <a:pt x="97" y="95"/>
                  </a:lnTo>
                  <a:lnTo>
                    <a:pt x="97" y="64"/>
                  </a:lnTo>
                  <a:lnTo>
                    <a:pt x="121" y="64"/>
                  </a:lnTo>
                  <a:lnTo>
                    <a:pt x="121" y="36"/>
                  </a:lnTo>
                  <a:lnTo>
                    <a:pt x="48" y="36"/>
                  </a:lnTo>
                  <a:lnTo>
                    <a:pt x="48" y="64"/>
                  </a:lnTo>
                  <a:lnTo>
                    <a:pt x="71" y="64"/>
                  </a:lnTo>
                  <a:lnTo>
                    <a:pt x="71" y="95"/>
                  </a:lnTo>
                  <a:lnTo>
                    <a:pt x="71" y="95"/>
                  </a:lnTo>
                  <a:lnTo>
                    <a:pt x="48" y="95"/>
                  </a:lnTo>
                  <a:lnTo>
                    <a:pt x="48" y="116"/>
                  </a:lnTo>
                  <a:lnTo>
                    <a:pt x="71" y="116"/>
                  </a:lnTo>
                  <a:lnTo>
                    <a:pt x="71" y="147"/>
                  </a:lnTo>
                  <a:lnTo>
                    <a:pt x="71" y="147"/>
                  </a:lnTo>
                  <a:lnTo>
                    <a:pt x="48" y="147"/>
                  </a:lnTo>
                  <a:lnTo>
                    <a:pt x="48" y="173"/>
                  </a:lnTo>
                  <a:close/>
                  <a:moveTo>
                    <a:pt x="0" y="0"/>
                  </a:moveTo>
                  <a:lnTo>
                    <a:pt x="0" y="173"/>
                  </a:lnTo>
                  <a:lnTo>
                    <a:pt x="48" y="173"/>
                  </a:lnTo>
                  <a:lnTo>
                    <a:pt x="48" y="147"/>
                  </a:lnTo>
                  <a:lnTo>
                    <a:pt x="26" y="147"/>
                  </a:lnTo>
                  <a:lnTo>
                    <a:pt x="26" y="116"/>
                  </a:lnTo>
                  <a:lnTo>
                    <a:pt x="48" y="116"/>
                  </a:lnTo>
                  <a:lnTo>
                    <a:pt x="48" y="95"/>
                  </a:lnTo>
                  <a:lnTo>
                    <a:pt x="26" y="95"/>
                  </a:lnTo>
                  <a:lnTo>
                    <a:pt x="26" y="64"/>
                  </a:lnTo>
                  <a:lnTo>
                    <a:pt x="48" y="64"/>
                  </a:lnTo>
                  <a:lnTo>
                    <a:pt x="48" y="36"/>
                  </a:lnTo>
                  <a:lnTo>
                    <a:pt x="26" y="36"/>
                  </a:lnTo>
                  <a:lnTo>
                    <a:pt x="26"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4" name="Freeform 220"/>
            <p:cNvSpPr>
              <a:spLocks/>
            </p:cNvSpPr>
            <p:nvPr/>
          </p:nvSpPr>
          <p:spPr bwMode="auto">
            <a:xfrm>
              <a:off x="6246813" y="9525"/>
              <a:ext cx="374650" cy="192088"/>
            </a:xfrm>
            <a:custGeom>
              <a:avLst/>
              <a:gdLst>
                <a:gd name="T0" fmla="*/ 0 w 100"/>
                <a:gd name="T1" fmla="*/ 0 h 51"/>
                <a:gd name="T2" fmla="*/ 84 w 100"/>
                <a:gd name="T3" fmla="*/ 51 h 51"/>
                <a:gd name="T4" fmla="*/ 100 w 100"/>
                <a:gd name="T5" fmla="*/ 36 h 51"/>
                <a:gd name="T6" fmla="*/ 78 w 100"/>
                <a:gd name="T7" fmla="*/ 0 h 51"/>
                <a:gd name="T8" fmla="*/ 0 w 100"/>
                <a:gd name="T9" fmla="*/ 0 h 51"/>
              </a:gdLst>
              <a:ahLst/>
              <a:cxnLst>
                <a:cxn ang="0">
                  <a:pos x="T0" y="T1"/>
                </a:cxn>
                <a:cxn ang="0">
                  <a:pos x="T2" y="T3"/>
                </a:cxn>
                <a:cxn ang="0">
                  <a:pos x="T4" y="T5"/>
                </a:cxn>
                <a:cxn ang="0">
                  <a:pos x="T6" y="T7"/>
                </a:cxn>
                <a:cxn ang="0">
                  <a:pos x="T8" y="T9"/>
                </a:cxn>
              </a:cxnLst>
              <a:rect l="0" t="0" r="r" b="b"/>
              <a:pathLst>
                <a:path w="100" h="51">
                  <a:moveTo>
                    <a:pt x="0" y="0"/>
                  </a:moveTo>
                  <a:cubicBezTo>
                    <a:pt x="12" y="17"/>
                    <a:pt x="37" y="39"/>
                    <a:pt x="84" y="51"/>
                  </a:cubicBezTo>
                  <a:cubicBezTo>
                    <a:pt x="90" y="46"/>
                    <a:pt x="95" y="41"/>
                    <a:pt x="100" y="36"/>
                  </a:cubicBezTo>
                  <a:cubicBezTo>
                    <a:pt x="87" y="23"/>
                    <a:pt x="80" y="10"/>
                    <a:pt x="78"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5" name="Freeform 221"/>
            <p:cNvSpPr>
              <a:spLocks/>
            </p:cNvSpPr>
            <p:nvPr/>
          </p:nvSpPr>
          <p:spPr bwMode="auto">
            <a:xfrm>
              <a:off x="6557963" y="9525"/>
              <a:ext cx="303213" cy="150813"/>
            </a:xfrm>
            <a:custGeom>
              <a:avLst/>
              <a:gdLst>
                <a:gd name="T0" fmla="*/ 0 w 81"/>
                <a:gd name="T1" fmla="*/ 0 h 40"/>
                <a:gd name="T2" fmla="*/ 20 w 81"/>
                <a:gd name="T3" fmla="*/ 33 h 40"/>
                <a:gd name="T4" fmla="*/ 28 w 81"/>
                <a:gd name="T5" fmla="*/ 40 h 40"/>
                <a:gd name="T6" fmla="*/ 81 w 81"/>
                <a:gd name="T7" fmla="*/ 0 h 40"/>
                <a:gd name="T8" fmla="*/ 0 w 81"/>
                <a:gd name="T9" fmla="*/ 0 h 40"/>
              </a:gdLst>
              <a:ahLst/>
              <a:cxnLst>
                <a:cxn ang="0">
                  <a:pos x="T0" y="T1"/>
                </a:cxn>
                <a:cxn ang="0">
                  <a:pos x="T2" y="T3"/>
                </a:cxn>
                <a:cxn ang="0">
                  <a:pos x="T4" y="T5"/>
                </a:cxn>
                <a:cxn ang="0">
                  <a:pos x="T6" y="T7"/>
                </a:cxn>
                <a:cxn ang="0">
                  <a:pos x="T8" y="T9"/>
                </a:cxn>
              </a:cxnLst>
              <a:rect l="0" t="0" r="r" b="b"/>
              <a:pathLst>
                <a:path w="81" h="40">
                  <a:moveTo>
                    <a:pt x="0" y="0"/>
                  </a:moveTo>
                  <a:cubicBezTo>
                    <a:pt x="2" y="9"/>
                    <a:pt x="8" y="21"/>
                    <a:pt x="20" y="33"/>
                  </a:cubicBezTo>
                  <a:cubicBezTo>
                    <a:pt x="23" y="35"/>
                    <a:pt x="25" y="37"/>
                    <a:pt x="28" y="40"/>
                  </a:cubicBezTo>
                  <a:cubicBezTo>
                    <a:pt x="67" y="30"/>
                    <a:pt x="78" y="9"/>
                    <a:pt x="81"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6" name="Freeform 222"/>
            <p:cNvSpPr>
              <a:spLocks/>
            </p:cNvSpPr>
            <p:nvPr/>
          </p:nvSpPr>
          <p:spPr bwMode="auto">
            <a:xfrm>
              <a:off x="1925638" y="4818063"/>
              <a:ext cx="404813" cy="458788"/>
            </a:xfrm>
            <a:custGeom>
              <a:avLst/>
              <a:gdLst>
                <a:gd name="T0" fmla="*/ 13 w 108"/>
                <a:gd name="T1" fmla="*/ 4 h 122"/>
                <a:gd name="T2" fmla="*/ 39 w 108"/>
                <a:gd name="T3" fmla="*/ 18 h 122"/>
                <a:gd name="T4" fmla="*/ 49 w 108"/>
                <a:gd name="T5" fmla="*/ 34 h 122"/>
                <a:gd name="T6" fmla="*/ 98 w 108"/>
                <a:gd name="T7" fmla="*/ 24 h 122"/>
                <a:gd name="T8" fmla="*/ 105 w 108"/>
                <a:gd name="T9" fmla="*/ 35 h 122"/>
                <a:gd name="T10" fmla="*/ 62 w 108"/>
                <a:gd name="T11" fmla="*/ 53 h 122"/>
                <a:gd name="T12" fmla="*/ 76 w 108"/>
                <a:gd name="T13" fmla="*/ 74 h 122"/>
                <a:gd name="T14" fmla="*/ 101 w 108"/>
                <a:gd name="T15" fmla="*/ 75 h 122"/>
                <a:gd name="T16" fmla="*/ 108 w 108"/>
                <a:gd name="T17" fmla="*/ 86 h 122"/>
                <a:gd name="T18" fmla="*/ 74 w 108"/>
                <a:gd name="T19" fmla="*/ 95 h 122"/>
                <a:gd name="T20" fmla="*/ 54 w 108"/>
                <a:gd name="T21" fmla="*/ 122 h 122"/>
                <a:gd name="T22" fmla="*/ 47 w 108"/>
                <a:gd name="T23" fmla="*/ 111 h 122"/>
                <a:gd name="T24" fmla="*/ 55 w 108"/>
                <a:gd name="T25" fmla="*/ 89 h 122"/>
                <a:gd name="T26" fmla="*/ 40 w 108"/>
                <a:gd name="T27" fmla="*/ 68 h 122"/>
                <a:gd name="T28" fmla="*/ 8 w 108"/>
                <a:gd name="T29" fmla="*/ 100 h 122"/>
                <a:gd name="T30" fmla="*/ 0 w 108"/>
                <a:gd name="T31" fmla="*/ 89 h 122"/>
                <a:gd name="T32" fmla="*/ 27 w 108"/>
                <a:gd name="T33" fmla="*/ 48 h 122"/>
                <a:gd name="T34" fmla="*/ 17 w 108"/>
                <a:gd name="T35" fmla="*/ 33 h 122"/>
                <a:gd name="T36" fmla="*/ 13 w 108"/>
                <a:gd name="T37"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122">
                  <a:moveTo>
                    <a:pt x="13" y="4"/>
                  </a:moveTo>
                  <a:cubicBezTo>
                    <a:pt x="19" y="0"/>
                    <a:pt x="35" y="12"/>
                    <a:pt x="39" y="18"/>
                  </a:cubicBezTo>
                  <a:cubicBezTo>
                    <a:pt x="49" y="34"/>
                    <a:pt x="49" y="34"/>
                    <a:pt x="49" y="34"/>
                  </a:cubicBezTo>
                  <a:cubicBezTo>
                    <a:pt x="98" y="24"/>
                    <a:pt x="98" y="24"/>
                    <a:pt x="98" y="24"/>
                  </a:cubicBezTo>
                  <a:cubicBezTo>
                    <a:pt x="105" y="35"/>
                    <a:pt x="105" y="35"/>
                    <a:pt x="105" y="35"/>
                  </a:cubicBezTo>
                  <a:cubicBezTo>
                    <a:pt x="62" y="53"/>
                    <a:pt x="62" y="53"/>
                    <a:pt x="62" y="53"/>
                  </a:cubicBezTo>
                  <a:cubicBezTo>
                    <a:pt x="76" y="74"/>
                    <a:pt x="76" y="74"/>
                    <a:pt x="76" y="74"/>
                  </a:cubicBezTo>
                  <a:cubicBezTo>
                    <a:pt x="101" y="75"/>
                    <a:pt x="101" y="75"/>
                    <a:pt x="101" y="75"/>
                  </a:cubicBezTo>
                  <a:cubicBezTo>
                    <a:pt x="108" y="86"/>
                    <a:pt x="108" y="86"/>
                    <a:pt x="108" y="86"/>
                  </a:cubicBezTo>
                  <a:cubicBezTo>
                    <a:pt x="74" y="95"/>
                    <a:pt x="74" y="95"/>
                    <a:pt x="74" y="95"/>
                  </a:cubicBezTo>
                  <a:cubicBezTo>
                    <a:pt x="54" y="122"/>
                    <a:pt x="54" y="122"/>
                    <a:pt x="54" y="122"/>
                  </a:cubicBezTo>
                  <a:cubicBezTo>
                    <a:pt x="47" y="111"/>
                    <a:pt x="47" y="111"/>
                    <a:pt x="47" y="111"/>
                  </a:cubicBezTo>
                  <a:cubicBezTo>
                    <a:pt x="55" y="89"/>
                    <a:pt x="55" y="89"/>
                    <a:pt x="55" y="89"/>
                  </a:cubicBezTo>
                  <a:cubicBezTo>
                    <a:pt x="40" y="68"/>
                    <a:pt x="40" y="68"/>
                    <a:pt x="40" y="68"/>
                  </a:cubicBezTo>
                  <a:cubicBezTo>
                    <a:pt x="8" y="100"/>
                    <a:pt x="8" y="100"/>
                    <a:pt x="8" y="100"/>
                  </a:cubicBezTo>
                  <a:cubicBezTo>
                    <a:pt x="0" y="89"/>
                    <a:pt x="0" y="89"/>
                    <a:pt x="0" y="89"/>
                  </a:cubicBezTo>
                  <a:cubicBezTo>
                    <a:pt x="27" y="48"/>
                    <a:pt x="27" y="48"/>
                    <a:pt x="27" y="48"/>
                  </a:cubicBezTo>
                  <a:cubicBezTo>
                    <a:pt x="17" y="33"/>
                    <a:pt x="17" y="33"/>
                    <a:pt x="17" y="33"/>
                  </a:cubicBezTo>
                  <a:cubicBezTo>
                    <a:pt x="13" y="27"/>
                    <a:pt x="7" y="8"/>
                    <a:pt x="13" y="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7" name="Freeform 224"/>
            <p:cNvSpPr>
              <a:spLocks noEditPoints="1"/>
            </p:cNvSpPr>
            <p:nvPr/>
          </p:nvSpPr>
          <p:spPr bwMode="auto">
            <a:xfrm>
              <a:off x="9820275" y="9525"/>
              <a:ext cx="473075" cy="198438"/>
            </a:xfrm>
            <a:custGeom>
              <a:avLst/>
              <a:gdLst>
                <a:gd name="T0" fmla="*/ 115 w 126"/>
                <a:gd name="T1" fmla="*/ 15 h 53"/>
                <a:gd name="T2" fmla="*/ 118 w 126"/>
                <a:gd name="T3" fmla="*/ 22 h 53"/>
                <a:gd name="T4" fmla="*/ 115 w 126"/>
                <a:gd name="T5" fmla="*/ 3 h 53"/>
                <a:gd name="T6" fmla="*/ 123 w 126"/>
                <a:gd name="T7" fmla="*/ 0 h 53"/>
                <a:gd name="T8" fmla="*/ 121 w 126"/>
                <a:gd name="T9" fmla="*/ 8 h 53"/>
                <a:gd name="T10" fmla="*/ 115 w 126"/>
                <a:gd name="T11" fmla="*/ 0 h 53"/>
                <a:gd name="T12" fmla="*/ 113 w 126"/>
                <a:gd name="T13" fmla="*/ 0 h 53"/>
                <a:gd name="T14" fmla="*/ 115 w 126"/>
                <a:gd name="T15" fmla="*/ 15 h 53"/>
                <a:gd name="T16" fmla="*/ 102 w 126"/>
                <a:gd name="T17" fmla="*/ 22 h 53"/>
                <a:gd name="T18" fmla="*/ 106 w 126"/>
                <a:gd name="T19" fmla="*/ 37 h 53"/>
                <a:gd name="T20" fmla="*/ 99 w 126"/>
                <a:gd name="T21" fmla="*/ 15 h 53"/>
                <a:gd name="T22" fmla="*/ 99 w 126"/>
                <a:gd name="T23" fmla="*/ 1 h 53"/>
                <a:gd name="T24" fmla="*/ 100 w 126"/>
                <a:gd name="T25" fmla="*/ 0 h 53"/>
                <a:gd name="T26" fmla="*/ 99 w 126"/>
                <a:gd name="T27" fmla="*/ 0 h 53"/>
                <a:gd name="T28" fmla="*/ 98 w 126"/>
                <a:gd name="T29" fmla="*/ 0 h 53"/>
                <a:gd name="T30" fmla="*/ 99 w 126"/>
                <a:gd name="T31" fmla="*/ 15 h 53"/>
                <a:gd name="T32" fmla="*/ 92 w 126"/>
                <a:gd name="T33" fmla="*/ 12 h 53"/>
                <a:gd name="T34" fmla="*/ 98 w 126"/>
                <a:gd name="T35" fmla="*/ 5 h 53"/>
                <a:gd name="T36" fmla="*/ 80 w 126"/>
                <a:gd name="T37" fmla="*/ 0 h 53"/>
                <a:gd name="T38" fmla="*/ 41 w 126"/>
                <a:gd name="T39" fmla="*/ 5 h 53"/>
                <a:gd name="T40" fmla="*/ 28 w 126"/>
                <a:gd name="T41" fmla="*/ 12 h 53"/>
                <a:gd name="T42" fmla="*/ 31 w 126"/>
                <a:gd name="T43" fmla="*/ 15 h 53"/>
                <a:gd name="T44" fmla="*/ 27 w 126"/>
                <a:gd name="T45" fmla="*/ 29 h 53"/>
                <a:gd name="T46" fmla="*/ 29 w 126"/>
                <a:gd name="T47" fmla="*/ 43 h 53"/>
                <a:gd name="T48" fmla="*/ 36 w 126"/>
                <a:gd name="T49" fmla="*/ 20 h 53"/>
                <a:gd name="T50" fmla="*/ 39 w 126"/>
                <a:gd name="T51" fmla="*/ 23 h 53"/>
                <a:gd name="T52" fmla="*/ 46 w 126"/>
                <a:gd name="T53" fmla="*/ 10 h 53"/>
                <a:gd name="T54" fmla="*/ 59 w 126"/>
                <a:gd name="T55" fmla="*/ 8 h 53"/>
                <a:gd name="T56" fmla="*/ 50 w 126"/>
                <a:gd name="T57" fmla="*/ 24 h 53"/>
                <a:gd name="T58" fmla="*/ 59 w 126"/>
                <a:gd name="T59" fmla="*/ 25 h 53"/>
                <a:gd name="T60" fmla="*/ 43 w 126"/>
                <a:gd name="T61" fmla="*/ 46 h 53"/>
                <a:gd name="T62" fmla="*/ 59 w 126"/>
                <a:gd name="T63" fmla="*/ 40 h 53"/>
                <a:gd name="T64" fmla="*/ 66 w 126"/>
                <a:gd name="T65" fmla="*/ 53 h 53"/>
                <a:gd name="T66" fmla="*/ 78 w 126"/>
                <a:gd name="T67" fmla="*/ 51 h 53"/>
                <a:gd name="T68" fmla="*/ 66 w 126"/>
                <a:gd name="T69" fmla="*/ 30 h 53"/>
                <a:gd name="T70" fmla="*/ 71 w 126"/>
                <a:gd name="T71" fmla="*/ 29 h 53"/>
                <a:gd name="T72" fmla="*/ 66 w 126"/>
                <a:gd name="T73" fmla="*/ 15 h 53"/>
                <a:gd name="T74" fmla="*/ 74 w 126"/>
                <a:gd name="T75" fmla="*/ 5 h 53"/>
                <a:gd name="T76" fmla="*/ 79 w 126"/>
                <a:gd name="T77" fmla="*/ 23 h 53"/>
                <a:gd name="T78" fmla="*/ 86 w 126"/>
                <a:gd name="T79" fmla="*/ 17 h 53"/>
                <a:gd name="T80" fmla="*/ 90 w 126"/>
                <a:gd name="T81" fmla="*/ 43 h 53"/>
                <a:gd name="T82" fmla="*/ 97 w 126"/>
                <a:gd name="T83" fmla="*/ 27 h 53"/>
                <a:gd name="T84" fmla="*/ 99 w 126"/>
                <a:gd name="T85" fmla="*/ 15 h 53"/>
                <a:gd name="T86" fmla="*/ 27 w 126"/>
                <a:gd name="T87" fmla="*/ 0 h 53"/>
                <a:gd name="T88" fmla="*/ 27 w 126"/>
                <a:gd name="T89" fmla="*/ 1 h 53"/>
                <a:gd name="T90" fmla="*/ 13 w 126"/>
                <a:gd name="T91" fmla="*/ 0 h 53"/>
                <a:gd name="T92" fmla="*/ 10 w 126"/>
                <a:gd name="T93" fmla="*/ 3 h 53"/>
                <a:gd name="T94" fmla="*/ 27 w 126"/>
                <a:gd name="T95" fmla="*/ 1 h 53"/>
                <a:gd name="T96" fmla="*/ 27 w 126"/>
                <a:gd name="T97" fmla="*/ 0 h 53"/>
                <a:gd name="T98" fmla="*/ 27 w 126"/>
                <a:gd name="T99" fmla="*/ 29 h 53"/>
                <a:gd name="T100" fmla="*/ 14 w 126"/>
                <a:gd name="T101" fmla="*/ 32 h 53"/>
                <a:gd name="T102" fmla="*/ 10 w 126"/>
                <a:gd name="T103" fmla="*/ 22 h 53"/>
                <a:gd name="T104" fmla="*/ 27 w 126"/>
                <a:gd name="T105" fmla="*/ 15 h 53"/>
                <a:gd name="T106" fmla="*/ 0 w 126"/>
                <a:gd name="T107" fmla="*/ 3 h 53"/>
                <a:gd name="T108" fmla="*/ 10 w 126"/>
                <a:gd name="T109" fmla="*/ 3 h 53"/>
                <a:gd name="T110" fmla="*/ 3 w 126"/>
                <a:gd name="T111" fmla="*/ 0 h 53"/>
                <a:gd name="T112" fmla="*/ 10 w 126"/>
                <a:gd name="T113" fmla="*/ 22 h 53"/>
                <a:gd name="T114" fmla="*/ 7 w 126"/>
                <a:gd name="T115"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53">
                  <a:moveTo>
                    <a:pt x="115" y="22"/>
                  </a:moveTo>
                  <a:cubicBezTo>
                    <a:pt x="115" y="15"/>
                    <a:pt x="115" y="15"/>
                    <a:pt x="115" y="15"/>
                  </a:cubicBezTo>
                  <a:cubicBezTo>
                    <a:pt x="118" y="15"/>
                    <a:pt x="118" y="15"/>
                    <a:pt x="118" y="15"/>
                  </a:cubicBezTo>
                  <a:cubicBezTo>
                    <a:pt x="118" y="22"/>
                    <a:pt x="118" y="22"/>
                    <a:pt x="118" y="22"/>
                  </a:cubicBezTo>
                  <a:cubicBezTo>
                    <a:pt x="115" y="22"/>
                    <a:pt x="115" y="22"/>
                    <a:pt x="115" y="22"/>
                  </a:cubicBezTo>
                  <a:close/>
                  <a:moveTo>
                    <a:pt x="115" y="3"/>
                  </a:moveTo>
                  <a:cubicBezTo>
                    <a:pt x="115" y="0"/>
                    <a:pt x="115" y="0"/>
                    <a:pt x="115" y="0"/>
                  </a:cubicBezTo>
                  <a:cubicBezTo>
                    <a:pt x="123" y="0"/>
                    <a:pt x="123" y="0"/>
                    <a:pt x="123" y="0"/>
                  </a:cubicBezTo>
                  <a:cubicBezTo>
                    <a:pt x="126" y="3"/>
                    <a:pt x="126" y="3"/>
                    <a:pt x="126" y="3"/>
                  </a:cubicBezTo>
                  <a:cubicBezTo>
                    <a:pt x="121" y="8"/>
                    <a:pt x="121" y="8"/>
                    <a:pt x="121" y="8"/>
                  </a:cubicBezTo>
                  <a:lnTo>
                    <a:pt x="115" y="3"/>
                  </a:lnTo>
                  <a:close/>
                  <a:moveTo>
                    <a:pt x="115" y="0"/>
                  </a:moveTo>
                  <a:cubicBezTo>
                    <a:pt x="115" y="3"/>
                    <a:pt x="115" y="3"/>
                    <a:pt x="115" y="3"/>
                  </a:cubicBezTo>
                  <a:cubicBezTo>
                    <a:pt x="113" y="0"/>
                    <a:pt x="113" y="0"/>
                    <a:pt x="113" y="0"/>
                  </a:cubicBezTo>
                  <a:cubicBezTo>
                    <a:pt x="115" y="0"/>
                    <a:pt x="115" y="0"/>
                    <a:pt x="115" y="0"/>
                  </a:cubicBezTo>
                  <a:close/>
                  <a:moveTo>
                    <a:pt x="115" y="15"/>
                  </a:moveTo>
                  <a:cubicBezTo>
                    <a:pt x="115" y="22"/>
                    <a:pt x="115" y="22"/>
                    <a:pt x="115" y="22"/>
                  </a:cubicBezTo>
                  <a:cubicBezTo>
                    <a:pt x="102" y="22"/>
                    <a:pt x="102" y="22"/>
                    <a:pt x="102" y="22"/>
                  </a:cubicBezTo>
                  <a:cubicBezTo>
                    <a:pt x="112" y="32"/>
                    <a:pt x="112" y="32"/>
                    <a:pt x="112" y="32"/>
                  </a:cubicBezTo>
                  <a:cubicBezTo>
                    <a:pt x="106" y="37"/>
                    <a:pt x="106" y="37"/>
                    <a:pt x="106" y="37"/>
                  </a:cubicBezTo>
                  <a:cubicBezTo>
                    <a:pt x="99" y="29"/>
                    <a:pt x="99" y="29"/>
                    <a:pt x="99" y="29"/>
                  </a:cubicBezTo>
                  <a:cubicBezTo>
                    <a:pt x="99" y="15"/>
                    <a:pt x="99" y="15"/>
                    <a:pt x="99" y="15"/>
                  </a:cubicBezTo>
                  <a:cubicBezTo>
                    <a:pt x="115" y="15"/>
                    <a:pt x="115" y="15"/>
                    <a:pt x="115" y="15"/>
                  </a:cubicBezTo>
                  <a:close/>
                  <a:moveTo>
                    <a:pt x="99" y="1"/>
                  </a:moveTo>
                  <a:cubicBezTo>
                    <a:pt x="99" y="0"/>
                    <a:pt x="99" y="0"/>
                    <a:pt x="99" y="0"/>
                  </a:cubicBezTo>
                  <a:cubicBezTo>
                    <a:pt x="100" y="0"/>
                    <a:pt x="100" y="0"/>
                    <a:pt x="100" y="0"/>
                  </a:cubicBezTo>
                  <a:lnTo>
                    <a:pt x="99" y="1"/>
                  </a:lnTo>
                  <a:close/>
                  <a:moveTo>
                    <a:pt x="99" y="0"/>
                  </a:moveTo>
                  <a:cubicBezTo>
                    <a:pt x="99" y="1"/>
                    <a:pt x="99" y="1"/>
                    <a:pt x="99" y="1"/>
                  </a:cubicBezTo>
                  <a:cubicBezTo>
                    <a:pt x="98" y="0"/>
                    <a:pt x="98" y="0"/>
                    <a:pt x="98" y="0"/>
                  </a:cubicBezTo>
                  <a:cubicBezTo>
                    <a:pt x="99" y="0"/>
                    <a:pt x="99" y="0"/>
                    <a:pt x="99" y="0"/>
                  </a:cubicBezTo>
                  <a:close/>
                  <a:moveTo>
                    <a:pt x="99" y="15"/>
                  </a:moveTo>
                  <a:cubicBezTo>
                    <a:pt x="95" y="15"/>
                    <a:pt x="95" y="15"/>
                    <a:pt x="95" y="15"/>
                  </a:cubicBezTo>
                  <a:cubicBezTo>
                    <a:pt x="92" y="12"/>
                    <a:pt x="92" y="12"/>
                    <a:pt x="92" y="12"/>
                  </a:cubicBezTo>
                  <a:cubicBezTo>
                    <a:pt x="98" y="12"/>
                    <a:pt x="98" y="12"/>
                    <a:pt x="98" y="12"/>
                  </a:cubicBezTo>
                  <a:cubicBezTo>
                    <a:pt x="98" y="5"/>
                    <a:pt x="98" y="5"/>
                    <a:pt x="98" y="5"/>
                  </a:cubicBezTo>
                  <a:cubicBezTo>
                    <a:pt x="84" y="5"/>
                    <a:pt x="84" y="5"/>
                    <a:pt x="84" y="5"/>
                  </a:cubicBezTo>
                  <a:cubicBezTo>
                    <a:pt x="80" y="0"/>
                    <a:pt x="80" y="0"/>
                    <a:pt x="80" y="0"/>
                  </a:cubicBezTo>
                  <a:cubicBezTo>
                    <a:pt x="46" y="0"/>
                    <a:pt x="46" y="0"/>
                    <a:pt x="46" y="0"/>
                  </a:cubicBezTo>
                  <a:cubicBezTo>
                    <a:pt x="41" y="5"/>
                    <a:pt x="41" y="5"/>
                    <a:pt x="41" y="5"/>
                  </a:cubicBezTo>
                  <a:cubicBezTo>
                    <a:pt x="28" y="5"/>
                    <a:pt x="28" y="5"/>
                    <a:pt x="28" y="5"/>
                  </a:cubicBezTo>
                  <a:cubicBezTo>
                    <a:pt x="28" y="12"/>
                    <a:pt x="28" y="12"/>
                    <a:pt x="28" y="12"/>
                  </a:cubicBezTo>
                  <a:cubicBezTo>
                    <a:pt x="34" y="12"/>
                    <a:pt x="34" y="12"/>
                    <a:pt x="34" y="12"/>
                  </a:cubicBezTo>
                  <a:cubicBezTo>
                    <a:pt x="31" y="15"/>
                    <a:pt x="31" y="15"/>
                    <a:pt x="31" y="15"/>
                  </a:cubicBezTo>
                  <a:cubicBezTo>
                    <a:pt x="27" y="15"/>
                    <a:pt x="27" y="15"/>
                    <a:pt x="27" y="15"/>
                  </a:cubicBezTo>
                  <a:cubicBezTo>
                    <a:pt x="27" y="29"/>
                    <a:pt x="27" y="29"/>
                    <a:pt x="27" y="29"/>
                  </a:cubicBezTo>
                  <a:cubicBezTo>
                    <a:pt x="29" y="27"/>
                    <a:pt x="29" y="27"/>
                    <a:pt x="29" y="27"/>
                  </a:cubicBezTo>
                  <a:cubicBezTo>
                    <a:pt x="29" y="43"/>
                    <a:pt x="29" y="43"/>
                    <a:pt x="29" y="43"/>
                  </a:cubicBezTo>
                  <a:cubicBezTo>
                    <a:pt x="36" y="43"/>
                    <a:pt x="36" y="43"/>
                    <a:pt x="36" y="43"/>
                  </a:cubicBezTo>
                  <a:cubicBezTo>
                    <a:pt x="36" y="20"/>
                    <a:pt x="36" y="20"/>
                    <a:pt x="36" y="20"/>
                  </a:cubicBezTo>
                  <a:cubicBezTo>
                    <a:pt x="39" y="17"/>
                    <a:pt x="39" y="17"/>
                    <a:pt x="39" y="17"/>
                  </a:cubicBezTo>
                  <a:cubicBezTo>
                    <a:pt x="39" y="23"/>
                    <a:pt x="39" y="23"/>
                    <a:pt x="39" y="23"/>
                  </a:cubicBezTo>
                  <a:cubicBezTo>
                    <a:pt x="46" y="23"/>
                    <a:pt x="46" y="23"/>
                    <a:pt x="46" y="23"/>
                  </a:cubicBezTo>
                  <a:cubicBezTo>
                    <a:pt x="46" y="10"/>
                    <a:pt x="46" y="10"/>
                    <a:pt x="46" y="10"/>
                  </a:cubicBezTo>
                  <a:cubicBezTo>
                    <a:pt x="51" y="5"/>
                    <a:pt x="51" y="5"/>
                    <a:pt x="51" y="5"/>
                  </a:cubicBezTo>
                  <a:cubicBezTo>
                    <a:pt x="54" y="6"/>
                    <a:pt x="56" y="7"/>
                    <a:pt x="59" y="8"/>
                  </a:cubicBezTo>
                  <a:cubicBezTo>
                    <a:pt x="59" y="15"/>
                    <a:pt x="59" y="15"/>
                    <a:pt x="59" y="15"/>
                  </a:cubicBezTo>
                  <a:cubicBezTo>
                    <a:pt x="50" y="24"/>
                    <a:pt x="50" y="24"/>
                    <a:pt x="50" y="24"/>
                  </a:cubicBezTo>
                  <a:cubicBezTo>
                    <a:pt x="55" y="29"/>
                    <a:pt x="55" y="29"/>
                    <a:pt x="55" y="29"/>
                  </a:cubicBezTo>
                  <a:cubicBezTo>
                    <a:pt x="59" y="25"/>
                    <a:pt x="59" y="25"/>
                    <a:pt x="59" y="25"/>
                  </a:cubicBezTo>
                  <a:cubicBezTo>
                    <a:pt x="59" y="30"/>
                    <a:pt x="59" y="30"/>
                    <a:pt x="59" y="30"/>
                  </a:cubicBezTo>
                  <a:cubicBezTo>
                    <a:pt x="43" y="46"/>
                    <a:pt x="43" y="46"/>
                    <a:pt x="43" y="46"/>
                  </a:cubicBezTo>
                  <a:cubicBezTo>
                    <a:pt x="48" y="51"/>
                    <a:pt x="48" y="51"/>
                    <a:pt x="48" y="51"/>
                  </a:cubicBezTo>
                  <a:cubicBezTo>
                    <a:pt x="59" y="40"/>
                    <a:pt x="59" y="40"/>
                    <a:pt x="59" y="40"/>
                  </a:cubicBezTo>
                  <a:cubicBezTo>
                    <a:pt x="59" y="53"/>
                    <a:pt x="59" y="53"/>
                    <a:pt x="59" y="53"/>
                  </a:cubicBezTo>
                  <a:cubicBezTo>
                    <a:pt x="66" y="53"/>
                    <a:pt x="66" y="53"/>
                    <a:pt x="66" y="53"/>
                  </a:cubicBezTo>
                  <a:cubicBezTo>
                    <a:pt x="66" y="40"/>
                    <a:pt x="66" y="40"/>
                    <a:pt x="66" y="40"/>
                  </a:cubicBezTo>
                  <a:cubicBezTo>
                    <a:pt x="78" y="51"/>
                    <a:pt x="78" y="51"/>
                    <a:pt x="78" y="51"/>
                  </a:cubicBezTo>
                  <a:cubicBezTo>
                    <a:pt x="83" y="46"/>
                    <a:pt x="83" y="46"/>
                    <a:pt x="83" y="46"/>
                  </a:cubicBezTo>
                  <a:cubicBezTo>
                    <a:pt x="66" y="30"/>
                    <a:pt x="66" y="30"/>
                    <a:pt x="66" y="30"/>
                  </a:cubicBezTo>
                  <a:cubicBezTo>
                    <a:pt x="66" y="25"/>
                    <a:pt x="66" y="25"/>
                    <a:pt x="66" y="25"/>
                  </a:cubicBezTo>
                  <a:cubicBezTo>
                    <a:pt x="71" y="29"/>
                    <a:pt x="71" y="29"/>
                    <a:pt x="71" y="29"/>
                  </a:cubicBezTo>
                  <a:cubicBezTo>
                    <a:pt x="76" y="24"/>
                    <a:pt x="76" y="24"/>
                    <a:pt x="76" y="24"/>
                  </a:cubicBezTo>
                  <a:cubicBezTo>
                    <a:pt x="66" y="15"/>
                    <a:pt x="66" y="15"/>
                    <a:pt x="66" y="15"/>
                  </a:cubicBezTo>
                  <a:cubicBezTo>
                    <a:pt x="66" y="8"/>
                    <a:pt x="66" y="8"/>
                    <a:pt x="66" y="8"/>
                  </a:cubicBezTo>
                  <a:cubicBezTo>
                    <a:pt x="69" y="7"/>
                    <a:pt x="72" y="6"/>
                    <a:pt x="74" y="5"/>
                  </a:cubicBezTo>
                  <a:cubicBezTo>
                    <a:pt x="79" y="10"/>
                    <a:pt x="79" y="10"/>
                    <a:pt x="79" y="10"/>
                  </a:cubicBezTo>
                  <a:cubicBezTo>
                    <a:pt x="79" y="23"/>
                    <a:pt x="79" y="23"/>
                    <a:pt x="79" y="23"/>
                  </a:cubicBezTo>
                  <a:cubicBezTo>
                    <a:pt x="86" y="23"/>
                    <a:pt x="86" y="23"/>
                    <a:pt x="86" y="23"/>
                  </a:cubicBezTo>
                  <a:cubicBezTo>
                    <a:pt x="86" y="17"/>
                    <a:pt x="86" y="17"/>
                    <a:pt x="86" y="17"/>
                  </a:cubicBezTo>
                  <a:cubicBezTo>
                    <a:pt x="90" y="20"/>
                    <a:pt x="90" y="20"/>
                    <a:pt x="90" y="20"/>
                  </a:cubicBezTo>
                  <a:cubicBezTo>
                    <a:pt x="90" y="43"/>
                    <a:pt x="90" y="43"/>
                    <a:pt x="90" y="43"/>
                  </a:cubicBezTo>
                  <a:cubicBezTo>
                    <a:pt x="97" y="43"/>
                    <a:pt x="97" y="43"/>
                    <a:pt x="97" y="43"/>
                  </a:cubicBezTo>
                  <a:cubicBezTo>
                    <a:pt x="97" y="27"/>
                    <a:pt x="97" y="27"/>
                    <a:pt x="97" y="27"/>
                  </a:cubicBezTo>
                  <a:cubicBezTo>
                    <a:pt x="99" y="29"/>
                    <a:pt x="99" y="29"/>
                    <a:pt x="99" y="29"/>
                  </a:cubicBezTo>
                  <a:cubicBezTo>
                    <a:pt x="99" y="15"/>
                    <a:pt x="99" y="15"/>
                    <a:pt x="99" y="15"/>
                  </a:cubicBezTo>
                  <a:close/>
                  <a:moveTo>
                    <a:pt x="27" y="1"/>
                  </a:moveTo>
                  <a:cubicBezTo>
                    <a:pt x="27" y="0"/>
                    <a:pt x="27" y="0"/>
                    <a:pt x="27" y="0"/>
                  </a:cubicBezTo>
                  <a:cubicBezTo>
                    <a:pt x="27" y="0"/>
                    <a:pt x="27" y="0"/>
                    <a:pt x="27" y="0"/>
                  </a:cubicBezTo>
                  <a:cubicBezTo>
                    <a:pt x="27" y="1"/>
                    <a:pt x="27" y="1"/>
                    <a:pt x="27" y="1"/>
                  </a:cubicBezTo>
                  <a:close/>
                  <a:moveTo>
                    <a:pt x="10" y="3"/>
                  </a:moveTo>
                  <a:cubicBezTo>
                    <a:pt x="13" y="0"/>
                    <a:pt x="13" y="0"/>
                    <a:pt x="13" y="0"/>
                  </a:cubicBezTo>
                  <a:cubicBezTo>
                    <a:pt x="10" y="0"/>
                    <a:pt x="10" y="0"/>
                    <a:pt x="10" y="0"/>
                  </a:cubicBezTo>
                  <a:cubicBezTo>
                    <a:pt x="10" y="3"/>
                    <a:pt x="10" y="3"/>
                    <a:pt x="10" y="3"/>
                  </a:cubicBezTo>
                  <a:close/>
                  <a:moveTo>
                    <a:pt x="27" y="0"/>
                  </a:moveTo>
                  <a:cubicBezTo>
                    <a:pt x="27" y="1"/>
                    <a:pt x="27" y="1"/>
                    <a:pt x="27" y="1"/>
                  </a:cubicBezTo>
                  <a:cubicBezTo>
                    <a:pt x="26" y="0"/>
                    <a:pt x="26" y="0"/>
                    <a:pt x="26" y="0"/>
                  </a:cubicBezTo>
                  <a:cubicBezTo>
                    <a:pt x="27" y="0"/>
                    <a:pt x="27" y="0"/>
                    <a:pt x="27" y="0"/>
                  </a:cubicBezTo>
                  <a:close/>
                  <a:moveTo>
                    <a:pt x="27" y="15"/>
                  </a:moveTo>
                  <a:cubicBezTo>
                    <a:pt x="27" y="29"/>
                    <a:pt x="27" y="29"/>
                    <a:pt x="27" y="29"/>
                  </a:cubicBezTo>
                  <a:cubicBezTo>
                    <a:pt x="19" y="37"/>
                    <a:pt x="19" y="37"/>
                    <a:pt x="19" y="37"/>
                  </a:cubicBezTo>
                  <a:cubicBezTo>
                    <a:pt x="14" y="32"/>
                    <a:pt x="14" y="32"/>
                    <a:pt x="14" y="32"/>
                  </a:cubicBezTo>
                  <a:cubicBezTo>
                    <a:pt x="24" y="22"/>
                    <a:pt x="24" y="22"/>
                    <a:pt x="24" y="22"/>
                  </a:cubicBezTo>
                  <a:cubicBezTo>
                    <a:pt x="10" y="22"/>
                    <a:pt x="10" y="22"/>
                    <a:pt x="10" y="22"/>
                  </a:cubicBezTo>
                  <a:cubicBezTo>
                    <a:pt x="10" y="15"/>
                    <a:pt x="10" y="15"/>
                    <a:pt x="10" y="15"/>
                  </a:cubicBezTo>
                  <a:lnTo>
                    <a:pt x="27" y="15"/>
                  </a:lnTo>
                  <a:close/>
                  <a:moveTo>
                    <a:pt x="3" y="0"/>
                  </a:moveTo>
                  <a:cubicBezTo>
                    <a:pt x="0" y="3"/>
                    <a:pt x="0" y="3"/>
                    <a:pt x="0" y="3"/>
                  </a:cubicBezTo>
                  <a:cubicBezTo>
                    <a:pt x="5" y="8"/>
                    <a:pt x="5" y="8"/>
                    <a:pt x="5" y="8"/>
                  </a:cubicBezTo>
                  <a:cubicBezTo>
                    <a:pt x="10" y="3"/>
                    <a:pt x="10" y="3"/>
                    <a:pt x="10" y="3"/>
                  </a:cubicBezTo>
                  <a:cubicBezTo>
                    <a:pt x="10" y="0"/>
                    <a:pt x="10" y="0"/>
                    <a:pt x="10" y="0"/>
                  </a:cubicBezTo>
                  <a:cubicBezTo>
                    <a:pt x="3" y="0"/>
                    <a:pt x="3" y="0"/>
                    <a:pt x="3" y="0"/>
                  </a:cubicBezTo>
                  <a:close/>
                  <a:moveTo>
                    <a:pt x="10" y="15"/>
                  </a:moveTo>
                  <a:cubicBezTo>
                    <a:pt x="10" y="22"/>
                    <a:pt x="10" y="22"/>
                    <a:pt x="10" y="22"/>
                  </a:cubicBezTo>
                  <a:cubicBezTo>
                    <a:pt x="7" y="22"/>
                    <a:pt x="7" y="22"/>
                    <a:pt x="7" y="22"/>
                  </a:cubicBezTo>
                  <a:cubicBezTo>
                    <a:pt x="7" y="15"/>
                    <a:pt x="7" y="15"/>
                    <a:pt x="7" y="15"/>
                  </a:cubicBezTo>
                  <a:lnTo>
                    <a:pt x="10" y="1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8" name="Freeform 225"/>
            <p:cNvSpPr>
              <a:spLocks/>
            </p:cNvSpPr>
            <p:nvPr/>
          </p:nvSpPr>
          <p:spPr bwMode="auto">
            <a:xfrm>
              <a:off x="8682038" y="2805113"/>
              <a:ext cx="203200" cy="123825"/>
            </a:xfrm>
            <a:custGeom>
              <a:avLst/>
              <a:gdLst>
                <a:gd name="T0" fmla="*/ 128 w 128"/>
                <a:gd name="T1" fmla="*/ 0 h 78"/>
                <a:gd name="T2" fmla="*/ 10 w 128"/>
                <a:gd name="T3" fmla="*/ 0 h 78"/>
                <a:gd name="T4" fmla="*/ 10 w 128"/>
                <a:gd name="T5" fmla="*/ 23 h 78"/>
                <a:gd name="T6" fmla="*/ 0 w 128"/>
                <a:gd name="T7" fmla="*/ 23 h 78"/>
                <a:gd name="T8" fmla="*/ 0 w 128"/>
                <a:gd name="T9" fmla="*/ 56 h 78"/>
                <a:gd name="T10" fmla="*/ 10 w 128"/>
                <a:gd name="T11" fmla="*/ 56 h 78"/>
                <a:gd name="T12" fmla="*/ 10 w 128"/>
                <a:gd name="T13" fmla="*/ 78 h 78"/>
                <a:gd name="T14" fmla="*/ 128 w 128"/>
                <a:gd name="T15" fmla="*/ 78 h 78"/>
                <a:gd name="T16" fmla="*/ 128 w 1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8">
                  <a:moveTo>
                    <a:pt x="128" y="0"/>
                  </a:moveTo>
                  <a:lnTo>
                    <a:pt x="10" y="0"/>
                  </a:lnTo>
                  <a:lnTo>
                    <a:pt x="10" y="23"/>
                  </a:lnTo>
                  <a:lnTo>
                    <a:pt x="0" y="23"/>
                  </a:lnTo>
                  <a:lnTo>
                    <a:pt x="0" y="56"/>
                  </a:lnTo>
                  <a:lnTo>
                    <a:pt x="10" y="56"/>
                  </a:lnTo>
                  <a:lnTo>
                    <a:pt x="10" y="78"/>
                  </a:lnTo>
                  <a:lnTo>
                    <a:pt x="128" y="78"/>
                  </a:lnTo>
                  <a:lnTo>
                    <a:pt x="1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9" name="Rectangle 226"/>
            <p:cNvSpPr>
              <a:spLocks noChangeArrowheads="1"/>
            </p:cNvSpPr>
            <p:nvPr/>
          </p:nvSpPr>
          <p:spPr bwMode="auto">
            <a:xfrm>
              <a:off x="8521700" y="2751138"/>
              <a:ext cx="28575" cy="158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0" name="Oval 227"/>
            <p:cNvSpPr>
              <a:spLocks noChangeArrowheads="1"/>
            </p:cNvSpPr>
            <p:nvPr/>
          </p:nvSpPr>
          <p:spPr bwMode="auto">
            <a:xfrm>
              <a:off x="8555038" y="2830513"/>
              <a:ext cx="63500" cy="635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1" name="Freeform 228"/>
            <p:cNvSpPr>
              <a:spLocks noEditPoints="1"/>
            </p:cNvSpPr>
            <p:nvPr/>
          </p:nvSpPr>
          <p:spPr bwMode="auto">
            <a:xfrm>
              <a:off x="8497888" y="2778125"/>
              <a:ext cx="173038" cy="330200"/>
            </a:xfrm>
            <a:custGeom>
              <a:avLst/>
              <a:gdLst>
                <a:gd name="T0" fmla="*/ 24 w 46"/>
                <a:gd name="T1" fmla="*/ 88 h 88"/>
                <a:gd name="T2" fmla="*/ 46 w 46"/>
                <a:gd name="T3" fmla="*/ 88 h 88"/>
                <a:gd name="T4" fmla="*/ 46 w 46"/>
                <a:gd name="T5" fmla="*/ 31 h 88"/>
                <a:gd name="T6" fmla="*/ 46 w 46"/>
                <a:gd name="T7" fmla="*/ 17 h 88"/>
                <a:gd name="T8" fmla="*/ 46 w 46"/>
                <a:gd name="T9" fmla="*/ 0 h 88"/>
                <a:gd name="T10" fmla="*/ 24 w 46"/>
                <a:gd name="T11" fmla="*/ 0 h 88"/>
                <a:gd name="T12" fmla="*/ 24 w 46"/>
                <a:gd name="T13" fmla="*/ 5 h 88"/>
                <a:gd name="T14" fmla="*/ 24 w 46"/>
                <a:gd name="T15" fmla="*/ 5 h 88"/>
                <a:gd name="T16" fmla="*/ 24 w 46"/>
                <a:gd name="T17" fmla="*/ 5 h 88"/>
                <a:gd name="T18" fmla="*/ 41 w 46"/>
                <a:gd name="T19" fmla="*/ 22 h 88"/>
                <a:gd name="T20" fmla="*/ 24 w 46"/>
                <a:gd name="T21" fmla="*/ 40 h 88"/>
                <a:gd name="T22" fmla="*/ 24 w 46"/>
                <a:gd name="T23" fmla="*/ 40 h 88"/>
                <a:gd name="T24" fmla="*/ 24 w 46"/>
                <a:gd name="T25" fmla="*/ 88 h 88"/>
                <a:gd name="T26" fmla="*/ 0 w 46"/>
                <a:gd name="T27" fmla="*/ 88 h 88"/>
                <a:gd name="T28" fmla="*/ 24 w 46"/>
                <a:gd name="T29" fmla="*/ 88 h 88"/>
                <a:gd name="T30" fmla="*/ 24 w 46"/>
                <a:gd name="T31" fmla="*/ 40 h 88"/>
                <a:gd name="T32" fmla="*/ 6 w 46"/>
                <a:gd name="T33" fmla="*/ 22 h 88"/>
                <a:gd name="T34" fmla="*/ 24 w 46"/>
                <a:gd name="T35" fmla="*/ 5 h 88"/>
                <a:gd name="T36" fmla="*/ 24 w 46"/>
                <a:gd name="T37" fmla="*/ 0 h 88"/>
                <a:gd name="T38" fmla="*/ 0 w 46"/>
                <a:gd name="T39" fmla="*/ 0 h 88"/>
                <a:gd name="T40" fmla="*/ 0 w 46"/>
                <a:gd name="T4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88">
                  <a:moveTo>
                    <a:pt x="24" y="88"/>
                  </a:moveTo>
                  <a:cubicBezTo>
                    <a:pt x="46" y="88"/>
                    <a:pt x="46" y="88"/>
                    <a:pt x="46" y="88"/>
                  </a:cubicBezTo>
                  <a:cubicBezTo>
                    <a:pt x="46" y="31"/>
                    <a:pt x="46" y="31"/>
                    <a:pt x="46" y="31"/>
                  </a:cubicBezTo>
                  <a:cubicBezTo>
                    <a:pt x="46" y="17"/>
                    <a:pt x="46" y="17"/>
                    <a:pt x="46" y="17"/>
                  </a:cubicBezTo>
                  <a:cubicBezTo>
                    <a:pt x="46" y="0"/>
                    <a:pt x="46" y="0"/>
                    <a:pt x="46" y="0"/>
                  </a:cubicBezTo>
                  <a:cubicBezTo>
                    <a:pt x="24" y="0"/>
                    <a:pt x="24" y="0"/>
                    <a:pt x="24" y="0"/>
                  </a:cubicBezTo>
                  <a:cubicBezTo>
                    <a:pt x="24" y="5"/>
                    <a:pt x="24" y="5"/>
                    <a:pt x="24" y="5"/>
                  </a:cubicBezTo>
                  <a:cubicBezTo>
                    <a:pt x="24" y="5"/>
                    <a:pt x="24" y="5"/>
                    <a:pt x="24" y="5"/>
                  </a:cubicBezTo>
                  <a:cubicBezTo>
                    <a:pt x="24" y="5"/>
                    <a:pt x="24" y="5"/>
                    <a:pt x="24" y="5"/>
                  </a:cubicBezTo>
                  <a:cubicBezTo>
                    <a:pt x="33" y="5"/>
                    <a:pt x="41" y="13"/>
                    <a:pt x="41" y="22"/>
                  </a:cubicBezTo>
                  <a:cubicBezTo>
                    <a:pt x="41" y="32"/>
                    <a:pt x="33" y="40"/>
                    <a:pt x="24" y="40"/>
                  </a:cubicBezTo>
                  <a:cubicBezTo>
                    <a:pt x="24" y="40"/>
                    <a:pt x="24" y="40"/>
                    <a:pt x="24" y="40"/>
                  </a:cubicBezTo>
                  <a:lnTo>
                    <a:pt x="24" y="88"/>
                  </a:lnTo>
                  <a:close/>
                  <a:moveTo>
                    <a:pt x="0" y="88"/>
                  </a:moveTo>
                  <a:cubicBezTo>
                    <a:pt x="24" y="88"/>
                    <a:pt x="24" y="88"/>
                    <a:pt x="24" y="88"/>
                  </a:cubicBezTo>
                  <a:cubicBezTo>
                    <a:pt x="24" y="40"/>
                    <a:pt x="24" y="40"/>
                    <a:pt x="24" y="40"/>
                  </a:cubicBezTo>
                  <a:cubicBezTo>
                    <a:pt x="14" y="40"/>
                    <a:pt x="6" y="32"/>
                    <a:pt x="6" y="22"/>
                  </a:cubicBezTo>
                  <a:cubicBezTo>
                    <a:pt x="6" y="13"/>
                    <a:pt x="14" y="5"/>
                    <a:pt x="24" y="5"/>
                  </a:cubicBezTo>
                  <a:cubicBezTo>
                    <a:pt x="24" y="0"/>
                    <a:pt x="24" y="0"/>
                    <a:pt x="24" y="0"/>
                  </a:cubicBezTo>
                  <a:cubicBezTo>
                    <a:pt x="0" y="0"/>
                    <a:pt x="0" y="0"/>
                    <a:pt x="0" y="0"/>
                  </a:cubicBezTo>
                  <a:lnTo>
                    <a:pt x="0" y="8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2" name="Freeform 229"/>
            <p:cNvSpPr>
              <a:spLocks noEditPoints="1"/>
            </p:cNvSpPr>
            <p:nvPr/>
          </p:nvSpPr>
          <p:spPr bwMode="auto">
            <a:xfrm>
              <a:off x="8326438" y="2470150"/>
              <a:ext cx="423863" cy="198438"/>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3" name="Freeform 230"/>
            <p:cNvSpPr>
              <a:spLocks/>
            </p:cNvSpPr>
            <p:nvPr/>
          </p:nvSpPr>
          <p:spPr bwMode="auto">
            <a:xfrm>
              <a:off x="8404225" y="2379663"/>
              <a:ext cx="244475" cy="60325"/>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4" name="Freeform 231"/>
            <p:cNvSpPr>
              <a:spLocks/>
            </p:cNvSpPr>
            <p:nvPr/>
          </p:nvSpPr>
          <p:spPr bwMode="auto">
            <a:xfrm>
              <a:off x="8362950" y="2312988"/>
              <a:ext cx="327025" cy="71438"/>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5" name="Freeform 232"/>
            <p:cNvSpPr>
              <a:spLocks/>
            </p:cNvSpPr>
            <p:nvPr/>
          </p:nvSpPr>
          <p:spPr bwMode="auto">
            <a:xfrm>
              <a:off x="5529263" y="9525"/>
              <a:ext cx="333375" cy="169863"/>
            </a:xfrm>
            <a:custGeom>
              <a:avLst/>
              <a:gdLst>
                <a:gd name="T0" fmla="*/ 0 w 89"/>
                <a:gd name="T1" fmla="*/ 0 h 45"/>
                <a:gd name="T2" fmla="*/ 0 w 89"/>
                <a:gd name="T3" fmla="*/ 2 h 45"/>
                <a:gd name="T4" fmla="*/ 3 w 89"/>
                <a:gd name="T5" fmla="*/ 17 h 45"/>
                <a:gd name="T6" fmla="*/ 13 w 89"/>
                <a:gd name="T7" fmla="*/ 35 h 45"/>
                <a:gd name="T8" fmla="*/ 13 w 89"/>
                <a:gd name="T9" fmla="*/ 35 h 45"/>
                <a:gd name="T10" fmla="*/ 19 w 89"/>
                <a:gd name="T11" fmla="*/ 42 h 45"/>
                <a:gd name="T12" fmla="*/ 21 w 89"/>
                <a:gd name="T13" fmla="*/ 43 h 45"/>
                <a:gd name="T14" fmla="*/ 31 w 89"/>
                <a:gd name="T15" fmla="*/ 44 h 45"/>
                <a:gd name="T16" fmla="*/ 31 w 89"/>
                <a:gd name="T17" fmla="*/ 44 h 45"/>
                <a:gd name="T18" fmla="*/ 36 w 89"/>
                <a:gd name="T19" fmla="*/ 42 h 45"/>
                <a:gd name="T20" fmla="*/ 39 w 89"/>
                <a:gd name="T21" fmla="*/ 41 h 45"/>
                <a:gd name="T22" fmla="*/ 44 w 89"/>
                <a:gd name="T23" fmla="*/ 40 h 45"/>
                <a:gd name="T24" fmla="*/ 45 w 89"/>
                <a:gd name="T25" fmla="*/ 40 h 45"/>
                <a:gd name="T26" fmla="*/ 50 w 89"/>
                <a:gd name="T27" fmla="*/ 41 h 45"/>
                <a:gd name="T28" fmla="*/ 53 w 89"/>
                <a:gd name="T29" fmla="*/ 42 h 45"/>
                <a:gd name="T30" fmla="*/ 58 w 89"/>
                <a:gd name="T31" fmla="*/ 44 h 45"/>
                <a:gd name="T32" fmla="*/ 58 w 89"/>
                <a:gd name="T33" fmla="*/ 44 h 45"/>
                <a:gd name="T34" fmla="*/ 68 w 89"/>
                <a:gd name="T35" fmla="*/ 43 h 45"/>
                <a:gd name="T36" fmla="*/ 70 w 89"/>
                <a:gd name="T37" fmla="*/ 42 h 45"/>
                <a:gd name="T38" fmla="*/ 76 w 89"/>
                <a:gd name="T39" fmla="*/ 35 h 45"/>
                <a:gd name="T40" fmla="*/ 76 w 89"/>
                <a:gd name="T41" fmla="*/ 35 h 45"/>
                <a:gd name="T42" fmla="*/ 86 w 89"/>
                <a:gd name="T43" fmla="*/ 17 h 45"/>
                <a:gd name="T44" fmla="*/ 89 w 89"/>
                <a:gd name="T45" fmla="*/ 2 h 45"/>
                <a:gd name="T46" fmla="*/ 89 w 89"/>
                <a:gd name="T47" fmla="*/ 0 h 45"/>
                <a:gd name="T48" fmla="*/ 0 w 89"/>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45">
                  <a:moveTo>
                    <a:pt x="0" y="0"/>
                  </a:moveTo>
                  <a:cubicBezTo>
                    <a:pt x="0" y="1"/>
                    <a:pt x="0" y="1"/>
                    <a:pt x="0" y="2"/>
                  </a:cubicBezTo>
                  <a:cubicBezTo>
                    <a:pt x="0" y="7"/>
                    <a:pt x="2" y="12"/>
                    <a:pt x="3" y="17"/>
                  </a:cubicBezTo>
                  <a:cubicBezTo>
                    <a:pt x="5" y="23"/>
                    <a:pt x="9" y="29"/>
                    <a:pt x="13" y="35"/>
                  </a:cubicBezTo>
                  <a:cubicBezTo>
                    <a:pt x="13" y="35"/>
                    <a:pt x="13" y="35"/>
                    <a:pt x="13" y="35"/>
                  </a:cubicBezTo>
                  <a:cubicBezTo>
                    <a:pt x="15" y="38"/>
                    <a:pt x="17" y="40"/>
                    <a:pt x="19" y="42"/>
                  </a:cubicBezTo>
                  <a:cubicBezTo>
                    <a:pt x="20" y="42"/>
                    <a:pt x="20" y="42"/>
                    <a:pt x="21" y="43"/>
                  </a:cubicBezTo>
                  <a:cubicBezTo>
                    <a:pt x="24" y="45"/>
                    <a:pt x="27" y="45"/>
                    <a:pt x="31" y="44"/>
                  </a:cubicBezTo>
                  <a:cubicBezTo>
                    <a:pt x="31" y="44"/>
                    <a:pt x="31" y="44"/>
                    <a:pt x="31" y="44"/>
                  </a:cubicBezTo>
                  <a:cubicBezTo>
                    <a:pt x="33" y="44"/>
                    <a:pt x="34" y="43"/>
                    <a:pt x="36" y="42"/>
                  </a:cubicBezTo>
                  <a:cubicBezTo>
                    <a:pt x="37" y="42"/>
                    <a:pt x="38" y="42"/>
                    <a:pt x="39" y="41"/>
                  </a:cubicBezTo>
                  <a:cubicBezTo>
                    <a:pt x="41" y="41"/>
                    <a:pt x="44" y="40"/>
                    <a:pt x="44" y="40"/>
                  </a:cubicBezTo>
                  <a:cubicBezTo>
                    <a:pt x="45" y="40"/>
                    <a:pt x="45" y="40"/>
                    <a:pt x="45" y="40"/>
                  </a:cubicBezTo>
                  <a:cubicBezTo>
                    <a:pt x="47" y="40"/>
                    <a:pt x="48" y="41"/>
                    <a:pt x="50" y="41"/>
                  </a:cubicBezTo>
                  <a:cubicBezTo>
                    <a:pt x="51" y="42"/>
                    <a:pt x="52" y="42"/>
                    <a:pt x="53" y="42"/>
                  </a:cubicBezTo>
                  <a:cubicBezTo>
                    <a:pt x="55" y="43"/>
                    <a:pt x="56" y="44"/>
                    <a:pt x="58" y="44"/>
                  </a:cubicBezTo>
                  <a:cubicBezTo>
                    <a:pt x="58" y="44"/>
                    <a:pt x="58" y="44"/>
                    <a:pt x="58" y="44"/>
                  </a:cubicBezTo>
                  <a:cubicBezTo>
                    <a:pt x="62" y="45"/>
                    <a:pt x="65" y="45"/>
                    <a:pt x="68" y="43"/>
                  </a:cubicBezTo>
                  <a:cubicBezTo>
                    <a:pt x="69" y="42"/>
                    <a:pt x="69" y="42"/>
                    <a:pt x="70" y="42"/>
                  </a:cubicBezTo>
                  <a:cubicBezTo>
                    <a:pt x="72" y="40"/>
                    <a:pt x="74" y="38"/>
                    <a:pt x="76" y="35"/>
                  </a:cubicBezTo>
                  <a:cubicBezTo>
                    <a:pt x="76" y="35"/>
                    <a:pt x="76" y="35"/>
                    <a:pt x="76" y="35"/>
                  </a:cubicBezTo>
                  <a:cubicBezTo>
                    <a:pt x="80" y="29"/>
                    <a:pt x="83" y="23"/>
                    <a:pt x="86" y="17"/>
                  </a:cubicBezTo>
                  <a:cubicBezTo>
                    <a:pt x="87" y="12"/>
                    <a:pt x="89" y="7"/>
                    <a:pt x="89" y="2"/>
                  </a:cubicBezTo>
                  <a:cubicBezTo>
                    <a:pt x="89" y="0"/>
                    <a:pt x="89" y="0"/>
                    <a:pt x="89"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6" name="Freeform 233"/>
            <p:cNvSpPr>
              <a:spLocks/>
            </p:cNvSpPr>
            <p:nvPr/>
          </p:nvSpPr>
          <p:spPr bwMode="auto">
            <a:xfrm>
              <a:off x="4129088" y="5675313"/>
              <a:ext cx="258763" cy="292100"/>
            </a:xfrm>
            <a:custGeom>
              <a:avLst/>
              <a:gdLst>
                <a:gd name="T0" fmla="*/ 8 w 69"/>
                <a:gd name="T1" fmla="*/ 2 h 78"/>
                <a:gd name="T2" fmla="*/ 25 w 69"/>
                <a:gd name="T3" fmla="*/ 12 h 78"/>
                <a:gd name="T4" fmla="*/ 31 w 69"/>
                <a:gd name="T5" fmla="*/ 21 h 78"/>
                <a:gd name="T6" fmla="*/ 63 w 69"/>
                <a:gd name="T7" fmla="*/ 15 h 78"/>
                <a:gd name="T8" fmla="*/ 67 w 69"/>
                <a:gd name="T9" fmla="*/ 22 h 78"/>
                <a:gd name="T10" fmla="*/ 40 w 69"/>
                <a:gd name="T11" fmla="*/ 34 h 78"/>
                <a:gd name="T12" fmla="*/ 49 w 69"/>
                <a:gd name="T13" fmla="*/ 47 h 78"/>
                <a:gd name="T14" fmla="*/ 64 w 69"/>
                <a:gd name="T15" fmla="*/ 48 h 78"/>
                <a:gd name="T16" fmla="*/ 69 w 69"/>
                <a:gd name="T17" fmla="*/ 55 h 78"/>
                <a:gd name="T18" fmla="*/ 47 w 69"/>
                <a:gd name="T19" fmla="*/ 61 h 78"/>
                <a:gd name="T20" fmla="*/ 34 w 69"/>
                <a:gd name="T21" fmla="*/ 78 h 78"/>
                <a:gd name="T22" fmla="*/ 30 w 69"/>
                <a:gd name="T23" fmla="*/ 71 h 78"/>
                <a:gd name="T24" fmla="*/ 35 w 69"/>
                <a:gd name="T25" fmla="*/ 57 h 78"/>
                <a:gd name="T26" fmla="*/ 26 w 69"/>
                <a:gd name="T27" fmla="*/ 43 h 78"/>
                <a:gd name="T28" fmla="*/ 5 w 69"/>
                <a:gd name="T29" fmla="*/ 64 h 78"/>
                <a:gd name="T30" fmla="*/ 0 w 69"/>
                <a:gd name="T31" fmla="*/ 57 h 78"/>
                <a:gd name="T32" fmla="*/ 17 w 69"/>
                <a:gd name="T33" fmla="*/ 31 h 78"/>
                <a:gd name="T34" fmla="*/ 11 w 69"/>
                <a:gd name="T35" fmla="*/ 21 h 78"/>
                <a:gd name="T36" fmla="*/ 8 w 69"/>
                <a:gd name="T37" fmla="*/ 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8">
                  <a:moveTo>
                    <a:pt x="8" y="2"/>
                  </a:moveTo>
                  <a:cubicBezTo>
                    <a:pt x="12" y="0"/>
                    <a:pt x="22" y="8"/>
                    <a:pt x="25" y="12"/>
                  </a:cubicBezTo>
                  <a:cubicBezTo>
                    <a:pt x="31" y="21"/>
                    <a:pt x="31" y="21"/>
                    <a:pt x="31" y="21"/>
                  </a:cubicBezTo>
                  <a:cubicBezTo>
                    <a:pt x="63" y="15"/>
                    <a:pt x="63" y="15"/>
                    <a:pt x="63" y="15"/>
                  </a:cubicBezTo>
                  <a:cubicBezTo>
                    <a:pt x="67" y="22"/>
                    <a:pt x="67" y="22"/>
                    <a:pt x="67" y="22"/>
                  </a:cubicBezTo>
                  <a:cubicBezTo>
                    <a:pt x="40" y="34"/>
                    <a:pt x="40" y="34"/>
                    <a:pt x="40" y="34"/>
                  </a:cubicBezTo>
                  <a:cubicBezTo>
                    <a:pt x="49" y="47"/>
                    <a:pt x="49" y="47"/>
                    <a:pt x="49" y="47"/>
                  </a:cubicBezTo>
                  <a:cubicBezTo>
                    <a:pt x="64" y="48"/>
                    <a:pt x="64" y="48"/>
                    <a:pt x="64" y="48"/>
                  </a:cubicBezTo>
                  <a:cubicBezTo>
                    <a:pt x="69" y="55"/>
                    <a:pt x="69" y="55"/>
                    <a:pt x="69" y="55"/>
                  </a:cubicBezTo>
                  <a:cubicBezTo>
                    <a:pt x="47" y="61"/>
                    <a:pt x="47" y="61"/>
                    <a:pt x="47" y="61"/>
                  </a:cubicBezTo>
                  <a:cubicBezTo>
                    <a:pt x="34" y="78"/>
                    <a:pt x="34" y="78"/>
                    <a:pt x="34" y="78"/>
                  </a:cubicBezTo>
                  <a:cubicBezTo>
                    <a:pt x="30" y="71"/>
                    <a:pt x="30" y="71"/>
                    <a:pt x="30" y="71"/>
                  </a:cubicBezTo>
                  <a:cubicBezTo>
                    <a:pt x="35" y="57"/>
                    <a:pt x="35" y="57"/>
                    <a:pt x="35" y="57"/>
                  </a:cubicBezTo>
                  <a:cubicBezTo>
                    <a:pt x="26" y="43"/>
                    <a:pt x="26" y="43"/>
                    <a:pt x="26" y="43"/>
                  </a:cubicBezTo>
                  <a:cubicBezTo>
                    <a:pt x="5" y="64"/>
                    <a:pt x="5" y="64"/>
                    <a:pt x="5" y="64"/>
                  </a:cubicBezTo>
                  <a:cubicBezTo>
                    <a:pt x="0" y="57"/>
                    <a:pt x="0" y="57"/>
                    <a:pt x="0" y="57"/>
                  </a:cubicBezTo>
                  <a:cubicBezTo>
                    <a:pt x="17" y="31"/>
                    <a:pt x="17" y="31"/>
                    <a:pt x="17" y="31"/>
                  </a:cubicBezTo>
                  <a:cubicBezTo>
                    <a:pt x="11" y="21"/>
                    <a:pt x="11" y="21"/>
                    <a:pt x="11" y="21"/>
                  </a:cubicBezTo>
                  <a:cubicBezTo>
                    <a:pt x="8" y="17"/>
                    <a:pt x="5" y="5"/>
                    <a:pt x="8"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7" name="Freeform 234"/>
            <p:cNvSpPr>
              <a:spLocks/>
            </p:cNvSpPr>
            <p:nvPr/>
          </p:nvSpPr>
          <p:spPr bwMode="auto">
            <a:xfrm>
              <a:off x="3213100" y="5527675"/>
              <a:ext cx="115888" cy="338138"/>
            </a:xfrm>
            <a:custGeom>
              <a:avLst/>
              <a:gdLst>
                <a:gd name="T0" fmla="*/ 4 w 31"/>
                <a:gd name="T1" fmla="*/ 10 h 90"/>
                <a:gd name="T2" fmla="*/ 1 w 31"/>
                <a:gd name="T3" fmla="*/ 21 h 90"/>
                <a:gd name="T4" fmla="*/ 3 w 31"/>
                <a:gd name="T5" fmla="*/ 31 h 90"/>
                <a:gd name="T6" fmla="*/ 11 w 31"/>
                <a:gd name="T7" fmla="*/ 41 h 90"/>
                <a:gd name="T8" fmla="*/ 11 w 31"/>
                <a:gd name="T9" fmla="*/ 90 h 90"/>
                <a:gd name="T10" fmla="*/ 20 w 31"/>
                <a:gd name="T11" fmla="*/ 90 h 90"/>
                <a:gd name="T12" fmla="*/ 20 w 31"/>
                <a:gd name="T13" fmla="*/ 41 h 90"/>
                <a:gd name="T14" fmla="*/ 29 w 31"/>
                <a:gd name="T15" fmla="*/ 31 h 90"/>
                <a:gd name="T16" fmla="*/ 31 w 31"/>
                <a:gd name="T17" fmla="*/ 21 h 90"/>
                <a:gd name="T18" fmla="*/ 28 w 31"/>
                <a:gd name="T19" fmla="*/ 10 h 90"/>
                <a:gd name="T20" fmla="*/ 21 w 31"/>
                <a:gd name="T21" fmla="*/ 0 h 90"/>
                <a:gd name="T22" fmla="*/ 23 w 31"/>
                <a:gd name="T23" fmla="*/ 21 h 90"/>
                <a:gd name="T24" fmla="*/ 20 w 31"/>
                <a:gd name="T25" fmla="*/ 21 h 90"/>
                <a:gd name="T26" fmla="*/ 18 w 31"/>
                <a:gd name="T27" fmla="*/ 0 h 90"/>
                <a:gd name="T28" fmla="*/ 16 w 31"/>
                <a:gd name="T29" fmla="*/ 0 h 90"/>
                <a:gd name="T30" fmla="*/ 14 w 31"/>
                <a:gd name="T31" fmla="*/ 0 h 90"/>
                <a:gd name="T32" fmla="*/ 11 w 31"/>
                <a:gd name="T33" fmla="*/ 21 h 90"/>
                <a:gd name="T34" fmla="*/ 8 w 31"/>
                <a:gd name="T35" fmla="*/ 21 h 90"/>
                <a:gd name="T36" fmla="*/ 11 w 31"/>
                <a:gd name="T37" fmla="*/ 0 h 90"/>
                <a:gd name="T38" fmla="*/ 4 w 31"/>
                <a:gd name="T39"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90">
                  <a:moveTo>
                    <a:pt x="4" y="10"/>
                  </a:moveTo>
                  <a:cubicBezTo>
                    <a:pt x="3" y="14"/>
                    <a:pt x="1" y="18"/>
                    <a:pt x="1" y="21"/>
                  </a:cubicBezTo>
                  <a:cubicBezTo>
                    <a:pt x="0" y="25"/>
                    <a:pt x="1" y="28"/>
                    <a:pt x="3" y="31"/>
                  </a:cubicBezTo>
                  <a:cubicBezTo>
                    <a:pt x="5" y="34"/>
                    <a:pt x="8" y="39"/>
                    <a:pt x="11" y="41"/>
                  </a:cubicBezTo>
                  <a:cubicBezTo>
                    <a:pt x="11" y="90"/>
                    <a:pt x="11" y="90"/>
                    <a:pt x="11" y="90"/>
                  </a:cubicBezTo>
                  <a:cubicBezTo>
                    <a:pt x="20" y="90"/>
                    <a:pt x="20" y="90"/>
                    <a:pt x="20" y="90"/>
                  </a:cubicBezTo>
                  <a:cubicBezTo>
                    <a:pt x="20" y="41"/>
                    <a:pt x="20" y="41"/>
                    <a:pt x="20" y="41"/>
                  </a:cubicBezTo>
                  <a:cubicBezTo>
                    <a:pt x="24" y="39"/>
                    <a:pt x="27" y="34"/>
                    <a:pt x="29" y="31"/>
                  </a:cubicBezTo>
                  <a:cubicBezTo>
                    <a:pt x="31" y="28"/>
                    <a:pt x="31" y="25"/>
                    <a:pt x="31" y="21"/>
                  </a:cubicBezTo>
                  <a:cubicBezTo>
                    <a:pt x="31" y="18"/>
                    <a:pt x="29" y="14"/>
                    <a:pt x="28" y="10"/>
                  </a:cubicBezTo>
                  <a:cubicBezTo>
                    <a:pt x="27" y="7"/>
                    <a:pt x="25" y="0"/>
                    <a:pt x="21" y="0"/>
                  </a:cubicBezTo>
                  <a:cubicBezTo>
                    <a:pt x="23" y="21"/>
                    <a:pt x="23" y="21"/>
                    <a:pt x="23" y="21"/>
                  </a:cubicBezTo>
                  <a:cubicBezTo>
                    <a:pt x="20" y="21"/>
                    <a:pt x="20" y="21"/>
                    <a:pt x="20" y="21"/>
                  </a:cubicBezTo>
                  <a:cubicBezTo>
                    <a:pt x="18" y="0"/>
                    <a:pt x="18" y="0"/>
                    <a:pt x="18" y="0"/>
                  </a:cubicBezTo>
                  <a:cubicBezTo>
                    <a:pt x="16" y="0"/>
                    <a:pt x="16" y="0"/>
                    <a:pt x="16" y="0"/>
                  </a:cubicBezTo>
                  <a:cubicBezTo>
                    <a:pt x="14" y="0"/>
                    <a:pt x="14" y="0"/>
                    <a:pt x="14" y="0"/>
                  </a:cubicBezTo>
                  <a:cubicBezTo>
                    <a:pt x="11" y="21"/>
                    <a:pt x="11" y="21"/>
                    <a:pt x="11" y="21"/>
                  </a:cubicBezTo>
                  <a:cubicBezTo>
                    <a:pt x="8" y="21"/>
                    <a:pt x="8" y="21"/>
                    <a:pt x="8" y="21"/>
                  </a:cubicBezTo>
                  <a:cubicBezTo>
                    <a:pt x="11" y="0"/>
                    <a:pt x="11" y="0"/>
                    <a:pt x="11" y="0"/>
                  </a:cubicBezTo>
                  <a:cubicBezTo>
                    <a:pt x="7" y="0"/>
                    <a:pt x="5" y="7"/>
                    <a:pt x="4" y="1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8" name="Freeform 235"/>
            <p:cNvSpPr>
              <a:spLocks/>
            </p:cNvSpPr>
            <p:nvPr/>
          </p:nvSpPr>
          <p:spPr bwMode="auto">
            <a:xfrm>
              <a:off x="3367088" y="5521325"/>
              <a:ext cx="123825" cy="344488"/>
            </a:xfrm>
            <a:custGeom>
              <a:avLst/>
              <a:gdLst>
                <a:gd name="T0" fmla="*/ 21 w 33"/>
                <a:gd name="T1" fmla="*/ 92 h 92"/>
                <a:gd name="T2" fmla="*/ 21 w 33"/>
                <a:gd name="T3" fmla="*/ 44 h 92"/>
                <a:gd name="T4" fmla="*/ 33 w 33"/>
                <a:gd name="T5" fmla="*/ 24 h 92"/>
                <a:gd name="T6" fmla="*/ 17 w 33"/>
                <a:gd name="T7" fmla="*/ 0 h 92"/>
                <a:gd name="T8" fmla="*/ 0 w 33"/>
                <a:gd name="T9" fmla="*/ 24 h 92"/>
                <a:gd name="T10" fmla="*/ 12 w 33"/>
                <a:gd name="T11" fmla="*/ 44 h 92"/>
                <a:gd name="T12" fmla="*/ 12 w 33"/>
                <a:gd name="T13" fmla="*/ 92 h 92"/>
                <a:gd name="T14" fmla="*/ 21 w 33"/>
                <a:gd name="T15" fmla="*/ 9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2">
                  <a:moveTo>
                    <a:pt x="21" y="92"/>
                  </a:moveTo>
                  <a:cubicBezTo>
                    <a:pt x="21" y="44"/>
                    <a:pt x="21" y="44"/>
                    <a:pt x="21" y="44"/>
                  </a:cubicBezTo>
                  <a:cubicBezTo>
                    <a:pt x="28" y="41"/>
                    <a:pt x="33" y="34"/>
                    <a:pt x="33" y="24"/>
                  </a:cubicBezTo>
                  <a:cubicBezTo>
                    <a:pt x="33" y="13"/>
                    <a:pt x="26" y="0"/>
                    <a:pt x="17" y="0"/>
                  </a:cubicBezTo>
                  <a:cubicBezTo>
                    <a:pt x="7" y="0"/>
                    <a:pt x="0" y="13"/>
                    <a:pt x="0" y="24"/>
                  </a:cubicBezTo>
                  <a:cubicBezTo>
                    <a:pt x="0" y="33"/>
                    <a:pt x="5" y="41"/>
                    <a:pt x="12" y="44"/>
                  </a:cubicBezTo>
                  <a:cubicBezTo>
                    <a:pt x="12" y="92"/>
                    <a:pt x="12" y="92"/>
                    <a:pt x="12" y="92"/>
                  </a:cubicBezTo>
                  <a:lnTo>
                    <a:pt x="21" y="9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9" name="Oval 236"/>
            <p:cNvSpPr>
              <a:spLocks noChangeArrowheads="1"/>
            </p:cNvSpPr>
            <p:nvPr/>
          </p:nvSpPr>
          <p:spPr bwMode="auto">
            <a:xfrm>
              <a:off x="3724275" y="6403975"/>
              <a:ext cx="168275" cy="16827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0" name="Rectangle 237"/>
            <p:cNvSpPr>
              <a:spLocks noChangeArrowheads="1"/>
            </p:cNvSpPr>
            <p:nvPr/>
          </p:nvSpPr>
          <p:spPr bwMode="auto">
            <a:xfrm>
              <a:off x="3798888" y="6362700"/>
              <a:ext cx="19050" cy="301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1" name="Rectangle 239"/>
            <p:cNvSpPr>
              <a:spLocks noChangeArrowheads="1"/>
            </p:cNvSpPr>
            <p:nvPr/>
          </p:nvSpPr>
          <p:spPr bwMode="auto">
            <a:xfrm>
              <a:off x="3903663" y="6478588"/>
              <a:ext cx="30163" cy="190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2" name="Rectangle 240"/>
            <p:cNvSpPr>
              <a:spLocks noChangeArrowheads="1"/>
            </p:cNvSpPr>
            <p:nvPr/>
          </p:nvSpPr>
          <p:spPr bwMode="auto">
            <a:xfrm>
              <a:off x="3798888" y="6583363"/>
              <a:ext cx="19050" cy="301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3" name="Rectangle 241"/>
            <p:cNvSpPr>
              <a:spLocks noChangeArrowheads="1"/>
            </p:cNvSpPr>
            <p:nvPr/>
          </p:nvSpPr>
          <p:spPr bwMode="auto">
            <a:xfrm>
              <a:off x="3683000" y="6478588"/>
              <a:ext cx="30163" cy="190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4" name="Freeform 242"/>
            <p:cNvSpPr>
              <a:spLocks/>
            </p:cNvSpPr>
            <p:nvPr/>
          </p:nvSpPr>
          <p:spPr bwMode="auto">
            <a:xfrm>
              <a:off x="3870325" y="6392863"/>
              <a:ext cx="33338" cy="33338"/>
            </a:xfrm>
            <a:custGeom>
              <a:avLst/>
              <a:gdLst>
                <a:gd name="T0" fmla="*/ 21 w 21"/>
                <a:gd name="T1" fmla="*/ 9 h 21"/>
                <a:gd name="T2" fmla="*/ 9 w 21"/>
                <a:gd name="T3" fmla="*/ 21 h 21"/>
                <a:gd name="T4" fmla="*/ 0 w 21"/>
                <a:gd name="T5" fmla="*/ 11 h 21"/>
                <a:gd name="T6" fmla="*/ 12 w 21"/>
                <a:gd name="T7" fmla="*/ 0 h 21"/>
                <a:gd name="T8" fmla="*/ 21 w 21"/>
                <a:gd name="T9" fmla="*/ 9 h 21"/>
              </a:gdLst>
              <a:ahLst/>
              <a:cxnLst>
                <a:cxn ang="0">
                  <a:pos x="T0" y="T1"/>
                </a:cxn>
                <a:cxn ang="0">
                  <a:pos x="T2" y="T3"/>
                </a:cxn>
                <a:cxn ang="0">
                  <a:pos x="T4" y="T5"/>
                </a:cxn>
                <a:cxn ang="0">
                  <a:pos x="T6" y="T7"/>
                </a:cxn>
                <a:cxn ang="0">
                  <a:pos x="T8" y="T9"/>
                </a:cxn>
              </a:cxnLst>
              <a:rect l="0" t="0" r="r" b="b"/>
              <a:pathLst>
                <a:path w="21" h="21">
                  <a:moveTo>
                    <a:pt x="21" y="9"/>
                  </a:moveTo>
                  <a:lnTo>
                    <a:pt x="9" y="21"/>
                  </a:lnTo>
                  <a:lnTo>
                    <a:pt x="0" y="11"/>
                  </a:lnTo>
                  <a:lnTo>
                    <a:pt x="12" y="0"/>
                  </a:lnTo>
                  <a:lnTo>
                    <a:pt x="21" y="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5" name="Freeform 243"/>
            <p:cNvSpPr>
              <a:spLocks/>
            </p:cNvSpPr>
            <p:nvPr/>
          </p:nvSpPr>
          <p:spPr bwMode="auto">
            <a:xfrm>
              <a:off x="3870325" y="6550025"/>
              <a:ext cx="33338" cy="33338"/>
            </a:xfrm>
            <a:custGeom>
              <a:avLst/>
              <a:gdLst>
                <a:gd name="T0" fmla="*/ 9 w 21"/>
                <a:gd name="T1" fmla="*/ 0 h 21"/>
                <a:gd name="T2" fmla="*/ 21 w 21"/>
                <a:gd name="T3" fmla="*/ 12 h 21"/>
                <a:gd name="T4" fmla="*/ 12 w 21"/>
                <a:gd name="T5" fmla="*/ 21 h 21"/>
                <a:gd name="T6" fmla="*/ 0 w 21"/>
                <a:gd name="T7" fmla="*/ 9 h 21"/>
                <a:gd name="T8" fmla="*/ 9 w 21"/>
                <a:gd name="T9" fmla="*/ 0 h 21"/>
              </a:gdLst>
              <a:ahLst/>
              <a:cxnLst>
                <a:cxn ang="0">
                  <a:pos x="T0" y="T1"/>
                </a:cxn>
                <a:cxn ang="0">
                  <a:pos x="T2" y="T3"/>
                </a:cxn>
                <a:cxn ang="0">
                  <a:pos x="T4" y="T5"/>
                </a:cxn>
                <a:cxn ang="0">
                  <a:pos x="T6" y="T7"/>
                </a:cxn>
                <a:cxn ang="0">
                  <a:pos x="T8" y="T9"/>
                </a:cxn>
              </a:cxnLst>
              <a:rect l="0" t="0" r="r" b="b"/>
              <a:pathLst>
                <a:path w="21" h="21">
                  <a:moveTo>
                    <a:pt x="9" y="0"/>
                  </a:moveTo>
                  <a:lnTo>
                    <a:pt x="21" y="12"/>
                  </a:lnTo>
                  <a:lnTo>
                    <a:pt x="12" y="21"/>
                  </a:lnTo>
                  <a:lnTo>
                    <a:pt x="0" y="9"/>
                  </a:lnTo>
                  <a:lnTo>
                    <a:pt x="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6" name="Freeform 244"/>
            <p:cNvSpPr>
              <a:spLocks/>
            </p:cNvSpPr>
            <p:nvPr/>
          </p:nvSpPr>
          <p:spPr bwMode="auto">
            <a:xfrm>
              <a:off x="3713163" y="6550025"/>
              <a:ext cx="33338" cy="33338"/>
            </a:xfrm>
            <a:custGeom>
              <a:avLst/>
              <a:gdLst>
                <a:gd name="T0" fmla="*/ 11 w 21"/>
                <a:gd name="T1" fmla="*/ 0 h 21"/>
                <a:gd name="T2" fmla="*/ 21 w 21"/>
                <a:gd name="T3" fmla="*/ 9 h 21"/>
                <a:gd name="T4" fmla="*/ 9 w 21"/>
                <a:gd name="T5" fmla="*/ 21 h 21"/>
                <a:gd name="T6" fmla="*/ 0 w 21"/>
                <a:gd name="T7" fmla="*/ 12 h 21"/>
                <a:gd name="T8" fmla="*/ 11 w 21"/>
                <a:gd name="T9" fmla="*/ 0 h 21"/>
              </a:gdLst>
              <a:ahLst/>
              <a:cxnLst>
                <a:cxn ang="0">
                  <a:pos x="T0" y="T1"/>
                </a:cxn>
                <a:cxn ang="0">
                  <a:pos x="T2" y="T3"/>
                </a:cxn>
                <a:cxn ang="0">
                  <a:pos x="T4" y="T5"/>
                </a:cxn>
                <a:cxn ang="0">
                  <a:pos x="T6" y="T7"/>
                </a:cxn>
                <a:cxn ang="0">
                  <a:pos x="T8" y="T9"/>
                </a:cxn>
              </a:cxnLst>
              <a:rect l="0" t="0" r="r" b="b"/>
              <a:pathLst>
                <a:path w="21" h="21">
                  <a:moveTo>
                    <a:pt x="11" y="0"/>
                  </a:moveTo>
                  <a:lnTo>
                    <a:pt x="21" y="9"/>
                  </a:lnTo>
                  <a:lnTo>
                    <a:pt x="9" y="21"/>
                  </a:lnTo>
                  <a:lnTo>
                    <a:pt x="0" y="12"/>
                  </a:lnTo>
                  <a:lnTo>
                    <a:pt x="11"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7" name="Freeform 245"/>
            <p:cNvSpPr>
              <a:spLocks/>
            </p:cNvSpPr>
            <p:nvPr/>
          </p:nvSpPr>
          <p:spPr bwMode="auto">
            <a:xfrm>
              <a:off x="3713163" y="6392863"/>
              <a:ext cx="33338" cy="33338"/>
            </a:xfrm>
            <a:custGeom>
              <a:avLst/>
              <a:gdLst>
                <a:gd name="T0" fmla="*/ 21 w 21"/>
                <a:gd name="T1" fmla="*/ 11 h 21"/>
                <a:gd name="T2" fmla="*/ 11 w 21"/>
                <a:gd name="T3" fmla="*/ 21 h 21"/>
                <a:gd name="T4" fmla="*/ 0 w 21"/>
                <a:gd name="T5" fmla="*/ 9 h 21"/>
                <a:gd name="T6" fmla="*/ 9 w 21"/>
                <a:gd name="T7" fmla="*/ 0 h 21"/>
                <a:gd name="T8" fmla="*/ 21 w 21"/>
                <a:gd name="T9" fmla="*/ 11 h 21"/>
              </a:gdLst>
              <a:ahLst/>
              <a:cxnLst>
                <a:cxn ang="0">
                  <a:pos x="T0" y="T1"/>
                </a:cxn>
                <a:cxn ang="0">
                  <a:pos x="T2" y="T3"/>
                </a:cxn>
                <a:cxn ang="0">
                  <a:pos x="T4" y="T5"/>
                </a:cxn>
                <a:cxn ang="0">
                  <a:pos x="T6" y="T7"/>
                </a:cxn>
                <a:cxn ang="0">
                  <a:pos x="T8" y="T9"/>
                </a:cxn>
              </a:cxnLst>
              <a:rect l="0" t="0" r="r" b="b"/>
              <a:pathLst>
                <a:path w="21" h="21">
                  <a:moveTo>
                    <a:pt x="21" y="11"/>
                  </a:moveTo>
                  <a:lnTo>
                    <a:pt x="11" y="21"/>
                  </a:lnTo>
                  <a:lnTo>
                    <a:pt x="0" y="9"/>
                  </a:lnTo>
                  <a:lnTo>
                    <a:pt x="9" y="0"/>
                  </a:lnTo>
                  <a:lnTo>
                    <a:pt x="21"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8" name="Freeform 246"/>
            <p:cNvSpPr>
              <a:spLocks/>
            </p:cNvSpPr>
            <p:nvPr/>
          </p:nvSpPr>
          <p:spPr bwMode="auto">
            <a:xfrm>
              <a:off x="3836988" y="6365875"/>
              <a:ext cx="28575" cy="38100"/>
            </a:xfrm>
            <a:custGeom>
              <a:avLst/>
              <a:gdLst>
                <a:gd name="T0" fmla="*/ 18 w 18"/>
                <a:gd name="T1" fmla="*/ 5 h 24"/>
                <a:gd name="T2" fmla="*/ 11 w 18"/>
                <a:gd name="T3" fmla="*/ 24 h 24"/>
                <a:gd name="T4" fmla="*/ 0 w 18"/>
                <a:gd name="T5" fmla="*/ 19 h 24"/>
                <a:gd name="T6" fmla="*/ 7 w 18"/>
                <a:gd name="T7" fmla="*/ 0 h 24"/>
                <a:gd name="T8" fmla="*/ 18 w 18"/>
                <a:gd name="T9" fmla="*/ 5 h 24"/>
              </a:gdLst>
              <a:ahLst/>
              <a:cxnLst>
                <a:cxn ang="0">
                  <a:pos x="T0" y="T1"/>
                </a:cxn>
                <a:cxn ang="0">
                  <a:pos x="T2" y="T3"/>
                </a:cxn>
                <a:cxn ang="0">
                  <a:pos x="T4" y="T5"/>
                </a:cxn>
                <a:cxn ang="0">
                  <a:pos x="T6" y="T7"/>
                </a:cxn>
                <a:cxn ang="0">
                  <a:pos x="T8" y="T9"/>
                </a:cxn>
              </a:cxnLst>
              <a:rect l="0" t="0" r="r" b="b"/>
              <a:pathLst>
                <a:path w="18" h="24">
                  <a:moveTo>
                    <a:pt x="18" y="5"/>
                  </a:moveTo>
                  <a:lnTo>
                    <a:pt x="11" y="24"/>
                  </a:lnTo>
                  <a:lnTo>
                    <a:pt x="0" y="19"/>
                  </a:lnTo>
                  <a:lnTo>
                    <a:pt x="7" y="0"/>
                  </a:lnTo>
                  <a:lnTo>
                    <a:pt x="18"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9" name="Freeform 247"/>
            <p:cNvSpPr>
              <a:spLocks/>
            </p:cNvSpPr>
            <p:nvPr/>
          </p:nvSpPr>
          <p:spPr bwMode="auto">
            <a:xfrm>
              <a:off x="3892550" y="6516688"/>
              <a:ext cx="38100" cy="30163"/>
            </a:xfrm>
            <a:custGeom>
              <a:avLst/>
              <a:gdLst>
                <a:gd name="T0" fmla="*/ 5 w 24"/>
                <a:gd name="T1" fmla="*/ 0 h 19"/>
                <a:gd name="T2" fmla="*/ 24 w 24"/>
                <a:gd name="T3" fmla="*/ 7 h 19"/>
                <a:gd name="T4" fmla="*/ 19 w 24"/>
                <a:gd name="T5" fmla="*/ 19 h 19"/>
                <a:gd name="T6" fmla="*/ 0 w 24"/>
                <a:gd name="T7" fmla="*/ 11 h 19"/>
                <a:gd name="T8" fmla="*/ 5 w 24"/>
                <a:gd name="T9" fmla="*/ 0 h 19"/>
              </a:gdLst>
              <a:ahLst/>
              <a:cxnLst>
                <a:cxn ang="0">
                  <a:pos x="T0" y="T1"/>
                </a:cxn>
                <a:cxn ang="0">
                  <a:pos x="T2" y="T3"/>
                </a:cxn>
                <a:cxn ang="0">
                  <a:pos x="T4" y="T5"/>
                </a:cxn>
                <a:cxn ang="0">
                  <a:pos x="T6" y="T7"/>
                </a:cxn>
                <a:cxn ang="0">
                  <a:pos x="T8" y="T9"/>
                </a:cxn>
              </a:cxnLst>
              <a:rect l="0" t="0" r="r" b="b"/>
              <a:pathLst>
                <a:path w="24" h="19">
                  <a:moveTo>
                    <a:pt x="5" y="0"/>
                  </a:moveTo>
                  <a:lnTo>
                    <a:pt x="24" y="7"/>
                  </a:lnTo>
                  <a:lnTo>
                    <a:pt x="19" y="19"/>
                  </a:lnTo>
                  <a:lnTo>
                    <a:pt x="0" y="11"/>
                  </a:lnTo>
                  <a:lnTo>
                    <a:pt x="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0" name="Freeform 248"/>
            <p:cNvSpPr>
              <a:spLocks/>
            </p:cNvSpPr>
            <p:nvPr/>
          </p:nvSpPr>
          <p:spPr bwMode="auto">
            <a:xfrm>
              <a:off x="3749675" y="6572250"/>
              <a:ext cx="33338" cy="38100"/>
            </a:xfrm>
            <a:custGeom>
              <a:avLst/>
              <a:gdLst>
                <a:gd name="T0" fmla="*/ 21 w 21"/>
                <a:gd name="T1" fmla="*/ 5 h 24"/>
                <a:gd name="T2" fmla="*/ 12 w 21"/>
                <a:gd name="T3" fmla="*/ 24 h 24"/>
                <a:gd name="T4" fmla="*/ 0 w 21"/>
                <a:gd name="T5" fmla="*/ 19 h 24"/>
                <a:gd name="T6" fmla="*/ 7 w 21"/>
                <a:gd name="T7" fmla="*/ 0 h 24"/>
                <a:gd name="T8" fmla="*/ 21 w 21"/>
                <a:gd name="T9" fmla="*/ 5 h 24"/>
              </a:gdLst>
              <a:ahLst/>
              <a:cxnLst>
                <a:cxn ang="0">
                  <a:pos x="T0" y="T1"/>
                </a:cxn>
                <a:cxn ang="0">
                  <a:pos x="T2" y="T3"/>
                </a:cxn>
                <a:cxn ang="0">
                  <a:pos x="T4" y="T5"/>
                </a:cxn>
                <a:cxn ang="0">
                  <a:pos x="T6" y="T7"/>
                </a:cxn>
                <a:cxn ang="0">
                  <a:pos x="T8" y="T9"/>
                </a:cxn>
              </a:cxnLst>
              <a:rect l="0" t="0" r="r" b="b"/>
              <a:pathLst>
                <a:path w="21" h="24">
                  <a:moveTo>
                    <a:pt x="21" y="5"/>
                  </a:moveTo>
                  <a:lnTo>
                    <a:pt x="12" y="24"/>
                  </a:lnTo>
                  <a:lnTo>
                    <a:pt x="0" y="19"/>
                  </a:lnTo>
                  <a:lnTo>
                    <a:pt x="7" y="0"/>
                  </a:lnTo>
                  <a:lnTo>
                    <a:pt x="21"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1" name="Freeform 249"/>
            <p:cNvSpPr>
              <a:spLocks/>
            </p:cNvSpPr>
            <p:nvPr/>
          </p:nvSpPr>
          <p:spPr bwMode="auto">
            <a:xfrm>
              <a:off x="3686175" y="6429375"/>
              <a:ext cx="38100" cy="30163"/>
            </a:xfrm>
            <a:custGeom>
              <a:avLst/>
              <a:gdLst>
                <a:gd name="T0" fmla="*/ 19 w 24"/>
                <a:gd name="T1" fmla="*/ 19 h 19"/>
                <a:gd name="T2" fmla="*/ 0 w 24"/>
                <a:gd name="T3" fmla="*/ 12 h 19"/>
                <a:gd name="T4" fmla="*/ 7 w 24"/>
                <a:gd name="T5" fmla="*/ 0 h 19"/>
                <a:gd name="T6" fmla="*/ 24 w 24"/>
                <a:gd name="T7" fmla="*/ 7 h 19"/>
                <a:gd name="T8" fmla="*/ 19 w 24"/>
                <a:gd name="T9" fmla="*/ 19 h 19"/>
              </a:gdLst>
              <a:ahLst/>
              <a:cxnLst>
                <a:cxn ang="0">
                  <a:pos x="T0" y="T1"/>
                </a:cxn>
                <a:cxn ang="0">
                  <a:pos x="T2" y="T3"/>
                </a:cxn>
                <a:cxn ang="0">
                  <a:pos x="T4" y="T5"/>
                </a:cxn>
                <a:cxn ang="0">
                  <a:pos x="T6" y="T7"/>
                </a:cxn>
                <a:cxn ang="0">
                  <a:pos x="T8" y="T9"/>
                </a:cxn>
              </a:cxnLst>
              <a:rect l="0" t="0" r="r" b="b"/>
              <a:pathLst>
                <a:path w="24" h="19">
                  <a:moveTo>
                    <a:pt x="19" y="19"/>
                  </a:moveTo>
                  <a:lnTo>
                    <a:pt x="0" y="12"/>
                  </a:lnTo>
                  <a:lnTo>
                    <a:pt x="7" y="0"/>
                  </a:lnTo>
                  <a:lnTo>
                    <a:pt x="24" y="7"/>
                  </a:lnTo>
                  <a:lnTo>
                    <a:pt x="19"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2" name="Freeform 250"/>
            <p:cNvSpPr>
              <a:spLocks/>
            </p:cNvSpPr>
            <p:nvPr/>
          </p:nvSpPr>
          <p:spPr bwMode="auto">
            <a:xfrm>
              <a:off x="3892550" y="6429375"/>
              <a:ext cx="38100" cy="30163"/>
            </a:xfrm>
            <a:custGeom>
              <a:avLst/>
              <a:gdLst>
                <a:gd name="T0" fmla="*/ 0 w 24"/>
                <a:gd name="T1" fmla="*/ 7 h 19"/>
                <a:gd name="T2" fmla="*/ 19 w 24"/>
                <a:gd name="T3" fmla="*/ 0 h 19"/>
                <a:gd name="T4" fmla="*/ 24 w 24"/>
                <a:gd name="T5" fmla="*/ 12 h 19"/>
                <a:gd name="T6" fmla="*/ 5 w 24"/>
                <a:gd name="T7" fmla="*/ 19 h 19"/>
                <a:gd name="T8" fmla="*/ 0 w 24"/>
                <a:gd name="T9" fmla="*/ 7 h 19"/>
              </a:gdLst>
              <a:ahLst/>
              <a:cxnLst>
                <a:cxn ang="0">
                  <a:pos x="T0" y="T1"/>
                </a:cxn>
                <a:cxn ang="0">
                  <a:pos x="T2" y="T3"/>
                </a:cxn>
                <a:cxn ang="0">
                  <a:pos x="T4" y="T5"/>
                </a:cxn>
                <a:cxn ang="0">
                  <a:pos x="T6" y="T7"/>
                </a:cxn>
                <a:cxn ang="0">
                  <a:pos x="T8" y="T9"/>
                </a:cxn>
              </a:cxnLst>
              <a:rect l="0" t="0" r="r" b="b"/>
              <a:pathLst>
                <a:path w="24" h="19">
                  <a:moveTo>
                    <a:pt x="0" y="7"/>
                  </a:moveTo>
                  <a:lnTo>
                    <a:pt x="19" y="0"/>
                  </a:lnTo>
                  <a:lnTo>
                    <a:pt x="24" y="12"/>
                  </a:lnTo>
                  <a:lnTo>
                    <a:pt x="5" y="19"/>
                  </a:lnTo>
                  <a:lnTo>
                    <a:pt x="0" y="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3" name="Freeform 251"/>
            <p:cNvSpPr>
              <a:spLocks/>
            </p:cNvSpPr>
            <p:nvPr/>
          </p:nvSpPr>
          <p:spPr bwMode="auto">
            <a:xfrm>
              <a:off x="3836988" y="6572250"/>
              <a:ext cx="28575" cy="38100"/>
            </a:xfrm>
            <a:custGeom>
              <a:avLst/>
              <a:gdLst>
                <a:gd name="T0" fmla="*/ 18 w 18"/>
                <a:gd name="T1" fmla="*/ 17 h 24"/>
                <a:gd name="T2" fmla="*/ 7 w 18"/>
                <a:gd name="T3" fmla="*/ 24 h 24"/>
                <a:gd name="T4" fmla="*/ 0 w 18"/>
                <a:gd name="T5" fmla="*/ 5 h 24"/>
                <a:gd name="T6" fmla="*/ 11 w 18"/>
                <a:gd name="T7" fmla="*/ 0 h 24"/>
                <a:gd name="T8" fmla="*/ 18 w 18"/>
                <a:gd name="T9" fmla="*/ 17 h 24"/>
              </a:gdLst>
              <a:ahLst/>
              <a:cxnLst>
                <a:cxn ang="0">
                  <a:pos x="T0" y="T1"/>
                </a:cxn>
                <a:cxn ang="0">
                  <a:pos x="T2" y="T3"/>
                </a:cxn>
                <a:cxn ang="0">
                  <a:pos x="T4" y="T5"/>
                </a:cxn>
                <a:cxn ang="0">
                  <a:pos x="T6" y="T7"/>
                </a:cxn>
                <a:cxn ang="0">
                  <a:pos x="T8" y="T9"/>
                </a:cxn>
              </a:cxnLst>
              <a:rect l="0" t="0" r="r" b="b"/>
              <a:pathLst>
                <a:path w="18" h="24">
                  <a:moveTo>
                    <a:pt x="18" y="17"/>
                  </a:moveTo>
                  <a:lnTo>
                    <a:pt x="7" y="24"/>
                  </a:lnTo>
                  <a:lnTo>
                    <a:pt x="0" y="5"/>
                  </a:lnTo>
                  <a:lnTo>
                    <a:pt x="11" y="0"/>
                  </a:lnTo>
                  <a:lnTo>
                    <a:pt x="18" y="1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4" name="Freeform 252"/>
            <p:cNvSpPr>
              <a:spLocks/>
            </p:cNvSpPr>
            <p:nvPr/>
          </p:nvSpPr>
          <p:spPr bwMode="auto">
            <a:xfrm>
              <a:off x="3686175" y="6516688"/>
              <a:ext cx="38100" cy="30163"/>
            </a:xfrm>
            <a:custGeom>
              <a:avLst/>
              <a:gdLst>
                <a:gd name="T0" fmla="*/ 24 w 24"/>
                <a:gd name="T1" fmla="*/ 11 h 19"/>
                <a:gd name="T2" fmla="*/ 7 w 24"/>
                <a:gd name="T3" fmla="*/ 19 h 19"/>
                <a:gd name="T4" fmla="*/ 0 w 24"/>
                <a:gd name="T5" fmla="*/ 7 h 19"/>
                <a:gd name="T6" fmla="*/ 19 w 24"/>
                <a:gd name="T7" fmla="*/ 0 h 19"/>
                <a:gd name="T8" fmla="*/ 24 w 24"/>
                <a:gd name="T9" fmla="*/ 11 h 19"/>
              </a:gdLst>
              <a:ahLst/>
              <a:cxnLst>
                <a:cxn ang="0">
                  <a:pos x="T0" y="T1"/>
                </a:cxn>
                <a:cxn ang="0">
                  <a:pos x="T2" y="T3"/>
                </a:cxn>
                <a:cxn ang="0">
                  <a:pos x="T4" y="T5"/>
                </a:cxn>
                <a:cxn ang="0">
                  <a:pos x="T6" y="T7"/>
                </a:cxn>
                <a:cxn ang="0">
                  <a:pos x="T8" y="T9"/>
                </a:cxn>
              </a:cxnLst>
              <a:rect l="0" t="0" r="r" b="b"/>
              <a:pathLst>
                <a:path w="24" h="19">
                  <a:moveTo>
                    <a:pt x="24" y="11"/>
                  </a:moveTo>
                  <a:lnTo>
                    <a:pt x="7" y="19"/>
                  </a:lnTo>
                  <a:lnTo>
                    <a:pt x="0" y="7"/>
                  </a:lnTo>
                  <a:lnTo>
                    <a:pt x="19" y="0"/>
                  </a:lnTo>
                  <a:lnTo>
                    <a:pt x="24"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5" name="Freeform 253"/>
            <p:cNvSpPr>
              <a:spLocks/>
            </p:cNvSpPr>
            <p:nvPr/>
          </p:nvSpPr>
          <p:spPr bwMode="auto">
            <a:xfrm>
              <a:off x="3749675" y="6365875"/>
              <a:ext cx="30163" cy="38100"/>
            </a:xfrm>
            <a:custGeom>
              <a:avLst/>
              <a:gdLst>
                <a:gd name="T0" fmla="*/ 19 w 19"/>
                <a:gd name="T1" fmla="*/ 19 h 24"/>
                <a:gd name="T2" fmla="*/ 7 w 19"/>
                <a:gd name="T3" fmla="*/ 24 h 24"/>
                <a:gd name="T4" fmla="*/ 0 w 19"/>
                <a:gd name="T5" fmla="*/ 7 h 24"/>
                <a:gd name="T6" fmla="*/ 12 w 19"/>
                <a:gd name="T7" fmla="*/ 0 h 24"/>
                <a:gd name="T8" fmla="*/ 19 w 19"/>
                <a:gd name="T9" fmla="*/ 19 h 24"/>
              </a:gdLst>
              <a:ahLst/>
              <a:cxnLst>
                <a:cxn ang="0">
                  <a:pos x="T0" y="T1"/>
                </a:cxn>
                <a:cxn ang="0">
                  <a:pos x="T2" y="T3"/>
                </a:cxn>
                <a:cxn ang="0">
                  <a:pos x="T4" y="T5"/>
                </a:cxn>
                <a:cxn ang="0">
                  <a:pos x="T6" y="T7"/>
                </a:cxn>
                <a:cxn ang="0">
                  <a:pos x="T8" y="T9"/>
                </a:cxn>
              </a:cxnLst>
              <a:rect l="0" t="0" r="r" b="b"/>
              <a:pathLst>
                <a:path w="19" h="24">
                  <a:moveTo>
                    <a:pt x="19" y="19"/>
                  </a:moveTo>
                  <a:lnTo>
                    <a:pt x="7" y="24"/>
                  </a:lnTo>
                  <a:lnTo>
                    <a:pt x="0" y="7"/>
                  </a:lnTo>
                  <a:lnTo>
                    <a:pt x="12" y="0"/>
                  </a:lnTo>
                  <a:lnTo>
                    <a:pt x="19"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grpSp>
        <p:nvGrpSpPr>
          <p:cNvPr id="19" name="Group 18"/>
          <p:cNvGrpSpPr/>
          <p:nvPr/>
        </p:nvGrpSpPr>
        <p:grpSpPr>
          <a:xfrm>
            <a:off x="185507" y="0"/>
            <a:ext cx="6775282" cy="4448248"/>
            <a:chOff x="295275" y="0"/>
            <a:chExt cx="10628313" cy="7366000"/>
          </a:xfrm>
          <a:solidFill>
            <a:schemeClr val="accent2"/>
          </a:solidFill>
        </p:grpSpPr>
        <p:sp>
          <p:nvSpPr>
            <p:cNvPr id="127" name="Freeform 257"/>
            <p:cNvSpPr>
              <a:spLocks/>
            </p:cNvSpPr>
            <p:nvPr/>
          </p:nvSpPr>
          <p:spPr bwMode="auto">
            <a:xfrm>
              <a:off x="3749675" y="6727825"/>
              <a:ext cx="247650" cy="427038"/>
            </a:xfrm>
            <a:custGeom>
              <a:avLst/>
              <a:gdLst>
                <a:gd name="T0" fmla="*/ 0 w 66"/>
                <a:gd name="T1" fmla="*/ 79 h 114"/>
                <a:gd name="T2" fmla="*/ 0 w 66"/>
                <a:gd name="T3" fmla="*/ 95 h 114"/>
                <a:gd name="T4" fmla="*/ 19 w 66"/>
                <a:gd name="T5" fmla="*/ 114 h 114"/>
                <a:gd name="T6" fmla="*/ 47 w 66"/>
                <a:gd name="T7" fmla="*/ 114 h 114"/>
                <a:gd name="T8" fmla="*/ 66 w 66"/>
                <a:gd name="T9" fmla="*/ 95 h 114"/>
                <a:gd name="T10" fmla="*/ 66 w 66"/>
                <a:gd name="T11" fmla="*/ 79 h 114"/>
                <a:gd name="T12" fmla="*/ 42 w 66"/>
                <a:gd name="T13" fmla="*/ 79 h 114"/>
                <a:gd name="T14" fmla="*/ 42 w 66"/>
                <a:gd name="T15" fmla="*/ 65 h 114"/>
                <a:gd name="T16" fmla="*/ 66 w 66"/>
                <a:gd name="T17" fmla="*/ 65 h 114"/>
                <a:gd name="T18" fmla="*/ 66 w 66"/>
                <a:gd name="T19" fmla="*/ 43 h 114"/>
                <a:gd name="T20" fmla="*/ 42 w 66"/>
                <a:gd name="T21" fmla="*/ 43 h 114"/>
                <a:gd name="T22" fmla="*/ 42 w 66"/>
                <a:gd name="T23" fmla="*/ 29 h 114"/>
                <a:gd name="T24" fmla="*/ 66 w 66"/>
                <a:gd name="T25" fmla="*/ 29 h 114"/>
                <a:gd name="T26" fmla="*/ 66 w 66"/>
                <a:gd name="T27" fmla="*/ 19 h 114"/>
                <a:gd name="T28" fmla="*/ 47 w 66"/>
                <a:gd name="T29" fmla="*/ 0 h 114"/>
                <a:gd name="T30" fmla="*/ 19 w 66"/>
                <a:gd name="T31" fmla="*/ 0 h 114"/>
                <a:gd name="T32" fmla="*/ 0 w 66"/>
                <a:gd name="T33" fmla="*/ 19 h 114"/>
                <a:gd name="T34" fmla="*/ 0 w 66"/>
                <a:gd name="T35" fmla="*/ 29 h 114"/>
                <a:gd name="T36" fmla="*/ 23 w 66"/>
                <a:gd name="T37" fmla="*/ 29 h 114"/>
                <a:gd name="T38" fmla="*/ 23 w 66"/>
                <a:gd name="T39" fmla="*/ 43 h 114"/>
                <a:gd name="T40" fmla="*/ 0 w 66"/>
                <a:gd name="T41" fmla="*/ 43 h 114"/>
                <a:gd name="T42" fmla="*/ 0 w 66"/>
                <a:gd name="T43" fmla="*/ 65 h 114"/>
                <a:gd name="T44" fmla="*/ 23 w 66"/>
                <a:gd name="T45" fmla="*/ 65 h 114"/>
                <a:gd name="T46" fmla="*/ 23 w 66"/>
                <a:gd name="T47" fmla="*/ 79 h 114"/>
                <a:gd name="T48" fmla="*/ 0 w 66"/>
                <a:gd name="T49" fmla="*/ 7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114">
                  <a:moveTo>
                    <a:pt x="0" y="79"/>
                  </a:moveTo>
                  <a:cubicBezTo>
                    <a:pt x="0" y="95"/>
                    <a:pt x="0" y="95"/>
                    <a:pt x="0" y="95"/>
                  </a:cubicBezTo>
                  <a:cubicBezTo>
                    <a:pt x="0" y="105"/>
                    <a:pt x="8" y="114"/>
                    <a:pt x="19" y="114"/>
                  </a:cubicBezTo>
                  <a:cubicBezTo>
                    <a:pt x="47" y="114"/>
                    <a:pt x="47" y="114"/>
                    <a:pt x="47" y="114"/>
                  </a:cubicBezTo>
                  <a:cubicBezTo>
                    <a:pt x="58" y="114"/>
                    <a:pt x="66" y="105"/>
                    <a:pt x="66" y="95"/>
                  </a:cubicBezTo>
                  <a:cubicBezTo>
                    <a:pt x="66" y="79"/>
                    <a:pt x="66" y="79"/>
                    <a:pt x="66" y="79"/>
                  </a:cubicBezTo>
                  <a:cubicBezTo>
                    <a:pt x="42" y="79"/>
                    <a:pt x="42" y="79"/>
                    <a:pt x="42" y="79"/>
                  </a:cubicBezTo>
                  <a:cubicBezTo>
                    <a:pt x="42" y="65"/>
                    <a:pt x="42" y="65"/>
                    <a:pt x="42" y="65"/>
                  </a:cubicBezTo>
                  <a:cubicBezTo>
                    <a:pt x="66" y="65"/>
                    <a:pt x="66" y="65"/>
                    <a:pt x="66" y="65"/>
                  </a:cubicBezTo>
                  <a:cubicBezTo>
                    <a:pt x="66" y="43"/>
                    <a:pt x="66" y="43"/>
                    <a:pt x="66" y="43"/>
                  </a:cubicBezTo>
                  <a:cubicBezTo>
                    <a:pt x="42" y="43"/>
                    <a:pt x="42" y="43"/>
                    <a:pt x="42" y="43"/>
                  </a:cubicBezTo>
                  <a:cubicBezTo>
                    <a:pt x="42" y="29"/>
                    <a:pt x="42" y="29"/>
                    <a:pt x="42" y="29"/>
                  </a:cubicBezTo>
                  <a:cubicBezTo>
                    <a:pt x="66" y="29"/>
                    <a:pt x="66" y="29"/>
                    <a:pt x="66" y="29"/>
                  </a:cubicBezTo>
                  <a:cubicBezTo>
                    <a:pt x="66" y="19"/>
                    <a:pt x="66" y="19"/>
                    <a:pt x="66" y="19"/>
                  </a:cubicBezTo>
                  <a:cubicBezTo>
                    <a:pt x="66" y="9"/>
                    <a:pt x="58" y="0"/>
                    <a:pt x="47" y="0"/>
                  </a:cubicBezTo>
                  <a:cubicBezTo>
                    <a:pt x="19" y="0"/>
                    <a:pt x="19" y="0"/>
                    <a:pt x="19" y="0"/>
                  </a:cubicBezTo>
                  <a:cubicBezTo>
                    <a:pt x="8" y="0"/>
                    <a:pt x="0" y="9"/>
                    <a:pt x="0" y="19"/>
                  </a:cubicBezTo>
                  <a:cubicBezTo>
                    <a:pt x="0" y="29"/>
                    <a:pt x="0" y="29"/>
                    <a:pt x="0" y="29"/>
                  </a:cubicBezTo>
                  <a:cubicBezTo>
                    <a:pt x="23" y="29"/>
                    <a:pt x="23" y="29"/>
                    <a:pt x="23" y="29"/>
                  </a:cubicBezTo>
                  <a:cubicBezTo>
                    <a:pt x="23" y="43"/>
                    <a:pt x="23" y="43"/>
                    <a:pt x="23" y="43"/>
                  </a:cubicBezTo>
                  <a:cubicBezTo>
                    <a:pt x="0" y="43"/>
                    <a:pt x="0" y="43"/>
                    <a:pt x="0" y="43"/>
                  </a:cubicBezTo>
                  <a:cubicBezTo>
                    <a:pt x="0" y="65"/>
                    <a:pt x="0" y="65"/>
                    <a:pt x="0" y="65"/>
                  </a:cubicBezTo>
                  <a:cubicBezTo>
                    <a:pt x="23" y="65"/>
                    <a:pt x="23" y="65"/>
                    <a:pt x="23" y="65"/>
                  </a:cubicBezTo>
                  <a:cubicBezTo>
                    <a:pt x="23" y="79"/>
                    <a:pt x="23" y="79"/>
                    <a:pt x="23" y="79"/>
                  </a:cubicBezTo>
                  <a:lnTo>
                    <a:pt x="0" y="79"/>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28" name="Freeform 258"/>
            <p:cNvSpPr>
              <a:spLocks/>
            </p:cNvSpPr>
            <p:nvPr/>
          </p:nvSpPr>
          <p:spPr bwMode="auto">
            <a:xfrm>
              <a:off x="3675063" y="7105650"/>
              <a:ext cx="396875" cy="260350"/>
            </a:xfrm>
            <a:custGeom>
              <a:avLst/>
              <a:gdLst>
                <a:gd name="T0" fmla="*/ 0 w 106"/>
                <a:gd name="T1" fmla="*/ 3 h 69"/>
                <a:gd name="T2" fmla="*/ 35 w 106"/>
                <a:gd name="T3" fmla="*/ 33 h 69"/>
                <a:gd name="T4" fmla="*/ 46 w 106"/>
                <a:gd name="T5" fmla="*/ 33 h 69"/>
                <a:gd name="T6" fmla="*/ 46 w 106"/>
                <a:gd name="T7" fmla="*/ 55 h 69"/>
                <a:gd name="T8" fmla="*/ 32 w 106"/>
                <a:gd name="T9" fmla="*/ 55 h 69"/>
                <a:gd name="T10" fmla="*/ 32 w 106"/>
                <a:gd name="T11" fmla="*/ 69 h 69"/>
                <a:gd name="T12" fmla="*/ 74 w 106"/>
                <a:gd name="T13" fmla="*/ 69 h 69"/>
                <a:gd name="T14" fmla="*/ 74 w 106"/>
                <a:gd name="T15" fmla="*/ 55 h 69"/>
                <a:gd name="T16" fmla="*/ 60 w 106"/>
                <a:gd name="T17" fmla="*/ 55 h 69"/>
                <a:gd name="T18" fmla="*/ 60 w 106"/>
                <a:gd name="T19" fmla="*/ 33 h 69"/>
                <a:gd name="T20" fmla="*/ 71 w 106"/>
                <a:gd name="T21" fmla="*/ 33 h 69"/>
                <a:gd name="T22" fmla="*/ 106 w 106"/>
                <a:gd name="T23" fmla="*/ 3 h 69"/>
                <a:gd name="T24" fmla="*/ 92 w 106"/>
                <a:gd name="T25" fmla="*/ 0 h 69"/>
                <a:gd name="T26" fmla="*/ 71 w 106"/>
                <a:gd name="T27" fmla="*/ 19 h 69"/>
                <a:gd name="T28" fmla="*/ 35 w 106"/>
                <a:gd name="T29" fmla="*/ 19 h 69"/>
                <a:gd name="T30" fmla="*/ 14 w 106"/>
                <a:gd name="T31" fmla="*/ 0 h 69"/>
                <a:gd name="T32" fmla="*/ 0 w 106"/>
                <a:gd name="T3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69">
                  <a:moveTo>
                    <a:pt x="0" y="3"/>
                  </a:moveTo>
                  <a:cubicBezTo>
                    <a:pt x="3" y="20"/>
                    <a:pt x="18" y="33"/>
                    <a:pt x="35" y="33"/>
                  </a:cubicBezTo>
                  <a:cubicBezTo>
                    <a:pt x="46" y="33"/>
                    <a:pt x="46" y="33"/>
                    <a:pt x="46" y="33"/>
                  </a:cubicBezTo>
                  <a:cubicBezTo>
                    <a:pt x="46" y="55"/>
                    <a:pt x="46" y="55"/>
                    <a:pt x="46" y="55"/>
                  </a:cubicBezTo>
                  <a:cubicBezTo>
                    <a:pt x="32" y="55"/>
                    <a:pt x="32" y="55"/>
                    <a:pt x="32" y="55"/>
                  </a:cubicBezTo>
                  <a:cubicBezTo>
                    <a:pt x="32" y="69"/>
                    <a:pt x="32" y="69"/>
                    <a:pt x="32" y="69"/>
                  </a:cubicBezTo>
                  <a:cubicBezTo>
                    <a:pt x="74" y="69"/>
                    <a:pt x="74" y="69"/>
                    <a:pt x="74" y="69"/>
                  </a:cubicBezTo>
                  <a:cubicBezTo>
                    <a:pt x="74" y="55"/>
                    <a:pt x="74" y="55"/>
                    <a:pt x="74" y="55"/>
                  </a:cubicBezTo>
                  <a:cubicBezTo>
                    <a:pt x="60" y="55"/>
                    <a:pt x="60" y="55"/>
                    <a:pt x="60" y="55"/>
                  </a:cubicBezTo>
                  <a:cubicBezTo>
                    <a:pt x="60" y="33"/>
                    <a:pt x="60" y="33"/>
                    <a:pt x="60" y="33"/>
                  </a:cubicBezTo>
                  <a:cubicBezTo>
                    <a:pt x="71" y="33"/>
                    <a:pt x="71" y="33"/>
                    <a:pt x="71" y="33"/>
                  </a:cubicBezTo>
                  <a:cubicBezTo>
                    <a:pt x="88" y="33"/>
                    <a:pt x="103" y="18"/>
                    <a:pt x="106" y="3"/>
                  </a:cubicBezTo>
                  <a:cubicBezTo>
                    <a:pt x="92" y="0"/>
                    <a:pt x="92" y="0"/>
                    <a:pt x="92" y="0"/>
                  </a:cubicBezTo>
                  <a:cubicBezTo>
                    <a:pt x="90" y="9"/>
                    <a:pt x="81" y="19"/>
                    <a:pt x="71" y="19"/>
                  </a:cubicBezTo>
                  <a:cubicBezTo>
                    <a:pt x="35" y="19"/>
                    <a:pt x="35" y="19"/>
                    <a:pt x="35" y="19"/>
                  </a:cubicBezTo>
                  <a:cubicBezTo>
                    <a:pt x="25" y="19"/>
                    <a:pt x="16" y="10"/>
                    <a:pt x="14" y="0"/>
                  </a:cubicBezTo>
                  <a:lnTo>
                    <a:pt x="0" y="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29" name="Freeform 259"/>
            <p:cNvSpPr>
              <a:spLocks/>
            </p:cNvSpPr>
            <p:nvPr/>
          </p:nvSpPr>
          <p:spPr bwMode="auto">
            <a:xfrm>
              <a:off x="5307013" y="3019425"/>
              <a:ext cx="601663" cy="563563"/>
            </a:xfrm>
            <a:custGeom>
              <a:avLst/>
              <a:gdLst>
                <a:gd name="T0" fmla="*/ 27 w 160"/>
                <a:gd name="T1" fmla="*/ 150 h 150"/>
                <a:gd name="T2" fmla="*/ 55 w 160"/>
                <a:gd name="T3" fmla="*/ 123 h 150"/>
                <a:gd name="T4" fmla="*/ 55 w 160"/>
                <a:gd name="T5" fmla="*/ 123 h 150"/>
                <a:gd name="T6" fmla="*/ 55 w 160"/>
                <a:gd name="T7" fmla="*/ 34 h 150"/>
                <a:gd name="T8" fmla="*/ 143 w 160"/>
                <a:gd name="T9" fmla="*/ 34 h 150"/>
                <a:gd name="T10" fmla="*/ 143 w 160"/>
                <a:gd name="T11" fmla="*/ 97 h 150"/>
                <a:gd name="T12" fmla="*/ 132 w 160"/>
                <a:gd name="T13" fmla="*/ 96 h 150"/>
                <a:gd name="T14" fmla="*/ 105 w 160"/>
                <a:gd name="T15" fmla="*/ 123 h 150"/>
                <a:gd name="T16" fmla="*/ 132 w 160"/>
                <a:gd name="T17" fmla="*/ 150 h 150"/>
                <a:gd name="T18" fmla="*/ 160 w 160"/>
                <a:gd name="T19" fmla="*/ 123 h 150"/>
                <a:gd name="T20" fmla="*/ 160 w 160"/>
                <a:gd name="T21" fmla="*/ 123 h 150"/>
                <a:gd name="T22" fmla="*/ 160 w 160"/>
                <a:gd name="T23" fmla="*/ 123 h 150"/>
                <a:gd name="T24" fmla="*/ 160 w 160"/>
                <a:gd name="T25" fmla="*/ 34 h 150"/>
                <a:gd name="T26" fmla="*/ 160 w 160"/>
                <a:gd name="T27" fmla="*/ 0 h 150"/>
                <a:gd name="T28" fmla="*/ 143 w 160"/>
                <a:gd name="T29" fmla="*/ 0 h 150"/>
                <a:gd name="T30" fmla="*/ 55 w 160"/>
                <a:gd name="T31" fmla="*/ 0 h 150"/>
                <a:gd name="T32" fmla="*/ 37 w 160"/>
                <a:gd name="T33" fmla="*/ 0 h 150"/>
                <a:gd name="T34" fmla="*/ 37 w 160"/>
                <a:gd name="T35" fmla="*/ 34 h 150"/>
                <a:gd name="T36" fmla="*/ 37 w 160"/>
                <a:gd name="T37" fmla="*/ 97 h 150"/>
                <a:gd name="T38" fmla="*/ 27 w 160"/>
                <a:gd name="T39" fmla="*/ 96 h 150"/>
                <a:gd name="T40" fmla="*/ 0 w 160"/>
                <a:gd name="T41" fmla="*/ 123 h 150"/>
                <a:gd name="T42" fmla="*/ 27 w 160"/>
                <a:gd name="T4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50">
                  <a:moveTo>
                    <a:pt x="27" y="150"/>
                  </a:moveTo>
                  <a:cubicBezTo>
                    <a:pt x="42" y="150"/>
                    <a:pt x="55" y="138"/>
                    <a:pt x="55" y="123"/>
                  </a:cubicBezTo>
                  <a:cubicBezTo>
                    <a:pt x="55" y="123"/>
                    <a:pt x="55" y="123"/>
                    <a:pt x="55" y="123"/>
                  </a:cubicBezTo>
                  <a:cubicBezTo>
                    <a:pt x="55" y="34"/>
                    <a:pt x="55" y="34"/>
                    <a:pt x="55" y="34"/>
                  </a:cubicBezTo>
                  <a:cubicBezTo>
                    <a:pt x="143" y="34"/>
                    <a:pt x="143" y="34"/>
                    <a:pt x="143" y="34"/>
                  </a:cubicBezTo>
                  <a:cubicBezTo>
                    <a:pt x="143" y="97"/>
                    <a:pt x="143" y="97"/>
                    <a:pt x="143" y="97"/>
                  </a:cubicBezTo>
                  <a:cubicBezTo>
                    <a:pt x="139" y="96"/>
                    <a:pt x="136" y="96"/>
                    <a:pt x="132" y="96"/>
                  </a:cubicBezTo>
                  <a:cubicBezTo>
                    <a:pt x="117" y="96"/>
                    <a:pt x="105" y="108"/>
                    <a:pt x="105" y="123"/>
                  </a:cubicBezTo>
                  <a:cubicBezTo>
                    <a:pt x="105" y="138"/>
                    <a:pt x="117" y="150"/>
                    <a:pt x="132" y="150"/>
                  </a:cubicBezTo>
                  <a:cubicBezTo>
                    <a:pt x="147" y="150"/>
                    <a:pt x="160" y="138"/>
                    <a:pt x="160" y="123"/>
                  </a:cubicBezTo>
                  <a:cubicBezTo>
                    <a:pt x="160" y="123"/>
                    <a:pt x="160" y="123"/>
                    <a:pt x="160" y="123"/>
                  </a:cubicBezTo>
                  <a:cubicBezTo>
                    <a:pt x="160" y="123"/>
                    <a:pt x="160" y="123"/>
                    <a:pt x="160" y="123"/>
                  </a:cubicBezTo>
                  <a:cubicBezTo>
                    <a:pt x="160" y="34"/>
                    <a:pt x="160" y="34"/>
                    <a:pt x="160" y="34"/>
                  </a:cubicBezTo>
                  <a:cubicBezTo>
                    <a:pt x="160" y="0"/>
                    <a:pt x="160" y="0"/>
                    <a:pt x="160" y="0"/>
                  </a:cubicBezTo>
                  <a:cubicBezTo>
                    <a:pt x="143" y="0"/>
                    <a:pt x="143" y="0"/>
                    <a:pt x="143" y="0"/>
                  </a:cubicBezTo>
                  <a:cubicBezTo>
                    <a:pt x="55" y="0"/>
                    <a:pt x="55" y="0"/>
                    <a:pt x="55" y="0"/>
                  </a:cubicBezTo>
                  <a:cubicBezTo>
                    <a:pt x="37" y="0"/>
                    <a:pt x="37" y="0"/>
                    <a:pt x="37" y="0"/>
                  </a:cubicBezTo>
                  <a:cubicBezTo>
                    <a:pt x="37" y="34"/>
                    <a:pt x="37" y="34"/>
                    <a:pt x="37" y="34"/>
                  </a:cubicBezTo>
                  <a:cubicBezTo>
                    <a:pt x="37" y="97"/>
                    <a:pt x="37" y="97"/>
                    <a:pt x="37" y="97"/>
                  </a:cubicBezTo>
                  <a:cubicBezTo>
                    <a:pt x="34" y="96"/>
                    <a:pt x="31" y="96"/>
                    <a:pt x="27" y="96"/>
                  </a:cubicBezTo>
                  <a:cubicBezTo>
                    <a:pt x="12" y="96"/>
                    <a:pt x="0" y="108"/>
                    <a:pt x="0" y="123"/>
                  </a:cubicBezTo>
                  <a:cubicBezTo>
                    <a:pt x="0" y="138"/>
                    <a:pt x="12" y="150"/>
                    <a:pt x="27" y="15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0" name="Oval 260"/>
            <p:cNvSpPr>
              <a:spLocks noChangeArrowheads="1"/>
            </p:cNvSpPr>
            <p:nvPr/>
          </p:nvSpPr>
          <p:spPr bwMode="auto">
            <a:xfrm>
              <a:off x="2795588" y="2185988"/>
              <a:ext cx="139700" cy="1397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1" name="Freeform 261"/>
            <p:cNvSpPr>
              <a:spLocks/>
            </p:cNvSpPr>
            <p:nvPr/>
          </p:nvSpPr>
          <p:spPr bwMode="auto">
            <a:xfrm>
              <a:off x="2693988" y="2351088"/>
              <a:ext cx="338138" cy="514350"/>
            </a:xfrm>
            <a:custGeom>
              <a:avLst/>
              <a:gdLst>
                <a:gd name="T0" fmla="*/ 38 w 213"/>
                <a:gd name="T1" fmla="*/ 59 h 324"/>
                <a:gd name="T2" fmla="*/ 50 w 213"/>
                <a:gd name="T3" fmla="*/ 59 h 324"/>
                <a:gd name="T4" fmla="*/ 50 w 213"/>
                <a:gd name="T5" fmla="*/ 166 h 324"/>
                <a:gd name="T6" fmla="*/ 50 w 213"/>
                <a:gd name="T7" fmla="*/ 166 h 324"/>
                <a:gd name="T8" fmla="*/ 50 w 213"/>
                <a:gd name="T9" fmla="*/ 324 h 324"/>
                <a:gd name="T10" fmla="*/ 100 w 213"/>
                <a:gd name="T11" fmla="*/ 324 h 324"/>
                <a:gd name="T12" fmla="*/ 100 w 213"/>
                <a:gd name="T13" fmla="*/ 154 h 324"/>
                <a:gd name="T14" fmla="*/ 116 w 213"/>
                <a:gd name="T15" fmla="*/ 154 h 324"/>
                <a:gd name="T16" fmla="*/ 116 w 213"/>
                <a:gd name="T17" fmla="*/ 324 h 324"/>
                <a:gd name="T18" fmla="*/ 166 w 213"/>
                <a:gd name="T19" fmla="*/ 324 h 324"/>
                <a:gd name="T20" fmla="*/ 166 w 213"/>
                <a:gd name="T21" fmla="*/ 154 h 324"/>
                <a:gd name="T22" fmla="*/ 166 w 213"/>
                <a:gd name="T23" fmla="*/ 154 h 324"/>
                <a:gd name="T24" fmla="*/ 166 w 213"/>
                <a:gd name="T25" fmla="*/ 59 h 324"/>
                <a:gd name="T26" fmla="*/ 178 w 213"/>
                <a:gd name="T27" fmla="*/ 59 h 324"/>
                <a:gd name="T28" fmla="*/ 178 w 213"/>
                <a:gd name="T29" fmla="*/ 154 h 324"/>
                <a:gd name="T30" fmla="*/ 213 w 213"/>
                <a:gd name="T31" fmla="*/ 154 h 324"/>
                <a:gd name="T32" fmla="*/ 213 w 213"/>
                <a:gd name="T33" fmla="*/ 0 h 324"/>
                <a:gd name="T34" fmla="*/ 0 w 213"/>
                <a:gd name="T35" fmla="*/ 0 h 324"/>
                <a:gd name="T36" fmla="*/ 0 w 213"/>
                <a:gd name="T37" fmla="*/ 154 h 324"/>
                <a:gd name="T38" fmla="*/ 38 w 213"/>
                <a:gd name="T39" fmla="*/ 154 h 324"/>
                <a:gd name="T40" fmla="*/ 38 w 213"/>
                <a:gd name="T41" fmla="*/ 5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 h="324">
                  <a:moveTo>
                    <a:pt x="38" y="59"/>
                  </a:moveTo>
                  <a:lnTo>
                    <a:pt x="50" y="59"/>
                  </a:lnTo>
                  <a:lnTo>
                    <a:pt x="50" y="166"/>
                  </a:lnTo>
                  <a:lnTo>
                    <a:pt x="50" y="166"/>
                  </a:lnTo>
                  <a:lnTo>
                    <a:pt x="50" y="324"/>
                  </a:lnTo>
                  <a:lnTo>
                    <a:pt x="100" y="324"/>
                  </a:lnTo>
                  <a:lnTo>
                    <a:pt x="100" y="154"/>
                  </a:lnTo>
                  <a:lnTo>
                    <a:pt x="116" y="154"/>
                  </a:lnTo>
                  <a:lnTo>
                    <a:pt x="116" y="324"/>
                  </a:lnTo>
                  <a:lnTo>
                    <a:pt x="166" y="324"/>
                  </a:lnTo>
                  <a:lnTo>
                    <a:pt x="166" y="154"/>
                  </a:lnTo>
                  <a:lnTo>
                    <a:pt x="166" y="154"/>
                  </a:lnTo>
                  <a:lnTo>
                    <a:pt x="166" y="59"/>
                  </a:lnTo>
                  <a:lnTo>
                    <a:pt x="178" y="59"/>
                  </a:lnTo>
                  <a:lnTo>
                    <a:pt x="178" y="154"/>
                  </a:lnTo>
                  <a:lnTo>
                    <a:pt x="213" y="154"/>
                  </a:lnTo>
                  <a:lnTo>
                    <a:pt x="213" y="0"/>
                  </a:lnTo>
                  <a:lnTo>
                    <a:pt x="0" y="0"/>
                  </a:lnTo>
                  <a:lnTo>
                    <a:pt x="0" y="154"/>
                  </a:lnTo>
                  <a:lnTo>
                    <a:pt x="38" y="154"/>
                  </a:lnTo>
                  <a:lnTo>
                    <a:pt x="38" y="59"/>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2" name="Oval 262"/>
            <p:cNvSpPr>
              <a:spLocks noChangeArrowheads="1"/>
            </p:cNvSpPr>
            <p:nvPr/>
          </p:nvSpPr>
          <p:spPr bwMode="auto">
            <a:xfrm>
              <a:off x="3175000" y="2185988"/>
              <a:ext cx="139700" cy="1397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3" name="Freeform 263"/>
            <p:cNvSpPr>
              <a:spLocks/>
            </p:cNvSpPr>
            <p:nvPr/>
          </p:nvSpPr>
          <p:spPr bwMode="auto">
            <a:xfrm>
              <a:off x="3051175" y="2351088"/>
              <a:ext cx="387350" cy="514350"/>
            </a:xfrm>
            <a:custGeom>
              <a:avLst/>
              <a:gdLst>
                <a:gd name="T0" fmla="*/ 210 w 244"/>
                <a:gd name="T1" fmla="*/ 154 h 324"/>
                <a:gd name="T2" fmla="*/ 244 w 244"/>
                <a:gd name="T3" fmla="*/ 154 h 324"/>
                <a:gd name="T4" fmla="*/ 201 w 244"/>
                <a:gd name="T5" fmla="*/ 0 h 324"/>
                <a:gd name="T6" fmla="*/ 45 w 244"/>
                <a:gd name="T7" fmla="*/ 0 h 324"/>
                <a:gd name="T8" fmla="*/ 0 w 244"/>
                <a:gd name="T9" fmla="*/ 154 h 324"/>
                <a:gd name="T10" fmla="*/ 35 w 244"/>
                <a:gd name="T11" fmla="*/ 154 h 324"/>
                <a:gd name="T12" fmla="*/ 62 w 244"/>
                <a:gd name="T13" fmla="*/ 59 h 324"/>
                <a:gd name="T14" fmla="*/ 71 w 244"/>
                <a:gd name="T15" fmla="*/ 59 h 324"/>
                <a:gd name="T16" fmla="*/ 26 w 244"/>
                <a:gd name="T17" fmla="*/ 232 h 324"/>
                <a:gd name="T18" fmla="*/ 64 w 244"/>
                <a:gd name="T19" fmla="*/ 232 h 324"/>
                <a:gd name="T20" fmla="*/ 64 w 244"/>
                <a:gd name="T21" fmla="*/ 324 h 324"/>
                <a:gd name="T22" fmla="*/ 114 w 244"/>
                <a:gd name="T23" fmla="*/ 324 h 324"/>
                <a:gd name="T24" fmla="*/ 114 w 244"/>
                <a:gd name="T25" fmla="*/ 232 h 324"/>
                <a:gd name="T26" fmla="*/ 130 w 244"/>
                <a:gd name="T27" fmla="*/ 232 h 324"/>
                <a:gd name="T28" fmla="*/ 130 w 244"/>
                <a:gd name="T29" fmla="*/ 324 h 324"/>
                <a:gd name="T30" fmla="*/ 180 w 244"/>
                <a:gd name="T31" fmla="*/ 324 h 324"/>
                <a:gd name="T32" fmla="*/ 180 w 244"/>
                <a:gd name="T33" fmla="*/ 232 h 324"/>
                <a:gd name="T34" fmla="*/ 218 w 244"/>
                <a:gd name="T35" fmla="*/ 232 h 324"/>
                <a:gd name="T36" fmla="*/ 170 w 244"/>
                <a:gd name="T37" fmla="*/ 62 h 324"/>
                <a:gd name="T38" fmla="*/ 182 w 244"/>
                <a:gd name="T39" fmla="*/ 62 h 324"/>
                <a:gd name="T40" fmla="*/ 210 w 244"/>
                <a:gd name="T41" fmla="*/ 15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4" h="324">
                  <a:moveTo>
                    <a:pt x="210" y="154"/>
                  </a:moveTo>
                  <a:lnTo>
                    <a:pt x="244" y="154"/>
                  </a:lnTo>
                  <a:lnTo>
                    <a:pt x="201" y="0"/>
                  </a:lnTo>
                  <a:lnTo>
                    <a:pt x="45" y="0"/>
                  </a:lnTo>
                  <a:lnTo>
                    <a:pt x="0" y="154"/>
                  </a:lnTo>
                  <a:lnTo>
                    <a:pt x="35" y="154"/>
                  </a:lnTo>
                  <a:lnTo>
                    <a:pt x="62" y="59"/>
                  </a:lnTo>
                  <a:lnTo>
                    <a:pt x="71" y="59"/>
                  </a:lnTo>
                  <a:lnTo>
                    <a:pt x="26" y="232"/>
                  </a:lnTo>
                  <a:lnTo>
                    <a:pt x="64" y="232"/>
                  </a:lnTo>
                  <a:lnTo>
                    <a:pt x="64" y="324"/>
                  </a:lnTo>
                  <a:lnTo>
                    <a:pt x="114" y="324"/>
                  </a:lnTo>
                  <a:lnTo>
                    <a:pt x="114" y="232"/>
                  </a:lnTo>
                  <a:lnTo>
                    <a:pt x="130" y="232"/>
                  </a:lnTo>
                  <a:lnTo>
                    <a:pt x="130" y="324"/>
                  </a:lnTo>
                  <a:lnTo>
                    <a:pt x="180" y="324"/>
                  </a:lnTo>
                  <a:lnTo>
                    <a:pt x="180" y="232"/>
                  </a:lnTo>
                  <a:lnTo>
                    <a:pt x="218" y="232"/>
                  </a:lnTo>
                  <a:lnTo>
                    <a:pt x="170" y="62"/>
                  </a:lnTo>
                  <a:lnTo>
                    <a:pt x="182" y="62"/>
                  </a:lnTo>
                  <a:lnTo>
                    <a:pt x="210" y="154"/>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4" name="Freeform 264"/>
            <p:cNvSpPr>
              <a:spLocks noEditPoints="1"/>
            </p:cNvSpPr>
            <p:nvPr/>
          </p:nvSpPr>
          <p:spPr bwMode="auto">
            <a:xfrm>
              <a:off x="4478338" y="1476375"/>
              <a:ext cx="727075" cy="731838"/>
            </a:xfrm>
            <a:custGeom>
              <a:avLst/>
              <a:gdLst>
                <a:gd name="T0" fmla="*/ 146 w 194"/>
                <a:gd name="T1" fmla="*/ 182 h 195"/>
                <a:gd name="T2" fmla="*/ 182 w 194"/>
                <a:gd name="T3" fmla="*/ 146 h 195"/>
                <a:gd name="T4" fmla="*/ 193 w 194"/>
                <a:gd name="T5" fmla="*/ 117 h 195"/>
                <a:gd name="T6" fmla="*/ 193 w 194"/>
                <a:gd name="T7" fmla="*/ 78 h 195"/>
                <a:gd name="T8" fmla="*/ 182 w 194"/>
                <a:gd name="T9" fmla="*/ 49 h 195"/>
                <a:gd name="T10" fmla="*/ 146 w 194"/>
                <a:gd name="T11" fmla="*/ 13 h 195"/>
                <a:gd name="T12" fmla="*/ 133 w 194"/>
                <a:gd name="T13" fmla="*/ 7 h 195"/>
                <a:gd name="T14" fmla="*/ 104 w 194"/>
                <a:gd name="T15" fmla="*/ 0 h 195"/>
                <a:gd name="T16" fmla="*/ 108 w 194"/>
                <a:gd name="T17" fmla="*/ 10 h 195"/>
                <a:gd name="T18" fmla="*/ 120 w 194"/>
                <a:gd name="T19" fmla="*/ 10 h 195"/>
                <a:gd name="T20" fmla="*/ 131 w 194"/>
                <a:gd name="T21" fmla="*/ 13 h 195"/>
                <a:gd name="T22" fmla="*/ 128 w 194"/>
                <a:gd name="T23" fmla="*/ 15 h 195"/>
                <a:gd name="T24" fmla="*/ 113 w 194"/>
                <a:gd name="T25" fmla="*/ 21 h 195"/>
                <a:gd name="T26" fmla="*/ 115 w 194"/>
                <a:gd name="T27" fmla="*/ 31 h 195"/>
                <a:gd name="T28" fmla="*/ 124 w 194"/>
                <a:gd name="T29" fmla="*/ 37 h 195"/>
                <a:gd name="T30" fmla="*/ 138 w 194"/>
                <a:gd name="T31" fmla="*/ 19 h 195"/>
                <a:gd name="T32" fmla="*/ 148 w 194"/>
                <a:gd name="T33" fmla="*/ 23 h 195"/>
                <a:gd name="T34" fmla="*/ 156 w 194"/>
                <a:gd name="T35" fmla="*/ 27 h 195"/>
                <a:gd name="T36" fmla="*/ 160 w 194"/>
                <a:gd name="T37" fmla="*/ 40 h 195"/>
                <a:gd name="T38" fmla="*/ 157 w 194"/>
                <a:gd name="T39" fmla="*/ 47 h 195"/>
                <a:gd name="T40" fmla="*/ 152 w 194"/>
                <a:gd name="T41" fmla="*/ 42 h 195"/>
                <a:gd name="T42" fmla="*/ 140 w 194"/>
                <a:gd name="T43" fmla="*/ 43 h 195"/>
                <a:gd name="T44" fmla="*/ 149 w 194"/>
                <a:gd name="T45" fmla="*/ 48 h 195"/>
                <a:gd name="T46" fmla="*/ 128 w 194"/>
                <a:gd name="T47" fmla="*/ 56 h 195"/>
                <a:gd name="T48" fmla="*/ 118 w 194"/>
                <a:gd name="T49" fmla="*/ 63 h 195"/>
                <a:gd name="T50" fmla="*/ 105 w 194"/>
                <a:gd name="T51" fmla="*/ 75 h 195"/>
                <a:gd name="T52" fmla="*/ 112 w 194"/>
                <a:gd name="T53" fmla="*/ 115 h 195"/>
                <a:gd name="T54" fmla="*/ 123 w 194"/>
                <a:gd name="T55" fmla="*/ 118 h 195"/>
                <a:gd name="T56" fmla="*/ 134 w 194"/>
                <a:gd name="T57" fmla="*/ 122 h 195"/>
                <a:gd name="T58" fmla="*/ 152 w 194"/>
                <a:gd name="T59" fmla="*/ 131 h 195"/>
                <a:gd name="T60" fmla="*/ 162 w 194"/>
                <a:gd name="T61" fmla="*/ 141 h 195"/>
                <a:gd name="T62" fmla="*/ 176 w 194"/>
                <a:gd name="T63" fmla="*/ 146 h 195"/>
                <a:gd name="T64" fmla="*/ 111 w 194"/>
                <a:gd name="T65" fmla="*/ 170 h 195"/>
                <a:gd name="T66" fmla="*/ 1 w 194"/>
                <a:gd name="T67" fmla="*/ 83 h 195"/>
                <a:gd name="T68" fmla="*/ 3 w 194"/>
                <a:gd name="T69" fmla="*/ 122 h 195"/>
                <a:gd name="T70" fmla="*/ 21 w 194"/>
                <a:gd name="T71" fmla="*/ 157 h 195"/>
                <a:gd name="T72" fmla="*/ 62 w 194"/>
                <a:gd name="T73" fmla="*/ 188 h 195"/>
                <a:gd name="T74" fmla="*/ 99 w 194"/>
                <a:gd name="T75" fmla="*/ 155 h 195"/>
                <a:gd name="T76" fmla="*/ 96 w 194"/>
                <a:gd name="T77" fmla="*/ 139 h 195"/>
                <a:gd name="T78" fmla="*/ 101 w 194"/>
                <a:gd name="T79" fmla="*/ 124 h 195"/>
                <a:gd name="T80" fmla="*/ 89 w 194"/>
                <a:gd name="T81" fmla="*/ 120 h 195"/>
                <a:gd name="T82" fmla="*/ 76 w 194"/>
                <a:gd name="T83" fmla="*/ 112 h 195"/>
                <a:gd name="T84" fmla="*/ 56 w 194"/>
                <a:gd name="T85" fmla="*/ 103 h 195"/>
                <a:gd name="T86" fmla="*/ 47 w 194"/>
                <a:gd name="T87" fmla="*/ 87 h 195"/>
                <a:gd name="T88" fmla="*/ 42 w 194"/>
                <a:gd name="T89" fmla="*/ 85 h 195"/>
                <a:gd name="T90" fmla="*/ 42 w 194"/>
                <a:gd name="T91" fmla="*/ 88 h 195"/>
                <a:gd name="T92" fmla="*/ 35 w 194"/>
                <a:gd name="T93" fmla="*/ 72 h 195"/>
                <a:gd name="T94" fmla="*/ 35 w 194"/>
                <a:gd name="T95" fmla="*/ 56 h 195"/>
                <a:gd name="T96" fmla="*/ 43 w 194"/>
                <a:gd name="T97" fmla="*/ 38 h 195"/>
                <a:gd name="T98" fmla="*/ 41 w 194"/>
                <a:gd name="T99" fmla="*/ 28 h 195"/>
                <a:gd name="T100" fmla="*/ 87 w 194"/>
                <a:gd name="T101" fmla="*/ 7 h 195"/>
                <a:gd name="T102" fmla="*/ 104 w 194"/>
                <a:gd name="T103" fmla="*/ 0 h 195"/>
                <a:gd name="T104" fmla="*/ 60 w 194"/>
                <a:gd name="T105" fmla="*/ 7 h 195"/>
                <a:gd name="T106" fmla="*/ 28 w 194"/>
                <a:gd name="T107" fmla="*/ 29 h 195"/>
                <a:gd name="T108" fmla="*/ 7 w 194"/>
                <a:gd name="T109" fmla="*/ 62 h 195"/>
                <a:gd name="T110" fmla="*/ 103 w 194"/>
                <a:gd name="T111" fmla="*/ 122 h 195"/>
                <a:gd name="T112" fmla="*/ 90 w 194"/>
                <a:gd name="T113" fmla="*/ 108 h 195"/>
                <a:gd name="T114" fmla="*/ 86 w 194"/>
                <a:gd name="T115" fmla="*/ 99 h 195"/>
                <a:gd name="T116" fmla="*/ 69 w 194"/>
                <a:gd name="T117" fmla="*/ 102 h 195"/>
                <a:gd name="T118" fmla="*/ 78 w 194"/>
                <a:gd name="T119" fmla="*/ 81 h 195"/>
                <a:gd name="T120" fmla="*/ 96 w 194"/>
                <a:gd name="T121" fmla="*/ 81 h 195"/>
                <a:gd name="T122" fmla="*/ 101 w 194"/>
                <a:gd name="T123" fmla="*/ 8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195">
                  <a:moveTo>
                    <a:pt x="104" y="194"/>
                  </a:moveTo>
                  <a:cubicBezTo>
                    <a:pt x="109" y="194"/>
                    <a:pt x="114" y="193"/>
                    <a:pt x="119" y="192"/>
                  </a:cubicBezTo>
                  <a:cubicBezTo>
                    <a:pt x="122" y="191"/>
                    <a:pt x="125" y="191"/>
                    <a:pt x="128" y="190"/>
                  </a:cubicBezTo>
                  <a:cubicBezTo>
                    <a:pt x="130" y="189"/>
                    <a:pt x="131" y="188"/>
                    <a:pt x="133" y="188"/>
                  </a:cubicBezTo>
                  <a:cubicBezTo>
                    <a:pt x="136" y="187"/>
                    <a:pt x="139" y="185"/>
                    <a:pt x="141" y="184"/>
                  </a:cubicBezTo>
                  <a:cubicBezTo>
                    <a:pt x="143" y="183"/>
                    <a:pt x="144" y="183"/>
                    <a:pt x="146" y="182"/>
                  </a:cubicBezTo>
                  <a:cubicBezTo>
                    <a:pt x="152" y="178"/>
                    <a:pt x="157" y="174"/>
                    <a:pt x="163" y="169"/>
                  </a:cubicBezTo>
                  <a:cubicBezTo>
                    <a:pt x="164" y="168"/>
                    <a:pt x="165" y="167"/>
                    <a:pt x="166" y="166"/>
                  </a:cubicBezTo>
                  <a:cubicBezTo>
                    <a:pt x="167" y="165"/>
                    <a:pt x="168" y="164"/>
                    <a:pt x="169" y="163"/>
                  </a:cubicBezTo>
                  <a:cubicBezTo>
                    <a:pt x="171" y="161"/>
                    <a:pt x="172" y="159"/>
                    <a:pt x="174" y="157"/>
                  </a:cubicBezTo>
                  <a:cubicBezTo>
                    <a:pt x="176" y="155"/>
                    <a:pt x="178" y="151"/>
                    <a:pt x="180" y="148"/>
                  </a:cubicBezTo>
                  <a:cubicBezTo>
                    <a:pt x="181" y="147"/>
                    <a:pt x="181" y="147"/>
                    <a:pt x="182" y="146"/>
                  </a:cubicBezTo>
                  <a:cubicBezTo>
                    <a:pt x="182" y="144"/>
                    <a:pt x="183" y="143"/>
                    <a:pt x="184" y="142"/>
                  </a:cubicBezTo>
                  <a:cubicBezTo>
                    <a:pt x="184" y="141"/>
                    <a:pt x="185" y="140"/>
                    <a:pt x="185" y="140"/>
                  </a:cubicBezTo>
                  <a:cubicBezTo>
                    <a:pt x="186" y="138"/>
                    <a:pt x="186" y="137"/>
                    <a:pt x="187" y="135"/>
                  </a:cubicBezTo>
                  <a:cubicBezTo>
                    <a:pt x="187" y="134"/>
                    <a:pt x="188" y="132"/>
                    <a:pt x="189" y="131"/>
                  </a:cubicBezTo>
                  <a:cubicBezTo>
                    <a:pt x="190" y="128"/>
                    <a:pt x="191" y="125"/>
                    <a:pt x="191" y="122"/>
                  </a:cubicBezTo>
                  <a:cubicBezTo>
                    <a:pt x="192" y="120"/>
                    <a:pt x="192" y="119"/>
                    <a:pt x="193" y="117"/>
                  </a:cubicBezTo>
                  <a:cubicBezTo>
                    <a:pt x="193" y="115"/>
                    <a:pt x="193" y="114"/>
                    <a:pt x="193" y="112"/>
                  </a:cubicBezTo>
                  <a:cubicBezTo>
                    <a:pt x="194" y="111"/>
                    <a:pt x="194" y="109"/>
                    <a:pt x="194" y="107"/>
                  </a:cubicBezTo>
                  <a:cubicBezTo>
                    <a:pt x="194" y="104"/>
                    <a:pt x="194" y="101"/>
                    <a:pt x="194" y="97"/>
                  </a:cubicBezTo>
                  <a:cubicBezTo>
                    <a:pt x="194" y="94"/>
                    <a:pt x="194" y="91"/>
                    <a:pt x="194" y="87"/>
                  </a:cubicBezTo>
                  <a:cubicBezTo>
                    <a:pt x="194" y="86"/>
                    <a:pt x="194" y="84"/>
                    <a:pt x="193" y="83"/>
                  </a:cubicBezTo>
                  <a:cubicBezTo>
                    <a:pt x="193" y="81"/>
                    <a:pt x="193" y="79"/>
                    <a:pt x="193" y="78"/>
                  </a:cubicBezTo>
                  <a:cubicBezTo>
                    <a:pt x="192" y="76"/>
                    <a:pt x="192" y="75"/>
                    <a:pt x="191" y="73"/>
                  </a:cubicBezTo>
                  <a:cubicBezTo>
                    <a:pt x="191" y="70"/>
                    <a:pt x="190" y="67"/>
                    <a:pt x="189" y="64"/>
                  </a:cubicBezTo>
                  <a:cubicBezTo>
                    <a:pt x="188" y="63"/>
                    <a:pt x="188" y="62"/>
                    <a:pt x="188" y="62"/>
                  </a:cubicBezTo>
                  <a:cubicBezTo>
                    <a:pt x="187" y="59"/>
                    <a:pt x="186" y="57"/>
                    <a:pt x="185" y="55"/>
                  </a:cubicBezTo>
                  <a:cubicBezTo>
                    <a:pt x="185" y="54"/>
                    <a:pt x="184" y="54"/>
                    <a:pt x="184" y="53"/>
                  </a:cubicBezTo>
                  <a:cubicBezTo>
                    <a:pt x="183" y="52"/>
                    <a:pt x="182" y="50"/>
                    <a:pt x="182" y="49"/>
                  </a:cubicBezTo>
                  <a:cubicBezTo>
                    <a:pt x="179" y="45"/>
                    <a:pt x="177" y="41"/>
                    <a:pt x="174" y="37"/>
                  </a:cubicBezTo>
                  <a:cubicBezTo>
                    <a:pt x="172" y="35"/>
                    <a:pt x="171" y="34"/>
                    <a:pt x="169" y="32"/>
                  </a:cubicBezTo>
                  <a:cubicBezTo>
                    <a:pt x="168" y="31"/>
                    <a:pt x="167" y="30"/>
                    <a:pt x="166" y="29"/>
                  </a:cubicBezTo>
                  <a:cubicBezTo>
                    <a:pt x="165" y="27"/>
                    <a:pt x="164" y="26"/>
                    <a:pt x="163" y="25"/>
                  </a:cubicBezTo>
                  <a:cubicBezTo>
                    <a:pt x="160" y="23"/>
                    <a:pt x="158" y="21"/>
                    <a:pt x="156" y="20"/>
                  </a:cubicBezTo>
                  <a:cubicBezTo>
                    <a:pt x="152" y="17"/>
                    <a:pt x="149" y="15"/>
                    <a:pt x="146" y="13"/>
                  </a:cubicBezTo>
                  <a:cubicBezTo>
                    <a:pt x="144" y="12"/>
                    <a:pt x="143" y="11"/>
                    <a:pt x="141" y="11"/>
                  </a:cubicBezTo>
                  <a:cubicBezTo>
                    <a:pt x="141" y="10"/>
                    <a:pt x="140" y="10"/>
                    <a:pt x="140" y="10"/>
                  </a:cubicBezTo>
                  <a:cubicBezTo>
                    <a:pt x="139" y="9"/>
                    <a:pt x="138" y="9"/>
                    <a:pt x="137" y="9"/>
                  </a:cubicBezTo>
                  <a:cubicBezTo>
                    <a:pt x="137" y="9"/>
                    <a:pt x="137" y="8"/>
                    <a:pt x="136" y="8"/>
                  </a:cubicBezTo>
                  <a:cubicBezTo>
                    <a:pt x="135" y="8"/>
                    <a:pt x="134" y="7"/>
                    <a:pt x="133" y="7"/>
                  </a:cubicBezTo>
                  <a:cubicBezTo>
                    <a:pt x="133" y="7"/>
                    <a:pt x="133" y="7"/>
                    <a:pt x="133" y="7"/>
                  </a:cubicBezTo>
                  <a:cubicBezTo>
                    <a:pt x="132" y="6"/>
                    <a:pt x="130" y="6"/>
                    <a:pt x="129" y="5"/>
                  </a:cubicBezTo>
                  <a:cubicBezTo>
                    <a:pt x="129" y="5"/>
                    <a:pt x="129" y="5"/>
                    <a:pt x="128" y="5"/>
                  </a:cubicBezTo>
                  <a:cubicBezTo>
                    <a:pt x="126" y="4"/>
                    <a:pt x="123" y="3"/>
                    <a:pt x="120" y="3"/>
                  </a:cubicBezTo>
                  <a:cubicBezTo>
                    <a:pt x="119" y="2"/>
                    <a:pt x="118" y="2"/>
                    <a:pt x="117" y="2"/>
                  </a:cubicBezTo>
                  <a:cubicBezTo>
                    <a:pt x="116" y="2"/>
                    <a:pt x="115" y="2"/>
                    <a:pt x="115" y="2"/>
                  </a:cubicBezTo>
                  <a:cubicBezTo>
                    <a:pt x="111" y="1"/>
                    <a:pt x="108" y="1"/>
                    <a:pt x="104" y="0"/>
                  </a:cubicBezTo>
                  <a:cubicBezTo>
                    <a:pt x="104" y="6"/>
                    <a:pt x="104" y="6"/>
                    <a:pt x="104" y="6"/>
                  </a:cubicBezTo>
                  <a:cubicBezTo>
                    <a:pt x="108" y="6"/>
                    <a:pt x="112" y="6"/>
                    <a:pt x="116" y="7"/>
                  </a:cubicBezTo>
                  <a:cubicBezTo>
                    <a:pt x="115" y="8"/>
                    <a:pt x="115" y="7"/>
                    <a:pt x="114" y="8"/>
                  </a:cubicBezTo>
                  <a:cubicBezTo>
                    <a:pt x="113" y="8"/>
                    <a:pt x="113" y="9"/>
                    <a:pt x="112" y="9"/>
                  </a:cubicBezTo>
                  <a:cubicBezTo>
                    <a:pt x="110" y="9"/>
                    <a:pt x="109" y="8"/>
                    <a:pt x="107" y="8"/>
                  </a:cubicBezTo>
                  <a:cubicBezTo>
                    <a:pt x="107" y="9"/>
                    <a:pt x="108" y="10"/>
                    <a:pt x="108" y="10"/>
                  </a:cubicBezTo>
                  <a:cubicBezTo>
                    <a:pt x="110" y="11"/>
                    <a:pt x="111" y="10"/>
                    <a:pt x="113" y="10"/>
                  </a:cubicBezTo>
                  <a:cubicBezTo>
                    <a:pt x="114" y="10"/>
                    <a:pt x="116" y="11"/>
                    <a:pt x="116" y="10"/>
                  </a:cubicBezTo>
                  <a:cubicBezTo>
                    <a:pt x="117" y="10"/>
                    <a:pt x="117" y="9"/>
                    <a:pt x="117" y="8"/>
                  </a:cubicBezTo>
                  <a:cubicBezTo>
                    <a:pt x="118" y="8"/>
                    <a:pt x="118" y="8"/>
                    <a:pt x="118" y="8"/>
                  </a:cubicBezTo>
                  <a:cubicBezTo>
                    <a:pt x="119" y="8"/>
                    <a:pt x="120" y="8"/>
                    <a:pt x="121" y="9"/>
                  </a:cubicBezTo>
                  <a:cubicBezTo>
                    <a:pt x="121" y="9"/>
                    <a:pt x="120" y="9"/>
                    <a:pt x="120" y="10"/>
                  </a:cubicBezTo>
                  <a:cubicBezTo>
                    <a:pt x="121" y="10"/>
                    <a:pt x="123" y="10"/>
                    <a:pt x="123" y="9"/>
                  </a:cubicBezTo>
                  <a:cubicBezTo>
                    <a:pt x="123" y="9"/>
                    <a:pt x="124" y="9"/>
                    <a:pt x="124" y="9"/>
                  </a:cubicBezTo>
                  <a:cubicBezTo>
                    <a:pt x="125" y="10"/>
                    <a:pt x="127" y="10"/>
                    <a:pt x="128" y="11"/>
                  </a:cubicBezTo>
                  <a:cubicBezTo>
                    <a:pt x="130" y="11"/>
                    <a:pt x="132" y="12"/>
                    <a:pt x="134" y="13"/>
                  </a:cubicBezTo>
                  <a:cubicBezTo>
                    <a:pt x="134" y="13"/>
                    <a:pt x="134" y="14"/>
                    <a:pt x="133" y="14"/>
                  </a:cubicBezTo>
                  <a:cubicBezTo>
                    <a:pt x="132" y="14"/>
                    <a:pt x="132" y="12"/>
                    <a:pt x="131" y="13"/>
                  </a:cubicBezTo>
                  <a:cubicBezTo>
                    <a:pt x="131" y="14"/>
                    <a:pt x="132" y="14"/>
                    <a:pt x="133" y="15"/>
                  </a:cubicBezTo>
                  <a:cubicBezTo>
                    <a:pt x="134" y="16"/>
                    <a:pt x="135" y="16"/>
                    <a:pt x="135" y="17"/>
                  </a:cubicBezTo>
                  <a:cubicBezTo>
                    <a:pt x="134" y="19"/>
                    <a:pt x="133" y="17"/>
                    <a:pt x="132" y="17"/>
                  </a:cubicBezTo>
                  <a:cubicBezTo>
                    <a:pt x="130" y="17"/>
                    <a:pt x="128" y="20"/>
                    <a:pt x="127" y="18"/>
                  </a:cubicBezTo>
                  <a:cubicBezTo>
                    <a:pt x="127" y="16"/>
                    <a:pt x="128" y="16"/>
                    <a:pt x="129" y="15"/>
                  </a:cubicBezTo>
                  <a:cubicBezTo>
                    <a:pt x="128" y="15"/>
                    <a:pt x="128" y="15"/>
                    <a:pt x="128" y="15"/>
                  </a:cubicBezTo>
                  <a:cubicBezTo>
                    <a:pt x="127" y="15"/>
                    <a:pt x="127" y="16"/>
                    <a:pt x="126" y="16"/>
                  </a:cubicBezTo>
                  <a:cubicBezTo>
                    <a:pt x="126" y="16"/>
                    <a:pt x="125" y="17"/>
                    <a:pt x="124" y="17"/>
                  </a:cubicBezTo>
                  <a:cubicBezTo>
                    <a:pt x="123" y="17"/>
                    <a:pt x="123" y="17"/>
                    <a:pt x="122" y="17"/>
                  </a:cubicBezTo>
                  <a:cubicBezTo>
                    <a:pt x="121" y="17"/>
                    <a:pt x="120" y="18"/>
                    <a:pt x="119" y="19"/>
                  </a:cubicBezTo>
                  <a:cubicBezTo>
                    <a:pt x="118" y="19"/>
                    <a:pt x="118" y="19"/>
                    <a:pt x="117" y="19"/>
                  </a:cubicBezTo>
                  <a:cubicBezTo>
                    <a:pt x="116" y="20"/>
                    <a:pt x="114" y="20"/>
                    <a:pt x="113" y="21"/>
                  </a:cubicBezTo>
                  <a:cubicBezTo>
                    <a:pt x="112" y="22"/>
                    <a:pt x="110" y="23"/>
                    <a:pt x="109" y="23"/>
                  </a:cubicBezTo>
                  <a:cubicBezTo>
                    <a:pt x="109" y="24"/>
                    <a:pt x="108" y="25"/>
                    <a:pt x="108" y="25"/>
                  </a:cubicBezTo>
                  <a:cubicBezTo>
                    <a:pt x="108" y="26"/>
                    <a:pt x="109" y="26"/>
                    <a:pt x="109" y="27"/>
                  </a:cubicBezTo>
                  <a:cubicBezTo>
                    <a:pt x="109" y="27"/>
                    <a:pt x="108" y="28"/>
                    <a:pt x="109" y="29"/>
                  </a:cubicBezTo>
                  <a:cubicBezTo>
                    <a:pt x="109" y="29"/>
                    <a:pt x="110" y="29"/>
                    <a:pt x="111" y="29"/>
                  </a:cubicBezTo>
                  <a:cubicBezTo>
                    <a:pt x="113" y="29"/>
                    <a:pt x="114" y="30"/>
                    <a:pt x="115" y="31"/>
                  </a:cubicBezTo>
                  <a:cubicBezTo>
                    <a:pt x="116" y="32"/>
                    <a:pt x="117" y="32"/>
                    <a:pt x="118" y="32"/>
                  </a:cubicBezTo>
                  <a:cubicBezTo>
                    <a:pt x="120" y="32"/>
                    <a:pt x="121" y="32"/>
                    <a:pt x="121" y="33"/>
                  </a:cubicBezTo>
                  <a:cubicBezTo>
                    <a:pt x="122" y="34"/>
                    <a:pt x="120" y="35"/>
                    <a:pt x="120" y="35"/>
                  </a:cubicBezTo>
                  <a:cubicBezTo>
                    <a:pt x="121" y="36"/>
                    <a:pt x="119" y="37"/>
                    <a:pt x="119" y="38"/>
                  </a:cubicBezTo>
                  <a:cubicBezTo>
                    <a:pt x="119" y="38"/>
                    <a:pt x="120" y="39"/>
                    <a:pt x="121" y="40"/>
                  </a:cubicBezTo>
                  <a:cubicBezTo>
                    <a:pt x="122" y="40"/>
                    <a:pt x="124" y="38"/>
                    <a:pt x="124" y="37"/>
                  </a:cubicBezTo>
                  <a:cubicBezTo>
                    <a:pt x="125" y="36"/>
                    <a:pt x="124" y="34"/>
                    <a:pt x="125" y="34"/>
                  </a:cubicBezTo>
                  <a:cubicBezTo>
                    <a:pt x="130" y="34"/>
                    <a:pt x="134" y="31"/>
                    <a:pt x="134" y="26"/>
                  </a:cubicBezTo>
                  <a:cubicBezTo>
                    <a:pt x="134" y="26"/>
                    <a:pt x="134" y="25"/>
                    <a:pt x="134" y="25"/>
                  </a:cubicBezTo>
                  <a:cubicBezTo>
                    <a:pt x="134" y="24"/>
                    <a:pt x="135" y="23"/>
                    <a:pt x="135" y="22"/>
                  </a:cubicBezTo>
                  <a:cubicBezTo>
                    <a:pt x="136" y="22"/>
                    <a:pt x="136" y="22"/>
                    <a:pt x="136" y="21"/>
                  </a:cubicBezTo>
                  <a:cubicBezTo>
                    <a:pt x="137" y="20"/>
                    <a:pt x="137" y="20"/>
                    <a:pt x="138" y="19"/>
                  </a:cubicBezTo>
                  <a:cubicBezTo>
                    <a:pt x="138" y="19"/>
                    <a:pt x="138" y="19"/>
                    <a:pt x="138" y="19"/>
                  </a:cubicBezTo>
                  <a:cubicBezTo>
                    <a:pt x="138" y="19"/>
                    <a:pt x="139" y="19"/>
                    <a:pt x="139" y="19"/>
                  </a:cubicBezTo>
                  <a:cubicBezTo>
                    <a:pt x="140" y="20"/>
                    <a:pt x="141" y="20"/>
                    <a:pt x="142" y="20"/>
                  </a:cubicBezTo>
                  <a:cubicBezTo>
                    <a:pt x="142" y="20"/>
                    <a:pt x="143" y="20"/>
                    <a:pt x="144" y="20"/>
                  </a:cubicBezTo>
                  <a:cubicBezTo>
                    <a:pt x="145" y="20"/>
                    <a:pt x="145" y="21"/>
                    <a:pt x="146" y="22"/>
                  </a:cubicBezTo>
                  <a:cubicBezTo>
                    <a:pt x="147" y="22"/>
                    <a:pt x="147" y="22"/>
                    <a:pt x="148" y="23"/>
                  </a:cubicBezTo>
                  <a:cubicBezTo>
                    <a:pt x="147" y="24"/>
                    <a:pt x="147" y="24"/>
                    <a:pt x="147" y="25"/>
                  </a:cubicBezTo>
                  <a:cubicBezTo>
                    <a:pt x="147" y="25"/>
                    <a:pt x="147" y="25"/>
                    <a:pt x="147" y="25"/>
                  </a:cubicBezTo>
                  <a:cubicBezTo>
                    <a:pt x="147" y="26"/>
                    <a:pt x="148" y="27"/>
                    <a:pt x="148" y="27"/>
                  </a:cubicBezTo>
                  <a:cubicBezTo>
                    <a:pt x="149" y="27"/>
                    <a:pt x="150" y="26"/>
                    <a:pt x="151" y="26"/>
                  </a:cubicBezTo>
                  <a:cubicBezTo>
                    <a:pt x="152" y="26"/>
                    <a:pt x="152" y="25"/>
                    <a:pt x="153" y="24"/>
                  </a:cubicBezTo>
                  <a:cubicBezTo>
                    <a:pt x="154" y="25"/>
                    <a:pt x="155" y="26"/>
                    <a:pt x="156" y="27"/>
                  </a:cubicBezTo>
                  <a:cubicBezTo>
                    <a:pt x="156" y="27"/>
                    <a:pt x="156" y="28"/>
                    <a:pt x="156" y="28"/>
                  </a:cubicBezTo>
                  <a:cubicBezTo>
                    <a:pt x="157" y="29"/>
                    <a:pt x="156" y="30"/>
                    <a:pt x="156" y="31"/>
                  </a:cubicBezTo>
                  <a:cubicBezTo>
                    <a:pt x="156" y="33"/>
                    <a:pt x="159" y="32"/>
                    <a:pt x="160" y="33"/>
                  </a:cubicBezTo>
                  <a:cubicBezTo>
                    <a:pt x="160" y="34"/>
                    <a:pt x="160" y="34"/>
                    <a:pt x="160" y="35"/>
                  </a:cubicBezTo>
                  <a:cubicBezTo>
                    <a:pt x="161" y="35"/>
                    <a:pt x="162" y="35"/>
                    <a:pt x="162" y="36"/>
                  </a:cubicBezTo>
                  <a:cubicBezTo>
                    <a:pt x="162" y="38"/>
                    <a:pt x="160" y="38"/>
                    <a:pt x="160" y="40"/>
                  </a:cubicBezTo>
                  <a:cubicBezTo>
                    <a:pt x="160" y="41"/>
                    <a:pt x="159" y="41"/>
                    <a:pt x="159" y="42"/>
                  </a:cubicBezTo>
                  <a:cubicBezTo>
                    <a:pt x="159" y="44"/>
                    <a:pt x="161" y="42"/>
                    <a:pt x="162" y="44"/>
                  </a:cubicBezTo>
                  <a:cubicBezTo>
                    <a:pt x="162" y="44"/>
                    <a:pt x="162" y="45"/>
                    <a:pt x="162" y="46"/>
                  </a:cubicBezTo>
                  <a:cubicBezTo>
                    <a:pt x="163" y="47"/>
                    <a:pt x="163" y="48"/>
                    <a:pt x="161" y="48"/>
                  </a:cubicBezTo>
                  <a:cubicBezTo>
                    <a:pt x="160" y="48"/>
                    <a:pt x="160" y="47"/>
                    <a:pt x="159" y="47"/>
                  </a:cubicBezTo>
                  <a:cubicBezTo>
                    <a:pt x="159" y="47"/>
                    <a:pt x="158" y="47"/>
                    <a:pt x="157" y="47"/>
                  </a:cubicBezTo>
                  <a:cubicBezTo>
                    <a:pt x="157" y="47"/>
                    <a:pt x="156" y="47"/>
                    <a:pt x="156" y="47"/>
                  </a:cubicBezTo>
                  <a:cubicBezTo>
                    <a:pt x="154" y="46"/>
                    <a:pt x="153" y="47"/>
                    <a:pt x="152" y="46"/>
                  </a:cubicBezTo>
                  <a:cubicBezTo>
                    <a:pt x="154" y="44"/>
                    <a:pt x="155" y="43"/>
                    <a:pt x="157" y="41"/>
                  </a:cubicBezTo>
                  <a:cubicBezTo>
                    <a:pt x="157" y="41"/>
                    <a:pt x="158" y="41"/>
                    <a:pt x="158" y="40"/>
                  </a:cubicBezTo>
                  <a:cubicBezTo>
                    <a:pt x="157" y="39"/>
                    <a:pt x="156" y="40"/>
                    <a:pt x="155" y="40"/>
                  </a:cubicBezTo>
                  <a:cubicBezTo>
                    <a:pt x="154" y="41"/>
                    <a:pt x="153" y="42"/>
                    <a:pt x="152" y="42"/>
                  </a:cubicBezTo>
                  <a:cubicBezTo>
                    <a:pt x="151" y="42"/>
                    <a:pt x="148" y="41"/>
                    <a:pt x="147" y="42"/>
                  </a:cubicBezTo>
                  <a:cubicBezTo>
                    <a:pt x="147" y="43"/>
                    <a:pt x="148" y="43"/>
                    <a:pt x="148" y="44"/>
                  </a:cubicBezTo>
                  <a:cubicBezTo>
                    <a:pt x="148" y="44"/>
                    <a:pt x="147" y="44"/>
                    <a:pt x="146" y="43"/>
                  </a:cubicBezTo>
                  <a:cubicBezTo>
                    <a:pt x="146" y="43"/>
                    <a:pt x="146" y="42"/>
                    <a:pt x="146" y="42"/>
                  </a:cubicBezTo>
                  <a:cubicBezTo>
                    <a:pt x="145" y="42"/>
                    <a:pt x="143" y="42"/>
                    <a:pt x="142" y="42"/>
                  </a:cubicBezTo>
                  <a:cubicBezTo>
                    <a:pt x="141" y="42"/>
                    <a:pt x="140" y="43"/>
                    <a:pt x="140" y="43"/>
                  </a:cubicBezTo>
                  <a:cubicBezTo>
                    <a:pt x="141" y="44"/>
                    <a:pt x="144" y="43"/>
                    <a:pt x="144" y="44"/>
                  </a:cubicBezTo>
                  <a:cubicBezTo>
                    <a:pt x="143" y="46"/>
                    <a:pt x="142" y="46"/>
                    <a:pt x="142" y="48"/>
                  </a:cubicBezTo>
                  <a:cubicBezTo>
                    <a:pt x="142" y="49"/>
                    <a:pt x="143" y="50"/>
                    <a:pt x="143" y="50"/>
                  </a:cubicBezTo>
                  <a:cubicBezTo>
                    <a:pt x="144" y="50"/>
                    <a:pt x="144" y="49"/>
                    <a:pt x="145" y="49"/>
                  </a:cubicBezTo>
                  <a:cubicBezTo>
                    <a:pt x="145" y="49"/>
                    <a:pt x="145" y="50"/>
                    <a:pt x="146" y="50"/>
                  </a:cubicBezTo>
                  <a:cubicBezTo>
                    <a:pt x="147" y="50"/>
                    <a:pt x="148" y="48"/>
                    <a:pt x="149" y="48"/>
                  </a:cubicBezTo>
                  <a:cubicBezTo>
                    <a:pt x="150" y="50"/>
                    <a:pt x="148" y="51"/>
                    <a:pt x="146" y="51"/>
                  </a:cubicBezTo>
                  <a:cubicBezTo>
                    <a:pt x="144" y="52"/>
                    <a:pt x="142" y="52"/>
                    <a:pt x="141" y="53"/>
                  </a:cubicBezTo>
                  <a:cubicBezTo>
                    <a:pt x="140" y="53"/>
                    <a:pt x="138" y="55"/>
                    <a:pt x="137" y="54"/>
                  </a:cubicBezTo>
                  <a:cubicBezTo>
                    <a:pt x="137" y="52"/>
                    <a:pt x="139" y="53"/>
                    <a:pt x="139" y="52"/>
                  </a:cubicBezTo>
                  <a:cubicBezTo>
                    <a:pt x="137" y="51"/>
                    <a:pt x="136" y="52"/>
                    <a:pt x="134" y="53"/>
                  </a:cubicBezTo>
                  <a:cubicBezTo>
                    <a:pt x="132" y="54"/>
                    <a:pt x="129" y="54"/>
                    <a:pt x="128" y="56"/>
                  </a:cubicBezTo>
                  <a:cubicBezTo>
                    <a:pt x="128" y="57"/>
                    <a:pt x="128" y="58"/>
                    <a:pt x="128" y="58"/>
                  </a:cubicBezTo>
                  <a:cubicBezTo>
                    <a:pt x="128" y="58"/>
                    <a:pt x="126" y="58"/>
                    <a:pt x="126" y="59"/>
                  </a:cubicBezTo>
                  <a:cubicBezTo>
                    <a:pt x="125" y="59"/>
                    <a:pt x="124" y="60"/>
                    <a:pt x="123" y="60"/>
                  </a:cubicBezTo>
                  <a:cubicBezTo>
                    <a:pt x="123" y="60"/>
                    <a:pt x="122" y="60"/>
                    <a:pt x="122" y="60"/>
                  </a:cubicBezTo>
                  <a:cubicBezTo>
                    <a:pt x="121" y="60"/>
                    <a:pt x="121" y="62"/>
                    <a:pt x="120" y="62"/>
                  </a:cubicBezTo>
                  <a:cubicBezTo>
                    <a:pt x="119" y="63"/>
                    <a:pt x="118" y="63"/>
                    <a:pt x="118" y="63"/>
                  </a:cubicBezTo>
                  <a:cubicBezTo>
                    <a:pt x="117" y="64"/>
                    <a:pt x="117" y="65"/>
                    <a:pt x="116" y="65"/>
                  </a:cubicBezTo>
                  <a:cubicBezTo>
                    <a:pt x="116" y="65"/>
                    <a:pt x="115" y="65"/>
                    <a:pt x="115" y="65"/>
                  </a:cubicBezTo>
                  <a:cubicBezTo>
                    <a:pt x="115" y="66"/>
                    <a:pt x="115" y="68"/>
                    <a:pt x="115" y="70"/>
                  </a:cubicBezTo>
                  <a:cubicBezTo>
                    <a:pt x="113" y="71"/>
                    <a:pt x="112" y="71"/>
                    <a:pt x="110" y="72"/>
                  </a:cubicBezTo>
                  <a:cubicBezTo>
                    <a:pt x="110" y="73"/>
                    <a:pt x="109" y="73"/>
                    <a:pt x="108" y="73"/>
                  </a:cubicBezTo>
                  <a:cubicBezTo>
                    <a:pt x="107" y="74"/>
                    <a:pt x="106" y="75"/>
                    <a:pt x="105" y="75"/>
                  </a:cubicBezTo>
                  <a:cubicBezTo>
                    <a:pt x="105" y="75"/>
                    <a:pt x="104" y="76"/>
                    <a:pt x="104" y="76"/>
                  </a:cubicBezTo>
                  <a:cubicBezTo>
                    <a:pt x="104" y="121"/>
                    <a:pt x="104" y="121"/>
                    <a:pt x="104" y="121"/>
                  </a:cubicBezTo>
                  <a:cubicBezTo>
                    <a:pt x="104" y="121"/>
                    <a:pt x="105" y="120"/>
                    <a:pt x="105" y="120"/>
                  </a:cubicBezTo>
                  <a:cubicBezTo>
                    <a:pt x="106" y="119"/>
                    <a:pt x="106" y="118"/>
                    <a:pt x="107" y="117"/>
                  </a:cubicBezTo>
                  <a:cubicBezTo>
                    <a:pt x="108" y="117"/>
                    <a:pt x="109" y="117"/>
                    <a:pt x="110" y="117"/>
                  </a:cubicBezTo>
                  <a:cubicBezTo>
                    <a:pt x="111" y="116"/>
                    <a:pt x="112" y="116"/>
                    <a:pt x="112" y="115"/>
                  </a:cubicBezTo>
                  <a:cubicBezTo>
                    <a:pt x="113" y="115"/>
                    <a:pt x="113" y="114"/>
                    <a:pt x="114" y="115"/>
                  </a:cubicBezTo>
                  <a:cubicBezTo>
                    <a:pt x="115" y="116"/>
                    <a:pt x="113" y="116"/>
                    <a:pt x="114" y="117"/>
                  </a:cubicBezTo>
                  <a:cubicBezTo>
                    <a:pt x="115" y="118"/>
                    <a:pt x="116" y="116"/>
                    <a:pt x="117" y="116"/>
                  </a:cubicBezTo>
                  <a:cubicBezTo>
                    <a:pt x="117" y="116"/>
                    <a:pt x="118" y="116"/>
                    <a:pt x="119" y="117"/>
                  </a:cubicBezTo>
                  <a:cubicBezTo>
                    <a:pt x="120" y="117"/>
                    <a:pt x="120" y="118"/>
                    <a:pt x="121" y="118"/>
                  </a:cubicBezTo>
                  <a:cubicBezTo>
                    <a:pt x="121" y="118"/>
                    <a:pt x="122" y="118"/>
                    <a:pt x="123" y="118"/>
                  </a:cubicBezTo>
                  <a:cubicBezTo>
                    <a:pt x="124" y="118"/>
                    <a:pt x="125" y="119"/>
                    <a:pt x="126" y="119"/>
                  </a:cubicBezTo>
                  <a:cubicBezTo>
                    <a:pt x="127" y="119"/>
                    <a:pt x="127" y="118"/>
                    <a:pt x="128" y="118"/>
                  </a:cubicBezTo>
                  <a:cubicBezTo>
                    <a:pt x="130" y="117"/>
                    <a:pt x="130" y="118"/>
                    <a:pt x="131" y="119"/>
                  </a:cubicBezTo>
                  <a:cubicBezTo>
                    <a:pt x="132" y="119"/>
                    <a:pt x="132" y="118"/>
                    <a:pt x="133" y="118"/>
                  </a:cubicBezTo>
                  <a:cubicBezTo>
                    <a:pt x="133" y="119"/>
                    <a:pt x="133" y="120"/>
                    <a:pt x="134" y="121"/>
                  </a:cubicBezTo>
                  <a:cubicBezTo>
                    <a:pt x="134" y="121"/>
                    <a:pt x="134" y="121"/>
                    <a:pt x="134" y="122"/>
                  </a:cubicBezTo>
                  <a:cubicBezTo>
                    <a:pt x="135" y="122"/>
                    <a:pt x="135" y="122"/>
                    <a:pt x="136" y="123"/>
                  </a:cubicBezTo>
                  <a:cubicBezTo>
                    <a:pt x="137" y="123"/>
                    <a:pt x="137" y="124"/>
                    <a:pt x="138" y="125"/>
                  </a:cubicBezTo>
                  <a:cubicBezTo>
                    <a:pt x="139" y="126"/>
                    <a:pt x="141" y="127"/>
                    <a:pt x="142" y="127"/>
                  </a:cubicBezTo>
                  <a:cubicBezTo>
                    <a:pt x="143" y="127"/>
                    <a:pt x="144" y="127"/>
                    <a:pt x="145" y="127"/>
                  </a:cubicBezTo>
                  <a:cubicBezTo>
                    <a:pt x="147" y="127"/>
                    <a:pt x="148" y="128"/>
                    <a:pt x="150" y="129"/>
                  </a:cubicBezTo>
                  <a:cubicBezTo>
                    <a:pt x="151" y="130"/>
                    <a:pt x="152" y="131"/>
                    <a:pt x="152" y="131"/>
                  </a:cubicBezTo>
                  <a:cubicBezTo>
                    <a:pt x="152" y="132"/>
                    <a:pt x="152" y="133"/>
                    <a:pt x="152" y="133"/>
                  </a:cubicBezTo>
                  <a:cubicBezTo>
                    <a:pt x="153" y="135"/>
                    <a:pt x="155" y="135"/>
                    <a:pt x="154" y="137"/>
                  </a:cubicBezTo>
                  <a:cubicBezTo>
                    <a:pt x="154" y="138"/>
                    <a:pt x="155" y="138"/>
                    <a:pt x="156" y="139"/>
                  </a:cubicBezTo>
                  <a:cubicBezTo>
                    <a:pt x="156" y="139"/>
                    <a:pt x="157" y="140"/>
                    <a:pt x="157" y="140"/>
                  </a:cubicBezTo>
                  <a:cubicBezTo>
                    <a:pt x="158" y="140"/>
                    <a:pt x="158" y="140"/>
                    <a:pt x="159" y="140"/>
                  </a:cubicBezTo>
                  <a:cubicBezTo>
                    <a:pt x="160" y="140"/>
                    <a:pt x="161" y="140"/>
                    <a:pt x="162" y="141"/>
                  </a:cubicBezTo>
                  <a:cubicBezTo>
                    <a:pt x="162" y="141"/>
                    <a:pt x="163" y="141"/>
                    <a:pt x="164" y="141"/>
                  </a:cubicBezTo>
                  <a:cubicBezTo>
                    <a:pt x="164" y="142"/>
                    <a:pt x="164" y="143"/>
                    <a:pt x="165" y="143"/>
                  </a:cubicBezTo>
                  <a:cubicBezTo>
                    <a:pt x="165" y="144"/>
                    <a:pt x="166" y="143"/>
                    <a:pt x="167" y="143"/>
                  </a:cubicBezTo>
                  <a:cubicBezTo>
                    <a:pt x="168" y="143"/>
                    <a:pt x="170" y="144"/>
                    <a:pt x="171" y="144"/>
                  </a:cubicBezTo>
                  <a:cubicBezTo>
                    <a:pt x="171" y="144"/>
                    <a:pt x="172" y="144"/>
                    <a:pt x="172" y="144"/>
                  </a:cubicBezTo>
                  <a:cubicBezTo>
                    <a:pt x="174" y="144"/>
                    <a:pt x="175" y="145"/>
                    <a:pt x="176" y="146"/>
                  </a:cubicBezTo>
                  <a:cubicBezTo>
                    <a:pt x="163" y="166"/>
                    <a:pt x="143" y="181"/>
                    <a:pt x="119" y="187"/>
                  </a:cubicBezTo>
                  <a:cubicBezTo>
                    <a:pt x="119" y="186"/>
                    <a:pt x="118" y="185"/>
                    <a:pt x="118" y="184"/>
                  </a:cubicBezTo>
                  <a:cubicBezTo>
                    <a:pt x="118" y="182"/>
                    <a:pt x="119" y="181"/>
                    <a:pt x="118" y="179"/>
                  </a:cubicBezTo>
                  <a:cubicBezTo>
                    <a:pt x="118" y="178"/>
                    <a:pt x="118" y="175"/>
                    <a:pt x="117" y="175"/>
                  </a:cubicBezTo>
                  <a:cubicBezTo>
                    <a:pt x="117" y="174"/>
                    <a:pt x="115" y="172"/>
                    <a:pt x="113" y="171"/>
                  </a:cubicBezTo>
                  <a:cubicBezTo>
                    <a:pt x="113" y="171"/>
                    <a:pt x="112" y="171"/>
                    <a:pt x="111" y="170"/>
                  </a:cubicBezTo>
                  <a:cubicBezTo>
                    <a:pt x="109" y="170"/>
                    <a:pt x="106" y="168"/>
                    <a:pt x="105" y="166"/>
                  </a:cubicBezTo>
                  <a:cubicBezTo>
                    <a:pt x="105" y="166"/>
                    <a:pt x="105" y="165"/>
                    <a:pt x="105" y="164"/>
                  </a:cubicBezTo>
                  <a:cubicBezTo>
                    <a:pt x="105" y="164"/>
                    <a:pt x="104" y="163"/>
                    <a:pt x="104" y="163"/>
                  </a:cubicBezTo>
                  <a:lnTo>
                    <a:pt x="104" y="194"/>
                  </a:lnTo>
                  <a:close/>
                  <a:moveTo>
                    <a:pt x="2" y="78"/>
                  </a:moveTo>
                  <a:cubicBezTo>
                    <a:pt x="2" y="79"/>
                    <a:pt x="1" y="81"/>
                    <a:pt x="1" y="83"/>
                  </a:cubicBezTo>
                  <a:cubicBezTo>
                    <a:pt x="1" y="84"/>
                    <a:pt x="1" y="86"/>
                    <a:pt x="0" y="87"/>
                  </a:cubicBezTo>
                  <a:cubicBezTo>
                    <a:pt x="0" y="91"/>
                    <a:pt x="0" y="94"/>
                    <a:pt x="0" y="97"/>
                  </a:cubicBezTo>
                  <a:cubicBezTo>
                    <a:pt x="0" y="101"/>
                    <a:pt x="0" y="104"/>
                    <a:pt x="0" y="107"/>
                  </a:cubicBezTo>
                  <a:cubicBezTo>
                    <a:pt x="1" y="109"/>
                    <a:pt x="1" y="111"/>
                    <a:pt x="1" y="112"/>
                  </a:cubicBezTo>
                  <a:cubicBezTo>
                    <a:pt x="1" y="114"/>
                    <a:pt x="2" y="115"/>
                    <a:pt x="2" y="117"/>
                  </a:cubicBezTo>
                  <a:cubicBezTo>
                    <a:pt x="2" y="119"/>
                    <a:pt x="3" y="120"/>
                    <a:pt x="3" y="122"/>
                  </a:cubicBezTo>
                  <a:cubicBezTo>
                    <a:pt x="4" y="125"/>
                    <a:pt x="5" y="128"/>
                    <a:pt x="6" y="131"/>
                  </a:cubicBezTo>
                  <a:cubicBezTo>
                    <a:pt x="6" y="132"/>
                    <a:pt x="7" y="134"/>
                    <a:pt x="8" y="135"/>
                  </a:cubicBezTo>
                  <a:cubicBezTo>
                    <a:pt x="8" y="137"/>
                    <a:pt x="9" y="138"/>
                    <a:pt x="10" y="140"/>
                  </a:cubicBezTo>
                  <a:cubicBezTo>
                    <a:pt x="10" y="140"/>
                    <a:pt x="10" y="141"/>
                    <a:pt x="11" y="142"/>
                  </a:cubicBezTo>
                  <a:cubicBezTo>
                    <a:pt x="11" y="143"/>
                    <a:pt x="12" y="144"/>
                    <a:pt x="13" y="146"/>
                  </a:cubicBezTo>
                  <a:cubicBezTo>
                    <a:pt x="15" y="150"/>
                    <a:pt x="18" y="154"/>
                    <a:pt x="21" y="157"/>
                  </a:cubicBezTo>
                  <a:cubicBezTo>
                    <a:pt x="22" y="159"/>
                    <a:pt x="24" y="161"/>
                    <a:pt x="25" y="163"/>
                  </a:cubicBezTo>
                  <a:cubicBezTo>
                    <a:pt x="26" y="164"/>
                    <a:pt x="27" y="165"/>
                    <a:pt x="28" y="166"/>
                  </a:cubicBezTo>
                  <a:cubicBezTo>
                    <a:pt x="30" y="167"/>
                    <a:pt x="31" y="168"/>
                    <a:pt x="32" y="169"/>
                  </a:cubicBezTo>
                  <a:cubicBezTo>
                    <a:pt x="37" y="174"/>
                    <a:pt x="43" y="178"/>
                    <a:pt x="49" y="182"/>
                  </a:cubicBezTo>
                  <a:cubicBezTo>
                    <a:pt x="50" y="183"/>
                    <a:pt x="52" y="183"/>
                    <a:pt x="53" y="184"/>
                  </a:cubicBezTo>
                  <a:cubicBezTo>
                    <a:pt x="56" y="185"/>
                    <a:pt x="59" y="187"/>
                    <a:pt x="62" y="188"/>
                  </a:cubicBezTo>
                  <a:cubicBezTo>
                    <a:pt x="63" y="188"/>
                    <a:pt x="64" y="189"/>
                    <a:pt x="66" y="190"/>
                  </a:cubicBezTo>
                  <a:cubicBezTo>
                    <a:pt x="76" y="193"/>
                    <a:pt x="86" y="195"/>
                    <a:pt x="97" y="195"/>
                  </a:cubicBezTo>
                  <a:cubicBezTo>
                    <a:pt x="99" y="195"/>
                    <a:pt x="102" y="195"/>
                    <a:pt x="104" y="194"/>
                  </a:cubicBezTo>
                  <a:cubicBezTo>
                    <a:pt x="104" y="163"/>
                    <a:pt x="104" y="163"/>
                    <a:pt x="104" y="163"/>
                  </a:cubicBezTo>
                  <a:cubicBezTo>
                    <a:pt x="104" y="162"/>
                    <a:pt x="103" y="162"/>
                    <a:pt x="103" y="161"/>
                  </a:cubicBezTo>
                  <a:cubicBezTo>
                    <a:pt x="101" y="159"/>
                    <a:pt x="100" y="157"/>
                    <a:pt x="99" y="155"/>
                  </a:cubicBezTo>
                  <a:cubicBezTo>
                    <a:pt x="98" y="154"/>
                    <a:pt x="98" y="153"/>
                    <a:pt x="97" y="152"/>
                  </a:cubicBezTo>
                  <a:cubicBezTo>
                    <a:pt x="97" y="151"/>
                    <a:pt x="95" y="151"/>
                    <a:pt x="95" y="150"/>
                  </a:cubicBezTo>
                  <a:cubicBezTo>
                    <a:pt x="95" y="149"/>
                    <a:pt x="94" y="148"/>
                    <a:pt x="94" y="147"/>
                  </a:cubicBezTo>
                  <a:cubicBezTo>
                    <a:pt x="94" y="146"/>
                    <a:pt x="96" y="145"/>
                    <a:pt x="96" y="144"/>
                  </a:cubicBezTo>
                  <a:cubicBezTo>
                    <a:pt x="96" y="144"/>
                    <a:pt x="95" y="143"/>
                    <a:pt x="95" y="143"/>
                  </a:cubicBezTo>
                  <a:cubicBezTo>
                    <a:pt x="95" y="141"/>
                    <a:pt x="95" y="140"/>
                    <a:pt x="96" y="139"/>
                  </a:cubicBezTo>
                  <a:cubicBezTo>
                    <a:pt x="96" y="138"/>
                    <a:pt x="96" y="138"/>
                    <a:pt x="97" y="137"/>
                  </a:cubicBezTo>
                  <a:cubicBezTo>
                    <a:pt x="97" y="137"/>
                    <a:pt x="98" y="137"/>
                    <a:pt x="98" y="136"/>
                  </a:cubicBezTo>
                  <a:cubicBezTo>
                    <a:pt x="99" y="136"/>
                    <a:pt x="99" y="135"/>
                    <a:pt x="99" y="134"/>
                  </a:cubicBezTo>
                  <a:cubicBezTo>
                    <a:pt x="100" y="133"/>
                    <a:pt x="101" y="133"/>
                    <a:pt x="102" y="132"/>
                  </a:cubicBezTo>
                  <a:cubicBezTo>
                    <a:pt x="102" y="131"/>
                    <a:pt x="102" y="127"/>
                    <a:pt x="102" y="126"/>
                  </a:cubicBezTo>
                  <a:cubicBezTo>
                    <a:pt x="102" y="125"/>
                    <a:pt x="101" y="125"/>
                    <a:pt x="101" y="124"/>
                  </a:cubicBezTo>
                  <a:cubicBezTo>
                    <a:pt x="100" y="123"/>
                    <a:pt x="100" y="121"/>
                    <a:pt x="99" y="121"/>
                  </a:cubicBezTo>
                  <a:cubicBezTo>
                    <a:pt x="98" y="121"/>
                    <a:pt x="97" y="122"/>
                    <a:pt x="97" y="123"/>
                  </a:cubicBezTo>
                  <a:cubicBezTo>
                    <a:pt x="97" y="124"/>
                    <a:pt x="97" y="124"/>
                    <a:pt x="96" y="125"/>
                  </a:cubicBezTo>
                  <a:cubicBezTo>
                    <a:pt x="95" y="125"/>
                    <a:pt x="94" y="123"/>
                    <a:pt x="93" y="123"/>
                  </a:cubicBezTo>
                  <a:cubicBezTo>
                    <a:pt x="92" y="123"/>
                    <a:pt x="92" y="123"/>
                    <a:pt x="91" y="123"/>
                  </a:cubicBezTo>
                  <a:cubicBezTo>
                    <a:pt x="90" y="122"/>
                    <a:pt x="90" y="121"/>
                    <a:pt x="89" y="120"/>
                  </a:cubicBezTo>
                  <a:cubicBezTo>
                    <a:pt x="88" y="120"/>
                    <a:pt x="87" y="120"/>
                    <a:pt x="87" y="119"/>
                  </a:cubicBezTo>
                  <a:cubicBezTo>
                    <a:pt x="86" y="119"/>
                    <a:pt x="87" y="118"/>
                    <a:pt x="86" y="117"/>
                  </a:cubicBezTo>
                  <a:cubicBezTo>
                    <a:pt x="85" y="116"/>
                    <a:pt x="84" y="114"/>
                    <a:pt x="83" y="113"/>
                  </a:cubicBezTo>
                  <a:cubicBezTo>
                    <a:pt x="82" y="113"/>
                    <a:pt x="81" y="113"/>
                    <a:pt x="80" y="112"/>
                  </a:cubicBezTo>
                  <a:cubicBezTo>
                    <a:pt x="79" y="112"/>
                    <a:pt x="79" y="112"/>
                    <a:pt x="78" y="112"/>
                  </a:cubicBezTo>
                  <a:cubicBezTo>
                    <a:pt x="78" y="112"/>
                    <a:pt x="77" y="112"/>
                    <a:pt x="76" y="112"/>
                  </a:cubicBezTo>
                  <a:cubicBezTo>
                    <a:pt x="74" y="110"/>
                    <a:pt x="73" y="107"/>
                    <a:pt x="71" y="107"/>
                  </a:cubicBezTo>
                  <a:cubicBezTo>
                    <a:pt x="69" y="107"/>
                    <a:pt x="68" y="108"/>
                    <a:pt x="67" y="108"/>
                  </a:cubicBezTo>
                  <a:cubicBezTo>
                    <a:pt x="66" y="108"/>
                    <a:pt x="65" y="107"/>
                    <a:pt x="64" y="107"/>
                  </a:cubicBezTo>
                  <a:cubicBezTo>
                    <a:pt x="62" y="106"/>
                    <a:pt x="61" y="106"/>
                    <a:pt x="60" y="105"/>
                  </a:cubicBezTo>
                  <a:cubicBezTo>
                    <a:pt x="59" y="105"/>
                    <a:pt x="58" y="104"/>
                    <a:pt x="58" y="104"/>
                  </a:cubicBezTo>
                  <a:cubicBezTo>
                    <a:pt x="57" y="104"/>
                    <a:pt x="56" y="104"/>
                    <a:pt x="56" y="103"/>
                  </a:cubicBezTo>
                  <a:cubicBezTo>
                    <a:pt x="55" y="103"/>
                    <a:pt x="54" y="102"/>
                    <a:pt x="54" y="102"/>
                  </a:cubicBezTo>
                  <a:cubicBezTo>
                    <a:pt x="53" y="101"/>
                    <a:pt x="52" y="100"/>
                    <a:pt x="52" y="100"/>
                  </a:cubicBezTo>
                  <a:cubicBezTo>
                    <a:pt x="52" y="99"/>
                    <a:pt x="53" y="98"/>
                    <a:pt x="53" y="97"/>
                  </a:cubicBezTo>
                  <a:cubicBezTo>
                    <a:pt x="53" y="95"/>
                    <a:pt x="51" y="93"/>
                    <a:pt x="50" y="92"/>
                  </a:cubicBezTo>
                  <a:cubicBezTo>
                    <a:pt x="49" y="91"/>
                    <a:pt x="48" y="90"/>
                    <a:pt x="47" y="89"/>
                  </a:cubicBezTo>
                  <a:cubicBezTo>
                    <a:pt x="47" y="88"/>
                    <a:pt x="47" y="88"/>
                    <a:pt x="47" y="87"/>
                  </a:cubicBezTo>
                  <a:cubicBezTo>
                    <a:pt x="47" y="87"/>
                    <a:pt x="46" y="86"/>
                    <a:pt x="45" y="85"/>
                  </a:cubicBezTo>
                  <a:cubicBezTo>
                    <a:pt x="45" y="84"/>
                    <a:pt x="44" y="83"/>
                    <a:pt x="43" y="82"/>
                  </a:cubicBezTo>
                  <a:cubicBezTo>
                    <a:pt x="43" y="81"/>
                    <a:pt x="44" y="80"/>
                    <a:pt x="43" y="79"/>
                  </a:cubicBezTo>
                  <a:cubicBezTo>
                    <a:pt x="43" y="77"/>
                    <a:pt x="40" y="78"/>
                    <a:pt x="40" y="80"/>
                  </a:cubicBezTo>
                  <a:cubicBezTo>
                    <a:pt x="40" y="81"/>
                    <a:pt x="41" y="82"/>
                    <a:pt x="42" y="82"/>
                  </a:cubicBezTo>
                  <a:cubicBezTo>
                    <a:pt x="42" y="83"/>
                    <a:pt x="42" y="84"/>
                    <a:pt x="42" y="85"/>
                  </a:cubicBezTo>
                  <a:cubicBezTo>
                    <a:pt x="43" y="86"/>
                    <a:pt x="43" y="86"/>
                    <a:pt x="44" y="87"/>
                  </a:cubicBezTo>
                  <a:cubicBezTo>
                    <a:pt x="44" y="89"/>
                    <a:pt x="44" y="90"/>
                    <a:pt x="44" y="91"/>
                  </a:cubicBezTo>
                  <a:cubicBezTo>
                    <a:pt x="45" y="92"/>
                    <a:pt x="46" y="93"/>
                    <a:pt x="45" y="94"/>
                  </a:cubicBezTo>
                  <a:cubicBezTo>
                    <a:pt x="44" y="94"/>
                    <a:pt x="44" y="93"/>
                    <a:pt x="43" y="92"/>
                  </a:cubicBezTo>
                  <a:cubicBezTo>
                    <a:pt x="43" y="92"/>
                    <a:pt x="42" y="91"/>
                    <a:pt x="42" y="91"/>
                  </a:cubicBezTo>
                  <a:cubicBezTo>
                    <a:pt x="41" y="90"/>
                    <a:pt x="42" y="89"/>
                    <a:pt x="42" y="88"/>
                  </a:cubicBezTo>
                  <a:cubicBezTo>
                    <a:pt x="41" y="87"/>
                    <a:pt x="38" y="87"/>
                    <a:pt x="38" y="85"/>
                  </a:cubicBezTo>
                  <a:cubicBezTo>
                    <a:pt x="38" y="84"/>
                    <a:pt x="40" y="84"/>
                    <a:pt x="40" y="83"/>
                  </a:cubicBezTo>
                  <a:cubicBezTo>
                    <a:pt x="40" y="82"/>
                    <a:pt x="38" y="81"/>
                    <a:pt x="38" y="81"/>
                  </a:cubicBezTo>
                  <a:cubicBezTo>
                    <a:pt x="38" y="80"/>
                    <a:pt x="38" y="79"/>
                    <a:pt x="38" y="77"/>
                  </a:cubicBezTo>
                  <a:cubicBezTo>
                    <a:pt x="38" y="76"/>
                    <a:pt x="38" y="75"/>
                    <a:pt x="37" y="74"/>
                  </a:cubicBezTo>
                  <a:cubicBezTo>
                    <a:pt x="37" y="74"/>
                    <a:pt x="36" y="73"/>
                    <a:pt x="35" y="72"/>
                  </a:cubicBezTo>
                  <a:cubicBezTo>
                    <a:pt x="35" y="72"/>
                    <a:pt x="34" y="72"/>
                    <a:pt x="33" y="71"/>
                  </a:cubicBezTo>
                  <a:cubicBezTo>
                    <a:pt x="33" y="71"/>
                    <a:pt x="33" y="69"/>
                    <a:pt x="33" y="69"/>
                  </a:cubicBezTo>
                  <a:cubicBezTo>
                    <a:pt x="32" y="67"/>
                    <a:pt x="33" y="66"/>
                    <a:pt x="33" y="65"/>
                  </a:cubicBezTo>
                  <a:cubicBezTo>
                    <a:pt x="32" y="63"/>
                    <a:pt x="32" y="62"/>
                    <a:pt x="33" y="61"/>
                  </a:cubicBezTo>
                  <a:cubicBezTo>
                    <a:pt x="33" y="60"/>
                    <a:pt x="34" y="59"/>
                    <a:pt x="35" y="58"/>
                  </a:cubicBezTo>
                  <a:cubicBezTo>
                    <a:pt x="35" y="57"/>
                    <a:pt x="35" y="57"/>
                    <a:pt x="35" y="56"/>
                  </a:cubicBezTo>
                  <a:cubicBezTo>
                    <a:pt x="36" y="54"/>
                    <a:pt x="38" y="53"/>
                    <a:pt x="39" y="52"/>
                  </a:cubicBezTo>
                  <a:cubicBezTo>
                    <a:pt x="40" y="50"/>
                    <a:pt x="41" y="49"/>
                    <a:pt x="42" y="47"/>
                  </a:cubicBezTo>
                  <a:cubicBezTo>
                    <a:pt x="42" y="47"/>
                    <a:pt x="43" y="45"/>
                    <a:pt x="43" y="45"/>
                  </a:cubicBezTo>
                  <a:cubicBezTo>
                    <a:pt x="43" y="44"/>
                    <a:pt x="41" y="43"/>
                    <a:pt x="41" y="42"/>
                  </a:cubicBezTo>
                  <a:cubicBezTo>
                    <a:pt x="41" y="41"/>
                    <a:pt x="42" y="41"/>
                    <a:pt x="42" y="40"/>
                  </a:cubicBezTo>
                  <a:cubicBezTo>
                    <a:pt x="43" y="40"/>
                    <a:pt x="43" y="39"/>
                    <a:pt x="43" y="38"/>
                  </a:cubicBezTo>
                  <a:cubicBezTo>
                    <a:pt x="43" y="37"/>
                    <a:pt x="42" y="36"/>
                    <a:pt x="42" y="35"/>
                  </a:cubicBezTo>
                  <a:cubicBezTo>
                    <a:pt x="43" y="34"/>
                    <a:pt x="44" y="34"/>
                    <a:pt x="43" y="33"/>
                  </a:cubicBezTo>
                  <a:cubicBezTo>
                    <a:pt x="42" y="32"/>
                    <a:pt x="41" y="33"/>
                    <a:pt x="40" y="33"/>
                  </a:cubicBezTo>
                  <a:cubicBezTo>
                    <a:pt x="40" y="32"/>
                    <a:pt x="41" y="32"/>
                    <a:pt x="41" y="30"/>
                  </a:cubicBezTo>
                  <a:cubicBezTo>
                    <a:pt x="41" y="30"/>
                    <a:pt x="40" y="30"/>
                    <a:pt x="40" y="29"/>
                  </a:cubicBezTo>
                  <a:cubicBezTo>
                    <a:pt x="41" y="29"/>
                    <a:pt x="41" y="28"/>
                    <a:pt x="41" y="28"/>
                  </a:cubicBezTo>
                  <a:cubicBezTo>
                    <a:pt x="41" y="27"/>
                    <a:pt x="40" y="26"/>
                    <a:pt x="40" y="25"/>
                  </a:cubicBezTo>
                  <a:cubicBezTo>
                    <a:pt x="51" y="16"/>
                    <a:pt x="65" y="10"/>
                    <a:pt x="81" y="7"/>
                  </a:cubicBezTo>
                  <a:cubicBezTo>
                    <a:pt x="81" y="7"/>
                    <a:pt x="81" y="7"/>
                    <a:pt x="81" y="7"/>
                  </a:cubicBezTo>
                  <a:cubicBezTo>
                    <a:pt x="81" y="7"/>
                    <a:pt x="81" y="7"/>
                    <a:pt x="82" y="8"/>
                  </a:cubicBezTo>
                  <a:cubicBezTo>
                    <a:pt x="82" y="7"/>
                    <a:pt x="83" y="8"/>
                    <a:pt x="84" y="8"/>
                  </a:cubicBezTo>
                  <a:cubicBezTo>
                    <a:pt x="85" y="8"/>
                    <a:pt x="86" y="7"/>
                    <a:pt x="87" y="7"/>
                  </a:cubicBezTo>
                  <a:cubicBezTo>
                    <a:pt x="89" y="8"/>
                    <a:pt x="92" y="9"/>
                    <a:pt x="93" y="8"/>
                  </a:cubicBezTo>
                  <a:cubicBezTo>
                    <a:pt x="94" y="8"/>
                    <a:pt x="94" y="8"/>
                    <a:pt x="94" y="7"/>
                  </a:cubicBezTo>
                  <a:cubicBezTo>
                    <a:pt x="94" y="7"/>
                    <a:pt x="95" y="6"/>
                    <a:pt x="95" y="5"/>
                  </a:cubicBezTo>
                  <a:cubicBezTo>
                    <a:pt x="96" y="5"/>
                    <a:pt x="96" y="5"/>
                    <a:pt x="97" y="5"/>
                  </a:cubicBezTo>
                  <a:cubicBezTo>
                    <a:pt x="99" y="5"/>
                    <a:pt x="102" y="5"/>
                    <a:pt x="104" y="6"/>
                  </a:cubicBezTo>
                  <a:cubicBezTo>
                    <a:pt x="104" y="0"/>
                    <a:pt x="104" y="0"/>
                    <a:pt x="104" y="0"/>
                  </a:cubicBezTo>
                  <a:cubicBezTo>
                    <a:pt x="102" y="0"/>
                    <a:pt x="101" y="0"/>
                    <a:pt x="99" y="0"/>
                  </a:cubicBezTo>
                  <a:cubicBezTo>
                    <a:pt x="98" y="0"/>
                    <a:pt x="98" y="0"/>
                    <a:pt x="97" y="0"/>
                  </a:cubicBezTo>
                  <a:cubicBezTo>
                    <a:pt x="96" y="0"/>
                    <a:pt x="95" y="0"/>
                    <a:pt x="94" y="0"/>
                  </a:cubicBezTo>
                  <a:cubicBezTo>
                    <a:pt x="84" y="0"/>
                    <a:pt x="75" y="2"/>
                    <a:pt x="66" y="5"/>
                  </a:cubicBezTo>
                  <a:cubicBezTo>
                    <a:pt x="64" y="6"/>
                    <a:pt x="63" y="6"/>
                    <a:pt x="62" y="7"/>
                  </a:cubicBezTo>
                  <a:cubicBezTo>
                    <a:pt x="61" y="7"/>
                    <a:pt x="61" y="7"/>
                    <a:pt x="60" y="7"/>
                  </a:cubicBezTo>
                  <a:cubicBezTo>
                    <a:pt x="59" y="8"/>
                    <a:pt x="58" y="8"/>
                    <a:pt x="57" y="9"/>
                  </a:cubicBezTo>
                  <a:cubicBezTo>
                    <a:pt x="56" y="9"/>
                    <a:pt x="54" y="10"/>
                    <a:pt x="53" y="11"/>
                  </a:cubicBezTo>
                  <a:cubicBezTo>
                    <a:pt x="52" y="11"/>
                    <a:pt x="50" y="12"/>
                    <a:pt x="49" y="13"/>
                  </a:cubicBezTo>
                  <a:cubicBezTo>
                    <a:pt x="43" y="16"/>
                    <a:pt x="38" y="20"/>
                    <a:pt x="33" y="24"/>
                  </a:cubicBezTo>
                  <a:cubicBezTo>
                    <a:pt x="33" y="24"/>
                    <a:pt x="32" y="25"/>
                    <a:pt x="32" y="25"/>
                  </a:cubicBezTo>
                  <a:cubicBezTo>
                    <a:pt x="31" y="26"/>
                    <a:pt x="30" y="27"/>
                    <a:pt x="28" y="29"/>
                  </a:cubicBezTo>
                  <a:cubicBezTo>
                    <a:pt x="27" y="30"/>
                    <a:pt x="26" y="31"/>
                    <a:pt x="25" y="32"/>
                  </a:cubicBezTo>
                  <a:cubicBezTo>
                    <a:pt x="24" y="34"/>
                    <a:pt x="22" y="35"/>
                    <a:pt x="21" y="37"/>
                  </a:cubicBezTo>
                  <a:cubicBezTo>
                    <a:pt x="18" y="41"/>
                    <a:pt x="15" y="45"/>
                    <a:pt x="13" y="49"/>
                  </a:cubicBezTo>
                  <a:cubicBezTo>
                    <a:pt x="12" y="50"/>
                    <a:pt x="11" y="52"/>
                    <a:pt x="11" y="53"/>
                  </a:cubicBezTo>
                  <a:cubicBezTo>
                    <a:pt x="10" y="54"/>
                    <a:pt x="10" y="54"/>
                    <a:pt x="10" y="55"/>
                  </a:cubicBezTo>
                  <a:cubicBezTo>
                    <a:pt x="8" y="57"/>
                    <a:pt x="8" y="59"/>
                    <a:pt x="7" y="62"/>
                  </a:cubicBezTo>
                  <a:cubicBezTo>
                    <a:pt x="6" y="62"/>
                    <a:pt x="6" y="63"/>
                    <a:pt x="6" y="64"/>
                  </a:cubicBezTo>
                  <a:cubicBezTo>
                    <a:pt x="5" y="67"/>
                    <a:pt x="4" y="70"/>
                    <a:pt x="3" y="73"/>
                  </a:cubicBezTo>
                  <a:cubicBezTo>
                    <a:pt x="3" y="75"/>
                    <a:pt x="2" y="76"/>
                    <a:pt x="2" y="78"/>
                  </a:cubicBezTo>
                  <a:close/>
                  <a:moveTo>
                    <a:pt x="104" y="76"/>
                  </a:moveTo>
                  <a:cubicBezTo>
                    <a:pt x="104" y="121"/>
                    <a:pt x="104" y="121"/>
                    <a:pt x="104" y="121"/>
                  </a:cubicBezTo>
                  <a:cubicBezTo>
                    <a:pt x="104" y="122"/>
                    <a:pt x="103" y="122"/>
                    <a:pt x="103" y="122"/>
                  </a:cubicBezTo>
                  <a:cubicBezTo>
                    <a:pt x="102" y="122"/>
                    <a:pt x="101" y="121"/>
                    <a:pt x="100" y="120"/>
                  </a:cubicBezTo>
                  <a:cubicBezTo>
                    <a:pt x="98" y="119"/>
                    <a:pt x="97" y="121"/>
                    <a:pt x="95" y="121"/>
                  </a:cubicBezTo>
                  <a:cubicBezTo>
                    <a:pt x="93" y="121"/>
                    <a:pt x="90" y="118"/>
                    <a:pt x="91" y="117"/>
                  </a:cubicBezTo>
                  <a:cubicBezTo>
                    <a:pt x="91" y="116"/>
                    <a:pt x="91" y="114"/>
                    <a:pt x="91" y="113"/>
                  </a:cubicBezTo>
                  <a:cubicBezTo>
                    <a:pt x="91" y="112"/>
                    <a:pt x="92" y="111"/>
                    <a:pt x="92" y="110"/>
                  </a:cubicBezTo>
                  <a:cubicBezTo>
                    <a:pt x="92" y="109"/>
                    <a:pt x="90" y="108"/>
                    <a:pt x="90" y="108"/>
                  </a:cubicBezTo>
                  <a:cubicBezTo>
                    <a:pt x="88" y="107"/>
                    <a:pt x="85" y="109"/>
                    <a:pt x="83" y="108"/>
                  </a:cubicBezTo>
                  <a:cubicBezTo>
                    <a:pt x="82" y="107"/>
                    <a:pt x="83" y="106"/>
                    <a:pt x="83" y="106"/>
                  </a:cubicBezTo>
                  <a:cubicBezTo>
                    <a:pt x="84" y="105"/>
                    <a:pt x="83" y="105"/>
                    <a:pt x="84" y="104"/>
                  </a:cubicBezTo>
                  <a:cubicBezTo>
                    <a:pt x="84" y="104"/>
                    <a:pt x="85" y="103"/>
                    <a:pt x="85" y="103"/>
                  </a:cubicBezTo>
                  <a:cubicBezTo>
                    <a:pt x="85" y="102"/>
                    <a:pt x="85" y="101"/>
                    <a:pt x="85" y="101"/>
                  </a:cubicBezTo>
                  <a:cubicBezTo>
                    <a:pt x="86" y="100"/>
                    <a:pt x="86" y="99"/>
                    <a:pt x="86" y="99"/>
                  </a:cubicBezTo>
                  <a:cubicBezTo>
                    <a:pt x="86" y="98"/>
                    <a:pt x="86" y="97"/>
                    <a:pt x="86" y="97"/>
                  </a:cubicBezTo>
                  <a:cubicBezTo>
                    <a:pt x="84" y="97"/>
                    <a:pt x="83" y="97"/>
                    <a:pt x="82" y="97"/>
                  </a:cubicBezTo>
                  <a:cubicBezTo>
                    <a:pt x="79" y="98"/>
                    <a:pt x="80" y="101"/>
                    <a:pt x="78" y="102"/>
                  </a:cubicBezTo>
                  <a:cubicBezTo>
                    <a:pt x="77" y="102"/>
                    <a:pt x="76" y="102"/>
                    <a:pt x="75" y="103"/>
                  </a:cubicBezTo>
                  <a:cubicBezTo>
                    <a:pt x="74" y="103"/>
                    <a:pt x="73" y="103"/>
                    <a:pt x="72" y="103"/>
                  </a:cubicBezTo>
                  <a:cubicBezTo>
                    <a:pt x="72" y="103"/>
                    <a:pt x="70" y="102"/>
                    <a:pt x="69" y="102"/>
                  </a:cubicBezTo>
                  <a:cubicBezTo>
                    <a:pt x="69" y="101"/>
                    <a:pt x="68" y="99"/>
                    <a:pt x="68" y="98"/>
                  </a:cubicBezTo>
                  <a:cubicBezTo>
                    <a:pt x="67" y="95"/>
                    <a:pt x="68" y="92"/>
                    <a:pt x="69" y="90"/>
                  </a:cubicBezTo>
                  <a:cubicBezTo>
                    <a:pt x="69" y="90"/>
                    <a:pt x="70" y="89"/>
                    <a:pt x="70" y="89"/>
                  </a:cubicBezTo>
                  <a:cubicBezTo>
                    <a:pt x="70" y="88"/>
                    <a:pt x="70" y="87"/>
                    <a:pt x="70" y="86"/>
                  </a:cubicBezTo>
                  <a:cubicBezTo>
                    <a:pt x="70" y="85"/>
                    <a:pt x="72" y="84"/>
                    <a:pt x="74" y="83"/>
                  </a:cubicBezTo>
                  <a:cubicBezTo>
                    <a:pt x="75" y="82"/>
                    <a:pt x="77" y="81"/>
                    <a:pt x="78" y="81"/>
                  </a:cubicBezTo>
                  <a:cubicBezTo>
                    <a:pt x="79" y="81"/>
                    <a:pt x="80" y="81"/>
                    <a:pt x="81" y="81"/>
                  </a:cubicBezTo>
                  <a:cubicBezTo>
                    <a:pt x="82" y="82"/>
                    <a:pt x="83" y="82"/>
                    <a:pt x="83" y="82"/>
                  </a:cubicBezTo>
                  <a:cubicBezTo>
                    <a:pt x="85" y="82"/>
                    <a:pt x="86" y="81"/>
                    <a:pt x="87" y="80"/>
                  </a:cubicBezTo>
                  <a:cubicBezTo>
                    <a:pt x="89" y="80"/>
                    <a:pt x="90" y="80"/>
                    <a:pt x="92" y="80"/>
                  </a:cubicBezTo>
                  <a:cubicBezTo>
                    <a:pt x="93" y="80"/>
                    <a:pt x="93" y="81"/>
                    <a:pt x="94" y="81"/>
                  </a:cubicBezTo>
                  <a:cubicBezTo>
                    <a:pt x="95" y="81"/>
                    <a:pt x="95" y="80"/>
                    <a:pt x="96" y="81"/>
                  </a:cubicBezTo>
                  <a:cubicBezTo>
                    <a:pt x="97" y="81"/>
                    <a:pt x="98" y="82"/>
                    <a:pt x="98" y="83"/>
                  </a:cubicBezTo>
                  <a:cubicBezTo>
                    <a:pt x="98" y="84"/>
                    <a:pt x="97" y="84"/>
                    <a:pt x="97" y="86"/>
                  </a:cubicBezTo>
                  <a:cubicBezTo>
                    <a:pt x="98" y="87"/>
                    <a:pt x="100" y="87"/>
                    <a:pt x="102" y="87"/>
                  </a:cubicBezTo>
                  <a:cubicBezTo>
                    <a:pt x="102" y="87"/>
                    <a:pt x="102" y="85"/>
                    <a:pt x="102" y="84"/>
                  </a:cubicBezTo>
                  <a:cubicBezTo>
                    <a:pt x="101" y="84"/>
                    <a:pt x="102" y="83"/>
                    <a:pt x="102" y="83"/>
                  </a:cubicBezTo>
                  <a:cubicBezTo>
                    <a:pt x="101" y="82"/>
                    <a:pt x="101" y="81"/>
                    <a:pt x="101" y="81"/>
                  </a:cubicBezTo>
                  <a:cubicBezTo>
                    <a:pt x="101" y="78"/>
                    <a:pt x="102" y="77"/>
                    <a:pt x="104" y="7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5" name="Freeform 265"/>
            <p:cNvSpPr>
              <a:spLocks/>
            </p:cNvSpPr>
            <p:nvPr/>
          </p:nvSpPr>
          <p:spPr bwMode="auto">
            <a:xfrm>
              <a:off x="10240963" y="1768475"/>
              <a:ext cx="490538" cy="425450"/>
            </a:xfrm>
            <a:custGeom>
              <a:avLst/>
              <a:gdLst>
                <a:gd name="T0" fmla="*/ 33 w 309"/>
                <a:gd name="T1" fmla="*/ 268 h 268"/>
                <a:gd name="T2" fmla="*/ 87 w 309"/>
                <a:gd name="T3" fmla="*/ 209 h 268"/>
                <a:gd name="T4" fmla="*/ 309 w 309"/>
                <a:gd name="T5" fmla="*/ 209 h 268"/>
                <a:gd name="T6" fmla="*/ 309 w 309"/>
                <a:gd name="T7" fmla="*/ 147 h 268"/>
                <a:gd name="T8" fmla="*/ 108 w 309"/>
                <a:gd name="T9" fmla="*/ 147 h 268"/>
                <a:gd name="T10" fmla="*/ 96 w 309"/>
                <a:gd name="T11" fmla="*/ 147 h 268"/>
                <a:gd name="T12" fmla="*/ 96 w 309"/>
                <a:gd name="T13" fmla="*/ 135 h 268"/>
                <a:gd name="T14" fmla="*/ 96 w 309"/>
                <a:gd name="T15" fmla="*/ 0 h 268"/>
                <a:gd name="T16" fmla="*/ 0 w 309"/>
                <a:gd name="T17" fmla="*/ 0 h 268"/>
                <a:gd name="T18" fmla="*/ 0 w 309"/>
                <a:gd name="T19" fmla="*/ 209 h 268"/>
                <a:gd name="T20" fmla="*/ 33 w 309"/>
                <a:gd name="T21" fmla="*/ 209 h 268"/>
                <a:gd name="T22" fmla="*/ 33 w 309"/>
                <a:gd name="T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68">
                  <a:moveTo>
                    <a:pt x="33" y="268"/>
                  </a:moveTo>
                  <a:lnTo>
                    <a:pt x="87" y="209"/>
                  </a:lnTo>
                  <a:lnTo>
                    <a:pt x="309" y="209"/>
                  </a:lnTo>
                  <a:lnTo>
                    <a:pt x="309" y="147"/>
                  </a:lnTo>
                  <a:lnTo>
                    <a:pt x="108" y="147"/>
                  </a:lnTo>
                  <a:lnTo>
                    <a:pt x="96" y="147"/>
                  </a:lnTo>
                  <a:lnTo>
                    <a:pt x="96" y="135"/>
                  </a:lnTo>
                  <a:lnTo>
                    <a:pt x="96" y="0"/>
                  </a:lnTo>
                  <a:lnTo>
                    <a:pt x="0" y="0"/>
                  </a:lnTo>
                  <a:lnTo>
                    <a:pt x="0" y="209"/>
                  </a:lnTo>
                  <a:lnTo>
                    <a:pt x="33" y="209"/>
                  </a:lnTo>
                  <a:lnTo>
                    <a:pt x="33" y="268"/>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6" name="Freeform 266"/>
            <p:cNvSpPr>
              <a:spLocks/>
            </p:cNvSpPr>
            <p:nvPr/>
          </p:nvSpPr>
          <p:spPr bwMode="auto">
            <a:xfrm>
              <a:off x="10412413" y="1641475"/>
              <a:ext cx="511175" cy="439738"/>
            </a:xfrm>
            <a:custGeom>
              <a:avLst/>
              <a:gdLst>
                <a:gd name="T0" fmla="*/ 322 w 322"/>
                <a:gd name="T1" fmla="*/ 0 h 277"/>
                <a:gd name="T2" fmla="*/ 0 w 322"/>
                <a:gd name="T3" fmla="*/ 0 h 277"/>
                <a:gd name="T4" fmla="*/ 0 w 322"/>
                <a:gd name="T5" fmla="*/ 80 h 277"/>
                <a:gd name="T6" fmla="*/ 0 w 322"/>
                <a:gd name="T7" fmla="*/ 215 h 277"/>
                <a:gd name="T8" fmla="*/ 201 w 322"/>
                <a:gd name="T9" fmla="*/ 215 h 277"/>
                <a:gd name="T10" fmla="*/ 232 w 322"/>
                <a:gd name="T11" fmla="*/ 215 h 277"/>
                <a:gd name="T12" fmla="*/ 289 w 322"/>
                <a:gd name="T13" fmla="*/ 277 h 277"/>
                <a:gd name="T14" fmla="*/ 289 w 322"/>
                <a:gd name="T15" fmla="*/ 215 h 277"/>
                <a:gd name="T16" fmla="*/ 322 w 322"/>
                <a:gd name="T17" fmla="*/ 215 h 277"/>
                <a:gd name="T18" fmla="*/ 322 w 322"/>
                <a:gd name="T19"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277">
                  <a:moveTo>
                    <a:pt x="322" y="0"/>
                  </a:moveTo>
                  <a:lnTo>
                    <a:pt x="0" y="0"/>
                  </a:lnTo>
                  <a:lnTo>
                    <a:pt x="0" y="80"/>
                  </a:lnTo>
                  <a:lnTo>
                    <a:pt x="0" y="215"/>
                  </a:lnTo>
                  <a:lnTo>
                    <a:pt x="201" y="215"/>
                  </a:lnTo>
                  <a:lnTo>
                    <a:pt x="232" y="215"/>
                  </a:lnTo>
                  <a:lnTo>
                    <a:pt x="289" y="277"/>
                  </a:lnTo>
                  <a:lnTo>
                    <a:pt x="289" y="215"/>
                  </a:lnTo>
                  <a:lnTo>
                    <a:pt x="322" y="215"/>
                  </a:lnTo>
                  <a:lnTo>
                    <a:pt x="3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7" name="Freeform 267"/>
            <p:cNvSpPr>
              <a:spLocks/>
            </p:cNvSpPr>
            <p:nvPr/>
          </p:nvSpPr>
          <p:spPr bwMode="auto">
            <a:xfrm>
              <a:off x="5818188" y="2306638"/>
              <a:ext cx="649288" cy="484188"/>
            </a:xfrm>
            <a:custGeom>
              <a:avLst/>
              <a:gdLst>
                <a:gd name="T0" fmla="*/ 87 w 173"/>
                <a:gd name="T1" fmla="*/ 0 h 129"/>
                <a:gd name="T2" fmla="*/ 0 w 173"/>
                <a:gd name="T3" fmla="*/ 87 h 129"/>
                <a:gd name="T4" fmla="*/ 11 w 173"/>
                <a:gd name="T5" fmla="*/ 128 h 129"/>
                <a:gd name="T6" fmla="*/ 11 w 173"/>
                <a:gd name="T7" fmla="*/ 105 h 129"/>
                <a:gd name="T8" fmla="*/ 15 w 173"/>
                <a:gd name="T9" fmla="*/ 94 h 129"/>
                <a:gd name="T10" fmla="*/ 15 w 173"/>
                <a:gd name="T11" fmla="*/ 87 h 129"/>
                <a:gd name="T12" fmla="*/ 87 w 173"/>
                <a:gd name="T13" fmla="*/ 15 h 129"/>
                <a:gd name="T14" fmla="*/ 159 w 173"/>
                <a:gd name="T15" fmla="*/ 87 h 129"/>
                <a:gd name="T16" fmla="*/ 158 w 173"/>
                <a:gd name="T17" fmla="*/ 94 h 129"/>
                <a:gd name="T18" fmla="*/ 162 w 173"/>
                <a:gd name="T19" fmla="*/ 105 h 129"/>
                <a:gd name="T20" fmla="*/ 162 w 173"/>
                <a:gd name="T21" fmla="*/ 129 h 129"/>
                <a:gd name="T22" fmla="*/ 173 w 173"/>
                <a:gd name="T23" fmla="*/ 87 h 129"/>
                <a:gd name="T24" fmla="*/ 87 w 173"/>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29">
                  <a:moveTo>
                    <a:pt x="87" y="0"/>
                  </a:moveTo>
                  <a:cubicBezTo>
                    <a:pt x="39" y="1"/>
                    <a:pt x="0" y="39"/>
                    <a:pt x="0" y="87"/>
                  </a:cubicBezTo>
                  <a:cubicBezTo>
                    <a:pt x="0" y="101"/>
                    <a:pt x="4" y="115"/>
                    <a:pt x="11" y="128"/>
                  </a:cubicBezTo>
                  <a:cubicBezTo>
                    <a:pt x="11" y="105"/>
                    <a:pt x="11" y="105"/>
                    <a:pt x="11" y="105"/>
                  </a:cubicBezTo>
                  <a:cubicBezTo>
                    <a:pt x="11" y="101"/>
                    <a:pt x="12" y="97"/>
                    <a:pt x="15" y="94"/>
                  </a:cubicBezTo>
                  <a:cubicBezTo>
                    <a:pt x="15" y="91"/>
                    <a:pt x="15" y="89"/>
                    <a:pt x="15" y="87"/>
                  </a:cubicBezTo>
                  <a:cubicBezTo>
                    <a:pt x="15" y="47"/>
                    <a:pt x="47" y="15"/>
                    <a:pt x="87" y="15"/>
                  </a:cubicBezTo>
                  <a:cubicBezTo>
                    <a:pt x="126" y="15"/>
                    <a:pt x="159" y="47"/>
                    <a:pt x="159" y="87"/>
                  </a:cubicBezTo>
                  <a:cubicBezTo>
                    <a:pt x="159" y="89"/>
                    <a:pt x="158" y="92"/>
                    <a:pt x="158" y="94"/>
                  </a:cubicBezTo>
                  <a:cubicBezTo>
                    <a:pt x="160" y="98"/>
                    <a:pt x="162" y="101"/>
                    <a:pt x="162" y="105"/>
                  </a:cubicBezTo>
                  <a:cubicBezTo>
                    <a:pt x="162" y="129"/>
                    <a:pt x="162" y="129"/>
                    <a:pt x="162" y="129"/>
                  </a:cubicBezTo>
                  <a:cubicBezTo>
                    <a:pt x="169" y="116"/>
                    <a:pt x="173" y="102"/>
                    <a:pt x="173" y="87"/>
                  </a:cubicBezTo>
                  <a:cubicBezTo>
                    <a:pt x="173" y="39"/>
                    <a:pt x="134" y="1"/>
                    <a:pt x="87"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8" name="Freeform 268"/>
            <p:cNvSpPr>
              <a:spLocks/>
            </p:cNvSpPr>
            <p:nvPr/>
          </p:nvSpPr>
          <p:spPr bwMode="auto">
            <a:xfrm>
              <a:off x="5878513" y="2633663"/>
              <a:ext cx="138113" cy="258763"/>
            </a:xfrm>
            <a:custGeom>
              <a:avLst/>
              <a:gdLst>
                <a:gd name="T0" fmla="*/ 0 w 37"/>
                <a:gd name="T1" fmla="*/ 15 h 69"/>
                <a:gd name="T2" fmla="*/ 0 w 37"/>
                <a:gd name="T3" fmla="*/ 18 h 69"/>
                <a:gd name="T4" fmla="*/ 0 w 37"/>
                <a:gd name="T5" fmla="*/ 40 h 69"/>
                <a:gd name="T6" fmla="*/ 0 w 37"/>
                <a:gd name="T7" fmla="*/ 51 h 69"/>
                <a:gd name="T8" fmla="*/ 26 w 37"/>
                <a:gd name="T9" fmla="*/ 69 h 69"/>
                <a:gd name="T10" fmla="*/ 37 w 37"/>
                <a:gd name="T11" fmla="*/ 69 h 69"/>
                <a:gd name="T12" fmla="*/ 37 w 37"/>
                <a:gd name="T13" fmla="*/ 0 h 69"/>
                <a:gd name="T14" fmla="*/ 26 w 37"/>
                <a:gd name="T15" fmla="*/ 0 h 69"/>
                <a:gd name="T16" fmla="*/ 0 w 37"/>
                <a:gd name="T17"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9">
                  <a:moveTo>
                    <a:pt x="0" y="15"/>
                  </a:moveTo>
                  <a:cubicBezTo>
                    <a:pt x="0" y="16"/>
                    <a:pt x="0" y="17"/>
                    <a:pt x="0" y="18"/>
                  </a:cubicBezTo>
                  <a:cubicBezTo>
                    <a:pt x="0" y="40"/>
                    <a:pt x="0" y="40"/>
                    <a:pt x="0" y="40"/>
                  </a:cubicBezTo>
                  <a:cubicBezTo>
                    <a:pt x="0" y="51"/>
                    <a:pt x="0" y="51"/>
                    <a:pt x="0" y="51"/>
                  </a:cubicBezTo>
                  <a:cubicBezTo>
                    <a:pt x="0" y="60"/>
                    <a:pt x="12" y="69"/>
                    <a:pt x="26" y="69"/>
                  </a:cubicBezTo>
                  <a:cubicBezTo>
                    <a:pt x="37" y="69"/>
                    <a:pt x="37" y="69"/>
                    <a:pt x="37" y="69"/>
                  </a:cubicBezTo>
                  <a:cubicBezTo>
                    <a:pt x="37" y="0"/>
                    <a:pt x="37" y="0"/>
                    <a:pt x="37" y="0"/>
                  </a:cubicBezTo>
                  <a:cubicBezTo>
                    <a:pt x="26" y="0"/>
                    <a:pt x="26" y="0"/>
                    <a:pt x="26" y="0"/>
                  </a:cubicBezTo>
                  <a:cubicBezTo>
                    <a:pt x="13" y="0"/>
                    <a:pt x="3" y="6"/>
                    <a:pt x="0"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9" name="Freeform 269"/>
            <p:cNvSpPr>
              <a:spLocks/>
            </p:cNvSpPr>
            <p:nvPr/>
          </p:nvSpPr>
          <p:spPr bwMode="auto">
            <a:xfrm>
              <a:off x="6264275" y="2633663"/>
              <a:ext cx="142875" cy="258763"/>
            </a:xfrm>
            <a:custGeom>
              <a:avLst/>
              <a:gdLst>
                <a:gd name="T0" fmla="*/ 38 w 38"/>
                <a:gd name="T1" fmla="*/ 51 h 69"/>
                <a:gd name="T2" fmla="*/ 38 w 38"/>
                <a:gd name="T3" fmla="*/ 40 h 69"/>
                <a:gd name="T4" fmla="*/ 38 w 38"/>
                <a:gd name="T5" fmla="*/ 18 h 69"/>
                <a:gd name="T6" fmla="*/ 38 w 38"/>
                <a:gd name="T7" fmla="*/ 16 h 69"/>
                <a:gd name="T8" fmla="*/ 11 w 38"/>
                <a:gd name="T9" fmla="*/ 0 h 69"/>
                <a:gd name="T10" fmla="*/ 0 w 38"/>
                <a:gd name="T11" fmla="*/ 0 h 69"/>
                <a:gd name="T12" fmla="*/ 0 w 38"/>
                <a:gd name="T13" fmla="*/ 69 h 69"/>
                <a:gd name="T14" fmla="*/ 11 w 38"/>
                <a:gd name="T15" fmla="*/ 69 h 69"/>
                <a:gd name="T16" fmla="*/ 38 w 38"/>
                <a:gd name="T17" fmla="*/ 5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69">
                  <a:moveTo>
                    <a:pt x="38" y="51"/>
                  </a:moveTo>
                  <a:cubicBezTo>
                    <a:pt x="38" y="40"/>
                    <a:pt x="38" y="40"/>
                    <a:pt x="38" y="40"/>
                  </a:cubicBezTo>
                  <a:cubicBezTo>
                    <a:pt x="38" y="18"/>
                    <a:pt x="38" y="18"/>
                    <a:pt x="38" y="18"/>
                  </a:cubicBezTo>
                  <a:cubicBezTo>
                    <a:pt x="38" y="17"/>
                    <a:pt x="38" y="17"/>
                    <a:pt x="38" y="16"/>
                  </a:cubicBezTo>
                  <a:cubicBezTo>
                    <a:pt x="36" y="7"/>
                    <a:pt x="25" y="0"/>
                    <a:pt x="11" y="0"/>
                  </a:cubicBezTo>
                  <a:cubicBezTo>
                    <a:pt x="0" y="0"/>
                    <a:pt x="0" y="0"/>
                    <a:pt x="0" y="0"/>
                  </a:cubicBezTo>
                  <a:cubicBezTo>
                    <a:pt x="0" y="69"/>
                    <a:pt x="0" y="69"/>
                    <a:pt x="0" y="69"/>
                  </a:cubicBezTo>
                  <a:cubicBezTo>
                    <a:pt x="11" y="69"/>
                    <a:pt x="11" y="69"/>
                    <a:pt x="11" y="69"/>
                  </a:cubicBezTo>
                  <a:cubicBezTo>
                    <a:pt x="26" y="69"/>
                    <a:pt x="38" y="60"/>
                    <a:pt x="38" y="5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0" name="Freeform 270"/>
            <p:cNvSpPr>
              <a:spLocks noEditPoints="1"/>
            </p:cNvSpPr>
            <p:nvPr/>
          </p:nvSpPr>
          <p:spPr bwMode="auto">
            <a:xfrm>
              <a:off x="614363" y="2479675"/>
              <a:ext cx="461963" cy="517525"/>
            </a:xfrm>
            <a:custGeom>
              <a:avLst/>
              <a:gdLst>
                <a:gd name="T0" fmla="*/ 270 w 291"/>
                <a:gd name="T1" fmla="*/ 326 h 326"/>
                <a:gd name="T2" fmla="*/ 270 w 291"/>
                <a:gd name="T3" fmla="*/ 0 h 326"/>
                <a:gd name="T4" fmla="*/ 253 w 291"/>
                <a:gd name="T5" fmla="*/ 35 h 326"/>
                <a:gd name="T6" fmla="*/ 253 w 291"/>
                <a:gd name="T7" fmla="*/ 66 h 326"/>
                <a:gd name="T8" fmla="*/ 270 w 291"/>
                <a:gd name="T9" fmla="*/ 123 h 326"/>
                <a:gd name="T10" fmla="*/ 270 w 291"/>
                <a:gd name="T11" fmla="*/ 146 h 326"/>
                <a:gd name="T12" fmla="*/ 253 w 291"/>
                <a:gd name="T13" fmla="*/ 203 h 326"/>
                <a:gd name="T14" fmla="*/ 253 w 291"/>
                <a:gd name="T15" fmla="*/ 234 h 326"/>
                <a:gd name="T16" fmla="*/ 270 w 291"/>
                <a:gd name="T17" fmla="*/ 288 h 326"/>
                <a:gd name="T18" fmla="*/ 145 w 291"/>
                <a:gd name="T19" fmla="*/ 239 h 326"/>
                <a:gd name="T20" fmla="*/ 237 w 291"/>
                <a:gd name="T21" fmla="*/ 326 h 326"/>
                <a:gd name="T22" fmla="*/ 253 w 291"/>
                <a:gd name="T23" fmla="*/ 288 h 326"/>
                <a:gd name="T24" fmla="*/ 237 w 291"/>
                <a:gd name="T25" fmla="*/ 260 h 326"/>
                <a:gd name="T26" fmla="*/ 237 w 291"/>
                <a:gd name="T27" fmla="*/ 234 h 326"/>
                <a:gd name="T28" fmla="*/ 253 w 291"/>
                <a:gd name="T29" fmla="*/ 203 h 326"/>
                <a:gd name="T30" fmla="*/ 237 w 291"/>
                <a:gd name="T31" fmla="*/ 146 h 326"/>
                <a:gd name="T32" fmla="*/ 253 w 291"/>
                <a:gd name="T33" fmla="*/ 123 h 326"/>
                <a:gd name="T34" fmla="*/ 237 w 291"/>
                <a:gd name="T35" fmla="*/ 92 h 326"/>
                <a:gd name="T36" fmla="*/ 237 w 291"/>
                <a:gd name="T37" fmla="*/ 66 h 326"/>
                <a:gd name="T38" fmla="*/ 253 w 291"/>
                <a:gd name="T39" fmla="*/ 35 h 326"/>
                <a:gd name="T40" fmla="*/ 237 w 291"/>
                <a:gd name="T41" fmla="*/ 0 h 326"/>
                <a:gd name="T42" fmla="*/ 145 w 291"/>
                <a:gd name="T43" fmla="*/ 87 h 326"/>
                <a:gd name="T44" fmla="*/ 215 w 291"/>
                <a:gd name="T45" fmla="*/ 118 h 326"/>
                <a:gd name="T46" fmla="*/ 145 w 291"/>
                <a:gd name="T47" fmla="*/ 239 h 326"/>
                <a:gd name="T48" fmla="*/ 38 w 291"/>
                <a:gd name="T49" fmla="*/ 11 h 326"/>
                <a:gd name="T50" fmla="*/ 55 w 291"/>
                <a:gd name="T51" fmla="*/ 66 h 326"/>
                <a:gd name="T52" fmla="*/ 38 w 291"/>
                <a:gd name="T53" fmla="*/ 92 h 326"/>
                <a:gd name="T54" fmla="*/ 55 w 291"/>
                <a:gd name="T55" fmla="*/ 123 h 326"/>
                <a:gd name="T56" fmla="*/ 55 w 291"/>
                <a:gd name="T57" fmla="*/ 146 h 326"/>
                <a:gd name="T58" fmla="*/ 38 w 291"/>
                <a:gd name="T59" fmla="*/ 177 h 326"/>
                <a:gd name="T60" fmla="*/ 55 w 291"/>
                <a:gd name="T61" fmla="*/ 234 h 326"/>
                <a:gd name="T62" fmla="*/ 38 w 291"/>
                <a:gd name="T63" fmla="*/ 260 h 326"/>
                <a:gd name="T64" fmla="*/ 55 w 291"/>
                <a:gd name="T65" fmla="*/ 288 h 326"/>
                <a:gd name="T66" fmla="*/ 55 w 291"/>
                <a:gd name="T67" fmla="*/ 314 h 326"/>
                <a:gd name="T68" fmla="*/ 76 w 291"/>
                <a:gd name="T69" fmla="*/ 239 h 326"/>
                <a:gd name="T70" fmla="*/ 76 w 291"/>
                <a:gd name="T71" fmla="*/ 208 h 326"/>
                <a:gd name="T72" fmla="*/ 145 w 291"/>
                <a:gd name="T73" fmla="*/ 87 h 326"/>
                <a:gd name="T74" fmla="*/ 55 w 291"/>
                <a:gd name="T75" fmla="*/ 0 h 326"/>
                <a:gd name="T76" fmla="*/ 19 w 291"/>
                <a:gd name="T77" fmla="*/ 0 h 326"/>
                <a:gd name="T78" fmla="*/ 19 w 291"/>
                <a:gd name="T79" fmla="*/ 326 h 326"/>
                <a:gd name="T80" fmla="*/ 38 w 291"/>
                <a:gd name="T81" fmla="*/ 288 h 326"/>
                <a:gd name="T82" fmla="*/ 38 w 291"/>
                <a:gd name="T83" fmla="*/ 260 h 326"/>
                <a:gd name="T84" fmla="*/ 19 w 291"/>
                <a:gd name="T85" fmla="*/ 203 h 326"/>
                <a:gd name="T86" fmla="*/ 19 w 291"/>
                <a:gd name="T87" fmla="*/ 177 h 326"/>
                <a:gd name="T88" fmla="*/ 38 w 291"/>
                <a:gd name="T89" fmla="*/ 123 h 326"/>
                <a:gd name="T90" fmla="*/ 38 w 291"/>
                <a:gd name="T91" fmla="*/ 92 h 326"/>
                <a:gd name="T92" fmla="*/ 19 w 291"/>
                <a:gd name="T93" fmla="*/ 3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1" h="326">
                  <a:moveTo>
                    <a:pt x="253" y="314"/>
                  </a:moveTo>
                  <a:lnTo>
                    <a:pt x="270" y="314"/>
                  </a:lnTo>
                  <a:lnTo>
                    <a:pt x="270" y="326"/>
                  </a:lnTo>
                  <a:lnTo>
                    <a:pt x="291" y="326"/>
                  </a:lnTo>
                  <a:lnTo>
                    <a:pt x="291" y="0"/>
                  </a:lnTo>
                  <a:lnTo>
                    <a:pt x="270" y="0"/>
                  </a:lnTo>
                  <a:lnTo>
                    <a:pt x="270" y="11"/>
                  </a:lnTo>
                  <a:lnTo>
                    <a:pt x="253" y="11"/>
                  </a:lnTo>
                  <a:lnTo>
                    <a:pt x="253" y="35"/>
                  </a:lnTo>
                  <a:lnTo>
                    <a:pt x="270" y="35"/>
                  </a:lnTo>
                  <a:lnTo>
                    <a:pt x="270" y="66"/>
                  </a:lnTo>
                  <a:lnTo>
                    <a:pt x="253" y="66"/>
                  </a:lnTo>
                  <a:lnTo>
                    <a:pt x="253" y="92"/>
                  </a:lnTo>
                  <a:lnTo>
                    <a:pt x="270" y="92"/>
                  </a:lnTo>
                  <a:lnTo>
                    <a:pt x="270" y="123"/>
                  </a:lnTo>
                  <a:lnTo>
                    <a:pt x="253" y="123"/>
                  </a:lnTo>
                  <a:lnTo>
                    <a:pt x="253" y="146"/>
                  </a:lnTo>
                  <a:lnTo>
                    <a:pt x="270" y="146"/>
                  </a:lnTo>
                  <a:lnTo>
                    <a:pt x="270" y="177"/>
                  </a:lnTo>
                  <a:lnTo>
                    <a:pt x="253" y="177"/>
                  </a:lnTo>
                  <a:lnTo>
                    <a:pt x="253" y="203"/>
                  </a:lnTo>
                  <a:lnTo>
                    <a:pt x="270" y="203"/>
                  </a:lnTo>
                  <a:lnTo>
                    <a:pt x="270" y="234"/>
                  </a:lnTo>
                  <a:lnTo>
                    <a:pt x="253" y="234"/>
                  </a:lnTo>
                  <a:lnTo>
                    <a:pt x="253" y="260"/>
                  </a:lnTo>
                  <a:lnTo>
                    <a:pt x="270" y="260"/>
                  </a:lnTo>
                  <a:lnTo>
                    <a:pt x="270" y="288"/>
                  </a:lnTo>
                  <a:lnTo>
                    <a:pt x="253" y="288"/>
                  </a:lnTo>
                  <a:lnTo>
                    <a:pt x="253" y="314"/>
                  </a:lnTo>
                  <a:close/>
                  <a:moveTo>
                    <a:pt x="145" y="239"/>
                  </a:moveTo>
                  <a:lnTo>
                    <a:pt x="215" y="239"/>
                  </a:lnTo>
                  <a:lnTo>
                    <a:pt x="215" y="326"/>
                  </a:lnTo>
                  <a:lnTo>
                    <a:pt x="237" y="326"/>
                  </a:lnTo>
                  <a:lnTo>
                    <a:pt x="237" y="314"/>
                  </a:lnTo>
                  <a:lnTo>
                    <a:pt x="253" y="314"/>
                  </a:lnTo>
                  <a:lnTo>
                    <a:pt x="253" y="288"/>
                  </a:lnTo>
                  <a:lnTo>
                    <a:pt x="237" y="288"/>
                  </a:lnTo>
                  <a:lnTo>
                    <a:pt x="237" y="260"/>
                  </a:lnTo>
                  <a:lnTo>
                    <a:pt x="237" y="260"/>
                  </a:lnTo>
                  <a:lnTo>
                    <a:pt x="253" y="260"/>
                  </a:lnTo>
                  <a:lnTo>
                    <a:pt x="253" y="234"/>
                  </a:lnTo>
                  <a:lnTo>
                    <a:pt x="237" y="234"/>
                  </a:lnTo>
                  <a:lnTo>
                    <a:pt x="237" y="203"/>
                  </a:lnTo>
                  <a:lnTo>
                    <a:pt x="237" y="203"/>
                  </a:lnTo>
                  <a:lnTo>
                    <a:pt x="253" y="203"/>
                  </a:lnTo>
                  <a:lnTo>
                    <a:pt x="253" y="177"/>
                  </a:lnTo>
                  <a:lnTo>
                    <a:pt x="237" y="177"/>
                  </a:lnTo>
                  <a:lnTo>
                    <a:pt x="237" y="146"/>
                  </a:lnTo>
                  <a:lnTo>
                    <a:pt x="237" y="146"/>
                  </a:lnTo>
                  <a:lnTo>
                    <a:pt x="253" y="146"/>
                  </a:lnTo>
                  <a:lnTo>
                    <a:pt x="253" y="123"/>
                  </a:lnTo>
                  <a:lnTo>
                    <a:pt x="237" y="123"/>
                  </a:lnTo>
                  <a:lnTo>
                    <a:pt x="237" y="92"/>
                  </a:lnTo>
                  <a:lnTo>
                    <a:pt x="237" y="92"/>
                  </a:lnTo>
                  <a:lnTo>
                    <a:pt x="253" y="92"/>
                  </a:lnTo>
                  <a:lnTo>
                    <a:pt x="253" y="66"/>
                  </a:lnTo>
                  <a:lnTo>
                    <a:pt x="237" y="66"/>
                  </a:lnTo>
                  <a:lnTo>
                    <a:pt x="237" y="35"/>
                  </a:lnTo>
                  <a:lnTo>
                    <a:pt x="237" y="35"/>
                  </a:lnTo>
                  <a:lnTo>
                    <a:pt x="253" y="35"/>
                  </a:lnTo>
                  <a:lnTo>
                    <a:pt x="253" y="11"/>
                  </a:lnTo>
                  <a:lnTo>
                    <a:pt x="237" y="11"/>
                  </a:lnTo>
                  <a:lnTo>
                    <a:pt x="237" y="0"/>
                  </a:lnTo>
                  <a:lnTo>
                    <a:pt x="215" y="0"/>
                  </a:lnTo>
                  <a:lnTo>
                    <a:pt x="215" y="87"/>
                  </a:lnTo>
                  <a:lnTo>
                    <a:pt x="145" y="87"/>
                  </a:lnTo>
                  <a:lnTo>
                    <a:pt x="145" y="118"/>
                  </a:lnTo>
                  <a:lnTo>
                    <a:pt x="215" y="118"/>
                  </a:lnTo>
                  <a:lnTo>
                    <a:pt x="215" y="118"/>
                  </a:lnTo>
                  <a:lnTo>
                    <a:pt x="215" y="208"/>
                  </a:lnTo>
                  <a:lnTo>
                    <a:pt x="145" y="208"/>
                  </a:lnTo>
                  <a:lnTo>
                    <a:pt x="145" y="239"/>
                  </a:lnTo>
                  <a:close/>
                  <a:moveTo>
                    <a:pt x="55" y="0"/>
                  </a:moveTo>
                  <a:lnTo>
                    <a:pt x="55" y="11"/>
                  </a:lnTo>
                  <a:lnTo>
                    <a:pt x="38" y="11"/>
                  </a:lnTo>
                  <a:lnTo>
                    <a:pt x="38" y="35"/>
                  </a:lnTo>
                  <a:lnTo>
                    <a:pt x="55" y="35"/>
                  </a:lnTo>
                  <a:lnTo>
                    <a:pt x="55" y="66"/>
                  </a:lnTo>
                  <a:lnTo>
                    <a:pt x="55" y="66"/>
                  </a:lnTo>
                  <a:lnTo>
                    <a:pt x="38" y="66"/>
                  </a:lnTo>
                  <a:lnTo>
                    <a:pt x="38" y="92"/>
                  </a:lnTo>
                  <a:lnTo>
                    <a:pt x="55" y="92"/>
                  </a:lnTo>
                  <a:lnTo>
                    <a:pt x="55" y="123"/>
                  </a:lnTo>
                  <a:lnTo>
                    <a:pt x="55" y="123"/>
                  </a:lnTo>
                  <a:lnTo>
                    <a:pt x="38" y="123"/>
                  </a:lnTo>
                  <a:lnTo>
                    <a:pt x="38" y="146"/>
                  </a:lnTo>
                  <a:lnTo>
                    <a:pt x="55" y="146"/>
                  </a:lnTo>
                  <a:lnTo>
                    <a:pt x="55" y="177"/>
                  </a:lnTo>
                  <a:lnTo>
                    <a:pt x="55" y="177"/>
                  </a:lnTo>
                  <a:lnTo>
                    <a:pt x="38" y="177"/>
                  </a:lnTo>
                  <a:lnTo>
                    <a:pt x="38" y="203"/>
                  </a:lnTo>
                  <a:lnTo>
                    <a:pt x="55" y="203"/>
                  </a:lnTo>
                  <a:lnTo>
                    <a:pt x="55" y="234"/>
                  </a:lnTo>
                  <a:lnTo>
                    <a:pt x="55" y="234"/>
                  </a:lnTo>
                  <a:lnTo>
                    <a:pt x="38" y="234"/>
                  </a:lnTo>
                  <a:lnTo>
                    <a:pt x="38" y="260"/>
                  </a:lnTo>
                  <a:lnTo>
                    <a:pt x="55" y="260"/>
                  </a:lnTo>
                  <a:lnTo>
                    <a:pt x="55" y="288"/>
                  </a:lnTo>
                  <a:lnTo>
                    <a:pt x="55" y="288"/>
                  </a:lnTo>
                  <a:lnTo>
                    <a:pt x="38" y="288"/>
                  </a:lnTo>
                  <a:lnTo>
                    <a:pt x="38" y="314"/>
                  </a:lnTo>
                  <a:lnTo>
                    <a:pt x="55" y="314"/>
                  </a:lnTo>
                  <a:lnTo>
                    <a:pt x="55" y="326"/>
                  </a:lnTo>
                  <a:lnTo>
                    <a:pt x="76" y="326"/>
                  </a:lnTo>
                  <a:lnTo>
                    <a:pt x="76" y="239"/>
                  </a:lnTo>
                  <a:lnTo>
                    <a:pt x="145" y="239"/>
                  </a:lnTo>
                  <a:lnTo>
                    <a:pt x="145" y="208"/>
                  </a:lnTo>
                  <a:lnTo>
                    <a:pt x="76" y="208"/>
                  </a:lnTo>
                  <a:lnTo>
                    <a:pt x="76" y="118"/>
                  </a:lnTo>
                  <a:lnTo>
                    <a:pt x="145" y="118"/>
                  </a:lnTo>
                  <a:lnTo>
                    <a:pt x="145" y="87"/>
                  </a:lnTo>
                  <a:lnTo>
                    <a:pt x="76" y="87"/>
                  </a:lnTo>
                  <a:lnTo>
                    <a:pt x="76" y="0"/>
                  </a:lnTo>
                  <a:lnTo>
                    <a:pt x="55" y="0"/>
                  </a:lnTo>
                  <a:close/>
                  <a:moveTo>
                    <a:pt x="38" y="11"/>
                  </a:moveTo>
                  <a:lnTo>
                    <a:pt x="19" y="11"/>
                  </a:lnTo>
                  <a:lnTo>
                    <a:pt x="19" y="0"/>
                  </a:lnTo>
                  <a:lnTo>
                    <a:pt x="0" y="0"/>
                  </a:lnTo>
                  <a:lnTo>
                    <a:pt x="0" y="326"/>
                  </a:lnTo>
                  <a:lnTo>
                    <a:pt x="19" y="326"/>
                  </a:lnTo>
                  <a:lnTo>
                    <a:pt x="19" y="314"/>
                  </a:lnTo>
                  <a:lnTo>
                    <a:pt x="38" y="314"/>
                  </a:lnTo>
                  <a:lnTo>
                    <a:pt x="38" y="288"/>
                  </a:lnTo>
                  <a:lnTo>
                    <a:pt x="19" y="288"/>
                  </a:lnTo>
                  <a:lnTo>
                    <a:pt x="19" y="260"/>
                  </a:lnTo>
                  <a:lnTo>
                    <a:pt x="38" y="260"/>
                  </a:lnTo>
                  <a:lnTo>
                    <a:pt x="38" y="234"/>
                  </a:lnTo>
                  <a:lnTo>
                    <a:pt x="19" y="234"/>
                  </a:lnTo>
                  <a:lnTo>
                    <a:pt x="19" y="203"/>
                  </a:lnTo>
                  <a:lnTo>
                    <a:pt x="38" y="203"/>
                  </a:lnTo>
                  <a:lnTo>
                    <a:pt x="38" y="177"/>
                  </a:lnTo>
                  <a:lnTo>
                    <a:pt x="19" y="177"/>
                  </a:lnTo>
                  <a:lnTo>
                    <a:pt x="19" y="146"/>
                  </a:lnTo>
                  <a:lnTo>
                    <a:pt x="38" y="146"/>
                  </a:lnTo>
                  <a:lnTo>
                    <a:pt x="38" y="123"/>
                  </a:lnTo>
                  <a:lnTo>
                    <a:pt x="19" y="123"/>
                  </a:lnTo>
                  <a:lnTo>
                    <a:pt x="19" y="92"/>
                  </a:lnTo>
                  <a:lnTo>
                    <a:pt x="38" y="92"/>
                  </a:lnTo>
                  <a:lnTo>
                    <a:pt x="38" y="66"/>
                  </a:lnTo>
                  <a:lnTo>
                    <a:pt x="19" y="66"/>
                  </a:lnTo>
                  <a:lnTo>
                    <a:pt x="19" y="35"/>
                  </a:lnTo>
                  <a:lnTo>
                    <a:pt x="38" y="35"/>
                  </a:lnTo>
                  <a:lnTo>
                    <a:pt x="38"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1" name="Freeform 271"/>
            <p:cNvSpPr>
              <a:spLocks/>
            </p:cNvSpPr>
            <p:nvPr/>
          </p:nvSpPr>
          <p:spPr bwMode="auto">
            <a:xfrm>
              <a:off x="311150" y="3252788"/>
              <a:ext cx="52388" cy="522288"/>
            </a:xfrm>
            <a:custGeom>
              <a:avLst/>
              <a:gdLst>
                <a:gd name="T0" fmla="*/ 0 w 14"/>
                <a:gd name="T1" fmla="*/ 0 h 139"/>
                <a:gd name="T2" fmla="*/ 0 w 14"/>
                <a:gd name="T3" fmla="*/ 139 h 139"/>
                <a:gd name="T4" fmla="*/ 14 w 14"/>
                <a:gd name="T5" fmla="*/ 139 h 139"/>
                <a:gd name="T6" fmla="*/ 14 w 14"/>
                <a:gd name="T7" fmla="*/ 0 h 139"/>
                <a:gd name="T8" fmla="*/ 7 w 14"/>
                <a:gd name="T9" fmla="*/ 2 h 139"/>
                <a:gd name="T10" fmla="*/ 0 w 14"/>
                <a:gd name="T11" fmla="*/ 0 h 139"/>
              </a:gdLst>
              <a:ahLst/>
              <a:cxnLst>
                <a:cxn ang="0">
                  <a:pos x="T0" y="T1"/>
                </a:cxn>
                <a:cxn ang="0">
                  <a:pos x="T2" y="T3"/>
                </a:cxn>
                <a:cxn ang="0">
                  <a:pos x="T4" y="T5"/>
                </a:cxn>
                <a:cxn ang="0">
                  <a:pos x="T6" y="T7"/>
                </a:cxn>
                <a:cxn ang="0">
                  <a:pos x="T8" y="T9"/>
                </a:cxn>
                <a:cxn ang="0">
                  <a:pos x="T10" y="T11"/>
                </a:cxn>
              </a:cxnLst>
              <a:rect l="0" t="0" r="r" b="b"/>
              <a:pathLst>
                <a:path w="14" h="139">
                  <a:moveTo>
                    <a:pt x="0" y="0"/>
                  </a:moveTo>
                  <a:cubicBezTo>
                    <a:pt x="0" y="139"/>
                    <a:pt x="0" y="139"/>
                    <a:pt x="0" y="139"/>
                  </a:cubicBezTo>
                  <a:cubicBezTo>
                    <a:pt x="14" y="139"/>
                    <a:pt x="14" y="139"/>
                    <a:pt x="14" y="139"/>
                  </a:cubicBezTo>
                  <a:cubicBezTo>
                    <a:pt x="14" y="0"/>
                    <a:pt x="14" y="0"/>
                    <a:pt x="14" y="0"/>
                  </a:cubicBezTo>
                  <a:cubicBezTo>
                    <a:pt x="12" y="1"/>
                    <a:pt x="10" y="2"/>
                    <a:pt x="7" y="2"/>
                  </a:cubicBezTo>
                  <a:cubicBezTo>
                    <a:pt x="5" y="2"/>
                    <a:pt x="2" y="1"/>
                    <a:pt x="0"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2" name="Oval 272"/>
            <p:cNvSpPr>
              <a:spLocks noChangeArrowheads="1"/>
            </p:cNvSpPr>
            <p:nvPr/>
          </p:nvSpPr>
          <p:spPr bwMode="auto">
            <a:xfrm>
              <a:off x="295275" y="3159125"/>
              <a:ext cx="82550" cy="8255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3" name="Rectangle 273"/>
            <p:cNvSpPr>
              <a:spLocks noChangeArrowheads="1"/>
            </p:cNvSpPr>
            <p:nvPr/>
          </p:nvSpPr>
          <p:spPr bwMode="auto">
            <a:xfrm>
              <a:off x="396875" y="3255963"/>
              <a:ext cx="450850" cy="3238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4" name="Freeform 274"/>
            <p:cNvSpPr>
              <a:spLocks/>
            </p:cNvSpPr>
            <p:nvPr/>
          </p:nvSpPr>
          <p:spPr bwMode="auto">
            <a:xfrm>
              <a:off x="4038600" y="0"/>
              <a:ext cx="439738" cy="363538"/>
            </a:xfrm>
            <a:custGeom>
              <a:avLst/>
              <a:gdLst>
                <a:gd name="T0" fmla="*/ 277 w 277"/>
                <a:gd name="T1" fmla="*/ 104 h 229"/>
                <a:gd name="T2" fmla="*/ 277 w 277"/>
                <a:gd name="T3" fmla="*/ 76 h 229"/>
                <a:gd name="T4" fmla="*/ 208 w 277"/>
                <a:gd name="T5" fmla="*/ 21 h 229"/>
                <a:gd name="T6" fmla="*/ 182 w 277"/>
                <a:gd name="T7" fmla="*/ 0 h 229"/>
                <a:gd name="T8" fmla="*/ 95 w 277"/>
                <a:gd name="T9" fmla="*/ 0 h 229"/>
                <a:gd name="T10" fmla="*/ 0 w 277"/>
                <a:gd name="T11" fmla="*/ 76 h 229"/>
                <a:gd name="T12" fmla="*/ 0 w 277"/>
                <a:gd name="T13" fmla="*/ 229 h 229"/>
                <a:gd name="T14" fmla="*/ 87 w 277"/>
                <a:gd name="T15" fmla="*/ 229 h 229"/>
                <a:gd name="T16" fmla="*/ 87 w 277"/>
                <a:gd name="T17" fmla="*/ 78 h 229"/>
                <a:gd name="T18" fmla="*/ 189 w 277"/>
                <a:gd name="T19" fmla="*/ 78 h 229"/>
                <a:gd name="T20" fmla="*/ 189 w 277"/>
                <a:gd name="T21" fmla="*/ 229 h 229"/>
                <a:gd name="T22" fmla="*/ 277 w 277"/>
                <a:gd name="T23" fmla="*/ 229 h 229"/>
                <a:gd name="T24" fmla="*/ 277 w 277"/>
                <a:gd name="T25" fmla="*/ 10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29">
                  <a:moveTo>
                    <a:pt x="277" y="104"/>
                  </a:moveTo>
                  <a:lnTo>
                    <a:pt x="277" y="76"/>
                  </a:lnTo>
                  <a:lnTo>
                    <a:pt x="208" y="21"/>
                  </a:lnTo>
                  <a:lnTo>
                    <a:pt x="182" y="0"/>
                  </a:lnTo>
                  <a:lnTo>
                    <a:pt x="95" y="0"/>
                  </a:lnTo>
                  <a:lnTo>
                    <a:pt x="0" y="76"/>
                  </a:lnTo>
                  <a:lnTo>
                    <a:pt x="0" y="229"/>
                  </a:lnTo>
                  <a:lnTo>
                    <a:pt x="87" y="229"/>
                  </a:lnTo>
                  <a:lnTo>
                    <a:pt x="87" y="78"/>
                  </a:lnTo>
                  <a:lnTo>
                    <a:pt x="189" y="78"/>
                  </a:lnTo>
                  <a:lnTo>
                    <a:pt x="189" y="229"/>
                  </a:lnTo>
                  <a:lnTo>
                    <a:pt x="277" y="229"/>
                  </a:lnTo>
                  <a:lnTo>
                    <a:pt x="277" y="104"/>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5" name="Freeform 275"/>
            <p:cNvSpPr>
              <a:spLocks noEditPoints="1"/>
            </p:cNvSpPr>
            <p:nvPr/>
          </p:nvSpPr>
          <p:spPr bwMode="auto">
            <a:xfrm>
              <a:off x="3933825" y="0"/>
              <a:ext cx="644525" cy="139700"/>
            </a:xfrm>
            <a:custGeom>
              <a:avLst/>
              <a:gdLst>
                <a:gd name="T0" fmla="*/ 66 w 406"/>
                <a:gd name="T1" fmla="*/ 62 h 88"/>
                <a:gd name="T2" fmla="*/ 142 w 406"/>
                <a:gd name="T3" fmla="*/ 0 h 88"/>
                <a:gd name="T4" fmla="*/ 54 w 406"/>
                <a:gd name="T5" fmla="*/ 0 h 88"/>
                <a:gd name="T6" fmla="*/ 0 w 406"/>
                <a:gd name="T7" fmla="*/ 45 h 88"/>
                <a:gd name="T8" fmla="*/ 35 w 406"/>
                <a:gd name="T9" fmla="*/ 88 h 88"/>
                <a:gd name="T10" fmla="*/ 66 w 406"/>
                <a:gd name="T11" fmla="*/ 62 h 88"/>
                <a:gd name="T12" fmla="*/ 66 w 406"/>
                <a:gd name="T13" fmla="*/ 62 h 88"/>
                <a:gd name="T14" fmla="*/ 265 w 406"/>
                <a:gd name="T15" fmla="*/ 0 h 88"/>
                <a:gd name="T16" fmla="*/ 274 w 406"/>
                <a:gd name="T17" fmla="*/ 7 h 88"/>
                <a:gd name="T18" fmla="*/ 343 w 406"/>
                <a:gd name="T19" fmla="*/ 62 h 88"/>
                <a:gd name="T20" fmla="*/ 371 w 406"/>
                <a:gd name="T21" fmla="*/ 88 h 88"/>
                <a:gd name="T22" fmla="*/ 406 w 406"/>
                <a:gd name="T23" fmla="*/ 45 h 88"/>
                <a:gd name="T24" fmla="*/ 354 w 406"/>
                <a:gd name="T25" fmla="*/ 0 h 88"/>
                <a:gd name="T26" fmla="*/ 265 w 406"/>
                <a:gd name="T2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6" h="88">
                  <a:moveTo>
                    <a:pt x="66" y="62"/>
                  </a:moveTo>
                  <a:lnTo>
                    <a:pt x="142" y="0"/>
                  </a:lnTo>
                  <a:lnTo>
                    <a:pt x="54" y="0"/>
                  </a:lnTo>
                  <a:lnTo>
                    <a:pt x="0" y="45"/>
                  </a:lnTo>
                  <a:lnTo>
                    <a:pt x="35" y="88"/>
                  </a:lnTo>
                  <a:lnTo>
                    <a:pt x="66" y="62"/>
                  </a:lnTo>
                  <a:lnTo>
                    <a:pt x="66" y="62"/>
                  </a:lnTo>
                  <a:close/>
                  <a:moveTo>
                    <a:pt x="265" y="0"/>
                  </a:moveTo>
                  <a:lnTo>
                    <a:pt x="274" y="7"/>
                  </a:lnTo>
                  <a:lnTo>
                    <a:pt x="343" y="62"/>
                  </a:lnTo>
                  <a:lnTo>
                    <a:pt x="371" y="88"/>
                  </a:lnTo>
                  <a:lnTo>
                    <a:pt x="406" y="45"/>
                  </a:lnTo>
                  <a:lnTo>
                    <a:pt x="354" y="0"/>
                  </a:lnTo>
                  <a:lnTo>
                    <a:pt x="26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6" name="Freeform 276"/>
            <p:cNvSpPr>
              <a:spLocks/>
            </p:cNvSpPr>
            <p:nvPr/>
          </p:nvSpPr>
          <p:spPr bwMode="auto">
            <a:xfrm>
              <a:off x="10033000" y="239713"/>
              <a:ext cx="571500" cy="354013"/>
            </a:xfrm>
            <a:custGeom>
              <a:avLst/>
              <a:gdLst>
                <a:gd name="T0" fmla="*/ 152 w 152"/>
                <a:gd name="T1" fmla="*/ 77 h 94"/>
                <a:gd name="T2" fmla="*/ 136 w 152"/>
                <a:gd name="T3" fmla="*/ 61 h 94"/>
                <a:gd name="T4" fmla="*/ 138 w 152"/>
                <a:gd name="T5" fmla="*/ 47 h 94"/>
                <a:gd name="T6" fmla="*/ 91 w 152"/>
                <a:gd name="T7" fmla="*/ 0 h 94"/>
                <a:gd name="T8" fmla="*/ 45 w 152"/>
                <a:gd name="T9" fmla="*/ 46 h 94"/>
                <a:gd name="T10" fmla="*/ 27 w 152"/>
                <a:gd name="T11" fmla="*/ 40 h 94"/>
                <a:gd name="T12" fmla="*/ 0 w 152"/>
                <a:gd name="T13" fmla="*/ 67 h 94"/>
                <a:gd name="T14" fmla="*/ 27 w 152"/>
                <a:gd name="T15" fmla="*/ 94 h 94"/>
                <a:gd name="T16" fmla="*/ 89 w 152"/>
                <a:gd name="T17" fmla="*/ 94 h 94"/>
                <a:gd name="T18" fmla="*/ 91 w 152"/>
                <a:gd name="T19" fmla="*/ 94 h 94"/>
                <a:gd name="T20" fmla="*/ 136 w 152"/>
                <a:gd name="T21" fmla="*/ 94 h 94"/>
                <a:gd name="T22" fmla="*/ 152 w 152"/>
                <a:gd name="T23"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94">
                  <a:moveTo>
                    <a:pt x="152" y="77"/>
                  </a:moveTo>
                  <a:cubicBezTo>
                    <a:pt x="152" y="68"/>
                    <a:pt x="145" y="61"/>
                    <a:pt x="136" y="61"/>
                  </a:cubicBezTo>
                  <a:cubicBezTo>
                    <a:pt x="137" y="56"/>
                    <a:pt x="138" y="52"/>
                    <a:pt x="138" y="47"/>
                  </a:cubicBezTo>
                  <a:cubicBezTo>
                    <a:pt x="138" y="21"/>
                    <a:pt x="117" y="0"/>
                    <a:pt x="91" y="0"/>
                  </a:cubicBezTo>
                  <a:cubicBezTo>
                    <a:pt x="66" y="0"/>
                    <a:pt x="45" y="20"/>
                    <a:pt x="45" y="46"/>
                  </a:cubicBezTo>
                  <a:cubicBezTo>
                    <a:pt x="40" y="42"/>
                    <a:pt x="34" y="40"/>
                    <a:pt x="27" y="40"/>
                  </a:cubicBezTo>
                  <a:cubicBezTo>
                    <a:pt x="12" y="40"/>
                    <a:pt x="0" y="52"/>
                    <a:pt x="0" y="67"/>
                  </a:cubicBezTo>
                  <a:cubicBezTo>
                    <a:pt x="0" y="81"/>
                    <a:pt x="12" y="94"/>
                    <a:pt x="27" y="94"/>
                  </a:cubicBezTo>
                  <a:cubicBezTo>
                    <a:pt x="89" y="94"/>
                    <a:pt x="89" y="94"/>
                    <a:pt x="89" y="94"/>
                  </a:cubicBezTo>
                  <a:cubicBezTo>
                    <a:pt x="91" y="94"/>
                    <a:pt x="91" y="94"/>
                    <a:pt x="91" y="94"/>
                  </a:cubicBezTo>
                  <a:cubicBezTo>
                    <a:pt x="136" y="94"/>
                    <a:pt x="136" y="94"/>
                    <a:pt x="136" y="94"/>
                  </a:cubicBezTo>
                  <a:cubicBezTo>
                    <a:pt x="145" y="94"/>
                    <a:pt x="152" y="86"/>
                    <a:pt x="152" y="7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7" name="Rectangle 277"/>
            <p:cNvSpPr>
              <a:spLocks noChangeArrowheads="1"/>
            </p:cNvSpPr>
            <p:nvPr/>
          </p:nvSpPr>
          <p:spPr bwMode="auto">
            <a:xfrm>
              <a:off x="10115550" y="623888"/>
              <a:ext cx="49213" cy="107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8" name="Rectangle 278"/>
            <p:cNvSpPr>
              <a:spLocks noChangeArrowheads="1"/>
            </p:cNvSpPr>
            <p:nvPr/>
          </p:nvSpPr>
          <p:spPr bwMode="auto">
            <a:xfrm>
              <a:off x="10236200" y="684213"/>
              <a:ext cx="49213" cy="1047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9" name="Rectangle 279"/>
            <p:cNvSpPr>
              <a:spLocks noChangeArrowheads="1"/>
            </p:cNvSpPr>
            <p:nvPr/>
          </p:nvSpPr>
          <p:spPr bwMode="auto">
            <a:xfrm>
              <a:off x="10356850" y="623888"/>
              <a:ext cx="49213" cy="107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0" name="Rectangle 280"/>
            <p:cNvSpPr>
              <a:spLocks noChangeArrowheads="1"/>
            </p:cNvSpPr>
            <p:nvPr/>
          </p:nvSpPr>
          <p:spPr bwMode="auto">
            <a:xfrm>
              <a:off x="10472738" y="684213"/>
              <a:ext cx="49213" cy="1047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1" name="Oval 281"/>
            <p:cNvSpPr>
              <a:spLocks noChangeArrowheads="1"/>
            </p:cNvSpPr>
            <p:nvPr/>
          </p:nvSpPr>
          <p:spPr bwMode="auto">
            <a:xfrm>
              <a:off x="3144838" y="5202238"/>
              <a:ext cx="60325" cy="6032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2" name="Oval 282"/>
            <p:cNvSpPr>
              <a:spLocks noChangeArrowheads="1"/>
            </p:cNvSpPr>
            <p:nvPr/>
          </p:nvSpPr>
          <p:spPr bwMode="auto">
            <a:xfrm>
              <a:off x="3205163" y="5141913"/>
              <a:ext cx="44450" cy="4445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3" name="Oval 283"/>
            <p:cNvSpPr>
              <a:spLocks noChangeArrowheads="1"/>
            </p:cNvSpPr>
            <p:nvPr/>
          </p:nvSpPr>
          <p:spPr bwMode="auto">
            <a:xfrm>
              <a:off x="3160713" y="5059363"/>
              <a:ext cx="30163" cy="333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4" name="Oval 284"/>
            <p:cNvSpPr>
              <a:spLocks noChangeArrowheads="1"/>
            </p:cNvSpPr>
            <p:nvPr/>
          </p:nvSpPr>
          <p:spPr bwMode="auto">
            <a:xfrm>
              <a:off x="3144838" y="4927600"/>
              <a:ext cx="60325" cy="6032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5" name="Freeform 285"/>
            <p:cNvSpPr>
              <a:spLocks noEditPoints="1"/>
            </p:cNvSpPr>
            <p:nvPr/>
          </p:nvSpPr>
          <p:spPr bwMode="auto">
            <a:xfrm>
              <a:off x="3062288" y="4660900"/>
              <a:ext cx="296863" cy="668338"/>
            </a:xfrm>
            <a:custGeom>
              <a:avLst/>
              <a:gdLst>
                <a:gd name="T0" fmla="*/ 43 w 79"/>
                <a:gd name="T1" fmla="*/ 9 h 178"/>
                <a:gd name="T2" fmla="*/ 41 w 79"/>
                <a:gd name="T3" fmla="*/ 15 h 178"/>
                <a:gd name="T4" fmla="*/ 41 w 79"/>
                <a:gd name="T5" fmla="*/ 27 h 178"/>
                <a:gd name="T6" fmla="*/ 38 w 79"/>
                <a:gd name="T7" fmla="*/ 27 h 178"/>
                <a:gd name="T8" fmla="*/ 38 w 79"/>
                <a:gd name="T9" fmla="*/ 58 h 178"/>
                <a:gd name="T10" fmla="*/ 41 w 79"/>
                <a:gd name="T11" fmla="*/ 58 h 178"/>
                <a:gd name="T12" fmla="*/ 41 w 79"/>
                <a:gd name="T13" fmla="*/ 82 h 178"/>
                <a:gd name="T14" fmla="*/ 41 w 79"/>
                <a:gd name="T15" fmla="*/ 93 h 178"/>
                <a:gd name="T16" fmla="*/ 48 w 79"/>
                <a:gd name="T17" fmla="*/ 100 h 178"/>
                <a:gd name="T18" fmla="*/ 50 w 79"/>
                <a:gd name="T19" fmla="*/ 100 h 178"/>
                <a:gd name="T20" fmla="*/ 55 w 79"/>
                <a:gd name="T21" fmla="*/ 93 h 178"/>
                <a:gd name="T22" fmla="*/ 55 w 79"/>
                <a:gd name="T23" fmla="*/ 58 h 178"/>
                <a:gd name="T24" fmla="*/ 60 w 79"/>
                <a:gd name="T25" fmla="*/ 58 h 178"/>
                <a:gd name="T26" fmla="*/ 60 w 79"/>
                <a:gd name="T27" fmla="*/ 58 h 178"/>
                <a:gd name="T28" fmla="*/ 60 w 79"/>
                <a:gd name="T29" fmla="*/ 162 h 178"/>
                <a:gd name="T30" fmla="*/ 38 w 79"/>
                <a:gd name="T31" fmla="*/ 162 h 178"/>
                <a:gd name="T32" fmla="*/ 38 w 79"/>
                <a:gd name="T33" fmla="*/ 178 h 178"/>
                <a:gd name="T34" fmla="*/ 75 w 79"/>
                <a:gd name="T35" fmla="*/ 178 h 178"/>
                <a:gd name="T36" fmla="*/ 75 w 79"/>
                <a:gd name="T37" fmla="*/ 27 h 178"/>
                <a:gd name="T38" fmla="*/ 55 w 79"/>
                <a:gd name="T39" fmla="*/ 27 h 178"/>
                <a:gd name="T40" fmla="*/ 55 w 79"/>
                <a:gd name="T41" fmla="*/ 19 h 178"/>
                <a:gd name="T42" fmla="*/ 73 w 79"/>
                <a:gd name="T43" fmla="*/ 15 h 178"/>
                <a:gd name="T44" fmla="*/ 79 w 79"/>
                <a:gd name="T45" fmla="*/ 6 h 178"/>
                <a:gd name="T46" fmla="*/ 70 w 79"/>
                <a:gd name="T47" fmla="*/ 1 h 178"/>
                <a:gd name="T48" fmla="*/ 48 w 79"/>
                <a:gd name="T49" fmla="*/ 6 h 178"/>
                <a:gd name="T50" fmla="*/ 43 w 79"/>
                <a:gd name="T51" fmla="*/ 9 h 178"/>
                <a:gd name="T52" fmla="*/ 38 w 79"/>
                <a:gd name="T53" fmla="*/ 27 h 178"/>
                <a:gd name="T54" fmla="*/ 0 w 79"/>
                <a:gd name="T55" fmla="*/ 27 h 178"/>
                <a:gd name="T56" fmla="*/ 0 w 79"/>
                <a:gd name="T57" fmla="*/ 178 h 178"/>
                <a:gd name="T58" fmla="*/ 38 w 79"/>
                <a:gd name="T59" fmla="*/ 178 h 178"/>
                <a:gd name="T60" fmla="*/ 38 w 79"/>
                <a:gd name="T61" fmla="*/ 162 h 178"/>
                <a:gd name="T62" fmla="*/ 16 w 79"/>
                <a:gd name="T63" fmla="*/ 162 h 178"/>
                <a:gd name="T64" fmla="*/ 16 w 79"/>
                <a:gd name="T65" fmla="*/ 58 h 178"/>
                <a:gd name="T66" fmla="*/ 38 w 79"/>
                <a:gd name="T67" fmla="*/ 58 h 178"/>
                <a:gd name="T68" fmla="*/ 38 w 79"/>
                <a:gd name="T6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78">
                  <a:moveTo>
                    <a:pt x="43" y="9"/>
                  </a:moveTo>
                  <a:cubicBezTo>
                    <a:pt x="41" y="11"/>
                    <a:pt x="41" y="13"/>
                    <a:pt x="41" y="15"/>
                  </a:cubicBezTo>
                  <a:cubicBezTo>
                    <a:pt x="41" y="16"/>
                    <a:pt x="41" y="20"/>
                    <a:pt x="41" y="27"/>
                  </a:cubicBezTo>
                  <a:cubicBezTo>
                    <a:pt x="38" y="27"/>
                    <a:pt x="38" y="27"/>
                    <a:pt x="38" y="27"/>
                  </a:cubicBezTo>
                  <a:cubicBezTo>
                    <a:pt x="38" y="58"/>
                    <a:pt x="38" y="58"/>
                    <a:pt x="38" y="58"/>
                  </a:cubicBezTo>
                  <a:cubicBezTo>
                    <a:pt x="41" y="58"/>
                    <a:pt x="41" y="58"/>
                    <a:pt x="41" y="58"/>
                  </a:cubicBezTo>
                  <a:cubicBezTo>
                    <a:pt x="41" y="71"/>
                    <a:pt x="41" y="81"/>
                    <a:pt x="41" y="82"/>
                  </a:cubicBezTo>
                  <a:cubicBezTo>
                    <a:pt x="41" y="84"/>
                    <a:pt x="41" y="93"/>
                    <a:pt x="41" y="93"/>
                  </a:cubicBezTo>
                  <a:cubicBezTo>
                    <a:pt x="41" y="97"/>
                    <a:pt x="44" y="100"/>
                    <a:pt x="48" y="100"/>
                  </a:cubicBezTo>
                  <a:cubicBezTo>
                    <a:pt x="49" y="100"/>
                    <a:pt x="49" y="100"/>
                    <a:pt x="50" y="100"/>
                  </a:cubicBezTo>
                  <a:cubicBezTo>
                    <a:pt x="53" y="99"/>
                    <a:pt x="55" y="96"/>
                    <a:pt x="55" y="93"/>
                  </a:cubicBezTo>
                  <a:cubicBezTo>
                    <a:pt x="55" y="58"/>
                    <a:pt x="55" y="58"/>
                    <a:pt x="55" y="58"/>
                  </a:cubicBezTo>
                  <a:cubicBezTo>
                    <a:pt x="60" y="58"/>
                    <a:pt x="60" y="58"/>
                    <a:pt x="60" y="58"/>
                  </a:cubicBezTo>
                  <a:cubicBezTo>
                    <a:pt x="60" y="58"/>
                    <a:pt x="60" y="58"/>
                    <a:pt x="60" y="58"/>
                  </a:cubicBezTo>
                  <a:cubicBezTo>
                    <a:pt x="60" y="162"/>
                    <a:pt x="60" y="162"/>
                    <a:pt x="60" y="162"/>
                  </a:cubicBezTo>
                  <a:cubicBezTo>
                    <a:pt x="38" y="162"/>
                    <a:pt x="38" y="162"/>
                    <a:pt x="38" y="162"/>
                  </a:cubicBezTo>
                  <a:cubicBezTo>
                    <a:pt x="38" y="178"/>
                    <a:pt x="38" y="178"/>
                    <a:pt x="38" y="178"/>
                  </a:cubicBezTo>
                  <a:cubicBezTo>
                    <a:pt x="75" y="178"/>
                    <a:pt x="75" y="178"/>
                    <a:pt x="75" y="178"/>
                  </a:cubicBezTo>
                  <a:cubicBezTo>
                    <a:pt x="75" y="27"/>
                    <a:pt x="75" y="27"/>
                    <a:pt x="75" y="27"/>
                  </a:cubicBezTo>
                  <a:cubicBezTo>
                    <a:pt x="55" y="27"/>
                    <a:pt x="55" y="27"/>
                    <a:pt x="55" y="27"/>
                  </a:cubicBezTo>
                  <a:cubicBezTo>
                    <a:pt x="55" y="19"/>
                    <a:pt x="55" y="19"/>
                    <a:pt x="55" y="19"/>
                  </a:cubicBezTo>
                  <a:cubicBezTo>
                    <a:pt x="73" y="15"/>
                    <a:pt x="73" y="15"/>
                    <a:pt x="73" y="15"/>
                  </a:cubicBezTo>
                  <a:cubicBezTo>
                    <a:pt x="77" y="14"/>
                    <a:pt x="79" y="10"/>
                    <a:pt x="79" y="6"/>
                  </a:cubicBezTo>
                  <a:cubicBezTo>
                    <a:pt x="78" y="3"/>
                    <a:pt x="74" y="0"/>
                    <a:pt x="70" y="1"/>
                  </a:cubicBezTo>
                  <a:cubicBezTo>
                    <a:pt x="69" y="2"/>
                    <a:pt x="50" y="6"/>
                    <a:pt x="48" y="6"/>
                  </a:cubicBezTo>
                  <a:cubicBezTo>
                    <a:pt x="46" y="7"/>
                    <a:pt x="44" y="7"/>
                    <a:pt x="43" y="9"/>
                  </a:cubicBezTo>
                  <a:close/>
                  <a:moveTo>
                    <a:pt x="38" y="27"/>
                  </a:moveTo>
                  <a:cubicBezTo>
                    <a:pt x="0" y="27"/>
                    <a:pt x="0" y="27"/>
                    <a:pt x="0" y="27"/>
                  </a:cubicBezTo>
                  <a:cubicBezTo>
                    <a:pt x="0" y="178"/>
                    <a:pt x="0" y="178"/>
                    <a:pt x="0" y="178"/>
                  </a:cubicBezTo>
                  <a:cubicBezTo>
                    <a:pt x="38" y="178"/>
                    <a:pt x="38" y="178"/>
                    <a:pt x="38" y="178"/>
                  </a:cubicBezTo>
                  <a:cubicBezTo>
                    <a:pt x="38" y="162"/>
                    <a:pt x="38" y="162"/>
                    <a:pt x="38" y="162"/>
                  </a:cubicBezTo>
                  <a:cubicBezTo>
                    <a:pt x="16" y="162"/>
                    <a:pt x="16" y="162"/>
                    <a:pt x="16" y="162"/>
                  </a:cubicBezTo>
                  <a:cubicBezTo>
                    <a:pt x="16" y="58"/>
                    <a:pt x="16" y="58"/>
                    <a:pt x="16" y="58"/>
                  </a:cubicBezTo>
                  <a:cubicBezTo>
                    <a:pt x="38" y="58"/>
                    <a:pt x="38" y="58"/>
                    <a:pt x="38" y="58"/>
                  </a:cubicBezTo>
                  <a:lnTo>
                    <a:pt x="38" y="27"/>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6" name="Freeform 286"/>
            <p:cNvSpPr>
              <a:spLocks noEditPoints="1"/>
            </p:cNvSpPr>
            <p:nvPr/>
          </p:nvSpPr>
          <p:spPr bwMode="auto">
            <a:xfrm>
              <a:off x="1643063" y="3621088"/>
              <a:ext cx="530225" cy="533400"/>
            </a:xfrm>
            <a:custGeom>
              <a:avLst/>
              <a:gdLst>
                <a:gd name="T0" fmla="*/ 70 w 141"/>
                <a:gd name="T1" fmla="*/ 142 h 142"/>
                <a:gd name="T2" fmla="*/ 141 w 141"/>
                <a:gd name="T3" fmla="*/ 71 h 142"/>
                <a:gd name="T4" fmla="*/ 70 w 141"/>
                <a:gd name="T5" fmla="*/ 0 h 142"/>
                <a:gd name="T6" fmla="*/ 70 w 141"/>
                <a:gd name="T7" fmla="*/ 0 h 142"/>
                <a:gd name="T8" fmla="*/ 70 w 141"/>
                <a:gd name="T9" fmla="*/ 51 h 142"/>
                <a:gd name="T10" fmla="*/ 107 w 141"/>
                <a:gd name="T11" fmla="*/ 35 h 142"/>
                <a:gd name="T12" fmla="*/ 85 w 141"/>
                <a:gd name="T13" fmla="*/ 85 h 142"/>
                <a:gd name="T14" fmla="*/ 70 w 141"/>
                <a:gd name="T15" fmla="*/ 91 h 142"/>
                <a:gd name="T16" fmla="*/ 70 w 141"/>
                <a:gd name="T17" fmla="*/ 142 h 142"/>
                <a:gd name="T18" fmla="*/ 70 w 141"/>
                <a:gd name="T19" fmla="*/ 0 h 142"/>
                <a:gd name="T20" fmla="*/ 0 w 141"/>
                <a:gd name="T21" fmla="*/ 71 h 142"/>
                <a:gd name="T22" fmla="*/ 70 w 141"/>
                <a:gd name="T23" fmla="*/ 142 h 142"/>
                <a:gd name="T24" fmla="*/ 70 w 141"/>
                <a:gd name="T25" fmla="*/ 91 h 142"/>
                <a:gd name="T26" fmla="*/ 34 w 141"/>
                <a:gd name="T27" fmla="*/ 107 h 142"/>
                <a:gd name="T28" fmla="*/ 56 w 141"/>
                <a:gd name="T29" fmla="*/ 57 h 142"/>
                <a:gd name="T30" fmla="*/ 56 w 141"/>
                <a:gd name="T31" fmla="*/ 57 h 142"/>
                <a:gd name="T32" fmla="*/ 70 w 141"/>
                <a:gd name="T33" fmla="*/ 51 h 142"/>
                <a:gd name="T34" fmla="*/ 70 w 141"/>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42">
                  <a:moveTo>
                    <a:pt x="70" y="142"/>
                  </a:moveTo>
                  <a:cubicBezTo>
                    <a:pt x="110" y="142"/>
                    <a:pt x="141" y="110"/>
                    <a:pt x="141" y="71"/>
                  </a:cubicBezTo>
                  <a:cubicBezTo>
                    <a:pt x="141" y="32"/>
                    <a:pt x="110" y="0"/>
                    <a:pt x="70" y="0"/>
                  </a:cubicBezTo>
                  <a:cubicBezTo>
                    <a:pt x="70" y="0"/>
                    <a:pt x="70" y="0"/>
                    <a:pt x="70" y="0"/>
                  </a:cubicBezTo>
                  <a:cubicBezTo>
                    <a:pt x="70" y="51"/>
                    <a:pt x="70" y="51"/>
                    <a:pt x="70" y="51"/>
                  </a:cubicBezTo>
                  <a:cubicBezTo>
                    <a:pt x="107" y="35"/>
                    <a:pt x="107" y="35"/>
                    <a:pt x="107" y="35"/>
                  </a:cubicBezTo>
                  <a:cubicBezTo>
                    <a:pt x="85" y="85"/>
                    <a:pt x="85" y="85"/>
                    <a:pt x="85" y="85"/>
                  </a:cubicBezTo>
                  <a:cubicBezTo>
                    <a:pt x="70" y="91"/>
                    <a:pt x="70" y="91"/>
                    <a:pt x="70" y="91"/>
                  </a:cubicBezTo>
                  <a:cubicBezTo>
                    <a:pt x="70" y="142"/>
                    <a:pt x="70" y="142"/>
                    <a:pt x="70" y="142"/>
                  </a:cubicBezTo>
                  <a:close/>
                  <a:moveTo>
                    <a:pt x="70" y="0"/>
                  </a:moveTo>
                  <a:cubicBezTo>
                    <a:pt x="31" y="0"/>
                    <a:pt x="0" y="32"/>
                    <a:pt x="0" y="71"/>
                  </a:cubicBezTo>
                  <a:cubicBezTo>
                    <a:pt x="0" y="110"/>
                    <a:pt x="31" y="142"/>
                    <a:pt x="70" y="142"/>
                  </a:cubicBezTo>
                  <a:cubicBezTo>
                    <a:pt x="70" y="91"/>
                    <a:pt x="70" y="91"/>
                    <a:pt x="70" y="91"/>
                  </a:cubicBezTo>
                  <a:cubicBezTo>
                    <a:pt x="34" y="107"/>
                    <a:pt x="34" y="107"/>
                    <a:pt x="34" y="107"/>
                  </a:cubicBezTo>
                  <a:cubicBezTo>
                    <a:pt x="56" y="57"/>
                    <a:pt x="56" y="57"/>
                    <a:pt x="56" y="57"/>
                  </a:cubicBezTo>
                  <a:cubicBezTo>
                    <a:pt x="56" y="57"/>
                    <a:pt x="56" y="57"/>
                    <a:pt x="56" y="57"/>
                  </a:cubicBezTo>
                  <a:cubicBezTo>
                    <a:pt x="70" y="51"/>
                    <a:pt x="70" y="51"/>
                    <a:pt x="70" y="51"/>
                  </a:cubicBezTo>
                  <a:lnTo>
                    <a:pt x="7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7" name="Oval 287"/>
            <p:cNvSpPr>
              <a:spLocks noChangeArrowheads="1"/>
            </p:cNvSpPr>
            <p:nvPr/>
          </p:nvSpPr>
          <p:spPr bwMode="auto">
            <a:xfrm>
              <a:off x="1876425" y="3854450"/>
              <a:ext cx="63500" cy="587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8" name="Freeform 288"/>
            <p:cNvSpPr>
              <a:spLocks noEditPoints="1"/>
            </p:cNvSpPr>
            <p:nvPr/>
          </p:nvSpPr>
          <p:spPr bwMode="auto">
            <a:xfrm>
              <a:off x="8686800" y="879475"/>
              <a:ext cx="584200" cy="547688"/>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9" name="Freeform 289"/>
            <p:cNvSpPr>
              <a:spLocks/>
            </p:cNvSpPr>
            <p:nvPr/>
          </p:nvSpPr>
          <p:spPr bwMode="auto">
            <a:xfrm>
              <a:off x="5881688" y="206375"/>
              <a:ext cx="134938" cy="123825"/>
            </a:xfrm>
            <a:custGeom>
              <a:avLst/>
              <a:gdLst>
                <a:gd name="T0" fmla="*/ 25 w 36"/>
                <a:gd name="T1" fmla="*/ 0 h 33"/>
                <a:gd name="T2" fmla="*/ 0 w 36"/>
                <a:gd name="T3" fmla="*/ 33 h 33"/>
                <a:gd name="T4" fmla="*/ 16 w 36"/>
                <a:gd name="T5" fmla="*/ 33 h 33"/>
                <a:gd name="T6" fmla="*/ 36 w 36"/>
                <a:gd name="T7" fmla="*/ 8 h 33"/>
                <a:gd name="T8" fmla="*/ 25 w 36"/>
                <a:gd name="T9" fmla="*/ 0 h 33"/>
              </a:gdLst>
              <a:ahLst/>
              <a:cxnLst>
                <a:cxn ang="0">
                  <a:pos x="T0" y="T1"/>
                </a:cxn>
                <a:cxn ang="0">
                  <a:pos x="T2" y="T3"/>
                </a:cxn>
                <a:cxn ang="0">
                  <a:pos x="T4" y="T5"/>
                </a:cxn>
                <a:cxn ang="0">
                  <a:pos x="T6" y="T7"/>
                </a:cxn>
                <a:cxn ang="0">
                  <a:pos x="T8" y="T9"/>
                </a:cxn>
              </a:cxnLst>
              <a:rect l="0" t="0" r="r" b="b"/>
              <a:pathLst>
                <a:path w="36" h="33">
                  <a:moveTo>
                    <a:pt x="25" y="0"/>
                  </a:moveTo>
                  <a:cubicBezTo>
                    <a:pt x="0" y="33"/>
                    <a:pt x="0" y="33"/>
                    <a:pt x="0" y="33"/>
                  </a:cubicBezTo>
                  <a:cubicBezTo>
                    <a:pt x="16" y="33"/>
                    <a:pt x="16" y="33"/>
                    <a:pt x="16" y="33"/>
                  </a:cubicBezTo>
                  <a:cubicBezTo>
                    <a:pt x="36" y="8"/>
                    <a:pt x="36" y="8"/>
                    <a:pt x="36" y="8"/>
                  </a:cubicBezTo>
                  <a:cubicBezTo>
                    <a:pt x="31" y="7"/>
                    <a:pt x="27" y="4"/>
                    <a:pt x="25"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0" name="Freeform 290"/>
            <p:cNvSpPr>
              <a:spLocks/>
            </p:cNvSpPr>
            <p:nvPr/>
          </p:nvSpPr>
          <p:spPr bwMode="auto">
            <a:xfrm>
              <a:off x="5986463" y="150813"/>
              <a:ext cx="71438" cy="71438"/>
            </a:xfrm>
            <a:custGeom>
              <a:avLst/>
              <a:gdLst>
                <a:gd name="T0" fmla="*/ 10 w 19"/>
                <a:gd name="T1" fmla="*/ 19 h 19"/>
                <a:gd name="T2" fmla="*/ 11 w 19"/>
                <a:gd name="T3" fmla="*/ 19 h 19"/>
                <a:gd name="T4" fmla="*/ 12 w 19"/>
                <a:gd name="T5" fmla="*/ 18 h 19"/>
                <a:gd name="T6" fmla="*/ 19 w 19"/>
                <a:gd name="T7" fmla="*/ 9 h 19"/>
                <a:gd name="T8" fmla="*/ 19 w 19"/>
                <a:gd name="T9" fmla="*/ 9 h 19"/>
                <a:gd name="T10" fmla="*/ 19 w 19"/>
                <a:gd name="T11" fmla="*/ 7 h 19"/>
                <a:gd name="T12" fmla="*/ 10 w 19"/>
                <a:gd name="T13" fmla="*/ 0 h 19"/>
                <a:gd name="T14" fmla="*/ 8 w 19"/>
                <a:gd name="T15" fmla="*/ 1 h 19"/>
                <a:gd name="T16" fmla="*/ 1 w 19"/>
                <a:gd name="T17" fmla="*/ 11 h 19"/>
                <a:gd name="T18" fmla="*/ 1 w 19"/>
                <a:gd name="T19" fmla="*/ 12 h 19"/>
                <a:gd name="T20" fmla="*/ 10 w 19"/>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0" y="19"/>
                  </a:moveTo>
                  <a:cubicBezTo>
                    <a:pt x="10" y="19"/>
                    <a:pt x="10" y="19"/>
                    <a:pt x="11" y="19"/>
                  </a:cubicBezTo>
                  <a:cubicBezTo>
                    <a:pt x="11" y="19"/>
                    <a:pt x="11" y="19"/>
                    <a:pt x="12" y="18"/>
                  </a:cubicBezTo>
                  <a:cubicBezTo>
                    <a:pt x="16" y="17"/>
                    <a:pt x="19" y="14"/>
                    <a:pt x="19" y="9"/>
                  </a:cubicBezTo>
                  <a:cubicBezTo>
                    <a:pt x="19" y="9"/>
                    <a:pt x="19" y="9"/>
                    <a:pt x="19" y="9"/>
                  </a:cubicBezTo>
                  <a:cubicBezTo>
                    <a:pt x="19" y="9"/>
                    <a:pt x="19" y="8"/>
                    <a:pt x="19" y="7"/>
                  </a:cubicBezTo>
                  <a:cubicBezTo>
                    <a:pt x="18" y="3"/>
                    <a:pt x="14" y="0"/>
                    <a:pt x="10" y="0"/>
                  </a:cubicBezTo>
                  <a:cubicBezTo>
                    <a:pt x="9" y="0"/>
                    <a:pt x="8" y="0"/>
                    <a:pt x="8" y="1"/>
                  </a:cubicBezTo>
                  <a:cubicBezTo>
                    <a:pt x="3" y="2"/>
                    <a:pt x="0" y="6"/>
                    <a:pt x="1" y="11"/>
                  </a:cubicBezTo>
                  <a:cubicBezTo>
                    <a:pt x="1" y="11"/>
                    <a:pt x="1" y="11"/>
                    <a:pt x="1" y="12"/>
                  </a:cubicBezTo>
                  <a:cubicBezTo>
                    <a:pt x="2" y="16"/>
                    <a:pt x="5" y="19"/>
                    <a:pt x="10" y="1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1" name="Freeform 291"/>
            <p:cNvSpPr>
              <a:spLocks/>
            </p:cNvSpPr>
            <p:nvPr/>
          </p:nvSpPr>
          <p:spPr bwMode="auto">
            <a:xfrm>
              <a:off x="6115050" y="206375"/>
              <a:ext cx="134938" cy="123825"/>
            </a:xfrm>
            <a:custGeom>
              <a:avLst/>
              <a:gdLst>
                <a:gd name="T0" fmla="*/ 20 w 36"/>
                <a:gd name="T1" fmla="*/ 33 h 33"/>
                <a:gd name="T2" fmla="*/ 36 w 36"/>
                <a:gd name="T3" fmla="*/ 33 h 33"/>
                <a:gd name="T4" fmla="*/ 11 w 36"/>
                <a:gd name="T5" fmla="*/ 0 h 33"/>
                <a:gd name="T6" fmla="*/ 0 w 36"/>
                <a:gd name="T7" fmla="*/ 8 h 33"/>
                <a:gd name="T8" fmla="*/ 20 w 36"/>
                <a:gd name="T9" fmla="*/ 33 h 33"/>
              </a:gdLst>
              <a:ahLst/>
              <a:cxnLst>
                <a:cxn ang="0">
                  <a:pos x="T0" y="T1"/>
                </a:cxn>
                <a:cxn ang="0">
                  <a:pos x="T2" y="T3"/>
                </a:cxn>
                <a:cxn ang="0">
                  <a:pos x="T4" y="T5"/>
                </a:cxn>
                <a:cxn ang="0">
                  <a:pos x="T6" y="T7"/>
                </a:cxn>
                <a:cxn ang="0">
                  <a:pos x="T8" y="T9"/>
                </a:cxn>
              </a:cxnLst>
              <a:rect l="0" t="0" r="r" b="b"/>
              <a:pathLst>
                <a:path w="36" h="33">
                  <a:moveTo>
                    <a:pt x="20" y="33"/>
                  </a:moveTo>
                  <a:cubicBezTo>
                    <a:pt x="36" y="33"/>
                    <a:pt x="36" y="33"/>
                    <a:pt x="36" y="33"/>
                  </a:cubicBezTo>
                  <a:cubicBezTo>
                    <a:pt x="11" y="0"/>
                    <a:pt x="11" y="0"/>
                    <a:pt x="11" y="0"/>
                  </a:cubicBezTo>
                  <a:cubicBezTo>
                    <a:pt x="9" y="4"/>
                    <a:pt x="5" y="7"/>
                    <a:pt x="0" y="8"/>
                  </a:cubicBezTo>
                  <a:lnTo>
                    <a:pt x="20" y="3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2" name="Freeform 292"/>
            <p:cNvSpPr>
              <a:spLocks/>
            </p:cNvSpPr>
            <p:nvPr/>
          </p:nvSpPr>
          <p:spPr bwMode="auto">
            <a:xfrm>
              <a:off x="6073775" y="150813"/>
              <a:ext cx="71438" cy="71438"/>
            </a:xfrm>
            <a:custGeom>
              <a:avLst/>
              <a:gdLst>
                <a:gd name="T0" fmla="*/ 11 w 19"/>
                <a:gd name="T1" fmla="*/ 1 h 19"/>
                <a:gd name="T2" fmla="*/ 9 w 19"/>
                <a:gd name="T3" fmla="*/ 0 h 19"/>
                <a:gd name="T4" fmla="*/ 0 w 19"/>
                <a:gd name="T5" fmla="*/ 7 h 19"/>
                <a:gd name="T6" fmla="*/ 0 w 19"/>
                <a:gd name="T7" fmla="*/ 9 h 19"/>
                <a:gd name="T8" fmla="*/ 0 w 19"/>
                <a:gd name="T9" fmla="*/ 9 h 19"/>
                <a:gd name="T10" fmla="*/ 7 w 19"/>
                <a:gd name="T11" fmla="*/ 18 h 19"/>
                <a:gd name="T12" fmla="*/ 8 w 19"/>
                <a:gd name="T13" fmla="*/ 19 h 19"/>
                <a:gd name="T14" fmla="*/ 9 w 19"/>
                <a:gd name="T15" fmla="*/ 19 h 19"/>
                <a:gd name="T16" fmla="*/ 18 w 19"/>
                <a:gd name="T17" fmla="*/ 12 h 19"/>
                <a:gd name="T18" fmla="*/ 18 w 19"/>
                <a:gd name="T19" fmla="*/ 11 h 19"/>
                <a:gd name="T20" fmla="*/ 11 w 19"/>
                <a:gd name="T2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1" y="1"/>
                  </a:moveTo>
                  <a:cubicBezTo>
                    <a:pt x="11" y="0"/>
                    <a:pt x="10" y="0"/>
                    <a:pt x="9" y="0"/>
                  </a:cubicBezTo>
                  <a:cubicBezTo>
                    <a:pt x="5" y="0"/>
                    <a:pt x="1" y="3"/>
                    <a:pt x="0" y="7"/>
                  </a:cubicBezTo>
                  <a:cubicBezTo>
                    <a:pt x="0" y="8"/>
                    <a:pt x="0" y="9"/>
                    <a:pt x="0" y="9"/>
                  </a:cubicBezTo>
                  <a:cubicBezTo>
                    <a:pt x="0" y="9"/>
                    <a:pt x="0" y="9"/>
                    <a:pt x="0" y="9"/>
                  </a:cubicBezTo>
                  <a:cubicBezTo>
                    <a:pt x="0" y="14"/>
                    <a:pt x="3" y="17"/>
                    <a:pt x="7" y="18"/>
                  </a:cubicBezTo>
                  <a:cubicBezTo>
                    <a:pt x="8" y="19"/>
                    <a:pt x="8" y="19"/>
                    <a:pt x="8" y="19"/>
                  </a:cubicBezTo>
                  <a:cubicBezTo>
                    <a:pt x="9" y="19"/>
                    <a:pt x="9" y="19"/>
                    <a:pt x="9" y="19"/>
                  </a:cubicBezTo>
                  <a:cubicBezTo>
                    <a:pt x="14" y="19"/>
                    <a:pt x="17" y="16"/>
                    <a:pt x="18" y="12"/>
                  </a:cubicBezTo>
                  <a:cubicBezTo>
                    <a:pt x="18" y="11"/>
                    <a:pt x="18" y="11"/>
                    <a:pt x="18" y="11"/>
                  </a:cubicBezTo>
                  <a:cubicBezTo>
                    <a:pt x="19" y="6"/>
                    <a:pt x="16" y="2"/>
                    <a:pt x="11"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3" name="Freeform 293"/>
            <p:cNvSpPr>
              <a:spLocks/>
            </p:cNvSpPr>
            <p:nvPr/>
          </p:nvSpPr>
          <p:spPr bwMode="auto">
            <a:xfrm>
              <a:off x="5821363" y="346075"/>
              <a:ext cx="488950" cy="239713"/>
            </a:xfrm>
            <a:custGeom>
              <a:avLst/>
              <a:gdLst>
                <a:gd name="T0" fmla="*/ 0 w 308"/>
                <a:gd name="T1" fmla="*/ 0 h 151"/>
                <a:gd name="T2" fmla="*/ 40 w 308"/>
                <a:gd name="T3" fmla="*/ 151 h 151"/>
                <a:gd name="T4" fmla="*/ 267 w 308"/>
                <a:gd name="T5" fmla="*/ 151 h 151"/>
                <a:gd name="T6" fmla="*/ 308 w 308"/>
                <a:gd name="T7" fmla="*/ 0 h 151"/>
                <a:gd name="T8" fmla="*/ 275 w 308"/>
                <a:gd name="T9" fmla="*/ 0 h 151"/>
                <a:gd name="T10" fmla="*/ 237 w 308"/>
                <a:gd name="T11" fmla="*/ 0 h 151"/>
                <a:gd name="T12" fmla="*/ 71 w 308"/>
                <a:gd name="T13" fmla="*/ 0 h 151"/>
                <a:gd name="T14" fmla="*/ 33 w 308"/>
                <a:gd name="T15" fmla="*/ 0 h 151"/>
                <a:gd name="T16" fmla="*/ 0 w 308"/>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 h="151">
                  <a:moveTo>
                    <a:pt x="0" y="0"/>
                  </a:moveTo>
                  <a:lnTo>
                    <a:pt x="40" y="151"/>
                  </a:lnTo>
                  <a:lnTo>
                    <a:pt x="267" y="151"/>
                  </a:lnTo>
                  <a:lnTo>
                    <a:pt x="308" y="0"/>
                  </a:lnTo>
                  <a:lnTo>
                    <a:pt x="275" y="0"/>
                  </a:lnTo>
                  <a:lnTo>
                    <a:pt x="237" y="0"/>
                  </a:lnTo>
                  <a:lnTo>
                    <a:pt x="71" y="0"/>
                  </a:lnTo>
                  <a:lnTo>
                    <a:pt x="33"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4" name="Freeform 294"/>
            <p:cNvSpPr>
              <a:spLocks/>
            </p:cNvSpPr>
            <p:nvPr/>
          </p:nvSpPr>
          <p:spPr bwMode="auto">
            <a:xfrm>
              <a:off x="2424113" y="5227638"/>
              <a:ext cx="558800" cy="571500"/>
            </a:xfrm>
            <a:custGeom>
              <a:avLst/>
              <a:gdLst>
                <a:gd name="T0" fmla="*/ 146 w 149"/>
                <a:gd name="T1" fmla="*/ 107 h 152"/>
                <a:gd name="T2" fmla="*/ 116 w 149"/>
                <a:gd name="T3" fmla="*/ 77 h 152"/>
                <a:gd name="T4" fmla="*/ 112 w 149"/>
                <a:gd name="T5" fmla="*/ 72 h 152"/>
                <a:gd name="T6" fmla="*/ 82 w 149"/>
                <a:gd name="T7" fmla="*/ 38 h 152"/>
                <a:gd name="T8" fmla="*/ 70 w 149"/>
                <a:gd name="T9" fmla="*/ 9 h 152"/>
                <a:gd name="T10" fmla="*/ 54 w 149"/>
                <a:gd name="T11" fmla="*/ 8 h 152"/>
                <a:gd name="T12" fmla="*/ 48 w 149"/>
                <a:gd name="T13" fmla="*/ 21 h 152"/>
                <a:gd name="T14" fmla="*/ 57 w 149"/>
                <a:gd name="T15" fmla="*/ 43 h 152"/>
                <a:gd name="T16" fmla="*/ 58 w 149"/>
                <a:gd name="T17" fmla="*/ 58 h 152"/>
                <a:gd name="T18" fmla="*/ 14 w 149"/>
                <a:gd name="T19" fmla="*/ 58 h 152"/>
                <a:gd name="T20" fmla="*/ 3 w 149"/>
                <a:gd name="T21" fmla="*/ 73 h 152"/>
                <a:gd name="T22" fmla="*/ 26 w 149"/>
                <a:gd name="T23" fmla="*/ 136 h 152"/>
                <a:gd name="T24" fmla="*/ 35 w 149"/>
                <a:gd name="T25" fmla="*/ 142 h 152"/>
                <a:gd name="T26" fmla="*/ 89 w 149"/>
                <a:gd name="T27" fmla="*/ 142 h 152"/>
                <a:gd name="T28" fmla="*/ 100 w 149"/>
                <a:gd name="T29" fmla="*/ 147 h 152"/>
                <a:gd name="T30" fmla="*/ 103 w 149"/>
                <a:gd name="T31" fmla="*/ 150 h 152"/>
                <a:gd name="T32" fmla="*/ 113 w 149"/>
                <a:gd name="T33" fmla="*/ 150 h 152"/>
                <a:gd name="T34" fmla="*/ 146 w 149"/>
                <a:gd name="T35" fmla="*/ 116 h 152"/>
                <a:gd name="T36" fmla="*/ 146 w 149"/>
                <a:gd name="T3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9" h="152">
                  <a:moveTo>
                    <a:pt x="146" y="107"/>
                  </a:moveTo>
                  <a:cubicBezTo>
                    <a:pt x="116" y="77"/>
                    <a:pt x="116" y="77"/>
                    <a:pt x="116" y="77"/>
                  </a:cubicBezTo>
                  <a:cubicBezTo>
                    <a:pt x="114" y="75"/>
                    <a:pt x="112" y="72"/>
                    <a:pt x="112" y="72"/>
                  </a:cubicBezTo>
                  <a:cubicBezTo>
                    <a:pt x="112" y="72"/>
                    <a:pt x="100" y="50"/>
                    <a:pt x="82" y="38"/>
                  </a:cubicBezTo>
                  <a:cubicBezTo>
                    <a:pt x="65" y="27"/>
                    <a:pt x="70" y="19"/>
                    <a:pt x="70" y="9"/>
                  </a:cubicBezTo>
                  <a:cubicBezTo>
                    <a:pt x="70" y="2"/>
                    <a:pt x="60" y="0"/>
                    <a:pt x="54" y="8"/>
                  </a:cubicBezTo>
                  <a:cubicBezTo>
                    <a:pt x="51" y="11"/>
                    <a:pt x="49" y="17"/>
                    <a:pt x="48" y="21"/>
                  </a:cubicBezTo>
                  <a:cubicBezTo>
                    <a:pt x="47" y="32"/>
                    <a:pt x="55" y="39"/>
                    <a:pt x="57" y="43"/>
                  </a:cubicBezTo>
                  <a:cubicBezTo>
                    <a:pt x="59" y="46"/>
                    <a:pt x="60" y="51"/>
                    <a:pt x="58" y="58"/>
                  </a:cubicBezTo>
                  <a:cubicBezTo>
                    <a:pt x="14" y="58"/>
                    <a:pt x="14" y="58"/>
                    <a:pt x="14" y="58"/>
                  </a:cubicBezTo>
                  <a:cubicBezTo>
                    <a:pt x="5" y="58"/>
                    <a:pt x="0" y="65"/>
                    <a:pt x="3" y="73"/>
                  </a:cubicBezTo>
                  <a:cubicBezTo>
                    <a:pt x="26" y="136"/>
                    <a:pt x="26" y="136"/>
                    <a:pt x="26" y="136"/>
                  </a:cubicBezTo>
                  <a:cubicBezTo>
                    <a:pt x="27" y="139"/>
                    <a:pt x="31" y="142"/>
                    <a:pt x="35" y="142"/>
                  </a:cubicBezTo>
                  <a:cubicBezTo>
                    <a:pt x="89" y="142"/>
                    <a:pt x="89" y="142"/>
                    <a:pt x="89" y="142"/>
                  </a:cubicBezTo>
                  <a:cubicBezTo>
                    <a:pt x="92" y="142"/>
                    <a:pt x="98" y="144"/>
                    <a:pt x="100" y="147"/>
                  </a:cubicBezTo>
                  <a:cubicBezTo>
                    <a:pt x="103" y="150"/>
                    <a:pt x="103" y="150"/>
                    <a:pt x="103" y="150"/>
                  </a:cubicBezTo>
                  <a:cubicBezTo>
                    <a:pt x="106" y="152"/>
                    <a:pt x="110" y="152"/>
                    <a:pt x="113" y="150"/>
                  </a:cubicBezTo>
                  <a:cubicBezTo>
                    <a:pt x="146" y="116"/>
                    <a:pt x="146" y="116"/>
                    <a:pt x="146" y="116"/>
                  </a:cubicBezTo>
                  <a:cubicBezTo>
                    <a:pt x="149" y="114"/>
                    <a:pt x="149" y="109"/>
                    <a:pt x="146" y="10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5" name="Freeform 295"/>
            <p:cNvSpPr>
              <a:spLocks/>
            </p:cNvSpPr>
            <p:nvPr/>
          </p:nvSpPr>
          <p:spPr bwMode="auto">
            <a:xfrm>
              <a:off x="2852738" y="5672138"/>
              <a:ext cx="179388" cy="179388"/>
            </a:xfrm>
            <a:custGeom>
              <a:avLst/>
              <a:gdLst>
                <a:gd name="T0" fmla="*/ 21 w 113"/>
                <a:gd name="T1" fmla="*/ 113 h 113"/>
                <a:gd name="T2" fmla="*/ 0 w 113"/>
                <a:gd name="T3" fmla="*/ 92 h 113"/>
                <a:gd name="T4" fmla="*/ 92 w 113"/>
                <a:gd name="T5" fmla="*/ 0 h 113"/>
                <a:gd name="T6" fmla="*/ 113 w 113"/>
                <a:gd name="T7" fmla="*/ 21 h 113"/>
                <a:gd name="T8" fmla="*/ 21 w 113"/>
                <a:gd name="T9" fmla="*/ 113 h 113"/>
              </a:gdLst>
              <a:ahLst/>
              <a:cxnLst>
                <a:cxn ang="0">
                  <a:pos x="T0" y="T1"/>
                </a:cxn>
                <a:cxn ang="0">
                  <a:pos x="T2" y="T3"/>
                </a:cxn>
                <a:cxn ang="0">
                  <a:pos x="T4" y="T5"/>
                </a:cxn>
                <a:cxn ang="0">
                  <a:pos x="T6" y="T7"/>
                </a:cxn>
                <a:cxn ang="0">
                  <a:pos x="T8" y="T9"/>
                </a:cxn>
              </a:cxnLst>
              <a:rect l="0" t="0" r="r" b="b"/>
              <a:pathLst>
                <a:path w="113" h="113">
                  <a:moveTo>
                    <a:pt x="21" y="113"/>
                  </a:moveTo>
                  <a:lnTo>
                    <a:pt x="0" y="92"/>
                  </a:lnTo>
                  <a:lnTo>
                    <a:pt x="92" y="0"/>
                  </a:lnTo>
                  <a:lnTo>
                    <a:pt x="113" y="21"/>
                  </a:lnTo>
                  <a:lnTo>
                    <a:pt x="21" y="11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6" name="Freeform 296"/>
            <p:cNvSpPr>
              <a:spLocks noEditPoints="1"/>
            </p:cNvSpPr>
            <p:nvPr/>
          </p:nvSpPr>
          <p:spPr bwMode="auto">
            <a:xfrm>
              <a:off x="2476500" y="195263"/>
              <a:ext cx="577850" cy="536575"/>
            </a:xfrm>
            <a:custGeom>
              <a:avLst/>
              <a:gdLst>
                <a:gd name="T0" fmla="*/ 138 w 154"/>
                <a:gd name="T1" fmla="*/ 23 h 143"/>
                <a:gd name="T2" fmla="*/ 115 w 154"/>
                <a:gd name="T3" fmla="*/ 0 h 143"/>
                <a:gd name="T4" fmla="*/ 77 w 154"/>
                <a:gd name="T5" fmla="*/ 0 h 143"/>
                <a:gd name="T6" fmla="*/ 77 w 154"/>
                <a:gd name="T7" fmla="*/ 18 h 143"/>
                <a:gd name="T8" fmla="*/ 115 w 154"/>
                <a:gd name="T9" fmla="*/ 18 h 143"/>
                <a:gd name="T10" fmla="*/ 120 w 154"/>
                <a:gd name="T11" fmla="*/ 23 h 143"/>
                <a:gd name="T12" fmla="*/ 120 w 154"/>
                <a:gd name="T13" fmla="*/ 61 h 143"/>
                <a:gd name="T14" fmla="*/ 77 w 154"/>
                <a:gd name="T15" fmla="*/ 61 h 143"/>
                <a:gd name="T16" fmla="*/ 77 w 154"/>
                <a:gd name="T17" fmla="*/ 79 h 143"/>
                <a:gd name="T18" fmla="*/ 77 w 154"/>
                <a:gd name="T19" fmla="*/ 79 h 143"/>
                <a:gd name="T20" fmla="*/ 91 w 154"/>
                <a:gd name="T21" fmla="*/ 93 h 143"/>
                <a:gd name="T22" fmla="*/ 85 w 154"/>
                <a:gd name="T23" fmla="*/ 104 h 143"/>
                <a:gd name="T24" fmla="*/ 83 w 154"/>
                <a:gd name="T25" fmla="*/ 105 h 143"/>
                <a:gd name="T26" fmla="*/ 83 w 154"/>
                <a:gd name="T27" fmla="*/ 122 h 143"/>
                <a:gd name="T28" fmla="*/ 83 w 154"/>
                <a:gd name="T29" fmla="*/ 126 h 143"/>
                <a:gd name="T30" fmla="*/ 83 w 154"/>
                <a:gd name="T31" fmla="*/ 126 h 143"/>
                <a:gd name="T32" fmla="*/ 77 w 154"/>
                <a:gd name="T33" fmla="*/ 126 h 143"/>
                <a:gd name="T34" fmla="*/ 77 w 154"/>
                <a:gd name="T35" fmla="*/ 143 h 143"/>
                <a:gd name="T36" fmla="*/ 154 w 154"/>
                <a:gd name="T37" fmla="*/ 143 h 143"/>
                <a:gd name="T38" fmla="*/ 154 w 154"/>
                <a:gd name="T39" fmla="*/ 61 h 143"/>
                <a:gd name="T40" fmla="*/ 138 w 154"/>
                <a:gd name="T41" fmla="*/ 61 h 143"/>
                <a:gd name="T42" fmla="*/ 138 w 154"/>
                <a:gd name="T43" fmla="*/ 23 h 143"/>
                <a:gd name="T44" fmla="*/ 77 w 154"/>
                <a:gd name="T45" fmla="*/ 0 h 143"/>
                <a:gd name="T46" fmla="*/ 39 w 154"/>
                <a:gd name="T47" fmla="*/ 0 h 143"/>
                <a:gd name="T48" fmla="*/ 16 w 154"/>
                <a:gd name="T49" fmla="*/ 23 h 143"/>
                <a:gd name="T50" fmla="*/ 16 w 154"/>
                <a:gd name="T51" fmla="*/ 61 h 143"/>
                <a:gd name="T52" fmla="*/ 0 w 154"/>
                <a:gd name="T53" fmla="*/ 61 h 143"/>
                <a:gd name="T54" fmla="*/ 0 w 154"/>
                <a:gd name="T55" fmla="*/ 143 h 143"/>
                <a:gd name="T56" fmla="*/ 77 w 154"/>
                <a:gd name="T57" fmla="*/ 143 h 143"/>
                <a:gd name="T58" fmla="*/ 77 w 154"/>
                <a:gd name="T59" fmla="*/ 126 h 143"/>
                <a:gd name="T60" fmla="*/ 71 w 154"/>
                <a:gd name="T61" fmla="*/ 126 h 143"/>
                <a:gd name="T62" fmla="*/ 71 w 154"/>
                <a:gd name="T63" fmla="*/ 122 h 143"/>
                <a:gd name="T64" fmla="*/ 71 w 154"/>
                <a:gd name="T65" fmla="*/ 105 h 143"/>
                <a:gd name="T66" fmla="*/ 69 w 154"/>
                <a:gd name="T67" fmla="*/ 104 h 143"/>
                <a:gd name="T68" fmla="*/ 63 w 154"/>
                <a:gd name="T69" fmla="*/ 93 h 143"/>
                <a:gd name="T70" fmla="*/ 77 w 154"/>
                <a:gd name="T71" fmla="*/ 79 h 143"/>
                <a:gd name="T72" fmla="*/ 77 w 154"/>
                <a:gd name="T73" fmla="*/ 61 h 143"/>
                <a:gd name="T74" fmla="*/ 34 w 154"/>
                <a:gd name="T75" fmla="*/ 61 h 143"/>
                <a:gd name="T76" fmla="*/ 34 w 154"/>
                <a:gd name="T77" fmla="*/ 61 h 143"/>
                <a:gd name="T78" fmla="*/ 34 w 154"/>
                <a:gd name="T79" fmla="*/ 23 h 143"/>
                <a:gd name="T80" fmla="*/ 39 w 154"/>
                <a:gd name="T81" fmla="*/ 18 h 143"/>
                <a:gd name="T82" fmla="*/ 77 w 154"/>
                <a:gd name="T83" fmla="*/ 18 h 143"/>
                <a:gd name="T84" fmla="*/ 77 w 154"/>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43">
                  <a:moveTo>
                    <a:pt x="138" y="23"/>
                  </a:moveTo>
                  <a:cubicBezTo>
                    <a:pt x="138" y="10"/>
                    <a:pt x="128" y="0"/>
                    <a:pt x="115" y="0"/>
                  </a:cubicBezTo>
                  <a:cubicBezTo>
                    <a:pt x="77" y="0"/>
                    <a:pt x="77" y="0"/>
                    <a:pt x="77" y="0"/>
                  </a:cubicBezTo>
                  <a:cubicBezTo>
                    <a:pt x="77" y="18"/>
                    <a:pt x="77" y="18"/>
                    <a:pt x="77" y="18"/>
                  </a:cubicBezTo>
                  <a:cubicBezTo>
                    <a:pt x="115" y="18"/>
                    <a:pt x="115" y="18"/>
                    <a:pt x="115" y="18"/>
                  </a:cubicBezTo>
                  <a:cubicBezTo>
                    <a:pt x="118" y="18"/>
                    <a:pt x="120" y="20"/>
                    <a:pt x="120" y="23"/>
                  </a:cubicBezTo>
                  <a:cubicBezTo>
                    <a:pt x="120" y="61"/>
                    <a:pt x="120" y="61"/>
                    <a:pt x="120" y="61"/>
                  </a:cubicBezTo>
                  <a:cubicBezTo>
                    <a:pt x="77" y="61"/>
                    <a:pt x="77" y="61"/>
                    <a:pt x="77" y="61"/>
                  </a:cubicBezTo>
                  <a:cubicBezTo>
                    <a:pt x="77" y="79"/>
                    <a:pt x="77" y="79"/>
                    <a:pt x="77" y="79"/>
                  </a:cubicBezTo>
                  <a:cubicBezTo>
                    <a:pt x="77" y="79"/>
                    <a:pt x="77" y="79"/>
                    <a:pt x="77" y="79"/>
                  </a:cubicBezTo>
                  <a:cubicBezTo>
                    <a:pt x="85" y="79"/>
                    <a:pt x="91" y="85"/>
                    <a:pt x="91" y="93"/>
                  </a:cubicBezTo>
                  <a:cubicBezTo>
                    <a:pt x="91" y="97"/>
                    <a:pt x="89" y="102"/>
                    <a:pt x="85" y="104"/>
                  </a:cubicBezTo>
                  <a:cubicBezTo>
                    <a:pt x="85" y="105"/>
                    <a:pt x="84" y="105"/>
                    <a:pt x="83" y="105"/>
                  </a:cubicBezTo>
                  <a:cubicBezTo>
                    <a:pt x="83" y="122"/>
                    <a:pt x="83" y="122"/>
                    <a:pt x="83" y="122"/>
                  </a:cubicBezTo>
                  <a:cubicBezTo>
                    <a:pt x="83" y="126"/>
                    <a:pt x="83" y="126"/>
                    <a:pt x="83" y="126"/>
                  </a:cubicBezTo>
                  <a:cubicBezTo>
                    <a:pt x="83" y="126"/>
                    <a:pt x="83" y="126"/>
                    <a:pt x="83" y="126"/>
                  </a:cubicBezTo>
                  <a:cubicBezTo>
                    <a:pt x="77" y="126"/>
                    <a:pt x="77" y="126"/>
                    <a:pt x="77" y="126"/>
                  </a:cubicBezTo>
                  <a:cubicBezTo>
                    <a:pt x="77" y="143"/>
                    <a:pt x="77" y="143"/>
                    <a:pt x="77" y="143"/>
                  </a:cubicBezTo>
                  <a:cubicBezTo>
                    <a:pt x="154" y="143"/>
                    <a:pt x="154" y="143"/>
                    <a:pt x="154" y="143"/>
                  </a:cubicBezTo>
                  <a:cubicBezTo>
                    <a:pt x="154" y="61"/>
                    <a:pt x="154" y="61"/>
                    <a:pt x="154" y="61"/>
                  </a:cubicBezTo>
                  <a:cubicBezTo>
                    <a:pt x="138" y="61"/>
                    <a:pt x="138" y="61"/>
                    <a:pt x="138" y="61"/>
                  </a:cubicBezTo>
                  <a:lnTo>
                    <a:pt x="138" y="23"/>
                  </a:lnTo>
                  <a:close/>
                  <a:moveTo>
                    <a:pt x="77" y="0"/>
                  </a:moveTo>
                  <a:cubicBezTo>
                    <a:pt x="39" y="0"/>
                    <a:pt x="39" y="0"/>
                    <a:pt x="39" y="0"/>
                  </a:cubicBezTo>
                  <a:cubicBezTo>
                    <a:pt x="26" y="0"/>
                    <a:pt x="16" y="10"/>
                    <a:pt x="16" y="23"/>
                  </a:cubicBezTo>
                  <a:cubicBezTo>
                    <a:pt x="16" y="61"/>
                    <a:pt x="16" y="61"/>
                    <a:pt x="16" y="61"/>
                  </a:cubicBezTo>
                  <a:cubicBezTo>
                    <a:pt x="0" y="61"/>
                    <a:pt x="0" y="61"/>
                    <a:pt x="0" y="61"/>
                  </a:cubicBezTo>
                  <a:cubicBezTo>
                    <a:pt x="0" y="143"/>
                    <a:pt x="0" y="143"/>
                    <a:pt x="0" y="143"/>
                  </a:cubicBezTo>
                  <a:cubicBezTo>
                    <a:pt x="77" y="143"/>
                    <a:pt x="77" y="143"/>
                    <a:pt x="77" y="143"/>
                  </a:cubicBezTo>
                  <a:cubicBezTo>
                    <a:pt x="77" y="126"/>
                    <a:pt x="77" y="126"/>
                    <a:pt x="77" y="126"/>
                  </a:cubicBezTo>
                  <a:cubicBezTo>
                    <a:pt x="71" y="126"/>
                    <a:pt x="71" y="126"/>
                    <a:pt x="71" y="126"/>
                  </a:cubicBezTo>
                  <a:cubicBezTo>
                    <a:pt x="71" y="122"/>
                    <a:pt x="71" y="122"/>
                    <a:pt x="71" y="122"/>
                  </a:cubicBezTo>
                  <a:cubicBezTo>
                    <a:pt x="71" y="105"/>
                    <a:pt x="71" y="105"/>
                    <a:pt x="71" y="105"/>
                  </a:cubicBezTo>
                  <a:cubicBezTo>
                    <a:pt x="70" y="105"/>
                    <a:pt x="70" y="105"/>
                    <a:pt x="69" y="104"/>
                  </a:cubicBezTo>
                  <a:cubicBezTo>
                    <a:pt x="66" y="102"/>
                    <a:pt x="63" y="97"/>
                    <a:pt x="63" y="93"/>
                  </a:cubicBezTo>
                  <a:cubicBezTo>
                    <a:pt x="63" y="85"/>
                    <a:pt x="69" y="79"/>
                    <a:pt x="77" y="79"/>
                  </a:cubicBezTo>
                  <a:cubicBezTo>
                    <a:pt x="77" y="61"/>
                    <a:pt x="77" y="61"/>
                    <a:pt x="77" y="61"/>
                  </a:cubicBezTo>
                  <a:cubicBezTo>
                    <a:pt x="34" y="61"/>
                    <a:pt x="34" y="61"/>
                    <a:pt x="34" y="61"/>
                  </a:cubicBezTo>
                  <a:cubicBezTo>
                    <a:pt x="34" y="61"/>
                    <a:pt x="34" y="61"/>
                    <a:pt x="34" y="61"/>
                  </a:cubicBezTo>
                  <a:cubicBezTo>
                    <a:pt x="34" y="23"/>
                    <a:pt x="34" y="23"/>
                    <a:pt x="34" y="23"/>
                  </a:cubicBezTo>
                  <a:cubicBezTo>
                    <a:pt x="34" y="20"/>
                    <a:pt x="36" y="18"/>
                    <a:pt x="39" y="18"/>
                  </a:cubicBezTo>
                  <a:cubicBezTo>
                    <a:pt x="77" y="18"/>
                    <a:pt x="77" y="18"/>
                    <a:pt x="77" y="18"/>
                  </a:cubicBezTo>
                  <a:lnTo>
                    <a:pt x="7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7" name="Freeform 297"/>
            <p:cNvSpPr>
              <a:spLocks/>
            </p:cNvSpPr>
            <p:nvPr/>
          </p:nvSpPr>
          <p:spPr bwMode="auto">
            <a:xfrm>
              <a:off x="8869363" y="1573213"/>
              <a:ext cx="615950" cy="514350"/>
            </a:xfrm>
            <a:custGeom>
              <a:avLst/>
              <a:gdLst>
                <a:gd name="T0" fmla="*/ 109 w 164"/>
                <a:gd name="T1" fmla="*/ 0 h 137"/>
                <a:gd name="T2" fmla="*/ 58 w 164"/>
                <a:gd name="T3" fmla="*/ 0 h 137"/>
                <a:gd name="T4" fmla="*/ 0 w 164"/>
                <a:gd name="T5" fmla="*/ 48 h 137"/>
                <a:gd name="T6" fmla="*/ 16 w 164"/>
                <a:gd name="T7" fmla="*/ 71 h 137"/>
                <a:gd name="T8" fmla="*/ 37 w 164"/>
                <a:gd name="T9" fmla="*/ 50 h 137"/>
                <a:gd name="T10" fmla="*/ 36 w 164"/>
                <a:gd name="T11" fmla="*/ 137 h 137"/>
                <a:gd name="T12" fmla="*/ 82 w 164"/>
                <a:gd name="T13" fmla="*/ 137 h 137"/>
                <a:gd name="T14" fmla="*/ 127 w 164"/>
                <a:gd name="T15" fmla="*/ 137 h 137"/>
                <a:gd name="T16" fmla="*/ 127 w 164"/>
                <a:gd name="T17" fmla="*/ 50 h 137"/>
                <a:gd name="T18" fmla="*/ 148 w 164"/>
                <a:gd name="T19" fmla="*/ 71 h 137"/>
                <a:gd name="T20" fmla="*/ 164 w 164"/>
                <a:gd name="T21" fmla="*/ 48 h 137"/>
                <a:gd name="T22" fmla="*/ 109 w 164"/>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137">
                  <a:moveTo>
                    <a:pt x="109" y="0"/>
                  </a:moveTo>
                  <a:cubicBezTo>
                    <a:pt x="101" y="14"/>
                    <a:pt x="67" y="14"/>
                    <a:pt x="58" y="0"/>
                  </a:cubicBezTo>
                  <a:cubicBezTo>
                    <a:pt x="58" y="0"/>
                    <a:pt x="8" y="28"/>
                    <a:pt x="0" y="48"/>
                  </a:cubicBezTo>
                  <a:cubicBezTo>
                    <a:pt x="16" y="71"/>
                    <a:pt x="16" y="71"/>
                    <a:pt x="16" y="71"/>
                  </a:cubicBezTo>
                  <a:cubicBezTo>
                    <a:pt x="16" y="71"/>
                    <a:pt x="30" y="56"/>
                    <a:pt x="37" y="50"/>
                  </a:cubicBezTo>
                  <a:cubicBezTo>
                    <a:pt x="36" y="137"/>
                    <a:pt x="36" y="137"/>
                    <a:pt x="36" y="137"/>
                  </a:cubicBezTo>
                  <a:cubicBezTo>
                    <a:pt x="82" y="137"/>
                    <a:pt x="82" y="137"/>
                    <a:pt x="82" y="137"/>
                  </a:cubicBezTo>
                  <a:cubicBezTo>
                    <a:pt x="127" y="137"/>
                    <a:pt x="127" y="137"/>
                    <a:pt x="127" y="137"/>
                  </a:cubicBezTo>
                  <a:cubicBezTo>
                    <a:pt x="127" y="50"/>
                    <a:pt x="127" y="50"/>
                    <a:pt x="127" y="50"/>
                  </a:cubicBezTo>
                  <a:cubicBezTo>
                    <a:pt x="134" y="56"/>
                    <a:pt x="148" y="71"/>
                    <a:pt x="148" y="71"/>
                  </a:cubicBezTo>
                  <a:cubicBezTo>
                    <a:pt x="164" y="48"/>
                    <a:pt x="164" y="48"/>
                    <a:pt x="164" y="48"/>
                  </a:cubicBezTo>
                  <a:cubicBezTo>
                    <a:pt x="155" y="28"/>
                    <a:pt x="109" y="0"/>
                    <a:pt x="10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8" name="Freeform 298"/>
            <p:cNvSpPr>
              <a:spLocks/>
            </p:cNvSpPr>
            <p:nvPr/>
          </p:nvSpPr>
          <p:spPr bwMode="auto">
            <a:xfrm>
              <a:off x="9099550" y="1547813"/>
              <a:ext cx="171450" cy="49213"/>
            </a:xfrm>
            <a:custGeom>
              <a:avLst/>
              <a:gdLst>
                <a:gd name="T0" fmla="*/ 23 w 46"/>
                <a:gd name="T1" fmla="*/ 13 h 13"/>
                <a:gd name="T2" fmla="*/ 45 w 46"/>
                <a:gd name="T3" fmla="*/ 4 h 13"/>
                <a:gd name="T4" fmla="*/ 44 w 46"/>
                <a:gd name="T5" fmla="*/ 1 h 13"/>
                <a:gd name="T6" fmla="*/ 41 w 46"/>
                <a:gd name="T7" fmla="*/ 2 h 13"/>
                <a:gd name="T8" fmla="*/ 23 w 46"/>
                <a:gd name="T9" fmla="*/ 9 h 13"/>
                <a:gd name="T10" fmla="*/ 4 w 46"/>
                <a:gd name="T11" fmla="*/ 2 h 13"/>
                <a:gd name="T12" fmla="*/ 1 w 46"/>
                <a:gd name="T13" fmla="*/ 1 h 13"/>
                <a:gd name="T14" fmla="*/ 0 w 46"/>
                <a:gd name="T15" fmla="*/ 4 h 13"/>
                <a:gd name="T16" fmla="*/ 23 w 4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
                  <a:moveTo>
                    <a:pt x="23" y="13"/>
                  </a:moveTo>
                  <a:cubicBezTo>
                    <a:pt x="33" y="13"/>
                    <a:pt x="42" y="10"/>
                    <a:pt x="45" y="4"/>
                  </a:cubicBezTo>
                  <a:cubicBezTo>
                    <a:pt x="46" y="3"/>
                    <a:pt x="45" y="1"/>
                    <a:pt x="44" y="1"/>
                  </a:cubicBezTo>
                  <a:cubicBezTo>
                    <a:pt x="43" y="0"/>
                    <a:pt x="41" y="1"/>
                    <a:pt x="41" y="2"/>
                  </a:cubicBezTo>
                  <a:cubicBezTo>
                    <a:pt x="39" y="5"/>
                    <a:pt x="32" y="9"/>
                    <a:pt x="23" y="9"/>
                  </a:cubicBezTo>
                  <a:cubicBezTo>
                    <a:pt x="13" y="9"/>
                    <a:pt x="6" y="5"/>
                    <a:pt x="4" y="2"/>
                  </a:cubicBezTo>
                  <a:cubicBezTo>
                    <a:pt x="4" y="1"/>
                    <a:pt x="2" y="0"/>
                    <a:pt x="1" y="1"/>
                  </a:cubicBezTo>
                  <a:cubicBezTo>
                    <a:pt x="0" y="1"/>
                    <a:pt x="0" y="3"/>
                    <a:pt x="0" y="4"/>
                  </a:cubicBezTo>
                  <a:cubicBezTo>
                    <a:pt x="3" y="10"/>
                    <a:pt x="12" y="13"/>
                    <a:pt x="23"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9" name="Freeform 299"/>
            <p:cNvSpPr>
              <a:spLocks/>
            </p:cNvSpPr>
            <p:nvPr/>
          </p:nvSpPr>
          <p:spPr bwMode="auto">
            <a:xfrm>
              <a:off x="2066925" y="2906713"/>
              <a:ext cx="395288" cy="244475"/>
            </a:xfrm>
            <a:custGeom>
              <a:avLst/>
              <a:gdLst>
                <a:gd name="T0" fmla="*/ 105 w 105"/>
                <a:gd name="T1" fmla="*/ 65 h 65"/>
                <a:gd name="T2" fmla="*/ 105 w 105"/>
                <a:gd name="T3" fmla="*/ 20 h 65"/>
                <a:gd name="T4" fmla="*/ 85 w 105"/>
                <a:gd name="T5" fmla="*/ 0 h 65"/>
                <a:gd name="T6" fmla="*/ 20 w 105"/>
                <a:gd name="T7" fmla="*/ 0 h 65"/>
                <a:gd name="T8" fmla="*/ 0 w 105"/>
                <a:gd name="T9" fmla="*/ 20 h 65"/>
                <a:gd name="T10" fmla="*/ 0 w 105"/>
                <a:gd name="T11" fmla="*/ 45 h 65"/>
                <a:gd name="T12" fmla="*/ 16 w 105"/>
                <a:gd name="T13" fmla="*/ 45 h 65"/>
                <a:gd name="T14" fmla="*/ 16 w 105"/>
                <a:gd name="T15" fmla="*/ 20 h 65"/>
                <a:gd name="T16" fmla="*/ 20 w 105"/>
                <a:gd name="T17" fmla="*/ 16 h 65"/>
                <a:gd name="T18" fmla="*/ 85 w 105"/>
                <a:gd name="T19" fmla="*/ 16 h 65"/>
                <a:gd name="T20" fmla="*/ 89 w 105"/>
                <a:gd name="T21" fmla="*/ 20 h 65"/>
                <a:gd name="T22" fmla="*/ 89 w 105"/>
                <a:gd name="T23" fmla="*/ 65 h 65"/>
                <a:gd name="T24" fmla="*/ 105 w 105"/>
                <a:gd name="T2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65">
                  <a:moveTo>
                    <a:pt x="105" y="65"/>
                  </a:moveTo>
                  <a:cubicBezTo>
                    <a:pt x="105" y="20"/>
                    <a:pt x="105" y="20"/>
                    <a:pt x="105" y="20"/>
                  </a:cubicBezTo>
                  <a:cubicBezTo>
                    <a:pt x="105" y="9"/>
                    <a:pt x="96" y="0"/>
                    <a:pt x="85" y="0"/>
                  </a:cubicBezTo>
                  <a:cubicBezTo>
                    <a:pt x="20" y="0"/>
                    <a:pt x="20" y="0"/>
                    <a:pt x="20" y="0"/>
                  </a:cubicBezTo>
                  <a:cubicBezTo>
                    <a:pt x="9" y="0"/>
                    <a:pt x="0" y="9"/>
                    <a:pt x="0" y="20"/>
                  </a:cubicBezTo>
                  <a:cubicBezTo>
                    <a:pt x="0" y="45"/>
                    <a:pt x="0" y="45"/>
                    <a:pt x="0" y="45"/>
                  </a:cubicBezTo>
                  <a:cubicBezTo>
                    <a:pt x="16" y="45"/>
                    <a:pt x="16" y="45"/>
                    <a:pt x="16" y="45"/>
                  </a:cubicBezTo>
                  <a:cubicBezTo>
                    <a:pt x="16" y="20"/>
                    <a:pt x="16" y="20"/>
                    <a:pt x="16" y="20"/>
                  </a:cubicBezTo>
                  <a:cubicBezTo>
                    <a:pt x="16" y="18"/>
                    <a:pt x="18" y="16"/>
                    <a:pt x="20" y="16"/>
                  </a:cubicBezTo>
                  <a:cubicBezTo>
                    <a:pt x="85" y="16"/>
                    <a:pt x="85" y="16"/>
                    <a:pt x="85" y="16"/>
                  </a:cubicBezTo>
                  <a:cubicBezTo>
                    <a:pt x="88" y="16"/>
                    <a:pt x="89" y="18"/>
                    <a:pt x="89" y="20"/>
                  </a:cubicBezTo>
                  <a:cubicBezTo>
                    <a:pt x="89" y="65"/>
                    <a:pt x="89" y="65"/>
                    <a:pt x="89" y="65"/>
                  </a:cubicBezTo>
                  <a:lnTo>
                    <a:pt x="105" y="65"/>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0" name="Freeform 300"/>
            <p:cNvSpPr>
              <a:spLocks noEditPoints="1"/>
            </p:cNvSpPr>
            <p:nvPr/>
          </p:nvSpPr>
          <p:spPr bwMode="auto">
            <a:xfrm>
              <a:off x="2014538" y="3167063"/>
              <a:ext cx="495300" cy="280988"/>
            </a:xfrm>
            <a:custGeom>
              <a:avLst/>
              <a:gdLst>
                <a:gd name="T0" fmla="*/ 103 w 132"/>
                <a:gd name="T1" fmla="*/ 0 h 75"/>
                <a:gd name="T2" fmla="*/ 66 w 132"/>
                <a:gd name="T3" fmla="*/ 0 h 75"/>
                <a:gd name="T4" fmla="*/ 66 w 132"/>
                <a:gd name="T5" fmla="*/ 20 h 75"/>
                <a:gd name="T6" fmla="*/ 78 w 132"/>
                <a:gd name="T7" fmla="*/ 32 h 75"/>
                <a:gd name="T8" fmla="*/ 71 w 132"/>
                <a:gd name="T9" fmla="*/ 43 h 75"/>
                <a:gd name="T10" fmla="*/ 71 w 132"/>
                <a:gd name="T11" fmla="*/ 43 h 75"/>
                <a:gd name="T12" fmla="*/ 71 w 132"/>
                <a:gd name="T13" fmla="*/ 61 h 75"/>
                <a:gd name="T14" fmla="*/ 66 w 132"/>
                <a:gd name="T15" fmla="*/ 61 h 75"/>
                <a:gd name="T16" fmla="*/ 66 w 132"/>
                <a:gd name="T17" fmla="*/ 75 h 75"/>
                <a:gd name="T18" fmla="*/ 132 w 132"/>
                <a:gd name="T19" fmla="*/ 75 h 75"/>
                <a:gd name="T20" fmla="*/ 132 w 132"/>
                <a:gd name="T21" fmla="*/ 0 h 75"/>
                <a:gd name="T22" fmla="*/ 119 w 132"/>
                <a:gd name="T23" fmla="*/ 0 h 75"/>
                <a:gd name="T24" fmla="*/ 103 w 132"/>
                <a:gd name="T25" fmla="*/ 0 h 75"/>
                <a:gd name="T26" fmla="*/ 66 w 132"/>
                <a:gd name="T27" fmla="*/ 0 h 75"/>
                <a:gd name="T28" fmla="*/ 0 w 132"/>
                <a:gd name="T29" fmla="*/ 0 h 75"/>
                <a:gd name="T30" fmla="*/ 0 w 132"/>
                <a:gd name="T31" fmla="*/ 75 h 75"/>
                <a:gd name="T32" fmla="*/ 66 w 132"/>
                <a:gd name="T33" fmla="*/ 75 h 75"/>
                <a:gd name="T34" fmla="*/ 66 w 132"/>
                <a:gd name="T35" fmla="*/ 61 h 75"/>
                <a:gd name="T36" fmla="*/ 61 w 132"/>
                <a:gd name="T37" fmla="*/ 61 h 75"/>
                <a:gd name="T38" fmla="*/ 61 w 132"/>
                <a:gd name="T39" fmla="*/ 43 h 75"/>
                <a:gd name="T40" fmla="*/ 54 w 132"/>
                <a:gd name="T41" fmla="*/ 32 h 75"/>
                <a:gd name="T42" fmla="*/ 66 w 132"/>
                <a:gd name="T43" fmla="*/ 20 h 75"/>
                <a:gd name="T44" fmla="*/ 66 w 132"/>
                <a:gd name="T45" fmla="*/ 20 h 75"/>
                <a:gd name="T46" fmla="*/ 66 w 132"/>
                <a:gd name="T4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75">
                  <a:moveTo>
                    <a:pt x="103" y="0"/>
                  </a:moveTo>
                  <a:cubicBezTo>
                    <a:pt x="66" y="0"/>
                    <a:pt x="66" y="0"/>
                    <a:pt x="66" y="0"/>
                  </a:cubicBezTo>
                  <a:cubicBezTo>
                    <a:pt x="66" y="20"/>
                    <a:pt x="66" y="20"/>
                    <a:pt x="66" y="20"/>
                  </a:cubicBezTo>
                  <a:cubicBezTo>
                    <a:pt x="73" y="20"/>
                    <a:pt x="78" y="26"/>
                    <a:pt x="78" y="32"/>
                  </a:cubicBezTo>
                  <a:cubicBezTo>
                    <a:pt x="78" y="37"/>
                    <a:pt x="75" y="41"/>
                    <a:pt x="71" y="43"/>
                  </a:cubicBezTo>
                  <a:cubicBezTo>
                    <a:pt x="71" y="43"/>
                    <a:pt x="71" y="43"/>
                    <a:pt x="71" y="43"/>
                  </a:cubicBezTo>
                  <a:cubicBezTo>
                    <a:pt x="71" y="61"/>
                    <a:pt x="71" y="61"/>
                    <a:pt x="71" y="61"/>
                  </a:cubicBezTo>
                  <a:cubicBezTo>
                    <a:pt x="66" y="61"/>
                    <a:pt x="66" y="61"/>
                    <a:pt x="66" y="61"/>
                  </a:cubicBezTo>
                  <a:cubicBezTo>
                    <a:pt x="66" y="75"/>
                    <a:pt x="66" y="75"/>
                    <a:pt x="66" y="75"/>
                  </a:cubicBezTo>
                  <a:cubicBezTo>
                    <a:pt x="132" y="75"/>
                    <a:pt x="132" y="75"/>
                    <a:pt x="132" y="75"/>
                  </a:cubicBezTo>
                  <a:cubicBezTo>
                    <a:pt x="132" y="0"/>
                    <a:pt x="132" y="0"/>
                    <a:pt x="132" y="0"/>
                  </a:cubicBezTo>
                  <a:cubicBezTo>
                    <a:pt x="119" y="0"/>
                    <a:pt x="119" y="0"/>
                    <a:pt x="119" y="0"/>
                  </a:cubicBezTo>
                  <a:lnTo>
                    <a:pt x="103" y="0"/>
                  </a:lnTo>
                  <a:close/>
                  <a:moveTo>
                    <a:pt x="66" y="0"/>
                  </a:moveTo>
                  <a:cubicBezTo>
                    <a:pt x="0" y="0"/>
                    <a:pt x="0" y="0"/>
                    <a:pt x="0" y="0"/>
                  </a:cubicBezTo>
                  <a:cubicBezTo>
                    <a:pt x="0" y="75"/>
                    <a:pt x="0" y="75"/>
                    <a:pt x="0" y="75"/>
                  </a:cubicBezTo>
                  <a:cubicBezTo>
                    <a:pt x="66" y="75"/>
                    <a:pt x="66" y="75"/>
                    <a:pt x="66" y="75"/>
                  </a:cubicBezTo>
                  <a:cubicBezTo>
                    <a:pt x="66" y="61"/>
                    <a:pt x="66" y="61"/>
                    <a:pt x="66" y="61"/>
                  </a:cubicBezTo>
                  <a:cubicBezTo>
                    <a:pt x="61" y="61"/>
                    <a:pt x="61" y="61"/>
                    <a:pt x="61" y="61"/>
                  </a:cubicBezTo>
                  <a:cubicBezTo>
                    <a:pt x="61" y="43"/>
                    <a:pt x="61" y="43"/>
                    <a:pt x="61" y="43"/>
                  </a:cubicBezTo>
                  <a:cubicBezTo>
                    <a:pt x="57" y="41"/>
                    <a:pt x="54" y="37"/>
                    <a:pt x="54" y="32"/>
                  </a:cubicBezTo>
                  <a:cubicBezTo>
                    <a:pt x="54" y="26"/>
                    <a:pt x="60" y="20"/>
                    <a:pt x="66" y="20"/>
                  </a:cubicBezTo>
                  <a:cubicBezTo>
                    <a:pt x="66" y="20"/>
                    <a:pt x="66" y="20"/>
                    <a:pt x="66" y="20"/>
                  </a:cubicBezTo>
                  <a:lnTo>
                    <a:pt x="6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1" name="Freeform 301"/>
            <p:cNvSpPr>
              <a:spLocks/>
            </p:cNvSpPr>
            <p:nvPr/>
          </p:nvSpPr>
          <p:spPr bwMode="auto">
            <a:xfrm>
              <a:off x="5983288" y="3854450"/>
              <a:ext cx="717550" cy="671513"/>
            </a:xfrm>
            <a:custGeom>
              <a:avLst/>
              <a:gdLst>
                <a:gd name="T0" fmla="*/ 27 w 191"/>
                <a:gd name="T1" fmla="*/ 144 h 179"/>
                <a:gd name="T2" fmla="*/ 79 w 191"/>
                <a:gd name="T3" fmla="*/ 117 h 179"/>
                <a:gd name="T4" fmla="*/ 89 w 191"/>
                <a:gd name="T5" fmla="*/ 116 h 179"/>
                <a:gd name="T6" fmla="*/ 90 w 191"/>
                <a:gd name="T7" fmla="*/ 126 h 179"/>
                <a:gd name="T8" fmla="*/ 89 w 191"/>
                <a:gd name="T9" fmla="*/ 148 h 179"/>
                <a:gd name="T10" fmla="*/ 87 w 191"/>
                <a:gd name="T11" fmla="*/ 179 h 179"/>
                <a:gd name="T12" fmla="*/ 103 w 191"/>
                <a:gd name="T13" fmla="*/ 179 h 179"/>
                <a:gd name="T14" fmla="*/ 102 w 191"/>
                <a:gd name="T15" fmla="*/ 148 h 179"/>
                <a:gd name="T16" fmla="*/ 101 w 191"/>
                <a:gd name="T17" fmla="*/ 126 h 179"/>
                <a:gd name="T18" fmla="*/ 102 w 191"/>
                <a:gd name="T19" fmla="*/ 116 h 179"/>
                <a:gd name="T20" fmla="*/ 111 w 191"/>
                <a:gd name="T21" fmla="*/ 117 h 179"/>
                <a:gd name="T22" fmla="*/ 163 w 191"/>
                <a:gd name="T23" fmla="*/ 144 h 179"/>
                <a:gd name="T24" fmla="*/ 184 w 191"/>
                <a:gd name="T25" fmla="*/ 123 h 179"/>
                <a:gd name="T26" fmla="*/ 171 w 191"/>
                <a:gd name="T27" fmla="*/ 58 h 179"/>
                <a:gd name="T28" fmla="*/ 106 w 191"/>
                <a:gd name="T29" fmla="*/ 99 h 179"/>
                <a:gd name="T30" fmla="*/ 103 w 191"/>
                <a:gd name="T31" fmla="*/ 93 h 179"/>
                <a:gd name="T32" fmla="*/ 115 w 191"/>
                <a:gd name="T33" fmla="*/ 72 h 179"/>
                <a:gd name="T34" fmla="*/ 136 w 191"/>
                <a:gd name="T35" fmla="*/ 22 h 179"/>
                <a:gd name="T36" fmla="*/ 95 w 191"/>
                <a:gd name="T37" fmla="*/ 0 h 179"/>
                <a:gd name="T38" fmla="*/ 54 w 191"/>
                <a:gd name="T39" fmla="*/ 22 h 179"/>
                <a:gd name="T40" fmla="*/ 76 w 191"/>
                <a:gd name="T41" fmla="*/ 72 h 179"/>
                <a:gd name="T42" fmla="*/ 87 w 191"/>
                <a:gd name="T43" fmla="*/ 93 h 179"/>
                <a:gd name="T44" fmla="*/ 85 w 191"/>
                <a:gd name="T45" fmla="*/ 99 h 179"/>
                <a:gd name="T46" fmla="*/ 20 w 191"/>
                <a:gd name="T47" fmla="*/ 58 h 179"/>
                <a:gd name="T48" fmla="*/ 7 w 191"/>
                <a:gd name="T49" fmla="*/ 123 h 179"/>
                <a:gd name="T50" fmla="*/ 27 w 191"/>
                <a:gd name="T51" fmla="*/ 14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179">
                  <a:moveTo>
                    <a:pt x="27" y="144"/>
                  </a:moveTo>
                  <a:cubicBezTo>
                    <a:pt x="47" y="146"/>
                    <a:pt x="64" y="126"/>
                    <a:pt x="79" y="117"/>
                  </a:cubicBezTo>
                  <a:cubicBezTo>
                    <a:pt x="81" y="116"/>
                    <a:pt x="87" y="113"/>
                    <a:pt x="89" y="116"/>
                  </a:cubicBezTo>
                  <a:cubicBezTo>
                    <a:pt x="91" y="118"/>
                    <a:pt x="90" y="123"/>
                    <a:pt x="90" y="126"/>
                  </a:cubicBezTo>
                  <a:cubicBezTo>
                    <a:pt x="89" y="133"/>
                    <a:pt x="89" y="140"/>
                    <a:pt x="89" y="148"/>
                  </a:cubicBezTo>
                  <a:cubicBezTo>
                    <a:pt x="88" y="156"/>
                    <a:pt x="88" y="170"/>
                    <a:pt x="87" y="179"/>
                  </a:cubicBezTo>
                  <a:cubicBezTo>
                    <a:pt x="103" y="179"/>
                    <a:pt x="103" y="179"/>
                    <a:pt x="103" y="179"/>
                  </a:cubicBezTo>
                  <a:cubicBezTo>
                    <a:pt x="103" y="170"/>
                    <a:pt x="102" y="156"/>
                    <a:pt x="102" y="148"/>
                  </a:cubicBezTo>
                  <a:cubicBezTo>
                    <a:pt x="102" y="140"/>
                    <a:pt x="101" y="133"/>
                    <a:pt x="101" y="126"/>
                  </a:cubicBezTo>
                  <a:cubicBezTo>
                    <a:pt x="101" y="123"/>
                    <a:pt x="100" y="118"/>
                    <a:pt x="102" y="116"/>
                  </a:cubicBezTo>
                  <a:cubicBezTo>
                    <a:pt x="104" y="113"/>
                    <a:pt x="109" y="116"/>
                    <a:pt x="111" y="117"/>
                  </a:cubicBezTo>
                  <a:cubicBezTo>
                    <a:pt x="127" y="126"/>
                    <a:pt x="143" y="146"/>
                    <a:pt x="163" y="144"/>
                  </a:cubicBezTo>
                  <a:cubicBezTo>
                    <a:pt x="174" y="143"/>
                    <a:pt x="181" y="133"/>
                    <a:pt x="184" y="123"/>
                  </a:cubicBezTo>
                  <a:cubicBezTo>
                    <a:pt x="190" y="105"/>
                    <a:pt x="191" y="70"/>
                    <a:pt x="171" y="58"/>
                  </a:cubicBezTo>
                  <a:cubicBezTo>
                    <a:pt x="141" y="40"/>
                    <a:pt x="131" y="97"/>
                    <a:pt x="106" y="99"/>
                  </a:cubicBezTo>
                  <a:cubicBezTo>
                    <a:pt x="101" y="100"/>
                    <a:pt x="102" y="98"/>
                    <a:pt x="103" y="93"/>
                  </a:cubicBezTo>
                  <a:cubicBezTo>
                    <a:pt x="106" y="86"/>
                    <a:pt x="110" y="78"/>
                    <a:pt x="115" y="72"/>
                  </a:cubicBezTo>
                  <a:cubicBezTo>
                    <a:pt x="125" y="58"/>
                    <a:pt x="139" y="40"/>
                    <a:pt x="136" y="22"/>
                  </a:cubicBezTo>
                  <a:cubicBezTo>
                    <a:pt x="134" y="5"/>
                    <a:pt x="113" y="0"/>
                    <a:pt x="95" y="0"/>
                  </a:cubicBezTo>
                  <a:cubicBezTo>
                    <a:pt x="77" y="0"/>
                    <a:pt x="57" y="5"/>
                    <a:pt x="54" y="22"/>
                  </a:cubicBezTo>
                  <a:cubicBezTo>
                    <a:pt x="51" y="40"/>
                    <a:pt x="65" y="58"/>
                    <a:pt x="76" y="72"/>
                  </a:cubicBezTo>
                  <a:cubicBezTo>
                    <a:pt x="81" y="78"/>
                    <a:pt x="85" y="86"/>
                    <a:pt x="87" y="93"/>
                  </a:cubicBezTo>
                  <a:cubicBezTo>
                    <a:pt x="89" y="98"/>
                    <a:pt x="89" y="100"/>
                    <a:pt x="85" y="99"/>
                  </a:cubicBezTo>
                  <a:cubicBezTo>
                    <a:pt x="59" y="97"/>
                    <a:pt x="49" y="40"/>
                    <a:pt x="20" y="58"/>
                  </a:cubicBezTo>
                  <a:cubicBezTo>
                    <a:pt x="0" y="70"/>
                    <a:pt x="0" y="105"/>
                    <a:pt x="7" y="123"/>
                  </a:cubicBezTo>
                  <a:cubicBezTo>
                    <a:pt x="10" y="133"/>
                    <a:pt x="17" y="143"/>
                    <a:pt x="27" y="14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2" name="Freeform 302"/>
            <p:cNvSpPr>
              <a:spLocks/>
            </p:cNvSpPr>
            <p:nvPr/>
          </p:nvSpPr>
          <p:spPr bwMode="auto">
            <a:xfrm>
              <a:off x="1271588" y="2366963"/>
              <a:ext cx="511175" cy="547688"/>
            </a:xfrm>
            <a:custGeom>
              <a:avLst/>
              <a:gdLst>
                <a:gd name="T0" fmla="*/ 112 w 136"/>
                <a:gd name="T1" fmla="*/ 100 h 146"/>
                <a:gd name="T2" fmla="*/ 122 w 136"/>
                <a:gd name="T3" fmla="*/ 95 h 146"/>
                <a:gd name="T4" fmla="*/ 134 w 136"/>
                <a:gd name="T5" fmla="*/ 90 h 146"/>
                <a:gd name="T6" fmla="*/ 136 w 136"/>
                <a:gd name="T7" fmla="*/ 73 h 146"/>
                <a:gd name="T8" fmla="*/ 132 w 136"/>
                <a:gd name="T9" fmla="*/ 43 h 146"/>
                <a:gd name="T10" fmla="*/ 101 w 136"/>
                <a:gd name="T11" fmla="*/ 69 h 146"/>
                <a:gd name="T12" fmla="*/ 91 w 136"/>
                <a:gd name="T13" fmla="*/ 79 h 146"/>
                <a:gd name="T14" fmla="*/ 92 w 136"/>
                <a:gd name="T15" fmla="*/ 68 h 146"/>
                <a:gd name="T16" fmla="*/ 102 w 136"/>
                <a:gd name="T17" fmla="*/ 48 h 146"/>
                <a:gd name="T18" fmla="*/ 93 w 136"/>
                <a:gd name="T19" fmla="*/ 29 h 146"/>
                <a:gd name="T20" fmla="*/ 68 w 136"/>
                <a:gd name="T21" fmla="*/ 0 h 146"/>
                <a:gd name="T22" fmla="*/ 68 w 136"/>
                <a:gd name="T23" fmla="*/ 0 h 146"/>
                <a:gd name="T24" fmla="*/ 68 w 136"/>
                <a:gd name="T25" fmla="*/ 0 h 146"/>
                <a:gd name="T26" fmla="*/ 68 w 136"/>
                <a:gd name="T27" fmla="*/ 0 h 146"/>
                <a:gd name="T28" fmla="*/ 68 w 136"/>
                <a:gd name="T29" fmla="*/ 0 h 146"/>
                <a:gd name="T30" fmla="*/ 43 w 136"/>
                <a:gd name="T31" fmla="*/ 29 h 146"/>
                <a:gd name="T32" fmla="*/ 34 w 136"/>
                <a:gd name="T33" fmla="*/ 48 h 146"/>
                <a:gd name="T34" fmla="*/ 44 w 136"/>
                <a:gd name="T35" fmla="*/ 68 h 146"/>
                <a:gd name="T36" fmla="*/ 45 w 136"/>
                <a:gd name="T37" fmla="*/ 79 h 146"/>
                <a:gd name="T38" fmla="*/ 35 w 136"/>
                <a:gd name="T39" fmla="*/ 69 h 146"/>
                <a:gd name="T40" fmla="*/ 4 w 136"/>
                <a:gd name="T41" fmla="*/ 43 h 146"/>
                <a:gd name="T42" fmla="*/ 0 w 136"/>
                <a:gd name="T43" fmla="*/ 73 h 146"/>
                <a:gd name="T44" fmla="*/ 2 w 136"/>
                <a:gd name="T45" fmla="*/ 90 h 146"/>
                <a:gd name="T46" fmla="*/ 14 w 136"/>
                <a:gd name="T47" fmla="*/ 95 h 146"/>
                <a:gd name="T48" fmla="*/ 24 w 136"/>
                <a:gd name="T49" fmla="*/ 100 h 146"/>
                <a:gd name="T50" fmla="*/ 22 w 136"/>
                <a:gd name="T51" fmla="*/ 107 h 146"/>
                <a:gd name="T52" fmla="*/ 0 w 136"/>
                <a:gd name="T53" fmla="*/ 100 h 146"/>
                <a:gd name="T54" fmla="*/ 31 w 136"/>
                <a:gd name="T55" fmla="*/ 143 h 146"/>
                <a:gd name="T56" fmla="*/ 46 w 136"/>
                <a:gd name="T57" fmla="*/ 140 h 146"/>
                <a:gd name="T58" fmla="*/ 60 w 136"/>
                <a:gd name="T59" fmla="*/ 131 h 146"/>
                <a:gd name="T60" fmla="*/ 65 w 136"/>
                <a:gd name="T61" fmla="*/ 129 h 146"/>
                <a:gd name="T62" fmla="*/ 65 w 136"/>
                <a:gd name="T63" fmla="*/ 123 h 146"/>
                <a:gd name="T64" fmla="*/ 68 w 136"/>
                <a:gd name="T65" fmla="*/ 65 h 146"/>
                <a:gd name="T66" fmla="*/ 71 w 136"/>
                <a:gd name="T67" fmla="*/ 123 h 146"/>
                <a:gd name="T68" fmla="*/ 71 w 136"/>
                <a:gd name="T69" fmla="*/ 129 h 146"/>
                <a:gd name="T70" fmla="*/ 76 w 136"/>
                <a:gd name="T71" fmla="*/ 131 h 146"/>
                <a:gd name="T72" fmla="*/ 90 w 136"/>
                <a:gd name="T73" fmla="*/ 140 h 146"/>
                <a:gd name="T74" fmla="*/ 105 w 136"/>
                <a:gd name="T75" fmla="*/ 143 h 146"/>
                <a:gd name="T76" fmla="*/ 136 w 136"/>
                <a:gd name="T77" fmla="*/ 100 h 146"/>
                <a:gd name="T78" fmla="*/ 114 w 136"/>
                <a:gd name="T79" fmla="*/ 107 h 146"/>
                <a:gd name="T80" fmla="*/ 112 w 136"/>
                <a:gd name="T81" fmla="*/ 10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 h="146">
                  <a:moveTo>
                    <a:pt x="112" y="100"/>
                  </a:moveTo>
                  <a:cubicBezTo>
                    <a:pt x="115" y="97"/>
                    <a:pt x="119" y="96"/>
                    <a:pt x="122" y="95"/>
                  </a:cubicBezTo>
                  <a:cubicBezTo>
                    <a:pt x="126" y="94"/>
                    <a:pt x="130" y="93"/>
                    <a:pt x="134" y="90"/>
                  </a:cubicBezTo>
                  <a:cubicBezTo>
                    <a:pt x="135" y="85"/>
                    <a:pt x="136" y="79"/>
                    <a:pt x="136" y="73"/>
                  </a:cubicBezTo>
                  <a:cubicBezTo>
                    <a:pt x="134" y="63"/>
                    <a:pt x="132" y="53"/>
                    <a:pt x="132" y="43"/>
                  </a:cubicBezTo>
                  <a:cubicBezTo>
                    <a:pt x="120" y="50"/>
                    <a:pt x="105" y="54"/>
                    <a:pt x="101" y="69"/>
                  </a:cubicBezTo>
                  <a:cubicBezTo>
                    <a:pt x="101" y="72"/>
                    <a:pt x="96" y="82"/>
                    <a:pt x="91" y="79"/>
                  </a:cubicBezTo>
                  <a:cubicBezTo>
                    <a:pt x="87" y="76"/>
                    <a:pt x="90" y="71"/>
                    <a:pt x="92" y="68"/>
                  </a:cubicBezTo>
                  <a:cubicBezTo>
                    <a:pt x="96" y="61"/>
                    <a:pt x="102" y="56"/>
                    <a:pt x="102" y="48"/>
                  </a:cubicBezTo>
                  <a:cubicBezTo>
                    <a:pt x="102" y="41"/>
                    <a:pt x="97" y="34"/>
                    <a:pt x="93" y="29"/>
                  </a:cubicBezTo>
                  <a:cubicBezTo>
                    <a:pt x="85" y="19"/>
                    <a:pt x="75" y="11"/>
                    <a:pt x="68" y="0"/>
                  </a:cubicBezTo>
                  <a:cubicBezTo>
                    <a:pt x="68" y="0"/>
                    <a:pt x="68" y="0"/>
                    <a:pt x="68" y="0"/>
                  </a:cubicBezTo>
                  <a:cubicBezTo>
                    <a:pt x="68" y="0"/>
                    <a:pt x="68" y="0"/>
                    <a:pt x="68" y="0"/>
                  </a:cubicBezTo>
                  <a:cubicBezTo>
                    <a:pt x="68" y="0"/>
                    <a:pt x="68" y="0"/>
                    <a:pt x="68" y="0"/>
                  </a:cubicBezTo>
                  <a:cubicBezTo>
                    <a:pt x="68" y="0"/>
                    <a:pt x="68" y="0"/>
                    <a:pt x="68" y="0"/>
                  </a:cubicBezTo>
                  <a:cubicBezTo>
                    <a:pt x="61" y="11"/>
                    <a:pt x="51" y="19"/>
                    <a:pt x="43" y="29"/>
                  </a:cubicBezTo>
                  <a:cubicBezTo>
                    <a:pt x="39" y="34"/>
                    <a:pt x="34" y="41"/>
                    <a:pt x="34" y="48"/>
                  </a:cubicBezTo>
                  <a:cubicBezTo>
                    <a:pt x="34" y="56"/>
                    <a:pt x="40" y="61"/>
                    <a:pt x="44" y="68"/>
                  </a:cubicBezTo>
                  <a:cubicBezTo>
                    <a:pt x="46" y="71"/>
                    <a:pt x="49" y="76"/>
                    <a:pt x="45" y="79"/>
                  </a:cubicBezTo>
                  <a:cubicBezTo>
                    <a:pt x="40" y="82"/>
                    <a:pt x="35" y="72"/>
                    <a:pt x="35" y="69"/>
                  </a:cubicBezTo>
                  <a:cubicBezTo>
                    <a:pt x="31" y="54"/>
                    <a:pt x="16" y="50"/>
                    <a:pt x="4" y="43"/>
                  </a:cubicBezTo>
                  <a:cubicBezTo>
                    <a:pt x="4" y="53"/>
                    <a:pt x="2" y="63"/>
                    <a:pt x="0" y="73"/>
                  </a:cubicBezTo>
                  <a:cubicBezTo>
                    <a:pt x="0" y="79"/>
                    <a:pt x="1" y="85"/>
                    <a:pt x="2" y="90"/>
                  </a:cubicBezTo>
                  <a:cubicBezTo>
                    <a:pt x="6" y="93"/>
                    <a:pt x="10" y="94"/>
                    <a:pt x="14" y="95"/>
                  </a:cubicBezTo>
                  <a:cubicBezTo>
                    <a:pt x="17" y="96"/>
                    <a:pt x="21" y="97"/>
                    <a:pt x="24" y="100"/>
                  </a:cubicBezTo>
                  <a:cubicBezTo>
                    <a:pt x="27" y="102"/>
                    <a:pt x="27" y="108"/>
                    <a:pt x="22" y="107"/>
                  </a:cubicBezTo>
                  <a:cubicBezTo>
                    <a:pt x="14" y="106"/>
                    <a:pt x="8" y="99"/>
                    <a:pt x="0" y="100"/>
                  </a:cubicBezTo>
                  <a:cubicBezTo>
                    <a:pt x="4" y="118"/>
                    <a:pt x="13" y="135"/>
                    <a:pt x="31" y="143"/>
                  </a:cubicBezTo>
                  <a:cubicBezTo>
                    <a:pt x="38" y="146"/>
                    <a:pt x="40" y="144"/>
                    <a:pt x="46" y="140"/>
                  </a:cubicBezTo>
                  <a:cubicBezTo>
                    <a:pt x="51" y="136"/>
                    <a:pt x="54" y="133"/>
                    <a:pt x="60" y="131"/>
                  </a:cubicBezTo>
                  <a:cubicBezTo>
                    <a:pt x="62" y="131"/>
                    <a:pt x="64" y="132"/>
                    <a:pt x="65" y="129"/>
                  </a:cubicBezTo>
                  <a:cubicBezTo>
                    <a:pt x="65" y="127"/>
                    <a:pt x="65" y="125"/>
                    <a:pt x="65" y="123"/>
                  </a:cubicBezTo>
                  <a:cubicBezTo>
                    <a:pt x="66" y="100"/>
                    <a:pt x="67" y="87"/>
                    <a:pt x="68" y="65"/>
                  </a:cubicBezTo>
                  <a:cubicBezTo>
                    <a:pt x="69" y="87"/>
                    <a:pt x="70" y="100"/>
                    <a:pt x="71" y="123"/>
                  </a:cubicBezTo>
                  <a:cubicBezTo>
                    <a:pt x="71" y="125"/>
                    <a:pt x="71" y="127"/>
                    <a:pt x="71" y="129"/>
                  </a:cubicBezTo>
                  <a:cubicBezTo>
                    <a:pt x="72" y="132"/>
                    <a:pt x="74" y="131"/>
                    <a:pt x="76" y="131"/>
                  </a:cubicBezTo>
                  <a:cubicBezTo>
                    <a:pt x="82" y="133"/>
                    <a:pt x="85" y="136"/>
                    <a:pt x="90" y="140"/>
                  </a:cubicBezTo>
                  <a:cubicBezTo>
                    <a:pt x="96" y="144"/>
                    <a:pt x="98" y="146"/>
                    <a:pt x="105" y="143"/>
                  </a:cubicBezTo>
                  <a:cubicBezTo>
                    <a:pt x="123" y="135"/>
                    <a:pt x="132" y="118"/>
                    <a:pt x="136" y="100"/>
                  </a:cubicBezTo>
                  <a:cubicBezTo>
                    <a:pt x="128" y="99"/>
                    <a:pt x="122" y="106"/>
                    <a:pt x="114" y="107"/>
                  </a:cubicBezTo>
                  <a:cubicBezTo>
                    <a:pt x="109" y="108"/>
                    <a:pt x="109" y="102"/>
                    <a:pt x="112" y="10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3" name="Rectangle 303"/>
            <p:cNvSpPr>
              <a:spLocks noChangeArrowheads="1"/>
            </p:cNvSpPr>
            <p:nvPr/>
          </p:nvSpPr>
          <p:spPr bwMode="auto">
            <a:xfrm>
              <a:off x="1508125" y="2873375"/>
              <a:ext cx="38100" cy="165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4" name="Freeform 304"/>
            <p:cNvSpPr>
              <a:spLocks noEditPoints="1"/>
            </p:cNvSpPr>
            <p:nvPr/>
          </p:nvSpPr>
          <p:spPr bwMode="auto">
            <a:xfrm>
              <a:off x="885825" y="3767138"/>
              <a:ext cx="608013" cy="585788"/>
            </a:xfrm>
            <a:custGeom>
              <a:avLst/>
              <a:gdLst>
                <a:gd name="T0" fmla="*/ 83 w 162"/>
                <a:gd name="T1" fmla="*/ 153 h 156"/>
                <a:gd name="T2" fmla="*/ 111 w 162"/>
                <a:gd name="T3" fmla="*/ 151 h 156"/>
                <a:gd name="T4" fmla="*/ 138 w 162"/>
                <a:gd name="T5" fmla="*/ 108 h 156"/>
                <a:gd name="T6" fmla="*/ 162 w 162"/>
                <a:gd name="T7" fmla="*/ 0 h 156"/>
                <a:gd name="T8" fmla="*/ 83 w 162"/>
                <a:gd name="T9" fmla="*/ 17 h 156"/>
                <a:gd name="T10" fmla="*/ 83 w 162"/>
                <a:gd name="T11" fmla="*/ 33 h 156"/>
                <a:gd name="T12" fmla="*/ 142 w 162"/>
                <a:gd name="T13" fmla="*/ 20 h 156"/>
                <a:gd name="T14" fmla="*/ 123 w 162"/>
                <a:gd name="T15" fmla="*/ 101 h 156"/>
                <a:gd name="T16" fmla="*/ 109 w 162"/>
                <a:gd name="T17" fmla="*/ 132 h 156"/>
                <a:gd name="T18" fmla="*/ 83 w 162"/>
                <a:gd name="T19" fmla="*/ 135 h 156"/>
                <a:gd name="T20" fmla="*/ 83 w 162"/>
                <a:gd name="T21" fmla="*/ 153 h 156"/>
                <a:gd name="T22" fmla="*/ 83 w 162"/>
                <a:gd name="T23" fmla="*/ 115 h 156"/>
                <a:gd name="T24" fmla="*/ 83 w 162"/>
                <a:gd name="T25" fmla="*/ 100 h 156"/>
                <a:gd name="T26" fmla="*/ 111 w 162"/>
                <a:gd name="T27" fmla="*/ 100 h 156"/>
                <a:gd name="T28" fmla="*/ 107 w 162"/>
                <a:gd name="T29" fmla="*/ 113 h 156"/>
                <a:gd name="T30" fmla="*/ 100 w 162"/>
                <a:gd name="T31" fmla="*/ 115 h 156"/>
                <a:gd name="T32" fmla="*/ 83 w 162"/>
                <a:gd name="T33" fmla="*/ 115 h 156"/>
                <a:gd name="T34" fmla="*/ 83 w 162"/>
                <a:gd name="T35" fmla="*/ 90 h 156"/>
                <a:gd name="T36" fmla="*/ 83 w 162"/>
                <a:gd name="T37" fmla="*/ 47 h 156"/>
                <a:gd name="T38" fmla="*/ 92 w 162"/>
                <a:gd name="T39" fmla="*/ 44 h 156"/>
                <a:gd name="T40" fmla="*/ 91 w 162"/>
                <a:gd name="T41" fmla="*/ 60 h 156"/>
                <a:gd name="T42" fmla="*/ 110 w 162"/>
                <a:gd name="T43" fmla="*/ 42 h 156"/>
                <a:gd name="T44" fmla="*/ 126 w 162"/>
                <a:gd name="T45" fmla="*/ 36 h 156"/>
                <a:gd name="T46" fmla="*/ 120 w 162"/>
                <a:gd name="T47" fmla="*/ 53 h 156"/>
                <a:gd name="T48" fmla="*/ 102 w 162"/>
                <a:gd name="T49" fmla="*/ 71 h 156"/>
                <a:gd name="T50" fmla="*/ 118 w 162"/>
                <a:gd name="T51" fmla="*/ 71 h 156"/>
                <a:gd name="T52" fmla="*/ 114 w 162"/>
                <a:gd name="T53" fmla="*/ 86 h 156"/>
                <a:gd name="T54" fmla="*/ 99 w 162"/>
                <a:gd name="T55" fmla="*/ 87 h 156"/>
                <a:gd name="T56" fmla="*/ 85 w 162"/>
                <a:gd name="T57" fmla="*/ 88 h 156"/>
                <a:gd name="T58" fmla="*/ 83 w 162"/>
                <a:gd name="T59" fmla="*/ 90 h 156"/>
                <a:gd name="T60" fmla="*/ 20 w 162"/>
                <a:gd name="T61" fmla="*/ 143 h 156"/>
                <a:gd name="T62" fmla="*/ 25 w 162"/>
                <a:gd name="T63" fmla="*/ 148 h 156"/>
                <a:gd name="T64" fmla="*/ 53 w 162"/>
                <a:gd name="T65" fmla="*/ 120 h 156"/>
                <a:gd name="T66" fmla="*/ 83 w 162"/>
                <a:gd name="T67" fmla="*/ 153 h 156"/>
                <a:gd name="T68" fmla="*/ 83 w 162"/>
                <a:gd name="T69" fmla="*/ 135 h 156"/>
                <a:gd name="T70" fmla="*/ 69 w 162"/>
                <a:gd name="T71" fmla="*/ 115 h 156"/>
                <a:gd name="T72" fmla="*/ 83 w 162"/>
                <a:gd name="T73" fmla="*/ 115 h 156"/>
                <a:gd name="T74" fmla="*/ 83 w 162"/>
                <a:gd name="T75" fmla="*/ 100 h 156"/>
                <a:gd name="T76" fmla="*/ 73 w 162"/>
                <a:gd name="T77" fmla="*/ 100 h 156"/>
                <a:gd name="T78" fmla="*/ 83 w 162"/>
                <a:gd name="T79" fmla="*/ 90 h 156"/>
                <a:gd name="T80" fmla="*/ 83 w 162"/>
                <a:gd name="T81" fmla="*/ 47 h 156"/>
                <a:gd name="T82" fmla="*/ 76 w 162"/>
                <a:gd name="T83" fmla="*/ 49 h 156"/>
                <a:gd name="T84" fmla="*/ 75 w 162"/>
                <a:gd name="T85" fmla="*/ 63 h 156"/>
                <a:gd name="T86" fmla="*/ 75 w 162"/>
                <a:gd name="T87" fmla="*/ 77 h 156"/>
                <a:gd name="T88" fmla="*/ 63 w 162"/>
                <a:gd name="T89" fmla="*/ 89 h 156"/>
                <a:gd name="T90" fmla="*/ 63 w 162"/>
                <a:gd name="T91" fmla="*/ 51 h 156"/>
                <a:gd name="T92" fmla="*/ 49 w 162"/>
                <a:gd name="T93" fmla="*/ 55 h 156"/>
                <a:gd name="T94" fmla="*/ 47 w 162"/>
                <a:gd name="T95" fmla="*/ 63 h 156"/>
                <a:gd name="T96" fmla="*/ 47 w 162"/>
                <a:gd name="T97" fmla="*/ 93 h 156"/>
                <a:gd name="T98" fmla="*/ 30 w 162"/>
                <a:gd name="T99" fmla="*/ 53 h 156"/>
                <a:gd name="T100" fmla="*/ 30 w 162"/>
                <a:gd name="T101" fmla="*/ 53 h 156"/>
                <a:gd name="T102" fmla="*/ 62 w 162"/>
                <a:gd name="T103" fmla="*/ 39 h 156"/>
                <a:gd name="T104" fmla="*/ 83 w 162"/>
                <a:gd name="T105" fmla="*/ 33 h 156"/>
                <a:gd name="T106" fmla="*/ 83 w 162"/>
                <a:gd name="T107" fmla="*/ 17 h 156"/>
                <a:gd name="T108" fmla="*/ 54 w 162"/>
                <a:gd name="T109" fmla="*/ 24 h 156"/>
                <a:gd name="T110" fmla="*/ 11 w 162"/>
                <a:gd name="T111" fmla="*/ 51 h 156"/>
                <a:gd name="T112" fmla="*/ 42 w 162"/>
                <a:gd name="T113" fmla="*/ 110 h 156"/>
                <a:gd name="T114" fmla="*/ 14 w 162"/>
                <a:gd name="T115" fmla="*/ 138 h 156"/>
                <a:gd name="T116" fmla="*/ 20 w 162"/>
                <a:gd name="T117" fmla="*/ 14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2" h="156">
                  <a:moveTo>
                    <a:pt x="83" y="153"/>
                  </a:moveTo>
                  <a:cubicBezTo>
                    <a:pt x="92" y="156"/>
                    <a:pt x="102" y="155"/>
                    <a:pt x="111" y="151"/>
                  </a:cubicBezTo>
                  <a:cubicBezTo>
                    <a:pt x="129" y="143"/>
                    <a:pt x="133" y="125"/>
                    <a:pt x="138" y="108"/>
                  </a:cubicBezTo>
                  <a:cubicBezTo>
                    <a:pt x="147" y="72"/>
                    <a:pt x="155" y="36"/>
                    <a:pt x="162" y="0"/>
                  </a:cubicBezTo>
                  <a:cubicBezTo>
                    <a:pt x="136" y="5"/>
                    <a:pt x="109" y="11"/>
                    <a:pt x="83" y="17"/>
                  </a:cubicBezTo>
                  <a:cubicBezTo>
                    <a:pt x="83" y="33"/>
                    <a:pt x="83" y="33"/>
                    <a:pt x="83" y="33"/>
                  </a:cubicBezTo>
                  <a:cubicBezTo>
                    <a:pt x="103" y="28"/>
                    <a:pt x="122" y="24"/>
                    <a:pt x="142" y="20"/>
                  </a:cubicBezTo>
                  <a:cubicBezTo>
                    <a:pt x="138" y="47"/>
                    <a:pt x="130" y="74"/>
                    <a:pt x="123" y="101"/>
                  </a:cubicBezTo>
                  <a:cubicBezTo>
                    <a:pt x="121" y="112"/>
                    <a:pt x="119" y="125"/>
                    <a:pt x="109" y="132"/>
                  </a:cubicBezTo>
                  <a:cubicBezTo>
                    <a:pt x="101" y="139"/>
                    <a:pt x="91" y="139"/>
                    <a:pt x="83" y="135"/>
                  </a:cubicBezTo>
                  <a:cubicBezTo>
                    <a:pt x="83" y="153"/>
                    <a:pt x="83" y="153"/>
                    <a:pt x="83" y="153"/>
                  </a:cubicBezTo>
                  <a:close/>
                  <a:moveTo>
                    <a:pt x="83" y="115"/>
                  </a:moveTo>
                  <a:cubicBezTo>
                    <a:pt x="83" y="100"/>
                    <a:pt x="83" y="100"/>
                    <a:pt x="83" y="100"/>
                  </a:cubicBezTo>
                  <a:cubicBezTo>
                    <a:pt x="111" y="100"/>
                    <a:pt x="111" y="100"/>
                    <a:pt x="111" y="100"/>
                  </a:cubicBezTo>
                  <a:cubicBezTo>
                    <a:pt x="110" y="104"/>
                    <a:pt x="109" y="109"/>
                    <a:pt x="107" y="113"/>
                  </a:cubicBezTo>
                  <a:cubicBezTo>
                    <a:pt x="106" y="117"/>
                    <a:pt x="103" y="115"/>
                    <a:pt x="100" y="115"/>
                  </a:cubicBezTo>
                  <a:cubicBezTo>
                    <a:pt x="83" y="115"/>
                    <a:pt x="83" y="115"/>
                    <a:pt x="83" y="115"/>
                  </a:cubicBezTo>
                  <a:close/>
                  <a:moveTo>
                    <a:pt x="83" y="90"/>
                  </a:moveTo>
                  <a:cubicBezTo>
                    <a:pt x="83" y="47"/>
                    <a:pt x="83" y="47"/>
                    <a:pt x="83" y="47"/>
                  </a:cubicBezTo>
                  <a:cubicBezTo>
                    <a:pt x="92" y="44"/>
                    <a:pt x="92" y="44"/>
                    <a:pt x="92" y="44"/>
                  </a:cubicBezTo>
                  <a:cubicBezTo>
                    <a:pt x="91" y="60"/>
                    <a:pt x="91" y="60"/>
                    <a:pt x="91" y="60"/>
                  </a:cubicBezTo>
                  <a:cubicBezTo>
                    <a:pt x="98" y="54"/>
                    <a:pt x="104" y="48"/>
                    <a:pt x="110" y="42"/>
                  </a:cubicBezTo>
                  <a:cubicBezTo>
                    <a:pt x="114" y="38"/>
                    <a:pt x="120" y="38"/>
                    <a:pt x="126" y="36"/>
                  </a:cubicBezTo>
                  <a:cubicBezTo>
                    <a:pt x="125" y="42"/>
                    <a:pt x="125" y="48"/>
                    <a:pt x="120" y="53"/>
                  </a:cubicBezTo>
                  <a:cubicBezTo>
                    <a:pt x="114" y="59"/>
                    <a:pt x="108" y="65"/>
                    <a:pt x="102" y="71"/>
                  </a:cubicBezTo>
                  <a:cubicBezTo>
                    <a:pt x="118" y="71"/>
                    <a:pt x="118" y="71"/>
                    <a:pt x="118" y="71"/>
                  </a:cubicBezTo>
                  <a:cubicBezTo>
                    <a:pt x="117" y="76"/>
                    <a:pt x="115" y="81"/>
                    <a:pt x="114" y="86"/>
                  </a:cubicBezTo>
                  <a:cubicBezTo>
                    <a:pt x="113" y="89"/>
                    <a:pt x="102" y="87"/>
                    <a:pt x="99" y="87"/>
                  </a:cubicBezTo>
                  <a:cubicBezTo>
                    <a:pt x="97" y="87"/>
                    <a:pt x="87" y="86"/>
                    <a:pt x="85" y="88"/>
                  </a:cubicBezTo>
                  <a:lnTo>
                    <a:pt x="83" y="90"/>
                  </a:lnTo>
                  <a:close/>
                  <a:moveTo>
                    <a:pt x="20" y="143"/>
                  </a:moveTo>
                  <a:cubicBezTo>
                    <a:pt x="25" y="148"/>
                    <a:pt x="25" y="148"/>
                    <a:pt x="25" y="148"/>
                  </a:cubicBezTo>
                  <a:cubicBezTo>
                    <a:pt x="53" y="120"/>
                    <a:pt x="53" y="120"/>
                    <a:pt x="53" y="120"/>
                  </a:cubicBezTo>
                  <a:cubicBezTo>
                    <a:pt x="56" y="137"/>
                    <a:pt x="69" y="149"/>
                    <a:pt x="83" y="153"/>
                  </a:cubicBezTo>
                  <a:cubicBezTo>
                    <a:pt x="83" y="135"/>
                    <a:pt x="83" y="135"/>
                    <a:pt x="83" y="135"/>
                  </a:cubicBezTo>
                  <a:cubicBezTo>
                    <a:pt x="76" y="132"/>
                    <a:pt x="70" y="125"/>
                    <a:pt x="69" y="115"/>
                  </a:cubicBezTo>
                  <a:cubicBezTo>
                    <a:pt x="83" y="115"/>
                    <a:pt x="83" y="115"/>
                    <a:pt x="83" y="115"/>
                  </a:cubicBezTo>
                  <a:cubicBezTo>
                    <a:pt x="83" y="100"/>
                    <a:pt x="83" y="100"/>
                    <a:pt x="83" y="100"/>
                  </a:cubicBezTo>
                  <a:cubicBezTo>
                    <a:pt x="73" y="100"/>
                    <a:pt x="73" y="100"/>
                    <a:pt x="73" y="100"/>
                  </a:cubicBezTo>
                  <a:cubicBezTo>
                    <a:pt x="83" y="90"/>
                    <a:pt x="83" y="90"/>
                    <a:pt x="83" y="90"/>
                  </a:cubicBezTo>
                  <a:cubicBezTo>
                    <a:pt x="83" y="47"/>
                    <a:pt x="83" y="47"/>
                    <a:pt x="83" y="47"/>
                  </a:cubicBezTo>
                  <a:cubicBezTo>
                    <a:pt x="76" y="49"/>
                    <a:pt x="76" y="49"/>
                    <a:pt x="76" y="49"/>
                  </a:cubicBezTo>
                  <a:cubicBezTo>
                    <a:pt x="74" y="49"/>
                    <a:pt x="75" y="61"/>
                    <a:pt x="75" y="63"/>
                  </a:cubicBezTo>
                  <a:cubicBezTo>
                    <a:pt x="75" y="65"/>
                    <a:pt x="77" y="75"/>
                    <a:pt x="75" y="77"/>
                  </a:cubicBezTo>
                  <a:cubicBezTo>
                    <a:pt x="71" y="81"/>
                    <a:pt x="67" y="85"/>
                    <a:pt x="63" y="89"/>
                  </a:cubicBezTo>
                  <a:cubicBezTo>
                    <a:pt x="63" y="51"/>
                    <a:pt x="63" y="51"/>
                    <a:pt x="63" y="51"/>
                  </a:cubicBezTo>
                  <a:cubicBezTo>
                    <a:pt x="58" y="52"/>
                    <a:pt x="54" y="54"/>
                    <a:pt x="49" y="55"/>
                  </a:cubicBezTo>
                  <a:cubicBezTo>
                    <a:pt x="46" y="56"/>
                    <a:pt x="47" y="60"/>
                    <a:pt x="47" y="63"/>
                  </a:cubicBezTo>
                  <a:cubicBezTo>
                    <a:pt x="47" y="73"/>
                    <a:pt x="47" y="83"/>
                    <a:pt x="47" y="93"/>
                  </a:cubicBezTo>
                  <a:cubicBezTo>
                    <a:pt x="27" y="91"/>
                    <a:pt x="18" y="69"/>
                    <a:pt x="30" y="53"/>
                  </a:cubicBezTo>
                  <a:cubicBezTo>
                    <a:pt x="30" y="53"/>
                    <a:pt x="30" y="53"/>
                    <a:pt x="30" y="53"/>
                  </a:cubicBezTo>
                  <a:cubicBezTo>
                    <a:pt x="38" y="44"/>
                    <a:pt x="50" y="42"/>
                    <a:pt x="62" y="39"/>
                  </a:cubicBezTo>
                  <a:cubicBezTo>
                    <a:pt x="69" y="37"/>
                    <a:pt x="76" y="35"/>
                    <a:pt x="83" y="33"/>
                  </a:cubicBezTo>
                  <a:cubicBezTo>
                    <a:pt x="83" y="17"/>
                    <a:pt x="83" y="17"/>
                    <a:pt x="83" y="17"/>
                  </a:cubicBezTo>
                  <a:cubicBezTo>
                    <a:pt x="74" y="19"/>
                    <a:pt x="64" y="22"/>
                    <a:pt x="54" y="24"/>
                  </a:cubicBezTo>
                  <a:cubicBezTo>
                    <a:pt x="37" y="29"/>
                    <a:pt x="20" y="34"/>
                    <a:pt x="11" y="51"/>
                  </a:cubicBezTo>
                  <a:cubicBezTo>
                    <a:pt x="0" y="76"/>
                    <a:pt x="16" y="104"/>
                    <a:pt x="42" y="110"/>
                  </a:cubicBezTo>
                  <a:cubicBezTo>
                    <a:pt x="14" y="138"/>
                    <a:pt x="14" y="138"/>
                    <a:pt x="14" y="138"/>
                  </a:cubicBezTo>
                  <a:lnTo>
                    <a:pt x="20" y="14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5" name="Freeform 305"/>
            <p:cNvSpPr>
              <a:spLocks noEditPoints="1"/>
            </p:cNvSpPr>
            <p:nvPr/>
          </p:nvSpPr>
          <p:spPr bwMode="auto">
            <a:xfrm>
              <a:off x="1962150" y="1644650"/>
              <a:ext cx="676275" cy="338138"/>
            </a:xfrm>
            <a:custGeom>
              <a:avLst/>
              <a:gdLst>
                <a:gd name="T0" fmla="*/ 154 w 180"/>
                <a:gd name="T1" fmla="*/ 63 h 90"/>
                <a:gd name="T2" fmla="*/ 180 w 180"/>
                <a:gd name="T3" fmla="*/ 32 h 90"/>
                <a:gd name="T4" fmla="*/ 154 w 180"/>
                <a:gd name="T5" fmla="*/ 1 h 90"/>
                <a:gd name="T6" fmla="*/ 154 w 180"/>
                <a:gd name="T7" fmla="*/ 15 h 90"/>
                <a:gd name="T8" fmla="*/ 166 w 180"/>
                <a:gd name="T9" fmla="*/ 32 h 90"/>
                <a:gd name="T10" fmla="*/ 154 w 180"/>
                <a:gd name="T11" fmla="*/ 49 h 90"/>
                <a:gd name="T12" fmla="*/ 154 w 180"/>
                <a:gd name="T13" fmla="*/ 63 h 90"/>
                <a:gd name="T14" fmla="*/ 76 w 180"/>
                <a:gd name="T15" fmla="*/ 90 h 90"/>
                <a:gd name="T16" fmla="*/ 135 w 180"/>
                <a:gd name="T17" fmla="*/ 61 h 90"/>
                <a:gd name="T18" fmla="*/ 148 w 180"/>
                <a:gd name="T19" fmla="*/ 64 h 90"/>
                <a:gd name="T20" fmla="*/ 154 w 180"/>
                <a:gd name="T21" fmla="*/ 63 h 90"/>
                <a:gd name="T22" fmla="*/ 154 w 180"/>
                <a:gd name="T23" fmla="*/ 49 h 90"/>
                <a:gd name="T24" fmla="*/ 148 w 180"/>
                <a:gd name="T25" fmla="*/ 50 h 90"/>
                <a:gd name="T26" fmla="*/ 143 w 180"/>
                <a:gd name="T27" fmla="*/ 49 h 90"/>
                <a:gd name="T28" fmla="*/ 151 w 180"/>
                <a:gd name="T29" fmla="*/ 14 h 90"/>
                <a:gd name="T30" fmla="*/ 151 w 180"/>
                <a:gd name="T31" fmla="*/ 14 h 90"/>
                <a:gd name="T32" fmla="*/ 151 w 180"/>
                <a:gd name="T33" fmla="*/ 14 h 90"/>
                <a:gd name="T34" fmla="*/ 154 w 180"/>
                <a:gd name="T35" fmla="*/ 15 h 90"/>
                <a:gd name="T36" fmla="*/ 154 w 180"/>
                <a:gd name="T37" fmla="*/ 1 h 90"/>
                <a:gd name="T38" fmla="*/ 150 w 180"/>
                <a:gd name="T39" fmla="*/ 0 h 90"/>
                <a:gd name="T40" fmla="*/ 150 w 180"/>
                <a:gd name="T41" fmla="*/ 0 h 90"/>
                <a:gd name="T42" fmla="*/ 1 w 180"/>
                <a:gd name="T43" fmla="*/ 0 h 90"/>
                <a:gd name="T44" fmla="*/ 0 w 180"/>
                <a:gd name="T45" fmla="*/ 14 h 90"/>
                <a:gd name="T46" fmla="*/ 76 w 180"/>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 h="90">
                  <a:moveTo>
                    <a:pt x="154" y="63"/>
                  </a:moveTo>
                  <a:cubicBezTo>
                    <a:pt x="169" y="60"/>
                    <a:pt x="180" y="48"/>
                    <a:pt x="180" y="32"/>
                  </a:cubicBezTo>
                  <a:cubicBezTo>
                    <a:pt x="180" y="17"/>
                    <a:pt x="169" y="4"/>
                    <a:pt x="154" y="1"/>
                  </a:cubicBezTo>
                  <a:cubicBezTo>
                    <a:pt x="154" y="15"/>
                    <a:pt x="154" y="15"/>
                    <a:pt x="154" y="15"/>
                  </a:cubicBezTo>
                  <a:cubicBezTo>
                    <a:pt x="161" y="18"/>
                    <a:pt x="166" y="24"/>
                    <a:pt x="166" y="32"/>
                  </a:cubicBezTo>
                  <a:cubicBezTo>
                    <a:pt x="166" y="40"/>
                    <a:pt x="161" y="46"/>
                    <a:pt x="154" y="49"/>
                  </a:cubicBezTo>
                  <a:lnTo>
                    <a:pt x="154" y="63"/>
                  </a:lnTo>
                  <a:close/>
                  <a:moveTo>
                    <a:pt x="76" y="90"/>
                  </a:moveTo>
                  <a:cubicBezTo>
                    <a:pt x="100" y="90"/>
                    <a:pt x="121" y="78"/>
                    <a:pt x="135" y="61"/>
                  </a:cubicBezTo>
                  <a:cubicBezTo>
                    <a:pt x="139" y="63"/>
                    <a:pt x="144" y="64"/>
                    <a:pt x="148" y="64"/>
                  </a:cubicBezTo>
                  <a:cubicBezTo>
                    <a:pt x="150" y="64"/>
                    <a:pt x="152" y="64"/>
                    <a:pt x="154" y="63"/>
                  </a:cubicBezTo>
                  <a:cubicBezTo>
                    <a:pt x="154" y="49"/>
                    <a:pt x="154" y="49"/>
                    <a:pt x="154" y="49"/>
                  </a:cubicBezTo>
                  <a:cubicBezTo>
                    <a:pt x="153" y="50"/>
                    <a:pt x="150" y="50"/>
                    <a:pt x="148" y="50"/>
                  </a:cubicBezTo>
                  <a:cubicBezTo>
                    <a:pt x="146" y="50"/>
                    <a:pt x="144" y="50"/>
                    <a:pt x="143" y="49"/>
                  </a:cubicBezTo>
                  <a:cubicBezTo>
                    <a:pt x="148" y="39"/>
                    <a:pt x="151" y="27"/>
                    <a:pt x="151" y="14"/>
                  </a:cubicBezTo>
                  <a:cubicBezTo>
                    <a:pt x="151" y="14"/>
                    <a:pt x="151" y="14"/>
                    <a:pt x="151" y="14"/>
                  </a:cubicBezTo>
                  <a:cubicBezTo>
                    <a:pt x="151" y="14"/>
                    <a:pt x="151" y="14"/>
                    <a:pt x="151" y="14"/>
                  </a:cubicBezTo>
                  <a:cubicBezTo>
                    <a:pt x="152" y="14"/>
                    <a:pt x="153" y="15"/>
                    <a:pt x="154" y="15"/>
                  </a:cubicBezTo>
                  <a:cubicBezTo>
                    <a:pt x="154" y="1"/>
                    <a:pt x="154" y="1"/>
                    <a:pt x="154" y="1"/>
                  </a:cubicBezTo>
                  <a:cubicBezTo>
                    <a:pt x="153" y="0"/>
                    <a:pt x="151" y="0"/>
                    <a:pt x="150" y="0"/>
                  </a:cubicBezTo>
                  <a:cubicBezTo>
                    <a:pt x="150" y="0"/>
                    <a:pt x="150" y="0"/>
                    <a:pt x="150" y="0"/>
                  </a:cubicBezTo>
                  <a:cubicBezTo>
                    <a:pt x="1" y="0"/>
                    <a:pt x="1" y="0"/>
                    <a:pt x="1" y="0"/>
                  </a:cubicBezTo>
                  <a:cubicBezTo>
                    <a:pt x="1" y="5"/>
                    <a:pt x="0" y="9"/>
                    <a:pt x="0" y="14"/>
                  </a:cubicBezTo>
                  <a:cubicBezTo>
                    <a:pt x="0" y="56"/>
                    <a:pt x="34" y="90"/>
                    <a:pt x="76" y="9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6" name="Rectangle 306"/>
            <p:cNvSpPr>
              <a:spLocks noChangeArrowheads="1"/>
            </p:cNvSpPr>
            <p:nvPr/>
          </p:nvSpPr>
          <p:spPr bwMode="auto">
            <a:xfrm>
              <a:off x="1962150" y="2012950"/>
              <a:ext cx="612775" cy="4921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7" name="Freeform 307"/>
            <p:cNvSpPr>
              <a:spLocks/>
            </p:cNvSpPr>
            <p:nvPr/>
          </p:nvSpPr>
          <p:spPr bwMode="auto">
            <a:xfrm>
              <a:off x="2101850" y="1347788"/>
              <a:ext cx="112713" cy="277813"/>
            </a:xfrm>
            <a:custGeom>
              <a:avLst/>
              <a:gdLst>
                <a:gd name="T0" fmla="*/ 11 w 30"/>
                <a:gd name="T1" fmla="*/ 56 h 74"/>
                <a:gd name="T2" fmla="*/ 15 w 30"/>
                <a:gd name="T3" fmla="*/ 71 h 74"/>
                <a:gd name="T4" fmla="*/ 27 w 30"/>
                <a:gd name="T5" fmla="*/ 45 h 74"/>
                <a:gd name="T6" fmla="*/ 20 w 30"/>
                <a:gd name="T7" fmla="*/ 30 h 74"/>
                <a:gd name="T8" fmla="*/ 19 w 30"/>
                <a:gd name="T9" fmla="*/ 18 h 74"/>
                <a:gd name="T10" fmla="*/ 11 w 30"/>
                <a:gd name="T11" fmla="*/ 5 h 74"/>
                <a:gd name="T12" fmla="*/ 4 w 30"/>
                <a:gd name="T13" fmla="*/ 31 h 74"/>
                <a:gd name="T14" fmla="*/ 11 w 30"/>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74">
                  <a:moveTo>
                    <a:pt x="11" y="56"/>
                  </a:moveTo>
                  <a:cubicBezTo>
                    <a:pt x="1" y="59"/>
                    <a:pt x="5" y="74"/>
                    <a:pt x="15" y="71"/>
                  </a:cubicBezTo>
                  <a:cubicBezTo>
                    <a:pt x="26" y="67"/>
                    <a:pt x="30" y="56"/>
                    <a:pt x="27" y="45"/>
                  </a:cubicBezTo>
                  <a:cubicBezTo>
                    <a:pt x="26" y="40"/>
                    <a:pt x="22" y="35"/>
                    <a:pt x="20" y="30"/>
                  </a:cubicBezTo>
                  <a:cubicBezTo>
                    <a:pt x="18" y="27"/>
                    <a:pt x="15" y="21"/>
                    <a:pt x="19" y="18"/>
                  </a:cubicBezTo>
                  <a:cubicBezTo>
                    <a:pt x="28" y="13"/>
                    <a:pt x="20" y="0"/>
                    <a:pt x="11" y="5"/>
                  </a:cubicBezTo>
                  <a:cubicBezTo>
                    <a:pt x="2" y="11"/>
                    <a:pt x="0" y="22"/>
                    <a:pt x="4" y="31"/>
                  </a:cubicBezTo>
                  <a:cubicBezTo>
                    <a:pt x="5" y="35"/>
                    <a:pt x="18" y="54"/>
                    <a:pt x="11" y="5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8" name="Freeform 308"/>
            <p:cNvSpPr>
              <a:spLocks/>
            </p:cNvSpPr>
            <p:nvPr/>
          </p:nvSpPr>
          <p:spPr bwMode="auto">
            <a:xfrm>
              <a:off x="2262188" y="1347788"/>
              <a:ext cx="109538" cy="277813"/>
            </a:xfrm>
            <a:custGeom>
              <a:avLst/>
              <a:gdLst>
                <a:gd name="T0" fmla="*/ 10 w 29"/>
                <a:gd name="T1" fmla="*/ 56 h 74"/>
                <a:gd name="T2" fmla="*/ 14 w 29"/>
                <a:gd name="T3" fmla="*/ 71 h 74"/>
                <a:gd name="T4" fmla="*/ 26 w 29"/>
                <a:gd name="T5" fmla="*/ 45 h 74"/>
                <a:gd name="T6" fmla="*/ 19 w 29"/>
                <a:gd name="T7" fmla="*/ 30 h 74"/>
                <a:gd name="T8" fmla="*/ 19 w 29"/>
                <a:gd name="T9" fmla="*/ 18 h 74"/>
                <a:gd name="T10" fmla="*/ 11 w 29"/>
                <a:gd name="T11" fmla="*/ 5 h 74"/>
                <a:gd name="T12" fmla="*/ 3 w 29"/>
                <a:gd name="T13" fmla="*/ 31 h 74"/>
                <a:gd name="T14" fmla="*/ 10 w 29"/>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4">
                  <a:moveTo>
                    <a:pt x="10" y="56"/>
                  </a:moveTo>
                  <a:cubicBezTo>
                    <a:pt x="1" y="59"/>
                    <a:pt x="5" y="74"/>
                    <a:pt x="14" y="71"/>
                  </a:cubicBezTo>
                  <a:cubicBezTo>
                    <a:pt x="25" y="67"/>
                    <a:pt x="29" y="56"/>
                    <a:pt x="26" y="45"/>
                  </a:cubicBezTo>
                  <a:cubicBezTo>
                    <a:pt x="25" y="40"/>
                    <a:pt x="22" y="35"/>
                    <a:pt x="19" y="30"/>
                  </a:cubicBezTo>
                  <a:cubicBezTo>
                    <a:pt x="18" y="27"/>
                    <a:pt x="15" y="21"/>
                    <a:pt x="19" y="18"/>
                  </a:cubicBezTo>
                  <a:cubicBezTo>
                    <a:pt x="27" y="13"/>
                    <a:pt x="19" y="0"/>
                    <a:pt x="11" y="5"/>
                  </a:cubicBezTo>
                  <a:cubicBezTo>
                    <a:pt x="2" y="11"/>
                    <a:pt x="0" y="22"/>
                    <a:pt x="3" y="31"/>
                  </a:cubicBezTo>
                  <a:cubicBezTo>
                    <a:pt x="4" y="35"/>
                    <a:pt x="17" y="54"/>
                    <a:pt x="10" y="5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9" name="Freeform 309"/>
            <p:cNvSpPr>
              <a:spLocks/>
            </p:cNvSpPr>
            <p:nvPr/>
          </p:nvSpPr>
          <p:spPr bwMode="auto">
            <a:xfrm>
              <a:off x="1703388" y="0"/>
              <a:ext cx="574675" cy="401638"/>
            </a:xfrm>
            <a:custGeom>
              <a:avLst/>
              <a:gdLst>
                <a:gd name="T0" fmla="*/ 45 w 153"/>
                <a:gd name="T1" fmla="*/ 0 h 107"/>
                <a:gd name="T2" fmla="*/ 0 w 153"/>
                <a:gd name="T3" fmla="*/ 70 h 107"/>
                <a:gd name="T4" fmla="*/ 10 w 153"/>
                <a:gd name="T5" fmla="*/ 106 h 107"/>
                <a:gd name="T6" fmla="*/ 10 w 153"/>
                <a:gd name="T7" fmla="*/ 86 h 107"/>
                <a:gd name="T8" fmla="*/ 13 w 153"/>
                <a:gd name="T9" fmla="*/ 76 h 107"/>
                <a:gd name="T10" fmla="*/ 13 w 153"/>
                <a:gd name="T11" fmla="*/ 70 h 107"/>
                <a:gd name="T12" fmla="*/ 76 w 153"/>
                <a:gd name="T13" fmla="*/ 6 h 107"/>
                <a:gd name="T14" fmla="*/ 140 w 153"/>
                <a:gd name="T15" fmla="*/ 70 h 107"/>
                <a:gd name="T16" fmla="*/ 140 w 153"/>
                <a:gd name="T17" fmla="*/ 76 h 107"/>
                <a:gd name="T18" fmla="*/ 143 w 153"/>
                <a:gd name="T19" fmla="*/ 86 h 107"/>
                <a:gd name="T20" fmla="*/ 143 w 153"/>
                <a:gd name="T21" fmla="*/ 107 h 107"/>
                <a:gd name="T22" fmla="*/ 153 w 153"/>
                <a:gd name="T23" fmla="*/ 70 h 107"/>
                <a:gd name="T24" fmla="*/ 108 w 153"/>
                <a:gd name="T25" fmla="*/ 0 h 107"/>
                <a:gd name="T26" fmla="*/ 45 w 153"/>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107">
                  <a:moveTo>
                    <a:pt x="45" y="0"/>
                  </a:moveTo>
                  <a:cubicBezTo>
                    <a:pt x="19" y="12"/>
                    <a:pt x="0" y="39"/>
                    <a:pt x="0" y="70"/>
                  </a:cubicBezTo>
                  <a:cubicBezTo>
                    <a:pt x="0" y="82"/>
                    <a:pt x="4" y="95"/>
                    <a:pt x="10" y="106"/>
                  </a:cubicBezTo>
                  <a:cubicBezTo>
                    <a:pt x="10" y="86"/>
                    <a:pt x="10" y="86"/>
                    <a:pt x="10" y="86"/>
                  </a:cubicBezTo>
                  <a:cubicBezTo>
                    <a:pt x="10" y="82"/>
                    <a:pt x="11" y="79"/>
                    <a:pt x="13" y="76"/>
                  </a:cubicBezTo>
                  <a:cubicBezTo>
                    <a:pt x="13" y="74"/>
                    <a:pt x="13" y="72"/>
                    <a:pt x="13" y="70"/>
                  </a:cubicBezTo>
                  <a:cubicBezTo>
                    <a:pt x="13" y="34"/>
                    <a:pt x="41" y="6"/>
                    <a:pt x="76" y="6"/>
                  </a:cubicBezTo>
                  <a:cubicBezTo>
                    <a:pt x="111" y="6"/>
                    <a:pt x="140" y="34"/>
                    <a:pt x="140" y="70"/>
                  </a:cubicBezTo>
                  <a:cubicBezTo>
                    <a:pt x="140" y="72"/>
                    <a:pt x="140" y="74"/>
                    <a:pt x="140" y="76"/>
                  </a:cubicBezTo>
                  <a:cubicBezTo>
                    <a:pt x="142" y="79"/>
                    <a:pt x="143" y="82"/>
                    <a:pt x="143" y="86"/>
                  </a:cubicBezTo>
                  <a:cubicBezTo>
                    <a:pt x="143" y="107"/>
                    <a:pt x="143" y="107"/>
                    <a:pt x="143" y="107"/>
                  </a:cubicBezTo>
                  <a:cubicBezTo>
                    <a:pt x="149" y="96"/>
                    <a:pt x="153" y="83"/>
                    <a:pt x="153" y="70"/>
                  </a:cubicBezTo>
                  <a:cubicBezTo>
                    <a:pt x="153" y="39"/>
                    <a:pt x="134" y="12"/>
                    <a:pt x="108" y="0"/>
                  </a:cubicBezTo>
                  <a:lnTo>
                    <a:pt x="4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0" name="Freeform 310"/>
            <p:cNvSpPr>
              <a:spLocks/>
            </p:cNvSpPr>
            <p:nvPr/>
          </p:nvSpPr>
          <p:spPr bwMode="auto">
            <a:xfrm>
              <a:off x="1755775" y="263525"/>
              <a:ext cx="123825" cy="225425"/>
            </a:xfrm>
            <a:custGeom>
              <a:avLst/>
              <a:gdLst>
                <a:gd name="T0" fmla="*/ 0 w 33"/>
                <a:gd name="T1" fmla="*/ 12 h 60"/>
                <a:gd name="T2" fmla="*/ 0 w 33"/>
                <a:gd name="T3" fmla="*/ 16 h 60"/>
                <a:gd name="T4" fmla="*/ 0 w 33"/>
                <a:gd name="T5" fmla="*/ 35 h 60"/>
                <a:gd name="T6" fmla="*/ 0 w 33"/>
                <a:gd name="T7" fmla="*/ 44 h 60"/>
                <a:gd name="T8" fmla="*/ 23 w 33"/>
                <a:gd name="T9" fmla="*/ 60 h 60"/>
                <a:gd name="T10" fmla="*/ 33 w 33"/>
                <a:gd name="T11" fmla="*/ 60 h 60"/>
                <a:gd name="T12" fmla="*/ 33 w 33"/>
                <a:gd name="T13" fmla="*/ 0 h 60"/>
                <a:gd name="T14" fmla="*/ 23 w 33"/>
                <a:gd name="T15" fmla="*/ 0 h 60"/>
                <a:gd name="T16" fmla="*/ 0 w 33"/>
                <a:gd name="T17"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0">
                  <a:moveTo>
                    <a:pt x="0" y="12"/>
                  </a:moveTo>
                  <a:cubicBezTo>
                    <a:pt x="0" y="14"/>
                    <a:pt x="0" y="15"/>
                    <a:pt x="0" y="16"/>
                  </a:cubicBezTo>
                  <a:cubicBezTo>
                    <a:pt x="0" y="35"/>
                    <a:pt x="0" y="35"/>
                    <a:pt x="0" y="35"/>
                  </a:cubicBezTo>
                  <a:cubicBezTo>
                    <a:pt x="0" y="44"/>
                    <a:pt x="0" y="44"/>
                    <a:pt x="0" y="44"/>
                  </a:cubicBezTo>
                  <a:cubicBezTo>
                    <a:pt x="0" y="53"/>
                    <a:pt x="10" y="60"/>
                    <a:pt x="23" y="60"/>
                  </a:cubicBezTo>
                  <a:cubicBezTo>
                    <a:pt x="33" y="60"/>
                    <a:pt x="33" y="60"/>
                    <a:pt x="33" y="60"/>
                  </a:cubicBezTo>
                  <a:cubicBezTo>
                    <a:pt x="33" y="0"/>
                    <a:pt x="33" y="0"/>
                    <a:pt x="33" y="0"/>
                  </a:cubicBezTo>
                  <a:cubicBezTo>
                    <a:pt x="23" y="0"/>
                    <a:pt x="23" y="0"/>
                    <a:pt x="23" y="0"/>
                  </a:cubicBezTo>
                  <a:cubicBezTo>
                    <a:pt x="12" y="0"/>
                    <a:pt x="3" y="5"/>
                    <a:pt x="0"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1" name="Freeform 311"/>
            <p:cNvSpPr>
              <a:spLocks/>
            </p:cNvSpPr>
            <p:nvPr/>
          </p:nvSpPr>
          <p:spPr bwMode="auto">
            <a:xfrm>
              <a:off x="2097088" y="263525"/>
              <a:ext cx="128588" cy="225425"/>
            </a:xfrm>
            <a:custGeom>
              <a:avLst/>
              <a:gdLst>
                <a:gd name="T0" fmla="*/ 34 w 34"/>
                <a:gd name="T1" fmla="*/ 44 h 60"/>
                <a:gd name="T2" fmla="*/ 34 w 34"/>
                <a:gd name="T3" fmla="*/ 35 h 60"/>
                <a:gd name="T4" fmla="*/ 34 w 34"/>
                <a:gd name="T5" fmla="*/ 16 h 60"/>
                <a:gd name="T6" fmla="*/ 33 w 34"/>
                <a:gd name="T7" fmla="*/ 14 h 60"/>
                <a:gd name="T8" fmla="*/ 10 w 34"/>
                <a:gd name="T9" fmla="*/ 0 h 60"/>
                <a:gd name="T10" fmla="*/ 0 w 34"/>
                <a:gd name="T11" fmla="*/ 0 h 60"/>
                <a:gd name="T12" fmla="*/ 0 w 34"/>
                <a:gd name="T13" fmla="*/ 60 h 60"/>
                <a:gd name="T14" fmla="*/ 10 w 34"/>
                <a:gd name="T15" fmla="*/ 60 h 60"/>
                <a:gd name="T16" fmla="*/ 34 w 34"/>
                <a:gd name="T17"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0">
                  <a:moveTo>
                    <a:pt x="34" y="44"/>
                  </a:moveTo>
                  <a:cubicBezTo>
                    <a:pt x="34" y="35"/>
                    <a:pt x="34" y="35"/>
                    <a:pt x="34" y="35"/>
                  </a:cubicBezTo>
                  <a:cubicBezTo>
                    <a:pt x="34" y="16"/>
                    <a:pt x="34" y="16"/>
                    <a:pt x="34" y="16"/>
                  </a:cubicBezTo>
                  <a:cubicBezTo>
                    <a:pt x="34" y="15"/>
                    <a:pt x="33" y="14"/>
                    <a:pt x="33" y="14"/>
                  </a:cubicBezTo>
                  <a:cubicBezTo>
                    <a:pt x="32" y="6"/>
                    <a:pt x="22" y="0"/>
                    <a:pt x="10" y="0"/>
                  </a:cubicBezTo>
                  <a:cubicBezTo>
                    <a:pt x="0" y="0"/>
                    <a:pt x="0" y="0"/>
                    <a:pt x="0" y="0"/>
                  </a:cubicBezTo>
                  <a:cubicBezTo>
                    <a:pt x="0" y="60"/>
                    <a:pt x="0" y="60"/>
                    <a:pt x="0" y="60"/>
                  </a:cubicBezTo>
                  <a:cubicBezTo>
                    <a:pt x="10" y="60"/>
                    <a:pt x="10" y="60"/>
                    <a:pt x="10" y="60"/>
                  </a:cubicBezTo>
                  <a:cubicBezTo>
                    <a:pt x="23" y="60"/>
                    <a:pt x="34" y="53"/>
                    <a:pt x="34" y="4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2" name="Freeform 312"/>
            <p:cNvSpPr>
              <a:spLocks/>
            </p:cNvSpPr>
            <p:nvPr/>
          </p:nvSpPr>
          <p:spPr bwMode="auto">
            <a:xfrm>
              <a:off x="3994150" y="6043613"/>
              <a:ext cx="611188" cy="514350"/>
            </a:xfrm>
            <a:custGeom>
              <a:avLst/>
              <a:gdLst>
                <a:gd name="T0" fmla="*/ 109 w 163"/>
                <a:gd name="T1" fmla="*/ 0 h 137"/>
                <a:gd name="T2" fmla="*/ 58 w 163"/>
                <a:gd name="T3" fmla="*/ 0 h 137"/>
                <a:gd name="T4" fmla="*/ 0 w 163"/>
                <a:gd name="T5" fmla="*/ 48 h 137"/>
                <a:gd name="T6" fmla="*/ 15 w 163"/>
                <a:gd name="T7" fmla="*/ 71 h 137"/>
                <a:gd name="T8" fmla="*/ 36 w 163"/>
                <a:gd name="T9" fmla="*/ 50 h 137"/>
                <a:gd name="T10" fmla="*/ 36 w 163"/>
                <a:gd name="T11" fmla="*/ 137 h 137"/>
                <a:gd name="T12" fmla="*/ 81 w 163"/>
                <a:gd name="T13" fmla="*/ 137 h 137"/>
                <a:gd name="T14" fmla="*/ 127 w 163"/>
                <a:gd name="T15" fmla="*/ 137 h 137"/>
                <a:gd name="T16" fmla="*/ 127 w 163"/>
                <a:gd name="T17" fmla="*/ 50 h 137"/>
                <a:gd name="T18" fmla="*/ 148 w 163"/>
                <a:gd name="T19" fmla="*/ 71 h 137"/>
                <a:gd name="T20" fmla="*/ 163 w 163"/>
                <a:gd name="T21" fmla="*/ 48 h 137"/>
                <a:gd name="T22" fmla="*/ 109 w 163"/>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3" h="137">
                  <a:moveTo>
                    <a:pt x="109" y="0"/>
                  </a:moveTo>
                  <a:cubicBezTo>
                    <a:pt x="100" y="14"/>
                    <a:pt x="66" y="14"/>
                    <a:pt x="58" y="0"/>
                  </a:cubicBezTo>
                  <a:cubicBezTo>
                    <a:pt x="58" y="0"/>
                    <a:pt x="8" y="28"/>
                    <a:pt x="0" y="48"/>
                  </a:cubicBezTo>
                  <a:cubicBezTo>
                    <a:pt x="15" y="71"/>
                    <a:pt x="15" y="71"/>
                    <a:pt x="15" y="71"/>
                  </a:cubicBezTo>
                  <a:cubicBezTo>
                    <a:pt x="15" y="71"/>
                    <a:pt x="30" y="56"/>
                    <a:pt x="36" y="50"/>
                  </a:cubicBezTo>
                  <a:cubicBezTo>
                    <a:pt x="36" y="137"/>
                    <a:pt x="36" y="137"/>
                    <a:pt x="36" y="137"/>
                  </a:cubicBezTo>
                  <a:cubicBezTo>
                    <a:pt x="81" y="137"/>
                    <a:pt x="81" y="137"/>
                    <a:pt x="81" y="137"/>
                  </a:cubicBezTo>
                  <a:cubicBezTo>
                    <a:pt x="127" y="137"/>
                    <a:pt x="127" y="137"/>
                    <a:pt x="127" y="137"/>
                  </a:cubicBezTo>
                  <a:cubicBezTo>
                    <a:pt x="127" y="50"/>
                    <a:pt x="127" y="50"/>
                    <a:pt x="127" y="50"/>
                  </a:cubicBezTo>
                  <a:cubicBezTo>
                    <a:pt x="133" y="56"/>
                    <a:pt x="148" y="71"/>
                    <a:pt x="148" y="71"/>
                  </a:cubicBezTo>
                  <a:cubicBezTo>
                    <a:pt x="163" y="48"/>
                    <a:pt x="163" y="48"/>
                    <a:pt x="163" y="48"/>
                  </a:cubicBezTo>
                  <a:cubicBezTo>
                    <a:pt x="155" y="28"/>
                    <a:pt x="109" y="0"/>
                    <a:pt x="10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3" name="Freeform 313"/>
            <p:cNvSpPr>
              <a:spLocks/>
            </p:cNvSpPr>
            <p:nvPr/>
          </p:nvSpPr>
          <p:spPr bwMode="auto">
            <a:xfrm>
              <a:off x="4217988" y="6016625"/>
              <a:ext cx="173038" cy="52388"/>
            </a:xfrm>
            <a:custGeom>
              <a:avLst/>
              <a:gdLst>
                <a:gd name="T0" fmla="*/ 23 w 46"/>
                <a:gd name="T1" fmla="*/ 14 h 14"/>
                <a:gd name="T2" fmla="*/ 46 w 46"/>
                <a:gd name="T3" fmla="*/ 4 h 14"/>
                <a:gd name="T4" fmla="*/ 45 w 46"/>
                <a:gd name="T5" fmla="*/ 1 h 14"/>
                <a:gd name="T6" fmla="*/ 41 w 46"/>
                <a:gd name="T7" fmla="*/ 2 h 14"/>
                <a:gd name="T8" fmla="*/ 23 w 46"/>
                <a:gd name="T9" fmla="*/ 9 h 14"/>
                <a:gd name="T10" fmla="*/ 5 w 46"/>
                <a:gd name="T11" fmla="*/ 2 h 14"/>
                <a:gd name="T12" fmla="*/ 2 w 46"/>
                <a:gd name="T13" fmla="*/ 1 h 14"/>
                <a:gd name="T14" fmla="*/ 1 w 46"/>
                <a:gd name="T15" fmla="*/ 4 h 14"/>
                <a:gd name="T16" fmla="*/ 23 w 46"/>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4">
                  <a:moveTo>
                    <a:pt x="23" y="14"/>
                  </a:moveTo>
                  <a:cubicBezTo>
                    <a:pt x="33" y="14"/>
                    <a:pt x="42" y="10"/>
                    <a:pt x="46" y="4"/>
                  </a:cubicBezTo>
                  <a:cubicBezTo>
                    <a:pt x="46" y="3"/>
                    <a:pt x="46" y="2"/>
                    <a:pt x="45" y="1"/>
                  </a:cubicBezTo>
                  <a:cubicBezTo>
                    <a:pt x="43" y="0"/>
                    <a:pt x="42" y="1"/>
                    <a:pt x="41" y="2"/>
                  </a:cubicBezTo>
                  <a:cubicBezTo>
                    <a:pt x="39" y="5"/>
                    <a:pt x="33" y="9"/>
                    <a:pt x="23" y="9"/>
                  </a:cubicBezTo>
                  <a:cubicBezTo>
                    <a:pt x="14" y="9"/>
                    <a:pt x="7" y="5"/>
                    <a:pt x="5" y="2"/>
                  </a:cubicBezTo>
                  <a:cubicBezTo>
                    <a:pt x="4" y="1"/>
                    <a:pt x="3" y="0"/>
                    <a:pt x="2" y="1"/>
                  </a:cubicBezTo>
                  <a:cubicBezTo>
                    <a:pt x="0" y="2"/>
                    <a:pt x="0" y="3"/>
                    <a:pt x="1" y="4"/>
                  </a:cubicBezTo>
                  <a:cubicBezTo>
                    <a:pt x="4" y="10"/>
                    <a:pt x="13" y="14"/>
                    <a:pt x="23" y="1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4" name="Freeform 314"/>
            <p:cNvSpPr>
              <a:spLocks/>
            </p:cNvSpPr>
            <p:nvPr/>
          </p:nvSpPr>
          <p:spPr bwMode="auto">
            <a:xfrm>
              <a:off x="8367713" y="198438"/>
              <a:ext cx="490538" cy="304800"/>
            </a:xfrm>
            <a:custGeom>
              <a:avLst/>
              <a:gdLst>
                <a:gd name="T0" fmla="*/ 14 w 131"/>
                <a:gd name="T1" fmla="*/ 81 h 81"/>
                <a:gd name="T2" fmla="*/ 47 w 131"/>
                <a:gd name="T3" fmla="*/ 81 h 81"/>
                <a:gd name="T4" fmla="*/ 92 w 131"/>
                <a:gd name="T5" fmla="*/ 53 h 81"/>
                <a:gd name="T6" fmla="*/ 127 w 131"/>
                <a:gd name="T7" fmla="*/ 68 h 81"/>
                <a:gd name="T8" fmla="*/ 128 w 131"/>
                <a:gd name="T9" fmla="*/ 69 h 81"/>
                <a:gd name="T10" fmla="*/ 131 w 131"/>
                <a:gd name="T11" fmla="*/ 57 h 81"/>
                <a:gd name="T12" fmla="*/ 108 w 131"/>
                <a:gd name="T13" fmla="*/ 34 h 81"/>
                <a:gd name="T14" fmla="*/ 93 w 131"/>
                <a:gd name="T15" fmla="*/ 39 h 81"/>
                <a:gd name="T16" fmla="*/ 52 w 131"/>
                <a:gd name="T17" fmla="*/ 0 h 81"/>
                <a:gd name="T18" fmla="*/ 12 w 131"/>
                <a:gd name="T19" fmla="*/ 40 h 81"/>
                <a:gd name="T20" fmla="*/ 14 w 131"/>
                <a:gd name="T21" fmla="*/ 52 h 81"/>
                <a:gd name="T22" fmla="*/ 0 w 131"/>
                <a:gd name="T23" fmla="*/ 66 h 81"/>
                <a:gd name="T24" fmla="*/ 14 w 131"/>
                <a:gd name="T2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81">
                  <a:moveTo>
                    <a:pt x="14" y="81"/>
                  </a:moveTo>
                  <a:cubicBezTo>
                    <a:pt x="47" y="81"/>
                    <a:pt x="47" y="81"/>
                    <a:pt x="47" y="81"/>
                  </a:cubicBezTo>
                  <a:cubicBezTo>
                    <a:pt x="56" y="64"/>
                    <a:pt x="72" y="53"/>
                    <a:pt x="92" y="53"/>
                  </a:cubicBezTo>
                  <a:cubicBezTo>
                    <a:pt x="105" y="53"/>
                    <a:pt x="118" y="58"/>
                    <a:pt x="127" y="68"/>
                  </a:cubicBezTo>
                  <a:cubicBezTo>
                    <a:pt x="128" y="68"/>
                    <a:pt x="128" y="68"/>
                    <a:pt x="128" y="69"/>
                  </a:cubicBezTo>
                  <a:cubicBezTo>
                    <a:pt x="130" y="65"/>
                    <a:pt x="131" y="61"/>
                    <a:pt x="131" y="57"/>
                  </a:cubicBezTo>
                  <a:cubicBezTo>
                    <a:pt x="131" y="44"/>
                    <a:pt x="121" y="34"/>
                    <a:pt x="108" y="34"/>
                  </a:cubicBezTo>
                  <a:cubicBezTo>
                    <a:pt x="102" y="34"/>
                    <a:pt x="97" y="36"/>
                    <a:pt x="93" y="39"/>
                  </a:cubicBezTo>
                  <a:cubicBezTo>
                    <a:pt x="92" y="18"/>
                    <a:pt x="74" y="0"/>
                    <a:pt x="52" y="0"/>
                  </a:cubicBezTo>
                  <a:cubicBezTo>
                    <a:pt x="30" y="0"/>
                    <a:pt x="12" y="18"/>
                    <a:pt x="12" y="40"/>
                  </a:cubicBezTo>
                  <a:cubicBezTo>
                    <a:pt x="12" y="44"/>
                    <a:pt x="13" y="48"/>
                    <a:pt x="14" y="52"/>
                  </a:cubicBezTo>
                  <a:cubicBezTo>
                    <a:pt x="6" y="52"/>
                    <a:pt x="0" y="59"/>
                    <a:pt x="0" y="66"/>
                  </a:cubicBezTo>
                  <a:cubicBezTo>
                    <a:pt x="0" y="74"/>
                    <a:pt x="6" y="81"/>
                    <a:pt x="14" y="8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5" name="Freeform 315"/>
            <p:cNvSpPr>
              <a:spLocks/>
            </p:cNvSpPr>
            <p:nvPr/>
          </p:nvSpPr>
          <p:spPr bwMode="auto">
            <a:xfrm>
              <a:off x="8486775" y="417513"/>
              <a:ext cx="560388" cy="344488"/>
            </a:xfrm>
            <a:custGeom>
              <a:avLst/>
              <a:gdLst>
                <a:gd name="T0" fmla="*/ 123 w 149"/>
                <a:gd name="T1" fmla="*/ 39 h 92"/>
                <a:gd name="T2" fmla="*/ 106 w 149"/>
                <a:gd name="T3" fmla="*/ 45 h 92"/>
                <a:gd name="T4" fmla="*/ 93 w 149"/>
                <a:gd name="T5" fmla="*/ 15 h 92"/>
                <a:gd name="T6" fmla="*/ 60 w 149"/>
                <a:gd name="T7" fmla="*/ 0 h 92"/>
                <a:gd name="T8" fmla="*/ 21 w 149"/>
                <a:gd name="T9" fmla="*/ 23 h 92"/>
                <a:gd name="T10" fmla="*/ 14 w 149"/>
                <a:gd name="T11" fmla="*/ 46 h 92"/>
                <a:gd name="T12" fmla="*/ 16 w 149"/>
                <a:gd name="T13" fmla="*/ 59 h 92"/>
                <a:gd name="T14" fmla="*/ 0 w 149"/>
                <a:gd name="T15" fmla="*/ 76 h 92"/>
                <a:gd name="T16" fmla="*/ 17 w 149"/>
                <a:gd name="T17" fmla="*/ 92 h 92"/>
                <a:gd name="T18" fmla="*/ 60 w 149"/>
                <a:gd name="T19" fmla="*/ 92 h 92"/>
                <a:gd name="T20" fmla="*/ 62 w 149"/>
                <a:gd name="T21" fmla="*/ 92 h 92"/>
                <a:gd name="T22" fmla="*/ 123 w 149"/>
                <a:gd name="T23" fmla="*/ 92 h 92"/>
                <a:gd name="T24" fmla="*/ 149 w 149"/>
                <a:gd name="T25" fmla="*/ 65 h 92"/>
                <a:gd name="T26" fmla="*/ 123 w 149"/>
                <a:gd name="T27" fmla="*/ 3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92">
                  <a:moveTo>
                    <a:pt x="123" y="39"/>
                  </a:moveTo>
                  <a:cubicBezTo>
                    <a:pt x="116" y="39"/>
                    <a:pt x="110" y="41"/>
                    <a:pt x="106" y="45"/>
                  </a:cubicBezTo>
                  <a:cubicBezTo>
                    <a:pt x="106" y="33"/>
                    <a:pt x="101" y="23"/>
                    <a:pt x="93" y="15"/>
                  </a:cubicBezTo>
                  <a:cubicBezTo>
                    <a:pt x="85" y="6"/>
                    <a:pt x="73" y="0"/>
                    <a:pt x="60" y="0"/>
                  </a:cubicBezTo>
                  <a:cubicBezTo>
                    <a:pt x="43" y="0"/>
                    <a:pt x="29" y="9"/>
                    <a:pt x="21" y="23"/>
                  </a:cubicBezTo>
                  <a:cubicBezTo>
                    <a:pt x="16" y="29"/>
                    <a:pt x="14" y="37"/>
                    <a:pt x="14" y="46"/>
                  </a:cubicBezTo>
                  <a:cubicBezTo>
                    <a:pt x="14" y="51"/>
                    <a:pt x="15" y="55"/>
                    <a:pt x="16" y="59"/>
                  </a:cubicBezTo>
                  <a:cubicBezTo>
                    <a:pt x="7" y="60"/>
                    <a:pt x="0" y="67"/>
                    <a:pt x="0" y="76"/>
                  </a:cubicBezTo>
                  <a:cubicBezTo>
                    <a:pt x="0" y="85"/>
                    <a:pt x="8" y="92"/>
                    <a:pt x="17" y="92"/>
                  </a:cubicBezTo>
                  <a:cubicBezTo>
                    <a:pt x="60" y="92"/>
                    <a:pt x="60" y="92"/>
                    <a:pt x="60" y="92"/>
                  </a:cubicBezTo>
                  <a:cubicBezTo>
                    <a:pt x="62" y="92"/>
                    <a:pt x="62" y="92"/>
                    <a:pt x="62" y="92"/>
                  </a:cubicBezTo>
                  <a:cubicBezTo>
                    <a:pt x="123" y="92"/>
                    <a:pt x="123" y="92"/>
                    <a:pt x="123" y="92"/>
                  </a:cubicBezTo>
                  <a:cubicBezTo>
                    <a:pt x="137" y="92"/>
                    <a:pt x="149" y="80"/>
                    <a:pt x="149" y="65"/>
                  </a:cubicBezTo>
                  <a:cubicBezTo>
                    <a:pt x="149" y="51"/>
                    <a:pt x="137" y="39"/>
                    <a:pt x="123"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grpSp>
      <p:grpSp>
        <p:nvGrpSpPr>
          <p:cNvPr id="20" name="Group 19"/>
          <p:cNvGrpSpPr/>
          <p:nvPr/>
        </p:nvGrpSpPr>
        <p:grpSpPr>
          <a:xfrm>
            <a:off x="-13855" y="7671"/>
            <a:ext cx="7299255" cy="3953571"/>
            <a:chOff x="-17463" y="12700"/>
            <a:chExt cx="11753852" cy="6546851"/>
          </a:xfrm>
          <a:solidFill>
            <a:schemeClr val="accent1"/>
          </a:solidFill>
        </p:grpSpPr>
        <p:sp>
          <p:nvSpPr>
            <p:cNvPr id="51" name="Freeform 319"/>
            <p:cNvSpPr>
              <a:spLocks/>
            </p:cNvSpPr>
            <p:nvPr/>
          </p:nvSpPr>
          <p:spPr bwMode="auto">
            <a:xfrm>
              <a:off x="4257675" y="2344738"/>
              <a:ext cx="484188" cy="436563"/>
            </a:xfrm>
            <a:custGeom>
              <a:avLst/>
              <a:gdLst>
                <a:gd name="T0" fmla="*/ 13 w 129"/>
                <a:gd name="T1" fmla="*/ 12 h 116"/>
                <a:gd name="T2" fmla="*/ 1 w 129"/>
                <a:gd name="T3" fmla="*/ 35 h 116"/>
                <a:gd name="T4" fmla="*/ 0 w 129"/>
                <a:gd name="T5" fmla="*/ 42 h 116"/>
                <a:gd name="T6" fmla="*/ 0 w 129"/>
                <a:gd name="T7" fmla="*/ 43 h 116"/>
                <a:gd name="T8" fmla="*/ 0 w 129"/>
                <a:gd name="T9" fmla="*/ 50 h 116"/>
                <a:gd name="T10" fmla="*/ 1 w 129"/>
                <a:gd name="T11" fmla="*/ 54 h 116"/>
                <a:gd name="T12" fmla="*/ 6 w 129"/>
                <a:gd name="T13" fmla="*/ 76 h 116"/>
                <a:gd name="T14" fmla="*/ 19 w 129"/>
                <a:gd name="T15" fmla="*/ 101 h 116"/>
                <a:gd name="T16" fmla="*/ 20 w 129"/>
                <a:gd name="T17" fmla="*/ 102 h 116"/>
                <a:gd name="T18" fmla="*/ 29 w 129"/>
                <a:gd name="T19" fmla="*/ 111 h 116"/>
                <a:gd name="T20" fmla="*/ 31 w 129"/>
                <a:gd name="T21" fmla="*/ 113 h 116"/>
                <a:gd name="T22" fmla="*/ 45 w 129"/>
                <a:gd name="T23" fmla="*/ 115 h 116"/>
                <a:gd name="T24" fmla="*/ 45 w 129"/>
                <a:gd name="T25" fmla="*/ 115 h 116"/>
                <a:gd name="T26" fmla="*/ 52 w 129"/>
                <a:gd name="T27" fmla="*/ 112 h 116"/>
                <a:gd name="T28" fmla="*/ 56 w 129"/>
                <a:gd name="T29" fmla="*/ 111 h 116"/>
                <a:gd name="T30" fmla="*/ 65 w 129"/>
                <a:gd name="T31" fmla="*/ 109 h 116"/>
                <a:gd name="T32" fmla="*/ 65 w 129"/>
                <a:gd name="T33" fmla="*/ 109 h 116"/>
                <a:gd name="T34" fmla="*/ 73 w 129"/>
                <a:gd name="T35" fmla="*/ 111 h 116"/>
                <a:gd name="T36" fmla="*/ 77 w 129"/>
                <a:gd name="T37" fmla="*/ 112 h 116"/>
                <a:gd name="T38" fmla="*/ 84 w 129"/>
                <a:gd name="T39" fmla="*/ 115 h 116"/>
                <a:gd name="T40" fmla="*/ 84 w 129"/>
                <a:gd name="T41" fmla="*/ 115 h 116"/>
                <a:gd name="T42" fmla="*/ 98 w 129"/>
                <a:gd name="T43" fmla="*/ 113 h 116"/>
                <a:gd name="T44" fmla="*/ 101 w 129"/>
                <a:gd name="T45" fmla="*/ 111 h 116"/>
                <a:gd name="T46" fmla="*/ 109 w 129"/>
                <a:gd name="T47" fmla="*/ 102 h 116"/>
                <a:gd name="T48" fmla="*/ 110 w 129"/>
                <a:gd name="T49" fmla="*/ 101 h 116"/>
                <a:gd name="T50" fmla="*/ 124 w 129"/>
                <a:gd name="T51" fmla="*/ 76 h 116"/>
                <a:gd name="T52" fmla="*/ 129 w 129"/>
                <a:gd name="T53" fmla="*/ 54 h 116"/>
                <a:gd name="T54" fmla="*/ 129 w 129"/>
                <a:gd name="T55" fmla="*/ 50 h 116"/>
                <a:gd name="T56" fmla="*/ 129 w 129"/>
                <a:gd name="T57" fmla="*/ 43 h 116"/>
                <a:gd name="T58" fmla="*/ 129 w 129"/>
                <a:gd name="T59" fmla="*/ 42 h 116"/>
                <a:gd name="T60" fmla="*/ 128 w 129"/>
                <a:gd name="T61" fmla="*/ 35 h 116"/>
                <a:gd name="T62" fmla="*/ 116 w 129"/>
                <a:gd name="T63" fmla="*/ 12 h 116"/>
                <a:gd name="T64" fmla="*/ 113 w 129"/>
                <a:gd name="T65" fmla="*/ 9 h 116"/>
                <a:gd name="T66" fmla="*/ 95 w 129"/>
                <a:gd name="T67" fmla="*/ 1 h 116"/>
                <a:gd name="T68" fmla="*/ 75 w 129"/>
                <a:gd name="T69" fmla="*/ 4 h 116"/>
                <a:gd name="T70" fmla="*/ 65 w 129"/>
                <a:gd name="T71" fmla="*/ 8 h 116"/>
                <a:gd name="T72" fmla="*/ 54 w 129"/>
                <a:gd name="T73" fmla="*/ 4 h 116"/>
                <a:gd name="T74" fmla="*/ 34 w 129"/>
                <a:gd name="T75" fmla="*/ 1 h 116"/>
                <a:gd name="T76" fmla="*/ 16 w 129"/>
                <a:gd name="T77" fmla="*/ 9 h 116"/>
                <a:gd name="T78" fmla="*/ 13 w 129"/>
                <a:gd name="T79" fmla="*/ 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 h="116">
                  <a:moveTo>
                    <a:pt x="13" y="12"/>
                  </a:moveTo>
                  <a:cubicBezTo>
                    <a:pt x="7" y="18"/>
                    <a:pt x="3" y="26"/>
                    <a:pt x="1" y="35"/>
                  </a:cubicBezTo>
                  <a:cubicBezTo>
                    <a:pt x="1" y="38"/>
                    <a:pt x="1" y="40"/>
                    <a:pt x="0" y="42"/>
                  </a:cubicBezTo>
                  <a:cubicBezTo>
                    <a:pt x="0" y="42"/>
                    <a:pt x="0" y="43"/>
                    <a:pt x="0" y="43"/>
                  </a:cubicBezTo>
                  <a:cubicBezTo>
                    <a:pt x="0" y="45"/>
                    <a:pt x="0" y="47"/>
                    <a:pt x="0" y="50"/>
                  </a:cubicBezTo>
                  <a:cubicBezTo>
                    <a:pt x="0" y="51"/>
                    <a:pt x="0" y="53"/>
                    <a:pt x="1" y="54"/>
                  </a:cubicBezTo>
                  <a:cubicBezTo>
                    <a:pt x="1" y="62"/>
                    <a:pt x="3" y="69"/>
                    <a:pt x="6" y="76"/>
                  </a:cubicBezTo>
                  <a:cubicBezTo>
                    <a:pt x="9" y="85"/>
                    <a:pt x="13" y="93"/>
                    <a:pt x="19" y="101"/>
                  </a:cubicBezTo>
                  <a:cubicBezTo>
                    <a:pt x="20" y="101"/>
                    <a:pt x="20" y="102"/>
                    <a:pt x="20" y="102"/>
                  </a:cubicBezTo>
                  <a:cubicBezTo>
                    <a:pt x="23" y="105"/>
                    <a:pt x="25" y="109"/>
                    <a:pt x="29" y="111"/>
                  </a:cubicBezTo>
                  <a:cubicBezTo>
                    <a:pt x="29" y="112"/>
                    <a:pt x="30" y="112"/>
                    <a:pt x="31" y="113"/>
                  </a:cubicBezTo>
                  <a:cubicBezTo>
                    <a:pt x="35" y="116"/>
                    <a:pt x="40" y="116"/>
                    <a:pt x="45" y="115"/>
                  </a:cubicBezTo>
                  <a:cubicBezTo>
                    <a:pt x="45" y="115"/>
                    <a:pt x="45" y="115"/>
                    <a:pt x="45" y="115"/>
                  </a:cubicBezTo>
                  <a:cubicBezTo>
                    <a:pt x="48" y="114"/>
                    <a:pt x="50" y="113"/>
                    <a:pt x="52" y="112"/>
                  </a:cubicBezTo>
                  <a:cubicBezTo>
                    <a:pt x="53" y="112"/>
                    <a:pt x="55" y="111"/>
                    <a:pt x="56" y="111"/>
                  </a:cubicBezTo>
                  <a:cubicBezTo>
                    <a:pt x="59" y="110"/>
                    <a:pt x="64" y="109"/>
                    <a:pt x="65" y="109"/>
                  </a:cubicBezTo>
                  <a:cubicBezTo>
                    <a:pt x="65" y="109"/>
                    <a:pt x="65" y="109"/>
                    <a:pt x="65" y="109"/>
                  </a:cubicBezTo>
                  <a:cubicBezTo>
                    <a:pt x="68" y="109"/>
                    <a:pt x="70" y="110"/>
                    <a:pt x="73" y="111"/>
                  </a:cubicBezTo>
                  <a:cubicBezTo>
                    <a:pt x="74" y="111"/>
                    <a:pt x="76" y="112"/>
                    <a:pt x="77" y="112"/>
                  </a:cubicBezTo>
                  <a:cubicBezTo>
                    <a:pt x="79" y="113"/>
                    <a:pt x="82" y="114"/>
                    <a:pt x="84" y="115"/>
                  </a:cubicBezTo>
                  <a:cubicBezTo>
                    <a:pt x="84" y="115"/>
                    <a:pt x="84" y="115"/>
                    <a:pt x="84" y="115"/>
                  </a:cubicBezTo>
                  <a:cubicBezTo>
                    <a:pt x="89" y="116"/>
                    <a:pt x="94" y="116"/>
                    <a:pt x="98" y="113"/>
                  </a:cubicBezTo>
                  <a:cubicBezTo>
                    <a:pt x="99" y="112"/>
                    <a:pt x="100" y="112"/>
                    <a:pt x="101" y="111"/>
                  </a:cubicBezTo>
                  <a:cubicBezTo>
                    <a:pt x="104" y="109"/>
                    <a:pt x="107" y="105"/>
                    <a:pt x="109" y="102"/>
                  </a:cubicBezTo>
                  <a:cubicBezTo>
                    <a:pt x="109" y="102"/>
                    <a:pt x="110" y="101"/>
                    <a:pt x="110" y="101"/>
                  </a:cubicBezTo>
                  <a:cubicBezTo>
                    <a:pt x="116" y="93"/>
                    <a:pt x="120" y="85"/>
                    <a:pt x="124" y="76"/>
                  </a:cubicBezTo>
                  <a:cubicBezTo>
                    <a:pt x="126" y="69"/>
                    <a:pt x="128" y="62"/>
                    <a:pt x="129" y="54"/>
                  </a:cubicBezTo>
                  <a:cubicBezTo>
                    <a:pt x="129" y="53"/>
                    <a:pt x="129" y="51"/>
                    <a:pt x="129" y="50"/>
                  </a:cubicBezTo>
                  <a:cubicBezTo>
                    <a:pt x="129" y="47"/>
                    <a:pt x="129" y="45"/>
                    <a:pt x="129" y="43"/>
                  </a:cubicBezTo>
                  <a:cubicBezTo>
                    <a:pt x="129" y="43"/>
                    <a:pt x="129" y="42"/>
                    <a:pt x="129" y="42"/>
                  </a:cubicBezTo>
                  <a:cubicBezTo>
                    <a:pt x="129" y="40"/>
                    <a:pt x="129" y="38"/>
                    <a:pt x="128" y="35"/>
                  </a:cubicBezTo>
                  <a:cubicBezTo>
                    <a:pt x="126" y="26"/>
                    <a:pt x="123" y="18"/>
                    <a:pt x="116" y="12"/>
                  </a:cubicBezTo>
                  <a:cubicBezTo>
                    <a:pt x="115" y="11"/>
                    <a:pt x="114" y="10"/>
                    <a:pt x="113" y="9"/>
                  </a:cubicBezTo>
                  <a:cubicBezTo>
                    <a:pt x="108" y="5"/>
                    <a:pt x="102" y="2"/>
                    <a:pt x="95" y="1"/>
                  </a:cubicBezTo>
                  <a:cubicBezTo>
                    <a:pt x="88" y="0"/>
                    <a:pt x="81" y="2"/>
                    <a:pt x="75" y="4"/>
                  </a:cubicBezTo>
                  <a:cubicBezTo>
                    <a:pt x="72" y="5"/>
                    <a:pt x="65" y="8"/>
                    <a:pt x="65" y="8"/>
                  </a:cubicBezTo>
                  <a:cubicBezTo>
                    <a:pt x="64" y="8"/>
                    <a:pt x="57" y="5"/>
                    <a:pt x="54" y="4"/>
                  </a:cubicBezTo>
                  <a:cubicBezTo>
                    <a:pt x="48" y="2"/>
                    <a:pt x="41" y="0"/>
                    <a:pt x="34" y="1"/>
                  </a:cubicBezTo>
                  <a:cubicBezTo>
                    <a:pt x="27" y="2"/>
                    <a:pt x="21" y="5"/>
                    <a:pt x="16" y="9"/>
                  </a:cubicBezTo>
                  <a:cubicBezTo>
                    <a:pt x="15" y="10"/>
                    <a:pt x="14" y="11"/>
                    <a:pt x="13"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2" name="Freeform 320"/>
            <p:cNvSpPr>
              <a:spLocks/>
            </p:cNvSpPr>
            <p:nvPr/>
          </p:nvSpPr>
          <p:spPr bwMode="auto">
            <a:xfrm>
              <a:off x="4384675" y="2209800"/>
              <a:ext cx="115888" cy="131763"/>
            </a:xfrm>
            <a:custGeom>
              <a:avLst/>
              <a:gdLst>
                <a:gd name="T0" fmla="*/ 10 w 31"/>
                <a:gd name="T1" fmla="*/ 26 h 35"/>
                <a:gd name="T2" fmla="*/ 22 w 31"/>
                <a:gd name="T3" fmla="*/ 35 h 35"/>
                <a:gd name="T4" fmla="*/ 30 w 31"/>
                <a:gd name="T5" fmla="*/ 35 h 35"/>
                <a:gd name="T6" fmla="*/ 31 w 31"/>
                <a:gd name="T7" fmla="*/ 35 h 35"/>
                <a:gd name="T8" fmla="*/ 24 w 31"/>
                <a:gd name="T9" fmla="*/ 14 h 35"/>
                <a:gd name="T10" fmla="*/ 3 w 31"/>
                <a:gd name="T11" fmla="*/ 1 h 35"/>
                <a:gd name="T12" fmla="*/ 1 w 31"/>
                <a:gd name="T13" fmla="*/ 0 h 35"/>
                <a:gd name="T14" fmla="*/ 0 w 31"/>
                <a:gd name="T15" fmla="*/ 0 h 35"/>
                <a:gd name="T16" fmla="*/ 1 w 31"/>
                <a:gd name="T17" fmla="*/ 9 h 35"/>
                <a:gd name="T18" fmla="*/ 10 w 31"/>
                <a:gd name="T19"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5">
                  <a:moveTo>
                    <a:pt x="10" y="26"/>
                  </a:moveTo>
                  <a:cubicBezTo>
                    <a:pt x="13" y="30"/>
                    <a:pt x="17" y="33"/>
                    <a:pt x="22" y="35"/>
                  </a:cubicBezTo>
                  <a:cubicBezTo>
                    <a:pt x="25" y="35"/>
                    <a:pt x="27" y="35"/>
                    <a:pt x="30" y="35"/>
                  </a:cubicBezTo>
                  <a:cubicBezTo>
                    <a:pt x="30" y="35"/>
                    <a:pt x="30" y="35"/>
                    <a:pt x="31" y="35"/>
                  </a:cubicBezTo>
                  <a:cubicBezTo>
                    <a:pt x="31" y="27"/>
                    <a:pt x="29" y="20"/>
                    <a:pt x="24" y="14"/>
                  </a:cubicBezTo>
                  <a:cubicBezTo>
                    <a:pt x="19" y="7"/>
                    <a:pt x="11" y="2"/>
                    <a:pt x="3" y="1"/>
                  </a:cubicBezTo>
                  <a:cubicBezTo>
                    <a:pt x="2" y="1"/>
                    <a:pt x="2" y="1"/>
                    <a:pt x="1" y="0"/>
                  </a:cubicBezTo>
                  <a:cubicBezTo>
                    <a:pt x="1" y="0"/>
                    <a:pt x="1" y="0"/>
                    <a:pt x="0" y="0"/>
                  </a:cubicBezTo>
                  <a:cubicBezTo>
                    <a:pt x="0" y="3"/>
                    <a:pt x="0" y="6"/>
                    <a:pt x="1" y="9"/>
                  </a:cubicBezTo>
                  <a:cubicBezTo>
                    <a:pt x="2" y="16"/>
                    <a:pt x="5" y="22"/>
                    <a:pt x="10" y="2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3" name="Freeform 321"/>
            <p:cNvSpPr>
              <a:spLocks/>
            </p:cNvSpPr>
            <p:nvPr/>
          </p:nvSpPr>
          <p:spPr bwMode="auto">
            <a:xfrm>
              <a:off x="3473450" y="3798888"/>
              <a:ext cx="520700" cy="123825"/>
            </a:xfrm>
            <a:custGeom>
              <a:avLst/>
              <a:gdLst>
                <a:gd name="T0" fmla="*/ 328 w 328"/>
                <a:gd name="T1" fmla="*/ 0 h 78"/>
                <a:gd name="T2" fmla="*/ 298 w 328"/>
                <a:gd name="T3" fmla="*/ 0 h 78"/>
                <a:gd name="T4" fmla="*/ 298 w 328"/>
                <a:gd name="T5" fmla="*/ 47 h 78"/>
                <a:gd name="T6" fmla="*/ 28 w 328"/>
                <a:gd name="T7" fmla="*/ 47 h 78"/>
                <a:gd name="T8" fmla="*/ 28 w 328"/>
                <a:gd name="T9" fmla="*/ 0 h 78"/>
                <a:gd name="T10" fmla="*/ 0 w 328"/>
                <a:gd name="T11" fmla="*/ 0 h 78"/>
                <a:gd name="T12" fmla="*/ 0 w 328"/>
                <a:gd name="T13" fmla="*/ 78 h 78"/>
                <a:gd name="T14" fmla="*/ 328 w 328"/>
                <a:gd name="T15" fmla="*/ 78 h 78"/>
                <a:gd name="T16" fmla="*/ 328 w 3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78">
                  <a:moveTo>
                    <a:pt x="328" y="0"/>
                  </a:moveTo>
                  <a:lnTo>
                    <a:pt x="298" y="0"/>
                  </a:lnTo>
                  <a:lnTo>
                    <a:pt x="298" y="47"/>
                  </a:lnTo>
                  <a:lnTo>
                    <a:pt x="28" y="47"/>
                  </a:lnTo>
                  <a:lnTo>
                    <a:pt x="28" y="0"/>
                  </a:lnTo>
                  <a:lnTo>
                    <a:pt x="0" y="0"/>
                  </a:lnTo>
                  <a:lnTo>
                    <a:pt x="0" y="78"/>
                  </a:lnTo>
                  <a:lnTo>
                    <a:pt x="328" y="78"/>
                  </a:lnTo>
                  <a:lnTo>
                    <a:pt x="3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4" name="Freeform 322"/>
            <p:cNvSpPr>
              <a:spLocks/>
            </p:cNvSpPr>
            <p:nvPr/>
          </p:nvSpPr>
          <p:spPr bwMode="auto">
            <a:xfrm>
              <a:off x="3544887" y="3427413"/>
              <a:ext cx="385763" cy="412750"/>
            </a:xfrm>
            <a:custGeom>
              <a:avLst/>
              <a:gdLst>
                <a:gd name="T0" fmla="*/ 42 w 243"/>
                <a:gd name="T1" fmla="*/ 109 h 260"/>
                <a:gd name="T2" fmla="*/ 0 w 243"/>
                <a:gd name="T3" fmla="*/ 109 h 260"/>
                <a:gd name="T4" fmla="*/ 120 w 243"/>
                <a:gd name="T5" fmla="*/ 260 h 260"/>
                <a:gd name="T6" fmla="*/ 243 w 243"/>
                <a:gd name="T7" fmla="*/ 109 h 260"/>
                <a:gd name="T8" fmla="*/ 201 w 243"/>
                <a:gd name="T9" fmla="*/ 109 h 260"/>
                <a:gd name="T10" fmla="*/ 201 w 243"/>
                <a:gd name="T11" fmla="*/ 0 h 260"/>
                <a:gd name="T12" fmla="*/ 42 w 243"/>
                <a:gd name="T13" fmla="*/ 0 h 260"/>
                <a:gd name="T14" fmla="*/ 42 w 243"/>
                <a:gd name="T15" fmla="*/ 109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260">
                  <a:moveTo>
                    <a:pt x="42" y="109"/>
                  </a:moveTo>
                  <a:lnTo>
                    <a:pt x="0" y="109"/>
                  </a:lnTo>
                  <a:lnTo>
                    <a:pt x="120" y="260"/>
                  </a:lnTo>
                  <a:lnTo>
                    <a:pt x="243" y="109"/>
                  </a:lnTo>
                  <a:lnTo>
                    <a:pt x="201" y="109"/>
                  </a:lnTo>
                  <a:lnTo>
                    <a:pt x="201" y="0"/>
                  </a:lnTo>
                  <a:lnTo>
                    <a:pt x="42" y="0"/>
                  </a:lnTo>
                  <a:lnTo>
                    <a:pt x="42" y="10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5" name="Freeform 323"/>
            <p:cNvSpPr>
              <a:spLocks noEditPoints="1"/>
            </p:cNvSpPr>
            <p:nvPr/>
          </p:nvSpPr>
          <p:spPr bwMode="auto">
            <a:xfrm>
              <a:off x="2932112" y="3430588"/>
              <a:ext cx="608013" cy="747713"/>
            </a:xfrm>
            <a:custGeom>
              <a:avLst/>
              <a:gdLst>
                <a:gd name="T0" fmla="*/ 113 w 162"/>
                <a:gd name="T1" fmla="*/ 183 h 199"/>
                <a:gd name="T2" fmla="*/ 162 w 162"/>
                <a:gd name="T3" fmla="*/ 199 h 199"/>
                <a:gd name="T4" fmla="*/ 113 w 162"/>
                <a:gd name="T5" fmla="*/ 114 h 199"/>
                <a:gd name="T6" fmla="*/ 102 w 162"/>
                <a:gd name="T7" fmla="*/ 97 h 199"/>
                <a:gd name="T8" fmla="*/ 93 w 162"/>
                <a:gd name="T9" fmla="*/ 138 h 199"/>
                <a:gd name="T10" fmla="*/ 97 w 162"/>
                <a:gd name="T11" fmla="*/ 151 h 199"/>
                <a:gd name="T12" fmla="*/ 93 w 162"/>
                <a:gd name="T13" fmla="*/ 147 h 199"/>
                <a:gd name="T14" fmla="*/ 100 w 162"/>
                <a:gd name="T15" fmla="*/ 169 h 199"/>
                <a:gd name="T16" fmla="*/ 93 w 162"/>
                <a:gd name="T17" fmla="*/ 183 h 199"/>
                <a:gd name="T18" fmla="*/ 93 w 162"/>
                <a:gd name="T19" fmla="*/ 183 h 199"/>
                <a:gd name="T20" fmla="*/ 81 w 162"/>
                <a:gd name="T21" fmla="*/ 169 h 199"/>
                <a:gd name="T22" fmla="*/ 93 w 162"/>
                <a:gd name="T23" fmla="*/ 53 h 199"/>
                <a:gd name="T24" fmla="*/ 86 w 162"/>
                <a:gd name="T25" fmla="*/ 30 h 199"/>
                <a:gd name="T26" fmla="*/ 81 w 162"/>
                <a:gd name="T27" fmla="*/ 59 h 199"/>
                <a:gd name="T28" fmla="*/ 81 w 162"/>
                <a:gd name="T29" fmla="*/ 97 h 199"/>
                <a:gd name="T30" fmla="*/ 88 w 162"/>
                <a:gd name="T31" fmla="*/ 114 h 199"/>
                <a:gd name="T32" fmla="*/ 81 w 162"/>
                <a:gd name="T33" fmla="*/ 135 h 199"/>
                <a:gd name="T34" fmla="*/ 93 w 162"/>
                <a:gd name="T35" fmla="*/ 161 h 199"/>
                <a:gd name="T36" fmla="*/ 88 w 162"/>
                <a:gd name="T37" fmla="*/ 142 h 199"/>
                <a:gd name="T38" fmla="*/ 93 w 162"/>
                <a:gd name="T39" fmla="*/ 53 h 199"/>
                <a:gd name="T40" fmla="*/ 81 w 162"/>
                <a:gd name="T41" fmla="*/ 183 h 199"/>
                <a:gd name="T42" fmla="*/ 81 w 162"/>
                <a:gd name="T43" fmla="*/ 169 h 199"/>
                <a:gd name="T44" fmla="*/ 81 w 162"/>
                <a:gd name="T45" fmla="*/ 169 h 199"/>
                <a:gd name="T46" fmla="*/ 69 w 162"/>
                <a:gd name="T47" fmla="*/ 183 h 199"/>
                <a:gd name="T48" fmla="*/ 81 w 162"/>
                <a:gd name="T49" fmla="*/ 0 h 199"/>
                <a:gd name="T50" fmla="*/ 73 w 162"/>
                <a:gd name="T51" fmla="*/ 30 h 199"/>
                <a:gd name="T52" fmla="*/ 69 w 162"/>
                <a:gd name="T53" fmla="*/ 138 h 199"/>
                <a:gd name="T54" fmla="*/ 69 w 162"/>
                <a:gd name="T55" fmla="*/ 147 h 199"/>
                <a:gd name="T56" fmla="*/ 81 w 162"/>
                <a:gd name="T57" fmla="*/ 150 h 199"/>
                <a:gd name="T58" fmla="*/ 81 w 162"/>
                <a:gd name="T59" fmla="*/ 135 h 199"/>
                <a:gd name="T60" fmla="*/ 71 w 162"/>
                <a:gd name="T61" fmla="*/ 125 h 199"/>
                <a:gd name="T62" fmla="*/ 81 w 162"/>
                <a:gd name="T63" fmla="*/ 114 h 199"/>
                <a:gd name="T64" fmla="*/ 81 w 162"/>
                <a:gd name="T65" fmla="*/ 114 h 199"/>
                <a:gd name="T66" fmla="*/ 81 w 162"/>
                <a:gd name="T67" fmla="*/ 97 h 199"/>
                <a:gd name="T68" fmla="*/ 81 w 162"/>
                <a:gd name="T69" fmla="*/ 59 h 199"/>
                <a:gd name="T70" fmla="*/ 81 w 162"/>
                <a:gd name="T71" fmla="*/ 59 h 199"/>
                <a:gd name="T72" fmla="*/ 0 w 162"/>
                <a:gd name="T73" fmla="*/ 199 h 199"/>
                <a:gd name="T74" fmla="*/ 49 w 162"/>
                <a:gd name="T75" fmla="*/ 183 h 199"/>
                <a:gd name="T76" fmla="*/ 69 w 162"/>
                <a:gd name="T77" fmla="*/ 169 h 199"/>
                <a:gd name="T78" fmla="*/ 69 w 162"/>
                <a:gd name="T79" fmla="*/ 161 h 199"/>
                <a:gd name="T80" fmla="*/ 65 w 162"/>
                <a:gd name="T81" fmla="*/ 151 h 199"/>
                <a:gd name="T82" fmla="*/ 69 w 162"/>
                <a:gd name="T83" fmla="*/ 137 h 199"/>
                <a:gd name="T84" fmla="*/ 69 w 162"/>
                <a:gd name="T85" fmla="*/ 53 h 199"/>
                <a:gd name="T86" fmla="*/ 49 w 162"/>
                <a:gd name="T87" fmla="*/ 97 h 199"/>
                <a:gd name="T88" fmla="*/ 55 w 162"/>
                <a:gd name="T89" fmla="*/ 11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99">
                  <a:moveTo>
                    <a:pt x="93" y="183"/>
                  </a:moveTo>
                  <a:cubicBezTo>
                    <a:pt x="113" y="183"/>
                    <a:pt x="113" y="183"/>
                    <a:pt x="113" y="183"/>
                  </a:cubicBezTo>
                  <a:cubicBezTo>
                    <a:pt x="129" y="199"/>
                    <a:pt x="129" y="199"/>
                    <a:pt x="129" y="199"/>
                  </a:cubicBezTo>
                  <a:cubicBezTo>
                    <a:pt x="162" y="199"/>
                    <a:pt x="162" y="199"/>
                    <a:pt x="162" y="199"/>
                  </a:cubicBezTo>
                  <a:cubicBezTo>
                    <a:pt x="136" y="185"/>
                    <a:pt x="119" y="149"/>
                    <a:pt x="107" y="114"/>
                  </a:cubicBezTo>
                  <a:cubicBezTo>
                    <a:pt x="113" y="114"/>
                    <a:pt x="113" y="114"/>
                    <a:pt x="113" y="114"/>
                  </a:cubicBezTo>
                  <a:cubicBezTo>
                    <a:pt x="113" y="97"/>
                    <a:pt x="113" y="97"/>
                    <a:pt x="113" y="97"/>
                  </a:cubicBezTo>
                  <a:cubicBezTo>
                    <a:pt x="102" y="97"/>
                    <a:pt x="102" y="97"/>
                    <a:pt x="102" y="97"/>
                  </a:cubicBezTo>
                  <a:cubicBezTo>
                    <a:pt x="98" y="80"/>
                    <a:pt x="95" y="65"/>
                    <a:pt x="93" y="53"/>
                  </a:cubicBezTo>
                  <a:cubicBezTo>
                    <a:pt x="93" y="138"/>
                    <a:pt x="93" y="138"/>
                    <a:pt x="93" y="138"/>
                  </a:cubicBezTo>
                  <a:cubicBezTo>
                    <a:pt x="93" y="137"/>
                    <a:pt x="93" y="137"/>
                    <a:pt x="93" y="137"/>
                  </a:cubicBezTo>
                  <a:cubicBezTo>
                    <a:pt x="94" y="142"/>
                    <a:pt x="96" y="146"/>
                    <a:pt x="97" y="151"/>
                  </a:cubicBezTo>
                  <a:cubicBezTo>
                    <a:pt x="97" y="151"/>
                    <a:pt x="97" y="151"/>
                    <a:pt x="97" y="151"/>
                  </a:cubicBezTo>
                  <a:cubicBezTo>
                    <a:pt x="93" y="147"/>
                    <a:pt x="93" y="147"/>
                    <a:pt x="93" y="147"/>
                  </a:cubicBezTo>
                  <a:cubicBezTo>
                    <a:pt x="93" y="161"/>
                    <a:pt x="93" y="161"/>
                    <a:pt x="93" y="161"/>
                  </a:cubicBezTo>
                  <a:cubicBezTo>
                    <a:pt x="100" y="169"/>
                    <a:pt x="100" y="169"/>
                    <a:pt x="100" y="169"/>
                  </a:cubicBezTo>
                  <a:cubicBezTo>
                    <a:pt x="93" y="169"/>
                    <a:pt x="93" y="169"/>
                    <a:pt x="93" y="169"/>
                  </a:cubicBezTo>
                  <a:lnTo>
                    <a:pt x="93" y="183"/>
                  </a:lnTo>
                  <a:close/>
                  <a:moveTo>
                    <a:pt x="81" y="183"/>
                  </a:moveTo>
                  <a:cubicBezTo>
                    <a:pt x="93" y="183"/>
                    <a:pt x="93" y="183"/>
                    <a:pt x="93" y="183"/>
                  </a:cubicBezTo>
                  <a:cubicBezTo>
                    <a:pt x="93" y="169"/>
                    <a:pt x="93" y="169"/>
                    <a:pt x="93" y="169"/>
                  </a:cubicBezTo>
                  <a:cubicBezTo>
                    <a:pt x="81" y="169"/>
                    <a:pt x="81" y="169"/>
                    <a:pt x="81" y="169"/>
                  </a:cubicBezTo>
                  <a:cubicBezTo>
                    <a:pt x="81" y="183"/>
                    <a:pt x="81" y="183"/>
                    <a:pt x="81" y="183"/>
                  </a:cubicBezTo>
                  <a:close/>
                  <a:moveTo>
                    <a:pt x="93" y="53"/>
                  </a:moveTo>
                  <a:cubicBezTo>
                    <a:pt x="90" y="39"/>
                    <a:pt x="89" y="30"/>
                    <a:pt x="89" y="30"/>
                  </a:cubicBezTo>
                  <a:cubicBezTo>
                    <a:pt x="86" y="30"/>
                    <a:pt x="86" y="30"/>
                    <a:pt x="86" y="30"/>
                  </a:cubicBezTo>
                  <a:cubicBezTo>
                    <a:pt x="81" y="0"/>
                    <a:pt x="81" y="0"/>
                    <a:pt x="81" y="0"/>
                  </a:cubicBezTo>
                  <a:cubicBezTo>
                    <a:pt x="81" y="59"/>
                    <a:pt x="81" y="59"/>
                    <a:pt x="81" y="59"/>
                  </a:cubicBezTo>
                  <a:cubicBezTo>
                    <a:pt x="81" y="61"/>
                    <a:pt x="83" y="88"/>
                    <a:pt x="84" y="97"/>
                  </a:cubicBezTo>
                  <a:cubicBezTo>
                    <a:pt x="81" y="97"/>
                    <a:pt x="81" y="97"/>
                    <a:pt x="81" y="97"/>
                  </a:cubicBezTo>
                  <a:cubicBezTo>
                    <a:pt x="81" y="114"/>
                    <a:pt x="81" y="114"/>
                    <a:pt x="81" y="114"/>
                  </a:cubicBezTo>
                  <a:cubicBezTo>
                    <a:pt x="88" y="114"/>
                    <a:pt x="88" y="114"/>
                    <a:pt x="88" y="114"/>
                  </a:cubicBezTo>
                  <a:cubicBezTo>
                    <a:pt x="88" y="114"/>
                    <a:pt x="89" y="118"/>
                    <a:pt x="91" y="125"/>
                  </a:cubicBezTo>
                  <a:cubicBezTo>
                    <a:pt x="81" y="135"/>
                    <a:pt x="81" y="135"/>
                    <a:pt x="81" y="135"/>
                  </a:cubicBezTo>
                  <a:cubicBezTo>
                    <a:pt x="81" y="150"/>
                    <a:pt x="81" y="150"/>
                    <a:pt x="81" y="150"/>
                  </a:cubicBezTo>
                  <a:cubicBezTo>
                    <a:pt x="93" y="161"/>
                    <a:pt x="93" y="161"/>
                    <a:pt x="93" y="161"/>
                  </a:cubicBezTo>
                  <a:cubicBezTo>
                    <a:pt x="93" y="147"/>
                    <a:pt x="93" y="147"/>
                    <a:pt x="93" y="147"/>
                  </a:cubicBezTo>
                  <a:cubicBezTo>
                    <a:pt x="88" y="142"/>
                    <a:pt x="88" y="142"/>
                    <a:pt x="88" y="142"/>
                  </a:cubicBezTo>
                  <a:cubicBezTo>
                    <a:pt x="93" y="138"/>
                    <a:pt x="93" y="138"/>
                    <a:pt x="93" y="138"/>
                  </a:cubicBezTo>
                  <a:lnTo>
                    <a:pt x="93" y="53"/>
                  </a:lnTo>
                  <a:close/>
                  <a:moveTo>
                    <a:pt x="69" y="183"/>
                  </a:moveTo>
                  <a:cubicBezTo>
                    <a:pt x="81" y="183"/>
                    <a:pt x="81" y="183"/>
                    <a:pt x="81" y="183"/>
                  </a:cubicBezTo>
                  <a:cubicBezTo>
                    <a:pt x="81" y="183"/>
                    <a:pt x="81" y="183"/>
                    <a:pt x="81" y="183"/>
                  </a:cubicBezTo>
                  <a:cubicBezTo>
                    <a:pt x="81" y="169"/>
                    <a:pt x="81" y="169"/>
                    <a:pt x="81" y="169"/>
                  </a:cubicBezTo>
                  <a:cubicBezTo>
                    <a:pt x="81" y="169"/>
                    <a:pt x="81" y="169"/>
                    <a:pt x="81" y="169"/>
                  </a:cubicBezTo>
                  <a:cubicBezTo>
                    <a:pt x="81" y="169"/>
                    <a:pt x="81" y="169"/>
                    <a:pt x="81" y="169"/>
                  </a:cubicBezTo>
                  <a:cubicBezTo>
                    <a:pt x="69" y="169"/>
                    <a:pt x="69" y="169"/>
                    <a:pt x="69" y="169"/>
                  </a:cubicBezTo>
                  <a:cubicBezTo>
                    <a:pt x="69" y="183"/>
                    <a:pt x="69" y="183"/>
                    <a:pt x="69" y="183"/>
                  </a:cubicBezTo>
                  <a:close/>
                  <a:moveTo>
                    <a:pt x="81" y="0"/>
                  </a:moveTo>
                  <a:cubicBezTo>
                    <a:pt x="81" y="0"/>
                    <a:pt x="81" y="0"/>
                    <a:pt x="81" y="0"/>
                  </a:cubicBezTo>
                  <a:cubicBezTo>
                    <a:pt x="76" y="30"/>
                    <a:pt x="76" y="30"/>
                    <a:pt x="76" y="30"/>
                  </a:cubicBezTo>
                  <a:cubicBezTo>
                    <a:pt x="73" y="30"/>
                    <a:pt x="73" y="30"/>
                    <a:pt x="73" y="30"/>
                  </a:cubicBezTo>
                  <a:cubicBezTo>
                    <a:pt x="73" y="30"/>
                    <a:pt x="72" y="39"/>
                    <a:pt x="69" y="53"/>
                  </a:cubicBezTo>
                  <a:cubicBezTo>
                    <a:pt x="69" y="138"/>
                    <a:pt x="69" y="138"/>
                    <a:pt x="69" y="138"/>
                  </a:cubicBezTo>
                  <a:cubicBezTo>
                    <a:pt x="74" y="142"/>
                    <a:pt x="74" y="142"/>
                    <a:pt x="74" y="142"/>
                  </a:cubicBezTo>
                  <a:cubicBezTo>
                    <a:pt x="69" y="147"/>
                    <a:pt x="69" y="147"/>
                    <a:pt x="69" y="147"/>
                  </a:cubicBezTo>
                  <a:cubicBezTo>
                    <a:pt x="69" y="161"/>
                    <a:pt x="69" y="161"/>
                    <a:pt x="69" y="161"/>
                  </a:cubicBezTo>
                  <a:cubicBezTo>
                    <a:pt x="81" y="150"/>
                    <a:pt x="81" y="150"/>
                    <a:pt x="81" y="150"/>
                  </a:cubicBezTo>
                  <a:cubicBezTo>
                    <a:pt x="81" y="150"/>
                    <a:pt x="81" y="150"/>
                    <a:pt x="81" y="150"/>
                  </a:cubicBezTo>
                  <a:cubicBezTo>
                    <a:pt x="81" y="135"/>
                    <a:pt x="81" y="135"/>
                    <a:pt x="81" y="135"/>
                  </a:cubicBezTo>
                  <a:cubicBezTo>
                    <a:pt x="81" y="135"/>
                    <a:pt x="81" y="135"/>
                    <a:pt x="81" y="135"/>
                  </a:cubicBezTo>
                  <a:cubicBezTo>
                    <a:pt x="71" y="125"/>
                    <a:pt x="71" y="125"/>
                    <a:pt x="71" y="125"/>
                  </a:cubicBezTo>
                  <a:cubicBezTo>
                    <a:pt x="73" y="118"/>
                    <a:pt x="73" y="114"/>
                    <a:pt x="73" y="114"/>
                  </a:cubicBezTo>
                  <a:cubicBezTo>
                    <a:pt x="81" y="114"/>
                    <a:pt x="81" y="114"/>
                    <a:pt x="81" y="114"/>
                  </a:cubicBezTo>
                  <a:cubicBezTo>
                    <a:pt x="81" y="114"/>
                    <a:pt x="81" y="114"/>
                    <a:pt x="81" y="114"/>
                  </a:cubicBezTo>
                  <a:cubicBezTo>
                    <a:pt x="81" y="114"/>
                    <a:pt x="81" y="114"/>
                    <a:pt x="81" y="114"/>
                  </a:cubicBezTo>
                  <a:cubicBezTo>
                    <a:pt x="81" y="97"/>
                    <a:pt x="81" y="97"/>
                    <a:pt x="81" y="97"/>
                  </a:cubicBezTo>
                  <a:cubicBezTo>
                    <a:pt x="81" y="97"/>
                    <a:pt x="81" y="97"/>
                    <a:pt x="81" y="97"/>
                  </a:cubicBezTo>
                  <a:cubicBezTo>
                    <a:pt x="78" y="97"/>
                    <a:pt x="78" y="97"/>
                    <a:pt x="78" y="97"/>
                  </a:cubicBezTo>
                  <a:cubicBezTo>
                    <a:pt x="79" y="88"/>
                    <a:pt x="81" y="59"/>
                    <a:pt x="81" y="59"/>
                  </a:cubicBezTo>
                  <a:cubicBezTo>
                    <a:pt x="81" y="59"/>
                    <a:pt x="81" y="59"/>
                    <a:pt x="81" y="59"/>
                  </a:cubicBezTo>
                  <a:cubicBezTo>
                    <a:pt x="81" y="59"/>
                    <a:pt x="81" y="59"/>
                    <a:pt x="81" y="59"/>
                  </a:cubicBezTo>
                  <a:lnTo>
                    <a:pt x="81" y="0"/>
                  </a:lnTo>
                  <a:close/>
                  <a:moveTo>
                    <a:pt x="0" y="199"/>
                  </a:moveTo>
                  <a:cubicBezTo>
                    <a:pt x="32" y="199"/>
                    <a:pt x="32" y="199"/>
                    <a:pt x="32" y="199"/>
                  </a:cubicBezTo>
                  <a:cubicBezTo>
                    <a:pt x="49" y="183"/>
                    <a:pt x="49" y="183"/>
                    <a:pt x="49" y="183"/>
                  </a:cubicBezTo>
                  <a:cubicBezTo>
                    <a:pt x="69" y="183"/>
                    <a:pt x="69" y="183"/>
                    <a:pt x="69" y="183"/>
                  </a:cubicBezTo>
                  <a:cubicBezTo>
                    <a:pt x="69" y="169"/>
                    <a:pt x="69" y="169"/>
                    <a:pt x="69" y="169"/>
                  </a:cubicBezTo>
                  <a:cubicBezTo>
                    <a:pt x="62" y="169"/>
                    <a:pt x="62" y="169"/>
                    <a:pt x="62" y="169"/>
                  </a:cubicBezTo>
                  <a:cubicBezTo>
                    <a:pt x="69" y="161"/>
                    <a:pt x="69" y="161"/>
                    <a:pt x="69" y="161"/>
                  </a:cubicBezTo>
                  <a:cubicBezTo>
                    <a:pt x="69" y="147"/>
                    <a:pt x="69" y="147"/>
                    <a:pt x="69" y="147"/>
                  </a:cubicBezTo>
                  <a:cubicBezTo>
                    <a:pt x="65" y="151"/>
                    <a:pt x="65" y="151"/>
                    <a:pt x="65" y="151"/>
                  </a:cubicBezTo>
                  <a:cubicBezTo>
                    <a:pt x="66" y="146"/>
                    <a:pt x="67" y="142"/>
                    <a:pt x="69" y="137"/>
                  </a:cubicBezTo>
                  <a:cubicBezTo>
                    <a:pt x="69" y="137"/>
                    <a:pt x="69" y="137"/>
                    <a:pt x="69" y="137"/>
                  </a:cubicBezTo>
                  <a:cubicBezTo>
                    <a:pt x="69" y="138"/>
                    <a:pt x="69" y="138"/>
                    <a:pt x="69" y="138"/>
                  </a:cubicBezTo>
                  <a:cubicBezTo>
                    <a:pt x="69" y="53"/>
                    <a:pt x="69" y="53"/>
                    <a:pt x="69" y="53"/>
                  </a:cubicBezTo>
                  <a:cubicBezTo>
                    <a:pt x="67" y="65"/>
                    <a:pt x="64" y="80"/>
                    <a:pt x="59" y="97"/>
                  </a:cubicBezTo>
                  <a:cubicBezTo>
                    <a:pt x="49" y="97"/>
                    <a:pt x="49" y="97"/>
                    <a:pt x="49" y="97"/>
                  </a:cubicBezTo>
                  <a:cubicBezTo>
                    <a:pt x="49" y="114"/>
                    <a:pt x="49" y="114"/>
                    <a:pt x="49" y="114"/>
                  </a:cubicBezTo>
                  <a:cubicBezTo>
                    <a:pt x="55" y="114"/>
                    <a:pt x="55" y="114"/>
                    <a:pt x="55" y="114"/>
                  </a:cubicBezTo>
                  <a:cubicBezTo>
                    <a:pt x="43" y="149"/>
                    <a:pt x="26" y="185"/>
                    <a:pt x="0" y="19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6" name="Freeform 324"/>
            <p:cNvSpPr>
              <a:spLocks noEditPoints="1"/>
            </p:cNvSpPr>
            <p:nvPr/>
          </p:nvSpPr>
          <p:spPr bwMode="auto">
            <a:xfrm>
              <a:off x="3498850" y="1793875"/>
              <a:ext cx="736600" cy="735013"/>
            </a:xfrm>
            <a:custGeom>
              <a:avLst/>
              <a:gdLst>
                <a:gd name="T0" fmla="*/ 98 w 196"/>
                <a:gd name="T1" fmla="*/ 196 h 196"/>
                <a:gd name="T2" fmla="*/ 196 w 196"/>
                <a:gd name="T3" fmla="*/ 98 h 196"/>
                <a:gd name="T4" fmla="*/ 98 w 196"/>
                <a:gd name="T5" fmla="*/ 0 h 196"/>
                <a:gd name="T6" fmla="*/ 98 w 196"/>
                <a:gd name="T7" fmla="*/ 69 h 196"/>
                <a:gd name="T8" fmla="*/ 127 w 196"/>
                <a:gd name="T9" fmla="*/ 98 h 196"/>
                <a:gd name="T10" fmla="*/ 98 w 196"/>
                <a:gd name="T11" fmla="*/ 126 h 196"/>
                <a:gd name="T12" fmla="*/ 98 w 196"/>
                <a:gd name="T13" fmla="*/ 196 h 196"/>
                <a:gd name="T14" fmla="*/ 98 w 196"/>
                <a:gd name="T15" fmla="*/ 0 h 196"/>
                <a:gd name="T16" fmla="*/ 0 w 196"/>
                <a:gd name="T17" fmla="*/ 98 h 196"/>
                <a:gd name="T18" fmla="*/ 98 w 196"/>
                <a:gd name="T19" fmla="*/ 196 h 196"/>
                <a:gd name="T20" fmla="*/ 98 w 196"/>
                <a:gd name="T21" fmla="*/ 196 h 196"/>
                <a:gd name="T22" fmla="*/ 98 w 196"/>
                <a:gd name="T23" fmla="*/ 126 h 196"/>
                <a:gd name="T24" fmla="*/ 98 w 196"/>
                <a:gd name="T25" fmla="*/ 126 h 196"/>
                <a:gd name="T26" fmla="*/ 98 w 196"/>
                <a:gd name="T27" fmla="*/ 126 h 196"/>
                <a:gd name="T28" fmla="*/ 70 w 196"/>
                <a:gd name="T29" fmla="*/ 98 h 196"/>
                <a:gd name="T30" fmla="*/ 98 w 196"/>
                <a:gd name="T31" fmla="*/ 69 h 196"/>
                <a:gd name="T32" fmla="*/ 98 w 196"/>
                <a:gd name="T33" fmla="*/ 69 h 196"/>
                <a:gd name="T34" fmla="*/ 98 w 196"/>
                <a:gd name="T35"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196">
                  <a:moveTo>
                    <a:pt x="98" y="196"/>
                  </a:moveTo>
                  <a:cubicBezTo>
                    <a:pt x="152" y="196"/>
                    <a:pt x="196" y="152"/>
                    <a:pt x="196" y="98"/>
                  </a:cubicBezTo>
                  <a:cubicBezTo>
                    <a:pt x="196" y="44"/>
                    <a:pt x="152" y="0"/>
                    <a:pt x="98" y="0"/>
                  </a:cubicBezTo>
                  <a:cubicBezTo>
                    <a:pt x="98" y="69"/>
                    <a:pt x="98" y="69"/>
                    <a:pt x="98" y="69"/>
                  </a:cubicBezTo>
                  <a:cubicBezTo>
                    <a:pt x="114" y="69"/>
                    <a:pt x="127" y="82"/>
                    <a:pt x="127" y="98"/>
                  </a:cubicBezTo>
                  <a:cubicBezTo>
                    <a:pt x="127" y="113"/>
                    <a:pt x="114" y="126"/>
                    <a:pt x="98" y="126"/>
                  </a:cubicBezTo>
                  <a:lnTo>
                    <a:pt x="98" y="196"/>
                  </a:lnTo>
                  <a:close/>
                  <a:moveTo>
                    <a:pt x="98" y="0"/>
                  </a:moveTo>
                  <a:cubicBezTo>
                    <a:pt x="44" y="0"/>
                    <a:pt x="0" y="44"/>
                    <a:pt x="0" y="98"/>
                  </a:cubicBezTo>
                  <a:cubicBezTo>
                    <a:pt x="0" y="152"/>
                    <a:pt x="44" y="196"/>
                    <a:pt x="98" y="196"/>
                  </a:cubicBezTo>
                  <a:cubicBezTo>
                    <a:pt x="98" y="196"/>
                    <a:pt x="98" y="196"/>
                    <a:pt x="98" y="196"/>
                  </a:cubicBezTo>
                  <a:cubicBezTo>
                    <a:pt x="98" y="126"/>
                    <a:pt x="98" y="126"/>
                    <a:pt x="98" y="126"/>
                  </a:cubicBezTo>
                  <a:cubicBezTo>
                    <a:pt x="98" y="126"/>
                    <a:pt x="98" y="126"/>
                    <a:pt x="98" y="126"/>
                  </a:cubicBezTo>
                  <a:cubicBezTo>
                    <a:pt x="98" y="126"/>
                    <a:pt x="98" y="126"/>
                    <a:pt x="98" y="126"/>
                  </a:cubicBezTo>
                  <a:cubicBezTo>
                    <a:pt x="83" y="126"/>
                    <a:pt x="70" y="113"/>
                    <a:pt x="70" y="98"/>
                  </a:cubicBezTo>
                  <a:cubicBezTo>
                    <a:pt x="70" y="82"/>
                    <a:pt x="83" y="69"/>
                    <a:pt x="98" y="69"/>
                  </a:cubicBezTo>
                  <a:cubicBezTo>
                    <a:pt x="98" y="69"/>
                    <a:pt x="98" y="69"/>
                    <a:pt x="98" y="69"/>
                  </a:cubicBezTo>
                  <a:cubicBezTo>
                    <a:pt x="98" y="0"/>
                    <a:pt x="98" y="0"/>
                    <a:pt x="98"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7" name="Freeform 325"/>
            <p:cNvSpPr>
              <a:spLocks noEditPoints="1"/>
            </p:cNvSpPr>
            <p:nvPr/>
          </p:nvSpPr>
          <p:spPr bwMode="auto">
            <a:xfrm>
              <a:off x="3781425" y="2074863"/>
              <a:ext cx="171450" cy="173038"/>
            </a:xfrm>
            <a:custGeom>
              <a:avLst/>
              <a:gdLst>
                <a:gd name="T0" fmla="*/ 23 w 46"/>
                <a:gd name="T1" fmla="*/ 46 h 46"/>
                <a:gd name="T2" fmla="*/ 46 w 46"/>
                <a:gd name="T3" fmla="*/ 23 h 46"/>
                <a:gd name="T4" fmla="*/ 23 w 46"/>
                <a:gd name="T5" fmla="*/ 0 h 46"/>
                <a:gd name="T6" fmla="*/ 23 w 46"/>
                <a:gd name="T7" fmla="*/ 7 h 46"/>
                <a:gd name="T8" fmla="*/ 39 w 46"/>
                <a:gd name="T9" fmla="*/ 23 h 46"/>
                <a:gd name="T10" fmla="*/ 23 w 46"/>
                <a:gd name="T11" fmla="*/ 39 h 46"/>
                <a:gd name="T12" fmla="*/ 23 w 46"/>
                <a:gd name="T13" fmla="*/ 46 h 46"/>
                <a:gd name="T14" fmla="*/ 23 w 46"/>
                <a:gd name="T15" fmla="*/ 0 h 46"/>
                <a:gd name="T16" fmla="*/ 0 w 46"/>
                <a:gd name="T17" fmla="*/ 23 h 46"/>
                <a:gd name="T18" fmla="*/ 23 w 46"/>
                <a:gd name="T19" fmla="*/ 46 h 46"/>
                <a:gd name="T20" fmla="*/ 23 w 46"/>
                <a:gd name="T21" fmla="*/ 46 h 46"/>
                <a:gd name="T22" fmla="*/ 23 w 46"/>
                <a:gd name="T23" fmla="*/ 39 h 46"/>
                <a:gd name="T24" fmla="*/ 23 w 46"/>
                <a:gd name="T25" fmla="*/ 39 h 46"/>
                <a:gd name="T26" fmla="*/ 23 w 46"/>
                <a:gd name="T27" fmla="*/ 39 h 46"/>
                <a:gd name="T28" fmla="*/ 7 w 46"/>
                <a:gd name="T29" fmla="*/ 23 h 46"/>
                <a:gd name="T30" fmla="*/ 23 w 46"/>
                <a:gd name="T31" fmla="*/ 7 h 46"/>
                <a:gd name="T32" fmla="*/ 23 w 46"/>
                <a:gd name="T33" fmla="*/ 7 h 46"/>
                <a:gd name="T34" fmla="*/ 23 w 46"/>
                <a:gd name="T3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46">
                  <a:moveTo>
                    <a:pt x="23" y="46"/>
                  </a:moveTo>
                  <a:cubicBezTo>
                    <a:pt x="36" y="46"/>
                    <a:pt x="46" y="35"/>
                    <a:pt x="46" y="23"/>
                  </a:cubicBezTo>
                  <a:cubicBezTo>
                    <a:pt x="46" y="10"/>
                    <a:pt x="36" y="0"/>
                    <a:pt x="23" y="0"/>
                  </a:cubicBezTo>
                  <a:cubicBezTo>
                    <a:pt x="23" y="7"/>
                    <a:pt x="23" y="7"/>
                    <a:pt x="23" y="7"/>
                  </a:cubicBezTo>
                  <a:cubicBezTo>
                    <a:pt x="32" y="7"/>
                    <a:pt x="39" y="14"/>
                    <a:pt x="39" y="23"/>
                  </a:cubicBezTo>
                  <a:cubicBezTo>
                    <a:pt x="39" y="32"/>
                    <a:pt x="32" y="39"/>
                    <a:pt x="23" y="39"/>
                  </a:cubicBezTo>
                  <a:lnTo>
                    <a:pt x="23" y="46"/>
                  </a:lnTo>
                  <a:close/>
                  <a:moveTo>
                    <a:pt x="23" y="0"/>
                  </a:moveTo>
                  <a:cubicBezTo>
                    <a:pt x="11" y="0"/>
                    <a:pt x="0" y="10"/>
                    <a:pt x="0" y="23"/>
                  </a:cubicBezTo>
                  <a:cubicBezTo>
                    <a:pt x="0" y="35"/>
                    <a:pt x="11" y="46"/>
                    <a:pt x="23" y="46"/>
                  </a:cubicBezTo>
                  <a:cubicBezTo>
                    <a:pt x="23" y="46"/>
                    <a:pt x="23" y="46"/>
                    <a:pt x="23" y="46"/>
                  </a:cubicBezTo>
                  <a:cubicBezTo>
                    <a:pt x="23" y="39"/>
                    <a:pt x="23" y="39"/>
                    <a:pt x="23" y="39"/>
                  </a:cubicBezTo>
                  <a:cubicBezTo>
                    <a:pt x="23" y="39"/>
                    <a:pt x="23" y="39"/>
                    <a:pt x="23" y="39"/>
                  </a:cubicBezTo>
                  <a:cubicBezTo>
                    <a:pt x="23" y="39"/>
                    <a:pt x="23" y="39"/>
                    <a:pt x="23" y="39"/>
                  </a:cubicBezTo>
                  <a:cubicBezTo>
                    <a:pt x="14" y="39"/>
                    <a:pt x="7" y="32"/>
                    <a:pt x="7" y="23"/>
                  </a:cubicBezTo>
                  <a:cubicBezTo>
                    <a:pt x="7" y="14"/>
                    <a:pt x="14" y="7"/>
                    <a:pt x="23" y="7"/>
                  </a:cubicBezTo>
                  <a:cubicBezTo>
                    <a:pt x="23" y="7"/>
                    <a:pt x="23" y="7"/>
                    <a:pt x="23" y="7"/>
                  </a:cubicBezTo>
                  <a:cubicBezTo>
                    <a:pt x="23" y="0"/>
                    <a:pt x="23" y="0"/>
                    <a:pt x="23"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8" name="Freeform 326"/>
            <p:cNvSpPr>
              <a:spLocks noEditPoints="1"/>
            </p:cNvSpPr>
            <p:nvPr/>
          </p:nvSpPr>
          <p:spPr bwMode="auto">
            <a:xfrm>
              <a:off x="7597775" y="2435225"/>
              <a:ext cx="266700" cy="555625"/>
            </a:xfrm>
            <a:custGeom>
              <a:avLst/>
              <a:gdLst>
                <a:gd name="T0" fmla="*/ 36 w 71"/>
                <a:gd name="T1" fmla="*/ 127 h 148"/>
                <a:gd name="T2" fmla="*/ 71 w 71"/>
                <a:gd name="T3" fmla="*/ 143 h 148"/>
                <a:gd name="T4" fmla="*/ 69 w 71"/>
                <a:gd name="T5" fmla="*/ 15 h 148"/>
                <a:gd name="T6" fmla="*/ 36 w 71"/>
                <a:gd name="T7" fmla="*/ 0 h 148"/>
                <a:gd name="T8" fmla="*/ 36 w 71"/>
                <a:gd name="T9" fmla="*/ 20 h 148"/>
                <a:gd name="T10" fmla="*/ 61 w 71"/>
                <a:gd name="T11" fmla="*/ 27 h 148"/>
                <a:gd name="T12" fmla="*/ 58 w 71"/>
                <a:gd name="T13" fmla="*/ 28 h 148"/>
                <a:gd name="T14" fmla="*/ 36 w 71"/>
                <a:gd name="T15" fmla="*/ 24 h 148"/>
                <a:gd name="T16" fmla="*/ 36 w 71"/>
                <a:gd name="T17" fmla="*/ 40 h 148"/>
                <a:gd name="T18" fmla="*/ 60 w 71"/>
                <a:gd name="T19" fmla="*/ 44 h 148"/>
                <a:gd name="T20" fmla="*/ 59 w 71"/>
                <a:gd name="T21" fmla="*/ 48 h 148"/>
                <a:gd name="T22" fmla="*/ 53 w 71"/>
                <a:gd name="T23" fmla="*/ 46 h 148"/>
                <a:gd name="T24" fmla="*/ 36 w 71"/>
                <a:gd name="T25" fmla="*/ 44 h 148"/>
                <a:gd name="T26" fmla="*/ 36 w 71"/>
                <a:gd name="T27" fmla="*/ 60 h 148"/>
                <a:gd name="T28" fmla="*/ 61 w 71"/>
                <a:gd name="T29" fmla="*/ 67 h 148"/>
                <a:gd name="T30" fmla="*/ 58 w 71"/>
                <a:gd name="T31" fmla="*/ 68 h 148"/>
                <a:gd name="T32" fmla="*/ 36 w 71"/>
                <a:gd name="T33" fmla="*/ 64 h 148"/>
                <a:gd name="T34" fmla="*/ 36 w 71"/>
                <a:gd name="T35" fmla="*/ 127 h 148"/>
                <a:gd name="T36" fmla="*/ 36 w 71"/>
                <a:gd name="T37" fmla="*/ 127 h 148"/>
                <a:gd name="T38" fmla="*/ 18 w 71"/>
                <a:gd name="T39" fmla="*/ 66 h 148"/>
                <a:gd name="T40" fmla="*/ 11 w 71"/>
                <a:gd name="T41" fmla="*/ 67 h 148"/>
                <a:gd name="T42" fmla="*/ 12 w 71"/>
                <a:gd name="T43" fmla="*/ 64 h 148"/>
                <a:gd name="T44" fmla="*/ 36 w 71"/>
                <a:gd name="T45" fmla="*/ 44 h 148"/>
                <a:gd name="T46" fmla="*/ 13 w 71"/>
                <a:gd name="T47" fmla="*/ 48 h 148"/>
                <a:gd name="T48" fmla="*/ 12 w 71"/>
                <a:gd name="T49" fmla="*/ 44 h 148"/>
                <a:gd name="T50" fmla="*/ 36 w 71"/>
                <a:gd name="T51" fmla="*/ 40 h 148"/>
                <a:gd name="T52" fmla="*/ 18 w 71"/>
                <a:gd name="T53" fmla="*/ 26 h 148"/>
                <a:gd name="T54" fmla="*/ 11 w 71"/>
                <a:gd name="T55" fmla="*/ 27 h 148"/>
                <a:gd name="T56" fmla="*/ 12 w 71"/>
                <a:gd name="T57" fmla="*/ 24 h 148"/>
                <a:gd name="T58" fmla="*/ 36 w 71"/>
                <a:gd name="T59" fmla="*/ 0 h 148"/>
                <a:gd name="T60" fmla="*/ 1 w 71"/>
                <a:gd name="T61" fmla="*/ 32 h 148"/>
                <a:gd name="T62" fmla="*/ 2 w 71"/>
                <a:gd name="T63" fmla="*/ 14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48">
                  <a:moveTo>
                    <a:pt x="36" y="127"/>
                  </a:moveTo>
                  <a:cubicBezTo>
                    <a:pt x="36" y="127"/>
                    <a:pt x="36" y="127"/>
                    <a:pt x="36" y="127"/>
                  </a:cubicBezTo>
                  <a:cubicBezTo>
                    <a:pt x="52" y="127"/>
                    <a:pt x="66" y="131"/>
                    <a:pt x="70" y="143"/>
                  </a:cubicBezTo>
                  <a:cubicBezTo>
                    <a:pt x="71" y="148"/>
                    <a:pt x="71" y="148"/>
                    <a:pt x="71" y="143"/>
                  </a:cubicBezTo>
                  <a:cubicBezTo>
                    <a:pt x="71" y="120"/>
                    <a:pt x="71" y="55"/>
                    <a:pt x="71" y="32"/>
                  </a:cubicBezTo>
                  <a:cubicBezTo>
                    <a:pt x="71" y="27"/>
                    <a:pt x="71" y="20"/>
                    <a:pt x="69" y="15"/>
                  </a:cubicBezTo>
                  <a:cubicBezTo>
                    <a:pt x="65" y="3"/>
                    <a:pt x="52" y="0"/>
                    <a:pt x="36" y="0"/>
                  </a:cubicBezTo>
                  <a:cubicBezTo>
                    <a:pt x="36" y="0"/>
                    <a:pt x="36" y="0"/>
                    <a:pt x="36" y="0"/>
                  </a:cubicBezTo>
                  <a:cubicBezTo>
                    <a:pt x="36" y="20"/>
                    <a:pt x="36" y="20"/>
                    <a:pt x="36" y="20"/>
                  </a:cubicBezTo>
                  <a:cubicBezTo>
                    <a:pt x="36" y="20"/>
                    <a:pt x="36" y="20"/>
                    <a:pt x="36" y="20"/>
                  </a:cubicBezTo>
                  <a:cubicBezTo>
                    <a:pt x="46" y="20"/>
                    <a:pt x="54" y="21"/>
                    <a:pt x="60" y="24"/>
                  </a:cubicBezTo>
                  <a:cubicBezTo>
                    <a:pt x="61" y="25"/>
                    <a:pt x="61" y="26"/>
                    <a:pt x="61" y="27"/>
                  </a:cubicBezTo>
                  <a:cubicBezTo>
                    <a:pt x="60" y="28"/>
                    <a:pt x="60" y="28"/>
                    <a:pt x="59" y="28"/>
                  </a:cubicBezTo>
                  <a:cubicBezTo>
                    <a:pt x="59" y="28"/>
                    <a:pt x="58" y="28"/>
                    <a:pt x="58" y="28"/>
                  </a:cubicBezTo>
                  <a:cubicBezTo>
                    <a:pt x="57" y="27"/>
                    <a:pt x="55" y="26"/>
                    <a:pt x="53" y="26"/>
                  </a:cubicBezTo>
                  <a:cubicBezTo>
                    <a:pt x="49" y="25"/>
                    <a:pt x="43" y="24"/>
                    <a:pt x="36" y="24"/>
                  </a:cubicBezTo>
                  <a:cubicBezTo>
                    <a:pt x="36" y="24"/>
                    <a:pt x="36" y="24"/>
                    <a:pt x="36" y="24"/>
                  </a:cubicBezTo>
                  <a:cubicBezTo>
                    <a:pt x="36" y="40"/>
                    <a:pt x="36" y="40"/>
                    <a:pt x="36" y="40"/>
                  </a:cubicBezTo>
                  <a:cubicBezTo>
                    <a:pt x="36" y="40"/>
                    <a:pt x="36" y="40"/>
                    <a:pt x="36" y="40"/>
                  </a:cubicBezTo>
                  <a:cubicBezTo>
                    <a:pt x="46" y="40"/>
                    <a:pt x="54" y="41"/>
                    <a:pt x="60" y="44"/>
                  </a:cubicBezTo>
                  <a:cubicBezTo>
                    <a:pt x="61" y="45"/>
                    <a:pt x="61" y="46"/>
                    <a:pt x="61" y="47"/>
                  </a:cubicBezTo>
                  <a:cubicBezTo>
                    <a:pt x="60" y="47"/>
                    <a:pt x="60" y="48"/>
                    <a:pt x="59" y="48"/>
                  </a:cubicBezTo>
                  <a:cubicBezTo>
                    <a:pt x="59" y="48"/>
                    <a:pt x="58" y="48"/>
                    <a:pt x="58" y="48"/>
                  </a:cubicBezTo>
                  <a:cubicBezTo>
                    <a:pt x="57" y="47"/>
                    <a:pt x="55" y="46"/>
                    <a:pt x="53" y="46"/>
                  </a:cubicBezTo>
                  <a:cubicBezTo>
                    <a:pt x="49" y="44"/>
                    <a:pt x="43" y="44"/>
                    <a:pt x="36" y="44"/>
                  </a:cubicBezTo>
                  <a:cubicBezTo>
                    <a:pt x="36" y="44"/>
                    <a:pt x="36" y="44"/>
                    <a:pt x="36" y="44"/>
                  </a:cubicBezTo>
                  <a:cubicBezTo>
                    <a:pt x="36" y="60"/>
                    <a:pt x="36" y="60"/>
                    <a:pt x="36" y="60"/>
                  </a:cubicBezTo>
                  <a:cubicBezTo>
                    <a:pt x="36" y="60"/>
                    <a:pt x="36" y="60"/>
                    <a:pt x="36" y="60"/>
                  </a:cubicBezTo>
                  <a:cubicBezTo>
                    <a:pt x="46" y="60"/>
                    <a:pt x="54" y="61"/>
                    <a:pt x="60" y="64"/>
                  </a:cubicBezTo>
                  <a:cubicBezTo>
                    <a:pt x="61" y="64"/>
                    <a:pt x="61" y="66"/>
                    <a:pt x="61" y="67"/>
                  </a:cubicBezTo>
                  <a:cubicBezTo>
                    <a:pt x="60" y="67"/>
                    <a:pt x="60" y="68"/>
                    <a:pt x="59" y="68"/>
                  </a:cubicBezTo>
                  <a:cubicBezTo>
                    <a:pt x="59" y="68"/>
                    <a:pt x="58" y="68"/>
                    <a:pt x="58" y="68"/>
                  </a:cubicBezTo>
                  <a:cubicBezTo>
                    <a:pt x="57" y="67"/>
                    <a:pt x="55" y="66"/>
                    <a:pt x="53" y="66"/>
                  </a:cubicBezTo>
                  <a:cubicBezTo>
                    <a:pt x="49" y="64"/>
                    <a:pt x="43" y="64"/>
                    <a:pt x="36" y="64"/>
                  </a:cubicBezTo>
                  <a:cubicBezTo>
                    <a:pt x="36" y="64"/>
                    <a:pt x="36" y="64"/>
                    <a:pt x="36" y="64"/>
                  </a:cubicBezTo>
                  <a:lnTo>
                    <a:pt x="36" y="127"/>
                  </a:lnTo>
                  <a:close/>
                  <a:moveTo>
                    <a:pt x="2" y="143"/>
                  </a:moveTo>
                  <a:cubicBezTo>
                    <a:pt x="6" y="131"/>
                    <a:pt x="19" y="127"/>
                    <a:pt x="36" y="127"/>
                  </a:cubicBezTo>
                  <a:cubicBezTo>
                    <a:pt x="36" y="64"/>
                    <a:pt x="36" y="64"/>
                    <a:pt x="36" y="64"/>
                  </a:cubicBezTo>
                  <a:cubicBezTo>
                    <a:pt x="29" y="64"/>
                    <a:pt x="23" y="64"/>
                    <a:pt x="18" y="66"/>
                  </a:cubicBezTo>
                  <a:cubicBezTo>
                    <a:pt x="16" y="66"/>
                    <a:pt x="15" y="67"/>
                    <a:pt x="13" y="68"/>
                  </a:cubicBezTo>
                  <a:cubicBezTo>
                    <a:pt x="12" y="68"/>
                    <a:pt x="11" y="68"/>
                    <a:pt x="11" y="67"/>
                  </a:cubicBezTo>
                  <a:cubicBezTo>
                    <a:pt x="10" y="66"/>
                    <a:pt x="11" y="64"/>
                    <a:pt x="12" y="64"/>
                  </a:cubicBezTo>
                  <a:cubicBezTo>
                    <a:pt x="12" y="64"/>
                    <a:pt x="12" y="64"/>
                    <a:pt x="12" y="64"/>
                  </a:cubicBezTo>
                  <a:cubicBezTo>
                    <a:pt x="18" y="61"/>
                    <a:pt x="25" y="60"/>
                    <a:pt x="36" y="60"/>
                  </a:cubicBezTo>
                  <a:cubicBezTo>
                    <a:pt x="36" y="44"/>
                    <a:pt x="36" y="44"/>
                    <a:pt x="36" y="44"/>
                  </a:cubicBezTo>
                  <a:cubicBezTo>
                    <a:pt x="29" y="44"/>
                    <a:pt x="23" y="44"/>
                    <a:pt x="18" y="46"/>
                  </a:cubicBezTo>
                  <a:cubicBezTo>
                    <a:pt x="16" y="46"/>
                    <a:pt x="15" y="47"/>
                    <a:pt x="13" y="48"/>
                  </a:cubicBezTo>
                  <a:cubicBezTo>
                    <a:pt x="12" y="48"/>
                    <a:pt x="11" y="48"/>
                    <a:pt x="11" y="47"/>
                  </a:cubicBezTo>
                  <a:cubicBezTo>
                    <a:pt x="10" y="46"/>
                    <a:pt x="11" y="45"/>
                    <a:pt x="12" y="44"/>
                  </a:cubicBezTo>
                  <a:cubicBezTo>
                    <a:pt x="12" y="44"/>
                    <a:pt x="12" y="44"/>
                    <a:pt x="12" y="44"/>
                  </a:cubicBezTo>
                  <a:cubicBezTo>
                    <a:pt x="18" y="41"/>
                    <a:pt x="25" y="40"/>
                    <a:pt x="36" y="40"/>
                  </a:cubicBezTo>
                  <a:cubicBezTo>
                    <a:pt x="36" y="24"/>
                    <a:pt x="36" y="24"/>
                    <a:pt x="36" y="24"/>
                  </a:cubicBezTo>
                  <a:cubicBezTo>
                    <a:pt x="29" y="24"/>
                    <a:pt x="23" y="25"/>
                    <a:pt x="18" y="26"/>
                  </a:cubicBezTo>
                  <a:cubicBezTo>
                    <a:pt x="16" y="26"/>
                    <a:pt x="15" y="27"/>
                    <a:pt x="13" y="28"/>
                  </a:cubicBezTo>
                  <a:cubicBezTo>
                    <a:pt x="12" y="28"/>
                    <a:pt x="11" y="28"/>
                    <a:pt x="11" y="27"/>
                  </a:cubicBezTo>
                  <a:cubicBezTo>
                    <a:pt x="10" y="26"/>
                    <a:pt x="11" y="25"/>
                    <a:pt x="12" y="24"/>
                  </a:cubicBezTo>
                  <a:cubicBezTo>
                    <a:pt x="12" y="24"/>
                    <a:pt x="12" y="24"/>
                    <a:pt x="12" y="24"/>
                  </a:cubicBezTo>
                  <a:cubicBezTo>
                    <a:pt x="18" y="21"/>
                    <a:pt x="25" y="20"/>
                    <a:pt x="36" y="20"/>
                  </a:cubicBezTo>
                  <a:cubicBezTo>
                    <a:pt x="36" y="0"/>
                    <a:pt x="36" y="0"/>
                    <a:pt x="36" y="0"/>
                  </a:cubicBezTo>
                  <a:cubicBezTo>
                    <a:pt x="20" y="0"/>
                    <a:pt x="6" y="3"/>
                    <a:pt x="2" y="15"/>
                  </a:cubicBezTo>
                  <a:cubicBezTo>
                    <a:pt x="1" y="20"/>
                    <a:pt x="1" y="27"/>
                    <a:pt x="1" y="32"/>
                  </a:cubicBezTo>
                  <a:cubicBezTo>
                    <a:pt x="1" y="55"/>
                    <a:pt x="1" y="120"/>
                    <a:pt x="1" y="143"/>
                  </a:cubicBezTo>
                  <a:cubicBezTo>
                    <a:pt x="1" y="148"/>
                    <a:pt x="0" y="148"/>
                    <a:pt x="2" y="1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9" name="Freeform 327"/>
            <p:cNvSpPr>
              <a:spLocks noEditPoints="1"/>
            </p:cNvSpPr>
            <p:nvPr/>
          </p:nvSpPr>
          <p:spPr bwMode="auto">
            <a:xfrm>
              <a:off x="7886700" y="2435225"/>
              <a:ext cx="261938" cy="555625"/>
            </a:xfrm>
            <a:custGeom>
              <a:avLst/>
              <a:gdLst>
                <a:gd name="T0" fmla="*/ 70 w 70"/>
                <a:gd name="T1" fmla="*/ 143 h 148"/>
                <a:gd name="T2" fmla="*/ 69 w 70"/>
                <a:gd name="T3" fmla="*/ 15 h 148"/>
                <a:gd name="T4" fmla="*/ 35 w 70"/>
                <a:gd name="T5" fmla="*/ 20 h 148"/>
                <a:gd name="T6" fmla="*/ 60 w 70"/>
                <a:gd name="T7" fmla="*/ 27 h 148"/>
                <a:gd name="T8" fmla="*/ 58 w 70"/>
                <a:gd name="T9" fmla="*/ 28 h 148"/>
                <a:gd name="T10" fmla="*/ 53 w 70"/>
                <a:gd name="T11" fmla="*/ 26 h 148"/>
                <a:gd name="T12" fmla="*/ 35 w 70"/>
                <a:gd name="T13" fmla="*/ 40 h 148"/>
                <a:gd name="T14" fmla="*/ 60 w 70"/>
                <a:gd name="T15" fmla="*/ 47 h 148"/>
                <a:gd name="T16" fmla="*/ 58 w 70"/>
                <a:gd name="T17" fmla="*/ 48 h 148"/>
                <a:gd name="T18" fmla="*/ 53 w 70"/>
                <a:gd name="T19" fmla="*/ 46 h 148"/>
                <a:gd name="T20" fmla="*/ 35 w 70"/>
                <a:gd name="T21" fmla="*/ 60 h 148"/>
                <a:gd name="T22" fmla="*/ 60 w 70"/>
                <a:gd name="T23" fmla="*/ 67 h 148"/>
                <a:gd name="T24" fmla="*/ 58 w 70"/>
                <a:gd name="T25" fmla="*/ 68 h 148"/>
                <a:gd name="T26" fmla="*/ 53 w 70"/>
                <a:gd name="T27" fmla="*/ 66 h 148"/>
                <a:gd name="T28" fmla="*/ 35 w 70"/>
                <a:gd name="T29" fmla="*/ 127 h 148"/>
                <a:gd name="T30" fmla="*/ 69 w 70"/>
                <a:gd name="T31" fmla="*/ 143 h 148"/>
                <a:gd name="T32" fmla="*/ 35 w 70"/>
                <a:gd name="T33" fmla="*/ 0 h 148"/>
                <a:gd name="T34" fmla="*/ 0 w 70"/>
                <a:gd name="T35" fmla="*/ 32 h 148"/>
                <a:gd name="T36" fmla="*/ 1 w 70"/>
                <a:gd name="T37" fmla="*/ 143 h 148"/>
                <a:gd name="T38" fmla="*/ 35 w 70"/>
                <a:gd name="T39" fmla="*/ 64 h 148"/>
                <a:gd name="T40" fmla="*/ 18 w 70"/>
                <a:gd name="T41" fmla="*/ 66 h 148"/>
                <a:gd name="T42" fmla="*/ 10 w 70"/>
                <a:gd name="T43" fmla="*/ 67 h 148"/>
                <a:gd name="T44" fmla="*/ 35 w 70"/>
                <a:gd name="T45" fmla="*/ 60 h 148"/>
                <a:gd name="T46" fmla="*/ 35 w 70"/>
                <a:gd name="T47" fmla="*/ 44 h 148"/>
                <a:gd name="T48" fmla="*/ 18 w 70"/>
                <a:gd name="T49" fmla="*/ 46 h 148"/>
                <a:gd name="T50" fmla="*/ 10 w 70"/>
                <a:gd name="T51" fmla="*/ 47 h 148"/>
                <a:gd name="T52" fmla="*/ 35 w 70"/>
                <a:gd name="T53" fmla="*/ 40 h 148"/>
                <a:gd name="T54" fmla="*/ 35 w 70"/>
                <a:gd name="T55" fmla="*/ 24 h 148"/>
                <a:gd name="T56" fmla="*/ 18 w 70"/>
                <a:gd name="T57" fmla="*/ 26 h 148"/>
                <a:gd name="T58" fmla="*/ 10 w 70"/>
                <a:gd name="T59" fmla="*/ 27 h 148"/>
                <a:gd name="T60" fmla="*/ 35 w 70"/>
                <a:gd name="T61" fmla="*/ 20 h 148"/>
                <a:gd name="T62" fmla="*/ 35 w 70"/>
                <a:gd name="T6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148">
                  <a:moveTo>
                    <a:pt x="69" y="143"/>
                  </a:moveTo>
                  <a:cubicBezTo>
                    <a:pt x="70" y="148"/>
                    <a:pt x="70" y="148"/>
                    <a:pt x="70" y="143"/>
                  </a:cubicBezTo>
                  <a:cubicBezTo>
                    <a:pt x="70" y="120"/>
                    <a:pt x="70" y="55"/>
                    <a:pt x="70" y="32"/>
                  </a:cubicBezTo>
                  <a:cubicBezTo>
                    <a:pt x="70" y="27"/>
                    <a:pt x="70" y="20"/>
                    <a:pt x="69" y="15"/>
                  </a:cubicBezTo>
                  <a:cubicBezTo>
                    <a:pt x="65" y="3"/>
                    <a:pt x="51" y="0"/>
                    <a:pt x="35" y="0"/>
                  </a:cubicBezTo>
                  <a:cubicBezTo>
                    <a:pt x="35" y="20"/>
                    <a:pt x="35" y="20"/>
                    <a:pt x="35" y="20"/>
                  </a:cubicBezTo>
                  <a:cubicBezTo>
                    <a:pt x="46" y="20"/>
                    <a:pt x="53" y="21"/>
                    <a:pt x="59" y="24"/>
                  </a:cubicBezTo>
                  <a:cubicBezTo>
                    <a:pt x="60" y="25"/>
                    <a:pt x="61" y="26"/>
                    <a:pt x="60" y="27"/>
                  </a:cubicBezTo>
                  <a:cubicBezTo>
                    <a:pt x="60" y="27"/>
                    <a:pt x="60" y="27"/>
                    <a:pt x="60" y="27"/>
                  </a:cubicBezTo>
                  <a:cubicBezTo>
                    <a:pt x="60" y="28"/>
                    <a:pt x="59" y="28"/>
                    <a:pt x="58" y="28"/>
                  </a:cubicBezTo>
                  <a:cubicBezTo>
                    <a:pt x="58" y="28"/>
                    <a:pt x="58" y="28"/>
                    <a:pt x="57" y="28"/>
                  </a:cubicBezTo>
                  <a:cubicBezTo>
                    <a:pt x="56" y="27"/>
                    <a:pt x="54" y="26"/>
                    <a:pt x="53" y="26"/>
                  </a:cubicBezTo>
                  <a:cubicBezTo>
                    <a:pt x="48" y="25"/>
                    <a:pt x="42" y="24"/>
                    <a:pt x="35" y="24"/>
                  </a:cubicBezTo>
                  <a:cubicBezTo>
                    <a:pt x="35" y="40"/>
                    <a:pt x="35" y="40"/>
                    <a:pt x="35" y="40"/>
                  </a:cubicBezTo>
                  <a:cubicBezTo>
                    <a:pt x="46" y="40"/>
                    <a:pt x="53" y="41"/>
                    <a:pt x="59" y="44"/>
                  </a:cubicBezTo>
                  <a:cubicBezTo>
                    <a:pt x="60" y="45"/>
                    <a:pt x="61" y="46"/>
                    <a:pt x="60" y="47"/>
                  </a:cubicBezTo>
                  <a:cubicBezTo>
                    <a:pt x="60" y="47"/>
                    <a:pt x="60" y="47"/>
                    <a:pt x="60" y="47"/>
                  </a:cubicBezTo>
                  <a:cubicBezTo>
                    <a:pt x="60" y="47"/>
                    <a:pt x="59" y="48"/>
                    <a:pt x="58" y="48"/>
                  </a:cubicBezTo>
                  <a:cubicBezTo>
                    <a:pt x="58" y="48"/>
                    <a:pt x="58" y="48"/>
                    <a:pt x="57" y="48"/>
                  </a:cubicBezTo>
                  <a:cubicBezTo>
                    <a:pt x="56" y="47"/>
                    <a:pt x="54" y="46"/>
                    <a:pt x="53" y="46"/>
                  </a:cubicBezTo>
                  <a:cubicBezTo>
                    <a:pt x="48" y="44"/>
                    <a:pt x="42" y="44"/>
                    <a:pt x="35" y="44"/>
                  </a:cubicBezTo>
                  <a:cubicBezTo>
                    <a:pt x="35" y="60"/>
                    <a:pt x="35" y="60"/>
                    <a:pt x="35" y="60"/>
                  </a:cubicBezTo>
                  <a:cubicBezTo>
                    <a:pt x="46" y="60"/>
                    <a:pt x="53" y="61"/>
                    <a:pt x="59" y="64"/>
                  </a:cubicBezTo>
                  <a:cubicBezTo>
                    <a:pt x="60" y="64"/>
                    <a:pt x="61" y="66"/>
                    <a:pt x="60" y="67"/>
                  </a:cubicBezTo>
                  <a:cubicBezTo>
                    <a:pt x="60" y="67"/>
                    <a:pt x="60" y="67"/>
                    <a:pt x="60" y="67"/>
                  </a:cubicBezTo>
                  <a:cubicBezTo>
                    <a:pt x="60" y="67"/>
                    <a:pt x="59" y="68"/>
                    <a:pt x="58" y="68"/>
                  </a:cubicBezTo>
                  <a:cubicBezTo>
                    <a:pt x="58" y="68"/>
                    <a:pt x="58" y="68"/>
                    <a:pt x="57" y="68"/>
                  </a:cubicBezTo>
                  <a:cubicBezTo>
                    <a:pt x="56" y="67"/>
                    <a:pt x="54" y="66"/>
                    <a:pt x="53" y="66"/>
                  </a:cubicBezTo>
                  <a:cubicBezTo>
                    <a:pt x="48" y="64"/>
                    <a:pt x="42" y="64"/>
                    <a:pt x="35" y="64"/>
                  </a:cubicBezTo>
                  <a:cubicBezTo>
                    <a:pt x="35" y="127"/>
                    <a:pt x="35" y="127"/>
                    <a:pt x="35" y="127"/>
                  </a:cubicBezTo>
                  <a:cubicBezTo>
                    <a:pt x="35" y="127"/>
                    <a:pt x="35" y="127"/>
                    <a:pt x="35" y="127"/>
                  </a:cubicBezTo>
                  <a:cubicBezTo>
                    <a:pt x="52" y="127"/>
                    <a:pt x="65" y="131"/>
                    <a:pt x="69" y="143"/>
                  </a:cubicBezTo>
                  <a:close/>
                  <a:moveTo>
                    <a:pt x="35" y="0"/>
                  </a:moveTo>
                  <a:cubicBezTo>
                    <a:pt x="35" y="0"/>
                    <a:pt x="35" y="0"/>
                    <a:pt x="35" y="0"/>
                  </a:cubicBezTo>
                  <a:cubicBezTo>
                    <a:pt x="19" y="0"/>
                    <a:pt x="6" y="3"/>
                    <a:pt x="2" y="15"/>
                  </a:cubicBezTo>
                  <a:cubicBezTo>
                    <a:pt x="0" y="20"/>
                    <a:pt x="0" y="27"/>
                    <a:pt x="0" y="32"/>
                  </a:cubicBezTo>
                  <a:cubicBezTo>
                    <a:pt x="0" y="55"/>
                    <a:pt x="0" y="120"/>
                    <a:pt x="0" y="143"/>
                  </a:cubicBezTo>
                  <a:cubicBezTo>
                    <a:pt x="0" y="148"/>
                    <a:pt x="0" y="148"/>
                    <a:pt x="1" y="143"/>
                  </a:cubicBezTo>
                  <a:cubicBezTo>
                    <a:pt x="5" y="131"/>
                    <a:pt x="19" y="127"/>
                    <a:pt x="35" y="127"/>
                  </a:cubicBezTo>
                  <a:cubicBezTo>
                    <a:pt x="35" y="64"/>
                    <a:pt x="35" y="64"/>
                    <a:pt x="35" y="64"/>
                  </a:cubicBezTo>
                  <a:cubicBezTo>
                    <a:pt x="35" y="64"/>
                    <a:pt x="35" y="64"/>
                    <a:pt x="35" y="64"/>
                  </a:cubicBezTo>
                  <a:cubicBezTo>
                    <a:pt x="28" y="64"/>
                    <a:pt x="22" y="64"/>
                    <a:pt x="18" y="66"/>
                  </a:cubicBezTo>
                  <a:cubicBezTo>
                    <a:pt x="16" y="66"/>
                    <a:pt x="14" y="67"/>
                    <a:pt x="13" y="68"/>
                  </a:cubicBezTo>
                  <a:cubicBezTo>
                    <a:pt x="12" y="68"/>
                    <a:pt x="11" y="68"/>
                    <a:pt x="10" y="67"/>
                  </a:cubicBezTo>
                  <a:cubicBezTo>
                    <a:pt x="10" y="66"/>
                    <a:pt x="10" y="64"/>
                    <a:pt x="11" y="64"/>
                  </a:cubicBezTo>
                  <a:cubicBezTo>
                    <a:pt x="17" y="61"/>
                    <a:pt x="25" y="60"/>
                    <a:pt x="35" y="60"/>
                  </a:cubicBezTo>
                  <a:cubicBezTo>
                    <a:pt x="35" y="60"/>
                    <a:pt x="35" y="60"/>
                    <a:pt x="35" y="60"/>
                  </a:cubicBezTo>
                  <a:cubicBezTo>
                    <a:pt x="35" y="44"/>
                    <a:pt x="35" y="44"/>
                    <a:pt x="35" y="44"/>
                  </a:cubicBezTo>
                  <a:cubicBezTo>
                    <a:pt x="35" y="44"/>
                    <a:pt x="35" y="44"/>
                    <a:pt x="35" y="44"/>
                  </a:cubicBezTo>
                  <a:cubicBezTo>
                    <a:pt x="28" y="44"/>
                    <a:pt x="22" y="44"/>
                    <a:pt x="18" y="46"/>
                  </a:cubicBezTo>
                  <a:cubicBezTo>
                    <a:pt x="16" y="46"/>
                    <a:pt x="14" y="47"/>
                    <a:pt x="13" y="48"/>
                  </a:cubicBezTo>
                  <a:cubicBezTo>
                    <a:pt x="12" y="48"/>
                    <a:pt x="11" y="48"/>
                    <a:pt x="10" y="47"/>
                  </a:cubicBezTo>
                  <a:cubicBezTo>
                    <a:pt x="10" y="46"/>
                    <a:pt x="10" y="45"/>
                    <a:pt x="11" y="44"/>
                  </a:cubicBezTo>
                  <a:cubicBezTo>
                    <a:pt x="17" y="41"/>
                    <a:pt x="25" y="40"/>
                    <a:pt x="35" y="40"/>
                  </a:cubicBezTo>
                  <a:cubicBezTo>
                    <a:pt x="35" y="40"/>
                    <a:pt x="35" y="40"/>
                    <a:pt x="35" y="40"/>
                  </a:cubicBezTo>
                  <a:cubicBezTo>
                    <a:pt x="35" y="24"/>
                    <a:pt x="35" y="24"/>
                    <a:pt x="35" y="24"/>
                  </a:cubicBezTo>
                  <a:cubicBezTo>
                    <a:pt x="35" y="24"/>
                    <a:pt x="35" y="24"/>
                    <a:pt x="35" y="24"/>
                  </a:cubicBezTo>
                  <a:cubicBezTo>
                    <a:pt x="28" y="24"/>
                    <a:pt x="22" y="25"/>
                    <a:pt x="18" y="26"/>
                  </a:cubicBezTo>
                  <a:cubicBezTo>
                    <a:pt x="16" y="26"/>
                    <a:pt x="14" y="27"/>
                    <a:pt x="13" y="28"/>
                  </a:cubicBezTo>
                  <a:cubicBezTo>
                    <a:pt x="12" y="28"/>
                    <a:pt x="11" y="28"/>
                    <a:pt x="10" y="27"/>
                  </a:cubicBezTo>
                  <a:cubicBezTo>
                    <a:pt x="10" y="26"/>
                    <a:pt x="10" y="25"/>
                    <a:pt x="11" y="24"/>
                  </a:cubicBezTo>
                  <a:cubicBezTo>
                    <a:pt x="17" y="21"/>
                    <a:pt x="25" y="20"/>
                    <a:pt x="35" y="20"/>
                  </a:cubicBezTo>
                  <a:cubicBezTo>
                    <a:pt x="35" y="20"/>
                    <a:pt x="35" y="20"/>
                    <a:pt x="35" y="20"/>
                  </a:cubicBezTo>
                  <a:lnTo>
                    <a:pt x="3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0" name="Freeform 328"/>
            <p:cNvSpPr>
              <a:spLocks/>
            </p:cNvSpPr>
            <p:nvPr/>
          </p:nvSpPr>
          <p:spPr bwMode="auto">
            <a:xfrm>
              <a:off x="57150" y="2638425"/>
              <a:ext cx="390525" cy="93663"/>
            </a:xfrm>
            <a:custGeom>
              <a:avLst/>
              <a:gdLst>
                <a:gd name="T0" fmla="*/ 104 w 104"/>
                <a:gd name="T1" fmla="*/ 4 h 25"/>
                <a:gd name="T2" fmla="*/ 94 w 104"/>
                <a:gd name="T3" fmla="*/ 7 h 25"/>
                <a:gd name="T4" fmla="*/ 80 w 104"/>
                <a:gd name="T5" fmla="*/ 0 h 25"/>
                <a:gd name="T6" fmla="*/ 66 w 104"/>
                <a:gd name="T7" fmla="*/ 7 h 25"/>
                <a:gd name="T8" fmla="*/ 52 w 104"/>
                <a:gd name="T9" fmla="*/ 0 h 25"/>
                <a:gd name="T10" fmla="*/ 38 w 104"/>
                <a:gd name="T11" fmla="*/ 7 h 25"/>
                <a:gd name="T12" fmla="*/ 24 w 104"/>
                <a:gd name="T13" fmla="*/ 0 h 25"/>
                <a:gd name="T14" fmla="*/ 10 w 104"/>
                <a:gd name="T15" fmla="*/ 7 h 25"/>
                <a:gd name="T16" fmla="*/ 0 w 104"/>
                <a:gd name="T17" fmla="*/ 4 h 25"/>
                <a:gd name="T18" fmla="*/ 0 w 104"/>
                <a:gd name="T19" fmla="*/ 18 h 25"/>
                <a:gd name="T20" fmla="*/ 7 w 104"/>
                <a:gd name="T21" fmla="*/ 16 h 25"/>
                <a:gd name="T22" fmla="*/ 24 w 104"/>
                <a:gd name="T23" fmla="*/ 20 h 25"/>
                <a:gd name="T24" fmla="*/ 32 w 104"/>
                <a:gd name="T25" fmla="*/ 23 h 25"/>
                <a:gd name="T26" fmla="*/ 39 w 104"/>
                <a:gd name="T27" fmla="*/ 21 h 25"/>
                <a:gd name="T28" fmla="*/ 54 w 104"/>
                <a:gd name="T29" fmla="*/ 16 h 25"/>
                <a:gd name="T30" fmla="*/ 70 w 104"/>
                <a:gd name="T31" fmla="*/ 21 h 25"/>
                <a:gd name="T32" fmla="*/ 84 w 104"/>
                <a:gd name="T33" fmla="*/ 23 h 25"/>
                <a:gd name="T34" fmla="*/ 101 w 104"/>
                <a:gd name="T35" fmla="*/ 15 h 25"/>
                <a:gd name="T36" fmla="*/ 104 w 104"/>
                <a:gd name="T37" fmla="*/ 15 h 25"/>
                <a:gd name="T38" fmla="*/ 104 w 104"/>
                <a:gd name="T3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5">
                  <a:moveTo>
                    <a:pt x="104" y="4"/>
                  </a:moveTo>
                  <a:cubicBezTo>
                    <a:pt x="102" y="6"/>
                    <a:pt x="98" y="7"/>
                    <a:pt x="94" y="7"/>
                  </a:cubicBezTo>
                  <a:cubicBezTo>
                    <a:pt x="89" y="7"/>
                    <a:pt x="84" y="5"/>
                    <a:pt x="80" y="0"/>
                  </a:cubicBezTo>
                  <a:cubicBezTo>
                    <a:pt x="77" y="5"/>
                    <a:pt x="72" y="7"/>
                    <a:pt x="66" y="7"/>
                  </a:cubicBezTo>
                  <a:cubicBezTo>
                    <a:pt x="61" y="7"/>
                    <a:pt x="55" y="5"/>
                    <a:pt x="52" y="0"/>
                  </a:cubicBezTo>
                  <a:cubicBezTo>
                    <a:pt x="49" y="5"/>
                    <a:pt x="44" y="7"/>
                    <a:pt x="38" y="7"/>
                  </a:cubicBezTo>
                  <a:cubicBezTo>
                    <a:pt x="32" y="7"/>
                    <a:pt x="27" y="5"/>
                    <a:pt x="24" y="0"/>
                  </a:cubicBezTo>
                  <a:cubicBezTo>
                    <a:pt x="21" y="5"/>
                    <a:pt x="16" y="7"/>
                    <a:pt x="10" y="7"/>
                  </a:cubicBezTo>
                  <a:cubicBezTo>
                    <a:pt x="6" y="7"/>
                    <a:pt x="3" y="6"/>
                    <a:pt x="0" y="4"/>
                  </a:cubicBezTo>
                  <a:cubicBezTo>
                    <a:pt x="0" y="18"/>
                    <a:pt x="0" y="18"/>
                    <a:pt x="0" y="18"/>
                  </a:cubicBezTo>
                  <a:cubicBezTo>
                    <a:pt x="2" y="17"/>
                    <a:pt x="4" y="17"/>
                    <a:pt x="7" y="16"/>
                  </a:cubicBezTo>
                  <a:cubicBezTo>
                    <a:pt x="13" y="16"/>
                    <a:pt x="18" y="17"/>
                    <a:pt x="24" y="20"/>
                  </a:cubicBezTo>
                  <a:cubicBezTo>
                    <a:pt x="26" y="21"/>
                    <a:pt x="29" y="23"/>
                    <a:pt x="32" y="23"/>
                  </a:cubicBezTo>
                  <a:cubicBezTo>
                    <a:pt x="34" y="23"/>
                    <a:pt x="37" y="22"/>
                    <a:pt x="39" y="21"/>
                  </a:cubicBezTo>
                  <a:cubicBezTo>
                    <a:pt x="44" y="18"/>
                    <a:pt x="49" y="16"/>
                    <a:pt x="54" y="16"/>
                  </a:cubicBezTo>
                  <a:cubicBezTo>
                    <a:pt x="60" y="16"/>
                    <a:pt x="65" y="18"/>
                    <a:pt x="70" y="21"/>
                  </a:cubicBezTo>
                  <a:cubicBezTo>
                    <a:pt x="74" y="23"/>
                    <a:pt x="79" y="25"/>
                    <a:pt x="84" y="23"/>
                  </a:cubicBezTo>
                  <a:cubicBezTo>
                    <a:pt x="89" y="20"/>
                    <a:pt x="94" y="16"/>
                    <a:pt x="101" y="15"/>
                  </a:cubicBezTo>
                  <a:cubicBezTo>
                    <a:pt x="102" y="15"/>
                    <a:pt x="103" y="15"/>
                    <a:pt x="104" y="15"/>
                  </a:cubicBezTo>
                  <a:lnTo>
                    <a:pt x="104" y="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1" name="Freeform 329"/>
            <p:cNvSpPr>
              <a:spLocks/>
            </p:cNvSpPr>
            <p:nvPr/>
          </p:nvSpPr>
          <p:spPr bwMode="auto">
            <a:xfrm>
              <a:off x="57150" y="2732088"/>
              <a:ext cx="390525" cy="63500"/>
            </a:xfrm>
            <a:custGeom>
              <a:avLst/>
              <a:gdLst>
                <a:gd name="T0" fmla="*/ 95 w 104"/>
                <a:gd name="T1" fmla="*/ 3 h 17"/>
                <a:gd name="T2" fmla="*/ 80 w 104"/>
                <a:gd name="T3" fmla="*/ 9 h 17"/>
                <a:gd name="T4" fmla="*/ 66 w 104"/>
                <a:gd name="T5" fmla="*/ 6 h 17"/>
                <a:gd name="T6" fmla="*/ 54 w 104"/>
                <a:gd name="T7" fmla="*/ 1 h 17"/>
                <a:gd name="T8" fmla="*/ 40 w 104"/>
                <a:gd name="T9" fmla="*/ 7 h 17"/>
                <a:gd name="T10" fmla="*/ 25 w 104"/>
                <a:gd name="T11" fmla="*/ 7 h 17"/>
                <a:gd name="T12" fmla="*/ 11 w 104"/>
                <a:gd name="T13" fmla="*/ 2 h 17"/>
                <a:gd name="T14" fmla="*/ 0 w 104"/>
                <a:gd name="T15" fmla="*/ 7 h 17"/>
                <a:gd name="T16" fmla="*/ 0 w 104"/>
                <a:gd name="T17" fmla="*/ 17 h 17"/>
                <a:gd name="T18" fmla="*/ 104 w 104"/>
                <a:gd name="T19" fmla="*/ 17 h 17"/>
                <a:gd name="T20" fmla="*/ 104 w 104"/>
                <a:gd name="T21" fmla="*/ 0 h 17"/>
                <a:gd name="T22" fmla="*/ 95 w 104"/>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7">
                  <a:moveTo>
                    <a:pt x="95" y="3"/>
                  </a:moveTo>
                  <a:cubicBezTo>
                    <a:pt x="90" y="6"/>
                    <a:pt x="86" y="9"/>
                    <a:pt x="80" y="9"/>
                  </a:cubicBezTo>
                  <a:cubicBezTo>
                    <a:pt x="75" y="10"/>
                    <a:pt x="70" y="8"/>
                    <a:pt x="66" y="6"/>
                  </a:cubicBezTo>
                  <a:cubicBezTo>
                    <a:pt x="62" y="4"/>
                    <a:pt x="58" y="1"/>
                    <a:pt x="54" y="1"/>
                  </a:cubicBezTo>
                  <a:cubicBezTo>
                    <a:pt x="49" y="2"/>
                    <a:pt x="44" y="5"/>
                    <a:pt x="40" y="7"/>
                  </a:cubicBezTo>
                  <a:cubicBezTo>
                    <a:pt x="35" y="8"/>
                    <a:pt x="30" y="9"/>
                    <a:pt x="25" y="7"/>
                  </a:cubicBezTo>
                  <a:cubicBezTo>
                    <a:pt x="20" y="5"/>
                    <a:pt x="16" y="2"/>
                    <a:pt x="11" y="2"/>
                  </a:cubicBezTo>
                  <a:cubicBezTo>
                    <a:pt x="6" y="2"/>
                    <a:pt x="3" y="3"/>
                    <a:pt x="0" y="7"/>
                  </a:cubicBezTo>
                  <a:cubicBezTo>
                    <a:pt x="0" y="17"/>
                    <a:pt x="0" y="17"/>
                    <a:pt x="0" y="17"/>
                  </a:cubicBezTo>
                  <a:cubicBezTo>
                    <a:pt x="104" y="17"/>
                    <a:pt x="104" y="17"/>
                    <a:pt x="104" y="17"/>
                  </a:cubicBezTo>
                  <a:cubicBezTo>
                    <a:pt x="104" y="0"/>
                    <a:pt x="104" y="0"/>
                    <a:pt x="104" y="0"/>
                  </a:cubicBezTo>
                  <a:cubicBezTo>
                    <a:pt x="101" y="0"/>
                    <a:pt x="98" y="2"/>
                    <a:pt x="95"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2" name="Freeform 330"/>
            <p:cNvSpPr>
              <a:spLocks/>
            </p:cNvSpPr>
            <p:nvPr/>
          </p:nvSpPr>
          <p:spPr bwMode="auto">
            <a:xfrm>
              <a:off x="42862" y="2465388"/>
              <a:ext cx="420688" cy="187325"/>
            </a:xfrm>
            <a:custGeom>
              <a:avLst/>
              <a:gdLst>
                <a:gd name="T0" fmla="*/ 109 w 112"/>
                <a:gd name="T1" fmla="*/ 45 h 50"/>
                <a:gd name="T2" fmla="*/ 109 w 112"/>
                <a:gd name="T3" fmla="*/ 45 h 50"/>
                <a:gd name="T4" fmla="*/ 112 w 112"/>
                <a:gd name="T5" fmla="*/ 36 h 50"/>
                <a:gd name="T6" fmla="*/ 112 w 112"/>
                <a:gd name="T7" fmla="*/ 12 h 50"/>
                <a:gd name="T8" fmla="*/ 62 w 112"/>
                <a:gd name="T9" fmla="*/ 12 h 50"/>
                <a:gd name="T10" fmla="*/ 62 w 112"/>
                <a:gd name="T11" fmla="*/ 11 h 50"/>
                <a:gd name="T12" fmla="*/ 62 w 112"/>
                <a:gd name="T13" fmla="*/ 9 h 50"/>
                <a:gd name="T14" fmla="*/ 62 w 112"/>
                <a:gd name="T15" fmla="*/ 0 h 50"/>
                <a:gd name="T16" fmla="*/ 56 w 112"/>
                <a:gd name="T17" fmla="*/ 1 h 50"/>
                <a:gd name="T18" fmla="*/ 51 w 112"/>
                <a:gd name="T19" fmla="*/ 0 h 50"/>
                <a:gd name="T20" fmla="*/ 51 w 112"/>
                <a:gd name="T21" fmla="*/ 9 h 50"/>
                <a:gd name="T22" fmla="*/ 51 w 112"/>
                <a:gd name="T23" fmla="*/ 11 h 50"/>
                <a:gd name="T24" fmla="*/ 51 w 112"/>
                <a:gd name="T25" fmla="*/ 12 h 50"/>
                <a:gd name="T26" fmla="*/ 0 w 112"/>
                <a:gd name="T27" fmla="*/ 12 h 50"/>
                <a:gd name="T28" fmla="*/ 0 w 112"/>
                <a:gd name="T29" fmla="*/ 36 h 50"/>
                <a:gd name="T30" fmla="*/ 3 w 112"/>
                <a:gd name="T31" fmla="*/ 45 h 50"/>
                <a:gd name="T32" fmla="*/ 4 w 112"/>
                <a:gd name="T33" fmla="*/ 45 h 50"/>
                <a:gd name="T34" fmla="*/ 4 w 112"/>
                <a:gd name="T35" fmla="*/ 46 h 50"/>
                <a:gd name="T36" fmla="*/ 14 w 112"/>
                <a:gd name="T37" fmla="*/ 50 h 50"/>
                <a:gd name="T38" fmla="*/ 28 w 112"/>
                <a:gd name="T39" fmla="*/ 36 h 50"/>
                <a:gd name="T40" fmla="*/ 42 w 112"/>
                <a:gd name="T41" fmla="*/ 50 h 50"/>
                <a:gd name="T42" fmla="*/ 56 w 112"/>
                <a:gd name="T43" fmla="*/ 36 h 50"/>
                <a:gd name="T44" fmla="*/ 70 w 112"/>
                <a:gd name="T45" fmla="*/ 50 h 50"/>
                <a:gd name="T46" fmla="*/ 84 w 112"/>
                <a:gd name="T47" fmla="*/ 36 h 50"/>
                <a:gd name="T48" fmla="*/ 98 w 112"/>
                <a:gd name="T49" fmla="*/ 50 h 50"/>
                <a:gd name="T50" fmla="*/ 108 w 112"/>
                <a:gd name="T51" fmla="*/ 46 h 50"/>
                <a:gd name="T52" fmla="*/ 109 w 112"/>
                <a:gd name="T53"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50">
                  <a:moveTo>
                    <a:pt x="109" y="45"/>
                  </a:moveTo>
                  <a:cubicBezTo>
                    <a:pt x="109" y="45"/>
                    <a:pt x="109" y="45"/>
                    <a:pt x="109" y="45"/>
                  </a:cubicBezTo>
                  <a:cubicBezTo>
                    <a:pt x="111" y="42"/>
                    <a:pt x="112" y="39"/>
                    <a:pt x="112" y="36"/>
                  </a:cubicBezTo>
                  <a:cubicBezTo>
                    <a:pt x="112" y="12"/>
                    <a:pt x="112" y="12"/>
                    <a:pt x="112" y="12"/>
                  </a:cubicBezTo>
                  <a:cubicBezTo>
                    <a:pt x="62" y="12"/>
                    <a:pt x="62" y="12"/>
                    <a:pt x="62" y="12"/>
                  </a:cubicBezTo>
                  <a:cubicBezTo>
                    <a:pt x="62" y="11"/>
                    <a:pt x="62" y="11"/>
                    <a:pt x="62" y="11"/>
                  </a:cubicBezTo>
                  <a:cubicBezTo>
                    <a:pt x="62" y="9"/>
                    <a:pt x="62" y="9"/>
                    <a:pt x="62" y="9"/>
                  </a:cubicBezTo>
                  <a:cubicBezTo>
                    <a:pt x="62" y="0"/>
                    <a:pt x="62" y="0"/>
                    <a:pt x="62" y="0"/>
                  </a:cubicBezTo>
                  <a:cubicBezTo>
                    <a:pt x="60" y="1"/>
                    <a:pt x="58" y="1"/>
                    <a:pt x="56" y="1"/>
                  </a:cubicBezTo>
                  <a:cubicBezTo>
                    <a:pt x="54" y="1"/>
                    <a:pt x="52" y="1"/>
                    <a:pt x="51" y="0"/>
                  </a:cubicBezTo>
                  <a:cubicBezTo>
                    <a:pt x="51" y="9"/>
                    <a:pt x="51" y="9"/>
                    <a:pt x="51" y="9"/>
                  </a:cubicBezTo>
                  <a:cubicBezTo>
                    <a:pt x="51" y="11"/>
                    <a:pt x="51" y="11"/>
                    <a:pt x="51" y="11"/>
                  </a:cubicBezTo>
                  <a:cubicBezTo>
                    <a:pt x="51" y="12"/>
                    <a:pt x="51" y="12"/>
                    <a:pt x="51" y="12"/>
                  </a:cubicBezTo>
                  <a:cubicBezTo>
                    <a:pt x="0" y="12"/>
                    <a:pt x="0" y="12"/>
                    <a:pt x="0" y="12"/>
                  </a:cubicBezTo>
                  <a:cubicBezTo>
                    <a:pt x="0" y="36"/>
                    <a:pt x="0" y="36"/>
                    <a:pt x="0" y="36"/>
                  </a:cubicBezTo>
                  <a:cubicBezTo>
                    <a:pt x="0" y="39"/>
                    <a:pt x="1" y="42"/>
                    <a:pt x="3" y="45"/>
                  </a:cubicBezTo>
                  <a:cubicBezTo>
                    <a:pt x="3" y="45"/>
                    <a:pt x="4" y="45"/>
                    <a:pt x="4" y="45"/>
                  </a:cubicBezTo>
                  <a:cubicBezTo>
                    <a:pt x="4" y="45"/>
                    <a:pt x="4" y="46"/>
                    <a:pt x="4" y="46"/>
                  </a:cubicBezTo>
                  <a:cubicBezTo>
                    <a:pt x="7" y="48"/>
                    <a:pt x="10" y="50"/>
                    <a:pt x="14" y="50"/>
                  </a:cubicBezTo>
                  <a:cubicBezTo>
                    <a:pt x="22" y="50"/>
                    <a:pt x="28" y="44"/>
                    <a:pt x="28" y="36"/>
                  </a:cubicBezTo>
                  <a:cubicBezTo>
                    <a:pt x="28" y="44"/>
                    <a:pt x="34" y="50"/>
                    <a:pt x="42" y="50"/>
                  </a:cubicBezTo>
                  <a:cubicBezTo>
                    <a:pt x="50" y="50"/>
                    <a:pt x="56" y="44"/>
                    <a:pt x="56" y="36"/>
                  </a:cubicBezTo>
                  <a:cubicBezTo>
                    <a:pt x="56" y="44"/>
                    <a:pt x="63" y="50"/>
                    <a:pt x="70" y="50"/>
                  </a:cubicBezTo>
                  <a:cubicBezTo>
                    <a:pt x="78" y="50"/>
                    <a:pt x="84" y="44"/>
                    <a:pt x="84" y="36"/>
                  </a:cubicBezTo>
                  <a:cubicBezTo>
                    <a:pt x="84" y="44"/>
                    <a:pt x="91" y="50"/>
                    <a:pt x="98" y="50"/>
                  </a:cubicBezTo>
                  <a:cubicBezTo>
                    <a:pt x="102" y="50"/>
                    <a:pt x="106" y="48"/>
                    <a:pt x="108" y="46"/>
                  </a:cubicBezTo>
                  <a:cubicBezTo>
                    <a:pt x="109" y="46"/>
                    <a:pt x="109" y="45"/>
                    <a:pt x="109" y="4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3" name="Freeform 331"/>
            <p:cNvSpPr>
              <a:spLocks/>
            </p:cNvSpPr>
            <p:nvPr/>
          </p:nvSpPr>
          <p:spPr bwMode="auto">
            <a:xfrm>
              <a:off x="15875" y="2806700"/>
              <a:ext cx="473075" cy="57150"/>
            </a:xfrm>
            <a:custGeom>
              <a:avLst/>
              <a:gdLst>
                <a:gd name="T0" fmla="*/ 63 w 126"/>
                <a:gd name="T1" fmla="*/ 15 h 15"/>
                <a:gd name="T2" fmla="*/ 126 w 126"/>
                <a:gd name="T3" fmla="*/ 0 h 15"/>
                <a:gd name="T4" fmla="*/ 116 w 126"/>
                <a:gd name="T5" fmla="*/ 0 h 15"/>
                <a:gd name="T6" fmla="*/ 116 w 126"/>
                <a:gd name="T7" fmla="*/ 0 h 15"/>
                <a:gd name="T8" fmla="*/ 115 w 126"/>
                <a:gd name="T9" fmla="*/ 0 h 15"/>
                <a:gd name="T10" fmla="*/ 11 w 126"/>
                <a:gd name="T11" fmla="*/ 0 h 15"/>
                <a:gd name="T12" fmla="*/ 11 w 126"/>
                <a:gd name="T13" fmla="*/ 0 h 15"/>
                <a:gd name="T14" fmla="*/ 10 w 126"/>
                <a:gd name="T15" fmla="*/ 0 h 15"/>
                <a:gd name="T16" fmla="*/ 0 w 126"/>
                <a:gd name="T17" fmla="*/ 0 h 15"/>
                <a:gd name="T18" fmla="*/ 63 w 126"/>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5">
                  <a:moveTo>
                    <a:pt x="63" y="15"/>
                  </a:moveTo>
                  <a:cubicBezTo>
                    <a:pt x="98" y="15"/>
                    <a:pt x="126" y="8"/>
                    <a:pt x="126" y="0"/>
                  </a:cubicBezTo>
                  <a:cubicBezTo>
                    <a:pt x="116" y="0"/>
                    <a:pt x="116" y="0"/>
                    <a:pt x="116" y="0"/>
                  </a:cubicBezTo>
                  <a:cubicBezTo>
                    <a:pt x="116" y="0"/>
                    <a:pt x="116" y="0"/>
                    <a:pt x="116" y="0"/>
                  </a:cubicBezTo>
                  <a:cubicBezTo>
                    <a:pt x="115" y="0"/>
                    <a:pt x="115" y="0"/>
                    <a:pt x="115" y="0"/>
                  </a:cubicBezTo>
                  <a:cubicBezTo>
                    <a:pt x="11" y="0"/>
                    <a:pt x="11" y="0"/>
                    <a:pt x="11" y="0"/>
                  </a:cubicBezTo>
                  <a:cubicBezTo>
                    <a:pt x="11" y="0"/>
                    <a:pt x="11" y="0"/>
                    <a:pt x="11" y="0"/>
                  </a:cubicBezTo>
                  <a:cubicBezTo>
                    <a:pt x="10" y="0"/>
                    <a:pt x="10" y="0"/>
                    <a:pt x="10" y="0"/>
                  </a:cubicBezTo>
                  <a:cubicBezTo>
                    <a:pt x="0" y="0"/>
                    <a:pt x="0" y="0"/>
                    <a:pt x="0" y="0"/>
                  </a:cubicBezTo>
                  <a:cubicBezTo>
                    <a:pt x="0" y="8"/>
                    <a:pt x="29" y="15"/>
                    <a:pt x="63"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4" name="Freeform 332"/>
            <p:cNvSpPr>
              <a:spLocks/>
            </p:cNvSpPr>
            <p:nvPr/>
          </p:nvSpPr>
          <p:spPr bwMode="auto">
            <a:xfrm>
              <a:off x="222250" y="2360613"/>
              <a:ext cx="60325" cy="96838"/>
            </a:xfrm>
            <a:custGeom>
              <a:avLst/>
              <a:gdLst>
                <a:gd name="T0" fmla="*/ 5 w 16"/>
                <a:gd name="T1" fmla="*/ 25 h 26"/>
                <a:gd name="T2" fmla="*/ 8 w 16"/>
                <a:gd name="T3" fmla="*/ 26 h 26"/>
                <a:gd name="T4" fmla="*/ 12 w 16"/>
                <a:gd name="T5" fmla="*/ 25 h 26"/>
                <a:gd name="T6" fmla="*/ 16 w 16"/>
                <a:gd name="T7" fmla="*/ 17 h 26"/>
                <a:gd name="T8" fmla="*/ 8 w 16"/>
                <a:gd name="T9" fmla="*/ 0 h 26"/>
                <a:gd name="T10" fmla="*/ 8 w 16"/>
                <a:gd name="T11" fmla="*/ 0 h 26"/>
                <a:gd name="T12" fmla="*/ 0 w 16"/>
                <a:gd name="T13" fmla="*/ 17 h 26"/>
                <a:gd name="T14" fmla="*/ 5 w 16"/>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6">
                  <a:moveTo>
                    <a:pt x="5" y="25"/>
                  </a:moveTo>
                  <a:cubicBezTo>
                    <a:pt x="6" y="25"/>
                    <a:pt x="7" y="26"/>
                    <a:pt x="8" y="26"/>
                  </a:cubicBezTo>
                  <a:cubicBezTo>
                    <a:pt x="10" y="26"/>
                    <a:pt x="11" y="25"/>
                    <a:pt x="12" y="25"/>
                  </a:cubicBezTo>
                  <a:cubicBezTo>
                    <a:pt x="14" y="23"/>
                    <a:pt x="16" y="20"/>
                    <a:pt x="16" y="17"/>
                  </a:cubicBezTo>
                  <a:cubicBezTo>
                    <a:pt x="16" y="14"/>
                    <a:pt x="12" y="0"/>
                    <a:pt x="8" y="0"/>
                  </a:cubicBezTo>
                  <a:cubicBezTo>
                    <a:pt x="8" y="0"/>
                    <a:pt x="8" y="0"/>
                    <a:pt x="8" y="0"/>
                  </a:cubicBezTo>
                  <a:cubicBezTo>
                    <a:pt x="4" y="0"/>
                    <a:pt x="0" y="14"/>
                    <a:pt x="0" y="17"/>
                  </a:cubicBezTo>
                  <a:cubicBezTo>
                    <a:pt x="0" y="20"/>
                    <a:pt x="2" y="23"/>
                    <a:pt x="5" y="2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5" name="Freeform 333"/>
            <p:cNvSpPr>
              <a:spLocks/>
            </p:cNvSpPr>
            <p:nvPr/>
          </p:nvSpPr>
          <p:spPr bwMode="auto">
            <a:xfrm>
              <a:off x="1314450" y="1609725"/>
              <a:ext cx="323850" cy="322263"/>
            </a:xfrm>
            <a:custGeom>
              <a:avLst/>
              <a:gdLst>
                <a:gd name="T0" fmla="*/ 41 w 86"/>
                <a:gd name="T1" fmla="*/ 86 h 86"/>
                <a:gd name="T2" fmla="*/ 43 w 86"/>
                <a:gd name="T3" fmla="*/ 86 h 86"/>
                <a:gd name="T4" fmla="*/ 86 w 86"/>
                <a:gd name="T5" fmla="*/ 43 h 86"/>
                <a:gd name="T6" fmla="*/ 43 w 86"/>
                <a:gd name="T7" fmla="*/ 0 h 86"/>
                <a:gd name="T8" fmla="*/ 0 w 86"/>
                <a:gd name="T9" fmla="*/ 42 h 86"/>
                <a:gd name="T10" fmla="*/ 24 w 86"/>
                <a:gd name="T11" fmla="*/ 57 h 86"/>
                <a:gd name="T12" fmla="*/ 41 w 86"/>
                <a:gd name="T13" fmla="*/ 86 h 86"/>
              </a:gdLst>
              <a:ahLst/>
              <a:cxnLst>
                <a:cxn ang="0">
                  <a:pos x="T0" y="T1"/>
                </a:cxn>
                <a:cxn ang="0">
                  <a:pos x="T2" y="T3"/>
                </a:cxn>
                <a:cxn ang="0">
                  <a:pos x="T4" y="T5"/>
                </a:cxn>
                <a:cxn ang="0">
                  <a:pos x="T6" y="T7"/>
                </a:cxn>
                <a:cxn ang="0">
                  <a:pos x="T8" y="T9"/>
                </a:cxn>
                <a:cxn ang="0">
                  <a:pos x="T10" y="T11"/>
                </a:cxn>
                <a:cxn ang="0">
                  <a:pos x="T12" y="T13"/>
                </a:cxn>
              </a:cxnLst>
              <a:rect l="0" t="0" r="r" b="b"/>
              <a:pathLst>
                <a:path w="86" h="86">
                  <a:moveTo>
                    <a:pt x="41" y="86"/>
                  </a:moveTo>
                  <a:cubicBezTo>
                    <a:pt x="42" y="86"/>
                    <a:pt x="43" y="86"/>
                    <a:pt x="43" y="86"/>
                  </a:cubicBezTo>
                  <a:cubicBezTo>
                    <a:pt x="67" y="86"/>
                    <a:pt x="86" y="67"/>
                    <a:pt x="86" y="43"/>
                  </a:cubicBezTo>
                  <a:cubicBezTo>
                    <a:pt x="86" y="19"/>
                    <a:pt x="67" y="0"/>
                    <a:pt x="43" y="0"/>
                  </a:cubicBezTo>
                  <a:cubicBezTo>
                    <a:pt x="20" y="0"/>
                    <a:pt x="1" y="19"/>
                    <a:pt x="0" y="42"/>
                  </a:cubicBezTo>
                  <a:cubicBezTo>
                    <a:pt x="9" y="45"/>
                    <a:pt x="17" y="50"/>
                    <a:pt x="24" y="57"/>
                  </a:cubicBezTo>
                  <a:cubicBezTo>
                    <a:pt x="32" y="65"/>
                    <a:pt x="38" y="75"/>
                    <a:pt x="41" y="8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6" name="Freeform 334"/>
            <p:cNvSpPr>
              <a:spLocks/>
            </p:cNvSpPr>
            <p:nvPr/>
          </p:nvSpPr>
          <p:spPr bwMode="auto">
            <a:xfrm>
              <a:off x="1431925" y="1514475"/>
              <a:ext cx="88900" cy="71438"/>
            </a:xfrm>
            <a:custGeom>
              <a:avLst/>
              <a:gdLst>
                <a:gd name="T0" fmla="*/ 56 w 56"/>
                <a:gd name="T1" fmla="*/ 45 h 45"/>
                <a:gd name="T2" fmla="*/ 28 w 56"/>
                <a:gd name="T3" fmla="*/ 0 h 45"/>
                <a:gd name="T4" fmla="*/ 0 w 56"/>
                <a:gd name="T5" fmla="*/ 45 h 45"/>
                <a:gd name="T6" fmla="*/ 56 w 56"/>
                <a:gd name="T7" fmla="*/ 45 h 45"/>
              </a:gdLst>
              <a:ahLst/>
              <a:cxnLst>
                <a:cxn ang="0">
                  <a:pos x="T0" y="T1"/>
                </a:cxn>
                <a:cxn ang="0">
                  <a:pos x="T2" y="T3"/>
                </a:cxn>
                <a:cxn ang="0">
                  <a:pos x="T4" y="T5"/>
                </a:cxn>
                <a:cxn ang="0">
                  <a:pos x="T6" y="T7"/>
                </a:cxn>
              </a:cxnLst>
              <a:rect l="0" t="0" r="r" b="b"/>
              <a:pathLst>
                <a:path w="56" h="45">
                  <a:moveTo>
                    <a:pt x="56" y="45"/>
                  </a:moveTo>
                  <a:lnTo>
                    <a:pt x="28" y="0"/>
                  </a:lnTo>
                  <a:lnTo>
                    <a:pt x="0" y="45"/>
                  </a:lnTo>
                  <a:lnTo>
                    <a:pt x="56" y="4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7" name="Freeform 335"/>
            <p:cNvSpPr>
              <a:spLocks/>
            </p:cNvSpPr>
            <p:nvPr/>
          </p:nvSpPr>
          <p:spPr bwMode="auto">
            <a:xfrm>
              <a:off x="1660525" y="1725613"/>
              <a:ext cx="71438" cy="90488"/>
            </a:xfrm>
            <a:custGeom>
              <a:avLst/>
              <a:gdLst>
                <a:gd name="T0" fmla="*/ 0 w 45"/>
                <a:gd name="T1" fmla="*/ 57 h 57"/>
                <a:gd name="T2" fmla="*/ 45 w 45"/>
                <a:gd name="T3" fmla="*/ 28 h 57"/>
                <a:gd name="T4" fmla="*/ 0 w 45"/>
                <a:gd name="T5" fmla="*/ 0 h 57"/>
                <a:gd name="T6" fmla="*/ 0 w 45"/>
                <a:gd name="T7" fmla="*/ 57 h 57"/>
              </a:gdLst>
              <a:ahLst/>
              <a:cxnLst>
                <a:cxn ang="0">
                  <a:pos x="T0" y="T1"/>
                </a:cxn>
                <a:cxn ang="0">
                  <a:pos x="T2" y="T3"/>
                </a:cxn>
                <a:cxn ang="0">
                  <a:pos x="T4" y="T5"/>
                </a:cxn>
                <a:cxn ang="0">
                  <a:pos x="T6" y="T7"/>
                </a:cxn>
              </a:cxnLst>
              <a:rect l="0" t="0" r="r" b="b"/>
              <a:pathLst>
                <a:path w="45" h="57">
                  <a:moveTo>
                    <a:pt x="0" y="57"/>
                  </a:moveTo>
                  <a:lnTo>
                    <a:pt x="45" y="28"/>
                  </a:lnTo>
                  <a:lnTo>
                    <a:pt x="0" y="0"/>
                  </a:lnTo>
                  <a:lnTo>
                    <a:pt x="0" y="5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8" name="Freeform 336"/>
            <p:cNvSpPr>
              <a:spLocks/>
            </p:cNvSpPr>
            <p:nvPr/>
          </p:nvSpPr>
          <p:spPr bwMode="auto">
            <a:xfrm>
              <a:off x="1250950" y="1725613"/>
              <a:ext cx="44450" cy="33338"/>
            </a:xfrm>
            <a:custGeom>
              <a:avLst/>
              <a:gdLst>
                <a:gd name="T0" fmla="*/ 12 w 12"/>
                <a:gd name="T1" fmla="*/ 0 h 9"/>
                <a:gd name="T2" fmla="*/ 0 w 12"/>
                <a:gd name="T3" fmla="*/ 7 h 9"/>
                <a:gd name="T4" fmla="*/ 12 w 12"/>
                <a:gd name="T5" fmla="*/ 9 h 9"/>
                <a:gd name="T6" fmla="*/ 12 w 12"/>
                <a:gd name="T7" fmla="*/ 0 h 9"/>
              </a:gdLst>
              <a:ahLst/>
              <a:cxnLst>
                <a:cxn ang="0">
                  <a:pos x="T0" y="T1"/>
                </a:cxn>
                <a:cxn ang="0">
                  <a:pos x="T2" y="T3"/>
                </a:cxn>
                <a:cxn ang="0">
                  <a:pos x="T4" y="T5"/>
                </a:cxn>
                <a:cxn ang="0">
                  <a:pos x="T6" y="T7"/>
                </a:cxn>
              </a:cxnLst>
              <a:rect l="0" t="0" r="r" b="b"/>
              <a:pathLst>
                <a:path w="12" h="9">
                  <a:moveTo>
                    <a:pt x="12" y="0"/>
                  </a:moveTo>
                  <a:cubicBezTo>
                    <a:pt x="0" y="7"/>
                    <a:pt x="0" y="7"/>
                    <a:pt x="0" y="7"/>
                  </a:cubicBezTo>
                  <a:cubicBezTo>
                    <a:pt x="4" y="8"/>
                    <a:pt x="8" y="8"/>
                    <a:pt x="12" y="9"/>
                  </a:cubicBezTo>
                  <a:lnTo>
                    <a:pt x="1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9" name="Freeform 337"/>
            <p:cNvSpPr>
              <a:spLocks/>
            </p:cNvSpPr>
            <p:nvPr/>
          </p:nvSpPr>
          <p:spPr bwMode="auto">
            <a:xfrm>
              <a:off x="1573212" y="1590675"/>
              <a:ext cx="82550" cy="82550"/>
            </a:xfrm>
            <a:custGeom>
              <a:avLst/>
              <a:gdLst>
                <a:gd name="T0" fmla="*/ 0 w 52"/>
                <a:gd name="T1" fmla="*/ 12 h 52"/>
                <a:gd name="T2" fmla="*/ 41 w 52"/>
                <a:gd name="T3" fmla="*/ 52 h 52"/>
                <a:gd name="T4" fmla="*/ 52 w 52"/>
                <a:gd name="T5" fmla="*/ 0 h 52"/>
                <a:gd name="T6" fmla="*/ 0 w 52"/>
                <a:gd name="T7" fmla="*/ 12 h 52"/>
              </a:gdLst>
              <a:ahLst/>
              <a:cxnLst>
                <a:cxn ang="0">
                  <a:pos x="T0" y="T1"/>
                </a:cxn>
                <a:cxn ang="0">
                  <a:pos x="T2" y="T3"/>
                </a:cxn>
                <a:cxn ang="0">
                  <a:pos x="T4" y="T5"/>
                </a:cxn>
                <a:cxn ang="0">
                  <a:pos x="T6" y="T7"/>
                </a:cxn>
              </a:cxnLst>
              <a:rect l="0" t="0" r="r" b="b"/>
              <a:pathLst>
                <a:path w="52" h="52">
                  <a:moveTo>
                    <a:pt x="0" y="12"/>
                  </a:moveTo>
                  <a:lnTo>
                    <a:pt x="41" y="52"/>
                  </a:lnTo>
                  <a:lnTo>
                    <a:pt x="52" y="0"/>
                  </a:lnTo>
                  <a:lnTo>
                    <a:pt x="0" y="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0" name="Freeform 338"/>
            <p:cNvSpPr>
              <a:spLocks/>
            </p:cNvSpPr>
            <p:nvPr/>
          </p:nvSpPr>
          <p:spPr bwMode="auto">
            <a:xfrm>
              <a:off x="1573212" y="1868488"/>
              <a:ext cx="82550" cy="82550"/>
            </a:xfrm>
            <a:custGeom>
              <a:avLst/>
              <a:gdLst>
                <a:gd name="T0" fmla="*/ 41 w 52"/>
                <a:gd name="T1" fmla="*/ 0 h 52"/>
                <a:gd name="T2" fmla="*/ 0 w 52"/>
                <a:gd name="T3" fmla="*/ 40 h 52"/>
                <a:gd name="T4" fmla="*/ 52 w 52"/>
                <a:gd name="T5" fmla="*/ 52 h 52"/>
                <a:gd name="T6" fmla="*/ 41 w 52"/>
                <a:gd name="T7" fmla="*/ 0 h 52"/>
              </a:gdLst>
              <a:ahLst/>
              <a:cxnLst>
                <a:cxn ang="0">
                  <a:pos x="T0" y="T1"/>
                </a:cxn>
                <a:cxn ang="0">
                  <a:pos x="T2" y="T3"/>
                </a:cxn>
                <a:cxn ang="0">
                  <a:pos x="T4" y="T5"/>
                </a:cxn>
                <a:cxn ang="0">
                  <a:pos x="T6" y="T7"/>
                </a:cxn>
              </a:cxnLst>
              <a:rect l="0" t="0" r="r" b="b"/>
              <a:pathLst>
                <a:path w="52" h="52">
                  <a:moveTo>
                    <a:pt x="41" y="0"/>
                  </a:moveTo>
                  <a:lnTo>
                    <a:pt x="0" y="40"/>
                  </a:lnTo>
                  <a:lnTo>
                    <a:pt x="52" y="52"/>
                  </a:lnTo>
                  <a:lnTo>
                    <a:pt x="41"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1" name="Freeform 339"/>
            <p:cNvSpPr>
              <a:spLocks/>
            </p:cNvSpPr>
            <p:nvPr/>
          </p:nvSpPr>
          <p:spPr bwMode="auto">
            <a:xfrm>
              <a:off x="1295400" y="1590675"/>
              <a:ext cx="82550" cy="82550"/>
            </a:xfrm>
            <a:custGeom>
              <a:avLst/>
              <a:gdLst>
                <a:gd name="T0" fmla="*/ 12 w 52"/>
                <a:gd name="T1" fmla="*/ 52 h 52"/>
                <a:gd name="T2" fmla="*/ 52 w 52"/>
                <a:gd name="T3" fmla="*/ 12 h 52"/>
                <a:gd name="T4" fmla="*/ 0 w 52"/>
                <a:gd name="T5" fmla="*/ 0 h 52"/>
                <a:gd name="T6" fmla="*/ 12 w 52"/>
                <a:gd name="T7" fmla="*/ 52 h 52"/>
              </a:gdLst>
              <a:ahLst/>
              <a:cxnLst>
                <a:cxn ang="0">
                  <a:pos x="T0" y="T1"/>
                </a:cxn>
                <a:cxn ang="0">
                  <a:pos x="T2" y="T3"/>
                </a:cxn>
                <a:cxn ang="0">
                  <a:pos x="T4" y="T5"/>
                </a:cxn>
                <a:cxn ang="0">
                  <a:pos x="T6" y="T7"/>
                </a:cxn>
              </a:cxnLst>
              <a:rect l="0" t="0" r="r" b="b"/>
              <a:pathLst>
                <a:path w="52" h="52">
                  <a:moveTo>
                    <a:pt x="12" y="52"/>
                  </a:moveTo>
                  <a:lnTo>
                    <a:pt x="52" y="12"/>
                  </a:lnTo>
                  <a:lnTo>
                    <a:pt x="0" y="0"/>
                  </a:lnTo>
                  <a:lnTo>
                    <a:pt x="12" y="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2" name="Freeform 340"/>
            <p:cNvSpPr>
              <a:spLocks/>
            </p:cNvSpPr>
            <p:nvPr/>
          </p:nvSpPr>
          <p:spPr bwMode="auto">
            <a:xfrm>
              <a:off x="954087" y="1774825"/>
              <a:ext cx="709613" cy="434975"/>
            </a:xfrm>
            <a:custGeom>
              <a:avLst/>
              <a:gdLst>
                <a:gd name="T0" fmla="*/ 155 w 189"/>
                <a:gd name="T1" fmla="*/ 49 h 116"/>
                <a:gd name="T2" fmla="*/ 150 w 189"/>
                <a:gd name="T3" fmla="*/ 49 h 116"/>
                <a:gd name="T4" fmla="*/ 134 w 189"/>
                <a:gd name="T5" fmla="*/ 57 h 116"/>
                <a:gd name="T6" fmla="*/ 133 w 189"/>
                <a:gd name="T7" fmla="*/ 48 h 116"/>
                <a:gd name="T8" fmla="*/ 131 w 189"/>
                <a:gd name="T9" fmla="*/ 41 h 116"/>
                <a:gd name="T10" fmla="*/ 96 w 189"/>
                <a:gd name="T11" fmla="*/ 4 h 116"/>
                <a:gd name="T12" fmla="*/ 91 w 189"/>
                <a:gd name="T13" fmla="*/ 2 h 116"/>
                <a:gd name="T14" fmla="*/ 76 w 189"/>
                <a:gd name="T15" fmla="*/ 0 h 116"/>
                <a:gd name="T16" fmla="*/ 73 w 189"/>
                <a:gd name="T17" fmla="*/ 0 h 116"/>
                <a:gd name="T18" fmla="*/ 17 w 189"/>
                <a:gd name="T19" fmla="*/ 58 h 116"/>
                <a:gd name="T20" fmla="*/ 20 w 189"/>
                <a:gd name="T21" fmla="*/ 75 h 116"/>
                <a:gd name="T22" fmla="*/ 0 w 189"/>
                <a:gd name="T23" fmla="*/ 95 h 116"/>
                <a:gd name="T24" fmla="*/ 21 w 189"/>
                <a:gd name="T25" fmla="*/ 116 h 116"/>
                <a:gd name="T26" fmla="*/ 76 w 189"/>
                <a:gd name="T27" fmla="*/ 116 h 116"/>
                <a:gd name="T28" fmla="*/ 78 w 189"/>
                <a:gd name="T29" fmla="*/ 116 h 116"/>
                <a:gd name="T30" fmla="*/ 155 w 189"/>
                <a:gd name="T31" fmla="*/ 116 h 116"/>
                <a:gd name="T32" fmla="*/ 189 w 189"/>
                <a:gd name="T33" fmla="*/ 82 h 116"/>
                <a:gd name="T34" fmla="*/ 155 w 189"/>
                <a:gd name="T35" fmla="*/ 4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6">
                  <a:moveTo>
                    <a:pt x="155" y="49"/>
                  </a:moveTo>
                  <a:cubicBezTo>
                    <a:pt x="154" y="49"/>
                    <a:pt x="152" y="49"/>
                    <a:pt x="150" y="49"/>
                  </a:cubicBezTo>
                  <a:cubicBezTo>
                    <a:pt x="144" y="50"/>
                    <a:pt x="138" y="53"/>
                    <a:pt x="134" y="57"/>
                  </a:cubicBezTo>
                  <a:cubicBezTo>
                    <a:pt x="134" y="54"/>
                    <a:pt x="133" y="51"/>
                    <a:pt x="133" y="48"/>
                  </a:cubicBezTo>
                  <a:cubicBezTo>
                    <a:pt x="132" y="45"/>
                    <a:pt x="132" y="43"/>
                    <a:pt x="131" y="41"/>
                  </a:cubicBezTo>
                  <a:cubicBezTo>
                    <a:pt x="126" y="24"/>
                    <a:pt x="113" y="10"/>
                    <a:pt x="96" y="4"/>
                  </a:cubicBezTo>
                  <a:cubicBezTo>
                    <a:pt x="95" y="3"/>
                    <a:pt x="93" y="2"/>
                    <a:pt x="91" y="2"/>
                  </a:cubicBezTo>
                  <a:cubicBezTo>
                    <a:pt x="86" y="1"/>
                    <a:pt x="81" y="0"/>
                    <a:pt x="76" y="0"/>
                  </a:cubicBezTo>
                  <a:cubicBezTo>
                    <a:pt x="75" y="0"/>
                    <a:pt x="74" y="0"/>
                    <a:pt x="73" y="0"/>
                  </a:cubicBezTo>
                  <a:cubicBezTo>
                    <a:pt x="42" y="1"/>
                    <a:pt x="17" y="27"/>
                    <a:pt x="17" y="58"/>
                  </a:cubicBezTo>
                  <a:cubicBezTo>
                    <a:pt x="17" y="64"/>
                    <a:pt x="18" y="70"/>
                    <a:pt x="20" y="75"/>
                  </a:cubicBezTo>
                  <a:cubicBezTo>
                    <a:pt x="9" y="75"/>
                    <a:pt x="0" y="84"/>
                    <a:pt x="0" y="95"/>
                  </a:cubicBezTo>
                  <a:cubicBezTo>
                    <a:pt x="0" y="107"/>
                    <a:pt x="9" y="116"/>
                    <a:pt x="21" y="116"/>
                  </a:cubicBezTo>
                  <a:cubicBezTo>
                    <a:pt x="76" y="116"/>
                    <a:pt x="76" y="116"/>
                    <a:pt x="76" y="116"/>
                  </a:cubicBezTo>
                  <a:cubicBezTo>
                    <a:pt x="78" y="116"/>
                    <a:pt x="78" y="116"/>
                    <a:pt x="78" y="116"/>
                  </a:cubicBezTo>
                  <a:cubicBezTo>
                    <a:pt x="155" y="116"/>
                    <a:pt x="155" y="116"/>
                    <a:pt x="155" y="116"/>
                  </a:cubicBezTo>
                  <a:cubicBezTo>
                    <a:pt x="174" y="116"/>
                    <a:pt x="189" y="101"/>
                    <a:pt x="189" y="82"/>
                  </a:cubicBezTo>
                  <a:cubicBezTo>
                    <a:pt x="189" y="64"/>
                    <a:pt x="174" y="49"/>
                    <a:pt x="155" y="4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3" name="Rectangle 341"/>
            <p:cNvSpPr>
              <a:spLocks noChangeArrowheads="1"/>
            </p:cNvSpPr>
            <p:nvPr/>
          </p:nvSpPr>
          <p:spPr bwMode="auto">
            <a:xfrm>
              <a:off x="673100" y="169863"/>
              <a:ext cx="698500" cy="4476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4" name="Freeform 342"/>
            <p:cNvSpPr>
              <a:spLocks/>
            </p:cNvSpPr>
            <p:nvPr/>
          </p:nvSpPr>
          <p:spPr bwMode="auto">
            <a:xfrm>
              <a:off x="728662" y="681038"/>
              <a:ext cx="109538" cy="71438"/>
            </a:xfrm>
            <a:custGeom>
              <a:avLst/>
              <a:gdLst>
                <a:gd name="T0" fmla="*/ 2 w 29"/>
                <a:gd name="T1" fmla="*/ 18 h 19"/>
                <a:gd name="T2" fmla="*/ 3 w 29"/>
                <a:gd name="T3" fmla="*/ 19 h 19"/>
                <a:gd name="T4" fmla="*/ 26 w 29"/>
                <a:gd name="T5" fmla="*/ 19 h 19"/>
                <a:gd name="T6" fmla="*/ 27 w 29"/>
                <a:gd name="T7" fmla="*/ 18 h 19"/>
                <a:gd name="T8" fmla="*/ 29 w 29"/>
                <a:gd name="T9" fmla="*/ 16 h 19"/>
                <a:gd name="T10" fmla="*/ 29 w 29"/>
                <a:gd name="T11" fmla="*/ 14 h 19"/>
                <a:gd name="T12" fmla="*/ 14 w 29"/>
                <a:gd name="T13" fmla="*/ 0 h 19"/>
                <a:gd name="T14" fmla="*/ 0 w 29"/>
                <a:gd name="T15" fmla="*/ 14 h 19"/>
                <a:gd name="T16" fmla="*/ 0 w 29"/>
                <a:gd name="T17" fmla="*/ 16 h 19"/>
                <a:gd name="T18" fmla="*/ 2 w 29"/>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9">
                  <a:moveTo>
                    <a:pt x="2" y="18"/>
                  </a:moveTo>
                  <a:cubicBezTo>
                    <a:pt x="2" y="19"/>
                    <a:pt x="2" y="19"/>
                    <a:pt x="3" y="19"/>
                  </a:cubicBezTo>
                  <a:cubicBezTo>
                    <a:pt x="26" y="19"/>
                    <a:pt x="26" y="19"/>
                    <a:pt x="26" y="19"/>
                  </a:cubicBezTo>
                  <a:cubicBezTo>
                    <a:pt x="27" y="19"/>
                    <a:pt x="27" y="19"/>
                    <a:pt x="27" y="18"/>
                  </a:cubicBezTo>
                  <a:cubicBezTo>
                    <a:pt x="28" y="18"/>
                    <a:pt x="28" y="17"/>
                    <a:pt x="29" y="16"/>
                  </a:cubicBezTo>
                  <a:cubicBezTo>
                    <a:pt x="29" y="16"/>
                    <a:pt x="29" y="15"/>
                    <a:pt x="29" y="14"/>
                  </a:cubicBezTo>
                  <a:cubicBezTo>
                    <a:pt x="29" y="6"/>
                    <a:pt x="23" y="0"/>
                    <a:pt x="14" y="0"/>
                  </a:cubicBezTo>
                  <a:cubicBezTo>
                    <a:pt x="6" y="0"/>
                    <a:pt x="0" y="6"/>
                    <a:pt x="0" y="14"/>
                  </a:cubicBezTo>
                  <a:cubicBezTo>
                    <a:pt x="0" y="15"/>
                    <a:pt x="0" y="16"/>
                    <a:pt x="0" y="16"/>
                  </a:cubicBezTo>
                  <a:cubicBezTo>
                    <a:pt x="0" y="17"/>
                    <a:pt x="1" y="18"/>
                    <a:pt x="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5" name="Freeform 343"/>
            <p:cNvSpPr>
              <a:spLocks/>
            </p:cNvSpPr>
            <p:nvPr/>
          </p:nvSpPr>
          <p:spPr bwMode="auto">
            <a:xfrm>
              <a:off x="965200" y="681038"/>
              <a:ext cx="112713" cy="71438"/>
            </a:xfrm>
            <a:custGeom>
              <a:avLst/>
              <a:gdLst>
                <a:gd name="T0" fmla="*/ 2 w 30"/>
                <a:gd name="T1" fmla="*/ 18 h 19"/>
                <a:gd name="T2" fmla="*/ 3 w 30"/>
                <a:gd name="T3" fmla="*/ 19 h 19"/>
                <a:gd name="T4" fmla="*/ 27 w 30"/>
                <a:gd name="T5" fmla="*/ 19 h 19"/>
                <a:gd name="T6" fmla="*/ 27 w 30"/>
                <a:gd name="T7" fmla="*/ 18 h 19"/>
                <a:gd name="T8" fmla="*/ 30 w 30"/>
                <a:gd name="T9" fmla="*/ 16 h 19"/>
                <a:gd name="T10" fmla="*/ 30 w 30"/>
                <a:gd name="T11" fmla="*/ 14 h 19"/>
                <a:gd name="T12" fmla="*/ 15 w 30"/>
                <a:gd name="T13" fmla="*/ 0 h 19"/>
                <a:gd name="T14" fmla="*/ 0 w 30"/>
                <a:gd name="T15" fmla="*/ 14 h 19"/>
                <a:gd name="T16" fmla="*/ 0 w 30"/>
                <a:gd name="T17" fmla="*/ 16 h 19"/>
                <a:gd name="T18" fmla="*/ 2 w 30"/>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8"/>
                  </a:moveTo>
                  <a:cubicBezTo>
                    <a:pt x="2" y="19"/>
                    <a:pt x="3" y="19"/>
                    <a:pt x="3" y="19"/>
                  </a:cubicBezTo>
                  <a:cubicBezTo>
                    <a:pt x="27" y="19"/>
                    <a:pt x="27" y="19"/>
                    <a:pt x="27" y="19"/>
                  </a:cubicBezTo>
                  <a:cubicBezTo>
                    <a:pt x="27" y="19"/>
                    <a:pt x="27" y="19"/>
                    <a:pt x="27" y="18"/>
                  </a:cubicBezTo>
                  <a:cubicBezTo>
                    <a:pt x="28" y="18"/>
                    <a:pt x="29" y="17"/>
                    <a:pt x="30" y="16"/>
                  </a:cubicBezTo>
                  <a:cubicBezTo>
                    <a:pt x="30" y="16"/>
                    <a:pt x="30" y="15"/>
                    <a:pt x="30" y="14"/>
                  </a:cubicBezTo>
                  <a:cubicBezTo>
                    <a:pt x="30" y="6"/>
                    <a:pt x="23" y="0"/>
                    <a:pt x="15" y="0"/>
                  </a:cubicBezTo>
                  <a:cubicBezTo>
                    <a:pt x="7" y="0"/>
                    <a:pt x="0" y="6"/>
                    <a:pt x="0" y="14"/>
                  </a:cubicBezTo>
                  <a:cubicBezTo>
                    <a:pt x="0" y="15"/>
                    <a:pt x="0" y="16"/>
                    <a:pt x="0" y="16"/>
                  </a:cubicBezTo>
                  <a:cubicBezTo>
                    <a:pt x="1" y="17"/>
                    <a:pt x="2" y="18"/>
                    <a:pt x="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6" name="Freeform 344"/>
            <p:cNvSpPr>
              <a:spLocks/>
            </p:cNvSpPr>
            <p:nvPr/>
          </p:nvSpPr>
          <p:spPr bwMode="auto">
            <a:xfrm>
              <a:off x="1206500" y="681038"/>
              <a:ext cx="112713" cy="71438"/>
            </a:xfrm>
            <a:custGeom>
              <a:avLst/>
              <a:gdLst>
                <a:gd name="T0" fmla="*/ 2 w 30"/>
                <a:gd name="T1" fmla="*/ 19 h 19"/>
                <a:gd name="T2" fmla="*/ 26 w 30"/>
                <a:gd name="T3" fmla="*/ 19 h 19"/>
                <a:gd name="T4" fmla="*/ 27 w 30"/>
                <a:gd name="T5" fmla="*/ 18 h 19"/>
                <a:gd name="T6" fmla="*/ 30 w 30"/>
                <a:gd name="T7" fmla="*/ 16 h 19"/>
                <a:gd name="T8" fmla="*/ 30 w 30"/>
                <a:gd name="T9" fmla="*/ 14 h 19"/>
                <a:gd name="T10" fmla="*/ 15 w 30"/>
                <a:gd name="T11" fmla="*/ 0 h 19"/>
                <a:gd name="T12" fmla="*/ 0 w 30"/>
                <a:gd name="T13" fmla="*/ 14 h 19"/>
                <a:gd name="T14" fmla="*/ 1 w 30"/>
                <a:gd name="T15" fmla="*/ 17 h 19"/>
                <a:gd name="T16" fmla="*/ 2 w 30"/>
                <a:gd name="T17" fmla="*/ 18 h 19"/>
                <a:gd name="T18" fmla="*/ 2 w 30"/>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9"/>
                  </a:moveTo>
                  <a:cubicBezTo>
                    <a:pt x="26" y="19"/>
                    <a:pt x="26" y="19"/>
                    <a:pt x="26" y="19"/>
                  </a:cubicBezTo>
                  <a:cubicBezTo>
                    <a:pt x="26" y="19"/>
                    <a:pt x="27" y="19"/>
                    <a:pt x="27" y="18"/>
                  </a:cubicBezTo>
                  <a:cubicBezTo>
                    <a:pt x="28" y="17"/>
                    <a:pt x="29" y="16"/>
                    <a:pt x="30" y="16"/>
                  </a:cubicBezTo>
                  <a:cubicBezTo>
                    <a:pt x="30" y="15"/>
                    <a:pt x="30" y="15"/>
                    <a:pt x="30" y="14"/>
                  </a:cubicBezTo>
                  <a:cubicBezTo>
                    <a:pt x="30" y="6"/>
                    <a:pt x="23" y="0"/>
                    <a:pt x="15" y="0"/>
                  </a:cubicBezTo>
                  <a:cubicBezTo>
                    <a:pt x="7" y="0"/>
                    <a:pt x="0" y="6"/>
                    <a:pt x="0" y="14"/>
                  </a:cubicBezTo>
                  <a:cubicBezTo>
                    <a:pt x="0" y="15"/>
                    <a:pt x="0" y="16"/>
                    <a:pt x="1" y="17"/>
                  </a:cubicBezTo>
                  <a:cubicBezTo>
                    <a:pt x="1" y="18"/>
                    <a:pt x="1" y="18"/>
                    <a:pt x="2" y="18"/>
                  </a:cubicBezTo>
                  <a:cubicBezTo>
                    <a:pt x="2" y="19"/>
                    <a:pt x="2" y="19"/>
                    <a:pt x="2" y="1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7" name="Freeform 345"/>
            <p:cNvSpPr>
              <a:spLocks/>
            </p:cNvSpPr>
            <p:nvPr/>
          </p:nvSpPr>
          <p:spPr bwMode="auto">
            <a:xfrm>
              <a:off x="669925" y="749300"/>
              <a:ext cx="228600" cy="74613"/>
            </a:xfrm>
            <a:custGeom>
              <a:avLst/>
              <a:gdLst>
                <a:gd name="T0" fmla="*/ 9 w 61"/>
                <a:gd name="T1" fmla="*/ 0 h 20"/>
                <a:gd name="T2" fmla="*/ 4 w 61"/>
                <a:gd name="T3" fmla="*/ 2 h 20"/>
                <a:gd name="T4" fmla="*/ 3 w 61"/>
                <a:gd name="T5" fmla="*/ 13 h 20"/>
                <a:gd name="T6" fmla="*/ 19 w 61"/>
                <a:gd name="T7" fmla="*/ 20 h 20"/>
                <a:gd name="T8" fmla="*/ 42 w 61"/>
                <a:gd name="T9" fmla="*/ 20 h 20"/>
                <a:gd name="T10" fmla="*/ 58 w 61"/>
                <a:gd name="T11" fmla="*/ 13 h 20"/>
                <a:gd name="T12" fmla="*/ 57 w 61"/>
                <a:gd name="T13" fmla="*/ 2 h 20"/>
                <a:gd name="T14" fmla="*/ 52 w 61"/>
                <a:gd name="T15" fmla="*/ 0 h 20"/>
                <a:gd name="T16" fmla="*/ 46 w 61"/>
                <a:gd name="T17" fmla="*/ 3 h 20"/>
                <a:gd name="T18" fmla="*/ 43 w 61"/>
                <a:gd name="T19" fmla="*/ 5 h 20"/>
                <a:gd name="T20" fmla="*/ 42 w 61"/>
                <a:gd name="T21" fmla="*/ 5 h 20"/>
                <a:gd name="T22" fmla="*/ 19 w 61"/>
                <a:gd name="T23" fmla="*/ 5 h 20"/>
                <a:gd name="T24" fmla="*/ 18 w 61"/>
                <a:gd name="T25" fmla="*/ 5 h 20"/>
                <a:gd name="T26" fmla="*/ 15 w 61"/>
                <a:gd name="T27" fmla="*/ 3 h 20"/>
                <a:gd name="T28" fmla="*/ 9 w 6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20">
                  <a:moveTo>
                    <a:pt x="9" y="0"/>
                  </a:moveTo>
                  <a:cubicBezTo>
                    <a:pt x="7" y="0"/>
                    <a:pt x="5" y="1"/>
                    <a:pt x="4" y="2"/>
                  </a:cubicBezTo>
                  <a:cubicBezTo>
                    <a:pt x="1" y="5"/>
                    <a:pt x="0" y="10"/>
                    <a:pt x="3" y="13"/>
                  </a:cubicBezTo>
                  <a:cubicBezTo>
                    <a:pt x="7" y="18"/>
                    <a:pt x="13" y="20"/>
                    <a:pt x="19" y="20"/>
                  </a:cubicBezTo>
                  <a:cubicBezTo>
                    <a:pt x="42" y="20"/>
                    <a:pt x="42" y="20"/>
                    <a:pt x="42" y="20"/>
                  </a:cubicBezTo>
                  <a:cubicBezTo>
                    <a:pt x="48" y="20"/>
                    <a:pt x="54" y="18"/>
                    <a:pt x="58" y="13"/>
                  </a:cubicBezTo>
                  <a:cubicBezTo>
                    <a:pt x="61" y="10"/>
                    <a:pt x="60" y="5"/>
                    <a:pt x="57" y="2"/>
                  </a:cubicBezTo>
                  <a:cubicBezTo>
                    <a:pt x="56" y="1"/>
                    <a:pt x="54" y="0"/>
                    <a:pt x="52" y="0"/>
                  </a:cubicBezTo>
                  <a:cubicBezTo>
                    <a:pt x="50" y="0"/>
                    <a:pt x="48" y="1"/>
                    <a:pt x="46" y="3"/>
                  </a:cubicBezTo>
                  <a:cubicBezTo>
                    <a:pt x="45" y="4"/>
                    <a:pt x="44" y="5"/>
                    <a:pt x="43" y="5"/>
                  </a:cubicBezTo>
                  <a:cubicBezTo>
                    <a:pt x="43" y="5"/>
                    <a:pt x="42" y="5"/>
                    <a:pt x="42" y="5"/>
                  </a:cubicBezTo>
                  <a:cubicBezTo>
                    <a:pt x="19" y="5"/>
                    <a:pt x="19" y="5"/>
                    <a:pt x="19" y="5"/>
                  </a:cubicBezTo>
                  <a:cubicBezTo>
                    <a:pt x="18" y="5"/>
                    <a:pt x="18" y="5"/>
                    <a:pt x="18" y="5"/>
                  </a:cubicBezTo>
                  <a:cubicBezTo>
                    <a:pt x="17" y="5"/>
                    <a:pt x="16" y="4"/>
                    <a:pt x="15" y="3"/>
                  </a:cubicBezTo>
                  <a:cubicBezTo>
                    <a:pt x="13" y="1"/>
                    <a:pt x="11" y="0"/>
                    <a:pt x="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8" name="Freeform 346"/>
            <p:cNvSpPr>
              <a:spLocks/>
            </p:cNvSpPr>
            <p:nvPr/>
          </p:nvSpPr>
          <p:spPr bwMode="auto">
            <a:xfrm>
              <a:off x="909637" y="749300"/>
              <a:ext cx="225425" cy="74613"/>
            </a:xfrm>
            <a:custGeom>
              <a:avLst/>
              <a:gdLst>
                <a:gd name="T0" fmla="*/ 14 w 60"/>
                <a:gd name="T1" fmla="*/ 2 h 20"/>
                <a:gd name="T2" fmla="*/ 13 w 60"/>
                <a:gd name="T3" fmla="*/ 2 h 20"/>
                <a:gd name="T4" fmla="*/ 13 w 60"/>
                <a:gd name="T5" fmla="*/ 2 h 20"/>
                <a:gd name="T6" fmla="*/ 13 w 60"/>
                <a:gd name="T7" fmla="*/ 2 h 20"/>
                <a:gd name="T8" fmla="*/ 12 w 60"/>
                <a:gd name="T9" fmla="*/ 1 h 20"/>
                <a:gd name="T10" fmla="*/ 12 w 60"/>
                <a:gd name="T11" fmla="*/ 1 h 20"/>
                <a:gd name="T12" fmla="*/ 12 w 60"/>
                <a:gd name="T13" fmla="*/ 1 h 20"/>
                <a:gd name="T14" fmla="*/ 11 w 60"/>
                <a:gd name="T15" fmla="*/ 1 h 20"/>
                <a:gd name="T16" fmla="*/ 11 w 60"/>
                <a:gd name="T17" fmla="*/ 1 h 20"/>
                <a:gd name="T18" fmla="*/ 10 w 60"/>
                <a:gd name="T19" fmla="*/ 1 h 20"/>
                <a:gd name="T20" fmla="*/ 10 w 60"/>
                <a:gd name="T21" fmla="*/ 0 h 20"/>
                <a:gd name="T22" fmla="*/ 10 w 60"/>
                <a:gd name="T23" fmla="*/ 0 h 20"/>
                <a:gd name="T24" fmla="*/ 9 w 60"/>
                <a:gd name="T25" fmla="*/ 0 h 20"/>
                <a:gd name="T26" fmla="*/ 9 w 60"/>
                <a:gd name="T27" fmla="*/ 0 h 20"/>
                <a:gd name="T28" fmla="*/ 8 w 60"/>
                <a:gd name="T29" fmla="*/ 0 h 20"/>
                <a:gd name="T30" fmla="*/ 8 w 60"/>
                <a:gd name="T31" fmla="*/ 0 h 20"/>
                <a:gd name="T32" fmla="*/ 8 w 60"/>
                <a:gd name="T33" fmla="*/ 0 h 20"/>
                <a:gd name="T34" fmla="*/ 7 w 60"/>
                <a:gd name="T35" fmla="*/ 0 h 20"/>
                <a:gd name="T36" fmla="*/ 7 w 60"/>
                <a:gd name="T37" fmla="*/ 0 h 20"/>
                <a:gd name="T38" fmla="*/ 6 w 60"/>
                <a:gd name="T39" fmla="*/ 1 h 20"/>
                <a:gd name="T40" fmla="*/ 6 w 60"/>
                <a:gd name="T41" fmla="*/ 1 h 20"/>
                <a:gd name="T42" fmla="*/ 4 w 60"/>
                <a:gd name="T43" fmla="*/ 1 h 20"/>
                <a:gd name="T44" fmla="*/ 4 w 60"/>
                <a:gd name="T45" fmla="*/ 1 h 20"/>
                <a:gd name="T46" fmla="*/ 3 w 60"/>
                <a:gd name="T47" fmla="*/ 2 h 20"/>
                <a:gd name="T48" fmla="*/ 2 w 60"/>
                <a:gd name="T49" fmla="*/ 13 h 20"/>
                <a:gd name="T50" fmla="*/ 18 w 60"/>
                <a:gd name="T51" fmla="*/ 20 h 20"/>
                <a:gd name="T52" fmla="*/ 42 w 60"/>
                <a:gd name="T53" fmla="*/ 20 h 20"/>
                <a:gd name="T54" fmla="*/ 57 w 60"/>
                <a:gd name="T55" fmla="*/ 13 h 20"/>
                <a:gd name="T56" fmla="*/ 56 w 60"/>
                <a:gd name="T57" fmla="*/ 2 h 20"/>
                <a:gd name="T58" fmla="*/ 55 w 60"/>
                <a:gd name="T59" fmla="*/ 1 h 20"/>
                <a:gd name="T60" fmla="*/ 55 w 60"/>
                <a:gd name="T61" fmla="*/ 1 h 20"/>
                <a:gd name="T62" fmla="*/ 54 w 60"/>
                <a:gd name="T63" fmla="*/ 1 h 20"/>
                <a:gd name="T64" fmla="*/ 54 w 60"/>
                <a:gd name="T65" fmla="*/ 1 h 20"/>
                <a:gd name="T66" fmla="*/ 53 w 60"/>
                <a:gd name="T67" fmla="*/ 0 h 20"/>
                <a:gd name="T68" fmla="*/ 53 w 60"/>
                <a:gd name="T69" fmla="*/ 0 h 20"/>
                <a:gd name="T70" fmla="*/ 51 w 60"/>
                <a:gd name="T71" fmla="*/ 0 h 20"/>
                <a:gd name="T72" fmla="*/ 51 w 60"/>
                <a:gd name="T73" fmla="*/ 0 h 20"/>
                <a:gd name="T74" fmla="*/ 51 w 60"/>
                <a:gd name="T75" fmla="*/ 0 h 20"/>
                <a:gd name="T76" fmla="*/ 51 w 60"/>
                <a:gd name="T77" fmla="*/ 0 h 20"/>
                <a:gd name="T78" fmla="*/ 50 w 60"/>
                <a:gd name="T79" fmla="*/ 0 h 20"/>
                <a:gd name="T80" fmla="*/ 50 w 60"/>
                <a:gd name="T81" fmla="*/ 0 h 20"/>
                <a:gd name="T82" fmla="*/ 50 w 60"/>
                <a:gd name="T83" fmla="*/ 0 h 20"/>
                <a:gd name="T84" fmla="*/ 49 w 60"/>
                <a:gd name="T85" fmla="*/ 1 h 20"/>
                <a:gd name="T86" fmla="*/ 49 w 60"/>
                <a:gd name="T87" fmla="*/ 1 h 20"/>
                <a:gd name="T88" fmla="*/ 48 w 60"/>
                <a:gd name="T89" fmla="*/ 1 h 20"/>
                <a:gd name="T90" fmla="*/ 48 w 60"/>
                <a:gd name="T91" fmla="*/ 1 h 20"/>
                <a:gd name="T92" fmla="*/ 48 w 60"/>
                <a:gd name="T93" fmla="*/ 1 h 20"/>
                <a:gd name="T94" fmla="*/ 47 w 60"/>
                <a:gd name="T95" fmla="*/ 1 h 20"/>
                <a:gd name="T96" fmla="*/ 47 w 60"/>
                <a:gd name="T97" fmla="*/ 2 h 20"/>
                <a:gd name="T98" fmla="*/ 47 w 60"/>
                <a:gd name="T99" fmla="*/ 2 h 20"/>
                <a:gd name="T100" fmla="*/ 46 w 60"/>
                <a:gd name="T101" fmla="*/ 2 h 20"/>
                <a:gd name="T102" fmla="*/ 46 w 60"/>
                <a:gd name="T103" fmla="*/ 2 h 20"/>
                <a:gd name="T104" fmla="*/ 46 w 60"/>
                <a:gd name="T105" fmla="*/ 3 h 20"/>
                <a:gd name="T106" fmla="*/ 42 w 60"/>
                <a:gd name="T107" fmla="*/ 5 h 20"/>
                <a:gd name="T108" fmla="*/ 42 w 60"/>
                <a:gd name="T109" fmla="*/ 5 h 20"/>
                <a:gd name="T110" fmla="*/ 18 w 60"/>
                <a:gd name="T111" fmla="*/ 5 h 20"/>
                <a:gd name="T112" fmla="*/ 18 w 60"/>
                <a:gd name="T113" fmla="*/ 5 h 20"/>
                <a:gd name="T114" fmla="*/ 14 w 60"/>
                <a:gd name="T115" fmla="*/ 3 h 20"/>
                <a:gd name="T116" fmla="*/ 14 w 60"/>
                <a:gd name="T1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 h="20">
                  <a:moveTo>
                    <a:pt x="14" y="2"/>
                  </a:moveTo>
                  <a:cubicBezTo>
                    <a:pt x="13" y="2"/>
                    <a:pt x="13" y="2"/>
                    <a:pt x="13" y="2"/>
                  </a:cubicBezTo>
                  <a:cubicBezTo>
                    <a:pt x="13" y="2"/>
                    <a:pt x="13" y="2"/>
                    <a:pt x="13" y="2"/>
                  </a:cubicBezTo>
                  <a:cubicBezTo>
                    <a:pt x="13" y="2"/>
                    <a:pt x="13" y="2"/>
                    <a:pt x="13" y="2"/>
                  </a:cubicBezTo>
                  <a:cubicBezTo>
                    <a:pt x="13" y="2"/>
                    <a:pt x="12" y="2"/>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0" y="1"/>
                  </a:cubicBezTo>
                  <a:cubicBezTo>
                    <a:pt x="10" y="1"/>
                    <a:pt x="10" y="1"/>
                    <a:pt x="10" y="0"/>
                  </a:cubicBezTo>
                  <a:cubicBezTo>
                    <a:pt x="10" y="0"/>
                    <a:pt x="10" y="0"/>
                    <a:pt x="10" y="0"/>
                  </a:cubicBezTo>
                  <a:cubicBezTo>
                    <a:pt x="10" y="0"/>
                    <a:pt x="9" y="0"/>
                    <a:pt x="9" y="0"/>
                  </a:cubicBezTo>
                  <a:cubicBezTo>
                    <a:pt x="9" y="0"/>
                    <a:pt x="9" y="0"/>
                    <a:pt x="9" y="0"/>
                  </a:cubicBezTo>
                  <a:cubicBezTo>
                    <a:pt x="9" y="0"/>
                    <a:pt x="9" y="0"/>
                    <a:pt x="8" y="0"/>
                  </a:cubicBezTo>
                  <a:cubicBezTo>
                    <a:pt x="8" y="0"/>
                    <a:pt x="8" y="0"/>
                    <a:pt x="8" y="0"/>
                  </a:cubicBezTo>
                  <a:cubicBezTo>
                    <a:pt x="8" y="0"/>
                    <a:pt x="8" y="0"/>
                    <a:pt x="8" y="0"/>
                  </a:cubicBezTo>
                  <a:cubicBezTo>
                    <a:pt x="8" y="0"/>
                    <a:pt x="7" y="0"/>
                    <a:pt x="7" y="0"/>
                  </a:cubicBezTo>
                  <a:cubicBezTo>
                    <a:pt x="7" y="0"/>
                    <a:pt x="7" y="0"/>
                    <a:pt x="7" y="0"/>
                  </a:cubicBezTo>
                  <a:cubicBezTo>
                    <a:pt x="6" y="0"/>
                    <a:pt x="6" y="1"/>
                    <a:pt x="6" y="1"/>
                  </a:cubicBezTo>
                  <a:cubicBezTo>
                    <a:pt x="6" y="1"/>
                    <a:pt x="6" y="1"/>
                    <a:pt x="6" y="1"/>
                  </a:cubicBezTo>
                  <a:cubicBezTo>
                    <a:pt x="5" y="1"/>
                    <a:pt x="5" y="1"/>
                    <a:pt x="4" y="1"/>
                  </a:cubicBezTo>
                  <a:cubicBezTo>
                    <a:pt x="4" y="1"/>
                    <a:pt x="4" y="1"/>
                    <a:pt x="4" y="1"/>
                  </a:cubicBezTo>
                  <a:cubicBezTo>
                    <a:pt x="4" y="2"/>
                    <a:pt x="4" y="2"/>
                    <a:pt x="3" y="2"/>
                  </a:cubicBezTo>
                  <a:cubicBezTo>
                    <a:pt x="0" y="5"/>
                    <a:pt x="0" y="10"/>
                    <a:pt x="2" y="13"/>
                  </a:cubicBezTo>
                  <a:cubicBezTo>
                    <a:pt x="6" y="18"/>
                    <a:pt x="12" y="20"/>
                    <a:pt x="18" y="20"/>
                  </a:cubicBezTo>
                  <a:cubicBezTo>
                    <a:pt x="42" y="20"/>
                    <a:pt x="42" y="20"/>
                    <a:pt x="42" y="20"/>
                  </a:cubicBezTo>
                  <a:cubicBezTo>
                    <a:pt x="48" y="20"/>
                    <a:pt x="53" y="18"/>
                    <a:pt x="57" y="13"/>
                  </a:cubicBezTo>
                  <a:cubicBezTo>
                    <a:pt x="60" y="10"/>
                    <a:pt x="60" y="5"/>
                    <a:pt x="56" y="2"/>
                  </a:cubicBezTo>
                  <a:cubicBezTo>
                    <a:pt x="56" y="2"/>
                    <a:pt x="56" y="2"/>
                    <a:pt x="55" y="1"/>
                  </a:cubicBezTo>
                  <a:cubicBezTo>
                    <a:pt x="55" y="1"/>
                    <a:pt x="55" y="1"/>
                    <a:pt x="55" y="1"/>
                  </a:cubicBezTo>
                  <a:cubicBezTo>
                    <a:pt x="55" y="1"/>
                    <a:pt x="54" y="1"/>
                    <a:pt x="54" y="1"/>
                  </a:cubicBezTo>
                  <a:cubicBezTo>
                    <a:pt x="54" y="1"/>
                    <a:pt x="54" y="1"/>
                    <a:pt x="54" y="1"/>
                  </a:cubicBezTo>
                  <a:cubicBezTo>
                    <a:pt x="54" y="1"/>
                    <a:pt x="53" y="0"/>
                    <a:pt x="53" y="0"/>
                  </a:cubicBezTo>
                  <a:cubicBezTo>
                    <a:pt x="53" y="0"/>
                    <a:pt x="53" y="0"/>
                    <a:pt x="53" y="0"/>
                  </a:cubicBezTo>
                  <a:cubicBezTo>
                    <a:pt x="52" y="0"/>
                    <a:pt x="52" y="0"/>
                    <a:pt x="51" y="0"/>
                  </a:cubicBezTo>
                  <a:cubicBezTo>
                    <a:pt x="51" y="0"/>
                    <a:pt x="51" y="0"/>
                    <a:pt x="51" y="0"/>
                  </a:cubicBezTo>
                  <a:cubicBezTo>
                    <a:pt x="51" y="0"/>
                    <a:pt x="51" y="0"/>
                    <a:pt x="51" y="0"/>
                  </a:cubicBezTo>
                  <a:cubicBezTo>
                    <a:pt x="51" y="0"/>
                    <a:pt x="51" y="0"/>
                    <a:pt x="51" y="0"/>
                  </a:cubicBezTo>
                  <a:cubicBezTo>
                    <a:pt x="51" y="0"/>
                    <a:pt x="50" y="0"/>
                    <a:pt x="50" y="0"/>
                  </a:cubicBezTo>
                  <a:cubicBezTo>
                    <a:pt x="50" y="0"/>
                    <a:pt x="50" y="0"/>
                    <a:pt x="50" y="0"/>
                  </a:cubicBezTo>
                  <a:cubicBezTo>
                    <a:pt x="50" y="0"/>
                    <a:pt x="50" y="0"/>
                    <a:pt x="50" y="0"/>
                  </a:cubicBezTo>
                  <a:cubicBezTo>
                    <a:pt x="49" y="1"/>
                    <a:pt x="49" y="1"/>
                    <a:pt x="49" y="1"/>
                  </a:cubicBezTo>
                  <a:cubicBezTo>
                    <a:pt x="49" y="1"/>
                    <a:pt x="49" y="1"/>
                    <a:pt x="49" y="1"/>
                  </a:cubicBezTo>
                  <a:cubicBezTo>
                    <a:pt x="49" y="1"/>
                    <a:pt x="49" y="1"/>
                    <a:pt x="48" y="1"/>
                  </a:cubicBezTo>
                  <a:cubicBezTo>
                    <a:pt x="48" y="1"/>
                    <a:pt x="48" y="1"/>
                    <a:pt x="48" y="1"/>
                  </a:cubicBezTo>
                  <a:cubicBezTo>
                    <a:pt x="48" y="1"/>
                    <a:pt x="48" y="1"/>
                    <a:pt x="48" y="1"/>
                  </a:cubicBezTo>
                  <a:cubicBezTo>
                    <a:pt x="48" y="1"/>
                    <a:pt x="47" y="1"/>
                    <a:pt x="47" y="1"/>
                  </a:cubicBezTo>
                  <a:cubicBezTo>
                    <a:pt x="47" y="2"/>
                    <a:pt x="47" y="2"/>
                    <a:pt x="47" y="2"/>
                  </a:cubicBezTo>
                  <a:cubicBezTo>
                    <a:pt x="47" y="2"/>
                    <a:pt x="47" y="2"/>
                    <a:pt x="47" y="2"/>
                  </a:cubicBezTo>
                  <a:cubicBezTo>
                    <a:pt x="47" y="2"/>
                    <a:pt x="46" y="2"/>
                    <a:pt x="46" y="2"/>
                  </a:cubicBezTo>
                  <a:cubicBezTo>
                    <a:pt x="46" y="2"/>
                    <a:pt x="46" y="2"/>
                    <a:pt x="46" y="2"/>
                  </a:cubicBezTo>
                  <a:cubicBezTo>
                    <a:pt x="46" y="3"/>
                    <a:pt x="46" y="3"/>
                    <a:pt x="46" y="3"/>
                  </a:cubicBezTo>
                  <a:cubicBezTo>
                    <a:pt x="45" y="4"/>
                    <a:pt x="43" y="5"/>
                    <a:pt x="42" y="5"/>
                  </a:cubicBezTo>
                  <a:cubicBezTo>
                    <a:pt x="42" y="5"/>
                    <a:pt x="42" y="5"/>
                    <a:pt x="42" y="5"/>
                  </a:cubicBezTo>
                  <a:cubicBezTo>
                    <a:pt x="18" y="5"/>
                    <a:pt x="18" y="5"/>
                    <a:pt x="18" y="5"/>
                  </a:cubicBezTo>
                  <a:cubicBezTo>
                    <a:pt x="18" y="5"/>
                    <a:pt x="18" y="5"/>
                    <a:pt x="18" y="5"/>
                  </a:cubicBezTo>
                  <a:cubicBezTo>
                    <a:pt x="16" y="5"/>
                    <a:pt x="15" y="4"/>
                    <a:pt x="14" y="3"/>
                  </a:cubicBezTo>
                  <a:cubicBezTo>
                    <a:pt x="14" y="3"/>
                    <a:pt x="14" y="3"/>
                    <a:pt x="14"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9" name="Freeform 347"/>
            <p:cNvSpPr>
              <a:spLocks/>
            </p:cNvSpPr>
            <p:nvPr/>
          </p:nvSpPr>
          <p:spPr bwMode="auto">
            <a:xfrm>
              <a:off x="1146175" y="749300"/>
              <a:ext cx="225425" cy="74613"/>
            </a:xfrm>
            <a:custGeom>
              <a:avLst/>
              <a:gdLst>
                <a:gd name="T0" fmla="*/ 14 w 60"/>
                <a:gd name="T1" fmla="*/ 3 h 20"/>
                <a:gd name="T2" fmla="*/ 9 w 60"/>
                <a:gd name="T3" fmla="*/ 0 h 20"/>
                <a:gd name="T4" fmla="*/ 4 w 60"/>
                <a:gd name="T5" fmla="*/ 2 h 20"/>
                <a:gd name="T6" fmla="*/ 3 w 60"/>
                <a:gd name="T7" fmla="*/ 13 h 20"/>
                <a:gd name="T8" fmla="*/ 18 w 60"/>
                <a:gd name="T9" fmla="*/ 20 h 20"/>
                <a:gd name="T10" fmla="*/ 42 w 60"/>
                <a:gd name="T11" fmla="*/ 20 h 20"/>
                <a:gd name="T12" fmla="*/ 58 w 60"/>
                <a:gd name="T13" fmla="*/ 13 h 20"/>
                <a:gd name="T14" fmla="*/ 57 w 60"/>
                <a:gd name="T15" fmla="*/ 2 h 20"/>
                <a:gd name="T16" fmla="*/ 52 w 60"/>
                <a:gd name="T17" fmla="*/ 0 h 20"/>
                <a:gd name="T18" fmla="*/ 46 w 60"/>
                <a:gd name="T19" fmla="*/ 3 h 20"/>
                <a:gd name="T20" fmla="*/ 44 w 60"/>
                <a:gd name="T21" fmla="*/ 5 h 20"/>
                <a:gd name="T22" fmla="*/ 42 w 60"/>
                <a:gd name="T23" fmla="*/ 5 h 20"/>
                <a:gd name="T24" fmla="*/ 19 w 60"/>
                <a:gd name="T25" fmla="*/ 5 h 20"/>
                <a:gd name="T26" fmla="*/ 18 w 60"/>
                <a:gd name="T27" fmla="*/ 5 h 20"/>
                <a:gd name="T28" fmla="*/ 14 w 6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20">
                  <a:moveTo>
                    <a:pt x="14" y="3"/>
                  </a:moveTo>
                  <a:cubicBezTo>
                    <a:pt x="13" y="1"/>
                    <a:pt x="11" y="0"/>
                    <a:pt x="9" y="0"/>
                  </a:cubicBezTo>
                  <a:cubicBezTo>
                    <a:pt x="7" y="0"/>
                    <a:pt x="5" y="1"/>
                    <a:pt x="4" y="2"/>
                  </a:cubicBezTo>
                  <a:cubicBezTo>
                    <a:pt x="0" y="5"/>
                    <a:pt x="0" y="10"/>
                    <a:pt x="3" y="13"/>
                  </a:cubicBezTo>
                  <a:cubicBezTo>
                    <a:pt x="7" y="18"/>
                    <a:pt x="12" y="20"/>
                    <a:pt x="18" y="20"/>
                  </a:cubicBezTo>
                  <a:cubicBezTo>
                    <a:pt x="42" y="20"/>
                    <a:pt x="42" y="20"/>
                    <a:pt x="42" y="20"/>
                  </a:cubicBezTo>
                  <a:cubicBezTo>
                    <a:pt x="48" y="20"/>
                    <a:pt x="54" y="18"/>
                    <a:pt x="58" y="13"/>
                  </a:cubicBezTo>
                  <a:cubicBezTo>
                    <a:pt x="60" y="10"/>
                    <a:pt x="60" y="5"/>
                    <a:pt x="57" y="2"/>
                  </a:cubicBezTo>
                  <a:cubicBezTo>
                    <a:pt x="55" y="1"/>
                    <a:pt x="54" y="0"/>
                    <a:pt x="52" y="0"/>
                  </a:cubicBezTo>
                  <a:cubicBezTo>
                    <a:pt x="50" y="0"/>
                    <a:pt x="47" y="1"/>
                    <a:pt x="46" y="3"/>
                  </a:cubicBezTo>
                  <a:cubicBezTo>
                    <a:pt x="45" y="4"/>
                    <a:pt x="44" y="4"/>
                    <a:pt x="44" y="5"/>
                  </a:cubicBezTo>
                  <a:cubicBezTo>
                    <a:pt x="43" y="5"/>
                    <a:pt x="43" y="5"/>
                    <a:pt x="42" y="5"/>
                  </a:cubicBezTo>
                  <a:cubicBezTo>
                    <a:pt x="19" y="5"/>
                    <a:pt x="19" y="5"/>
                    <a:pt x="19" y="5"/>
                  </a:cubicBezTo>
                  <a:cubicBezTo>
                    <a:pt x="18" y="5"/>
                    <a:pt x="18" y="5"/>
                    <a:pt x="18" y="5"/>
                  </a:cubicBezTo>
                  <a:cubicBezTo>
                    <a:pt x="17" y="5"/>
                    <a:pt x="15" y="4"/>
                    <a:pt x="14"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0" name="Freeform 348"/>
            <p:cNvSpPr>
              <a:spLocks/>
            </p:cNvSpPr>
            <p:nvPr/>
          </p:nvSpPr>
          <p:spPr bwMode="auto">
            <a:xfrm>
              <a:off x="7935912" y="3009900"/>
              <a:ext cx="484188" cy="398463"/>
            </a:xfrm>
            <a:custGeom>
              <a:avLst/>
              <a:gdLst>
                <a:gd name="T0" fmla="*/ 250 w 305"/>
                <a:gd name="T1" fmla="*/ 0 h 251"/>
                <a:gd name="T2" fmla="*/ 108 w 305"/>
                <a:gd name="T3" fmla="*/ 140 h 251"/>
                <a:gd name="T4" fmla="*/ 54 w 305"/>
                <a:gd name="T5" fmla="*/ 88 h 251"/>
                <a:gd name="T6" fmla="*/ 0 w 305"/>
                <a:gd name="T7" fmla="*/ 142 h 251"/>
                <a:gd name="T8" fmla="*/ 54 w 305"/>
                <a:gd name="T9" fmla="*/ 196 h 251"/>
                <a:gd name="T10" fmla="*/ 108 w 305"/>
                <a:gd name="T11" fmla="*/ 251 h 251"/>
                <a:gd name="T12" fmla="*/ 163 w 305"/>
                <a:gd name="T13" fmla="*/ 196 h 251"/>
                <a:gd name="T14" fmla="*/ 305 w 305"/>
                <a:gd name="T15" fmla="*/ 55 h 251"/>
                <a:gd name="T16" fmla="*/ 250 w 305"/>
                <a:gd name="T1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251">
                  <a:moveTo>
                    <a:pt x="250" y="0"/>
                  </a:moveTo>
                  <a:lnTo>
                    <a:pt x="108" y="140"/>
                  </a:lnTo>
                  <a:lnTo>
                    <a:pt x="54" y="88"/>
                  </a:lnTo>
                  <a:lnTo>
                    <a:pt x="0" y="142"/>
                  </a:lnTo>
                  <a:lnTo>
                    <a:pt x="54" y="196"/>
                  </a:lnTo>
                  <a:lnTo>
                    <a:pt x="108" y="251"/>
                  </a:lnTo>
                  <a:lnTo>
                    <a:pt x="163" y="196"/>
                  </a:lnTo>
                  <a:lnTo>
                    <a:pt x="305" y="55"/>
                  </a:lnTo>
                  <a:lnTo>
                    <a:pt x="25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1" name="Freeform 349"/>
            <p:cNvSpPr>
              <a:spLocks noEditPoints="1"/>
            </p:cNvSpPr>
            <p:nvPr/>
          </p:nvSpPr>
          <p:spPr bwMode="auto">
            <a:xfrm>
              <a:off x="11031537" y="1439863"/>
              <a:ext cx="461963" cy="461963"/>
            </a:xfrm>
            <a:custGeom>
              <a:avLst/>
              <a:gdLst>
                <a:gd name="T0" fmla="*/ 62 w 123"/>
                <a:gd name="T1" fmla="*/ 123 h 123"/>
                <a:gd name="T2" fmla="*/ 71 w 123"/>
                <a:gd name="T3" fmla="*/ 123 h 123"/>
                <a:gd name="T4" fmla="*/ 71 w 123"/>
                <a:gd name="T5" fmla="*/ 114 h 123"/>
                <a:gd name="T6" fmla="*/ 92 w 123"/>
                <a:gd name="T7" fmla="*/ 106 h 123"/>
                <a:gd name="T8" fmla="*/ 98 w 123"/>
                <a:gd name="T9" fmla="*/ 112 h 123"/>
                <a:gd name="T10" fmla="*/ 112 w 123"/>
                <a:gd name="T11" fmla="*/ 98 h 123"/>
                <a:gd name="T12" fmla="*/ 106 w 123"/>
                <a:gd name="T13" fmla="*/ 92 h 123"/>
                <a:gd name="T14" fmla="*/ 114 w 123"/>
                <a:gd name="T15" fmla="*/ 71 h 123"/>
                <a:gd name="T16" fmla="*/ 123 w 123"/>
                <a:gd name="T17" fmla="*/ 71 h 123"/>
                <a:gd name="T18" fmla="*/ 123 w 123"/>
                <a:gd name="T19" fmla="*/ 52 h 123"/>
                <a:gd name="T20" fmla="*/ 114 w 123"/>
                <a:gd name="T21" fmla="*/ 52 h 123"/>
                <a:gd name="T22" fmla="*/ 106 w 123"/>
                <a:gd name="T23" fmla="*/ 31 h 123"/>
                <a:gd name="T24" fmla="*/ 112 w 123"/>
                <a:gd name="T25" fmla="*/ 25 h 123"/>
                <a:gd name="T26" fmla="*/ 98 w 123"/>
                <a:gd name="T27" fmla="*/ 11 h 123"/>
                <a:gd name="T28" fmla="*/ 92 w 123"/>
                <a:gd name="T29" fmla="*/ 18 h 123"/>
                <a:gd name="T30" fmla="*/ 71 w 123"/>
                <a:gd name="T31" fmla="*/ 9 h 123"/>
                <a:gd name="T32" fmla="*/ 71 w 123"/>
                <a:gd name="T33" fmla="*/ 0 h 123"/>
                <a:gd name="T34" fmla="*/ 62 w 123"/>
                <a:gd name="T35" fmla="*/ 0 h 123"/>
                <a:gd name="T36" fmla="*/ 62 w 123"/>
                <a:gd name="T37" fmla="*/ 22 h 123"/>
                <a:gd name="T38" fmla="*/ 62 w 123"/>
                <a:gd name="T39" fmla="*/ 22 h 123"/>
                <a:gd name="T40" fmla="*/ 101 w 123"/>
                <a:gd name="T41" fmla="*/ 62 h 123"/>
                <a:gd name="T42" fmla="*/ 62 w 123"/>
                <a:gd name="T43" fmla="*/ 101 h 123"/>
                <a:gd name="T44" fmla="*/ 62 w 123"/>
                <a:gd name="T45" fmla="*/ 123 h 123"/>
                <a:gd name="T46" fmla="*/ 18 w 123"/>
                <a:gd name="T47" fmla="*/ 92 h 123"/>
                <a:gd name="T48" fmla="*/ 11 w 123"/>
                <a:gd name="T49" fmla="*/ 98 h 123"/>
                <a:gd name="T50" fmla="*/ 25 w 123"/>
                <a:gd name="T51" fmla="*/ 112 h 123"/>
                <a:gd name="T52" fmla="*/ 31 w 123"/>
                <a:gd name="T53" fmla="*/ 106 h 123"/>
                <a:gd name="T54" fmla="*/ 52 w 123"/>
                <a:gd name="T55" fmla="*/ 114 h 123"/>
                <a:gd name="T56" fmla="*/ 52 w 123"/>
                <a:gd name="T57" fmla="*/ 123 h 123"/>
                <a:gd name="T58" fmla="*/ 62 w 123"/>
                <a:gd name="T59" fmla="*/ 123 h 123"/>
                <a:gd name="T60" fmla="*/ 62 w 123"/>
                <a:gd name="T61" fmla="*/ 101 h 123"/>
                <a:gd name="T62" fmla="*/ 22 w 123"/>
                <a:gd name="T63" fmla="*/ 62 h 123"/>
                <a:gd name="T64" fmla="*/ 62 w 123"/>
                <a:gd name="T65" fmla="*/ 22 h 123"/>
                <a:gd name="T66" fmla="*/ 62 w 123"/>
                <a:gd name="T67" fmla="*/ 0 h 123"/>
                <a:gd name="T68" fmla="*/ 52 w 123"/>
                <a:gd name="T69" fmla="*/ 0 h 123"/>
                <a:gd name="T70" fmla="*/ 52 w 123"/>
                <a:gd name="T71" fmla="*/ 9 h 123"/>
                <a:gd name="T72" fmla="*/ 31 w 123"/>
                <a:gd name="T73" fmla="*/ 18 h 123"/>
                <a:gd name="T74" fmla="*/ 25 w 123"/>
                <a:gd name="T75" fmla="*/ 11 h 123"/>
                <a:gd name="T76" fmla="*/ 11 w 123"/>
                <a:gd name="T77" fmla="*/ 25 h 123"/>
                <a:gd name="T78" fmla="*/ 18 w 123"/>
                <a:gd name="T79" fmla="*/ 31 h 123"/>
                <a:gd name="T80" fmla="*/ 9 w 123"/>
                <a:gd name="T81" fmla="*/ 52 h 123"/>
                <a:gd name="T82" fmla="*/ 0 w 123"/>
                <a:gd name="T83" fmla="*/ 52 h 123"/>
                <a:gd name="T84" fmla="*/ 0 w 123"/>
                <a:gd name="T85" fmla="*/ 71 h 123"/>
                <a:gd name="T86" fmla="*/ 9 w 123"/>
                <a:gd name="T87" fmla="*/ 71 h 123"/>
                <a:gd name="T88" fmla="*/ 18 w 123"/>
                <a:gd name="T89" fmla="*/ 92 h 123"/>
                <a:gd name="T90" fmla="*/ 62 w 123"/>
                <a:gd name="T91" fmla="*/ 22 h 123"/>
                <a:gd name="T92" fmla="*/ 62 w 123"/>
                <a:gd name="T93" fmla="*/ 2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3" h="123">
                  <a:moveTo>
                    <a:pt x="62" y="123"/>
                  </a:moveTo>
                  <a:cubicBezTo>
                    <a:pt x="71" y="123"/>
                    <a:pt x="71" y="123"/>
                    <a:pt x="71" y="123"/>
                  </a:cubicBezTo>
                  <a:cubicBezTo>
                    <a:pt x="71" y="114"/>
                    <a:pt x="71" y="114"/>
                    <a:pt x="71" y="114"/>
                  </a:cubicBezTo>
                  <a:cubicBezTo>
                    <a:pt x="79" y="113"/>
                    <a:pt x="86" y="110"/>
                    <a:pt x="92" y="106"/>
                  </a:cubicBezTo>
                  <a:cubicBezTo>
                    <a:pt x="98" y="112"/>
                    <a:pt x="98" y="112"/>
                    <a:pt x="98" y="112"/>
                  </a:cubicBezTo>
                  <a:cubicBezTo>
                    <a:pt x="112" y="98"/>
                    <a:pt x="112" y="98"/>
                    <a:pt x="112" y="98"/>
                  </a:cubicBezTo>
                  <a:cubicBezTo>
                    <a:pt x="106" y="92"/>
                    <a:pt x="106" y="92"/>
                    <a:pt x="106" y="92"/>
                  </a:cubicBezTo>
                  <a:cubicBezTo>
                    <a:pt x="110" y="86"/>
                    <a:pt x="113" y="79"/>
                    <a:pt x="114" y="71"/>
                  </a:cubicBezTo>
                  <a:cubicBezTo>
                    <a:pt x="123" y="71"/>
                    <a:pt x="123" y="71"/>
                    <a:pt x="123" y="71"/>
                  </a:cubicBezTo>
                  <a:cubicBezTo>
                    <a:pt x="123" y="52"/>
                    <a:pt x="123" y="52"/>
                    <a:pt x="123" y="52"/>
                  </a:cubicBezTo>
                  <a:cubicBezTo>
                    <a:pt x="114" y="52"/>
                    <a:pt x="114" y="52"/>
                    <a:pt x="114" y="52"/>
                  </a:cubicBezTo>
                  <a:cubicBezTo>
                    <a:pt x="113" y="44"/>
                    <a:pt x="110" y="37"/>
                    <a:pt x="106" y="31"/>
                  </a:cubicBezTo>
                  <a:cubicBezTo>
                    <a:pt x="112" y="25"/>
                    <a:pt x="112" y="25"/>
                    <a:pt x="112" y="25"/>
                  </a:cubicBezTo>
                  <a:cubicBezTo>
                    <a:pt x="98" y="11"/>
                    <a:pt x="98" y="11"/>
                    <a:pt x="98" y="11"/>
                  </a:cubicBezTo>
                  <a:cubicBezTo>
                    <a:pt x="92" y="18"/>
                    <a:pt x="92" y="18"/>
                    <a:pt x="92" y="18"/>
                  </a:cubicBezTo>
                  <a:cubicBezTo>
                    <a:pt x="86" y="13"/>
                    <a:pt x="79" y="11"/>
                    <a:pt x="71" y="9"/>
                  </a:cubicBezTo>
                  <a:cubicBezTo>
                    <a:pt x="71" y="0"/>
                    <a:pt x="71" y="0"/>
                    <a:pt x="71" y="0"/>
                  </a:cubicBezTo>
                  <a:cubicBezTo>
                    <a:pt x="62" y="0"/>
                    <a:pt x="62" y="0"/>
                    <a:pt x="62" y="0"/>
                  </a:cubicBezTo>
                  <a:cubicBezTo>
                    <a:pt x="62" y="22"/>
                    <a:pt x="62" y="22"/>
                    <a:pt x="62" y="22"/>
                  </a:cubicBezTo>
                  <a:cubicBezTo>
                    <a:pt x="62" y="22"/>
                    <a:pt x="62" y="22"/>
                    <a:pt x="62" y="22"/>
                  </a:cubicBezTo>
                  <a:cubicBezTo>
                    <a:pt x="83" y="22"/>
                    <a:pt x="101" y="40"/>
                    <a:pt x="101" y="62"/>
                  </a:cubicBezTo>
                  <a:cubicBezTo>
                    <a:pt x="101" y="83"/>
                    <a:pt x="83" y="101"/>
                    <a:pt x="62" y="101"/>
                  </a:cubicBezTo>
                  <a:lnTo>
                    <a:pt x="62" y="123"/>
                  </a:lnTo>
                  <a:close/>
                  <a:moveTo>
                    <a:pt x="18" y="92"/>
                  </a:moveTo>
                  <a:cubicBezTo>
                    <a:pt x="11" y="98"/>
                    <a:pt x="11" y="98"/>
                    <a:pt x="11" y="98"/>
                  </a:cubicBezTo>
                  <a:cubicBezTo>
                    <a:pt x="25" y="112"/>
                    <a:pt x="25" y="112"/>
                    <a:pt x="25" y="112"/>
                  </a:cubicBezTo>
                  <a:cubicBezTo>
                    <a:pt x="31" y="106"/>
                    <a:pt x="31" y="106"/>
                    <a:pt x="31" y="106"/>
                  </a:cubicBezTo>
                  <a:cubicBezTo>
                    <a:pt x="37" y="110"/>
                    <a:pt x="44" y="113"/>
                    <a:pt x="52" y="114"/>
                  </a:cubicBezTo>
                  <a:cubicBezTo>
                    <a:pt x="52" y="123"/>
                    <a:pt x="52" y="123"/>
                    <a:pt x="52" y="123"/>
                  </a:cubicBezTo>
                  <a:cubicBezTo>
                    <a:pt x="62" y="123"/>
                    <a:pt x="62" y="123"/>
                    <a:pt x="62" y="123"/>
                  </a:cubicBezTo>
                  <a:cubicBezTo>
                    <a:pt x="62" y="101"/>
                    <a:pt x="62" y="101"/>
                    <a:pt x="62" y="101"/>
                  </a:cubicBezTo>
                  <a:cubicBezTo>
                    <a:pt x="40" y="101"/>
                    <a:pt x="22" y="83"/>
                    <a:pt x="22" y="62"/>
                  </a:cubicBezTo>
                  <a:cubicBezTo>
                    <a:pt x="22" y="40"/>
                    <a:pt x="40" y="22"/>
                    <a:pt x="62" y="22"/>
                  </a:cubicBezTo>
                  <a:cubicBezTo>
                    <a:pt x="62" y="0"/>
                    <a:pt x="62" y="0"/>
                    <a:pt x="62" y="0"/>
                  </a:cubicBezTo>
                  <a:cubicBezTo>
                    <a:pt x="52" y="0"/>
                    <a:pt x="52" y="0"/>
                    <a:pt x="52" y="0"/>
                  </a:cubicBezTo>
                  <a:cubicBezTo>
                    <a:pt x="52" y="9"/>
                    <a:pt x="52" y="9"/>
                    <a:pt x="52" y="9"/>
                  </a:cubicBezTo>
                  <a:cubicBezTo>
                    <a:pt x="44" y="11"/>
                    <a:pt x="37" y="13"/>
                    <a:pt x="31" y="18"/>
                  </a:cubicBezTo>
                  <a:cubicBezTo>
                    <a:pt x="25" y="11"/>
                    <a:pt x="25" y="11"/>
                    <a:pt x="25" y="11"/>
                  </a:cubicBezTo>
                  <a:cubicBezTo>
                    <a:pt x="11" y="25"/>
                    <a:pt x="11" y="25"/>
                    <a:pt x="11" y="25"/>
                  </a:cubicBezTo>
                  <a:cubicBezTo>
                    <a:pt x="18" y="31"/>
                    <a:pt x="18" y="31"/>
                    <a:pt x="18" y="31"/>
                  </a:cubicBezTo>
                  <a:cubicBezTo>
                    <a:pt x="13" y="37"/>
                    <a:pt x="10" y="44"/>
                    <a:pt x="9" y="52"/>
                  </a:cubicBezTo>
                  <a:cubicBezTo>
                    <a:pt x="0" y="52"/>
                    <a:pt x="0" y="52"/>
                    <a:pt x="0" y="52"/>
                  </a:cubicBezTo>
                  <a:cubicBezTo>
                    <a:pt x="0" y="71"/>
                    <a:pt x="0" y="71"/>
                    <a:pt x="0" y="71"/>
                  </a:cubicBezTo>
                  <a:cubicBezTo>
                    <a:pt x="9" y="71"/>
                    <a:pt x="9" y="71"/>
                    <a:pt x="9" y="71"/>
                  </a:cubicBezTo>
                  <a:cubicBezTo>
                    <a:pt x="10" y="79"/>
                    <a:pt x="13" y="86"/>
                    <a:pt x="18" y="92"/>
                  </a:cubicBezTo>
                  <a:close/>
                  <a:moveTo>
                    <a:pt x="62" y="22"/>
                  </a:moveTo>
                  <a:cubicBezTo>
                    <a:pt x="62" y="22"/>
                    <a:pt x="62" y="22"/>
                    <a:pt x="62" y="22"/>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2" name="Freeform 350"/>
            <p:cNvSpPr>
              <a:spLocks noEditPoints="1"/>
            </p:cNvSpPr>
            <p:nvPr/>
          </p:nvSpPr>
          <p:spPr bwMode="auto">
            <a:xfrm>
              <a:off x="11425239" y="1195680"/>
              <a:ext cx="311150" cy="314325"/>
            </a:xfrm>
            <a:custGeom>
              <a:avLst/>
              <a:gdLst>
                <a:gd name="T0" fmla="*/ 77 w 83"/>
                <a:gd name="T1" fmla="*/ 35 h 84"/>
                <a:gd name="T2" fmla="*/ 83 w 83"/>
                <a:gd name="T3" fmla="*/ 33 h 84"/>
                <a:gd name="T4" fmla="*/ 77 w 83"/>
                <a:gd name="T5" fmla="*/ 18 h 84"/>
                <a:gd name="T6" fmla="*/ 71 w 83"/>
                <a:gd name="T7" fmla="*/ 21 h 84"/>
                <a:gd name="T8" fmla="*/ 62 w 83"/>
                <a:gd name="T9" fmla="*/ 12 h 84"/>
                <a:gd name="T10" fmla="*/ 64 w 83"/>
                <a:gd name="T11" fmla="*/ 6 h 84"/>
                <a:gd name="T12" fmla="*/ 50 w 83"/>
                <a:gd name="T13" fmla="*/ 0 h 84"/>
                <a:gd name="T14" fmla="*/ 47 w 83"/>
                <a:gd name="T15" fmla="*/ 6 h 84"/>
                <a:gd name="T16" fmla="*/ 41 w 83"/>
                <a:gd name="T17" fmla="*/ 5 h 84"/>
                <a:gd name="T18" fmla="*/ 41 w 83"/>
                <a:gd name="T19" fmla="*/ 17 h 84"/>
                <a:gd name="T20" fmla="*/ 64 w 83"/>
                <a:gd name="T21" fmla="*/ 32 h 84"/>
                <a:gd name="T22" fmla="*/ 51 w 83"/>
                <a:gd name="T23" fmla="*/ 64 h 84"/>
                <a:gd name="T24" fmla="*/ 51 w 83"/>
                <a:gd name="T25" fmla="*/ 64 h 84"/>
                <a:gd name="T26" fmla="*/ 41 w 83"/>
                <a:gd name="T27" fmla="*/ 66 h 84"/>
                <a:gd name="T28" fmla="*/ 41 w 83"/>
                <a:gd name="T29" fmla="*/ 66 h 84"/>
                <a:gd name="T30" fmla="*/ 41 w 83"/>
                <a:gd name="T31" fmla="*/ 78 h 84"/>
                <a:gd name="T32" fmla="*/ 48 w 83"/>
                <a:gd name="T33" fmla="*/ 78 h 84"/>
                <a:gd name="T34" fmla="*/ 51 w 83"/>
                <a:gd name="T35" fmla="*/ 84 h 84"/>
                <a:gd name="T36" fmla="*/ 65 w 83"/>
                <a:gd name="T37" fmla="*/ 77 h 84"/>
                <a:gd name="T38" fmla="*/ 63 w 83"/>
                <a:gd name="T39" fmla="*/ 72 h 84"/>
                <a:gd name="T40" fmla="*/ 72 w 83"/>
                <a:gd name="T41" fmla="*/ 62 h 84"/>
                <a:gd name="T42" fmla="*/ 77 w 83"/>
                <a:gd name="T43" fmla="*/ 65 h 84"/>
                <a:gd name="T44" fmla="*/ 83 w 83"/>
                <a:gd name="T45" fmla="*/ 50 h 84"/>
                <a:gd name="T46" fmla="*/ 77 w 83"/>
                <a:gd name="T47" fmla="*/ 48 h 84"/>
                <a:gd name="T48" fmla="*/ 77 w 83"/>
                <a:gd name="T49" fmla="*/ 35 h 84"/>
                <a:gd name="T50" fmla="*/ 41 w 83"/>
                <a:gd name="T51" fmla="*/ 5 h 84"/>
                <a:gd name="T52" fmla="*/ 35 w 83"/>
                <a:gd name="T53" fmla="*/ 6 h 84"/>
                <a:gd name="T54" fmla="*/ 32 w 83"/>
                <a:gd name="T55" fmla="*/ 0 h 84"/>
                <a:gd name="T56" fmla="*/ 18 w 83"/>
                <a:gd name="T57" fmla="*/ 6 h 84"/>
                <a:gd name="T58" fmla="*/ 20 w 83"/>
                <a:gd name="T59" fmla="*/ 12 h 84"/>
                <a:gd name="T60" fmla="*/ 11 w 83"/>
                <a:gd name="T61" fmla="*/ 21 h 84"/>
                <a:gd name="T62" fmla="*/ 5 w 83"/>
                <a:gd name="T63" fmla="*/ 19 h 84"/>
                <a:gd name="T64" fmla="*/ 0 w 83"/>
                <a:gd name="T65" fmla="*/ 34 h 84"/>
                <a:gd name="T66" fmla="*/ 5 w 83"/>
                <a:gd name="T67" fmla="*/ 36 h 84"/>
                <a:gd name="T68" fmla="*/ 6 w 83"/>
                <a:gd name="T69" fmla="*/ 49 h 84"/>
                <a:gd name="T70" fmla="*/ 0 w 83"/>
                <a:gd name="T71" fmla="*/ 51 h 84"/>
                <a:gd name="T72" fmla="*/ 6 w 83"/>
                <a:gd name="T73" fmla="*/ 66 h 84"/>
                <a:gd name="T74" fmla="*/ 12 w 83"/>
                <a:gd name="T75" fmla="*/ 63 h 84"/>
                <a:gd name="T76" fmla="*/ 21 w 83"/>
                <a:gd name="T77" fmla="*/ 72 h 84"/>
                <a:gd name="T78" fmla="*/ 19 w 83"/>
                <a:gd name="T79" fmla="*/ 78 h 84"/>
                <a:gd name="T80" fmla="*/ 33 w 83"/>
                <a:gd name="T81" fmla="*/ 84 h 84"/>
                <a:gd name="T82" fmla="*/ 35 w 83"/>
                <a:gd name="T83" fmla="*/ 78 h 84"/>
                <a:gd name="T84" fmla="*/ 41 w 83"/>
                <a:gd name="T85" fmla="*/ 78 h 84"/>
                <a:gd name="T86" fmla="*/ 41 w 83"/>
                <a:gd name="T87" fmla="*/ 66 h 84"/>
                <a:gd name="T88" fmla="*/ 19 w 83"/>
                <a:gd name="T89" fmla="*/ 51 h 84"/>
                <a:gd name="T90" fmla="*/ 32 w 83"/>
                <a:gd name="T91" fmla="*/ 19 h 84"/>
                <a:gd name="T92" fmla="*/ 41 w 83"/>
                <a:gd name="T93" fmla="*/ 17 h 84"/>
                <a:gd name="T94" fmla="*/ 41 w 83"/>
                <a:gd name="T95" fmla="*/ 17 h 84"/>
                <a:gd name="T96" fmla="*/ 41 w 83"/>
                <a:gd name="T97" fmla="*/ 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 h="84">
                  <a:moveTo>
                    <a:pt x="77" y="35"/>
                  </a:moveTo>
                  <a:cubicBezTo>
                    <a:pt x="83" y="33"/>
                    <a:pt x="83" y="33"/>
                    <a:pt x="83" y="33"/>
                  </a:cubicBezTo>
                  <a:cubicBezTo>
                    <a:pt x="77" y="18"/>
                    <a:pt x="77" y="18"/>
                    <a:pt x="77" y="18"/>
                  </a:cubicBezTo>
                  <a:cubicBezTo>
                    <a:pt x="71" y="21"/>
                    <a:pt x="71" y="21"/>
                    <a:pt x="71" y="21"/>
                  </a:cubicBezTo>
                  <a:cubicBezTo>
                    <a:pt x="69" y="17"/>
                    <a:pt x="65" y="14"/>
                    <a:pt x="62" y="12"/>
                  </a:cubicBezTo>
                  <a:cubicBezTo>
                    <a:pt x="64" y="6"/>
                    <a:pt x="64" y="6"/>
                    <a:pt x="64" y="6"/>
                  </a:cubicBezTo>
                  <a:cubicBezTo>
                    <a:pt x="50" y="0"/>
                    <a:pt x="50" y="0"/>
                    <a:pt x="50" y="0"/>
                  </a:cubicBezTo>
                  <a:cubicBezTo>
                    <a:pt x="47" y="6"/>
                    <a:pt x="47" y="6"/>
                    <a:pt x="47" y="6"/>
                  </a:cubicBezTo>
                  <a:cubicBezTo>
                    <a:pt x="45" y="6"/>
                    <a:pt x="43" y="5"/>
                    <a:pt x="41" y="5"/>
                  </a:cubicBezTo>
                  <a:cubicBezTo>
                    <a:pt x="41" y="17"/>
                    <a:pt x="41" y="17"/>
                    <a:pt x="41" y="17"/>
                  </a:cubicBezTo>
                  <a:cubicBezTo>
                    <a:pt x="51" y="17"/>
                    <a:pt x="60" y="23"/>
                    <a:pt x="64" y="32"/>
                  </a:cubicBezTo>
                  <a:cubicBezTo>
                    <a:pt x="69" y="45"/>
                    <a:pt x="63" y="59"/>
                    <a:pt x="51" y="64"/>
                  </a:cubicBezTo>
                  <a:cubicBezTo>
                    <a:pt x="51" y="64"/>
                    <a:pt x="51" y="64"/>
                    <a:pt x="51" y="64"/>
                  </a:cubicBezTo>
                  <a:cubicBezTo>
                    <a:pt x="48" y="66"/>
                    <a:pt x="45" y="66"/>
                    <a:pt x="41" y="66"/>
                  </a:cubicBezTo>
                  <a:cubicBezTo>
                    <a:pt x="41" y="66"/>
                    <a:pt x="41" y="66"/>
                    <a:pt x="41" y="66"/>
                  </a:cubicBezTo>
                  <a:cubicBezTo>
                    <a:pt x="41" y="78"/>
                    <a:pt x="41" y="78"/>
                    <a:pt x="41" y="78"/>
                  </a:cubicBezTo>
                  <a:cubicBezTo>
                    <a:pt x="44" y="78"/>
                    <a:pt x="46" y="78"/>
                    <a:pt x="48" y="78"/>
                  </a:cubicBezTo>
                  <a:cubicBezTo>
                    <a:pt x="51" y="84"/>
                    <a:pt x="51" y="84"/>
                    <a:pt x="51" y="84"/>
                  </a:cubicBezTo>
                  <a:cubicBezTo>
                    <a:pt x="65" y="77"/>
                    <a:pt x="65" y="77"/>
                    <a:pt x="65" y="77"/>
                  </a:cubicBezTo>
                  <a:cubicBezTo>
                    <a:pt x="63" y="72"/>
                    <a:pt x="63" y="72"/>
                    <a:pt x="63" y="72"/>
                  </a:cubicBezTo>
                  <a:cubicBezTo>
                    <a:pt x="66" y="69"/>
                    <a:pt x="69" y="66"/>
                    <a:pt x="72" y="62"/>
                  </a:cubicBezTo>
                  <a:cubicBezTo>
                    <a:pt x="77" y="65"/>
                    <a:pt x="77" y="65"/>
                    <a:pt x="77" y="65"/>
                  </a:cubicBezTo>
                  <a:cubicBezTo>
                    <a:pt x="83" y="50"/>
                    <a:pt x="83" y="50"/>
                    <a:pt x="83" y="50"/>
                  </a:cubicBezTo>
                  <a:cubicBezTo>
                    <a:pt x="77" y="48"/>
                    <a:pt x="77" y="48"/>
                    <a:pt x="77" y="48"/>
                  </a:cubicBezTo>
                  <a:cubicBezTo>
                    <a:pt x="78" y="44"/>
                    <a:pt x="78" y="39"/>
                    <a:pt x="77" y="35"/>
                  </a:cubicBezTo>
                  <a:close/>
                  <a:moveTo>
                    <a:pt x="41" y="5"/>
                  </a:moveTo>
                  <a:cubicBezTo>
                    <a:pt x="39" y="5"/>
                    <a:pt x="37" y="6"/>
                    <a:pt x="35" y="6"/>
                  </a:cubicBezTo>
                  <a:cubicBezTo>
                    <a:pt x="32" y="0"/>
                    <a:pt x="32" y="0"/>
                    <a:pt x="32" y="0"/>
                  </a:cubicBezTo>
                  <a:cubicBezTo>
                    <a:pt x="18" y="6"/>
                    <a:pt x="18" y="6"/>
                    <a:pt x="18" y="6"/>
                  </a:cubicBezTo>
                  <a:cubicBezTo>
                    <a:pt x="20" y="12"/>
                    <a:pt x="20" y="12"/>
                    <a:pt x="20" y="12"/>
                  </a:cubicBezTo>
                  <a:cubicBezTo>
                    <a:pt x="17" y="15"/>
                    <a:pt x="14" y="18"/>
                    <a:pt x="11" y="21"/>
                  </a:cubicBezTo>
                  <a:cubicBezTo>
                    <a:pt x="5" y="19"/>
                    <a:pt x="5" y="19"/>
                    <a:pt x="5" y="19"/>
                  </a:cubicBezTo>
                  <a:cubicBezTo>
                    <a:pt x="0" y="34"/>
                    <a:pt x="0" y="34"/>
                    <a:pt x="0" y="34"/>
                  </a:cubicBezTo>
                  <a:cubicBezTo>
                    <a:pt x="5" y="36"/>
                    <a:pt x="5" y="36"/>
                    <a:pt x="5" y="36"/>
                  </a:cubicBezTo>
                  <a:cubicBezTo>
                    <a:pt x="5" y="40"/>
                    <a:pt x="5" y="44"/>
                    <a:pt x="6" y="49"/>
                  </a:cubicBezTo>
                  <a:cubicBezTo>
                    <a:pt x="0" y="51"/>
                    <a:pt x="0" y="51"/>
                    <a:pt x="0" y="51"/>
                  </a:cubicBezTo>
                  <a:cubicBezTo>
                    <a:pt x="6" y="66"/>
                    <a:pt x="6" y="66"/>
                    <a:pt x="6" y="66"/>
                  </a:cubicBezTo>
                  <a:cubicBezTo>
                    <a:pt x="12" y="63"/>
                    <a:pt x="12" y="63"/>
                    <a:pt x="12" y="63"/>
                  </a:cubicBezTo>
                  <a:cubicBezTo>
                    <a:pt x="14" y="67"/>
                    <a:pt x="17" y="70"/>
                    <a:pt x="21" y="72"/>
                  </a:cubicBezTo>
                  <a:cubicBezTo>
                    <a:pt x="19" y="78"/>
                    <a:pt x="19" y="78"/>
                    <a:pt x="19" y="78"/>
                  </a:cubicBezTo>
                  <a:cubicBezTo>
                    <a:pt x="33" y="84"/>
                    <a:pt x="33" y="84"/>
                    <a:pt x="33" y="84"/>
                  </a:cubicBezTo>
                  <a:cubicBezTo>
                    <a:pt x="35" y="78"/>
                    <a:pt x="35" y="78"/>
                    <a:pt x="35" y="78"/>
                  </a:cubicBezTo>
                  <a:cubicBezTo>
                    <a:pt x="37" y="78"/>
                    <a:pt x="39" y="78"/>
                    <a:pt x="41" y="78"/>
                  </a:cubicBezTo>
                  <a:cubicBezTo>
                    <a:pt x="41" y="66"/>
                    <a:pt x="41" y="66"/>
                    <a:pt x="41" y="66"/>
                  </a:cubicBezTo>
                  <a:cubicBezTo>
                    <a:pt x="32" y="66"/>
                    <a:pt x="23" y="61"/>
                    <a:pt x="19" y="51"/>
                  </a:cubicBezTo>
                  <a:cubicBezTo>
                    <a:pt x="14" y="39"/>
                    <a:pt x="19" y="25"/>
                    <a:pt x="32" y="19"/>
                  </a:cubicBezTo>
                  <a:cubicBezTo>
                    <a:pt x="35" y="18"/>
                    <a:pt x="38" y="17"/>
                    <a:pt x="41" y="17"/>
                  </a:cubicBezTo>
                  <a:cubicBezTo>
                    <a:pt x="41" y="17"/>
                    <a:pt x="41" y="17"/>
                    <a:pt x="41" y="17"/>
                  </a:cubicBezTo>
                  <a:lnTo>
                    <a:pt x="41"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3" name="Freeform 351"/>
            <p:cNvSpPr>
              <a:spLocks/>
            </p:cNvSpPr>
            <p:nvPr/>
          </p:nvSpPr>
          <p:spPr bwMode="auto">
            <a:xfrm>
              <a:off x="3457575" y="6278563"/>
              <a:ext cx="161925" cy="201613"/>
            </a:xfrm>
            <a:custGeom>
              <a:avLst/>
              <a:gdLst>
                <a:gd name="T0" fmla="*/ 0 w 43"/>
                <a:gd name="T1" fmla="*/ 0 h 54"/>
                <a:gd name="T2" fmla="*/ 17 w 43"/>
                <a:gd name="T3" fmla="*/ 54 h 54"/>
                <a:gd name="T4" fmla="*/ 43 w 43"/>
                <a:gd name="T5" fmla="*/ 0 h 54"/>
                <a:gd name="T6" fmla="*/ 0 w 43"/>
                <a:gd name="T7" fmla="*/ 0 h 54"/>
              </a:gdLst>
              <a:ahLst/>
              <a:cxnLst>
                <a:cxn ang="0">
                  <a:pos x="T0" y="T1"/>
                </a:cxn>
                <a:cxn ang="0">
                  <a:pos x="T2" y="T3"/>
                </a:cxn>
                <a:cxn ang="0">
                  <a:pos x="T4" y="T5"/>
                </a:cxn>
                <a:cxn ang="0">
                  <a:pos x="T6" y="T7"/>
                </a:cxn>
              </a:cxnLst>
              <a:rect l="0" t="0" r="r" b="b"/>
              <a:pathLst>
                <a:path w="43" h="54">
                  <a:moveTo>
                    <a:pt x="0" y="0"/>
                  </a:moveTo>
                  <a:cubicBezTo>
                    <a:pt x="1" y="22"/>
                    <a:pt x="8" y="40"/>
                    <a:pt x="17" y="54"/>
                  </a:cubicBezTo>
                  <a:cubicBezTo>
                    <a:pt x="32" y="40"/>
                    <a:pt x="41" y="21"/>
                    <a:pt x="43"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4" name="Freeform 352"/>
            <p:cNvSpPr>
              <a:spLocks/>
            </p:cNvSpPr>
            <p:nvPr/>
          </p:nvSpPr>
          <p:spPr bwMode="auto">
            <a:xfrm>
              <a:off x="3457575" y="6026150"/>
              <a:ext cx="161925" cy="198438"/>
            </a:xfrm>
            <a:custGeom>
              <a:avLst/>
              <a:gdLst>
                <a:gd name="T0" fmla="*/ 17 w 43"/>
                <a:gd name="T1" fmla="*/ 0 h 53"/>
                <a:gd name="T2" fmla="*/ 0 w 43"/>
                <a:gd name="T3" fmla="*/ 53 h 53"/>
                <a:gd name="T4" fmla="*/ 43 w 43"/>
                <a:gd name="T5" fmla="*/ 53 h 53"/>
                <a:gd name="T6" fmla="*/ 17 w 43"/>
                <a:gd name="T7" fmla="*/ 0 h 53"/>
              </a:gdLst>
              <a:ahLst/>
              <a:cxnLst>
                <a:cxn ang="0">
                  <a:pos x="T0" y="T1"/>
                </a:cxn>
                <a:cxn ang="0">
                  <a:pos x="T2" y="T3"/>
                </a:cxn>
                <a:cxn ang="0">
                  <a:pos x="T4" y="T5"/>
                </a:cxn>
                <a:cxn ang="0">
                  <a:pos x="T6" y="T7"/>
                </a:cxn>
              </a:cxnLst>
              <a:rect l="0" t="0" r="r" b="b"/>
              <a:pathLst>
                <a:path w="43" h="53">
                  <a:moveTo>
                    <a:pt x="17" y="0"/>
                  </a:moveTo>
                  <a:cubicBezTo>
                    <a:pt x="8" y="13"/>
                    <a:pt x="1" y="32"/>
                    <a:pt x="0" y="53"/>
                  </a:cubicBezTo>
                  <a:cubicBezTo>
                    <a:pt x="43" y="53"/>
                    <a:pt x="43" y="53"/>
                    <a:pt x="43" y="53"/>
                  </a:cubicBezTo>
                  <a:cubicBezTo>
                    <a:pt x="41" y="32"/>
                    <a:pt x="32" y="13"/>
                    <a:pt x="17"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5" name="Freeform 353"/>
            <p:cNvSpPr>
              <a:spLocks/>
            </p:cNvSpPr>
            <p:nvPr/>
          </p:nvSpPr>
          <p:spPr bwMode="auto">
            <a:xfrm>
              <a:off x="3338512" y="5943600"/>
              <a:ext cx="141288" cy="280988"/>
            </a:xfrm>
            <a:custGeom>
              <a:avLst/>
              <a:gdLst>
                <a:gd name="T0" fmla="*/ 0 w 38"/>
                <a:gd name="T1" fmla="*/ 0 h 75"/>
                <a:gd name="T2" fmla="*/ 0 w 38"/>
                <a:gd name="T3" fmla="*/ 75 h 75"/>
                <a:gd name="T4" fmla="*/ 19 w 38"/>
                <a:gd name="T5" fmla="*/ 75 h 75"/>
                <a:gd name="T6" fmla="*/ 38 w 38"/>
                <a:gd name="T7" fmla="*/ 13 h 75"/>
                <a:gd name="T8" fmla="*/ 0 w 38"/>
                <a:gd name="T9" fmla="*/ 0 h 75"/>
              </a:gdLst>
              <a:ahLst/>
              <a:cxnLst>
                <a:cxn ang="0">
                  <a:pos x="T0" y="T1"/>
                </a:cxn>
                <a:cxn ang="0">
                  <a:pos x="T2" y="T3"/>
                </a:cxn>
                <a:cxn ang="0">
                  <a:pos x="T4" y="T5"/>
                </a:cxn>
                <a:cxn ang="0">
                  <a:pos x="T6" y="T7"/>
                </a:cxn>
                <a:cxn ang="0">
                  <a:pos x="T8" y="T9"/>
                </a:cxn>
              </a:cxnLst>
              <a:rect l="0" t="0" r="r" b="b"/>
              <a:pathLst>
                <a:path w="38" h="75">
                  <a:moveTo>
                    <a:pt x="0" y="0"/>
                  </a:moveTo>
                  <a:cubicBezTo>
                    <a:pt x="0" y="75"/>
                    <a:pt x="0" y="75"/>
                    <a:pt x="0" y="75"/>
                  </a:cubicBezTo>
                  <a:cubicBezTo>
                    <a:pt x="19" y="75"/>
                    <a:pt x="19" y="75"/>
                    <a:pt x="19" y="75"/>
                  </a:cubicBezTo>
                  <a:cubicBezTo>
                    <a:pt x="20" y="50"/>
                    <a:pt x="28" y="29"/>
                    <a:pt x="38" y="13"/>
                  </a:cubicBezTo>
                  <a:cubicBezTo>
                    <a:pt x="27" y="6"/>
                    <a:pt x="14" y="1"/>
                    <a:pt x="0"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6" name="Freeform 354"/>
            <p:cNvSpPr>
              <a:spLocks/>
            </p:cNvSpPr>
            <p:nvPr/>
          </p:nvSpPr>
          <p:spPr bwMode="auto">
            <a:xfrm>
              <a:off x="3143250" y="6278563"/>
              <a:ext cx="141288" cy="280988"/>
            </a:xfrm>
            <a:custGeom>
              <a:avLst/>
              <a:gdLst>
                <a:gd name="T0" fmla="*/ 38 w 38"/>
                <a:gd name="T1" fmla="*/ 75 h 75"/>
                <a:gd name="T2" fmla="*/ 38 w 38"/>
                <a:gd name="T3" fmla="*/ 0 h 75"/>
                <a:gd name="T4" fmla="*/ 19 w 38"/>
                <a:gd name="T5" fmla="*/ 0 h 75"/>
                <a:gd name="T6" fmla="*/ 0 w 38"/>
                <a:gd name="T7" fmla="*/ 62 h 75"/>
                <a:gd name="T8" fmla="*/ 38 w 38"/>
                <a:gd name="T9" fmla="*/ 75 h 75"/>
              </a:gdLst>
              <a:ahLst/>
              <a:cxnLst>
                <a:cxn ang="0">
                  <a:pos x="T0" y="T1"/>
                </a:cxn>
                <a:cxn ang="0">
                  <a:pos x="T2" y="T3"/>
                </a:cxn>
                <a:cxn ang="0">
                  <a:pos x="T4" y="T5"/>
                </a:cxn>
                <a:cxn ang="0">
                  <a:pos x="T6" y="T7"/>
                </a:cxn>
                <a:cxn ang="0">
                  <a:pos x="T8" y="T9"/>
                </a:cxn>
              </a:cxnLst>
              <a:rect l="0" t="0" r="r" b="b"/>
              <a:pathLst>
                <a:path w="38" h="75">
                  <a:moveTo>
                    <a:pt x="38" y="75"/>
                  </a:moveTo>
                  <a:cubicBezTo>
                    <a:pt x="38" y="0"/>
                    <a:pt x="38" y="0"/>
                    <a:pt x="38" y="0"/>
                  </a:cubicBezTo>
                  <a:cubicBezTo>
                    <a:pt x="19" y="0"/>
                    <a:pt x="19" y="0"/>
                    <a:pt x="19" y="0"/>
                  </a:cubicBezTo>
                  <a:cubicBezTo>
                    <a:pt x="18" y="25"/>
                    <a:pt x="10" y="46"/>
                    <a:pt x="0" y="62"/>
                  </a:cubicBezTo>
                  <a:cubicBezTo>
                    <a:pt x="11" y="69"/>
                    <a:pt x="24" y="74"/>
                    <a:pt x="38" y="7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7" name="Freeform 355"/>
            <p:cNvSpPr>
              <a:spLocks/>
            </p:cNvSpPr>
            <p:nvPr/>
          </p:nvSpPr>
          <p:spPr bwMode="auto">
            <a:xfrm>
              <a:off x="3143250" y="5943600"/>
              <a:ext cx="141288" cy="280988"/>
            </a:xfrm>
            <a:custGeom>
              <a:avLst/>
              <a:gdLst>
                <a:gd name="T0" fmla="*/ 19 w 38"/>
                <a:gd name="T1" fmla="*/ 75 h 75"/>
                <a:gd name="T2" fmla="*/ 38 w 38"/>
                <a:gd name="T3" fmla="*/ 75 h 75"/>
                <a:gd name="T4" fmla="*/ 38 w 38"/>
                <a:gd name="T5" fmla="*/ 0 h 75"/>
                <a:gd name="T6" fmla="*/ 0 w 38"/>
                <a:gd name="T7" fmla="*/ 14 h 75"/>
                <a:gd name="T8" fmla="*/ 19 w 38"/>
                <a:gd name="T9" fmla="*/ 75 h 75"/>
              </a:gdLst>
              <a:ahLst/>
              <a:cxnLst>
                <a:cxn ang="0">
                  <a:pos x="T0" y="T1"/>
                </a:cxn>
                <a:cxn ang="0">
                  <a:pos x="T2" y="T3"/>
                </a:cxn>
                <a:cxn ang="0">
                  <a:pos x="T4" y="T5"/>
                </a:cxn>
                <a:cxn ang="0">
                  <a:pos x="T6" y="T7"/>
                </a:cxn>
                <a:cxn ang="0">
                  <a:pos x="T8" y="T9"/>
                </a:cxn>
              </a:cxnLst>
              <a:rect l="0" t="0" r="r" b="b"/>
              <a:pathLst>
                <a:path w="38" h="75">
                  <a:moveTo>
                    <a:pt x="19" y="75"/>
                  </a:moveTo>
                  <a:cubicBezTo>
                    <a:pt x="38" y="75"/>
                    <a:pt x="38" y="75"/>
                    <a:pt x="38" y="75"/>
                  </a:cubicBezTo>
                  <a:cubicBezTo>
                    <a:pt x="38" y="0"/>
                    <a:pt x="38" y="0"/>
                    <a:pt x="38" y="0"/>
                  </a:cubicBezTo>
                  <a:cubicBezTo>
                    <a:pt x="24" y="1"/>
                    <a:pt x="11" y="6"/>
                    <a:pt x="0" y="14"/>
                  </a:cubicBezTo>
                  <a:cubicBezTo>
                    <a:pt x="10" y="29"/>
                    <a:pt x="18" y="51"/>
                    <a:pt x="19" y="7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8" name="Freeform 356"/>
            <p:cNvSpPr>
              <a:spLocks/>
            </p:cNvSpPr>
            <p:nvPr/>
          </p:nvSpPr>
          <p:spPr bwMode="auto">
            <a:xfrm>
              <a:off x="3003550" y="6278563"/>
              <a:ext cx="157163" cy="198438"/>
            </a:xfrm>
            <a:custGeom>
              <a:avLst/>
              <a:gdLst>
                <a:gd name="T0" fmla="*/ 26 w 42"/>
                <a:gd name="T1" fmla="*/ 53 h 53"/>
                <a:gd name="T2" fmla="*/ 42 w 42"/>
                <a:gd name="T3" fmla="*/ 0 h 53"/>
                <a:gd name="T4" fmla="*/ 0 w 42"/>
                <a:gd name="T5" fmla="*/ 0 h 53"/>
                <a:gd name="T6" fmla="*/ 26 w 42"/>
                <a:gd name="T7" fmla="*/ 53 h 53"/>
              </a:gdLst>
              <a:ahLst/>
              <a:cxnLst>
                <a:cxn ang="0">
                  <a:pos x="T0" y="T1"/>
                </a:cxn>
                <a:cxn ang="0">
                  <a:pos x="T2" y="T3"/>
                </a:cxn>
                <a:cxn ang="0">
                  <a:pos x="T4" y="T5"/>
                </a:cxn>
                <a:cxn ang="0">
                  <a:pos x="T6" y="T7"/>
                </a:cxn>
              </a:cxnLst>
              <a:rect l="0" t="0" r="r" b="b"/>
              <a:pathLst>
                <a:path w="42" h="53">
                  <a:moveTo>
                    <a:pt x="26" y="53"/>
                  </a:moveTo>
                  <a:cubicBezTo>
                    <a:pt x="35" y="40"/>
                    <a:pt x="41" y="21"/>
                    <a:pt x="42" y="0"/>
                  </a:cubicBezTo>
                  <a:cubicBezTo>
                    <a:pt x="0" y="0"/>
                    <a:pt x="0" y="0"/>
                    <a:pt x="0" y="0"/>
                  </a:cubicBezTo>
                  <a:cubicBezTo>
                    <a:pt x="2" y="21"/>
                    <a:pt x="12" y="40"/>
                    <a:pt x="26"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9" name="Freeform 357"/>
            <p:cNvSpPr>
              <a:spLocks/>
            </p:cNvSpPr>
            <p:nvPr/>
          </p:nvSpPr>
          <p:spPr bwMode="auto">
            <a:xfrm>
              <a:off x="3003550" y="6026150"/>
              <a:ext cx="157163" cy="198438"/>
            </a:xfrm>
            <a:custGeom>
              <a:avLst/>
              <a:gdLst>
                <a:gd name="T0" fmla="*/ 26 w 42"/>
                <a:gd name="T1" fmla="*/ 0 h 53"/>
                <a:gd name="T2" fmla="*/ 0 w 42"/>
                <a:gd name="T3" fmla="*/ 53 h 53"/>
                <a:gd name="T4" fmla="*/ 42 w 42"/>
                <a:gd name="T5" fmla="*/ 53 h 53"/>
                <a:gd name="T6" fmla="*/ 26 w 42"/>
                <a:gd name="T7" fmla="*/ 0 h 53"/>
              </a:gdLst>
              <a:ahLst/>
              <a:cxnLst>
                <a:cxn ang="0">
                  <a:pos x="T0" y="T1"/>
                </a:cxn>
                <a:cxn ang="0">
                  <a:pos x="T2" y="T3"/>
                </a:cxn>
                <a:cxn ang="0">
                  <a:pos x="T4" y="T5"/>
                </a:cxn>
                <a:cxn ang="0">
                  <a:pos x="T6" y="T7"/>
                </a:cxn>
              </a:cxnLst>
              <a:rect l="0" t="0" r="r" b="b"/>
              <a:pathLst>
                <a:path w="42" h="53">
                  <a:moveTo>
                    <a:pt x="26" y="0"/>
                  </a:moveTo>
                  <a:cubicBezTo>
                    <a:pt x="12" y="14"/>
                    <a:pt x="2" y="32"/>
                    <a:pt x="0" y="53"/>
                  </a:cubicBezTo>
                  <a:cubicBezTo>
                    <a:pt x="42" y="53"/>
                    <a:pt x="42" y="53"/>
                    <a:pt x="42" y="53"/>
                  </a:cubicBezTo>
                  <a:cubicBezTo>
                    <a:pt x="41" y="32"/>
                    <a:pt x="35" y="13"/>
                    <a:pt x="26"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0" name="Freeform 358"/>
            <p:cNvSpPr>
              <a:spLocks/>
            </p:cNvSpPr>
            <p:nvPr/>
          </p:nvSpPr>
          <p:spPr bwMode="auto">
            <a:xfrm>
              <a:off x="3338512" y="6278563"/>
              <a:ext cx="141288" cy="280988"/>
            </a:xfrm>
            <a:custGeom>
              <a:avLst/>
              <a:gdLst>
                <a:gd name="T0" fmla="*/ 0 w 38"/>
                <a:gd name="T1" fmla="*/ 75 h 75"/>
                <a:gd name="T2" fmla="*/ 38 w 38"/>
                <a:gd name="T3" fmla="*/ 62 h 75"/>
                <a:gd name="T4" fmla="*/ 19 w 38"/>
                <a:gd name="T5" fmla="*/ 0 h 75"/>
                <a:gd name="T6" fmla="*/ 0 w 38"/>
                <a:gd name="T7" fmla="*/ 0 h 75"/>
                <a:gd name="T8" fmla="*/ 0 w 38"/>
                <a:gd name="T9" fmla="*/ 75 h 75"/>
              </a:gdLst>
              <a:ahLst/>
              <a:cxnLst>
                <a:cxn ang="0">
                  <a:pos x="T0" y="T1"/>
                </a:cxn>
                <a:cxn ang="0">
                  <a:pos x="T2" y="T3"/>
                </a:cxn>
                <a:cxn ang="0">
                  <a:pos x="T4" y="T5"/>
                </a:cxn>
                <a:cxn ang="0">
                  <a:pos x="T6" y="T7"/>
                </a:cxn>
                <a:cxn ang="0">
                  <a:pos x="T8" y="T9"/>
                </a:cxn>
              </a:cxnLst>
              <a:rect l="0" t="0" r="r" b="b"/>
              <a:pathLst>
                <a:path w="38" h="75">
                  <a:moveTo>
                    <a:pt x="0" y="75"/>
                  </a:moveTo>
                  <a:cubicBezTo>
                    <a:pt x="14" y="74"/>
                    <a:pt x="27" y="69"/>
                    <a:pt x="38" y="62"/>
                  </a:cubicBezTo>
                  <a:cubicBezTo>
                    <a:pt x="28" y="47"/>
                    <a:pt x="20" y="25"/>
                    <a:pt x="19" y="0"/>
                  </a:cubicBezTo>
                  <a:cubicBezTo>
                    <a:pt x="0" y="0"/>
                    <a:pt x="0" y="0"/>
                    <a:pt x="0" y="0"/>
                  </a:cubicBezTo>
                  <a:lnTo>
                    <a:pt x="0" y="7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1" name="Freeform 359"/>
            <p:cNvSpPr>
              <a:spLocks noEditPoints="1"/>
            </p:cNvSpPr>
            <p:nvPr/>
          </p:nvSpPr>
          <p:spPr bwMode="auto">
            <a:xfrm>
              <a:off x="2782887" y="1574800"/>
              <a:ext cx="561975" cy="447675"/>
            </a:xfrm>
            <a:custGeom>
              <a:avLst/>
              <a:gdLst>
                <a:gd name="T0" fmla="*/ 135 w 150"/>
                <a:gd name="T1" fmla="*/ 27 h 119"/>
                <a:gd name="T2" fmla="*/ 122 w 150"/>
                <a:gd name="T3" fmla="*/ 27 h 119"/>
                <a:gd name="T4" fmla="*/ 122 w 150"/>
                <a:gd name="T5" fmla="*/ 34 h 119"/>
                <a:gd name="T6" fmla="*/ 137 w 150"/>
                <a:gd name="T7" fmla="*/ 67 h 119"/>
                <a:gd name="T8" fmla="*/ 137 w 150"/>
                <a:gd name="T9" fmla="*/ 83 h 119"/>
                <a:gd name="T10" fmla="*/ 122 w 150"/>
                <a:gd name="T11" fmla="*/ 119 h 119"/>
                <a:gd name="T12" fmla="*/ 150 w 150"/>
                <a:gd name="T13" fmla="*/ 112 h 119"/>
                <a:gd name="T14" fmla="*/ 150 w 150"/>
                <a:gd name="T15" fmla="*/ 43 h 119"/>
                <a:gd name="T16" fmla="*/ 121 w 150"/>
                <a:gd name="T17" fmla="*/ 0 h 119"/>
                <a:gd name="T18" fmla="*/ 75 w 150"/>
                <a:gd name="T19" fmla="*/ 10 h 119"/>
                <a:gd name="T20" fmla="*/ 122 w 150"/>
                <a:gd name="T21" fmla="*/ 27 h 119"/>
                <a:gd name="T22" fmla="*/ 75 w 150"/>
                <a:gd name="T23" fmla="*/ 95 h 119"/>
                <a:gd name="T24" fmla="*/ 114 w 150"/>
                <a:gd name="T25" fmla="*/ 112 h 119"/>
                <a:gd name="T26" fmla="*/ 122 w 150"/>
                <a:gd name="T27" fmla="*/ 119 h 119"/>
                <a:gd name="T28" fmla="*/ 107 w 150"/>
                <a:gd name="T29" fmla="*/ 83 h 119"/>
                <a:gd name="T30" fmla="*/ 122 w 150"/>
                <a:gd name="T31" fmla="*/ 67 h 119"/>
                <a:gd name="T32" fmla="*/ 75 w 150"/>
                <a:gd name="T33" fmla="*/ 34 h 119"/>
                <a:gd name="T34" fmla="*/ 75 w 150"/>
                <a:gd name="T35" fmla="*/ 0 h 119"/>
                <a:gd name="T36" fmla="*/ 29 w 150"/>
                <a:gd name="T37" fmla="*/ 1 h 119"/>
                <a:gd name="T38" fmla="*/ 38 w 150"/>
                <a:gd name="T39" fmla="*/ 10 h 119"/>
                <a:gd name="T40" fmla="*/ 75 w 150"/>
                <a:gd name="T41" fmla="*/ 10 h 119"/>
                <a:gd name="T42" fmla="*/ 29 w 150"/>
                <a:gd name="T43" fmla="*/ 119 h 119"/>
                <a:gd name="T44" fmla="*/ 36 w 150"/>
                <a:gd name="T45" fmla="*/ 112 h 119"/>
                <a:gd name="T46" fmla="*/ 75 w 150"/>
                <a:gd name="T47" fmla="*/ 95 h 119"/>
                <a:gd name="T48" fmla="*/ 29 w 150"/>
                <a:gd name="T49" fmla="*/ 34 h 119"/>
                <a:gd name="T50" fmla="*/ 44 w 150"/>
                <a:gd name="T51" fmla="*/ 67 h 119"/>
                <a:gd name="T52" fmla="*/ 44 w 150"/>
                <a:gd name="T53" fmla="*/ 83 h 119"/>
                <a:gd name="T54" fmla="*/ 29 w 150"/>
                <a:gd name="T55" fmla="*/ 119 h 119"/>
                <a:gd name="T56" fmla="*/ 15 w 150"/>
                <a:gd name="T57" fmla="*/ 27 h 119"/>
                <a:gd name="T58" fmla="*/ 0 w 150"/>
                <a:gd name="T59" fmla="*/ 91 h 119"/>
                <a:gd name="T60" fmla="*/ 0 w 150"/>
                <a:gd name="T61" fmla="*/ 112 h 119"/>
                <a:gd name="T62" fmla="*/ 29 w 150"/>
                <a:gd name="T63" fmla="*/ 119 h 119"/>
                <a:gd name="T64" fmla="*/ 14 w 150"/>
                <a:gd name="T65" fmla="*/ 83 h 119"/>
                <a:gd name="T66" fmla="*/ 29 w 150"/>
                <a:gd name="T67" fmla="*/ 67 h 119"/>
                <a:gd name="T68" fmla="*/ 25 w 150"/>
                <a:gd name="T69" fmla="*/ 34 h 119"/>
                <a:gd name="T70" fmla="*/ 29 w 150"/>
                <a:gd name="T71"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0" h="119">
                  <a:moveTo>
                    <a:pt x="150" y="43"/>
                  </a:moveTo>
                  <a:cubicBezTo>
                    <a:pt x="135" y="27"/>
                    <a:pt x="135" y="27"/>
                    <a:pt x="135" y="27"/>
                  </a:cubicBezTo>
                  <a:cubicBezTo>
                    <a:pt x="122" y="1"/>
                    <a:pt x="122" y="1"/>
                    <a:pt x="122" y="1"/>
                  </a:cubicBezTo>
                  <a:cubicBezTo>
                    <a:pt x="122" y="27"/>
                    <a:pt x="122" y="27"/>
                    <a:pt x="122" y="27"/>
                  </a:cubicBezTo>
                  <a:cubicBezTo>
                    <a:pt x="125" y="34"/>
                    <a:pt x="125" y="34"/>
                    <a:pt x="125" y="34"/>
                  </a:cubicBezTo>
                  <a:cubicBezTo>
                    <a:pt x="122" y="34"/>
                    <a:pt x="122" y="34"/>
                    <a:pt x="122" y="34"/>
                  </a:cubicBezTo>
                  <a:cubicBezTo>
                    <a:pt x="122" y="67"/>
                    <a:pt x="122" y="67"/>
                    <a:pt x="122" y="67"/>
                  </a:cubicBezTo>
                  <a:cubicBezTo>
                    <a:pt x="137" y="67"/>
                    <a:pt x="137" y="67"/>
                    <a:pt x="137" y="67"/>
                  </a:cubicBezTo>
                  <a:cubicBezTo>
                    <a:pt x="137" y="83"/>
                    <a:pt x="137" y="83"/>
                    <a:pt x="137" y="83"/>
                  </a:cubicBezTo>
                  <a:cubicBezTo>
                    <a:pt x="137" y="83"/>
                    <a:pt x="137" y="83"/>
                    <a:pt x="137" y="83"/>
                  </a:cubicBezTo>
                  <a:cubicBezTo>
                    <a:pt x="122" y="83"/>
                    <a:pt x="122" y="83"/>
                    <a:pt x="122" y="83"/>
                  </a:cubicBezTo>
                  <a:cubicBezTo>
                    <a:pt x="122" y="119"/>
                    <a:pt x="122" y="119"/>
                    <a:pt x="122" y="119"/>
                  </a:cubicBezTo>
                  <a:cubicBezTo>
                    <a:pt x="143" y="119"/>
                    <a:pt x="143" y="119"/>
                    <a:pt x="143" y="119"/>
                  </a:cubicBezTo>
                  <a:cubicBezTo>
                    <a:pt x="147" y="119"/>
                    <a:pt x="150" y="116"/>
                    <a:pt x="150" y="112"/>
                  </a:cubicBezTo>
                  <a:cubicBezTo>
                    <a:pt x="150" y="95"/>
                    <a:pt x="150" y="95"/>
                    <a:pt x="150" y="95"/>
                  </a:cubicBezTo>
                  <a:lnTo>
                    <a:pt x="150" y="43"/>
                  </a:lnTo>
                  <a:close/>
                  <a:moveTo>
                    <a:pt x="122" y="1"/>
                  </a:moveTo>
                  <a:cubicBezTo>
                    <a:pt x="121" y="0"/>
                    <a:pt x="121" y="0"/>
                    <a:pt x="121" y="0"/>
                  </a:cubicBezTo>
                  <a:cubicBezTo>
                    <a:pt x="75" y="0"/>
                    <a:pt x="75" y="0"/>
                    <a:pt x="75" y="0"/>
                  </a:cubicBezTo>
                  <a:cubicBezTo>
                    <a:pt x="75" y="10"/>
                    <a:pt x="75" y="10"/>
                    <a:pt x="75" y="10"/>
                  </a:cubicBezTo>
                  <a:cubicBezTo>
                    <a:pt x="113" y="10"/>
                    <a:pt x="113" y="10"/>
                    <a:pt x="113" y="10"/>
                  </a:cubicBezTo>
                  <a:cubicBezTo>
                    <a:pt x="122" y="27"/>
                    <a:pt x="122" y="27"/>
                    <a:pt x="122" y="27"/>
                  </a:cubicBezTo>
                  <a:cubicBezTo>
                    <a:pt x="122" y="1"/>
                    <a:pt x="122" y="1"/>
                    <a:pt x="122" y="1"/>
                  </a:cubicBezTo>
                  <a:close/>
                  <a:moveTo>
                    <a:pt x="75" y="95"/>
                  </a:moveTo>
                  <a:cubicBezTo>
                    <a:pt x="114" y="95"/>
                    <a:pt x="114" y="95"/>
                    <a:pt x="114" y="95"/>
                  </a:cubicBezTo>
                  <a:cubicBezTo>
                    <a:pt x="114" y="112"/>
                    <a:pt x="114" y="112"/>
                    <a:pt x="114" y="112"/>
                  </a:cubicBezTo>
                  <a:cubicBezTo>
                    <a:pt x="114" y="116"/>
                    <a:pt x="117" y="119"/>
                    <a:pt x="121" y="119"/>
                  </a:cubicBezTo>
                  <a:cubicBezTo>
                    <a:pt x="122" y="119"/>
                    <a:pt x="122" y="119"/>
                    <a:pt x="122" y="119"/>
                  </a:cubicBezTo>
                  <a:cubicBezTo>
                    <a:pt x="122" y="83"/>
                    <a:pt x="122" y="83"/>
                    <a:pt x="122" y="83"/>
                  </a:cubicBezTo>
                  <a:cubicBezTo>
                    <a:pt x="107" y="83"/>
                    <a:pt x="107" y="83"/>
                    <a:pt x="107" y="83"/>
                  </a:cubicBezTo>
                  <a:cubicBezTo>
                    <a:pt x="107" y="67"/>
                    <a:pt x="107" y="67"/>
                    <a:pt x="107" y="67"/>
                  </a:cubicBezTo>
                  <a:cubicBezTo>
                    <a:pt x="122" y="67"/>
                    <a:pt x="122" y="67"/>
                    <a:pt x="122" y="67"/>
                  </a:cubicBezTo>
                  <a:cubicBezTo>
                    <a:pt x="122" y="34"/>
                    <a:pt x="122" y="34"/>
                    <a:pt x="122" y="34"/>
                  </a:cubicBezTo>
                  <a:cubicBezTo>
                    <a:pt x="75" y="34"/>
                    <a:pt x="75" y="34"/>
                    <a:pt x="75" y="34"/>
                  </a:cubicBezTo>
                  <a:lnTo>
                    <a:pt x="75" y="95"/>
                  </a:lnTo>
                  <a:close/>
                  <a:moveTo>
                    <a:pt x="75" y="0"/>
                  </a:moveTo>
                  <a:cubicBezTo>
                    <a:pt x="29" y="0"/>
                    <a:pt x="29" y="0"/>
                    <a:pt x="29" y="0"/>
                  </a:cubicBezTo>
                  <a:cubicBezTo>
                    <a:pt x="29" y="1"/>
                    <a:pt x="29" y="1"/>
                    <a:pt x="29" y="1"/>
                  </a:cubicBezTo>
                  <a:cubicBezTo>
                    <a:pt x="29" y="27"/>
                    <a:pt x="29" y="27"/>
                    <a:pt x="29" y="27"/>
                  </a:cubicBezTo>
                  <a:cubicBezTo>
                    <a:pt x="38" y="10"/>
                    <a:pt x="38" y="10"/>
                    <a:pt x="38" y="10"/>
                  </a:cubicBezTo>
                  <a:cubicBezTo>
                    <a:pt x="38" y="10"/>
                    <a:pt x="38" y="10"/>
                    <a:pt x="38" y="10"/>
                  </a:cubicBezTo>
                  <a:cubicBezTo>
                    <a:pt x="75" y="10"/>
                    <a:pt x="75" y="10"/>
                    <a:pt x="75" y="10"/>
                  </a:cubicBezTo>
                  <a:cubicBezTo>
                    <a:pt x="75" y="0"/>
                    <a:pt x="75" y="0"/>
                    <a:pt x="75" y="0"/>
                  </a:cubicBezTo>
                  <a:close/>
                  <a:moveTo>
                    <a:pt x="29" y="119"/>
                  </a:moveTo>
                  <a:cubicBezTo>
                    <a:pt x="29" y="119"/>
                    <a:pt x="29" y="119"/>
                    <a:pt x="29" y="119"/>
                  </a:cubicBezTo>
                  <a:cubicBezTo>
                    <a:pt x="33" y="119"/>
                    <a:pt x="36" y="116"/>
                    <a:pt x="36" y="112"/>
                  </a:cubicBezTo>
                  <a:cubicBezTo>
                    <a:pt x="36" y="95"/>
                    <a:pt x="36" y="95"/>
                    <a:pt x="36" y="95"/>
                  </a:cubicBezTo>
                  <a:cubicBezTo>
                    <a:pt x="75" y="95"/>
                    <a:pt x="75" y="95"/>
                    <a:pt x="75" y="95"/>
                  </a:cubicBezTo>
                  <a:cubicBezTo>
                    <a:pt x="75" y="34"/>
                    <a:pt x="75" y="34"/>
                    <a:pt x="75" y="34"/>
                  </a:cubicBezTo>
                  <a:cubicBezTo>
                    <a:pt x="29" y="34"/>
                    <a:pt x="29" y="34"/>
                    <a:pt x="29" y="34"/>
                  </a:cubicBezTo>
                  <a:cubicBezTo>
                    <a:pt x="29" y="67"/>
                    <a:pt x="29" y="67"/>
                    <a:pt x="29" y="67"/>
                  </a:cubicBezTo>
                  <a:cubicBezTo>
                    <a:pt x="44" y="67"/>
                    <a:pt x="44" y="67"/>
                    <a:pt x="44" y="67"/>
                  </a:cubicBezTo>
                  <a:cubicBezTo>
                    <a:pt x="44" y="83"/>
                    <a:pt x="44" y="83"/>
                    <a:pt x="44" y="83"/>
                  </a:cubicBezTo>
                  <a:cubicBezTo>
                    <a:pt x="44" y="83"/>
                    <a:pt x="44" y="83"/>
                    <a:pt x="44" y="83"/>
                  </a:cubicBezTo>
                  <a:cubicBezTo>
                    <a:pt x="29" y="83"/>
                    <a:pt x="29" y="83"/>
                    <a:pt x="29" y="83"/>
                  </a:cubicBezTo>
                  <a:lnTo>
                    <a:pt x="29" y="119"/>
                  </a:lnTo>
                  <a:close/>
                  <a:moveTo>
                    <a:pt x="29" y="1"/>
                  </a:moveTo>
                  <a:cubicBezTo>
                    <a:pt x="15" y="27"/>
                    <a:pt x="15" y="27"/>
                    <a:pt x="15" y="27"/>
                  </a:cubicBezTo>
                  <a:cubicBezTo>
                    <a:pt x="0" y="43"/>
                    <a:pt x="0" y="43"/>
                    <a:pt x="0" y="43"/>
                  </a:cubicBezTo>
                  <a:cubicBezTo>
                    <a:pt x="0" y="91"/>
                    <a:pt x="0" y="91"/>
                    <a:pt x="0" y="91"/>
                  </a:cubicBezTo>
                  <a:cubicBezTo>
                    <a:pt x="0" y="95"/>
                    <a:pt x="0" y="95"/>
                    <a:pt x="0" y="95"/>
                  </a:cubicBezTo>
                  <a:cubicBezTo>
                    <a:pt x="0" y="112"/>
                    <a:pt x="0" y="112"/>
                    <a:pt x="0" y="112"/>
                  </a:cubicBezTo>
                  <a:cubicBezTo>
                    <a:pt x="0" y="116"/>
                    <a:pt x="3" y="119"/>
                    <a:pt x="7" y="119"/>
                  </a:cubicBezTo>
                  <a:cubicBezTo>
                    <a:pt x="29" y="119"/>
                    <a:pt x="29" y="119"/>
                    <a:pt x="29" y="119"/>
                  </a:cubicBezTo>
                  <a:cubicBezTo>
                    <a:pt x="29" y="83"/>
                    <a:pt x="29" y="83"/>
                    <a:pt x="29" y="83"/>
                  </a:cubicBezTo>
                  <a:cubicBezTo>
                    <a:pt x="14" y="83"/>
                    <a:pt x="14" y="83"/>
                    <a:pt x="14" y="83"/>
                  </a:cubicBezTo>
                  <a:cubicBezTo>
                    <a:pt x="14" y="67"/>
                    <a:pt x="14" y="67"/>
                    <a:pt x="14" y="67"/>
                  </a:cubicBezTo>
                  <a:cubicBezTo>
                    <a:pt x="29" y="67"/>
                    <a:pt x="29" y="67"/>
                    <a:pt x="29" y="67"/>
                  </a:cubicBezTo>
                  <a:cubicBezTo>
                    <a:pt x="29" y="34"/>
                    <a:pt x="29" y="34"/>
                    <a:pt x="29" y="34"/>
                  </a:cubicBezTo>
                  <a:cubicBezTo>
                    <a:pt x="25" y="34"/>
                    <a:pt x="25" y="34"/>
                    <a:pt x="25" y="34"/>
                  </a:cubicBezTo>
                  <a:cubicBezTo>
                    <a:pt x="29" y="27"/>
                    <a:pt x="29" y="27"/>
                    <a:pt x="29" y="27"/>
                  </a:cubicBezTo>
                  <a:lnTo>
                    <a:pt x="29"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2" name="Freeform 360"/>
            <p:cNvSpPr>
              <a:spLocks/>
            </p:cNvSpPr>
            <p:nvPr/>
          </p:nvSpPr>
          <p:spPr bwMode="auto">
            <a:xfrm>
              <a:off x="4849812" y="5561013"/>
              <a:ext cx="236538" cy="242888"/>
            </a:xfrm>
            <a:custGeom>
              <a:avLst/>
              <a:gdLst>
                <a:gd name="T0" fmla="*/ 14 w 63"/>
                <a:gd name="T1" fmla="*/ 59 h 65"/>
                <a:gd name="T2" fmla="*/ 31 w 63"/>
                <a:gd name="T3" fmla="*/ 65 h 65"/>
                <a:gd name="T4" fmla="*/ 63 w 63"/>
                <a:gd name="T5" fmla="*/ 33 h 65"/>
                <a:gd name="T6" fmla="*/ 31 w 63"/>
                <a:gd name="T7" fmla="*/ 0 h 65"/>
                <a:gd name="T8" fmla="*/ 0 w 63"/>
                <a:gd name="T9" fmla="*/ 28 h 65"/>
                <a:gd name="T10" fmla="*/ 31 w 63"/>
                <a:gd name="T11" fmla="*/ 28 h 65"/>
                <a:gd name="T12" fmla="*/ 42 w 63"/>
                <a:gd name="T13" fmla="*/ 28 h 65"/>
                <a:gd name="T14" fmla="*/ 35 w 63"/>
                <a:gd name="T15" fmla="*/ 36 h 65"/>
                <a:gd name="T16" fmla="*/ 14 w 63"/>
                <a:gd name="T17"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5">
                  <a:moveTo>
                    <a:pt x="14" y="59"/>
                  </a:moveTo>
                  <a:cubicBezTo>
                    <a:pt x="19" y="63"/>
                    <a:pt x="25" y="65"/>
                    <a:pt x="31" y="65"/>
                  </a:cubicBezTo>
                  <a:cubicBezTo>
                    <a:pt x="49" y="65"/>
                    <a:pt x="63" y="50"/>
                    <a:pt x="63" y="33"/>
                  </a:cubicBezTo>
                  <a:cubicBezTo>
                    <a:pt x="63" y="15"/>
                    <a:pt x="49" y="0"/>
                    <a:pt x="31" y="0"/>
                  </a:cubicBezTo>
                  <a:cubicBezTo>
                    <a:pt x="15" y="0"/>
                    <a:pt x="2" y="12"/>
                    <a:pt x="0" y="28"/>
                  </a:cubicBezTo>
                  <a:cubicBezTo>
                    <a:pt x="31" y="28"/>
                    <a:pt x="31" y="28"/>
                    <a:pt x="31" y="28"/>
                  </a:cubicBezTo>
                  <a:cubicBezTo>
                    <a:pt x="42" y="28"/>
                    <a:pt x="42" y="28"/>
                    <a:pt x="42" y="28"/>
                  </a:cubicBezTo>
                  <a:cubicBezTo>
                    <a:pt x="35" y="36"/>
                    <a:pt x="35" y="36"/>
                    <a:pt x="35" y="36"/>
                  </a:cubicBezTo>
                  <a:lnTo>
                    <a:pt x="14" y="5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3" name="Freeform 361"/>
            <p:cNvSpPr>
              <a:spLocks/>
            </p:cNvSpPr>
            <p:nvPr/>
          </p:nvSpPr>
          <p:spPr bwMode="auto">
            <a:xfrm>
              <a:off x="4471987" y="5684838"/>
              <a:ext cx="495300" cy="465138"/>
            </a:xfrm>
            <a:custGeom>
              <a:avLst/>
              <a:gdLst>
                <a:gd name="T0" fmla="*/ 59 w 132"/>
                <a:gd name="T1" fmla="*/ 66 h 124"/>
                <a:gd name="T2" fmla="*/ 59 w 132"/>
                <a:gd name="T3" fmla="*/ 70 h 124"/>
                <a:gd name="T4" fmla="*/ 59 w 132"/>
                <a:gd name="T5" fmla="*/ 73 h 124"/>
                <a:gd name="T6" fmla="*/ 59 w 132"/>
                <a:gd name="T7" fmla="*/ 113 h 124"/>
                <a:gd name="T8" fmla="*/ 44 w 132"/>
                <a:gd name="T9" fmla="*/ 124 h 124"/>
                <a:gd name="T10" fmla="*/ 87 w 132"/>
                <a:gd name="T11" fmla="*/ 124 h 124"/>
                <a:gd name="T12" fmla="*/ 73 w 132"/>
                <a:gd name="T13" fmla="*/ 113 h 124"/>
                <a:gd name="T14" fmla="*/ 73 w 132"/>
                <a:gd name="T15" fmla="*/ 73 h 124"/>
                <a:gd name="T16" fmla="*/ 73 w 132"/>
                <a:gd name="T17" fmla="*/ 70 h 124"/>
                <a:gd name="T18" fmla="*/ 73 w 132"/>
                <a:gd name="T19" fmla="*/ 66 h 124"/>
                <a:gd name="T20" fmla="*/ 111 w 132"/>
                <a:gd name="T21" fmla="*/ 24 h 124"/>
                <a:gd name="T22" fmla="*/ 132 w 132"/>
                <a:gd name="T23" fmla="*/ 0 h 124"/>
                <a:gd name="T24" fmla="*/ 100 w 132"/>
                <a:gd name="T25" fmla="*/ 0 h 124"/>
                <a:gd name="T26" fmla="*/ 0 w 132"/>
                <a:gd name="T27" fmla="*/ 0 h 124"/>
                <a:gd name="T28" fmla="*/ 59 w 132"/>
                <a:gd name="T29" fmla="*/ 6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124">
                  <a:moveTo>
                    <a:pt x="59" y="66"/>
                  </a:moveTo>
                  <a:cubicBezTo>
                    <a:pt x="59" y="70"/>
                    <a:pt x="59" y="70"/>
                    <a:pt x="59" y="70"/>
                  </a:cubicBezTo>
                  <a:cubicBezTo>
                    <a:pt x="59" y="73"/>
                    <a:pt x="59" y="73"/>
                    <a:pt x="59" y="73"/>
                  </a:cubicBezTo>
                  <a:cubicBezTo>
                    <a:pt x="59" y="113"/>
                    <a:pt x="59" y="113"/>
                    <a:pt x="59" y="113"/>
                  </a:cubicBezTo>
                  <a:cubicBezTo>
                    <a:pt x="50" y="114"/>
                    <a:pt x="44" y="119"/>
                    <a:pt x="44" y="124"/>
                  </a:cubicBezTo>
                  <a:cubicBezTo>
                    <a:pt x="87" y="124"/>
                    <a:pt x="87" y="124"/>
                    <a:pt x="87" y="124"/>
                  </a:cubicBezTo>
                  <a:cubicBezTo>
                    <a:pt x="87" y="119"/>
                    <a:pt x="81" y="115"/>
                    <a:pt x="73" y="113"/>
                  </a:cubicBezTo>
                  <a:cubicBezTo>
                    <a:pt x="73" y="73"/>
                    <a:pt x="73" y="73"/>
                    <a:pt x="73" y="73"/>
                  </a:cubicBezTo>
                  <a:cubicBezTo>
                    <a:pt x="73" y="70"/>
                    <a:pt x="73" y="70"/>
                    <a:pt x="73" y="70"/>
                  </a:cubicBezTo>
                  <a:cubicBezTo>
                    <a:pt x="73" y="66"/>
                    <a:pt x="73" y="66"/>
                    <a:pt x="73" y="66"/>
                  </a:cubicBezTo>
                  <a:cubicBezTo>
                    <a:pt x="111" y="24"/>
                    <a:pt x="111" y="24"/>
                    <a:pt x="111" y="24"/>
                  </a:cubicBezTo>
                  <a:cubicBezTo>
                    <a:pt x="132" y="0"/>
                    <a:pt x="132" y="0"/>
                    <a:pt x="132" y="0"/>
                  </a:cubicBezTo>
                  <a:cubicBezTo>
                    <a:pt x="100" y="0"/>
                    <a:pt x="100" y="0"/>
                    <a:pt x="100" y="0"/>
                  </a:cubicBezTo>
                  <a:cubicBezTo>
                    <a:pt x="0" y="0"/>
                    <a:pt x="0" y="0"/>
                    <a:pt x="0" y="0"/>
                  </a:cubicBezTo>
                  <a:lnTo>
                    <a:pt x="59" y="6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4" name="Rectangle 362"/>
            <p:cNvSpPr>
              <a:spLocks noChangeArrowheads="1"/>
            </p:cNvSpPr>
            <p:nvPr/>
          </p:nvSpPr>
          <p:spPr bwMode="auto">
            <a:xfrm>
              <a:off x="4868862" y="174625"/>
              <a:ext cx="585788" cy="666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5" name="Freeform 363"/>
            <p:cNvSpPr>
              <a:spLocks noEditPoints="1"/>
            </p:cNvSpPr>
            <p:nvPr/>
          </p:nvSpPr>
          <p:spPr bwMode="auto">
            <a:xfrm>
              <a:off x="4868862" y="312738"/>
              <a:ext cx="585788" cy="236538"/>
            </a:xfrm>
            <a:custGeom>
              <a:avLst/>
              <a:gdLst>
                <a:gd name="T0" fmla="*/ 312 w 369"/>
                <a:gd name="T1" fmla="*/ 149 h 149"/>
                <a:gd name="T2" fmla="*/ 369 w 369"/>
                <a:gd name="T3" fmla="*/ 149 h 149"/>
                <a:gd name="T4" fmla="*/ 369 w 369"/>
                <a:gd name="T5" fmla="*/ 0 h 149"/>
                <a:gd name="T6" fmla="*/ 312 w 369"/>
                <a:gd name="T7" fmla="*/ 0 h 149"/>
                <a:gd name="T8" fmla="*/ 312 w 369"/>
                <a:gd name="T9" fmla="*/ 71 h 149"/>
                <a:gd name="T10" fmla="*/ 312 w 369"/>
                <a:gd name="T11" fmla="*/ 71 h 149"/>
                <a:gd name="T12" fmla="*/ 341 w 369"/>
                <a:gd name="T13" fmla="*/ 100 h 149"/>
                <a:gd name="T14" fmla="*/ 312 w 369"/>
                <a:gd name="T15" fmla="*/ 126 h 149"/>
                <a:gd name="T16" fmla="*/ 312 w 369"/>
                <a:gd name="T17" fmla="*/ 149 h 149"/>
                <a:gd name="T18" fmla="*/ 0 w 369"/>
                <a:gd name="T19" fmla="*/ 149 h 149"/>
                <a:gd name="T20" fmla="*/ 312 w 369"/>
                <a:gd name="T21" fmla="*/ 149 h 149"/>
                <a:gd name="T22" fmla="*/ 312 w 369"/>
                <a:gd name="T23" fmla="*/ 126 h 149"/>
                <a:gd name="T24" fmla="*/ 286 w 369"/>
                <a:gd name="T25" fmla="*/ 100 h 149"/>
                <a:gd name="T26" fmla="*/ 312 w 369"/>
                <a:gd name="T27" fmla="*/ 71 h 149"/>
                <a:gd name="T28" fmla="*/ 312 w 369"/>
                <a:gd name="T29" fmla="*/ 0 h 149"/>
                <a:gd name="T30" fmla="*/ 0 w 369"/>
                <a:gd name="T31" fmla="*/ 0 h 149"/>
                <a:gd name="T32" fmla="*/ 0 w 369"/>
                <a:gd name="T33" fmla="*/ 149 h 149"/>
                <a:gd name="T34" fmla="*/ 0 w 369"/>
                <a:gd name="T35" fmla="*/ 149 h 149"/>
                <a:gd name="T36" fmla="*/ 312 w 369"/>
                <a:gd name="T37" fmla="*/ 71 h 149"/>
                <a:gd name="T38" fmla="*/ 312 w 369"/>
                <a:gd name="T39" fmla="*/ 7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9" h="149">
                  <a:moveTo>
                    <a:pt x="312" y="149"/>
                  </a:moveTo>
                  <a:lnTo>
                    <a:pt x="369" y="149"/>
                  </a:lnTo>
                  <a:lnTo>
                    <a:pt x="369" y="0"/>
                  </a:lnTo>
                  <a:lnTo>
                    <a:pt x="312" y="0"/>
                  </a:lnTo>
                  <a:lnTo>
                    <a:pt x="312" y="71"/>
                  </a:lnTo>
                  <a:lnTo>
                    <a:pt x="312" y="71"/>
                  </a:lnTo>
                  <a:lnTo>
                    <a:pt x="341" y="100"/>
                  </a:lnTo>
                  <a:lnTo>
                    <a:pt x="312" y="126"/>
                  </a:lnTo>
                  <a:lnTo>
                    <a:pt x="312" y="149"/>
                  </a:lnTo>
                  <a:close/>
                  <a:moveTo>
                    <a:pt x="0" y="149"/>
                  </a:moveTo>
                  <a:lnTo>
                    <a:pt x="312" y="149"/>
                  </a:lnTo>
                  <a:lnTo>
                    <a:pt x="312" y="126"/>
                  </a:lnTo>
                  <a:lnTo>
                    <a:pt x="286" y="100"/>
                  </a:lnTo>
                  <a:lnTo>
                    <a:pt x="312" y="71"/>
                  </a:lnTo>
                  <a:lnTo>
                    <a:pt x="312" y="0"/>
                  </a:lnTo>
                  <a:lnTo>
                    <a:pt x="0" y="0"/>
                  </a:lnTo>
                  <a:lnTo>
                    <a:pt x="0" y="149"/>
                  </a:lnTo>
                  <a:lnTo>
                    <a:pt x="0" y="149"/>
                  </a:lnTo>
                  <a:close/>
                  <a:moveTo>
                    <a:pt x="312" y="71"/>
                  </a:moveTo>
                  <a:lnTo>
                    <a:pt x="312" y="7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6" name="Freeform 364"/>
            <p:cNvSpPr>
              <a:spLocks noEditPoints="1"/>
            </p:cNvSpPr>
            <p:nvPr/>
          </p:nvSpPr>
          <p:spPr bwMode="auto">
            <a:xfrm>
              <a:off x="4868862" y="312738"/>
              <a:ext cx="585788" cy="236538"/>
            </a:xfrm>
            <a:custGeom>
              <a:avLst/>
              <a:gdLst>
                <a:gd name="T0" fmla="*/ 312 w 369"/>
                <a:gd name="T1" fmla="*/ 149 h 149"/>
                <a:gd name="T2" fmla="*/ 369 w 369"/>
                <a:gd name="T3" fmla="*/ 149 h 149"/>
                <a:gd name="T4" fmla="*/ 369 w 369"/>
                <a:gd name="T5" fmla="*/ 0 h 149"/>
                <a:gd name="T6" fmla="*/ 312 w 369"/>
                <a:gd name="T7" fmla="*/ 0 h 149"/>
                <a:gd name="T8" fmla="*/ 312 w 369"/>
                <a:gd name="T9" fmla="*/ 71 h 149"/>
                <a:gd name="T10" fmla="*/ 312 w 369"/>
                <a:gd name="T11" fmla="*/ 71 h 149"/>
                <a:gd name="T12" fmla="*/ 341 w 369"/>
                <a:gd name="T13" fmla="*/ 100 h 149"/>
                <a:gd name="T14" fmla="*/ 312 w 369"/>
                <a:gd name="T15" fmla="*/ 126 h 149"/>
                <a:gd name="T16" fmla="*/ 312 w 369"/>
                <a:gd name="T17" fmla="*/ 149 h 149"/>
                <a:gd name="T18" fmla="*/ 0 w 369"/>
                <a:gd name="T19" fmla="*/ 149 h 149"/>
                <a:gd name="T20" fmla="*/ 312 w 369"/>
                <a:gd name="T21" fmla="*/ 149 h 149"/>
                <a:gd name="T22" fmla="*/ 312 w 369"/>
                <a:gd name="T23" fmla="*/ 126 h 149"/>
                <a:gd name="T24" fmla="*/ 286 w 369"/>
                <a:gd name="T25" fmla="*/ 100 h 149"/>
                <a:gd name="T26" fmla="*/ 312 w 369"/>
                <a:gd name="T27" fmla="*/ 71 h 149"/>
                <a:gd name="T28" fmla="*/ 312 w 369"/>
                <a:gd name="T29" fmla="*/ 0 h 149"/>
                <a:gd name="T30" fmla="*/ 0 w 369"/>
                <a:gd name="T31" fmla="*/ 0 h 149"/>
                <a:gd name="T32" fmla="*/ 0 w 369"/>
                <a:gd name="T33" fmla="*/ 149 h 149"/>
                <a:gd name="T34" fmla="*/ 0 w 369"/>
                <a:gd name="T35" fmla="*/ 149 h 149"/>
                <a:gd name="T36" fmla="*/ 312 w 369"/>
                <a:gd name="T37" fmla="*/ 71 h 149"/>
                <a:gd name="T38" fmla="*/ 312 w 369"/>
                <a:gd name="T39" fmla="*/ 7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9" h="149">
                  <a:moveTo>
                    <a:pt x="312" y="149"/>
                  </a:moveTo>
                  <a:lnTo>
                    <a:pt x="369" y="149"/>
                  </a:lnTo>
                  <a:lnTo>
                    <a:pt x="369" y="0"/>
                  </a:lnTo>
                  <a:lnTo>
                    <a:pt x="312" y="0"/>
                  </a:lnTo>
                  <a:lnTo>
                    <a:pt x="312" y="71"/>
                  </a:lnTo>
                  <a:lnTo>
                    <a:pt x="312" y="71"/>
                  </a:lnTo>
                  <a:lnTo>
                    <a:pt x="341" y="100"/>
                  </a:lnTo>
                  <a:lnTo>
                    <a:pt x="312" y="126"/>
                  </a:lnTo>
                  <a:lnTo>
                    <a:pt x="312" y="149"/>
                  </a:lnTo>
                  <a:moveTo>
                    <a:pt x="0" y="149"/>
                  </a:moveTo>
                  <a:lnTo>
                    <a:pt x="312" y="149"/>
                  </a:lnTo>
                  <a:lnTo>
                    <a:pt x="312" y="126"/>
                  </a:lnTo>
                  <a:lnTo>
                    <a:pt x="286" y="100"/>
                  </a:lnTo>
                  <a:lnTo>
                    <a:pt x="312" y="71"/>
                  </a:lnTo>
                  <a:lnTo>
                    <a:pt x="312" y="0"/>
                  </a:lnTo>
                  <a:lnTo>
                    <a:pt x="0" y="0"/>
                  </a:lnTo>
                  <a:lnTo>
                    <a:pt x="0" y="149"/>
                  </a:lnTo>
                  <a:lnTo>
                    <a:pt x="0" y="149"/>
                  </a:lnTo>
                  <a:moveTo>
                    <a:pt x="312" y="71"/>
                  </a:moveTo>
                  <a:lnTo>
                    <a:pt x="312" y="71"/>
                  </a:ln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7" name="Freeform 365"/>
            <p:cNvSpPr>
              <a:spLocks/>
            </p:cNvSpPr>
            <p:nvPr/>
          </p:nvSpPr>
          <p:spPr bwMode="auto">
            <a:xfrm>
              <a:off x="7432675" y="1597025"/>
              <a:ext cx="404813" cy="365125"/>
            </a:xfrm>
            <a:custGeom>
              <a:avLst/>
              <a:gdLst>
                <a:gd name="T0" fmla="*/ 0 w 255"/>
                <a:gd name="T1" fmla="*/ 93 h 230"/>
                <a:gd name="T2" fmla="*/ 0 w 255"/>
                <a:gd name="T3" fmla="*/ 197 h 230"/>
                <a:gd name="T4" fmla="*/ 5 w 255"/>
                <a:gd name="T5" fmla="*/ 197 h 230"/>
                <a:gd name="T6" fmla="*/ 40 w 255"/>
                <a:gd name="T7" fmla="*/ 197 h 230"/>
                <a:gd name="T8" fmla="*/ 52 w 255"/>
                <a:gd name="T9" fmla="*/ 197 h 230"/>
                <a:gd name="T10" fmla="*/ 52 w 255"/>
                <a:gd name="T11" fmla="*/ 209 h 230"/>
                <a:gd name="T12" fmla="*/ 52 w 255"/>
                <a:gd name="T13" fmla="*/ 230 h 230"/>
                <a:gd name="T14" fmla="*/ 64 w 255"/>
                <a:gd name="T15" fmla="*/ 230 h 230"/>
                <a:gd name="T16" fmla="*/ 64 w 255"/>
                <a:gd name="T17" fmla="*/ 209 h 230"/>
                <a:gd name="T18" fmla="*/ 64 w 255"/>
                <a:gd name="T19" fmla="*/ 197 h 230"/>
                <a:gd name="T20" fmla="*/ 76 w 255"/>
                <a:gd name="T21" fmla="*/ 197 h 230"/>
                <a:gd name="T22" fmla="*/ 111 w 255"/>
                <a:gd name="T23" fmla="*/ 197 h 230"/>
                <a:gd name="T24" fmla="*/ 120 w 255"/>
                <a:gd name="T25" fmla="*/ 197 h 230"/>
                <a:gd name="T26" fmla="*/ 120 w 255"/>
                <a:gd name="T27" fmla="*/ 209 h 230"/>
                <a:gd name="T28" fmla="*/ 120 w 255"/>
                <a:gd name="T29" fmla="*/ 230 h 230"/>
                <a:gd name="T30" fmla="*/ 135 w 255"/>
                <a:gd name="T31" fmla="*/ 230 h 230"/>
                <a:gd name="T32" fmla="*/ 135 w 255"/>
                <a:gd name="T33" fmla="*/ 209 h 230"/>
                <a:gd name="T34" fmla="*/ 135 w 255"/>
                <a:gd name="T35" fmla="*/ 197 h 230"/>
                <a:gd name="T36" fmla="*/ 144 w 255"/>
                <a:gd name="T37" fmla="*/ 197 h 230"/>
                <a:gd name="T38" fmla="*/ 182 w 255"/>
                <a:gd name="T39" fmla="*/ 197 h 230"/>
                <a:gd name="T40" fmla="*/ 191 w 255"/>
                <a:gd name="T41" fmla="*/ 197 h 230"/>
                <a:gd name="T42" fmla="*/ 191 w 255"/>
                <a:gd name="T43" fmla="*/ 209 h 230"/>
                <a:gd name="T44" fmla="*/ 191 w 255"/>
                <a:gd name="T45" fmla="*/ 230 h 230"/>
                <a:gd name="T46" fmla="*/ 206 w 255"/>
                <a:gd name="T47" fmla="*/ 230 h 230"/>
                <a:gd name="T48" fmla="*/ 206 w 255"/>
                <a:gd name="T49" fmla="*/ 209 h 230"/>
                <a:gd name="T50" fmla="*/ 206 w 255"/>
                <a:gd name="T51" fmla="*/ 197 h 230"/>
                <a:gd name="T52" fmla="*/ 215 w 255"/>
                <a:gd name="T53" fmla="*/ 197 h 230"/>
                <a:gd name="T54" fmla="*/ 251 w 255"/>
                <a:gd name="T55" fmla="*/ 197 h 230"/>
                <a:gd name="T56" fmla="*/ 255 w 255"/>
                <a:gd name="T57" fmla="*/ 197 h 230"/>
                <a:gd name="T58" fmla="*/ 255 w 255"/>
                <a:gd name="T59" fmla="*/ 93 h 230"/>
                <a:gd name="T60" fmla="*/ 239 w 255"/>
                <a:gd name="T61" fmla="*/ 93 h 230"/>
                <a:gd name="T62" fmla="*/ 239 w 255"/>
                <a:gd name="T63" fmla="*/ 116 h 230"/>
                <a:gd name="T64" fmla="*/ 215 w 255"/>
                <a:gd name="T65" fmla="*/ 116 h 230"/>
                <a:gd name="T66" fmla="*/ 215 w 255"/>
                <a:gd name="T67" fmla="*/ 93 h 230"/>
                <a:gd name="T68" fmla="*/ 189 w 255"/>
                <a:gd name="T69" fmla="*/ 93 h 230"/>
                <a:gd name="T70" fmla="*/ 189 w 255"/>
                <a:gd name="T71" fmla="*/ 116 h 230"/>
                <a:gd name="T72" fmla="*/ 165 w 255"/>
                <a:gd name="T73" fmla="*/ 116 h 230"/>
                <a:gd name="T74" fmla="*/ 165 w 255"/>
                <a:gd name="T75" fmla="*/ 93 h 230"/>
                <a:gd name="T76" fmla="*/ 144 w 255"/>
                <a:gd name="T77" fmla="*/ 93 h 230"/>
                <a:gd name="T78" fmla="*/ 144 w 255"/>
                <a:gd name="T79" fmla="*/ 0 h 230"/>
                <a:gd name="T80" fmla="*/ 111 w 255"/>
                <a:gd name="T81" fmla="*/ 0 h 230"/>
                <a:gd name="T82" fmla="*/ 111 w 255"/>
                <a:gd name="T83" fmla="*/ 93 h 230"/>
                <a:gd name="T84" fmla="*/ 90 w 255"/>
                <a:gd name="T85" fmla="*/ 93 h 230"/>
                <a:gd name="T86" fmla="*/ 90 w 255"/>
                <a:gd name="T87" fmla="*/ 116 h 230"/>
                <a:gd name="T88" fmla="*/ 66 w 255"/>
                <a:gd name="T89" fmla="*/ 116 h 230"/>
                <a:gd name="T90" fmla="*/ 66 w 255"/>
                <a:gd name="T91" fmla="*/ 93 h 230"/>
                <a:gd name="T92" fmla="*/ 40 w 255"/>
                <a:gd name="T93" fmla="*/ 93 h 230"/>
                <a:gd name="T94" fmla="*/ 40 w 255"/>
                <a:gd name="T95" fmla="*/ 116 h 230"/>
                <a:gd name="T96" fmla="*/ 16 w 255"/>
                <a:gd name="T97" fmla="*/ 116 h 230"/>
                <a:gd name="T98" fmla="*/ 16 w 255"/>
                <a:gd name="T99" fmla="*/ 93 h 230"/>
                <a:gd name="T100" fmla="*/ 0 w 255"/>
                <a:gd name="T101" fmla="*/ 9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5" h="230">
                  <a:moveTo>
                    <a:pt x="0" y="93"/>
                  </a:moveTo>
                  <a:lnTo>
                    <a:pt x="0" y="197"/>
                  </a:lnTo>
                  <a:lnTo>
                    <a:pt x="5" y="197"/>
                  </a:lnTo>
                  <a:lnTo>
                    <a:pt x="40" y="197"/>
                  </a:lnTo>
                  <a:lnTo>
                    <a:pt x="52" y="197"/>
                  </a:lnTo>
                  <a:lnTo>
                    <a:pt x="52" y="209"/>
                  </a:lnTo>
                  <a:lnTo>
                    <a:pt x="52" y="230"/>
                  </a:lnTo>
                  <a:lnTo>
                    <a:pt x="64" y="230"/>
                  </a:lnTo>
                  <a:lnTo>
                    <a:pt x="64" y="209"/>
                  </a:lnTo>
                  <a:lnTo>
                    <a:pt x="64" y="197"/>
                  </a:lnTo>
                  <a:lnTo>
                    <a:pt x="76" y="197"/>
                  </a:lnTo>
                  <a:lnTo>
                    <a:pt x="111" y="197"/>
                  </a:lnTo>
                  <a:lnTo>
                    <a:pt x="120" y="197"/>
                  </a:lnTo>
                  <a:lnTo>
                    <a:pt x="120" y="209"/>
                  </a:lnTo>
                  <a:lnTo>
                    <a:pt x="120" y="230"/>
                  </a:lnTo>
                  <a:lnTo>
                    <a:pt x="135" y="230"/>
                  </a:lnTo>
                  <a:lnTo>
                    <a:pt x="135" y="209"/>
                  </a:lnTo>
                  <a:lnTo>
                    <a:pt x="135" y="197"/>
                  </a:lnTo>
                  <a:lnTo>
                    <a:pt x="144" y="197"/>
                  </a:lnTo>
                  <a:lnTo>
                    <a:pt x="182" y="197"/>
                  </a:lnTo>
                  <a:lnTo>
                    <a:pt x="191" y="197"/>
                  </a:lnTo>
                  <a:lnTo>
                    <a:pt x="191" y="209"/>
                  </a:lnTo>
                  <a:lnTo>
                    <a:pt x="191" y="230"/>
                  </a:lnTo>
                  <a:lnTo>
                    <a:pt x="206" y="230"/>
                  </a:lnTo>
                  <a:lnTo>
                    <a:pt x="206" y="209"/>
                  </a:lnTo>
                  <a:lnTo>
                    <a:pt x="206" y="197"/>
                  </a:lnTo>
                  <a:lnTo>
                    <a:pt x="215" y="197"/>
                  </a:lnTo>
                  <a:lnTo>
                    <a:pt x="251" y="197"/>
                  </a:lnTo>
                  <a:lnTo>
                    <a:pt x="255" y="197"/>
                  </a:lnTo>
                  <a:lnTo>
                    <a:pt x="255" y="93"/>
                  </a:lnTo>
                  <a:lnTo>
                    <a:pt x="239" y="93"/>
                  </a:lnTo>
                  <a:lnTo>
                    <a:pt x="239" y="116"/>
                  </a:lnTo>
                  <a:lnTo>
                    <a:pt x="215" y="116"/>
                  </a:lnTo>
                  <a:lnTo>
                    <a:pt x="215" y="93"/>
                  </a:lnTo>
                  <a:lnTo>
                    <a:pt x="189" y="93"/>
                  </a:lnTo>
                  <a:lnTo>
                    <a:pt x="189" y="116"/>
                  </a:lnTo>
                  <a:lnTo>
                    <a:pt x="165" y="116"/>
                  </a:lnTo>
                  <a:lnTo>
                    <a:pt x="165" y="93"/>
                  </a:lnTo>
                  <a:lnTo>
                    <a:pt x="144" y="93"/>
                  </a:lnTo>
                  <a:lnTo>
                    <a:pt x="144" y="0"/>
                  </a:lnTo>
                  <a:lnTo>
                    <a:pt x="111" y="0"/>
                  </a:lnTo>
                  <a:lnTo>
                    <a:pt x="111" y="93"/>
                  </a:lnTo>
                  <a:lnTo>
                    <a:pt x="90" y="93"/>
                  </a:lnTo>
                  <a:lnTo>
                    <a:pt x="90" y="116"/>
                  </a:lnTo>
                  <a:lnTo>
                    <a:pt x="66" y="116"/>
                  </a:lnTo>
                  <a:lnTo>
                    <a:pt x="66" y="93"/>
                  </a:lnTo>
                  <a:lnTo>
                    <a:pt x="40" y="93"/>
                  </a:lnTo>
                  <a:lnTo>
                    <a:pt x="40" y="116"/>
                  </a:lnTo>
                  <a:lnTo>
                    <a:pt x="16" y="116"/>
                  </a:lnTo>
                  <a:lnTo>
                    <a:pt x="16" y="93"/>
                  </a:lnTo>
                  <a:lnTo>
                    <a:pt x="0" y="9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8" name="Freeform 366"/>
            <p:cNvSpPr>
              <a:spLocks/>
            </p:cNvSpPr>
            <p:nvPr/>
          </p:nvSpPr>
          <p:spPr bwMode="auto">
            <a:xfrm>
              <a:off x="7346950" y="1928813"/>
              <a:ext cx="577850" cy="296863"/>
            </a:xfrm>
            <a:custGeom>
              <a:avLst/>
              <a:gdLst>
                <a:gd name="T0" fmla="*/ 364 w 364"/>
                <a:gd name="T1" fmla="*/ 0 h 187"/>
                <a:gd name="T2" fmla="*/ 340 w 364"/>
                <a:gd name="T3" fmla="*/ 0 h 187"/>
                <a:gd name="T4" fmla="*/ 340 w 364"/>
                <a:gd name="T5" fmla="*/ 30 h 187"/>
                <a:gd name="T6" fmla="*/ 309 w 364"/>
                <a:gd name="T7" fmla="*/ 30 h 187"/>
                <a:gd name="T8" fmla="*/ 305 w 364"/>
                <a:gd name="T9" fmla="*/ 30 h 187"/>
                <a:gd name="T10" fmla="*/ 305 w 364"/>
                <a:gd name="T11" fmla="*/ 0 h 187"/>
                <a:gd name="T12" fmla="*/ 269 w 364"/>
                <a:gd name="T13" fmla="*/ 0 h 187"/>
                <a:gd name="T14" fmla="*/ 269 w 364"/>
                <a:gd name="T15" fmla="*/ 30 h 187"/>
                <a:gd name="T16" fmla="*/ 236 w 364"/>
                <a:gd name="T17" fmla="*/ 30 h 187"/>
                <a:gd name="T18" fmla="*/ 236 w 364"/>
                <a:gd name="T19" fmla="*/ 0 h 187"/>
                <a:gd name="T20" fmla="*/ 198 w 364"/>
                <a:gd name="T21" fmla="*/ 0 h 187"/>
                <a:gd name="T22" fmla="*/ 198 w 364"/>
                <a:gd name="T23" fmla="*/ 30 h 187"/>
                <a:gd name="T24" fmla="*/ 165 w 364"/>
                <a:gd name="T25" fmla="*/ 30 h 187"/>
                <a:gd name="T26" fmla="*/ 165 w 364"/>
                <a:gd name="T27" fmla="*/ 0 h 187"/>
                <a:gd name="T28" fmla="*/ 130 w 364"/>
                <a:gd name="T29" fmla="*/ 0 h 187"/>
                <a:gd name="T30" fmla="*/ 130 w 364"/>
                <a:gd name="T31" fmla="*/ 30 h 187"/>
                <a:gd name="T32" fmla="*/ 94 w 364"/>
                <a:gd name="T33" fmla="*/ 30 h 187"/>
                <a:gd name="T34" fmla="*/ 94 w 364"/>
                <a:gd name="T35" fmla="*/ 0 h 187"/>
                <a:gd name="T36" fmla="*/ 59 w 364"/>
                <a:gd name="T37" fmla="*/ 0 h 187"/>
                <a:gd name="T38" fmla="*/ 59 w 364"/>
                <a:gd name="T39" fmla="*/ 30 h 187"/>
                <a:gd name="T40" fmla="*/ 54 w 364"/>
                <a:gd name="T41" fmla="*/ 30 h 187"/>
                <a:gd name="T42" fmla="*/ 26 w 364"/>
                <a:gd name="T43" fmla="*/ 30 h 187"/>
                <a:gd name="T44" fmla="*/ 26 w 364"/>
                <a:gd name="T45" fmla="*/ 0 h 187"/>
                <a:gd name="T46" fmla="*/ 0 w 364"/>
                <a:gd name="T47" fmla="*/ 0 h 187"/>
                <a:gd name="T48" fmla="*/ 0 w 364"/>
                <a:gd name="T49" fmla="*/ 187 h 187"/>
                <a:gd name="T50" fmla="*/ 139 w 364"/>
                <a:gd name="T51" fmla="*/ 187 h 187"/>
                <a:gd name="T52" fmla="*/ 139 w 364"/>
                <a:gd name="T53" fmla="*/ 113 h 187"/>
                <a:gd name="T54" fmla="*/ 234 w 364"/>
                <a:gd name="T55" fmla="*/ 113 h 187"/>
                <a:gd name="T56" fmla="*/ 234 w 364"/>
                <a:gd name="T57" fmla="*/ 187 h 187"/>
                <a:gd name="T58" fmla="*/ 364 w 364"/>
                <a:gd name="T59" fmla="*/ 187 h 187"/>
                <a:gd name="T60" fmla="*/ 364 w 364"/>
                <a:gd name="T61"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4" h="187">
                  <a:moveTo>
                    <a:pt x="364" y="0"/>
                  </a:moveTo>
                  <a:lnTo>
                    <a:pt x="340" y="0"/>
                  </a:lnTo>
                  <a:lnTo>
                    <a:pt x="340" y="30"/>
                  </a:lnTo>
                  <a:lnTo>
                    <a:pt x="309" y="30"/>
                  </a:lnTo>
                  <a:lnTo>
                    <a:pt x="305" y="30"/>
                  </a:lnTo>
                  <a:lnTo>
                    <a:pt x="305" y="0"/>
                  </a:lnTo>
                  <a:lnTo>
                    <a:pt x="269" y="0"/>
                  </a:lnTo>
                  <a:lnTo>
                    <a:pt x="269" y="30"/>
                  </a:lnTo>
                  <a:lnTo>
                    <a:pt x="236" y="30"/>
                  </a:lnTo>
                  <a:lnTo>
                    <a:pt x="236" y="0"/>
                  </a:lnTo>
                  <a:lnTo>
                    <a:pt x="198" y="0"/>
                  </a:lnTo>
                  <a:lnTo>
                    <a:pt x="198" y="30"/>
                  </a:lnTo>
                  <a:lnTo>
                    <a:pt x="165" y="30"/>
                  </a:lnTo>
                  <a:lnTo>
                    <a:pt x="165" y="0"/>
                  </a:lnTo>
                  <a:lnTo>
                    <a:pt x="130" y="0"/>
                  </a:lnTo>
                  <a:lnTo>
                    <a:pt x="130" y="30"/>
                  </a:lnTo>
                  <a:lnTo>
                    <a:pt x="94" y="30"/>
                  </a:lnTo>
                  <a:lnTo>
                    <a:pt x="94" y="0"/>
                  </a:lnTo>
                  <a:lnTo>
                    <a:pt x="59" y="0"/>
                  </a:lnTo>
                  <a:lnTo>
                    <a:pt x="59" y="30"/>
                  </a:lnTo>
                  <a:lnTo>
                    <a:pt x="54" y="30"/>
                  </a:lnTo>
                  <a:lnTo>
                    <a:pt x="26" y="30"/>
                  </a:lnTo>
                  <a:lnTo>
                    <a:pt x="26" y="0"/>
                  </a:lnTo>
                  <a:lnTo>
                    <a:pt x="0" y="0"/>
                  </a:lnTo>
                  <a:lnTo>
                    <a:pt x="0" y="187"/>
                  </a:lnTo>
                  <a:lnTo>
                    <a:pt x="139" y="187"/>
                  </a:lnTo>
                  <a:lnTo>
                    <a:pt x="139" y="113"/>
                  </a:lnTo>
                  <a:lnTo>
                    <a:pt x="234" y="113"/>
                  </a:lnTo>
                  <a:lnTo>
                    <a:pt x="234" y="187"/>
                  </a:lnTo>
                  <a:lnTo>
                    <a:pt x="364" y="187"/>
                  </a:lnTo>
                  <a:lnTo>
                    <a:pt x="36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9" name="Freeform 367"/>
            <p:cNvSpPr>
              <a:spLocks/>
            </p:cNvSpPr>
            <p:nvPr/>
          </p:nvSpPr>
          <p:spPr bwMode="auto">
            <a:xfrm>
              <a:off x="7688262" y="1612900"/>
              <a:ext cx="165100" cy="104775"/>
            </a:xfrm>
            <a:custGeom>
              <a:avLst/>
              <a:gdLst>
                <a:gd name="T0" fmla="*/ 0 w 104"/>
                <a:gd name="T1" fmla="*/ 0 h 66"/>
                <a:gd name="T2" fmla="*/ 0 w 104"/>
                <a:gd name="T3" fmla="*/ 66 h 66"/>
                <a:gd name="T4" fmla="*/ 104 w 104"/>
                <a:gd name="T5" fmla="*/ 33 h 66"/>
                <a:gd name="T6" fmla="*/ 0 w 104"/>
                <a:gd name="T7" fmla="*/ 0 h 66"/>
              </a:gdLst>
              <a:ahLst/>
              <a:cxnLst>
                <a:cxn ang="0">
                  <a:pos x="T0" y="T1"/>
                </a:cxn>
                <a:cxn ang="0">
                  <a:pos x="T2" y="T3"/>
                </a:cxn>
                <a:cxn ang="0">
                  <a:pos x="T4" y="T5"/>
                </a:cxn>
                <a:cxn ang="0">
                  <a:pos x="T6" y="T7"/>
                </a:cxn>
              </a:cxnLst>
              <a:rect l="0" t="0" r="r" b="b"/>
              <a:pathLst>
                <a:path w="104" h="66">
                  <a:moveTo>
                    <a:pt x="0" y="0"/>
                  </a:moveTo>
                  <a:lnTo>
                    <a:pt x="0" y="66"/>
                  </a:lnTo>
                  <a:lnTo>
                    <a:pt x="104" y="33"/>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0" name="Freeform 368"/>
            <p:cNvSpPr>
              <a:spLocks/>
            </p:cNvSpPr>
            <p:nvPr/>
          </p:nvSpPr>
          <p:spPr bwMode="auto">
            <a:xfrm>
              <a:off x="6862762" y="1241425"/>
              <a:ext cx="592138" cy="157163"/>
            </a:xfrm>
            <a:custGeom>
              <a:avLst/>
              <a:gdLst>
                <a:gd name="T0" fmla="*/ 49 w 373"/>
                <a:gd name="T1" fmla="*/ 99 h 99"/>
                <a:gd name="T2" fmla="*/ 59 w 373"/>
                <a:gd name="T3" fmla="*/ 99 h 99"/>
                <a:gd name="T4" fmla="*/ 314 w 373"/>
                <a:gd name="T5" fmla="*/ 99 h 99"/>
                <a:gd name="T6" fmla="*/ 319 w 373"/>
                <a:gd name="T7" fmla="*/ 99 h 99"/>
                <a:gd name="T8" fmla="*/ 373 w 373"/>
                <a:gd name="T9" fmla="*/ 0 h 99"/>
                <a:gd name="T10" fmla="*/ 371 w 373"/>
                <a:gd name="T11" fmla="*/ 0 h 99"/>
                <a:gd name="T12" fmla="*/ 316 w 373"/>
                <a:gd name="T13" fmla="*/ 0 h 99"/>
                <a:gd name="T14" fmla="*/ 271 w 373"/>
                <a:gd name="T15" fmla="*/ 0 h 99"/>
                <a:gd name="T16" fmla="*/ 99 w 373"/>
                <a:gd name="T17" fmla="*/ 0 h 99"/>
                <a:gd name="T18" fmla="*/ 56 w 373"/>
                <a:gd name="T19" fmla="*/ 0 h 99"/>
                <a:gd name="T20" fmla="*/ 0 w 373"/>
                <a:gd name="T21" fmla="*/ 0 h 99"/>
                <a:gd name="T22" fmla="*/ 49 w 373"/>
                <a:gd name="T23"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3" h="99">
                  <a:moveTo>
                    <a:pt x="49" y="99"/>
                  </a:moveTo>
                  <a:lnTo>
                    <a:pt x="59" y="99"/>
                  </a:lnTo>
                  <a:lnTo>
                    <a:pt x="314" y="99"/>
                  </a:lnTo>
                  <a:lnTo>
                    <a:pt x="319" y="99"/>
                  </a:lnTo>
                  <a:lnTo>
                    <a:pt x="373" y="0"/>
                  </a:lnTo>
                  <a:lnTo>
                    <a:pt x="371" y="0"/>
                  </a:lnTo>
                  <a:lnTo>
                    <a:pt x="316" y="0"/>
                  </a:lnTo>
                  <a:lnTo>
                    <a:pt x="271" y="0"/>
                  </a:lnTo>
                  <a:lnTo>
                    <a:pt x="99" y="0"/>
                  </a:lnTo>
                  <a:lnTo>
                    <a:pt x="56" y="0"/>
                  </a:lnTo>
                  <a:lnTo>
                    <a:pt x="0" y="0"/>
                  </a:lnTo>
                  <a:lnTo>
                    <a:pt x="49" y="9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1" name="Freeform 369"/>
            <p:cNvSpPr>
              <a:spLocks/>
            </p:cNvSpPr>
            <p:nvPr/>
          </p:nvSpPr>
          <p:spPr bwMode="auto">
            <a:xfrm>
              <a:off x="6858000" y="1274763"/>
              <a:ext cx="593725" cy="280988"/>
            </a:xfrm>
            <a:custGeom>
              <a:avLst/>
              <a:gdLst>
                <a:gd name="T0" fmla="*/ 0 w 158"/>
                <a:gd name="T1" fmla="*/ 75 h 75"/>
                <a:gd name="T2" fmla="*/ 158 w 158"/>
                <a:gd name="T3" fmla="*/ 75 h 75"/>
                <a:gd name="T4" fmla="*/ 158 w 158"/>
                <a:gd name="T5" fmla="*/ 0 h 75"/>
                <a:gd name="T6" fmla="*/ 140 w 158"/>
                <a:gd name="T7" fmla="*/ 35 h 75"/>
                <a:gd name="T8" fmla="*/ 139 w 158"/>
                <a:gd name="T9" fmla="*/ 37 h 75"/>
                <a:gd name="T10" fmla="*/ 136 w 158"/>
                <a:gd name="T11" fmla="*/ 37 h 75"/>
                <a:gd name="T12" fmla="*/ 131 w 158"/>
                <a:gd name="T13" fmla="*/ 37 h 75"/>
                <a:gd name="T14" fmla="*/ 92 w 158"/>
                <a:gd name="T15" fmla="*/ 37 h 75"/>
                <a:gd name="T16" fmla="*/ 92 w 158"/>
                <a:gd name="T17" fmla="*/ 39 h 75"/>
                <a:gd name="T18" fmla="*/ 90 w 158"/>
                <a:gd name="T19" fmla="*/ 46 h 75"/>
                <a:gd name="T20" fmla="*/ 80 w 158"/>
                <a:gd name="T21" fmla="*/ 51 h 75"/>
                <a:gd name="T22" fmla="*/ 69 w 158"/>
                <a:gd name="T23" fmla="*/ 46 h 75"/>
                <a:gd name="T24" fmla="*/ 67 w 158"/>
                <a:gd name="T25" fmla="*/ 39 h 75"/>
                <a:gd name="T26" fmla="*/ 68 w 158"/>
                <a:gd name="T27" fmla="*/ 37 h 75"/>
                <a:gd name="T28" fmla="*/ 29 w 158"/>
                <a:gd name="T29" fmla="*/ 37 h 75"/>
                <a:gd name="T30" fmla="*/ 22 w 158"/>
                <a:gd name="T31" fmla="*/ 37 h 75"/>
                <a:gd name="T32" fmla="*/ 19 w 158"/>
                <a:gd name="T33" fmla="*/ 37 h 75"/>
                <a:gd name="T34" fmla="*/ 18 w 158"/>
                <a:gd name="T35" fmla="*/ 35 h 75"/>
                <a:gd name="T36" fmla="*/ 0 w 158"/>
                <a:gd name="T37" fmla="*/ 1 h 75"/>
                <a:gd name="T38" fmla="*/ 0 w 158"/>
                <a:gd name="T3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75">
                  <a:moveTo>
                    <a:pt x="0" y="75"/>
                  </a:moveTo>
                  <a:cubicBezTo>
                    <a:pt x="158" y="75"/>
                    <a:pt x="158" y="75"/>
                    <a:pt x="158" y="75"/>
                  </a:cubicBezTo>
                  <a:cubicBezTo>
                    <a:pt x="158" y="0"/>
                    <a:pt x="158" y="0"/>
                    <a:pt x="158" y="0"/>
                  </a:cubicBezTo>
                  <a:cubicBezTo>
                    <a:pt x="140" y="35"/>
                    <a:pt x="140" y="35"/>
                    <a:pt x="140" y="35"/>
                  </a:cubicBezTo>
                  <a:cubicBezTo>
                    <a:pt x="139" y="37"/>
                    <a:pt x="139" y="37"/>
                    <a:pt x="139" y="37"/>
                  </a:cubicBezTo>
                  <a:cubicBezTo>
                    <a:pt x="136" y="37"/>
                    <a:pt x="136" y="37"/>
                    <a:pt x="136" y="37"/>
                  </a:cubicBezTo>
                  <a:cubicBezTo>
                    <a:pt x="131" y="37"/>
                    <a:pt x="131" y="37"/>
                    <a:pt x="131" y="37"/>
                  </a:cubicBezTo>
                  <a:cubicBezTo>
                    <a:pt x="92" y="37"/>
                    <a:pt x="92" y="37"/>
                    <a:pt x="92" y="37"/>
                  </a:cubicBezTo>
                  <a:cubicBezTo>
                    <a:pt x="92" y="38"/>
                    <a:pt x="92" y="38"/>
                    <a:pt x="92" y="39"/>
                  </a:cubicBezTo>
                  <a:cubicBezTo>
                    <a:pt x="92" y="42"/>
                    <a:pt x="91" y="44"/>
                    <a:pt x="90" y="46"/>
                  </a:cubicBezTo>
                  <a:cubicBezTo>
                    <a:pt x="88" y="50"/>
                    <a:pt x="84" y="51"/>
                    <a:pt x="80" y="51"/>
                  </a:cubicBezTo>
                  <a:cubicBezTo>
                    <a:pt x="75" y="51"/>
                    <a:pt x="72" y="50"/>
                    <a:pt x="69" y="46"/>
                  </a:cubicBezTo>
                  <a:cubicBezTo>
                    <a:pt x="68" y="44"/>
                    <a:pt x="67" y="42"/>
                    <a:pt x="67" y="39"/>
                  </a:cubicBezTo>
                  <a:cubicBezTo>
                    <a:pt x="67" y="38"/>
                    <a:pt x="68" y="38"/>
                    <a:pt x="68" y="37"/>
                  </a:cubicBezTo>
                  <a:cubicBezTo>
                    <a:pt x="29" y="37"/>
                    <a:pt x="29" y="37"/>
                    <a:pt x="29" y="37"/>
                  </a:cubicBezTo>
                  <a:cubicBezTo>
                    <a:pt x="22" y="37"/>
                    <a:pt x="22" y="37"/>
                    <a:pt x="22" y="37"/>
                  </a:cubicBezTo>
                  <a:cubicBezTo>
                    <a:pt x="19" y="37"/>
                    <a:pt x="19" y="37"/>
                    <a:pt x="19" y="37"/>
                  </a:cubicBezTo>
                  <a:cubicBezTo>
                    <a:pt x="18" y="35"/>
                    <a:pt x="18" y="35"/>
                    <a:pt x="18" y="35"/>
                  </a:cubicBezTo>
                  <a:cubicBezTo>
                    <a:pt x="0" y="1"/>
                    <a:pt x="0" y="1"/>
                    <a:pt x="0" y="1"/>
                  </a:cubicBezTo>
                  <a:lnTo>
                    <a:pt x="0" y="7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2" name="Freeform 370"/>
            <p:cNvSpPr>
              <a:spLocks/>
            </p:cNvSpPr>
            <p:nvPr/>
          </p:nvSpPr>
          <p:spPr bwMode="auto">
            <a:xfrm>
              <a:off x="6951662" y="1027113"/>
              <a:ext cx="412750" cy="195263"/>
            </a:xfrm>
            <a:custGeom>
              <a:avLst/>
              <a:gdLst>
                <a:gd name="T0" fmla="*/ 110 w 110"/>
                <a:gd name="T1" fmla="*/ 52 h 52"/>
                <a:gd name="T2" fmla="*/ 110 w 110"/>
                <a:gd name="T3" fmla="*/ 23 h 52"/>
                <a:gd name="T4" fmla="*/ 89 w 110"/>
                <a:gd name="T5" fmla="*/ 0 h 52"/>
                <a:gd name="T6" fmla="*/ 21 w 110"/>
                <a:gd name="T7" fmla="*/ 0 h 52"/>
                <a:gd name="T8" fmla="*/ 0 w 110"/>
                <a:gd name="T9" fmla="*/ 23 h 52"/>
                <a:gd name="T10" fmla="*/ 0 w 110"/>
                <a:gd name="T11" fmla="*/ 52 h 52"/>
                <a:gd name="T12" fmla="*/ 18 w 110"/>
                <a:gd name="T13" fmla="*/ 52 h 52"/>
                <a:gd name="T14" fmla="*/ 18 w 110"/>
                <a:gd name="T15" fmla="*/ 23 h 52"/>
                <a:gd name="T16" fmla="*/ 21 w 110"/>
                <a:gd name="T17" fmla="*/ 19 h 52"/>
                <a:gd name="T18" fmla="*/ 89 w 110"/>
                <a:gd name="T19" fmla="*/ 19 h 52"/>
                <a:gd name="T20" fmla="*/ 91 w 110"/>
                <a:gd name="T21" fmla="*/ 23 h 52"/>
                <a:gd name="T22" fmla="*/ 91 w 110"/>
                <a:gd name="T23" fmla="*/ 52 h 52"/>
                <a:gd name="T24" fmla="*/ 110 w 110"/>
                <a:gd name="T2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52">
                  <a:moveTo>
                    <a:pt x="110" y="52"/>
                  </a:moveTo>
                  <a:cubicBezTo>
                    <a:pt x="110" y="23"/>
                    <a:pt x="110" y="23"/>
                    <a:pt x="110" y="23"/>
                  </a:cubicBezTo>
                  <a:cubicBezTo>
                    <a:pt x="110" y="11"/>
                    <a:pt x="101" y="0"/>
                    <a:pt x="89" y="0"/>
                  </a:cubicBezTo>
                  <a:cubicBezTo>
                    <a:pt x="21" y="0"/>
                    <a:pt x="21" y="0"/>
                    <a:pt x="21" y="0"/>
                  </a:cubicBezTo>
                  <a:cubicBezTo>
                    <a:pt x="9" y="0"/>
                    <a:pt x="0" y="11"/>
                    <a:pt x="0" y="23"/>
                  </a:cubicBezTo>
                  <a:cubicBezTo>
                    <a:pt x="0" y="52"/>
                    <a:pt x="0" y="52"/>
                    <a:pt x="0" y="52"/>
                  </a:cubicBezTo>
                  <a:cubicBezTo>
                    <a:pt x="18" y="52"/>
                    <a:pt x="18" y="52"/>
                    <a:pt x="18" y="52"/>
                  </a:cubicBezTo>
                  <a:cubicBezTo>
                    <a:pt x="18" y="23"/>
                    <a:pt x="18" y="23"/>
                    <a:pt x="18" y="23"/>
                  </a:cubicBezTo>
                  <a:cubicBezTo>
                    <a:pt x="18" y="21"/>
                    <a:pt x="19" y="19"/>
                    <a:pt x="21" y="19"/>
                  </a:cubicBezTo>
                  <a:cubicBezTo>
                    <a:pt x="89" y="19"/>
                    <a:pt x="89" y="19"/>
                    <a:pt x="89" y="19"/>
                  </a:cubicBezTo>
                  <a:cubicBezTo>
                    <a:pt x="90" y="19"/>
                    <a:pt x="91" y="21"/>
                    <a:pt x="91" y="23"/>
                  </a:cubicBezTo>
                  <a:cubicBezTo>
                    <a:pt x="91" y="52"/>
                    <a:pt x="91" y="52"/>
                    <a:pt x="91" y="52"/>
                  </a:cubicBezTo>
                  <a:lnTo>
                    <a:pt x="110" y="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3" name="Freeform 371"/>
            <p:cNvSpPr>
              <a:spLocks/>
            </p:cNvSpPr>
            <p:nvPr/>
          </p:nvSpPr>
          <p:spPr bwMode="auto">
            <a:xfrm>
              <a:off x="6711950" y="628650"/>
              <a:ext cx="198438" cy="217488"/>
            </a:xfrm>
            <a:custGeom>
              <a:avLst/>
              <a:gdLst>
                <a:gd name="T0" fmla="*/ 34 w 53"/>
                <a:gd name="T1" fmla="*/ 0 h 58"/>
                <a:gd name="T2" fmla="*/ 15 w 53"/>
                <a:gd name="T3" fmla="*/ 15 h 58"/>
                <a:gd name="T4" fmla="*/ 7 w 53"/>
                <a:gd name="T5" fmla="*/ 17 h 58"/>
                <a:gd name="T6" fmla="*/ 7 w 53"/>
                <a:gd name="T7" fmla="*/ 18 h 58"/>
                <a:gd name="T8" fmla="*/ 15 w 53"/>
                <a:gd name="T9" fmla="*/ 53 h 58"/>
                <a:gd name="T10" fmla="*/ 46 w 53"/>
                <a:gd name="T11" fmla="*/ 36 h 58"/>
                <a:gd name="T12" fmla="*/ 39 w 53"/>
                <a:gd name="T13" fmla="*/ 1 h 58"/>
                <a:gd name="T14" fmla="*/ 34 w 53"/>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8">
                  <a:moveTo>
                    <a:pt x="34" y="0"/>
                  </a:moveTo>
                  <a:cubicBezTo>
                    <a:pt x="30" y="7"/>
                    <a:pt x="23" y="12"/>
                    <a:pt x="15" y="15"/>
                  </a:cubicBezTo>
                  <a:cubicBezTo>
                    <a:pt x="12" y="16"/>
                    <a:pt x="10" y="17"/>
                    <a:pt x="7" y="17"/>
                  </a:cubicBezTo>
                  <a:cubicBezTo>
                    <a:pt x="7" y="17"/>
                    <a:pt x="7" y="18"/>
                    <a:pt x="7" y="18"/>
                  </a:cubicBezTo>
                  <a:cubicBezTo>
                    <a:pt x="0" y="32"/>
                    <a:pt x="4" y="47"/>
                    <a:pt x="15" y="53"/>
                  </a:cubicBezTo>
                  <a:cubicBezTo>
                    <a:pt x="25" y="58"/>
                    <a:pt x="40" y="50"/>
                    <a:pt x="46" y="36"/>
                  </a:cubicBezTo>
                  <a:cubicBezTo>
                    <a:pt x="53" y="22"/>
                    <a:pt x="50" y="7"/>
                    <a:pt x="39" y="1"/>
                  </a:cubicBezTo>
                  <a:cubicBezTo>
                    <a:pt x="37" y="1"/>
                    <a:pt x="36" y="0"/>
                    <a:pt x="34"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4" name="Freeform 372"/>
            <p:cNvSpPr>
              <a:spLocks/>
            </p:cNvSpPr>
            <p:nvPr/>
          </p:nvSpPr>
          <p:spPr bwMode="auto">
            <a:xfrm>
              <a:off x="6467475" y="369888"/>
              <a:ext cx="398463" cy="311150"/>
            </a:xfrm>
            <a:custGeom>
              <a:avLst/>
              <a:gdLst>
                <a:gd name="T0" fmla="*/ 37 w 106"/>
                <a:gd name="T1" fmla="*/ 76 h 83"/>
                <a:gd name="T2" fmla="*/ 76 w 106"/>
                <a:gd name="T3" fmla="*/ 80 h 83"/>
                <a:gd name="T4" fmla="*/ 78 w 106"/>
                <a:gd name="T5" fmla="*/ 79 h 83"/>
                <a:gd name="T6" fmla="*/ 93 w 106"/>
                <a:gd name="T7" fmla="*/ 69 h 83"/>
                <a:gd name="T8" fmla="*/ 97 w 106"/>
                <a:gd name="T9" fmla="*/ 63 h 83"/>
                <a:gd name="T10" fmla="*/ 69 w 106"/>
                <a:gd name="T11" fmla="*/ 8 h 83"/>
                <a:gd name="T12" fmla="*/ 27 w 106"/>
                <a:gd name="T13" fmla="*/ 5 h 83"/>
                <a:gd name="T14" fmla="*/ 8 w 106"/>
                <a:gd name="T15" fmla="*/ 21 h 83"/>
                <a:gd name="T16" fmla="*/ 37 w 106"/>
                <a:gd name="T17" fmla="*/ 7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83">
                  <a:moveTo>
                    <a:pt x="37" y="76"/>
                  </a:moveTo>
                  <a:cubicBezTo>
                    <a:pt x="50" y="82"/>
                    <a:pt x="65" y="83"/>
                    <a:pt x="76" y="80"/>
                  </a:cubicBezTo>
                  <a:cubicBezTo>
                    <a:pt x="77" y="80"/>
                    <a:pt x="77" y="79"/>
                    <a:pt x="78" y="79"/>
                  </a:cubicBezTo>
                  <a:cubicBezTo>
                    <a:pt x="84" y="77"/>
                    <a:pt x="89" y="74"/>
                    <a:pt x="93" y="69"/>
                  </a:cubicBezTo>
                  <a:cubicBezTo>
                    <a:pt x="94" y="67"/>
                    <a:pt x="96" y="65"/>
                    <a:pt x="97" y="63"/>
                  </a:cubicBezTo>
                  <a:cubicBezTo>
                    <a:pt x="106" y="44"/>
                    <a:pt x="93" y="19"/>
                    <a:pt x="69" y="8"/>
                  </a:cubicBezTo>
                  <a:cubicBezTo>
                    <a:pt x="54" y="1"/>
                    <a:pt x="39" y="0"/>
                    <a:pt x="27" y="5"/>
                  </a:cubicBezTo>
                  <a:cubicBezTo>
                    <a:pt x="19" y="8"/>
                    <a:pt x="12" y="13"/>
                    <a:pt x="8" y="21"/>
                  </a:cubicBezTo>
                  <a:cubicBezTo>
                    <a:pt x="0" y="40"/>
                    <a:pt x="12" y="65"/>
                    <a:pt x="37" y="7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5" name="Freeform 373"/>
            <p:cNvSpPr>
              <a:spLocks/>
            </p:cNvSpPr>
            <p:nvPr/>
          </p:nvSpPr>
          <p:spPr bwMode="auto">
            <a:xfrm>
              <a:off x="6956425" y="560388"/>
              <a:ext cx="231775" cy="173038"/>
            </a:xfrm>
            <a:custGeom>
              <a:avLst/>
              <a:gdLst>
                <a:gd name="T0" fmla="*/ 56 w 62"/>
                <a:gd name="T1" fmla="*/ 32 h 46"/>
                <a:gd name="T2" fmla="*/ 40 w 62"/>
                <a:gd name="T3" fmla="*/ 0 h 46"/>
                <a:gd name="T4" fmla="*/ 40 w 62"/>
                <a:gd name="T5" fmla="*/ 0 h 46"/>
                <a:gd name="T6" fmla="*/ 33 w 62"/>
                <a:gd name="T7" fmla="*/ 3 h 46"/>
                <a:gd name="T8" fmla="*/ 8 w 62"/>
                <a:gd name="T9" fmla="*/ 4 h 46"/>
                <a:gd name="T10" fmla="*/ 5 w 62"/>
                <a:gd name="T11" fmla="*/ 8 h 46"/>
                <a:gd name="T12" fmla="*/ 22 w 62"/>
                <a:gd name="T13" fmla="*/ 40 h 46"/>
                <a:gd name="T14" fmla="*/ 56 w 62"/>
                <a:gd name="T15" fmla="*/ 3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46">
                  <a:moveTo>
                    <a:pt x="56" y="32"/>
                  </a:moveTo>
                  <a:cubicBezTo>
                    <a:pt x="62" y="21"/>
                    <a:pt x="54" y="7"/>
                    <a:pt x="40" y="0"/>
                  </a:cubicBezTo>
                  <a:cubicBezTo>
                    <a:pt x="40" y="0"/>
                    <a:pt x="40" y="0"/>
                    <a:pt x="40" y="0"/>
                  </a:cubicBezTo>
                  <a:cubicBezTo>
                    <a:pt x="37" y="1"/>
                    <a:pt x="35" y="2"/>
                    <a:pt x="33" y="3"/>
                  </a:cubicBezTo>
                  <a:cubicBezTo>
                    <a:pt x="24" y="6"/>
                    <a:pt x="16" y="7"/>
                    <a:pt x="8" y="4"/>
                  </a:cubicBezTo>
                  <a:cubicBezTo>
                    <a:pt x="7" y="5"/>
                    <a:pt x="6" y="7"/>
                    <a:pt x="5" y="8"/>
                  </a:cubicBezTo>
                  <a:cubicBezTo>
                    <a:pt x="0" y="19"/>
                    <a:pt x="7" y="33"/>
                    <a:pt x="22" y="40"/>
                  </a:cubicBezTo>
                  <a:cubicBezTo>
                    <a:pt x="36" y="46"/>
                    <a:pt x="51" y="43"/>
                    <a:pt x="56" y="3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6" name="Freeform 374"/>
            <p:cNvSpPr>
              <a:spLocks/>
            </p:cNvSpPr>
            <p:nvPr/>
          </p:nvSpPr>
          <p:spPr bwMode="auto">
            <a:xfrm>
              <a:off x="6884987" y="207963"/>
              <a:ext cx="341313" cy="357188"/>
            </a:xfrm>
            <a:custGeom>
              <a:avLst/>
              <a:gdLst>
                <a:gd name="T0" fmla="*/ 66 w 91"/>
                <a:gd name="T1" fmla="*/ 3 h 95"/>
                <a:gd name="T2" fmla="*/ 41 w 91"/>
                <a:gd name="T3" fmla="*/ 3 h 95"/>
                <a:gd name="T4" fmla="*/ 11 w 91"/>
                <a:gd name="T5" fmla="*/ 31 h 95"/>
                <a:gd name="T6" fmla="*/ 25 w 91"/>
                <a:gd name="T7" fmla="*/ 92 h 95"/>
                <a:gd name="T8" fmla="*/ 32 w 91"/>
                <a:gd name="T9" fmla="*/ 94 h 95"/>
                <a:gd name="T10" fmla="*/ 50 w 91"/>
                <a:gd name="T11" fmla="*/ 92 h 95"/>
                <a:gd name="T12" fmla="*/ 51 w 91"/>
                <a:gd name="T13" fmla="*/ 92 h 95"/>
                <a:gd name="T14" fmla="*/ 80 w 91"/>
                <a:gd name="T15" fmla="*/ 64 h 95"/>
                <a:gd name="T16" fmla="*/ 66 w 91"/>
                <a:gd name="T17"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5">
                  <a:moveTo>
                    <a:pt x="66" y="3"/>
                  </a:moveTo>
                  <a:cubicBezTo>
                    <a:pt x="58" y="0"/>
                    <a:pt x="49" y="0"/>
                    <a:pt x="41" y="3"/>
                  </a:cubicBezTo>
                  <a:cubicBezTo>
                    <a:pt x="29" y="7"/>
                    <a:pt x="18" y="17"/>
                    <a:pt x="11" y="31"/>
                  </a:cubicBezTo>
                  <a:cubicBezTo>
                    <a:pt x="0" y="56"/>
                    <a:pt x="6" y="83"/>
                    <a:pt x="25" y="92"/>
                  </a:cubicBezTo>
                  <a:cubicBezTo>
                    <a:pt x="27" y="93"/>
                    <a:pt x="29" y="94"/>
                    <a:pt x="32" y="94"/>
                  </a:cubicBezTo>
                  <a:cubicBezTo>
                    <a:pt x="38" y="95"/>
                    <a:pt x="44" y="94"/>
                    <a:pt x="50" y="92"/>
                  </a:cubicBezTo>
                  <a:cubicBezTo>
                    <a:pt x="50" y="92"/>
                    <a:pt x="51" y="92"/>
                    <a:pt x="51" y="92"/>
                  </a:cubicBezTo>
                  <a:cubicBezTo>
                    <a:pt x="63" y="87"/>
                    <a:pt x="73" y="77"/>
                    <a:pt x="80" y="64"/>
                  </a:cubicBezTo>
                  <a:cubicBezTo>
                    <a:pt x="91" y="39"/>
                    <a:pt x="85" y="12"/>
                    <a:pt x="66"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7" name="Freeform 375"/>
            <p:cNvSpPr>
              <a:spLocks/>
            </p:cNvSpPr>
            <p:nvPr/>
          </p:nvSpPr>
          <p:spPr bwMode="auto">
            <a:xfrm>
              <a:off x="6756400" y="309563"/>
              <a:ext cx="236538" cy="458788"/>
            </a:xfrm>
            <a:custGeom>
              <a:avLst/>
              <a:gdLst>
                <a:gd name="T0" fmla="*/ 31 w 63"/>
                <a:gd name="T1" fmla="*/ 5 h 122"/>
                <a:gd name="T2" fmla="*/ 26 w 63"/>
                <a:gd name="T3" fmla="*/ 3 h 122"/>
                <a:gd name="T4" fmla="*/ 22 w 63"/>
                <a:gd name="T5" fmla="*/ 17 h 122"/>
                <a:gd name="T6" fmla="*/ 20 w 63"/>
                <a:gd name="T7" fmla="*/ 17 h 122"/>
                <a:gd name="T8" fmla="*/ 17 w 63"/>
                <a:gd name="T9" fmla="*/ 19 h 122"/>
                <a:gd name="T10" fmla="*/ 5 w 63"/>
                <a:gd name="T11" fmla="*/ 10 h 122"/>
                <a:gd name="T12" fmla="*/ 3 w 63"/>
                <a:gd name="T13" fmla="*/ 15 h 122"/>
                <a:gd name="T14" fmla="*/ 15 w 63"/>
                <a:gd name="T15" fmla="*/ 23 h 122"/>
                <a:gd name="T16" fmla="*/ 15 w 63"/>
                <a:gd name="T17" fmla="*/ 27 h 122"/>
                <a:gd name="T18" fmla="*/ 21 w 63"/>
                <a:gd name="T19" fmla="*/ 42 h 122"/>
                <a:gd name="T20" fmla="*/ 28 w 63"/>
                <a:gd name="T21" fmla="*/ 61 h 122"/>
                <a:gd name="T22" fmla="*/ 47 w 63"/>
                <a:gd name="T23" fmla="*/ 116 h 122"/>
                <a:gd name="T24" fmla="*/ 57 w 63"/>
                <a:gd name="T25" fmla="*/ 120 h 122"/>
                <a:gd name="T26" fmla="*/ 61 w 63"/>
                <a:gd name="T27" fmla="*/ 111 h 122"/>
                <a:gd name="T28" fmla="*/ 42 w 63"/>
                <a:gd name="T29" fmla="*/ 56 h 122"/>
                <a:gd name="T30" fmla="*/ 35 w 63"/>
                <a:gd name="T31" fmla="*/ 37 h 122"/>
                <a:gd name="T32" fmla="*/ 29 w 63"/>
                <a:gd name="T33" fmla="*/ 22 h 122"/>
                <a:gd name="T34" fmla="*/ 27 w 63"/>
                <a:gd name="T35" fmla="*/ 19 h 122"/>
                <a:gd name="T36" fmla="*/ 31 w 63"/>
                <a:gd name="T37"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22">
                  <a:moveTo>
                    <a:pt x="31" y="5"/>
                  </a:moveTo>
                  <a:cubicBezTo>
                    <a:pt x="32" y="2"/>
                    <a:pt x="28" y="0"/>
                    <a:pt x="26" y="3"/>
                  </a:cubicBezTo>
                  <a:cubicBezTo>
                    <a:pt x="24" y="7"/>
                    <a:pt x="23" y="12"/>
                    <a:pt x="22" y="17"/>
                  </a:cubicBezTo>
                  <a:cubicBezTo>
                    <a:pt x="21" y="17"/>
                    <a:pt x="20" y="17"/>
                    <a:pt x="20" y="17"/>
                  </a:cubicBezTo>
                  <a:cubicBezTo>
                    <a:pt x="19" y="18"/>
                    <a:pt x="18" y="18"/>
                    <a:pt x="17" y="19"/>
                  </a:cubicBezTo>
                  <a:cubicBezTo>
                    <a:pt x="14" y="15"/>
                    <a:pt x="10" y="12"/>
                    <a:pt x="5" y="10"/>
                  </a:cubicBezTo>
                  <a:cubicBezTo>
                    <a:pt x="2" y="9"/>
                    <a:pt x="0" y="14"/>
                    <a:pt x="3" y="15"/>
                  </a:cubicBezTo>
                  <a:cubicBezTo>
                    <a:pt x="8" y="17"/>
                    <a:pt x="11" y="20"/>
                    <a:pt x="15" y="23"/>
                  </a:cubicBezTo>
                  <a:cubicBezTo>
                    <a:pt x="15" y="24"/>
                    <a:pt x="15" y="26"/>
                    <a:pt x="15" y="27"/>
                  </a:cubicBezTo>
                  <a:cubicBezTo>
                    <a:pt x="21" y="42"/>
                    <a:pt x="21" y="42"/>
                    <a:pt x="21" y="42"/>
                  </a:cubicBezTo>
                  <a:cubicBezTo>
                    <a:pt x="28" y="61"/>
                    <a:pt x="28" y="61"/>
                    <a:pt x="28" y="61"/>
                  </a:cubicBezTo>
                  <a:cubicBezTo>
                    <a:pt x="47" y="116"/>
                    <a:pt x="47" y="116"/>
                    <a:pt x="47" y="116"/>
                  </a:cubicBezTo>
                  <a:cubicBezTo>
                    <a:pt x="49" y="120"/>
                    <a:pt x="53" y="122"/>
                    <a:pt x="57" y="120"/>
                  </a:cubicBezTo>
                  <a:cubicBezTo>
                    <a:pt x="61" y="119"/>
                    <a:pt x="63" y="115"/>
                    <a:pt x="61" y="111"/>
                  </a:cubicBezTo>
                  <a:cubicBezTo>
                    <a:pt x="42" y="56"/>
                    <a:pt x="42" y="56"/>
                    <a:pt x="42" y="56"/>
                  </a:cubicBezTo>
                  <a:cubicBezTo>
                    <a:pt x="35" y="37"/>
                    <a:pt x="35" y="37"/>
                    <a:pt x="35" y="37"/>
                  </a:cubicBezTo>
                  <a:cubicBezTo>
                    <a:pt x="29" y="22"/>
                    <a:pt x="29" y="22"/>
                    <a:pt x="29" y="22"/>
                  </a:cubicBezTo>
                  <a:cubicBezTo>
                    <a:pt x="29" y="21"/>
                    <a:pt x="28" y="20"/>
                    <a:pt x="27" y="19"/>
                  </a:cubicBezTo>
                  <a:cubicBezTo>
                    <a:pt x="27" y="14"/>
                    <a:pt x="29" y="10"/>
                    <a:pt x="31" y="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8" name="Freeform 376"/>
            <p:cNvSpPr>
              <a:spLocks noEditPoints="1"/>
            </p:cNvSpPr>
            <p:nvPr/>
          </p:nvSpPr>
          <p:spPr bwMode="auto">
            <a:xfrm>
              <a:off x="10986294" y="605630"/>
              <a:ext cx="601663" cy="436563"/>
            </a:xfrm>
            <a:custGeom>
              <a:avLst/>
              <a:gdLst>
                <a:gd name="T0" fmla="*/ 107 w 160"/>
                <a:gd name="T1" fmla="*/ 116 h 116"/>
                <a:gd name="T2" fmla="*/ 160 w 160"/>
                <a:gd name="T3" fmla="*/ 116 h 116"/>
                <a:gd name="T4" fmla="*/ 160 w 160"/>
                <a:gd name="T5" fmla="*/ 0 h 116"/>
                <a:gd name="T6" fmla="*/ 107 w 160"/>
                <a:gd name="T7" fmla="*/ 0 h 116"/>
                <a:gd name="T8" fmla="*/ 107 w 160"/>
                <a:gd name="T9" fmla="*/ 49 h 116"/>
                <a:gd name="T10" fmla="*/ 145 w 160"/>
                <a:gd name="T11" fmla="*/ 102 h 116"/>
                <a:gd name="T12" fmla="*/ 107 w 160"/>
                <a:gd name="T13" fmla="*/ 102 h 116"/>
                <a:gd name="T14" fmla="*/ 107 w 160"/>
                <a:gd name="T15" fmla="*/ 116 h 116"/>
                <a:gd name="T16" fmla="*/ 73 w 160"/>
                <a:gd name="T17" fmla="*/ 116 h 116"/>
                <a:gd name="T18" fmla="*/ 107 w 160"/>
                <a:gd name="T19" fmla="*/ 116 h 116"/>
                <a:gd name="T20" fmla="*/ 107 w 160"/>
                <a:gd name="T21" fmla="*/ 102 h 116"/>
                <a:gd name="T22" fmla="*/ 83 w 160"/>
                <a:gd name="T23" fmla="*/ 102 h 116"/>
                <a:gd name="T24" fmla="*/ 81 w 160"/>
                <a:gd name="T25" fmla="*/ 100 h 116"/>
                <a:gd name="T26" fmla="*/ 73 w 160"/>
                <a:gd name="T27" fmla="*/ 88 h 116"/>
                <a:gd name="T28" fmla="*/ 73 w 160"/>
                <a:gd name="T29" fmla="*/ 96 h 116"/>
                <a:gd name="T30" fmla="*/ 78 w 160"/>
                <a:gd name="T31" fmla="*/ 102 h 116"/>
                <a:gd name="T32" fmla="*/ 73 w 160"/>
                <a:gd name="T33" fmla="*/ 102 h 116"/>
                <a:gd name="T34" fmla="*/ 73 w 160"/>
                <a:gd name="T35" fmla="*/ 116 h 116"/>
                <a:gd name="T36" fmla="*/ 107 w 160"/>
                <a:gd name="T37" fmla="*/ 0 h 116"/>
                <a:gd name="T38" fmla="*/ 73 w 160"/>
                <a:gd name="T39" fmla="*/ 0 h 116"/>
                <a:gd name="T40" fmla="*/ 73 w 160"/>
                <a:gd name="T41" fmla="*/ 75 h 116"/>
                <a:gd name="T42" fmla="*/ 99 w 160"/>
                <a:gd name="T43" fmla="*/ 38 h 116"/>
                <a:gd name="T44" fmla="*/ 99 w 160"/>
                <a:gd name="T45" fmla="*/ 38 h 116"/>
                <a:gd name="T46" fmla="*/ 107 w 160"/>
                <a:gd name="T47" fmla="*/ 49 h 116"/>
                <a:gd name="T48" fmla="*/ 107 w 160"/>
                <a:gd name="T49" fmla="*/ 0 h 116"/>
                <a:gd name="T50" fmla="*/ 46 w 160"/>
                <a:gd name="T51" fmla="*/ 116 h 116"/>
                <a:gd name="T52" fmla="*/ 73 w 160"/>
                <a:gd name="T53" fmla="*/ 116 h 116"/>
                <a:gd name="T54" fmla="*/ 73 w 160"/>
                <a:gd name="T55" fmla="*/ 102 h 116"/>
                <a:gd name="T56" fmla="*/ 53 w 160"/>
                <a:gd name="T57" fmla="*/ 102 h 116"/>
                <a:gd name="T58" fmla="*/ 46 w 160"/>
                <a:gd name="T59" fmla="*/ 102 h 116"/>
                <a:gd name="T60" fmla="*/ 46 w 160"/>
                <a:gd name="T61" fmla="*/ 116 h 116"/>
                <a:gd name="T62" fmla="*/ 73 w 160"/>
                <a:gd name="T63" fmla="*/ 0 h 116"/>
                <a:gd name="T64" fmla="*/ 46 w 160"/>
                <a:gd name="T65" fmla="*/ 0 h 116"/>
                <a:gd name="T66" fmla="*/ 46 w 160"/>
                <a:gd name="T67" fmla="*/ 20 h 116"/>
                <a:gd name="T68" fmla="*/ 48 w 160"/>
                <a:gd name="T69" fmla="*/ 28 h 116"/>
                <a:gd name="T70" fmla="*/ 46 w 160"/>
                <a:gd name="T71" fmla="*/ 36 h 116"/>
                <a:gd name="T72" fmla="*/ 46 w 160"/>
                <a:gd name="T73" fmla="*/ 58 h 116"/>
                <a:gd name="T74" fmla="*/ 46 w 160"/>
                <a:gd name="T75" fmla="*/ 58 h 116"/>
                <a:gd name="T76" fmla="*/ 65 w 160"/>
                <a:gd name="T77" fmla="*/ 85 h 116"/>
                <a:gd name="T78" fmla="*/ 73 w 160"/>
                <a:gd name="T79" fmla="*/ 96 h 116"/>
                <a:gd name="T80" fmla="*/ 73 w 160"/>
                <a:gd name="T81" fmla="*/ 88 h 116"/>
                <a:gd name="T82" fmla="*/ 68 w 160"/>
                <a:gd name="T83" fmla="*/ 81 h 116"/>
                <a:gd name="T84" fmla="*/ 73 w 160"/>
                <a:gd name="T85" fmla="*/ 75 h 116"/>
                <a:gd name="T86" fmla="*/ 73 w 160"/>
                <a:gd name="T87" fmla="*/ 0 h 116"/>
                <a:gd name="T88" fmla="*/ 0 w 160"/>
                <a:gd name="T89" fmla="*/ 116 h 116"/>
                <a:gd name="T90" fmla="*/ 46 w 160"/>
                <a:gd name="T91" fmla="*/ 116 h 116"/>
                <a:gd name="T92" fmla="*/ 46 w 160"/>
                <a:gd name="T93" fmla="*/ 102 h 116"/>
                <a:gd name="T94" fmla="*/ 14 w 160"/>
                <a:gd name="T95" fmla="*/ 102 h 116"/>
                <a:gd name="T96" fmla="*/ 14 w 160"/>
                <a:gd name="T97" fmla="*/ 102 h 116"/>
                <a:gd name="T98" fmla="*/ 46 w 160"/>
                <a:gd name="T99" fmla="*/ 58 h 116"/>
                <a:gd name="T100" fmla="*/ 46 w 160"/>
                <a:gd name="T101" fmla="*/ 36 h 116"/>
                <a:gd name="T102" fmla="*/ 36 w 160"/>
                <a:gd name="T103" fmla="*/ 40 h 116"/>
                <a:gd name="T104" fmla="*/ 23 w 160"/>
                <a:gd name="T105" fmla="*/ 28 h 116"/>
                <a:gd name="T106" fmla="*/ 36 w 160"/>
                <a:gd name="T107" fmla="*/ 15 h 116"/>
                <a:gd name="T108" fmla="*/ 36 w 160"/>
                <a:gd name="T109" fmla="*/ 15 h 116"/>
                <a:gd name="T110" fmla="*/ 46 w 160"/>
                <a:gd name="T111" fmla="*/ 20 h 116"/>
                <a:gd name="T112" fmla="*/ 46 w 160"/>
                <a:gd name="T113" fmla="*/ 0 h 116"/>
                <a:gd name="T114" fmla="*/ 0 w 160"/>
                <a:gd name="T115" fmla="*/ 0 h 116"/>
                <a:gd name="T116" fmla="*/ 0 w 160"/>
                <a:gd name="T1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116">
                  <a:moveTo>
                    <a:pt x="107" y="116"/>
                  </a:moveTo>
                  <a:cubicBezTo>
                    <a:pt x="160" y="116"/>
                    <a:pt x="160" y="116"/>
                    <a:pt x="160" y="116"/>
                  </a:cubicBezTo>
                  <a:cubicBezTo>
                    <a:pt x="160" y="0"/>
                    <a:pt x="160" y="0"/>
                    <a:pt x="160" y="0"/>
                  </a:cubicBezTo>
                  <a:cubicBezTo>
                    <a:pt x="107" y="0"/>
                    <a:pt x="107" y="0"/>
                    <a:pt x="107" y="0"/>
                  </a:cubicBezTo>
                  <a:cubicBezTo>
                    <a:pt x="107" y="49"/>
                    <a:pt x="107" y="49"/>
                    <a:pt x="107" y="49"/>
                  </a:cubicBezTo>
                  <a:cubicBezTo>
                    <a:pt x="145" y="102"/>
                    <a:pt x="145" y="102"/>
                    <a:pt x="145" y="102"/>
                  </a:cubicBezTo>
                  <a:cubicBezTo>
                    <a:pt x="107" y="102"/>
                    <a:pt x="107" y="102"/>
                    <a:pt x="107" y="102"/>
                  </a:cubicBezTo>
                  <a:lnTo>
                    <a:pt x="107" y="116"/>
                  </a:lnTo>
                  <a:close/>
                  <a:moveTo>
                    <a:pt x="73" y="116"/>
                  </a:moveTo>
                  <a:cubicBezTo>
                    <a:pt x="107" y="116"/>
                    <a:pt x="107" y="116"/>
                    <a:pt x="107" y="116"/>
                  </a:cubicBezTo>
                  <a:cubicBezTo>
                    <a:pt x="107" y="102"/>
                    <a:pt x="107" y="102"/>
                    <a:pt x="107" y="102"/>
                  </a:cubicBezTo>
                  <a:cubicBezTo>
                    <a:pt x="83" y="102"/>
                    <a:pt x="83" y="102"/>
                    <a:pt x="83" y="102"/>
                  </a:cubicBezTo>
                  <a:cubicBezTo>
                    <a:pt x="81" y="100"/>
                    <a:pt x="81" y="100"/>
                    <a:pt x="81" y="100"/>
                  </a:cubicBezTo>
                  <a:cubicBezTo>
                    <a:pt x="73" y="88"/>
                    <a:pt x="73" y="88"/>
                    <a:pt x="73" y="88"/>
                  </a:cubicBezTo>
                  <a:cubicBezTo>
                    <a:pt x="73" y="96"/>
                    <a:pt x="73" y="96"/>
                    <a:pt x="73" y="96"/>
                  </a:cubicBezTo>
                  <a:cubicBezTo>
                    <a:pt x="78" y="102"/>
                    <a:pt x="78" y="102"/>
                    <a:pt x="78" y="102"/>
                  </a:cubicBezTo>
                  <a:cubicBezTo>
                    <a:pt x="73" y="102"/>
                    <a:pt x="73" y="102"/>
                    <a:pt x="73" y="102"/>
                  </a:cubicBezTo>
                  <a:cubicBezTo>
                    <a:pt x="73" y="116"/>
                    <a:pt x="73" y="116"/>
                    <a:pt x="73" y="116"/>
                  </a:cubicBezTo>
                  <a:close/>
                  <a:moveTo>
                    <a:pt x="107" y="0"/>
                  </a:moveTo>
                  <a:cubicBezTo>
                    <a:pt x="73" y="0"/>
                    <a:pt x="73" y="0"/>
                    <a:pt x="73" y="0"/>
                  </a:cubicBezTo>
                  <a:cubicBezTo>
                    <a:pt x="73" y="75"/>
                    <a:pt x="73" y="75"/>
                    <a:pt x="73" y="75"/>
                  </a:cubicBezTo>
                  <a:cubicBezTo>
                    <a:pt x="99" y="38"/>
                    <a:pt x="99" y="38"/>
                    <a:pt x="99" y="38"/>
                  </a:cubicBezTo>
                  <a:cubicBezTo>
                    <a:pt x="99" y="38"/>
                    <a:pt x="99" y="38"/>
                    <a:pt x="99" y="38"/>
                  </a:cubicBezTo>
                  <a:cubicBezTo>
                    <a:pt x="107" y="49"/>
                    <a:pt x="107" y="49"/>
                    <a:pt x="107" y="49"/>
                  </a:cubicBezTo>
                  <a:lnTo>
                    <a:pt x="107" y="0"/>
                  </a:lnTo>
                  <a:close/>
                  <a:moveTo>
                    <a:pt x="46" y="116"/>
                  </a:moveTo>
                  <a:cubicBezTo>
                    <a:pt x="73" y="116"/>
                    <a:pt x="73" y="116"/>
                    <a:pt x="73" y="116"/>
                  </a:cubicBezTo>
                  <a:cubicBezTo>
                    <a:pt x="73" y="102"/>
                    <a:pt x="73" y="102"/>
                    <a:pt x="73" y="102"/>
                  </a:cubicBezTo>
                  <a:cubicBezTo>
                    <a:pt x="53" y="102"/>
                    <a:pt x="53" y="102"/>
                    <a:pt x="53" y="102"/>
                  </a:cubicBezTo>
                  <a:cubicBezTo>
                    <a:pt x="46" y="102"/>
                    <a:pt x="46" y="102"/>
                    <a:pt x="46" y="102"/>
                  </a:cubicBezTo>
                  <a:cubicBezTo>
                    <a:pt x="46" y="116"/>
                    <a:pt x="46" y="116"/>
                    <a:pt x="46" y="116"/>
                  </a:cubicBezTo>
                  <a:close/>
                  <a:moveTo>
                    <a:pt x="73" y="0"/>
                  </a:moveTo>
                  <a:cubicBezTo>
                    <a:pt x="46" y="0"/>
                    <a:pt x="46" y="0"/>
                    <a:pt x="46" y="0"/>
                  </a:cubicBezTo>
                  <a:cubicBezTo>
                    <a:pt x="46" y="20"/>
                    <a:pt x="46" y="20"/>
                    <a:pt x="46" y="20"/>
                  </a:cubicBezTo>
                  <a:cubicBezTo>
                    <a:pt x="47" y="22"/>
                    <a:pt x="48" y="25"/>
                    <a:pt x="48" y="28"/>
                  </a:cubicBezTo>
                  <a:cubicBezTo>
                    <a:pt x="48" y="31"/>
                    <a:pt x="47" y="33"/>
                    <a:pt x="46" y="36"/>
                  </a:cubicBezTo>
                  <a:cubicBezTo>
                    <a:pt x="46" y="58"/>
                    <a:pt x="46" y="58"/>
                    <a:pt x="46" y="58"/>
                  </a:cubicBezTo>
                  <a:cubicBezTo>
                    <a:pt x="46" y="58"/>
                    <a:pt x="46" y="58"/>
                    <a:pt x="46" y="58"/>
                  </a:cubicBezTo>
                  <a:cubicBezTo>
                    <a:pt x="65" y="85"/>
                    <a:pt x="65" y="85"/>
                    <a:pt x="65" y="85"/>
                  </a:cubicBezTo>
                  <a:cubicBezTo>
                    <a:pt x="73" y="96"/>
                    <a:pt x="73" y="96"/>
                    <a:pt x="73" y="96"/>
                  </a:cubicBezTo>
                  <a:cubicBezTo>
                    <a:pt x="73" y="88"/>
                    <a:pt x="73" y="88"/>
                    <a:pt x="73" y="88"/>
                  </a:cubicBezTo>
                  <a:cubicBezTo>
                    <a:pt x="68" y="81"/>
                    <a:pt x="68" y="81"/>
                    <a:pt x="68" y="81"/>
                  </a:cubicBezTo>
                  <a:cubicBezTo>
                    <a:pt x="73" y="75"/>
                    <a:pt x="73" y="75"/>
                    <a:pt x="73" y="75"/>
                  </a:cubicBezTo>
                  <a:lnTo>
                    <a:pt x="73" y="0"/>
                  </a:lnTo>
                  <a:close/>
                  <a:moveTo>
                    <a:pt x="0" y="116"/>
                  </a:moveTo>
                  <a:cubicBezTo>
                    <a:pt x="46" y="116"/>
                    <a:pt x="46" y="116"/>
                    <a:pt x="46" y="116"/>
                  </a:cubicBezTo>
                  <a:cubicBezTo>
                    <a:pt x="46" y="102"/>
                    <a:pt x="46" y="102"/>
                    <a:pt x="46" y="102"/>
                  </a:cubicBezTo>
                  <a:cubicBezTo>
                    <a:pt x="14" y="102"/>
                    <a:pt x="14" y="102"/>
                    <a:pt x="14" y="102"/>
                  </a:cubicBezTo>
                  <a:cubicBezTo>
                    <a:pt x="14" y="102"/>
                    <a:pt x="14" y="102"/>
                    <a:pt x="14" y="102"/>
                  </a:cubicBezTo>
                  <a:cubicBezTo>
                    <a:pt x="46" y="58"/>
                    <a:pt x="46" y="58"/>
                    <a:pt x="46" y="58"/>
                  </a:cubicBezTo>
                  <a:cubicBezTo>
                    <a:pt x="46" y="36"/>
                    <a:pt x="46" y="36"/>
                    <a:pt x="46" y="36"/>
                  </a:cubicBezTo>
                  <a:cubicBezTo>
                    <a:pt x="43" y="39"/>
                    <a:pt x="40" y="40"/>
                    <a:pt x="36" y="40"/>
                  </a:cubicBezTo>
                  <a:cubicBezTo>
                    <a:pt x="29" y="40"/>
                    <a:pt x="23" y="35"/>
                    <a:pt x="23" y="28"/>
                  </a:cubicBezTo>
                  <a:cubicBezTo>
                    <a:pt x="23" y="21"/>
                    <a:pt x="29" y="15"/>
                    <a:pt x="36" y="15"/>
                  </a:cubicBezTo>
                  <a:cubicBezTo>
                    <a:pt x="36" y="15"/>
                    <a:pt x="36" y="15"/>
                    <a:pt x="36" y="15"/>
                  </a:cubicBezTo>
                  <a:cubicBezTo>
                    <a:pt x="40" y="15"/>
                    <a:pt x="43" y="17"/>
                    <a:pt x="46" y="20"/>
                  </a:cubicBezTo>
                  <a:cubicBezTo>
                    <a:pt x="46" y="0"/>
                    <a:pt x="46" y="0"/>
                    <a:pt x="46" y="0"/>
                  </a:cubicBezTo>
                  <a:cubicBezTo>
                    <a:pt x="0" y="0"/>
                    <a:pt x="0" y="0"/>
                    <a:pt x="0" y="0"/>
                  </a:cubicBezTo>
                  <a:lnTo>
                    <a:pt x="0" y="11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9" name="Freeform 377"/>
            <p:cNvSpPr>
              <a:spLocks/>
            </p:cNvSpPr>
            <p:nvPr/>
          </p:nvSpPr>
          <p:spPr bwMode="auto">
            <a:xfrm>
              <a:off x="6224587" y="3460750"/>
              <a:ext cx="212725" cy="319088"/>
            </a:xfrm>
            <a:custGeom>
              <a:avLst/>
              <a:gdLst>
                <a:gd name="T0" fmla="*/ 134 w 134"/>
                <a:gd name="T1" fmla="*/ 38 h 201"/>
                <a:gd name="T2" fmla="*/ 101 w 134"/>
                <a:gd name="T3" fmla="*/ 38 h 201"/>
                <a:gd name="T4" fmla="*/ 120 w 134"/>
                <a:gd name="T5" fmla="*/ 0 h 201"/>
                <a:gd name="T6" fmla="*/ 75 w 134"/>
                <a:gd name="T7" fmla="*/ 0 h 201"/>
                <a:gd name="T8" fmla="*/ 71 w 134"/>
                <a:gd name="T9" fmla="*/ 0 h 201"/>
                <a:gd name="T10" fmla="*/ 52 w 134"/>
                <a:gd name="T11" fmla="*/ 0 h 201"/>
                <a:gd name="T12" fmla="*/ 9 w 134"/>
                <a:gd name="T13" fmla="*/ 85 h 201"/>
                <a:gd name="T14" fmla="*/ 47 w 134"/>
                <a:gd name="T15" fmla="*/ 85 h 201"/>
                <a:gd name="T16" fmla="*/ 0 w 134"/>
                <a:gd name="T17" fmla="*/ 201 h 201"/>
                <a:gd name="T18" fmla="*/ 134 w 134"/>
                <a:gd name="T19"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201">
                  <a:moveTo>
                    <a:pt x="134" y="38"/>
                  </a:moveTo>
                  <a:lnTo>
                    <a:pt x="101" y="38"/>
                  </a:lnTo>
                  <a:lnTo>
                    <a:pt x="120" y="0"/>
                  </a:lnTo>
                  <a:lnTo>
                    <a:pt x="75" y="0"/>
                  </a:lnTo>
                  <a:lnTo>
                    <a:pt x="71" y="0"/>
                  </a:lnTo>
                  <a:lnTo>
                    <a:pt x="52" y="0"/>
                  </a:lnTo>
                  <a:lnTo>
                    <a:pt x="9" y="85"/>
                  </a:lnTo>
                  <a:lnTo>
                    <a:pt x="47" y="85"/>
                  </a:lnTo>
                  <a:lnTo>
                    <a:pt x="0" y="201"/>
                  </a:lnTo>
                  <a:lnTo>
                    <a:pt x="134"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0" name="Freeform 378"/>
            <p:cNvSpPr>
              <a:spLocks/>
            </p:cNvSpPr>
            <p:nvPr/>
          </p:nvSpPr>
          <p:spPr bwMode="auto">
            <a:xfrm>
              <a:off x="6100762" y="3078163"/>
              <a:ext cx="588963" cy="363538"/>
            </a:xfrm>
            <a:custGeom>
              <a:avLst/>
              <a:gdLst>
                <a:gd name="T0" fmla="*/ 0 w 157"/>
                <a:gd name="T1" fmla="*/ 80 h 97"/>
                <a:gd name="T2" fmla="*/ 17 w 157"/>
                <a:gd name="T3" fmla="*/ 97 h 97"/>
                <a:gd name="T4" fmla="*/ 57 w 157"/>
                <a:gd name="T5" fmla="*/ 97 h 97"/>
                <a:gd name="T6" fmla="*/ 63 w 157"/>
                <a:gd name="T7" fmla="*/ 97 h 97"/>
                <a:gd name="T8" fmla="*/ 65 w 157"/>
                <a:gd name="T9" fmla="*/ 97 h 97"/>
                <a:gd name="T10" fmla="*/ 86 w 157"/>
                <a:gd name="T11" fmla="*/ 97 h 97"/>
                <a:gd name="T12" fmla="*/ 129 w 157"/>
                <a:gd name="T13" fmla="*/ 97 h 97"/>
                <a:gd name="T14" fmla="*/ 157 w 157"/>
                <a:gd name="T15" fmla="*/ 69 h 97"/>
                <a:gd name="T16" fmla="*/ 129 w 157"/>
                <a:gd name="T17" fmla="*/ 41 h 97"/>
                <a:gd name="T18" fmla="*/ 111 w 157"/>
                <a:gd name="T19" fmla="*/ 48 h 97"/>
                <a:gd name="T20" fmla="*/ 63 w 157"/>
                <a:gd name="T21" fmla="*/ 0 h 97"/>
                <a:gd name="T22" fmla="*/ 15 w 157"/>
                <a:gd name="T23" fmla="*/ 49 h 97"/>
                <a:gd name="T24" fmla="*/ 17 w 157"/>
                <a:gd name="T25" fmla="*/ 63 h 97"/>
                <a:gd name="T26" fmla="*/ 0 w 157"/>
                <a:gd name="T27"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97">
                  <a:moveTo>
                    <a:pt x="0" y="80"/>
                  </a:moveTo>
                  <a:cubicBezTo>
                    <a:pt x="0" y="89"/>
                    <a:pt x="8" y="97"/>
                    <a:pt x="17" y="97"/>
                  </a:cubicBezTo>
                  <a:cubicBezTo>
                    <a:pt x="57" y="97"/>
                    <a:pt x="57" y="97"/>
                    <a:pt x="57" y="97"/>
                  </a:cubicBezTo>
                  <a:cubicBezTo>
                    <a:pt x="63" y="97"/>
                    <a:pt x="63" y="97"/>
                    <a:pt x="63" y="97"/>
                  </a:cubicBezTo>
                  <a:cubicBezTo>
                    <a:pt x="65" y="97"/>
                    <a:pt x="65" y="97"/>
                    <a:pt x="65" y="97"/>
                  </a:cubicBezTo>
                  <a:cubicBezTo>
                    <a:pt x="86" y="97"/>
                    <a:pt x="86" y="97"/>
                    <a:pt x="86" y="97"/>
                  </a:cubicBezTo>
                  <a:cubicBezTo>
                    <a:pt x="129" y="97"/>
                    <a:pt x="129" y="97"/>
                    <a:pt x="129" y="97"/>
                  </a:cubicBezTo>
                  <a:cubicBezTo>
                    <a:pt x="145" y="97"/>
                    <a:pt x="157" y="84"/>
                    <a:pt x="157" y="69"/>
                  </a:cubicBezTo>
                  <a:cubicBezTo>
                    <a:pt x="157" y="54"/>
                    <a:pt x="145" y="41"/>
                    <a:pt x="129" y="41"/>
                  </a:cubicBezTo>
                  <a:cubicBezTo>
                    <a:pt x="122" y="41"/>
                    <a:pt x="116" y="44"/>
                    <a:pt x="111" y="48"/>
                  </a:cubicBezTo>
                  <a:cubicBezTo>
                    <a:pt x="111" y="21"/>
                    <a:pt x="89" y="0"/>
                    <a:pt x="63" y="0"/>
                  </a:cubicBezTo>
                  <a:cubicBezTo>
                    <a:pt x="36" y="0"/>
                    <a:pt x="15" y="22"/>
                    <a:pt x="15" y="49"/>
                  </a:cubicBezTo>
                  <a:cubicBezTo>
                    <a:pt x="15" y="54"/>
                    <a:pt x="15" y="58"/>
                    <a:pt x="17" y="63"/>
                  </a:cubicBezTo>
                  <a:cubicBezTo>
                    <a:pt x="8" y="63"/>
                    <a:pt x="0" y="70"/>
                    <a:pt x="0" y="8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1" name="Freeform 379"/>
            <p:cNvSpPr>
              <a:spLocks/>
            </p:cNvSpPr>
            <p:nvPr/>
          </p:nvSpPr>
          <p:spPr bwMode="auto">
            <a:xfrm>
              <a:off x="7050087" y="3103563"/>
              <a:ext cx="63500" cy="200025"/>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2" name="Freeform 380"/>
            <p:cNvSpPr>
              <a:spLocks/>
            </p:cNvSpPr>
            <p:nvPr/>
          </p:nvSpPr>
          <p:spPr bwMode="auto">
            <a:xfrm>
              <a:off x="6794500" y="2652713"/>
              <a:ext cx="574675" cy="431800"/>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3" name="Freeform 381"/>
            <p:cNvSpPr>
              <a:spLocks/>
            </p:cNvSpPr>
            <p:nvPr/>
          </p:nvSpPr>
          <p:spPr bwMode="auto">
            <a:xfrm>
              <a:off x="6915150" y="3108325"/>
              <a:ext cx="119063" cy="119063"/>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4" name="Freeform 382"/>
            <p:cNvSpPr>
              <a:spLocks/>
            </p:cNvSpPr>
            <p:nvPr/>
          </p:nvSpPr>
          <p:spPr bwMode="auto">
            <a:xfrm>
              <a:off x="7127875" y="3108325"/>
              <a:ext cx="120650" cy="119063"/>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5" name="Freeform 383"/>
            <p:cNvSpPr>
              <a:spLocks/>
            </p:cNvSpPr>
            <p:nvPr/>
          </p:nvSpPr>
          <p:spPr bwMode="auto">
            <a:xfrm>
              <a:off x="6915150" y="3321050"/>
              <a:ext cx="336550" cy="98425"/>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6" name="Freeform 384"/>
            <p:cNvSpPr>
              <a:spLocks noEditPoints="1"/>
            </p:cNvSpPr>
            <p:nvPr/>
          </p:nvSpPr>
          <p:spPr bwMode="auto">
            <a:xfrm>
              <a:off x="10693400" y="139700"/>
              <a:ext cx="555625" cy="279400"/>
            </a:xfrm>
            <a:custGeom>
              <a:avLst/>
              <a:gdLst>
                <a:gd name="T0" fmla="*/ 127 w 148"/>
                <a:gd name="T1" fmla="*/ 52 h 74"/>
                <a:gd name="T2" fmla="*/ 148 w 148"/>
                <a:gd name="T3" fmla="*/ 27 h 74"/>
                <a:gd name="T4" fmla="*/ 127 w 148"/>
                <a:gd name="T5" fmla="*/ 1 h 74"/>
                <a:gd name="T6" fmla="*/ 127 w 148"/>
                <a:gd name="T7" fmla="*/ 13 h 74"/>
                <a:gd name="T8" fmla="*/ 137 w 148"/>
                <a:gd name="T9" fmla="*/ 27 h 74"/>
                <a:gd name="T10" fmla="*/ 127 w 148"/>
                <a:gd name="T11" fmla="*/ 41 h 74"/>
                <a:gd name="T12" fmla="*/ 127 w 148"/>
                <a:gd name="T13" fmla="*/ 52 h 74"/>
                <a:gd name="T14" fmla="*/ 62 w 148"/>
                <a:gd name="T15" fmla="*/ 74 h 74"/>
                <a:gd name="T16" fmla="*/ 111 w 148"/>
                <a:gd name="T17" fmla="*/ 50 h 74"/>
                <a:gd name="T18" fmla="*/ 122 w 148"/>
                <a:gd name="T19" fmla="*/ 53 h 74"/>
                <a:gd name="T20" fmla="*/ 127 w 148"/>
                <a:gd name="T21" fmla="*/ 52 h 74"/>
                <a:gd name="T22" fmla="*/ 127 w 148"/>
                <a:gd name="T23" fmla="*/ 41 h 74"/>
                <a:gd name="T24" fmla="*/ 122 w 148"/>
                <a:gd name="T25" fmla="*/ 41 h 74"/>
                <a:gd name="T26" fmla="*/ 117 w 148"/>
                <a:gd name="T27" fmla="*/ 41 h 74"/>
                <a:gd name="T28" fmla="*/ 124 w 148"/>
                <a:gd name="T29" fmla="*/ 12 h 74"/>
                <a:gd name="T30" fmla="*/ 124 w 148"/>
                <a:gd name="T31" fmla="*/ 12 h 74"/>
                <a:gd name="T32" fmla="*/ 124 w 148"/>
                <a:gd name="T33" fmla="*/ 12 h 74"/>
                <a:gd name="T34" fmla="*/ 127 w 148"/>
                <a:gd name="T35" fmla="*/ 13 h 74"/>
                <a:gd name="T36" fmla="*/ 127 w 148"/>
                <a:gd name="T37" fmla="*/ 1 h 74"/>
                <a:gd name="T38" fmla="*/ 123 w 148"/>
                <a:gd name="T39" fmla="*/ 0 h 74"/>
                <a:gd name="T40" fmla="*/ 123 w 148"/>
                <a:gd name="T41" fmla="*/ 0 h 74"/>
                <a:gd name="T42" fmla="*/ 1 w 148"/>
                <a:gd name="T43" fmla="*/ 0 h 74"/>
                <a:gd name="T44" fmla="*/ 0 w 148"/>
                <a:gd name="T45" fmla="*/ 12 h 74"/>
                <a:gd name="T46" fmla="*/ 62 w 148"/>
                <a:gd name="T4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74">
                  <a:moveTo>
                    <a:pt x="127" y="52"/>
                  </a:moveTo>
                  <a:cubicBezTo>
                    <a:pt x="139" y="50"/>
                    <a:pt x="148" y="39"/>
                    <a:pt x="148" y="27"/>
                  </a:cubicBezTo>
                  <a:cubicBezTo>
                    <a:pt x="148" y="14"/>
                    <a:pt x="139" y="3"/>
                    <a:pt x="127" y="1"/>
                  </a:cubicBezTo>
                  <a:cubicBezTo>
                    <a:pt x="127" y="13"/>
                    <a:pt x="127" y="13"/>
                    <a:pt x="127" y="13"/>
                  </a:cubicBezTo>
                  <a:cubicBezTo>
                    <a:pt x="133" y="15"/>
                    <a:pt x="137" y="20"/>
                    <a:pt x="137" y="27"/>
                  </a:cubicBezTo>
                  <a:cubicBezTo>
                    <a:pt x="137" y="33"/>
                    <a:pt x="133" y="38"/>
                    <a:pt x="127" y="41"/>
                  </a:cubicBezTo>
                  <a:lnTo>
                    <a:pt x="127" y="52"/>
                  </a:lnTo>
                  <a:close/>
                  <a:moveTo>
                    <a:pt x="62" y="74"/>
                  </a:moveTo>
                  <a:cubicBezTo>
                    <a:pt x="82" y="74"/>
                    <a:pt x="100" y="65"/>
                    <a:pt x="111" y="50"/>
                  </a:cubicBezTo>
                  <a:cubicBezTo>
                    <a:pt x="114" y="52"/>
                    <a:pt x="118" y="53"/>
                    <a:pt x="122" y="53"/>
                  </a:cubicBezTo>
                  <a:cubicBezTo>
                    <a:pt x="124" y="53"/>
                    <a:pt x="125" y="53"/>
                    <a:pt x="127" y="52"/>
                  </a:cubicBezTo>
                  <a:cubicBezTo>
                    <a:pt x="127" y="41"/>
                    <a:pt x="127" y="41"/>
                    <a:pt x="127" y="41"/>
                  </a:cubicBezTo>
                  <a:cubicBezTo>
                    <a:pt x="125" y="41"/>
                    <a:pt x="124" y="41"/>
                    <a:pt x="122" y="41"/>
                  </a:cubicBezTo>
                  <a:cubicBezTo>
                    <a:pt x="120" y="41"/>
                    <a:pt x="119" y="41"/>
                    <a:pt x="117" y="41"/>
                  </a:cubicBezTo>
                  <a:cubicBezTo>
                    <a:pt x="122" y="32"/>
                    <a:pt x="124" y="22"/>
                    <a:pt x="124" y="12"/>
                  </a:cubicBezTo>
                  <a:cubicBezTo>
                    <a:pt x="124" y="12"/>
                    <a:pt x="124" y="12"/>
                    <a:pt x="124" y="12"/>
                  </a:cubicBezTo>
                  <a:cubicBezTo>
                    <a:pt x="124" y="12"/>
                    <a:pt x="124" y="12"/>
                    <a:pt x="124" y="12"/>
                  </a:cubicBezTo>
                  <a:cubicBezTo>
                    <a:pt x="125" y="12"/>
                    <a:pt x="126" y="12"/>
                    <a:pt x="127" y="13"/>
                  </a:cubicBezTo>
                  <a:cubicBezTo>
                    <a:pt x="127" y="1"/>
                    <a:pt x="127" y="1"/>
                    <a:pt x="127" y="1"/>
                  </a:cubicBezTo>
                  <a:cubicBezTo>
                    <a:pt x="126" y="0"/>
                    <a:pt x="124" y="0"/>
                    <a:pt x="123" y="0"/>
                  </a:cubicBezTo>
                  <a:cubicBezTo>
                    <a:pt x="123" y="0"/>
                    <a:pt x="123" y="0"/>
                    <a:pt x="123" y="0"/>
                  </a:cubicBezTo>
                  <a:cubicBezTo>
                    <a:pt x="1" y="0"/>
                    <a:pt x="1" y="0"/>
                    <a:pt x="1" y="0"/>
                  </a:cubicBezTo>
                  <a:cubicBezTo>
                    <a:pt x="0" y="4"/>
                    <a:pt x="0" y="8"/>
                    <a:pt x="0" y="12"/>
                  </a:cubicBezTo>
                  <a:cubicBezTo>
                    <a:pt x="0" y="46"/>
                    <a:pt x="28" y="74"/>
                    <a:pt x="62" y="7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7" name="Rectangle 385"/>
            <p:cNvSpPr>
              <a:spLocks noChangeArrowheads="1"/>
            </p:cNvSpPr>
            <p:nvPr/>
          </p:nvSpPr>
          <p:spPr bwMode="auto">
            <a:xfrm>
              <a:off x="10693400" y="444500"/>
              <a:ext cx="503238"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8" name="Freeform 386"/>
            <p:cNvSpPr>
              <a:spLocks/>
            </p:cNvSpPr>
            <p:nvPr/>
          </p:nvSpPr>
          <p:spPr bwMode="auto">
            <a:xfrm>
              <a:off x="10810875" y="12700"/>
              <a:ext cx="88900" cy="112713"/>
            </a:xfrm>
            <a:custGeom>
              <a:avLst/>
              <a:gdLst>
                <a:gd name="T0" fmla="*/ 8 w 24"/>
                <a:gd name="T1" fmla="*/ 15 h 30"/>
                <a:gd name="T2" fmla="*/ 11 w 24"/>
                <a:gd name="T3" fmla="*/ 28 h 30"/>
                <a:gd name="T4" fmla="*/ 21 w 24"/>
                <a:gd name="T5" fmla="*/ 6 h 30"/>
                <a:gd name="T6" fmla="*/ 19 w 24"/>
                <a:gd name="T7" fmla="*/ 0 h 30"/>
                <a:gd name="T8" fmla="*/ 5 w 24"/>
                <a:gd name="T9" fmla="*/ 0 h 30"/>
                <a:gd name="T10" fmla="*/ 8 w 24"/>
                <a:gd name="T11" fmla="*/ 15 h 30"/>
              </a:gdLst>
              <a:ahLst/>
              <a:cxnLst>
                <a:cxn ang="0">
                  <a:pos x="T0" y="T1"/>
                </a:cxn>
                <a:cxn ang="0">
                  <a:pos x="T2" y="T3"/>
                </a:cxn>
                <a:cxn ang="0">
                  <a:pos x="T4" y="T5"/>
                </a:cxn>
                <a:cxn ang="0">
                  <a:pos x="T6" y="T7"/>
                </a:cxn>
                <a:cxn ang="0">
                  <a:pos x="T8" y="T9"/>
                </a:cxn>
                <a:cxn ang="0">
                  <a:pos x="T10" y="T11"/>
                </a:cxn>
              </a:cxnLst>
              <a:rect l="0" t="0" r="r" b="b"/>
              <a:pathLst>
                <a:path w="24" h="30">
                  <a:moveTo>
                    <a:pt x="8" y="15"/>
                  </a:moveTo>
                  <a:cubicBezTo>
                    <a:pt x="0" y="18"/>
                    <a:pt x="4" y="30"/>
                    <a:pt x="11" y="28"/>
                  </a:cubicBezTo>
                  <a:cubicBezTo>
                    <a:pt x="21" y="24"/>
                    <a:pt x="24" y="15"/>
                    <a:pt x="21" y="6"/>
                  </a:cubicBezTo>
                  <a:cubicBezTo>
                    <a:pt x="21" y="4"/>
                    <a:pt x="20" y="2"/>
                    <a:pt x="19" y="0"/>
                  </a:cubicBezTo>
                  <a:cubicBezTo>
                    <a:pt x="5" y="0"/>
                    <a:pt x="5" y="0"/>
                    <a:pt x="5" y="0"/>
                  </a:cubicBezTo>
                  <a:cubicBezTo>
                    <a:pt x="8" y="6"/>
                    <a:pt x="12" y="14"/>
                    <a:pt x="8"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9" name="Freeform 387"/>
            <p:cNvSpPr>
              <a:spLocks/>
            </p:cNvSpPr>
            <p:nvPr/>
          </p:nvSpPr>
          <p:spPr bwMode="auto">
            <a:xfrm>
              <a:off x="10941050" y="12700"/>
              <a:ext cx="90488" cy="112713"/>
            </a:xfrm>
            <a:custGeom>
              <a:avLst/>
              <a:gdLst>
                <a:gd name="T0" fmla="*/ 8 w 24"/>
                <a:gd name="T1" fmla="*/ 15 h 30"/>
                <a:gd name="T2" fmla="*/ 11 w 24"/>
                <a:gd name="T3" fmla="*/ 28 h 30"/>
                <a:gd name="T4" fmla="*/ 21 w 24"/>
                <a:gd name="T5" fmla="*/ 6 h 30"/>
                <a:gd name="T6" fmla="*/ 19 w 24"/>
                <a:gd name="T7" fmla="*/ 0 h 30"/>
                <a:gd name="T8" fmla="*/ 5 w 24"/>
                <a:gd name="T9" fmla="*/ 0 h 30"/>
                <a:gd name="T10" fmla="*/ 8 w 24"/>
                <a:gd name="T11" fmla="*/ 15 h 30"/>
              </a:gdLst>
              <a:ahLst/>
              <a:cxnLst>
                <a:cxn ang="0">
                  <a:pos x="T0" y="T1"/>
                </a:cxn>
                <a:cxn ang="0">
                  <a:pos x="T2" y="T3"/>
                </a:cxn>
                <a:cxn ang="0">
                  <a:pos x="T4" y="T5"/>
                </a:cxn>
                <a:cxn ang="0">
                  <a:pos x="T6" y="T7"/>
                </a:cxn>
                <a:cxn ang="0">
                  <a:pos x="T8" y="T9"/>
                </a:cxn>
                <a:cxn ang="0">
                  <a:pos x="T10" y="T11"/>
                </a:cxn>
              </a:cxnLst>
              <a:rect l="0" t="0" r="r" b="b"/>
              <a:pathLst>
                <a:path w="24" h="30">
                  <a:moveTo>
                    <a:pt x="8" y="15"/>
                  </a:moveTo>
                  <a:cubicBezTo>
                    <a:pt x="0" y="18"/>
                    <a:pt x="4" y="30"/>
                    <a:pt x="11" y="28"/>
                  </a:cubicBezTo>
                  <a:cubicBezTo>
                    <a:pt x="21" y="24"/>
                    <a:pt x="24" y="15"/>
                    <a:pt x="21" y="6"/>
                  </a:cubicBezTo>
                  <a:cubicBezTo>
                    <a:pt x="21" y="4"/>
                    <a:pt x="20" y="2"/>
                    <a:pt x="19" y="0"/>
                  </a:cubicBezTo>
                  <a:cubicBezTo>
                    <a:pt x="5" y="0"/>
                    <a:pt x="5" y="0"/>
                    <a:pt x="5" y="0"/>
                  </a:cubicBezTo>
                  <a:cubicBezTo>
                    <a:pt x="8" y="6"/>
                    <a:pt x="12" y="14"/>
                    <a:pt x="8"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0" name="Freeform 388"/>
            <p:cNvSpPr>
              <a:spLocks/>
            </p:cNvSpPr>
            <p:nvPr/>
          </p:nvSpPr>
          <p:spPr bwMode="auto">
            <a:xfrm>
              <a:off x="-17463" y="1477963"/>
              <a:ext cx="303213" cy="327025"/>
            </a:xfrm>
            <a:custGeom>
              <a:avLst/>
              <a:gdLst>
                <a:gd name="T0" fmla="*/ 35 w 81"/>
                <a:gd name="T1" fmla="*/ 86 h 87"/>
                <a:gd name="T2" fmla="*/ 38 w 81"/>
                <a:gd name="T3" fmla="*/ 87 h 87"/>
                <a:gd name="T4" fmla="*/ 81 w 81"/>
                <a:gd name="T5" fmla="*/ 43 h 87"/>
                <a:gd name="T6" fmla="*/ 38 w 81"/>
                <a:gd name="T7" fmla="*/ 0 h 87"/>
                <a:gd name="T8" fmla="*/ 0 w 81"/>
                <a:gd name="T9" fmla="*/ 22 h 87"/>
                <a:gd name="T10" fmla="*/ 0 w 81"/>
                <a:gd name="T11" fmla="*/ 45 h 87"/>
                <a:gd name="T12" fmla="*/ 18 w 81"/>
                <a:gd name="T13" fmla="*/ 57 h 87"/>
                <a:gd name="T14" fmla="*/ 35 w 81"/>
                <a:gd name="T15" fmla="*/ 86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7">
                  <a:moveTo>
                    <a:pt x="35" y="86"/>
                  </a:moveTo>
                  <a:cubicBezTo>
                    <a:pt x="36" y="86"/>
                    <a:pt x="37" y="87"/>
                    <a:pt x="38" y="87"/>
                  </a:cubicBezTo>
                  <a:cubicBezTo>
                    <a:pt x="61" y="87"/>
                    <a:pt x="81" y="67"/>
                    <a:pt x="81" y="43"/>
                  </a:cubicBezTo>
                  <a:cubicBezTo>
                    <a:pt x="81" y="20"/>
                    <a:pt x="61" y="0"/>
                    <a:pt x="38" y="0"/>
                  </a:cubicBezTo>
                  <a:cubicBezTo>
                    <a:pt x="22" y="0"/>
                    <a:pt x="8" y="9"/>
                    <a:pt x="0" y="22"/>
                  </a:cubicBezTo>
                  <a:cubicBezTo>
                    <a:pt x="0" y="45"/>
                    <a:pt x="0" y="45"/>
                    <a:pt x="0" y="45"/>
                  </a:cubicBezTo>
                  <a:cubicBezTo>
                    <a:pt x="7" y="48"/>
                    <a:pt x="13" y="52"/>
                    <a:pt x="18" y="57"/>
                  </a:cubicBezTo>
                  <a:cubicBezTo>
                    <a:pt x="27" y="65"/>
                    <a:pt x="33" y="75"/>
                    <a:pt x="35" y="8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1" name="Freeform 389"/>
            <p:cNvSpPr>
              <a:spLocks/>
            </p:cNvSpPr>
            <p:nvPr/>
          </p:nvSpPr>
          <p:spPr bwMode="auto">
            <a:xfrm>
              <a:off x="79375" y="1387475"/>
              <a:ext cx="90488" cy="71438"/>
            </a:xfrm>
            <a:custGeom>
              <a:avLst/>
              <a:gdLst>
                <a:gd name="T0" fmla="*/ 57 w 57"/>
                <a:gd name="T1" fmla="*/ 45 h 45"/>
                <a:gd name="T2" fmla="*/ 29 w 57"/>
                <a:gd name="T3" fmla="*/ 0 h 45"/>
                <a:gd name="T4" fmla="*/ 0 w 57"/>
                <a:gd name="T5" fmla="*/ 45 h 45"/>
                <a:gd name="T6" fmla="*/ 57 w 57"/>
                <a:gd name="T7" fmla="*/ 45 h 45"/>
              </a:gdLst>
              <a:ahLst/>
              <a:cxnLst>
                <a:cxn ang="0">
                  <a:pos x="T0" y="T1"/>
                </a:cxn>
                <a:cxn ang="0">
                  <a:pos x="T2" y="T3"/>
                </a:cxn>
                <a:cxn ang="0">
                  <a:pos x="T4" y="T5"/>
                </a:cxn>
                <a:cxn ang="0">
                  <a:pos x="T6" y="T7"/>
                </a:cxn>
              </a:cxnLst>
              <a:rect l="0" t="0" r="r" b="b"/>
              <a:pathLst>
                <a:path w="57" h="45">
                  <a:moveTo>
                    <a:pt x="57" y="45"/>
                  </a:moveTo>
                  <a:lnTo>
                    <a:pt x="29" y="0"/>
                  </a:lnTo>
                  <a:lnTo>
                    <a:pt x="0" y="45"/>
                  </a:lnTo>
                  <a:lnTo>
                    <a:pt x="57" y="4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2" name="Freeform 390"/>
            <p:cNvSpPr>
              <a:spLocks/>
            </p:cNvSpPr>
            <p:nvPr/>
          </p:nvSpPr>
          <p:spPr bwMode="auto">
            <a:xfrm>
              <a:off x="304800" y="1593850"/>
              <a:ext cx="71438" cy="90488"/>
            </a:xfrm>
            <a:custGeom>
              <a:avLst/>
              <a:gdLst>
                <a:gd name="T0" fmla="*/ 0 w 45"/>
                <a:gd name="T1" fmla="*/ 57 h 57"/>
                <a:gd name="T2" fmla="*/ 45 w 45"/>
                <a:gd name="T3" fmla="*/ 28 h 57"/>
                <a:gd name="T4" fmla="*/ 0 w 45"/>
                <a:gd name="T5" fmla="*/ 0 h 57"/>
                <a:gd name="T6" fmla="*/ 0 w 45"/>
                <a:gd name="T7" fmla="*/ 57 h 57"/>
              </a:gdLst>
              <a:ahLst/>
              <a:cxnLst>
                <a:cxn ang="0">
                  <a:pos x="T0" y="T1"/>
                </a:cxn>
                <a:cxn ang="0">
                  <a:pos x="T2" y="T3"/>
                </a:cxn>
                <a:cxn ang="0">
                  <a:pos x="T4" y="T5"/>
                </a:cxn>
                <a:cxn ang="0">
                  <a:pos x="T6" y="T7"/>
                </a:cxn>
              </a:cxnLst>
              <a:rect l="0" t="0" r="r" b="b"/>
              <a:pathLst>
                <a:path w="45" h="57">
                  <a:moveTo>
                    <a:pt x="0" y="57"/>
                  </a:moveTo>
                  <a:lnTo>
                    <a:pt x="45" y="28"/>
                  </a:lnTo>
                  <a:lnTo>
                    <a:pt x="0" y="0"/>
                  </a:lnTo>
                  <a:lnTo>
                    <a:pt x="0" y="5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3" name="Freeform 391"/>
            <p:cNvSpPr>
              <a:spLocks/>
            </p:cNvSpPr>
            <p:nvPr/>
          </p:nvSpPr>
          <p:spPr bwMode="auto">
            <a:xfrm>
              <a:off x="222250" y="1462088"/>
              <a:ext cx="82550" cy="79375"/>
            </a:xfrm>
            <a:custGeom>
              <a:avLst/>
              <a:gdLst>
                <a:gd name="T0" fmla="*/ 0 w 52"/>
                <a:gd name="T1" fmla="*/ 10 h 50"/>
                <a:gd name="T2" fmla="*/ 40 w 52"/>
                <a:gd name="T3" fmla="*/ 50 h 50"/>
                <a:gd name="T4" fmla="*/ 52 w 52"/>
                <a:gd name="T5" fmla="*/ 0 h 50"/>
                <a:gd name="T6" fmla="*/ 0 w 52"/>
                <a:gd name="T7" fmla="*/ 10 h 50"/>
              </a:gdLst>
              <a:ahLst/>
              <a:cxnLst>
                <a:cxn ang="0">
                  <a:pos x="T0" y="T1"/>
                </a:cxn>
                <a:cxn ang="0">
                  <a:pos x="T2" y="T3"/>
                </a:cxn>
                <a:cxn ang="0">
                  <a:pos x="T4" y="T5"/>
                </a:cxn>
                <a:cxn ang="0">
                  <a:pos x="T6" y="T7"/>
                </a:cxn>
              </a:cxnLst>
              <a:rect l="0" t="0" r="r" b="b"/>
              <a:pathLst>
                <a:path w="52" h="50">
                  <a:moveTo>
                    <a:pt x="0" y="10"/>
                  </a:moveTo>
                  <a:lnTo>
                    <a:pt x="40" y="50"/>
                  </a:lnTo>
                  <a:lnTo>
                    <a:pt x="52" y="0"/>
                  </a:lnTo>
                  <a:lnTo>
                    <a:pt x="0" y="1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4" name="Freeform 392"/>
            <p:cNvSpPr>
              <a:spLocks/>
            </p:cNvSpPr>
            <p:nvPr/>
          </p:nvSpPr>
          <p:spPr bwMode="auto">
            <a:xfrm>
              <a:off x="222250" y="1736725"/>
              <a:ext cx="82550" cy="82550"/>
            </a:xfrm>
            <a:custGeom>
              <a:avLst/>
              <a:gdLst>
                <a:gd name="T0" fmla="*/ 40 w 52"/>
                <a:gd name="T1" fmla="*/ 0 h 52"/>
                <a:gd name="T2" fmla="*/ 0 w 52"/>
                <a:gd name="T3" fmla="*/ 40 h 52"/>
                <a:gd name="T4" fmla="*/ 52 w 52"/>
                <a:gd name="T5" fmla="*/ 52 h 52"/>
                <a:gd name="T6" fmla="*/ 40 w 52"/>
                <a:gd name="T7" fmla="*/ 0 h 52"/>
              </a:gdLst>
              <a:ahLst/>
              <a:cxnLst>
                <a:cxn ang="0">
                  <a:pos x="T0" y="T1"/>
                </a:cxn>
                <a:cxn ang="0">
                  <a:pos x="T2" y="T3"/>
                </a:cxn>
                <a:cxn ang="0">
                  <a:pos x="T4" y="T5"/>
                </a:cxn>
                <a:cxn ang="0">
                  <a:pos x="T6" y="T7"/>
                </a:cxn>
              </a:cxnLst>
              <a:rect l="0" t="0" r="r" b="b"/>
              <a:pathLst>
                <a:path w="52" h="52">
                  <a:moveTo>
                    <a:pt x="40" y="0"/>
                  </a:moveTo>
                  <a:lnTo>
                    <a:pt x="0" y="40"/>
                  </a:lnTo>
                  <a:lnTo>
                    <a:pt x="52" y="52"/>
                  </a:lnTo>
                  <a:lnTo>
                    <a:pt x="4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5" name="Freeform 393"/>
            <p:cNvSpPr>
              <a:spLocks/>
            </p:cNvSpPr>
            <p:nvPr/>
          </p:nvSpPr>
          <p:spPr bwMode="auto">
            <a:xfrm>
              <a:off x="-17463" y="1470025"/>
              <a:ext cx="44450" cy="52388"/>
            </a:xfrm>
            <a:custGeom>
              <a:avLst/>
              <a:gdLst>
                <a:gd name="T0" fmla="*/ 0 w 28"/>
                <a:gd name="T1" fmla="*/ 33 h 33"/>
                <a:gd name="T2" fmla="*/ 28 w 28"/>
                <a:gd name="T3" fmla="*/ 5 h 33"/>
                <a:gd name="T4" fmla="*/ 0 w 28"/>
                <a:gd name="T5" fmla="*/ 0 h 33"/>
                <a:gd name="T6" fmla="*/ 0 w 28"/>
                <a:gd name="T7" fmla="*/ 33 h 33"/>
              </a:gdLst>
              <a:ahLst/>
              <a:cxnLst>
                <a:cxn ang="0">
                  <a:pos x="T0" y="T1"/>
                </a:cxn>
                <a:cxn ang="0">
                  <a:pos x="T2" y="T3"/>
                </a:cxn>
                <a:cxn ang="0">
                  <a:pos x="T4" y="T5"/>
                </a:cxn>
                <a:cxn ang="0">
                  <a:pos x="T6" y="T7"/>
                </a:cxn>
              </a:cxnLst>
              <a:rect l="0" t="0" r="r" b="b"/>
              <a:pathLst>
                <a:path w="28" h="33">
                  <a:moveTo>
                    <a:pt x="0" y="33"/>
                  </a:moveTo>
                  <a:lnTo>
                    <a:pt x="28" y="5"/>
                  </a:lnTo>
                  <a:lnTo>
                    <a:pt x="0" y="0"/>
                  </a:lnTo>
                  <a:lnTo>
                    <a:pt x="0" y="3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6" name="Freeform 394"/>
            <p:cNvSpPr>
              <a:spLocks/>
            </p:cNvSpPr>
            <p:nvPr/>
          </p:nvSpPr>
          <p:spPr bwMode="auto">
            <a:xfrm>
              <a:off x="-17463" y="1668463"/>
              <a:ext cx="327025" cy="409575"/>
            </a:xfrm>
            <a:custGeom>
              <a:avLst/>
              <a:gdLst>
                <a:gd name="T0" fmla="*/ 54 w 87"/>
                <a:gd name="T1" fmla="*/ 42 h 109"/>
                <a:gd name="T2" fmla="*/ 49 w 87"/>
                <a:gd name="T3" fmla="*/ 43 h 109"/>
                <a:gd name="T4" fmla="*/ 32 w 87"/>
                <a:gd name="T5" fmla="*/ 50 h 109"/>
                <a:gd name="T6" fmla="*/ 31 w 87"/>
                <a:gd name="T7" fmla="*/ 41 h 109"/>
                <a:gd name="T8" fmla="*/ 30 w 87"/>
                <a:gd name="T9" fmla="*/ 35 h 109"/>
                <a:gd name="T10" fmla="*/ 0 w 87"/>
                <a:gd name="T11" fmla="*/ 0 h 109"/>
                <a:gd name="T12" fmla="*/ 0 w 87"/>
                <a:gd name="T13" fmla="*/ 109 h 109"/>
                <a:gd name="T14" fmla="*/ 54 w 87"/>
                <a:gd name="T15" fmla="*/ 109 h 109"/>
                <a:gd name="T16" fmla="*/ 87 w 87"/>
                <a:gd name="T17" fmla="*/ 76 h 109"/>
                <a:gd name="T18" fmla="*/ 54 w 87"/>
                <a:gd name="T19" fmla="*/ 4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9">
                  <a:moveTo>
                    <a:pt x="54" y="42"/>
                  </a:moveTo>
                  <a:cubicBezTo>
                    <a:pt x="52" y="42"/>
                    <a:pt x="50" y="42"/>
                    <a:pt x="49" y="43"/>
                  </a:cubicBezTo>
                  <a:cubicBezTo>
                    <a:pt x="42" y="44"/>
                    <a:pt x="37" y="46"/>
                    <a:pt x="32" y="50"/>
                  </a:cubicBezTo>
                  <a:cubicBezTo>
                    <a:pt x="32" y="47"/>
                    <a:pt x="32" y="44"/>
                    <a:pt x="31" y="41"/>
                  </a:cubicBezTo>
                  <a:cubicBezTo>
                    <a:pt x="31" y="39"/>
                    <a:pt x="30" y="37"/>
                    <a:pt x="30" y="35"/>
                  </a:cubicBezTo>
                  <a:cubicBezTo>
                    <a:pt x="25" y="19"/>
                    <a:pt x="14" y="7"/>
                    <a:pt x="0" y="0"/>
                  </a:cubicBezTo>
                  <a:cubicBezTo>
                    <a:pt x="0" y="109"/>
                    <a:pt x="0" y="109"/>
                    <a:pt x="0" y="109"/>
                  </a:cubicBezTo>
                  <a:cubicBezTo>
                    <a:pt x="54" y="109"/>
                    <a:pt x="54" y="109"/>
                    <a:pt x="54" y="109"/>
                  </a:cubicBezTo>
                  <a:cubicBezTo>
                    <a:pt x="72" y="109"/>
                    <a:pt x="87" y="94"/>
                    <a:pt x="87" y="76"/>
                  </a:cubicBezTo>
                  <a:cubicBezTo>
                    <a:pt x="87" y="57"/>
                    <a:pt x="72" y="42"/>
                    <a:pt x="54"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sp>
        <p:nvSpPr>
          <p:cNvPr id="438" name="Content Placeholder 2"/>
          <p:cNvSpPr txBox="1">
            <a:spLocks/>
          </p:cNvSpPr>
          <p:nvPr/>
        </p:nvSpPr>
        <p:spPr bwMode="auto">
          <a:xfrm>
            <a:off x="7199313" y="554038"/>
            <a:ext cx="4435475" cy="741362"/>
          </a:xfrm>
          <a:prstGeom prst="rect">
            <a:avLst/>
          </a:prstGeom>
          <a:noFill/>
          <a:ln w="9525">
            <a:noFill/>
            <a:miter lim="800000"/>
            <a:headEnd/>
            <a:tailEnd/>
          </a:ln>
        </p:spPr>
        <p:txBody>
          <a:bodyPr/>
          <a:lstStyle/>
          <a:p>
            <a:pPr algn="r">
              <a:spcBef>
                <a:spcPct val="20000"/>
              </a:spcBef>
              <a:buFont typeface="Arial" charset="0"/>
              <a:buNone/>
            </a:pPr>
            <a:r>
              <a:rPr lang="ar-SA" sz="4000" b="1" u="sng" dirty="0">
                <a:solidFill>
                  <a:schemeClr val="accent1"/>
                </a:solidFill>
              </a:rPr>
              <a:t>التدريب التكنولوجي</a:t>
            </a:r>
          </a:p>
        </p:txBody>
      </p:sp>
      <p:sp>
        <p:nvSpPr>
          <p:cNvPr id="441" name="Rectangle 440"/>
          <p:cNvSpPr/>
          <p:nvPr/>
        </p:nvSpPr>
        <p:spPr>
          <a:xfrm>
            <a:off x="11838450" y="3023814"/>
            <a:ext cx="301625" cy="317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sz="1600"/>
          </a:p>
        </p:txBody>
      </p:sp>
      <p:sp>
        <p:nvSpPr>
          <p:cNvPr id="451" name="TextBox 450"/>
          <p:cNvSpPr txBox="1">
            <a:spLocks noChangeArrowheads="1"/>
          </p:cNvSpPr>
          <p:nvPr/>
        </p:nvSpPr>
        <p:spPr bwMode="auto">
          <a:xfrm>
            <a:off x="3678700" y="2863476"/>
            <a:ext cx="8220075" cy="2554288"/>
          </a:xfrm>
          <a:prstGeom prst="rect">
            <a:avLst/>
          </a:prstGeom>
          <a:noFill/>
          <a:ln w="9525">
            <a:noFill/>
            <a:miter lim="800000"/>
            <a:headEnd/>
            <a:tailEnd/>
          </a:ln>
        </p:spPr>
        <p:txBody>
          <a:bodyPr wrap="none">
            <a:spAutoFit/>
          </a:bodyPr>
          <a:lstStyle/>
          <a:p>
            <a:pPr algn="justLow" rtl="1" eaLnBrk="0" hangingPunct="0"/>
            <a:r>
              <a:rPr lang="ar-SA" sz="3200" dirty="0"/>
              <a:t>يعرف التصميم بصفة عامة أنه "عملية التكوين والابتكار"،</a:t>
            </a:r>
          </a:p>
          <a:p>
            <a:pPr algn="justLow" rtl="1" eaLnBrk="0" hangingPunct="0"/>
            <a:r>
              <a:rPr lang="ar-SA" sz="3200" dirty="0"/>
              <a:t>أي "جمع عناصر من البيئة ووضعها في تكوين معين</a:t>
            </a:r>
          </a:p>
          <a:p>
            <a:pPr algn="justLow" rtl="1" eaLnBrk="0" hangingPunct="0"/>
            <a:r>
              <a:rPr lang="ar-SA" sz="3200" dirty="0"/>
              <a:t>لإعطاء شيء له وظيفة أو مدلول والبعض يفرق بين التكوين</a:t>
            </a:r>
          </a:p>
          <a:p>
            <a:pPr algn="justLow" rtl="1" eaLnBrk="0" hangingPunct="0"/>
            <a:r>
              <a:rPr lang="ar-SA" sz="3200" dirty="0"/>
              <a:t>والتصميم على أن التكوين جزء من عملية التصميم</a:t>
            </a:r>
          </a:p>
          <a:p>
            <a:pPr algn="justLow" rtl="1" eaLnBrk="0" hangingPunct="0"/>
            <a:r>
              <a:rPr lang="ar-SA" sz="3200" dirty="0"/>
              <a:t>لأن التصميم يتدخل فيه الفكر الإنساني والخبرات الشخصية". </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2514066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50"/>
                                        <p:tgtEl>
                                          <p:spTgt spid="17"/>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10"/>
                                        <p:tgtEl>
                                          <p:spTgt spid="18"/>
                                        </p:tgtEl>
                                      </p:cBhvr>
                                    </p:animEffect>
                                  </p:childTnLst>
                                </p:cTn>
                              </p:par>
                              <p:par>
                                <p:cTn id="11" presetID="22" presetClass="entr" presetSubtype="4"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down)">
                                      <p:cBhvr>
                                        <p:cTn id="13" dur="10"/>
                                        <p:tgtEl>
                                          <p:spTgt spid="19"/>
                                        </p:tgtEl>
                                      </p:cBhvr>
                                    </p:animEffect>
                                  </p:childTnLst>
                                </p:cTn>
                              </p:par>
                              <p:par>
                                <p:cTn id="14" presetID="22" presetClass="entr" presetSubtype="4"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down)">
                                      <p:cBhvr>
                                        <p:cTn id="16" dur="10"/>
                                        <p:tgtEl>
                                          <p:spTgt spid="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38"/>
                                        </p:tgtEl>
                                        <p:attrNameLst>
                                          <p:attrName>style.visibility</p:attrName>
                                        </p:attrNameLst>
                                      </p:cBhvr>
                                      <p:to>
                                        <p:strVal val="visible"/>
                                      </p:to>
                                    </p:set>
                                    <p:animEffect transition="in" filter="fade">
                                      <p:cBhvr>
                                        <p:cTn id="19" dur="10"/>
                                        <p:tgtEl>
                                          <p:spTgt spid="438"/>
                                        </p:tgtEl>
                                      </p:cBhvr>
                                    </p:animEffect>
                                  </p:childTnLst>
                                </p:cTn>
                              </p:par>
                            </p:childTnLst>
                          </p:cTn>
                        </p:par>
                        <p:par>
                          <p:cTn id="20" fill="hold">
                            <p:stCondLst>
                              <p:cond delay="250"/>
                            </p:stCondLst>
                            <p:childTnLst>
                              <p:par>
                                <p:cTn id="21" presetID="1" presetClass="entr" presetSubtype="0" fill="hold" grpId="0" nodeType="afterEffect">
                                  <p:stCondLst>
                                    <p:cond delay="0"/>
                                  </p:stCondLst>
                                  <p:childTnLst>
                                    <p:set>
                                      <p:cBhvr>
                                        <p:cTn id="22" dur="1" fill="hold">
                                          <p:stCondLst>
                                            <p:cond delay="0"/>
                                          </p:stCondLst>
                                        </p:cTn>
                                        <p:tgtEl>
                                          <p:spTgt spid="441"/>
                                        </p:tgtEl>
                                        <p:attrNameLst>
                                          <p:attrName>style.visibility</p:attrName>
                                        </p:attrNameLst>
                                      </p:cBhvr>
                                      <p:to>
                                        <p:strVal val="visible"/>
                                      </p:to>
                                    </p:set>
                                  </p:childTnLst>
                                </p:cTn>
                              </p:par>
                            </p:childTnLst>
                          </p:cTn>
                        </p:par>
                        <p:par>
                          <p:cTn id="23" fill="hold">
                            <p:stCondLst>
                              <p:cond delay="250"/>
                            </p:stCondLst>
                            <p:childTnLst>
                              <p:par>
                                <p:cTn id="24" presetID="10" presetClass="entr" presetSubtype="0" fill="hold" grpId="0" nodeType="afterEffect">
                                  <p:stCondLst>
                                    <p:cond delay="0"/>
                                  </p:stCondLst>
                                  <p:childTnLst>
                                    <p:set>
                                      <p:cBhvr>
                                        <p:cTn id="25" dur="1" fill="hold">
                                          <p:stCondLst>
                                            <p:cond delay="0"/>
                                          </p:stCondLst>
                                        </p:cTn>
                                        <p:tgtEl>
                                          <p:spTgt spid="451"/>
                                        </p:tgtEl>
                                        <p:attrNameLst>
                                          <p:attrName>style.visibility</p:attrName>
                                        </p:attrNameLst>
                                      </p:cBhvr>
                                      <p:to>
                                        <p:strVal val="visible"/>
                                      </p:to>
                                    </p:set>
                                    <p:animEffect transition="in" filter="fade">
                                      <p:cBhvr>
                                        <p:cTn id="26" dur="500"/>
                                        <p:tgtEl>
                                          <p:spTgt spid="4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 grpId="0"/>
      <p:bldP spid="441" grpId="0" animBg="1"/>
      <p:bldP spid="45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a:grpSpLocks/>
          </p:cNvGrpSpPr>
          <p:nvPr/>
        </p:nvGrpSpPr>
        <p:grpSpPr bwMode="auto">
          <a:xfrm>
            <a:off x="552450" y="2901950"/>
            <a:ext cx="3552825" cy="4000500"/>
            <a:chOff x="7075488" y="1492250"/>
            <a:chExt cx="3382963" cy="4022726"/>
          </a:xfrm>
        </p:grpSpPr>
        <p:sp>
          <p:nvSpPr>
            <p:cNvPr id="396" name="Freeform 5"/>
            <p:cNvSpPr>
              <a:spLocks/>
            </p:cNvSpPr>
            <p:nvPr/>
          </p:nvSpPr>
          <p:spPr bwMode="auto">
            <a:xfrm>
              <a:off x="7840358" y="3851611"/>
              <a:ext cx="2432166" cy="1663365"/>
            </a:xfrm>
            <a:custGeom>
              <a:avLst/>
              <a:gdLst>
                <a:gd name="T0" fmla="*/ 1213 w 1251"/>
                <a:gd name="T1" fmla="*/ 62 h 856"/>
                <a:gd name="T2" fmla="*/ 1213 w 1251"/>
                <a:gd name="T3" fmla="*/ 62 h 856"/>
                <a:gd name="T4" fmla="*/ 1183 w 1251"/>
                <a:gd name="T5" fmla="*/ 231 h 856"/>
                <a:gd name="T6" fmla="*/ 316 w 1251"/>
                <a:gd name="T7" fmla="*/ 856 h 856"/>
                <a:gd name="T8" fmla="*/ 4 w 1251"/>
                <a:gd name="T9" fmla="*/ 856 h 856"/>
                <a:gd name="T10" fmla="*/ 55 w 1251"/>
                <a:gd name="T11" fmla="*/ 745 h 856"/>
                <a:gd name="T12" fmla="*/ 1050 w 1251"/>
                <a:gd name="T13" fmla="*/ 39 h 856"/>
                <a:gd name="T14" fmla="*/ 1213 w 1251"/>
                <a:gd name="T15" fmla="*/ 62 h 8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1" h="856">
                  <a:moveTo>
                    <a:pt x="1213" y="62"/>
                  </a:moveTo>
                  <a:cubicBezTo>
                    <a:pt x="1213" y="62"/>
                    <a:pt x="1213" y="62"/>
                    <a:pt x="1213" y="62"/>
                  </a:cubicBezTo>
                  <a:cubicBezTo>
                    <a:pt x="1251" y="117"/>
                    <a:pt x="1237" y="192"/>
                    <a:pt x="1183" y="231"/>
                  </a:cubicBezTo>
                  <a:cubicBezTo>
                    <a:pt x="316" y="856"/>
                    <a:pt x="316" y="856"/>
                    <a:pt x="316" y="856"/>
                  </a:cubicBezTo>
                  <a:cubicBezTo>
                    <a:pt x="4" y="856"/>
                    <a:pt x="4" y="856"/>
                    <a:pt x="4" y="856"/>
                  </a:cubicBezTo>
                  <a:cubicBezTo>
                    <a:pt x="0" y="814"/>
                    <a:pt x="19" y="772"/>
                    <a:pt x="55" y="745"/>
                  </a:cubicBezTo>
                  <a:cubicBezTo>
                    <a:pt x="1050" y="39"/>
                    <a:pt x="1050" y="39"/>
                    <a:pt x="1050" y="39"/>
                  </a:cubicBezTo>
                  <a:cubicBezTo>
                    <a:pt x="1104" y="0"/>
                    <a:pt x="1174" y="8"/>
                    <a:pt x="1213" y="62"/>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7" name="Freeform 6"/>
            <p:cNvSpPr>
              <a:spLocks/>
            </p:cNvSpPr>
            <p:nvPr/>
          </p:nvSpPr>
          <p:spPr bwMode="auto">
            <a:xfrm>
              <a:off x="7077000" y="4016032"/>
              <a:ext cx="2412515" cy="1498944"/>
            </a:xfrm>
            <a:custGeom>
              <a:avLst/>
              <a:gdLst>
                <a:gd name="T0" fmla="*/ 1016 w 1520"/>
                <a:gd name="T1" fmla="*/ 944 h 944"/>
                <a:gd name="T2" fmla="*/ 1520 w 1520"/>
                <a:gd name="T3" fmla="*/ 518 h 944"/>
                <a:gd name="T4" fmla="*/ 464 w 1520"/>
                <a:gd name="T5" fmla="*/ 0 h 944"/>
                <a:gd name="T6" fmla="*/ 0 w 1520"/>
                <a:gd name="T7" fmla="*/ 944 h 944"/>
                <a:gd name="T8" fmla="*/ 1016 w 1520"/>
                <a:gd name="T9" fmla="*/ 944 h 944"/>
              </a:gdLst>
              <a:ahLst/>
              <a:cxnLst>
                <a:cxn ang="0">
                  <a:pos x="T0" y="T1"/>
                </a:cxn>
                <a:cxn ang="0">
                  <a:pos x="T2" y="T3"/>
                </a:cxn>
                <a:cxn ang="0">
                  <a:pos x="T4" y="T5"/>
                </a:cxn>
                <a:cxn ang="0">
                  <a:pos x="T6" y="T7"/>
                </a:cxn>
                <a:cxn ang="0">
                  <a:pos x="T8" y="T9"/>
                </a:cxn>
              </a:cxnLst>
              <a:rect l="0" t="0" r="r" b="b"/>
              <a:pathLst>
                <a:path w="1520" h="944">
                  <a:moveTo>
                    <a:pt x="1016" y="944"/>
                  </a:moveTo>
                  <a:lnTo>
                    <a:pt x="1520" y="518"/>
                  </a:lnTo>
                  <a:lnTo>
                    <a:pt x="464" y="0"/>
                  </a:lnTo>
                  <a:lnTo>
                    <a:pt x="0" y="944"/>
                  </a:lnTo>
                  <a:lnTo>
                    <a:pt x="1016" y="944"/>
                  </a:ln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8" name="Freeform 7"/>
            <p:cNvSpPr>
              <a:spLocks/>
            </p:cNvSpPr>
            <p:nvPr/>
          </p:nvSpPr>
          <p:spPr bwMode="auto">
            <a:xfrm>
              <a:off x="8358838" y="4611459"/>
              <a:ext cx="1768573" cy="903517"/>
            </a:xfrm>
            <a:custGeom>
              <a:avLst/>
              <a:gdLst>
                <a:gd name="T0" fmla="*/ 872 w 910"/>
                <a:gd name="T1" fmla="*/ 69 h 465"/>
                <a:gd name="T2" fmla="*/ 872 w 910"/>
                <a:gd name="T3" fmla="*/ 69 h 465"/>
                <a:gd name="T4" fmla="*/ 819 w 910"/>
                <a:gd name="T5" fmla="*/ 209 h 465"/>
                <a:gd name="T6" fmla="*/ 428 w 910"/>
                <a:gd name="T7" fmla="*/ 465 h 465"/>
                <a:gd name="T8" fmla="*/ 0 w 910"/>
                <a:gd name="T9" fmla="*/ 465 h 465"/>
                <a:gd name="T10" fmla="*/ 703 w 910"/>
                <a:gd name="T11" fmla="*/ 39 h 465"/>
                <a:gd name="T12" fmla="*/ 872 w 910"/>
                <a:gd name="T13" fmla="*/ 69 h 465"/>
              </a:gdLst>
              <a:ahLst/>
              <a:cxnLst>
                <a:cxn ang="0">
                  <a:pos x="T0" y="T1"/>
                </a:cxn>
                <a:cxn ang="0">
                  <a:pos x="T2" y="T3"/>
                </a:cxn>
                <a:cxn ang="0">
                  <a:pos x="T4" y="T5"/>
                </a:cxn>
                <a:cxn ang="0">
                  <a:pos x="T6" y="T7"/>
                </a:cxn>
                <a:cxn ang="0">
                  <a:pos x="T8" y="T9"/>
                </a:cxn>
                <a:cxn ang="0">
                  <a:pos x="T10" y="T11"/>
                </a:cxn>
                <a:cxn ang="0">
                  <a:pos x="T12" y="T13"/>
                </a:cxn>
              </a:cxnLst>
              <a:rect l="0" t="0" r="r" b="b"/>
              <a:pathLst>
                <a:path w="910" h="465">
                  <a:moveTo>
                    <a:pt x="872" y="69"/>
                  </a:moveTo>
                  <a:cubicBezTo>
                    <a:pt x="872" y="69"/>
                    <a:pt x="872" y="69"/>
                    <a:pt x="872" y="69"/>
                  </a:cubicBezTo>
                  <a:cubicBezTo>
                    <a:pt x="910" y="123"/>
                    <a:pt x="872" y="168"/>
                    <a:pt x="819" y="209"/>
                  </a:cubicBezTo>
                  <a:cubicBezTo>
                    <a:pt x="428" y="465"/>
                    <a:pt x="428" y="465"/>
                    <a:pt x="428" y="465"/>
                  </a:cubicBezTo>
                  <a:cubicBezTo>
                    <a:pt x="0" y="465"/>
                    <a:pt x="0" y="465"/>
                    <a:pt x="0" y="465"/>
                  </a:cubicBezTo>
                  <a:cubicBezTo>
                    <a:pt x="703" y="39"/>
                    <a:pt x="703" y="39"/>
                    <a:pt x="703" y="39"/>
                  </a:cubicBezTo>
                  <a:cubicBezTo>
                    <a:pt x="757" y="0"/>
                    <a:pt x="834" y="14"/>
                    <a:pt x="872" y="69"/>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9" name="Freeform 8"/>
            <p:cNvSpPr>
              <a:spLocks/>
            </p:cNvSpPr>
            <p:nvPr/>
          </p:nvSpPr>
          <p:spPr bwMode="auto">
            <a:xfrm>
              <a:off x="8290815" y="2949691"/>
              <a:ext cx="2167636" cy="1957088"/>
            </a:xfrm>
            <a:custGeom>
              <a:avLst/>
              <a:gdLst>
                <a:gd name="T0" fmla="*/ 1073 w 1115"/>
                <a:gd name="T1" fmla="*/ 55 h 1007"/>
                <a:gd name="T2" fmla="*/ 1073 w 1115"/>
                <a:gd name="T3" fmla="*/ 55 h 1007"/>
                <a:gd name="T4" fmla="*/ 1060 w 1115"/>
                <a:gd name="T5" fmla="*/ 220 h 1007"/>
                <a:gd name="T6" fmla="*/ 206 w 1115"/>
                <a:gd name="T7" fmla="*/ 964 h 1007"/>
                <a:gd name="T8" fmla="*/ 42 w 1115"/>
                <a:gd name="T9" fmla="*/ 951 h 1007"/>
                <a:gd name="T10" fmla="*/ 42 w 1115"/>
                <a:gd name="T11" fmla="*/ 951 h 1007"/>
                <a:gd name="T12" fmla="*/ 55 w 1115"/>
                <a:gd name="T13" fmla="*/ 786 h 1007"/>
                <a:gd name="T14" fmla="*/ 908 w 1115"/>
                <a:gd name="T15" fmla="*/ 42 h 1007"/>
                <a:gd name="T16" fmla="*/ 1073 w 1115"/>
                <a:gd name="T17" fmla="*/ 55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5" h="1007">
                  <a:moveTo>
                    <a:pt x="1073" y="55"/>
                  </a:moveTo>
                  <a:cubicBezTo>
                    <a:pt x="1073" y="55"/>
                    <a:pt x="1073" y="55"/>
                    <a:pt x="1073" y="55"/>
                  </a:cubicBezTo>
                  <a:cubicBezTo>
                    <a:pt x="1115" y="104"/>
                    <a:pt x="1108" y="178"/>
                    <a:pt x="1060" y="220"/>
                  </a:cubicBezTo>
                  <a:cubicBezTo>
                    <a:pt x="206" y="964"/>
                    <a:pt x="206" y="964"/>
                    <a:pt x="206" y="964"/>
                  </a:cubicBezTo>
                  <a:cubicBezTo>
                    <a:pt x="158" y="1007"/>
                    <a:pt x="83" y="1000"/>
                    <a:pt x="42" y="951"/>
                  </a:cubicBezTo>
                  <a:cubicBezTo>
                    <a:pt x="42" y="951"/>
                    <a:pt x="42" y="951"/>
                    <a:pt x="42" y="951"/>
                  </a:cubicBezTo>
                  <a:cubicBezTo>
                    <a:pt x="0" y="902"/>
                    <a:pt x="6" y="828"/>
                    <a:pt x="55" y="786"/>
                  </a:cubicBezTo>
                  <a:cubicBezTo>
                    <a:pt x="908" y="42"/>
                    <a:pt x="908" y="42"/>
                    <a:pt x="908" y="42"/>
                  </a:cubicBezTo>
                  <a:cubicBezTo>
                    <a:pt x="957" y="0"/>
                    <a:pt x="1031" y="6"/>
                    <a:pt x="1073" y="55"/>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00" name="Freeform 9"/>
            <p:cNvSpPr>
              <a:spLocks/>
            </p:cNvSpPr>
            <p:nvPr/>
          </p:nvSpPr>
          <p:spPr bwMode="auto">
            <a:xfrm>
              <a:off x="9744975" y="3323229"/>
              <a:ext cx="231275" cy="319264"/>
            </a:xfrm>
            <a:custGeom>
              <a:avLst/>
              <a:gdLst>
                <a:gd name="T0" fmla="*/ 23 w 119"/>
                <a:gd name="T1" fmla="*/ 0 h 164"/>
                <a:gd name="T2" fmla="*/ 119 w 119"/>
                <a:gd name="T3" fmla="*/ 150 h 164"/>
                <a:gd name="T4" fmla="*/ 23 w 119"/>
                <a:gd name="T5" fmla="*/ 0 h 164"/>
              </a:gdLst>
              <a:ahLst/>
              <a:cxnLst>
                <a:cxn ang="0">
                  <a:pos x="T0" y="T1"/>
                </a:cxn>
                <a:cxn ang="0">
                  <a:pos x="T2" y="T3"/>
                </a:cxn>
                <a:cxn ang="0">
                  <a:pos x="T4" y="T5"/>
                </a:cxn>
              </a:cxnLst>
              <a:rect l="0" t="0" r="r" b="b"/>
              <a:pathLst>
                <a:path w="119" h="164">
                  <a:moveTo>
                    <a:pt x="23" y="0"/>
                  </a:moveTo>
                  <a:cubicBezTo>
                    <a:pt x="23" y="86"/>
                    <a:pt x="75" y="139"/>
                    <a:pt x="119" y="150"/>
                  </a:cubicBezTo>
                  <a:cubicBezTo>
                    <a:pt x="43" y="164"/>
                    <a:pt x="0" y="104"/>
                    <a:pt x="23" y="0"/>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3" name="Freeform 10"/>
            <p:cNvSpPr>
              <a:spLocks/>
            </p:cNvSpPr>
            <p:nvPr/>
          </p:nvSpPr>
          <p:spPr bwMode="auto">
            <a:xfrm>
              <a:off x="7075488" y="3735080"/>
              <a:ext cx="981030" cy="1711255"/>
            </a:xfrm>
            <a:custGeom>
              <a:avLst/>
              <a:gdLst>
                <a:gd name="T0" fmla="*/ 105 w 505"/>
                <a:gd name="T1" fmla="*/ 843 h 881"/>
                <a:gd name="T2" fmla="*/ 182 w 505"/>
                <a:gd name="T3" fmla="*/ 881 h 881"/>
                <a:gd name="T4" fmla="*/ 220 w 505"/>
                <a:gd name="T5" fmla="*/ 782 h 881"/>
                <a:gd name="T6" fmla="*/ 441 w 505"/>
                <a:gd name="T7" fmla="*/ 166 h 881"/>
                <a:gd name="T8" fmla="*/ 109 w 505"/>
                <a:gd name="T9" fmla="*/ 157 h 881"/>
                <a:gd name="T10" fmla="*/ 31 w 505"/>
                <a:gd name="T11" fmla="*/ 635 h 881"/>
                <a:gd name="T12" fmla="*/ 105 w 505"/>
                <a:gd name="T13" fmla="*/ 843 h 881"/>
              </a:gdLst>
              <a:ahLst/>
              <a:cxnLst>
                <a:cxn ang="0">
                  <a:pos x="T0" y="T1"/>
                </a:cxn>
                <a:cxn ang="0">
                  <a:pos x="T2" y="T3"/>
                </a:cxn>
                <a:cxn ang="0">
                  <a:pos x="T4" y="T5"/>
                </a:cxn>
                <a:cxn ang="0">
                  <a:pos x="T6" y="T7"/>
                </a:cxn>
                <a:cxn ang="0">
                  <a:pos x="T8" y="T9"/>
                </a:cxn>
                <a:cxn ang="0">
                  <a:pos x="T10" y="T11"/>
                </a:cxn>
                <a:cxn ang="0">
                  <a:pos x="T12" y="T13"/>
                </a:cxn>
              </a:cxnLst>
              <a:rect l="0" t="0" r="r" b="b"/>
              <a:pathLst>
                <a:path w="505" h="881">
                  <a:moveTo>
                    <a:pt x="105" y="843"/>
                  </a:moveTo>
                  <a:cubicBezTo>
                    <a:pt x="182" y="881"/>
                    <a:pt x="182" y="881"/>
                    <a:pt x="182" y="881"/>
                  </a:cubicBezTo>
                  <a:cubicBezTo>
                    <a:pt x="220" y="782"/>
                    <a:pt x="220" y="782"/>
                    <a:pt x="220" y="782"/>
                  </a:cubicBezTo>
                  <a:cubicBezTo>
                    <a:pt x="441" y="166"/>
                    <a:pt x="441" y="166"/>
                    <a:pt x="441" y="166"/>
                  </a:cubicBezTo>
                  <a:cubicBezTo>
                    <a:pt x="505" y="0"/>
                    <a:pt x="210" y="206"/>
                    <a:pt x="109" y="157"/>
                  </a:cubicBezTo>
                  <a:cubicBezTo>
                    <a:pt x="31" y="635"/>
                    <a:pt x="31" y="635"/>
                    <a:pt x="31" y="635"/>
                  </a:cubicBezTo>
                  <a:cubicBezTo>
                    <a:pt x="0" y="714"/>
                    <a:pt x="34" y="808"/>
                    <a:pt x="105" y="843"/>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4" name="Freeform 11"/>
            <p:cNvSpPr>
              <a:spLocks/>
            </p:cNvSpPr>
            <p:nvPr/>
          </p:nvSpPr>
          <p:spPr bwMode="auto">
            <a:xfrm>
              <a:off x="7589432" y="4047959"/>
              <a:ext cx="451969" cy="1160524"/>
            </a:xfrm>
            <a:custGeom>
              <a:avLst/>
              <a:gdLst>
                <a:gd name="T0" fmla="*/ 216 w 232"/>
                <a:gd name="T1" fmla="*/ 597 h 597"/>
                <a:gd name="T2" fmla="*/ 176 w 232"/>
                <a:gd name="T3" fmla="*/ 304 h 597"/>
                <a:gd name="T4" fmla="*/ 176 w 232"/>
                <a:gd name="T5" fmla="*/ 11 h 597"/>
                <a:gd name="T6" fmla="*/ 46 w 232"/>
                <a:gd name="T7" fmla="*/ 2 h 597"/>
                <a:gd name="T8" fmla="*/ 0 w 232"/>
                <a:gd name="T9" fmla="*/ 246 h 597"/>
                <a:gd name="T10" fmla="*/ 216 w 232"/>
                <a:gd name="T11" fmla="*/ 597 h 597"/>
              </a:gdLst>
              <a:ahLst/>
              <a:cxnLst>
                <a:cxn ang="0">
                  <a:pos x="T0" y="T1"/>
                </a:cxn>
                <a:cxn ang="0">
                  <a:pos x="T2" y="T3"/>
                </a:cxn>
                <a:cxn ang="0">
                  <a:pos x="T4" y="T5"/>
                </a:cxn>
                <a:cxn ang="0">
                  <a:pos x="T6" y="T7"/>
                </a:cxn>
                <a:cxn ang="0">
                  <a:pos x="T8" y="T9"/>
                </a:cxn>
                <a:cxn ang="0">
                  <a:pos x="T10" y="T11"/>
                </a:cxn>
              </a:cxnLst>
              <a:rect l="0" t="0" r="r" b="b"/>
              <a:pathLst>
                <a:path w="232" h="597">
                  <a:moveTo>
                    <a:pt x="216" y="597"/>
                  </a:moveTo>
                  <a:cubicBezTo>
                    <a:pt x="226" y="540"/>
                    <a:pt x="213" y="404"/>
                    <a:pt x="176" y="304"/>
                  </a:cubicBezTo>
                  <a:cubicBezTo>
                    <a:pt x="176" y="11"/>
                    <a:pt x="176" y="11"/>
                    <a:pt x="176" y="11"/>
                  </a:cubicBezTo>
                  <a:cubicBezTo>
                    <a:pt x="150" y="22"/>
                    <a:pt x="71" y="0"/>
                    <a:pt x="46" y="2"/>
                  </a:cubicBezTo>
                  <a:cubicBezTo>
                    <a:pt x="61" y="17"/>
                    <a:pt x="28" y="171"/>
                    <a:pt x="0" y="246"/>
                  </a:cubicBezTo>
                  <a:cubicBezTo>
                    <a:pt x="100" y="277"/>
                    <a:pt x="232" y="508"/>
                    <a:pt x="216" y="597"/>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5" name="Freeform 12"/>
            <p:cNvSpPr>
              <a:spLocks/>
            </p:cNvSpPr>
            <p:nvPr/>
          </p:nvSpPr>
          <p:spPr bwMode="auto">
            <a:xfrm>
              <a:off x="7929543" y="1492250"/>
              <a:ext cx="1898571" cy="3719425"/>
            </a:xfrm>
            <a:custGeom>
              <a:avLst/>
              <a:gdLst>
                <a:gd name="T0" fmla="*/ 200 w 977"/>
                <a:gd name="T1" fmla="*/ 0 h 1914"/>
                <a:gd name="T2" fmla="*/ 778 w 977"/>
                <a:gd name="T3" fmla="*/ 0 h 1914"/>
                <a:gd name="T4" fmla="*/ 976 w 977"/>
                <a:gd name="T5" fmla="*/ 199 h 1914"/>
                <a:gd name="T6" fmla="*/ 975 w 977"/>
                <a:gd name="T7" fmla="*/ 1715 h 1914"/>
                <a:gd name="T8" fmla="*/ 776 w 977"/>
                <a:gd name="T9" fmla="*/ 1914 h 1914"/>
                <a:gd name="T10" fmla="*/ 199 w 977"/>
                <a:gd name="T11" fmla="*/ 1914 h 1914"/>
                <a:gd name="T12" fmla="*/ 0 w 977"/>
                <a:gd name="T13" fmla="*/ 1715 h 1914"/>
                <a:gd name="T14" fmla="*/ 1 w 977"/>
                <a:gd name="T15" fmla="*/ 199 h 1914"/>
                <a:gd name="T16" fmla="*/ 200 w 977"/>
                <a:gd name="T17" fmla="*/ 0 h 1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7" h="1914">
                  <a:moveTo>
                    <a:pt x="200" y="0"/>
                  </a:moveTo>
                  <a:cubicBezTo>
                    <a:pt x="778" y="0"/>
                    <a:pt x="778" y="0"/>
                    <a:pt x="778" y="0"/>
                  </a:cubicBezTo>
                  <a:cubicBezTo>
                    <a:pt x="887" y="0"/>
                    <a:pt x="977" y="90"/>
                    <a:pt x="976" y="199"/>
                  </a:cubicBezTo>
                  <a:cubicBezTo>
                    <a:pt x="975" y="1715"/>
                    <a:pt x="975" y="1715"/>
                    <a:pt x="975" y="1715"/>
                  </a:cubicBezTo>
                  <a:cubicBezTo>
                    <a:pt x="975" y="1825"/>
                    <a:pt x="886" y="1914"/>
                    <a:pt x="776" y="1914"/>
                  </a:cubicBezTo>
                  <a:cubicBezTo>
                    <a:pt x="199" y="1914"/>
                    <a:pt x="199" y="1914"/>
                    <a:pt x="199" y="1914"/>
                  </a:cubicBezTo>
                  <a:cubicBezTo>
                    <a:pt x="89" y="1914"/>
                    <a:pt x="0" y="1824"/>
                    <a:pt x="0" y="1715"/>
                  </a:cubicBezTo>
                  <a:cubicBezTo>
                    <a:pt x="1" y="199"/>
                    <a:pt x="1" y="199"/>
                    <a:pt x="1" y="199"/>
                  </a:cubicBezTo>
                  <a:cubicBezTo>
                    <a:pt x="1" y="89"/>
                    <a:pt x="91" y="0"/>
                    <a:pt x="200" y="0"/>
                  </a:cubicBezTo>
                  <a:close/>
                </a:path>
              </a:pathLst>
            </a:custGeom>
            <a:solidFill>
              <a:srgbClr val="82828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6" name="Freeform 13"/>
            <p:cNvSpPr>
              <a:spLocks/>
            </p:cNvSpPr>
            <p:nvPr/>
          </p:nvSpPr>
          <p:spPr bwMode="auto">
            <a:xfrm>
              <a:off x="7967333" y="1532158"/>
              <a:ext cx="1822991" cy="3641205"/>
            </a:xfrm>
            <a:custGeom>
              <a:avLst/>
              <a:gdLst>
                <a:gd name="T0" fmla="*/ 193 w 938"/>
                <a:gd name="T1" fmla="*/ 0 h 1874"/>
                <a:gd name="T2" fmla="*/ 747 w 938"/>
                <a:gd name="T3" fmla="*/ 1 h 1874"/>
                <a:gd name="T4" fmla="*/ 938 w 938"/>
                <a:gd name="T5" fmla="*/ 192 h 1874"/>
                <a:gd name="T6" fmla="*/ 937 w 938"/>
                <a:gd name="T7" fmla="*/ 1683 h 1874"/>
                <a:gd name="T8" fmla="*/ 746 w 938"/>
                <a:gd name="T9" fmla="*/ 1874 h 1874"/>
                <a:gd name="T10" fmla="*/ 191 w 938"/>
                <a:gd name="T11" fmla="*/ 1873 h 1874"/>
                <a:gd name="T12" fmla="*/ 0 w 938"/>
                <a:gd name="T13" fmla="*/ 1682 h 1874"/>
                <a:gd name="T14" fmla="*/ 2 w 938"/>
                <a:gd name="T15" fmla="*/ 191 h 1874"/>
                <a:gd name="T16" fmla="*/ 193 w 938"/>
                <a:gd name="T17" fmla="*/ 0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8" h="1874">
                  <a:moveTo>
                    <a:pt x="193" y="0"/>
                  </a:moveTo>
                  <a:cubicBezTo>
                    <a:pt x="747" y="1"/>
                    <a:pt x="747" y="1"/>
                    <a:pt x="747" y="1"/>
                  </a:cubicBezTo>
                  <a:cubicBezTo>
                    <a:pt x="852" y="1"/>
                    <a:pt x="938" y="87"/>
                    <a:pt x="938" y="192"/>
                  </a:cubicBezTo>
                  <a:cubicBezTo>
                    <a:pt x="937" y="1683"/>
                    <a:pt x="937" y="1683"/>
                    <a:pt x="937" y="1683"/>
                  </a:cubicBezTo>
                  <a:cubicBezTo>
                    <a:pt x="937" y="1788"/>
                    <a:pt x="851" y="1874"/>
                    <a:pt x="746" y="1874"/>
                  </a:cubicBezTo>
                  <a:cubicBezTo>
                    <a:pt x="191" y="1873"/>
                    <a:pt x="191" y="1873"/>
                    <a:pt x="191" y="1873"/>
                  </a:cubicBezTo>
                  <a:cubicBezTo>
                    <a:pt x="86" y="1873"/>
                    <a:pt x="0" y="1787"/>
                    <a:pt x="0" y="1682"/>
                  </a:cubicBezTo>
                  <a:cubicBezTo>
                    <a:pt x="2" y="191"/>
                    <a:pt x="2" y="191"/>
                    <a:pt x="2" y="191"/>
                  </a:cubicBezTo>
                  <a:cubicBezTo>
                    <a:pt x="2" y="86"/>
                    <a:pt x="88" y="0"/>
                    <a:pt x="193" y="0"/>
                  </a:cubicBezTo>
                  <a:close/>
                </a:path>
              </a:pathLst>
            </a:custGeom>
            <a:solidFill>
              <a:srgbClr val="04030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7" name="Freeform 14"/>
            <p:cNvSpPr>
              <a:spLocks/>
            </p:cNvSpPr>
            <p:nvPr/>
          </p:nvSpPr>
          <p:spPr bwMode="auto">
            <a:xfrm>
              <a:off x="8280234" y="1532158"/>
              <a:ext cx="1510089" cy="3630031"/>
            </a:xfrm>
            <a:custGeom>
              <a:avLst/>
              <a:gdLst>
                <a:gd name="T0" fmla="*/ 32 w 777"/>
                <a:gd name="T1" fmla="*/ 0 h 1869"/>
                <a:gd name="T2" fmla="*/ 586 w 777"/>
                <a:gd name="T3" fmla="*/ 1 h 1869"/>
                <a:gd name="T4" fmla="*/ 777 w 777"/>
                <a:gd name="T5" fmla="*/ 192 h 1869"/>
                <a:gd name="T6" fmla="*/ 776 w 777"/>
                <a:gd name="T7" fmla="*/ 1683 h 1869"/>
                <a:gd name="T8" fmla="*/ 628 w 777"/>
                <a:gd name="T9" fmla="*/ 1869 h 1869"/>
                <a:gd name="T10" fmla="*/ 0 w 777"/>
                <a:gd name="T11" fmla="*/ 3 h 1869"/>
                <a:gd name="T12" fmla="*/ 32 w 777"/>
                <a:gd name="T13" fmla="*/ 0 h 1869"/>
              </a:gdLst>
              <a:ahLst/>
              <a:cxnLst>
                <a:cxn ang="0">
                  <a:pos x="T0" y="T1"/>
                </a:cxn>
                <a:cxn ang="0">
                  <a:pos x="T2" y="T3"/>
                </a:cxn>
                <a:cxn ang="0">
                  <a:pos x="T4" y="T5"/>
                </a:cxn>
                <a:cxn ang="0">
                  <a:pos x="T6" y="T7"/>
                </a:cxn>
                <a:cxn ang="0">
                  <a:pos x="T8" y="T9"/>
                </a:cxn>
                <a:cxn ang="0">
                  <a:pos x="T10" y="T11"/>
                </a:cxn>
                <a:cxn ang="0">
                  <a:pos x="T12" y="T13"/>
                </a:cxn>
              </a:cxnLst>
              <a:rect l="0" t="0" r="r" b="b"/>
              <a:pathLst>
                <a:path w="777" h="1869">
                  <a:moveTo>
                    <a:pt x="32" y="0"/>
                  </a:moveTo>
                  <a:cubicBezTo>
                    <a:pt x="586" y="1"/>
                    <a:pt x="586" y="1"/>
                    <a:pt x="586" y="1"/>
                  </a:cubicBezTo>
                  <a:cubicBezTo>
                    <a:pt x="691" y="1"/>
                    <a:pt x="777" y="87"/>
                    <a:pt x="777" y="192"/>
                  </a:cubicBezTo>
                  <a:cubicBezTo>
                    <a:pt x="776" y="1683"/>
                    <a:pt x="776" y="1683"/>
                    <a:pt x="776" y="1683"/>
                  </a:cubicBezTo>
                  <a:cubicBezTo>
                    <a:pt x="776" y="1773"/>
                    <a:pt x="712" y="1849"/>
                    <a:pt x="628" y="1869"/>
                  </a:cubicBezTo>
                  <a:cubicBezTo>
                    <a:pt x="0" y="3"/>
                    <a:pt x="0" y="3"/>
                    <a:pt x="0" y="3"/>
                  </a:cubicBezTo>
                  <a:cubicBezTo>
                    <a:pt x="10" y="1"/>
                    <a:pt x="21" y="0"/>
                    <a:pt x="32" y="0"/>
                  </a:cubicBezTo>
                  <a:close/>
                </a:path>
              </a:pathLst>
            </a:custGeom>
            <a:solidFill>
              <a:srgbClr val="4D4D4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8" name="Freeform 15"/>
            <p:cNvSpPr>
              <a:spLocks/>
            </p:cNvSpPr>
            <p:nvPr/>
          </p:nvSpPr>
          <p:spPr bwMode="auto">
            <a:xfrm>
              <a:off x="8682320" y="4727991"/>
              <a:ext cx="389993" cy="389502"/>
            </a:xfrm>
            <a:custGeom>
              <a:avLst/>
              <a:gdLst>
                <a:gd name="T0" fmla="*/ 101 w 201"/>
                <a:gd name="T1" fmla="*/ 0 h 201"/>
                <a:gd name="T2" fmla="*/ 201 w 201"/>
                <a:gd name="T3" fmla="*/ 101 h 201"/>
                <a:gd name="T4" fmla="*/ 101 w 201"/>
                <a:gd name="T5" fmla="*/ 201 h 201"/>
                <a:gd name="T6" fmla="*/ 0 w 201"/>
                <a:gd name="T7" fmla="*/ 100 h 201"/>
                <a:gd name="T8" fmla="*/ 101 w 201"/>
                <a:gd name="T9" fmla="*/ 0 h 201"/>
              </a:gdLst>
              <a:ahLst/>
              <a:cxnLst>
                <a:cxn ang="0">
                  <a:pos x="T0" y="T1"/>
                </a:cxn>
                <a:cxn ang="0">
                  <a:pos x="T2" y="T3"/>
                </a:cxn>
                <a:cxn ang="0">
                  <a:pos x="T4" y="T5"/>
                </a:cxn>
                <a:cxn ang="0">
                  <a:pos x="T6" y="T7"/>
                </a:cxn>
                <a:cxn ang="0">
                  <a:pos x="T8" y="T9"/>
                </a:cxn>
              </a:cxnLst>
              <a:rect l="0" t="0" r="r" b="b"/>
              <a:pathLst>
                <a:path w="201" h="201">
                  <a:moveTo>
                    <a:pt x="101" y="0"/>
                  </a:moveTo>
                  <a:cubicBezTo>
                    <a:pt x="156" y="0"/>
                    <a:pt x="201" y="45"/>
                    <a:pt x="201" y="101"/>
                  </a:cubicBezTo>
                  <a:cubicBezTo>
                    <a:pt x="201" y="156"/>
                    <a:pt x="156" y="201"/>
                    <a:pt x="101" y="201"/>
                  </a:cubicBezTo>
                  <a:cubicBezTo>
                    <a:pt x="45" y="201"/>
                    <a:pt x="0" y="156"/>
                    <a:pt x="0" y="100"/>
                  </a:cubicBezTo>
                  <a:cubicBezTo>
                    <a:pt x="0" y="45"/>
                    <a:pt x="45" y="0"/>
                    <a:pt x="101" y="0"/>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19" name="Freeform 16"/>
            <p:cNvSpPr>
              <a:spLocks/>
            </p:cNvSpPr>
            <p:nvPr/>
          </p:nvSpPr>
          <p:spPr bwMode="auto">
            <a:xfrm>
              <a:off x="8730692" y="4775880"/>
              <a:ext cx="296274" cy="296915"/>
            </a:xfrm>
            <a:custGeom>
              <a:avLst/>
              <a:gdLst>
                <a:gd name="T0" fmla="*/ 76 w 152"/>
                <a:gd name="T1" fmla="*/ 1 h 153"/>
                <a:gd name="T2" fmla="*/ 152 w 152"/>
                <a:gd name="T3" fmla="*/ 77 h 153"/>
                <a:gd name="T4" fmla="*/ 76 w 152"/>
                <a:gd name="T5" fmla="*/ 153 h 153"/>
                <a:gd name="T6" fmla="*/ 0 w 152"/>
                <a:gd name="T7" fmla="*/ 76 h 153"/>
                <a:gd name="T8" fmla="*/ 76 w 152"/>
                <a:gd name="T9" fmla="*/ 1 h 153"/>
              </a:gdLst>
              <a:ahLst/>
              <a:cxnLst>
                <a:cxn ang="0">
                  <a:pos x="T0" y="T1"/>
                </a:cxn>
                <a:cxn ang="0">
                  <a:pos x="T2" y="T3"/>
                </a:cxn>
                <a:cxn ang="0">
                  <a:pos x="T4" y="T5"/>
                </a:cxn>
                <a:cxn ang="0">
                  <a:pos x="T6" y="T7"/>
                </a:cxn>
                <a:cxn ang="0">
                  <a:pos x="T8" y="T9"/>
                </a:cxn>
              </a:cxnLst>
              <a:rect l="0" t="0" r="r" b="b"/>
              <a:pathLst>
                <a:path w="152" h="153">
                  <a:moveTo>
                    <a:pt x="76" y="1"/>
                  </a:moveTo>
                  <a:cubicBezTo>
                    <a:pt x="118" y="1"/>
                    <a:pt x="152" y="35"/>
                    <a:pt x="152" y="77"/>
                  </a:cubicBezTo>
                  <a:cubicBezTo>
                    <a:pt x="152" y="119"/>
                    <a:pt x="118" y="153"/>
                    <a:pt x="76" y="153"/>
                  </a:cubicBezTo>
                  <a:cubicBezTo>
                    <a:pt x="34" y="152"/>
                    <a:pt x="0" y="118"/>
                    <a:pt x="0" y="76"/>
                  </a:cubicBezTo>
                  <a:cubicBezTo>
                    <a:pt x="0" y="34"/>
                    <a:pt x="34" y="0"/>
                    <a:pt x="76" y="1"/>
                  </a:cubicBezTo>
                  <a:close/>
                </a:path>
              </a:pathLst>
            </a:custGeom>
            <a:solidFill>
              <a:srgbClr val="040302"/>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0" name="Freeform 17"/>
            <p:cNvSpPr>
              <a:spLocks/>
            </p:cNvSpPr>
            <p:nvPr/>
          </p:nvSpPr>
          <p:spPr bwMode="auto">
            <a:xfrm>
              <a:off x="8405697" y="1912083"/>
              <a:ext cx="1253118" cy="2755248"/>
            </a:xfrm>
            <a:custGeom>
              <a:avLst/>
              <a:gdLst>
                <a:gd name="T0" fmla="*/ 0 w 789"/>
                <a:gd name="T1" fmla="*/ 0 h 1736"/>
                <a:gd name="T2" fmla="*/ 789 w 789"/>
                <a:gd name="T3" fmla="*/ 2 h 1736"/>
                <a:gd name="T4" fmla="*/ 787 w 789"/>
                <a:gd name="T5" fmla="*/ 1736 h 1736"/>
                <a:gd name="T6" fmla="*/ 584 w 789"/>
                <a:gd name="T7" fmla="*/ 1735 h 1736"/>
                <a:gd name="T8" fmla="*/ 0 w 789"/>
                <a:gd name="T9" fmla="*/ 0 h 1736"/>
              </a:gdLst>
              <a:ahLst/>
              <a:cxnLst>
                <a:cxn ang="0">
                  <a:pos x="T0" y="T1"/>
                </a:cxn>
                <a:cxn ang="0">
                  <a:pos x="T2" y="T3"/>
                </a:cxn>
                <a:cxn ang="0">
                  <a:pos x="T4" y="T5"/>
                </a:cxn>
                <a:cxn ang="0">
                  <a:pos x="T6" y="T7"/>
                </a:cxn>
                <a:cxn ang="0">
                  <a:pos x="T8" y="T9"/>
                </a:cxn>
              </a:cxnLst>
              <a:rect l="0" t="0" r="r" b="b"/>
              <a:pathLst>
                <a:path w="789" h="1736">
                  <a:moveTo>
                    <a:pt x="0" y="0"/>
                  </a:moveTo>
                  <a:lnTo>
                    <a:pt x="789" y="2"/>
                  </a:lnTo>
                  <a:lnTo>
                    <a:pt x="787" y="1736"/>
                  </a:lnTo>
                  <a:lnTo>
                    <a:pt x="584" y="1735"/>
                  </a:lnTo>
                  <a:lnTo>
                    <a:pt x="0" y="0"/>
                  </a:lnTo>
                  <a:close/>
                </a:path>
              </a:pathLst>
            </a:custGeom>
            <a:solidFill>
              <a:srgbClr val="C00000"/>
            </a:solidFill>
            <a:ln w="9525">
              <a:noFill/>
              <a:round/>
              <a:headEnd/>
              <a:tailEnd/>
            </a:ln>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1" name="Freeform 18"/>
            <p:cNvSpPr>
              <a:spLocks/>
            </p:cNvSpPr>
            <p:nvPr/>
          </p:nvSpPr>
          <p:spPr bwMode="auto">
            <a:xfrm>
              <a:off x="8171399" y="4892411"/>
              <a:ext cx="356738" cy="60660"/>
            </a:xfrm>
            <a:custGeom>
              <a:avLst/>
              <a:gdLst>
                <a:gd name="T0" fmla="*/ 16 w 184"/>
                <a:gd name="T1" fmla="*/ 31 h 31"/>
                <a:gd name="T2" fmla="*/ 168 w 184"/>
                <a:gd name="T3" fmla="*/ 31 h 31"/>
                <a:gd name="T4" fmla="*/ 184 w 184"/>
                <a:gd name="T5" fmla="*/ 16 h 31"/>
                <a:gd name="T6" fmla="*/ 184 w 184"/>
                <a:gd name="T7" fmla="*/ 16 h 31"/>
                <a:gd name="T8" fmla="*/ 168 w 184"/>
                <a:gd name="T9" fmla="*/ 0 h 31"/>
                <a:gd name="T10" fmla="*/ 16 w 184"/>
                <a:gd name="T11" fmla="*/ 0 h 31"/>
                <a:gd name="T12" fmla="*/ 0 w 184"/>
                <a:gd name="T13" fmla="*/ 15 h 31"/>
                <a:gd name="T14" fmla="*/ 0 w 184"/>
                <a:gd name="T15" fmla="*/ 15 h 31"/>
                <a:gd name="T16" fmla="*/ 16 w 184"/>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31">
                  <a:moveTo>
                    <a:pt x="16" y="31"/>
                  </a:moveTo>
                  <a:cubicBezTo>
                    <a:pt x="168" y="31"/>
                    <a:pt x="168" y="31"/>
                    <a:pt x="168" y="31"/>
                  </a:cubicBezTo>
                  <a:cubicBezTo>
                    <a:pt x="177" y="31"/>
                    <a:pt x="184" y="24"/>
                    <a:pt x="184" y="16"/>
                  </a:cubicBezTo>
                  <a:cubicBezTo>
                    <a:pt x="184" y="16"/>
                    <a:pt x="184" y="16"/>
                    <a:pt x="184" y="16"/>
                  </a:cubicBezTo>
                  <a:cubicBezTo>
                    <a:pt x="184" y="7"/>
                    <a:pt x="177" y="0"/>
                    <a:pt x="168" y="0"/>
                  </a:cubicBezTo>
                  <a:cubicBezTo>
                    <a:pt x="16" y="0"/>
                    <a:pt x="16" y="0"/>
                    <a:pt x="16" y="0"/>
                  </a:cubicBezTo>
                  <a:cubicBezTo>
                    <a:pt x="7" y="0"/>
                    <a:pt x="0" y="7"/>
                    <a:pt x="0" y="15"/>
                  </a:cubicBezTo>
                  <a:cubicBezTo>
                    <a:pt x="0" y="15"/>
                    <a:pt x="0" y="15"/>
                    <a:pt x="0" y="15"/>
                  </a:cubicBezTo>
                  <a:cubicBezTo>
                    <a:pt x="0" y="24"/>
                    <a:pt x="7" y="31"/>
                    <a:pt x="16" y="31"/>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2" name="Freeform 19"/>
            <p:cNvSpPr>
              <a:spLocks/>
            </p:cNvSpPr>
            <p:nvPr/>
          </p:nvSpPr>
          <p:spPr bwMode="auto">
            <a:xfrm>
              <a:off x="9229520" y="4892411"/>
              <a:ext cx="355226" cy="60660"/>
            </a:xfrm>
            <a:custGeom>
              <a:avLst/>
              <a:gdLst>
                <a:gd name="T0" fmla="*/ 15 w 183"/>
                <a:gd name="T1" fmla="*/ 31 h 31"/>
                <a:gd name="T2" fmla="*/ 168 w 183"/>
                <a:gd name="T3" fmla="*/ 31 h 31"/>
                <a:gd name="T4" fmla="*/ 183 w 183"/>
                <a:gd name="T5" fmla="*/ 16 h 31"/>
                <a:gd name="T6" fmla="*/ 183 w 183"/>
                <a:gd name="T7" fmla="*/ 16 h 31"/>
                <a:gd name="T8" fmla="*/ 168 w 183"/>
                <a:gd name="T9" fmla="*/ 0 h 31"/>
                <a:gd name="T10" fmla="*/ 15 w 183"/>
                <a:gd name="T11" fmla="*/ 0 h 31"/>
                <a:gd name="T12" fmla="*/ 0 w 183"/>
                <a:gd name="T13" fmla="*/ 15 h 31"/>
                <a:gd name="T14" fmla="*/ 0 w 183"/>
                <a:gd name="T15" fmla="*/ 15 h 31"/>
                <a:gd name="T16" fmla="*/ 15 w 183"/>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31">
                  <a:moveTo>
                    <a:pt x="15" y="31"/>
                  </a:moveTo>
                  <a:cubicBezTo>
                    <a:pt x="168" y="31"/>
                    <a:pt x="168" y="31"/>
                    <a:pt x="168" y="31"/>
                  </a:cubicBezTo>
                  <a:cubicBezTo>
                    <a:pt x="176" y="31"/>
                    <a:pt x="183" y="24"/>
                    <a:pt x="183" y="16"/>
                  </a:cubicBezTo>
                  <a:cubicBezTo>
                    <a:pt x="183" y="16"/>
                    <a:pt x="183" y="16"/>
                    <a:pt x="183" y="16"/>
                  </a:cubicBezTo>
                  <a:cubicBezTo>
                    <a:pt x="183" y="7"/>
                    <a:pt x="176" y="0"/>
                    <a:pt x="168" y="0"/>
                  </a:cubicBezTo>
                  <a:cubicBezTo>
                    <a:pt x="15" y="0"/>
                    <a:pt x="15" y="0"/>
                    <a:pt x="15" y="0"/>
                  </a:cubicBezTo>
                  <a:cubicBezTo>
                    <a:pt x="7" y="0"/>
                    <a:pt x="0" y="7"/>
                    <a:pt x="0" y="15"/>
                  </a:cubicBezTo>
                  <a:cubicBezTo>
                    <a:pt x="0" y="15"/>
                    <a:pt x="0" y="15"/>
                    <a:pt x="0" y="15"/>
                  </a:cubicBezTo>
                  <a:cubicBezTo>
                    <a:pt x="0" y="24"/>
                    <a:pt x="7" y="31"/>
                    <a:pt x="15" y="31"/>
                  </a:cubicBezTo>
                  <a:close/>
                </a:path>
              </a:pathLst>
            </a:custGeom>
            <a:solidFill>
              <a:srgbClr val="E8E8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3" name="Freeform 20"/>
            <p:cNvSpPr>
              <a:spLocks/>
            </p:cNvSpPr>
            <p:nvPr/>
          </p:nvSpPr>
          <p:spPr bwMode="auto">
            <a:xfrm>
              <a:off x="8100353" y="1912083"/>
              <a:ext cx="1231955" cy="2753651"/>
            </a:xfrm>
            <a:custGeom>
              <a:avLst/>
              <a:gdLst>
                <a:gd name="T0" fmla="*/ 1 w 776"/>
                <a:gd name="T1" fmla="*/ 0 h 1735"/>
                <a:gd name="T2" fmla="*/ 192 w 776"/>
                <a:gd name="T3" fmla="*/ 0 h 1735"/>
                <a:gd name="T4" fmla="*/ 776 w 776"/>
                <a:gd name="T5" fmla="*/ 1735 h 1735"/>
                <a:gd name="T6" fmla="*/ 0 w 776"/>
                <a:gd name="T7" fmla="*/ 1735 h 1735"/>
                <a:gd name="T8" fmla="*/ 1 w 776"/>
                <a:gd name="T9" fmla="*/ 0 h 1735"/>
              </a:gdLst>
              <a:ahLst/>
              <a:cxnLst>
                <a:cxn ang="0">
                  <a:pos x="T0" y="T1"/>
                </a:cxn>
                <a:cxn ang="0">
                  <a:pos x="T2" y="T3"/>
                </a:cxn>
                <a:cxn ang="0">
                  <a:pos x="T4" y="T5"/>
                </a:cxn>
                <a:cxn ang="0">
                  <a:pos x="T6" y="T7"/>
                </a:cxn>
                <a:cxn ang="0">
                  <a:pos x="T8" y="T9"/>
                </a:cxn>
              </a:cxnLst>
              <a:rect l="0" t="0" r="r" b="b"/>
              <a:pathLst>
                <a:path w="776" h="1735">
                  <a:moveTo>
                    <a:pt x="1" y="0"/>
                  </a:moveTo>
                  <a:lnTo>
                    <a:pt x="192" y="0"/>
                  </a:lnTo>
                  <a:lnTo>
                    <a:pt x="776" y="1735"/>
                  </a:lnTo>
                  <a:lnTo>
                    <a:pt x="0" y="1735"/>
                  </a:lnTo>
                  <a:lnTo>
                    <a:pt x="1" y="0"/>
                  </a:lnTo>
                  <a:close/>
                </a:path>
              </a:pathLst>
            </a:custGeom>
            <a:solidFill>
              <a:srgbClr val="FF0000"/>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4" name="Freeform 21"/>
            <p:cNvSpPr>
              <a:spLocks/>
            </p:cNvSpPr>
            <p:nvPr/>
          </p:nvSpPr>
          <p:spPr bwMode="auto">
            <a:xfrm>
              <a:off x="7250834" y="3414219"/>
              <a:ext cx="1162422" cy="906710"/>
            </a:xfrm>
            <a:custGeom>
              <a:avLst/>
              <a:gdLst>
                <a:gd name="T0" fmla="*/ 25 w 599"/>
                <a:gd name="T1" fmla="*/ 386 h 467"/>
                <a:gd name="T2" fmla="*/ 52 w 599"/>
                <a:gd name="T3" fmla="*/ 467 h 467"/>
                <a:gd name="T4" fmla="*/ 150 w 599"/>
                <a:gd name="T5" fmla="*/ 424 h 467"/>
                <a:gd name="T6" fmla="*/ 447 w 599"/>
                <a:gd name="T7" fmla="*/ 296 h 467"/>
                <a:gd name="T8" fmla="*/ 567 w 599"/>
                <a:gd name="T9" fmla="*/ 20 h 467"/>
                <a:gd name="T10" fmla="*/ 537 w 599"/>
                <a:gd name="T11" fmla="*/ 6 h 467"/>
                <a:gd name="T12" fmla="*/ 121 w 599"/>
                <a:gd name="T13" fmla="*/ 186 h 467"/>
                <a:gd name="T14" fmla="*/ 25 w 599"/>
                <a:gd name="T15" fmla="*/ 386 h 4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9" h="467">
                  <a:moveTo>
                    <a:pt x="25" y="386"/>
                  </a:moveTo>
                  <a:cubicBezTo>
                    <a:pt x="52" y="467"/>
                    <a:pt x="52" y="467"/>
                    <a:pt x="52" y="467"/>
                  </a:cubicBezTo>
                  <a:cubicBezTo>
                    <a:pt x="150" y="424"/>
                    <a:pt x="150" y="424"/>
                    <a:pt x="150" y="424"/>
                  </a:cubicBezTo>
                  <a:cubicBezTo>
                    <a:pt x="447" y="296"/>
                    <a:pt x="447" y="296"/>
                    <a:pt x="447" y="296"/>
                  </a:cubicBezTo>
                  <a:cubicBezTo>
                    <a:pt x="598" y="230"/>
                    <a:pt x="599" y="119"/>
                    <a:pt x="567" y="20"/>
                  </a:cubicBezTo>
                  <a:cubicBezTo>
                    <a:pt x="562" y="5"/>
                    <a:pt x="550" y="0"/>
                    <a:pt x="537" y="6"/>
                  </a:cubicBezTo>
                  <a:cubicBezTo>
                    <a:pt x="121" y="186"/>
                    <a:pt x="121" y="186"/>
                    <a:pt x="121" y="186"/>
                  </a:cubicBezTo>
                  <a:cubicBezTo>
                    <a:pt x="43" y="220"/>
                    <a:pt x="0" y="310"/>
                    <a:pt x="25" y="386"/>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5" name="Freeform 22"/>
            <p:cNvSpPr>
              <a:spLocks/>
            </p:cNvSpPr>
            <p:nvPr/>
          </p:nvSpPr>
          <p:spPr bwMode="auto">
            <a:xfrm>
              <a:off x="7937101" y="3407834"/>
              <a:ext cx="424760" cy="300108"/>
            </a:xfrm>
            <a:custGeom>
              <a:avLst/>
              <a:gdLst>
                <a:gd name="T0" fmla="*/ 211 w 218"/>
                <a:gd name="T1" fmla="*/ 16 h 154"/>
                <a:gd name="T2" fmla="*/ 187 w 218"/>
                <a:gd name="T3" fmla="*/ 6 h 154"/>
                <a:gd name="T4" fmla="*/ 0 w 218"/>
                <a:gd name="T5" fmla="*/ 88 h 154"/>
                <a:gd name="T6" fmla="*/ 202 w 218"/>
                <a:gd name="T7" fmla="*/ 68 h 154"/>
                <a:gd name="T8" fmla="*/ 211 w 218"/>
                <a:gd name="T9" fmla="*/ 16 h 154"/>
              </a:gdLst>
              <a:ahLst/>
              <a:cxnLst>
                <a:cxn ang="0">
                  <a:pos x="T0" y="T1"/>
                </a:cxn>
                <a:cxn ang="0">
                  <a:pos x="T2" y="T3"/>
                </a:cxn>
                <a:cxn ang="0">
                  <a:pos x="T4" y="T5"/>
                </a:cxn>
                <a:cxn ang="0">
                  <a:pos x="T6" y="T7"/>
                </a:cxn>
                <a:cxn ang="0">
                  <a:pos x="T8" y="T9"/>
                </a:cxn>
              </a:cxnLst>
              <a:rect l="0" t="0" r="r" b="b"/>
              <a:pathLst>
                <a:path w="218" h="154">
                  <a:moveTo>
                    <a:pt x="211" y="16"/>
                  </a:moveTo>
                  <a:cubicBezTo>
                    <a:pt x="206" y="0"/>
                    <a:pt x="194" y="3"/>
                    <a:pt x="187" y="6"/>
                  </a:cubicBezTo>
                  <a:cubicBezTo>
                    <a:pt x="0" y="88"/>
                    <a:pt x="0" y="88"/>
                    <a:pt x="0" y="88"/>
                  </a:cubicBezTo>
                  <a:cubicBezTo>
                    <a:pt x="34" y="154"/>
                    <a:pt x="137" y="121"/>
                    <a:pt x="202" y="68"/>
                  </a:cubicBezTo>
                  <a:cubicBezTo>
                    <a:pt x="212" y="61"/>
                    <a:pt x="218" y="36"/>
                    <a:pt x="211" y="16"/>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6" name="Freeform 23"/>
            <p:cNvSpPr>
              <a:spLocks/>
            </p:cNvSpPr>
            <p:nvPr/>
          </p:nvSpPr>
          <p:spPr bwMode="auto">
            <a:xfrm>
              <a:off x="7477574" y="3931427"/>
              <a:ext cx="568362" cy="1321753"/>
            </a:xfrm>
            <a:custGeom>
              <a:avLst/>
              <a:gdLst>
                <a:gd name="T0" fmla="*/ 274 w 292"/>
                <a:gd name="T1" fmla="*/ 657 h 680"/>
                <a:gd name="T2" fmla="*/ 113 w 292"/>
                <a:gd name="T3" fmla="*/ 259 h 680"/>
                <a:gd name="T4" fmla="*/ 158 w 292"/>
                <a:gd name="T5" fmla="*/ 91 h 680"/>
                <a:gd name="T6" fmla="*/ 235 w 292"/>
                <a:gd name="T7" fmla="*/ 71 h 680"/>
                <a:gd name="T8" fmla="*/ 88 w 292"/>
                <a:gd name="T9" fmla="*/ 31 h 680"/>
                <a:gd name="T10" fmla="*/ 0 w 292"/>
                <a:gd name="T11" fmla="*/ 323 h 680"/>
                <a:gd name="T12" fmla="*/ 274 w 292"/>
                <a:gd name="T13" fmla="*/ 657 h 680"/>
              </a:gdLst>
              <a:ahLst/>
              <a:cxnLst>
                <a:cxn ang="0">
                  <a:pos x="T0" y="T1"/>
                </a:cxn>
                <a:cxn ang="0">
                  <a:pos x="T2" y="T3"/>
                </a:cxn>
                <a:cxn ang="0">
                  <a:pos x="T4" y="T5"/>
                </a:cxn>
                <a:cxn ang="0">
                  <a:pos x="T6" y="T7"/>
                </a:cxn>
                <a:cxn ang="0">
                  <a:pos x="T8" y="T9"/>
                </a:cxn>
                <a:cxn ang="0">
                  <a:pos x="T10" y="T11"/>
                </a:cxn>
                <a:cxn ang="0">
                  <a:pos x="T12" y="T13"/>
                </a:cxn>
              </a:cxnLst>
              <a:rect l="0" t="0" r="r" b="b"/>
              <a:pathLst>
                <a:path w="292" h="680">
                  <a:moveTo>
                    <a:pt x="274" y="657"/>
                  </a:moveTo>
                  <a:cubicBezTo>
                    <a:pt x="292" y="580"/>
                    <a:pt x="253" y="281"/>
                    <a:pt x="113" y="259"/>
                  </a:cubicBezTo>
                  <a:cubicBezTo>
                    <a:pt x="155" y="197"/>
                    <a:pt x="173" y="106"/>
                    <a:pt x="158" y="91"/>
                  </a:cubicBezTo>
                  <a:cubicBezTo>
                    <a:pt x="183" y="90"/>
                    <a:pt x="203" y="82"/>
                    <a:pt x="235" y="71"/>
                  </a:cubicBezTo>
                  <a:cubicBezTo>
                    <a:pt x="184" y="0"/>
                    <a:pt x="113" y="29"/>
                    <a:pt x="88" y="31"/>
                  </a:cubicBezTo>
                  <a:cubicBezTo>
                    <a:pt x="103" y="45"/>
                    <a:pt x="26" y="248"/>
                    <a:pt x="0" y="323"/>
                  </a:cubicBezTo>
                  <a:cubicBezTo>
                    <a:pt x="66" y="382"/>
                    <a:pt x="149" y="680"/>
                    <a:pt x="274" y="657"/>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7" name="Freeform 24"/>
            <p:cNvSpPr>
              <a:spLocks/>
            </p:cNvSpPr>
            <p:nvPr/>
          </p:nvSpPr>
          <p:spPr bwMode="auto">
            <a:xfrm>
              <a:off x="7462458" y="3931427"/>
              <a:ext cx="547200" cy="1321753"/>
            </a:xfrm>
            <a:custGeom>
              <a:avLst/>
              <a:gdLst>
                <a:gd name="T0" fmla="*/ 281 w 281"/>
                <a:gd name="T1" fmla="*/ 657 h 680"/>
                <a:gd name="T2" fmla="*/ 120 w 281"/>
                <a:gd name="T3" fmla="*/ 259 h 680"/>
                <a:gd name="T4" fmla="*/ 164 w 281"/>
                <a:gd name="T5" fmla="*/ 91 h 680"/>
                <a:gd name="T6" fmla="*/ 241 w 281"/>
                <a:gd name="T7" fmla="*/ 71 h 680"/>
                <a:gd name="T8" fmla="*/ 94 w 281"/>
                <a:gd name="T9" fmla="*/ 31 h 680"/>
                <a:gd name="T10" fmla="*/ 0 w 281"/>
                <a:gd name="T11" fmla="*/ 323 h 680"/>
                <a:gd name="T12" fmla="*/ 281 w 281"/>
                <a:gd name="T13" fmla="*/ 657 h 680"/>
              </a:gdLst>
              <a:ahLst/>
              <a:cxnLst>
                <a:cxn ang="0">
                  <a:pos x="T0" y="T1"/>
                </a:cxn>
                <a:cxn ang="0">
                  <a:pos x="T2" y="T3"/>
                </a:cxn>
                <a:cxn ang="0">
                  <a:pos x="T4" y="T5"/>
                </a:cxn>
                <a:cxn ang="0">
                  <a:pos x="T6" y="T7"/>
                </a:cxn>
                <a:cxn ang="0">
                  <a:pos x="T8" y="T9"/>
                </a:cxn>
                <a:cxn ang="0">
                  <a:pos x="T10" y="T11"/>
                </a:cxn>
                <a:cxn ang="0">
                  <a:pos x="T12" y="T13"/>
                </a:cxn>
              </a:cxnLst>
              <a:rect l="0" t="0" r="r" b="b"/>
              <a:pathLst>
                <a:path w="281" h="680">
                  <a:moveTo>
                    <a:pt x="281" y="657"/>
                  </a:moveTo>
                  <a:cubicBezTo>
                    <a:pt x="279" y="577"/>
                    <a:pt x="241" y="290"/>
                    <a:pt x="120" y="259"/>
                  </a:cubicBezTo>
                  <a:cubicBezTo>
                    <a:pt x="163" y="197"/>
                    <a:pt x="178" y="106"/>
                    <a:pt x="164" y="91"/>
                  </a:cubicBezTo>
                  <a:cubicBezTo>
                    <a:pt x="189" y="90"/>
                    <a:pt x="209" y="82"/>
                    <a:pt x="241" y="71"/>
                  </a:cubicBezTo>
                  <a:cubicBezTo>
                    <a:pt x="192" y="0"/>
                    <a:pt x="119" y="29"/>
                    <a:pt x="94" y="31"/>
                  </a:cubicBezTo>
                  <a:cubicBezTo>
                    <a:pt x="109" y="45"/>
                    <a:pt x="28" y="248"/>
                    <a:pt x="0" y="323"/>
                  </a:cubicBezTo>
                  <a:cubicBezTo>
                    <a:pt x="64" y="382"/>
                    <a:pt x="155" y="680"/>
                    <a:pt x="281" y="657"/>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8" name="Freeform 25"/>
            <p:cNvSpPr>
              <a:spLocks/>
            </p:cNvSpPr>
            <p:nvPr/>
          </p:nvSpPr>
          <p:spPr bwMode="auto">
            <a:xfrm>
              <a:off x="7621176" y="4051151"/>
              <a:ext cx="160230" cy="68641"/>
            </a:xfrm>
            <a:custGeom>
              <a:avLst/>
              <a:gdLst>
                <a:gd name="T0" fmla="*/ 0 w 83"/>
                <a:gd name="T1" fmla="*/ 0 h 35"/>
                <a:gd name="T2" fmla="*/ 83 w 83"/>
                <a:gd name="T3" fmla="*/ 29 h 35"/>
                <a:gd name="T4" fmla="*/ 0 w 83"/>
                <a:gd name="T5" fmla="*/ 0 h 35"/>
              </a:gdLst>
              <a:ahLst/>
              <a:cxnLst>
                <a:cxn ang="0">
                  <a:pos x="T0" y="T1"/>
                </a:cxn>
                <a:cxn ang="0">
                  <a:pos x="T2" y="T3"/>
                </a:cxn>
                <a:cxn ang="0">
                  <a:pos x="T4" y="T5"/>
                </a:cxn>
              </a:cxnLst>
              <a:rect l="0" t="0" r="r" b="b"/>
              <a:pathLst>
                <a:path w="83" h="35">
                  <a:moveTo>
                    <a:pt x="0" y="0"/>
                  </a:moveTo>
                  <a:cubicBezTo>
                    <a:pt x="24" y="18"/>
                    <a:pt x="43" y="23"/>
                    <a:pt x="83" y="29"/>
                  </a:cubicBezTo>
                  <a:cubicBezTo>
                    <a:pt x="60" y="35"/>
                    <a:pt x="27" y="32"/>
                    <a:pt x="0" y="0"/>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29" name="Freeform 26"/>
            <p:cNvSpPr>
              <a:spLocks/>
            </p:cNvSpPr>
            <p:nvPr/>
          </p:nvSpPr>
          <p:spPr bwMode="auto">
            <a:xfrm>
              <a:off x="7421645" y="4370415"/>
              <a:ext cx="275111" cy="70238"/>
            </a:xfrm>
            <a:custGeom>
              <a:avLst/>
              <a:gdLst>
                <a:gd name="T0" fmla="*/ 0 w 142"/>
                <a:gd name="T1" fmla="*/ 36 h 36"/>
                <a:gd name="T2" fmla="*/ 142 w 142"/>
                <a:gd name="T3" fmla="*/ 33 h 36"/>
                <a:gd name="T4" fmla="*/ 0 w 142"/>
                <a:gd name="T5" fmla="*/ 36 h 36"/>
              </a:gdLst>
              <a:ahLst/>
              <a:cxnLst>
                <a:cxn ang="0">
                  <a:pos x="T0" y="T1"/>
                </a:cxn>
                <a:cxn ang="0">
                  <a:pos x="T2" y="T3"/>
                </a:cxn>
                <a:cxn ang="0">
                  <a:pos x="T4" y="T5"/>
                </a:cxn>
              </a:cxnLst>
              <a:rect l="0" t="0" r="r" b="b"/>
              <a:pathLst>
                <a:path w="142" h="36">
                  <a:moveTo>
                    <a:pt x="0" y="36"/>
                  </a:moveTo>
                  <a:cubicBezTo>
                    <a:pt x="46" y="21"/>
                    <a:pt x="78" y="23"/>
                    <a:pt x="142" y="33"/>
                  </a:cubicBezTo>
                  <a:cubicBezTo>
                    <a:pt x="111" y="13"/>
                    <a:pt x="57" y="0"/>
                    <a:pt x="0" y="36"/>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0" name="Freeform 27"/>
            <p:cNvSpPr>
              <a:spLocks/>
            </p:cNvSpPr>
            <p:nvPr/>
          </p:nvSpPr>
          <p:spPr bwMode="auto">
            <a:xfrm>
              <a:off x="7444319" y="4423093"/>
              <a:ext cx="252438" cy="121320"/>
            </a:xfrm>
            <a:custGeom>
              <a:avLst/>
              <a:gdLst>
                <a:gd name="T0" fmla="*/ 0 w 130"/>
                <a:gd name="T1" fmla="*/ 63 h 63"/>
                <a:gd name="T2" fmla="*/ 130 w 130"/>
                <a:gd name="T3" fmla="*/ 6 h 63"/>
                <a:gd name="T4" fmla="*/ 0 w 130"/>
                <a:gd name="T5" fmla="*/ 63 h 63"/>
              </a:gdLst>
              <a:ahLst/>
              <a:cxnLst>
                <a:cxn ang="0">
                  <a:pos x="T0" y="T1"/>
                </a:cxn>
                <a:cxn ang="0">
                  <a:pos x="T2" y="T3"/>
                </a:cxn>
                <a:cxn ang="0">
                  <a:pos x="T4" y="T5"/>
                </a:cxn>
              </a:cxnLst>
              <a:rect l="0" t="0" r="r" b="b"/>
              <a:pathLst>
                <a:path w="130" h="63">
                  <a:moveTo>
                    <a:pt x="0" y="63"/>
                  </a:moveTo>
                  <a:cubicBezTo>
                    <a:pt x="37" y="32"/>
                    <a:pt x="67" y="21"/>
                    <a:pt x="130" y="6"/>
                  </a:cubicBezTo>
                  <a:cubicBezTo>
                    <a:pt x="94" y="0"/>
                    <a:pt x="39" y="9"/>
                    <a:pt x="0" y="63"/>
                  </a:cubicBezTo>
                  <a:close/>
                </a:path>
              </a:pathLst>
            </a:custGeom>
            <a:solidFill>
              <a:srgbClr val="C4A389"/>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1" name="Freeform 28"/>
            <p:cNvSpPr>
              <a:spLocks/>
            </p:cNvSpPr>
            <p:nvPr/>
          </p:nvSpPr>
          <p:spPr bwMode="auto">
            <a:xfrm>
              <a:off x="9394284" y="4526855"/>
              <a:ext cx="743708" cy="656087"/>
            </a:xfrm>
            <a:custGeom>
              <a:avLst/>
              <a:gdLst>
                <a:gd name="T0" fmla="*/ 350 w 382"/>
                <a:gd name="T1" fmla="*/ 57 h 337"/>
                <a:gd name="T2" fmla="*/ 350 w 382"/>
                <a:gd name="T3" fmla="*/ 57 h 337"/>
                <a:gd name="T4" fmla="*/ 326 w 382"/>
                <a:gd name="T5" fmla="*/ 197 h 337"/>
                <a:gd name="T6" fmla="*/ 172 w 382"/>
                <a:gd name="T7" fmla="*/ 305 h 337"/>
                <a:gd name="T8" fmla="*/ 32 w 382"/>
                <a:gd name="T9" fmla="*/ 281 h 337"/>
                <a:gd name="T10" fmla="*/ 32 w 382"/>
                <a:gd name="T11" fmla="*/ 281 h 337"/>
                <a:gd name="T12" fmla="*/ 56 w 382"/>
                <a:gd name="T13" fmla="*/ 141 h 337"/>
                <a:gd name="T14" fmla="*/ 210 w 382"/>
                <a:gd name="T15" fmla="*/ 32 h 337"/>
                <a:gd name="T16" fmla="*/ 350 w 382"/>
                <a:gd name="T17" fmla="*/ 5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337">
                  <a:moveTo>
                    <a:pt x="350" y="57"/>
                  </a:moveTo>
                  <a:cubicBezTo>
                    <a:pt x="350" y="57"/>
                    <a:pt x="350" y="57"/>
                    <a:pt x="350" y="57"/>
                  </a:cubicBezTo>
                  <a:cubicBezTo>
                    <a:pt x="382" y="102"/>
                    <a:pt x="371" y="165"/>
                    <a:pt x="326" y="197"/>
                  </a:cubicBezTo>
                  <a:cubicBezTo>
                    <a:pt x="172" y="305"/>
                    <a:pt x="172" y="305"/>
                    <a:pt x="172" y="305"/>
                  </a:cubicBezTo>
                  <a:cubicBezTo>
                    <a:pt x="127" y="337"/>
                    <a:pt x="64" y="326"/>
                    <a:pt x="32" y="281"/>
                  </a:cubicBezTo>
                  <a:cubicBezTo>
                    <a:pt x="32" y="281"/>
                    <a:pt x="32" y="281"/>
                    <a:pt x="32" y="281"/>
                  </a:cubicBezTo>
                  <a:cubicBezTo>
                    <a:pt x="0" y="235"/>
                    <a:pt x="11" y="172"/>
                    <a:pt x="56" y="141"/>
                  </a:cubicBezTo>
                  <a:cubicBezTo>
                    <a:pt x="210" y="32"/>
                    <a:pt x="210" y="32"/>
                    <a:pt x="210" y="32"/>
                  </a:cubicBezTo>
                  <a:cubicBezTo>
                    <a:pt x="255" y="0"/>
                    <a:pt x="319" y="11"/>
                    <a:pt x="350" y="57"/>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2" name="Freeform 29"/>
            <p:cNvSpPr>
              <a:spLocks/>
            </p:cNvSpPr>
            <p:nvPr/>
          </p:nvSpPr>
          <p:spPr bwMode="auto">
            <a:xfrm>
              <a:off x="9441144" y="4737569"/>
              <a:ext cx="403597" cy="395887"/>
            </a:xfrm>
            <a:custGeom>
              <a:avLst/>
              <a:gdLst>
                <a:gd name="T0" fmla="*/ 181 w 208"/>
                <a:gd name="T1" fmla="*/ 48 h 204"/>
                <a:gd name="T2" fmla="*/ 181 w 208"/>
                <a:gd name="T3" fmla="*/ 48 h 204"/>
                <a:gd name="T4" fmla="*/ 160 w 208"/>
                <a:gd name="T5" fmla="*/ 167 h 204"/>
                <a:gd name="T6" fmla="*/ 146 w 208"/>
                <a:gd name="T7" fmla="*/ 177 h 204"/>
                <a:gd name="T8" fmla="*/ 27 w 208"/>
                <a:gd name="T9" fmla="*/ 156 h 204"/>
                <a:gd name="T10" fmla="*/ 27 w 208"/>
                <a:gd name="T11" fmla="*/ 156 h 204"/>
                <a:gd name="T12" fmla="*/ 47 w 208"/>
                <a:gd name="T13" fmla="*/ 37 h 204"/>
                <a:gd name="T14" fmla="*/ 62 w 208"/>
                <a:gd name="T15" fmla="*/ 27 h 204"/>
                <a:gd name="T16" fmla="*/ 181 w 208"/>
                <a:gd name="T17" fmla="*/ 4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204">
                  <a:moveTo>
                    <a:pt x="181" y="48"/>
                  </a:moveTo>
                  <a:cubicBezTo>
                    <a:pt x="181" y="48"/>
                    <a:pt x="181" y="48"/>
                    <a:pt x="181" y="48"/>
                  </a:cubicBezTo>
                  <a:cubicBezTo>
                    <a:pt x="208" y="86"/>
                    <a:pt x="198" y="140"/>
                    <a:pt x="160" y="167"/>
                  </a:cubicBezTo>
                  <a:cubicBezTo>
                    <a:pt x="146" y="177"/>
                    <a:pt x="146" y="177"/>
                    <a:pt x="146" y="177"/>
                  </a:cubicBezTo>
                  <a:cubicBezTo>
                    <a:pt x="107" y="204"/>
                    <a:pt x="54" y="195"/>
                    <a:pt x="27" y="156"/>
                  </a:cubicBezTo>
                  <a:cubicBezTo>
                    <a:pt x="27" y="156"/>
                    <a:pt x="27" y="156"/>
                    <a:pt x="27" y="156"/>
                  </a:cubicBezTo>
                  <a:cubicBezTo>
                    <a:pt x="0" y="118"/>
                    <a:pt x="9" y="64"/>
                    <a:pt x="47" y="37"/>
                  </a:cubicBezTo>
                  <a:cubicBezTo>
                    <a:pt x="62" y="27"/>
                    <a:pt x="62" y="27"/>
                    <a:pt x="62" y="27"/>
                  </a:cubicBezTo>
                  <a:cubicBezTo>
                    <a:pt x="100" y="0"/>
                    <a:pt x="154" y="10"/>
                    <a:pt x="181" y="48"/>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3" name="Freeform 30"/>
            <p:cNvSpPr>
              <a:spLocks/>
            </p:cNvSpPr>
            <p:nvPr/>
          </p:nvSpPr>
          <p:spPr bwMode="auto">
            <a:xfrm>
              <a:off x="9614978" y="3744658"/>
              <a:ext cx="810218" cy="724729"/>
            </a:xfrm>
            <a:custGeom>
              <a:avLst/>
              <a:gdLst>
                <a:gd name="T0" fmla="*/ 380 w 417"/>
                <a:gd name="T1" fmla="*/ 66 h 373"/>
                <a:gd name="T2" fmla="*/ 380 w 417"/>
                <a:gd name="T3" fmla="*/ 66 h 373"/>
                <a:gd name="T4" fmla="*/ 351 w 417"/>
                <a:gd name="T5" fmla="*/ 229 h 373"/>
                <a:gd name="T6" fmla="*/ 199 w 417"/>
                <a:gd name="T7" fmla="*/ 336 h 373"/>
                <a:gd name="T8" fmla="*/ 36 w 417"/>
                <a:gd name="T9" fmla="*/ 308 h 373"/>
                <a:gd name="T10" fmla="*/ 36 w 417"/>
                <a:gd name="T11" fmla="*/ 308 h 373"/>
                <a:gd name="T12" fmla="*/ 65 w 417"/>
                <a:gd name="T13" fmla="*/ 145 h 373"/>
                <a:gd name="T14" fmla="*/ 217 w 417"/>
                <a:gd name="T15" fmla="*/ 37 h 373"/>
                <a:gd name="T16" fmla="*/ 380 w 417"/>
                <a:gd name="T17" fmla="*/ 6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7" h="373">
                  <a:moveTo>
                    <a:pt x="380" y="66"/>
                  </a:moveTo>
                  <a:cubicBezTo>
                    <a:pt x="380" y="66"/>
                    <a:pt x="380" y="66"/>
                    <a:pt x="380" y="66"/>
                  </a:cubicBezTo>
                  <a:cubicBezTo>
                    <a:pt x="417" y="119"/>
                    <a:pt x="404" y="192"/>
                    <a:pt x="351" y="229"/>
                  </a:cubicBezTo>
                  <a:cubicBezTo>
                    <a:pt x="199" y="336"/>
                    <a:pt x="199" y="336"/>
                    <a:pt x="199" y="336"/>
                  </a:cubicBezTo>
                  <a:cubicBezTo>
                    <a:pt x="147" y="373"/>
                    <a:pt x="73" y="360"/>
                    <a:pt x="36" y="308"/>
                  </a:cubicBezTo>
                  <a:cubicBezTo>
                    <a:pt x="36" y="308"/>
                    <a:pt x="36" y="308"/>
                    <a:pt x="36" y="308"/>
                  </a:cubicBezTo>
                  <a:cubicBezTo>
                    <a:pt x="0" y="255"/>
                    <a:pt x="12" y="182"/>
                    <a:pt x="65" y="145"/>
                  </a:cubicBezTo>
                  <a:cubicBezTo>
                    <a:pt x="217" y="37"/>
                    <a:pt x="217" y="37"/>
                    <a:pt x="217" y="37"/>
                  </a:cubicBezTo>
                  <a:cubicBezTo>
                    <a:pt x="270" y="0"/>
                    <a:pt x="343" y="13"/>
                    <a:pt x="380" y="66"/>
                  </a:cubicBezTo>
                  <a:close/>
                </a:path>
              </a:pathLst>
            </a:custGeom>
            <a:solidFill>
              <a:srgbClr val="FFD7B7"/>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4" name="Freeform 31"/>
            <p:cNvSpPr>
              <a:spLocks/>
            </p:cNvSpPr>
            <p:nvPr/>
          </p:nvSpPr>
          <p:spPr bwMode="auto">
            <a:xfrm>
              <a:off x="9660326" y="3985702"/>
              <a:ext cx="439876" cy="431006"/>
            </a:xfrm>
            <a:custGeom>
              <a:avLst/>
              <a:gdLst>
                <a:gd name="T0" fmla="*/ 197 w 226"/>
                <a:gd name="T1" fmla="*/ 52 h 222"/>
                <a:gd name="T2" fmla="*/ 197 w 226"/>
                <a:gd name="T3" fmla="*/ 52 h 222"/>
                <a:gd name="T4" fmla="*/ 174 w 226"/>
                <a:gd name="T5" fmla="*/ 182 h 222"/>
                <a:gd name="T6" fmla="*/ 159 w 226"/>
                <a:gd name="T7" fmla="*/ 193 h 222"/>
                <a:gd name="T8" fmla="*/ 29 w 226"/>
                <a:gd name="T9" fmla="*/ 170 h 222"/>
                <a:gd name="T10" fmla="*/ 29 w 226"/>
                <a:gd name="T11" fmla="*/ 170 h 222"/>
                <a:gd name="T12" fmla="*/ 52 w 226"/>
                <a:gd name="T13" fmla="*/ 41 h 222"/>
                <a:gd name="T14" fmla="*/ 67 w 226"/>
                <a:gd name="T15" fmla="*/ 29 h 222"/>
                <a:gd name="T16" fmla="*/ 197 w 226"/>
                <a:gd name="T17" fmla="*/ 5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222">
                  <a:moveTo>
                    <a:pt x="197" y="52"/>
                  </a:moveTo>
                  <a:cubicBezTo>
                    <a:pt x="197" y="52"/>
                    <a:pt x="197" y="52"/>
                    <a:pt x="197" y="52"/>
                  </a:cubicBezTo>
                  <a:cubicBezTo>
                    <a:pt x="226" y="94"/>
                    <a:pt x="216" y="152"/>
                    <a:pt x="174" y="182"/>
                  </a:cubicBezTo>
                  <a:cubicBezTo>
                    <a:pt x="159" y="193"/>
                    <a:pt x="159" y="193"/>
                    <a:pt x="159" y="193"/>
                  </a:cubicBezTo>
                  <a:cubicBezTo>
                    <a:pt x="117" y="222"/>
                    <a:pt x="58" y="212"/>
                    <a:pt x="29" y="170"/>
                  </a:cubicBezTo>
                  <a:cubicBezTo>
                    <a:pt x="29" y="170"/>
                    <a:pt x="29" y="170"/>
                    <a:pt x="29" y="170"/>
                  </a:cubicBezTo>
                  <a:cubicBezTo>
                    <a:pt x="0" y="128"/>
                    <a:pt x="10" y="70"/>
                    <a:pt x="52" y="41"/>
                  </a:cubicBezTo>
                  <a:cubicBezTo>
                    <a:pt x="67" y="29"/>
                    <a:pt x="67" y="29"/>
                    <a:pt x="67" y="29"/>
                  </a:cubicBezTo>
                  <a:cubicBezTo>
                    <a:pt x="109" y="0"/>
                    <a:pt x="168" y="10"/>
                    <a:pt x="197" y="52"/>
                  </a:cubicBezTo>
                  <a:close/>
                </a:path>
              </a:pathLst>
            </a:custGeom>
            <a:solidFill>
              <a:srgbClr val="FFF2E8"/>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5" name="Freeform 32"/>
            <p:cNvSpPr>
              <a:spLocks/>
            </p:cNvSpPr>
            <p:nvPr/>
          </p:nvSpPr>
          <p:spPr bwMode="auto">
            <a:xfrm>
              <a:off x="7937101" y="3538732"/>
              <a:ext cx="119417" cy="108550"/>
            </a:xfrm>
            <a:custGeom>
              <a:avLst/>
              <a:gdLst>
                <a:gd name="T0" fmla="*/ 48 w 61"/>
                <a:gd name="T1" fmla="*/ 0 h 56"/>
                <a:gd name="T2" fmla="*/ 0 w 61"/>
                <a:gd name="T3" fmla="*/ 21 h 56"/>
                <a:gd name="T4" fmla="*/ 59 w 61"/>
                <a:gd name="T5" fmla="*/ 56 h 56"/>
                <a:gd name="T6" fmla="*/ 55 w 61"/>
                <a:gd name="T7" fmla="*/ 16 h 56"/>
                <a:gd name="T8" fmla="*/ 55 w 61"/>
                <a:gd name="T9" fmla="*/ 16 h 56"/>
                <a:gd name="T10" fmla="*/ 48 w 61"/>
                <a:gd name="T11" fmla="*/ 0 h 56"/>
              </a:gdLst>
              <a:ahLst/>
              <a:cxnLst>
                <a:cxn ang="0">
                  <a:pos x="T0" y="T1"/>
                </a:cxn>
                <a:cxn ang="0">
                  <a:pos x="T2" y="T3"/>
                </a:cxn>
                <a:cxn ang="0">
                  <a:pos x="T4" y="T5"/>
                </a:cxn>
                <a:cxn ang="0">
                  <a:pos x="T6" y="T7"/>
                </a:cxn>
                <a:cxn ang="0">
                  <a:pos x="T8" y="T9"/>
                </a:cxn>
                <a:cxn ang="0">
                  <a:pos x="T10" y="T11"/>
                </a:cxn>
              </a:cxnLst>
              <a:rect l="0" t="0" r="r" b="b"/>
              <a:pathLst>
                <a:path w="61" h="56">
                  <a:moveTo>
                    <a:pt x="48" y="0"/>
                  </a:moveTo>
                  <a:cubicBezTo>
                    <a:pt x="0" y="21"/>
                    <a:pt x="0" y="21"/>
                    <a:pt x="0" y="21"/>
                  </a:cubicBezTo>
                  <a:cubicBezTo>
                    <a:pt x="12" y="44"/>
                    <a:pt x="33" y="55"/>
                    <a:pt x="59" y="56"/>
                  </a:cubicBezTo>
                  <a:cubicBezTo>
                    <a:pt x="61" y="43"/>
                    <a:pt x="60" y="30"/>
                    <a:pt x="55" y="16"/>
                  </a:cubicBezTo>
                  <a:cubicBezTo>
                    <a:pt x="55" y="16"/>
                    <a:pt x="55" y="16"/>
                    <a:pt x="55" y="16"/>
                  </a:cubicBezTo>
                  <a:cubicBezTo>
                    <a:pt x="54" y="11"/>
                    <a:pt x="51" y="5"/>
                    <a:pt x="48" y="0"/>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6" name="Freeform 33"/>
            <p:cNvSpPr>
              <a:spLocks/>
            </p:cNvSpPr>
            <p:nvPr/>
          </p:nvSpPr>
          <p:spPr bwMode="auto">
            <a:xfrm>
              <a:off x="9909740" y="4012840"/>
              <a:ext cx="169299" cy="209117"/>
            </a:xfrm>
            <a:custGeom>
              <a:avLst/>
              <a:gdLst>
                <a:gd name="T0" fmla="*/ 69 w 88"/>
                <a:gd name="T1" fmla="*/ 38 h 108"/>
                <a:gd name="T2" fmla="*/ 69 w 88"/>
                <a:gd name="T3" fmla="*/ 38 h 108"/>
                <a:gd name="T4" fmla="*/ 84 w 88"/>
                <a:gd name="T5" fmla="*/ 108 h 108"/>
                <a:gd name="T6" fmla="*/ 19 w 88"/>
                <a:gd name="T7" fmla="*/ 71 h 108"/>
                <a:gd name="T8" fmla="*/ 19 w 88"/>
                <a:gd name="T9" fmla="*/ 71 h 108"/>
                <a:gd name="T10" fmla="*/ 7 w 88"/>
                <a:gd name="T11" fmla="*/ 0 h 108"/>
                <a:gd name="T12" fmla="*/ 69 w 88"/>
                <a:gd name="T13" fmla="*/ 38 h 108"/>
              </a:gdLst>
              <a:ahLst/>
              <a:cxnLst>
                <a:cxn ang="0">
                  <a:pos x="T0" y="T1"/>
                </a:cxn>
                <a:cxn ang="0">
                  <a:pos x="T2" y="T3"/>
                </a:cxn>
                <a:cxn ang="0">
                  <a:pos x="T4" y="T5"/>
                </a:cxn>
                <a:cxn ang="0">
                  <a:pos x="T6" y="T7"/>
                </a:cxn>
                <a:cxn ang="0">
                  <a:pos x="T8" y="T9"/>
                </a:cxn>
                <a:cxn ang="0">
                  <a:pos x="T10" y="T11"/>
                </a:cxn>
                <a:cxn ang="0">
                  <a:pos x="T12" y="T13"/>
                </a:cxn>
              </a:cxnLst>
              <a:rect l="0" t="0" r="r" b="b"/>
              <a:pathLst>
                <a:path w="88" h="108">
                  <a:moveTo>
                    <a:pt x="69" y="38"/>
                  </a:moveTo>
                  <a:cubicBezTo>
                    <a:pt x="69" y="38"/>
                    <a:pt x="69" y="38"/>
                    <a:pt x="69" y="38"/>
                  </a:cubicBezTo>
                  <a:cubicBezTo>
                    <a:pt x="84" y="59"/>
                    <a:pt x="88" y="84"/>
                    <a:pt x="84" y="108"/>
                  </a:cubicBezTo>
                  <a:cubicBezTo>
                    <a:pt x="59" y="106"/>
                    <a:pt x="35" y="94"/>
                    <a:pt x="19" y="71"/>
                  </a:cubicBezTo>
                  <a:cubicBezTo>
                    <a:pt x="19" y="71"/>
                    <a:pt x="19" y="71"/>
                    <a:pt x="19" y="71"/>
                  </a:cubicBezTo>
                  <a:cubicBezTo>
                    <a:pt x="4" y="50"/>
                    <a:pt x="0" y="23"/>
                    <a:pt x="7" y="0"/>
                  </a:cubicBezTo>
                  <a:cubicBezTo>
                    <a:pt x="31" y="3"/>
                    <a:pt x="54" y="17"/>
                    <a:pt x="69" y="38"/>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437" name="Freeform 34"/>
            <p:cNvSpPr>
              <a:spLocks/>
            </p:cNvSpPr>
            <p:nvPr/>
          </p:nvSpPr>
          <p:spPr bwMode="auto">
            <a:xfrm>
              <a:off x="9642186" y="4761513"/>
              <a:ext cx="185927" cy="215504"/>
            </a:xfrm>
            <a:custGeom>
              <a:avLst/>
              <a:gdLst>
                <a:gd name="T0" fmla="*/ 77 w 96"/>
                <a:gd name="T1" fmla="*/ 36 h 111"/>
                <a:gd name="T2" fmla="*/ 77 w 96"/>
                <a:gd name="T3" fmla="*/ 36 h 111"/>
                <a:gd name="T4" fmla="*/ 88 w 96"/>
                <a:gd name="T5" fmla="*/ 111 h 111"/>
                <a:gd name="T6" fmla="*/ 19 w 96"/>
                <a:gd name="T7" fmla="*/ 75 h 111"/>
                <a:gd name="T8" fmla="*/ 19 w 96"/>
                <a:gd name="T9" fmla="*/ 75 h 111"/>
                <a:gd name="T10" fmla="*/ 8 w 96"/>
                <a:gd name="T11" fmla="*/ 0 h 111"/>
                <a:gd name="T12" fmla="*/ 77 w 96"/>
                <a:gd name="T13" fmla="*/ 36 h 111"/>
              </a:gdLst>
              <a:ahLst/>
              <a:cxnLst>
                <a:cxn ang="0">
                  <a:pos x="T0" y="T1"/>
                </a:cxn>
                <a:cxn ang="0">
                  <a:pos x="T2" y="T3"/>
                </a:cxn>
                <a:cxn ang="0">
                  <a:pos x="T4" y="T5"/>
                </a:cxn>
                <a:cxn ang="0">
                  <a:pos x="T6" y="T7"/>
                </a:cxn>
                <a:cxn ang="0">
                  <a:pos x="T8" y="T9"/>
                </a:cxn>
                <a:cxn ang="0">
                  <a:pos x="T10" y="T11"/>
                </a:cxn>
                <a:cxn ang="0">
                  <a:pos x="T12" y="T13"/>
                </a:cxn>
              </a:cxnLst>
              <a:rect l="0" t="0" r="r" b="b"/>
              <a:pathLst>
                <a:path w="96" h="111">
                  <a:moveTo>
                    <a:pt x="77" y="36"/>
                  </a:moveTo>
                  <a:cubicBezTo>
                    <a:pt x="77" y="36"/>
                    <a:pt x="77" y="36"/>
                    <a:pt x="77" y="36"/>
                  </a:cubicBezTo>
                  <a:cubicBezTo>
                    <a:pt x="93" y="59"/>
                    <a:pt x="96" y="87"/>
                    <a:pt x="88" y="111"/>
                  </a:cubicBezTo>
                  <a:cubicBezTo>
                    <a:pt x="61" y="111"/>
                    <a:pt x="35" y="98"/>
                    <a:pt x="19" y="75"/>
                  </a:cubicBezTo>
                  <a:cubicBezTo>
                    <a:pt x="19" y="75"/>
                    <a:pt x="19" y="75"/>
                    <a:pt x="19" y="75"/>
                  </a:cubicBezTo>
                  <a:cubicBezTo>
                    <a:pt x="3" y="52"/>
                    <a:pt x="0" y="24"/>
                    <a:pt x="8" y="0"/>
                  </a:cubicBezTo>
                  <a:cubicBezTo>
                    <a:pt x="34" y="0"/>
                    <a:pt x="60" y="13"/>
                    <a:pt x="77" y="36"/>
                  </a:cubicBezTo>
                  <a:close/>
                </a:path>
              </a:pathLst>
            </a:custGeom>
            <a:solidFill>
              <a:srgbClr val="FFFFFF"/>
            </a:solid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grpSp>
        <p:nvGrpSpPr>
          <p:cNvPr id="18" name="Group 17"/>
          <p:cNvGrpSpPr/>
          <p:nvPr/>
        </p:nvGrpSpPr>
        <p:grpSpPr>
          <a:xfrm>
            <a:off x="-2721" y="5752"/>
            <a:ext cx="7630414" cy="3988085"/>
            <a:chOff x="0" y="9525"/>
            <a:chExt cx="12492024" cy="6604001"/>
          </a:xfrm>
          <a:solidFill>
            <a:schemeClr val="accent4"/>
          </a:solidFill>
        </p:grpSpPr>
        <p:sp>
          <p:nvSpPr>
            <p:cNvPr id="186" name="Freeform 38"/>
            <p:cNvSpPr>
              <a:spLocks noEditPoints="1"/>
            </p:cNvSpPr>
            <p:nvPr/>
          </p:nvSpPr>
          <p:spPr bwMode="auto">
            <a:xfrm>
              <a:off x="5265738" y="3773488"/>
              <a:ext cx="590550" cy="590550"/>
            </a:xfrm>
            <a:custGeom>
              <a:avLst/>
              <a:gdLst>
                <a:gd name="T0" fmla="*/ 79 w 157"/>
                <a:gd name="T1" fmla="*/ 0 h 157"/>
                <a:gd name="T2" fmla="*/ 79 w 157"/>
                <a:gd name="T3" fmla="*/ 0 h 157"/>
                <a:gd name="T4" fmla="*/ 79 w 157"/>
                <a:gd name="T5" fmla="*/ 9 h 157"/>
                <a:gd name="T6" fmla="*/ 85 w 157"/>
                <a:gd name="T7" fmla="*/ 9 h 157"/>
                <a:gd name="T8" fmla="*/ 85 w 157"/>
                <a:gd name="T9" fmla="*/ 78 h 157"/>
                <a:gd name="T10" fmla="*/ 79 w 157"/>
                <a:gd name="T11" fmla="*/ 78 h 157"/>
                <a:gd name="T12" fmla="*/ 79 w 157"/>
                <a:gd name="T13" fmla="*/ 128 h 157"/>
                <a:gd name="T14" fmla="*/ 79 w 157"/>
                <a:gd name="T15" fmla="*/ 128 h 157"/>
                <a:gd name="T16" fmla="*/ 129 w 157"/>
                <a:gd name="T17" fmla="*/ 78 h 157"/>
                <a:gd name="T18" fmla="*/ 101 w 157"/>
                <a:gd name="T19" fmla="*/ 34 h 157"/>
                <a:gd name="T20" fmla="*/ 107 w 157"/>
                <a:gd name="T21" fmla="*/ 22 h 157"/>
                <a:gd name="T22" fmla="*/ 142 w 157"/>
                <a:gd name="T23" fmla="*/ 78 h 157"/>
                <a:gd name="T24" fmla="*/ 79 w 157"/>
                <a:gd name="T25" fmla="*/ 141 h 157"/>
                <a:gd name="T26" fmla="*/ 79 w 157"/>
                <a:gd name="T27" fmla="*/ 141 h 157"/>
                <a:gd name="T28" fmla="*/ 79 w 157"/>
                <a:gd name="T29" fmla="*/ 141 h 157"/>
                <a:gd name="T30" fmla="*/ 79 w 157"/>
                <a:gd name="T31" fmla="*/ 157 h 157"/>
                <a:gd name="T32" fmla="*/ 79 w 157"/>
                <a:gd name="T33" fmla="*/ 157 h 157"/>
                <a:gd name="T34" fmla="*/ 157 w 157"/>
                <a:gd name="T35" fmla="*/ 78 h 157"/>
                <a:gd name="T36" fmla="*/ 79 w 157"/>
                <a:gd name="T37" fmla="*/ 0 h 157"/>
                <a:gd name="T38" fmla="*/ 79 w 157"/>
                <a:gd name="T39" fmla="*/ 0 h 157"/>
                <a:gd name="T40" fmla="*/ 0 w 157"/>
                <a:gd name="T41" fmla="*/ 78 h 157"/>
                <a:gd name="T42" fmla="*/ 79 w 157"/>
                <a:gd name="T43" fmla="*/ 157 h 157"/>
                <a:gd name="T44" fmla="*/ 79 w 157"/>
                <a:gd name="T45" fmla="*/ 141 h 157"/>
                <a:gd name="T46" fmla="*/ 16 w 157"/>
                <a:gd name="T47" fmla="*/ 78 h 157"/>
                <a:gd name="T48" fmla="*/ 50 w 157"/>
                <a:gd name="T49" fmla="*/ 22 h 157"/>
                <a:gd name="T50" fmla="*/ 56 w 157"/>
                <a:gd name="T51" fmla="*/ 34 h 157"/>
                <a:gd name="T52" fmla="*/ 29 w 157"/>
                <a:gd name="T53" fmla="*/ 78 h 157"/>
                <a:gd name="T54" fmla="*/ 79 w 157"/>
                <a:gd name="T55" fmla="*/ 128 h 157"/>
                <a:gd name="T56" fmla="*/ 79 w 157"/>
                <a:gd name="T57" fmla="*/ 78 h 157"/>
                <a:gd name="T58" fmla="*/ 72 w 157"/>
                <a:gd name="T59" fmla="*/ 78 h 157"/>
                <a:gd name="T60" fmla="*/ 72 w 157"/>
                <a:gd name="T61" fmla="*/ 9 h 157"/>
                <a:gd name="T62" fmla="*/ 72 w 157"/>
                <a:gd name="T63" fmla="*/ 9 h 157"/>
                <a:gd name="T64" fmla="*/ 79 w 157"/>
                <a:gd name="T65" fmla="*/ 9 h 157"/>
                <a:gd name="T66" fmla="*/ 79 w 157"/>
                <a:gd name="T6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7">
                  <a:moveTo>
                    <a:pt x="79" y="0"/>
                  </a:moveTo>
                  <a:cubicBezTo>
                    <a:pt x="79" y="0"/>
                    <a:pt x="79" y="0"/>
                    <a:pt x="79" y="0"/>
                  </a:cubicBezTo>
                  <a:cubicBezTo>
                    <a:pt x="79" y="9"/>
                    <a:pt x="79" y="9"/>
                    <a:pt x="79" y="9"/>
                  </a:cubicBezTo>
                  <a:cubicBezTo>
                    <a:pt x="85" y="9"/>
                    <a:pt x="85" y="9"/>
                    <a:pt x="85" y="9"/>
                  </a:cubicBezTo>
                  <a:cubicBezTo>
                    <a:pt x="85" y="78"/>
                    <a:pt x="85" y="78"/>
                    <a:pt x="85" y="78"/>
                  </a:cubicBezTo>
                  <a:cubicBezTo>
                    <a:pt x="79" y="78"/>
                    <a:pt x="79" y="78"/>
                    <a:pt x="79" y="78"/>
                  </a:cubicBezTo>
                  <a:cubicBezTo>
                    <a:pt x="79" y="128"/>
                    <a:pt x="79" y="128"/>
                    <a:pt x="79" y="128"/>
                  </a:cubicBezTo>
                  <a:cubicBezTo>
                    <a:pt x="79" y="128"/>
                    <a:pt x="79" y="128"/>
                    <a:pt x="79" y="128"/>
                  </a:cubicBezTo>
                  <a:cubicBezTo>
                    <a:pt x="106" y="128"/>
                    <a:pt x="129" y="106"/>
                    <a:pt x="129" y="78"/>
                  </a:cubicBezTo>
                  <a:cubicBezTo>
                    <a:pt x="129" y="59"/>
                    <a:pt x="118" y="42"/>
                    <a:pt x="101" y="34"/>
                  </a:cubicBezTo>
                  <a:cubicBezTo>
                    <a:pt x="107" y="22"/>
                    <a:pt x="107" y="22"/>
                    <a:pt x="107" y="22"/>
                  </a:cubicBezTo>
                  <a:cubicBezTo>
                    <a:pt x="128" y="33"/>
                    <a:pt x="142" y="54"/>
                    <a:pt x="142" y="78"/>
                  </a:cubicBezTo>
                  <a:cubicBezTo>
                    <a:pt x="142" y="113"/>
                    <a:pt x="113" y="141"/>
                    <a:pt x="79" y="141"/>
                  </a:cubicBezTo>
                  <a:cubicBezTo>
                    <a:pt x="79" y="141"/>
                    <a:pt x="79" y="141"/>
                    <a:pt x="79" y="141"/>
                  </a:cubicBezTo>
                  <a:cubicBezTo>
                    <a:pt x="79" y="141"/>
                    <a:pt x="79" y="141"/>
                    <a:pt x="79" y="141"/>
                  </a:cubicBezTo>
                  <a:cubicBezTo>
                    <a:pt x="79" y="157"/>
                    <a:pt x="79" y="157"/>
                    <a:pt x="79" y="157"/>
                  </a:cubicBezTo>
                  <a:cubicBezTo>
                    <a:pt x="79" y="157"/>
                    <a:pt x="79" y="157"/>
                    <a:pt x="79" y="157"/>
                  </a:cubicBezTo>
                  <a:cubicBezTo>
                    <a:pt x="122" y="157"/>
                    <a:pt x="157" y="122"/>
                    <a:pt x="157" y="78"/>
                  </a:cubicBezTo>
                  <a:cubicBezTo>
                    <a:pt x="157" y="35"/>
                    <a:pt x="122" y="0"/>
                    <a:pt x="79" y="0"/>
                  </a:cubicBezTo>
                  <a:close/>
                  <a:moveTo>
                    <a:pt x="79" y="0"/>
                  </a:moveTo>
                  <a:cubicBezTo>
                    <a:pt x="35" y="0"/>
                    <a:pt x="0" y="35"/>
                    <a:pt x="0" y="78"/>
                  </a:cubicBezTo>
                  <a:cubicBezTo>
                    <a:pt x="0" y="122"/>
                    <a:pt x="35" y="157"/>
                    <a:pt x="79" y="157"/>
                  </a:cubicBezTo>
                  <a:cubicBezTo>
                    <a:pt x="79" y="141"/>
                    <a:pt x="79" y="141"/>
                    <a:pt x="79" y="141"/>
                  </a:cubicBezTo>
                  <a:cubicBezTo>
                    <a:pt x="44" y="141"/>
                    <a:pt x="16" y="113"/>
                    <a:pt x="16" y="78"/>
                  </a:cubicBezTo>
                  <a:cubicBezTo>
                    <a:pt x="16" y="54"/>
                    <a:pt x="29" y="33"/>
                    <a:pt x="50" y="22"/>
                  </a:cubicBezTo>
                  <a:cubicBezTo>
                    <a:pt x="56" y="34"/>
                    <a:pt x="56" y="34"/>
                    <a:pt x="56" y="34"/>
                  </a:cubicBezTo>
                  <a:cubicBezTo>
                    <a:pt x="39" y="42"/>
                    <a:pt x="29" y="59"/>
                    <a:pt x="29" y="78"/>
                  </a:cubicBezTo>
                  <a:cubicBezTo>
                    <a:pt x="29" y="106"/>
                    <a:pt x="51" y="128"/>
                    <a:pt x="79" y="128"/>
                  </a:cubicBezTo>
                  <a:cubicBezTo>
                    <a:pt x="79" y="78"/>
                    <a:pt x="79" y="78"/>
                    <a:pt x="79" y="78"/>
                  </a:cubicBezTo>
                  <a:cubicBezTo>
                    <a:pt x="72" y="78"/>
                    <a:pt x="72" y="78"/>
                    <a:pt x="72" y="78"/>
                  </a:cubicBezTo>
                  <a:cubicBezTo>
                    <a:pt x="72" y="9"/>
                    <a:pt x="72" y="9"/>
                    <a:pt x="72" y="9"/>
                  </a:cubicBezTo>
                  <a:cubicBezTo>
                    <a:pt x="72" y="9"/>
                    <a:pt x="72" y="9"/>
                    <a:pt x="72" y="9"/>
                  </a:cubicBezTo>
                  <a:cubicBezTo>
                    <a:pt x="79" y="9"/>
                    <a:pt x="79" y="9"/>
                    <a:pt x="79" y="9"/>
                  </a:cubicBezTo>
                  <a:lnTo>
                    <a:pt x="7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7" name="Freeform 39"/>
            <p:cNvSpPr>
              <a:spLocks/>
            </p:cNvSpPr>
            <p:nvPr/>
          </p:nvSpPr>
          <p:spPr bwMode="auto">
            <a:xfrm>
              <a:off x="4148138" y="3341688"/>
              <a:ext cx="457200" cy="269875"/>
            </a:xfrm>
            <a:custGeom>
              <a:avLst/>
              <a:gdLst>
                <a:gd name="T0" fmla="*/ 69 w 122"/>
                <a:gd name="T1" fmla="*/ 0 h 72"/>
                <a:gd name="T2" fmla="*/ 69 w 122"/>
                <a:gd name="T3" fmla="*/ 12 h 72"/>
                <a:gd name="T4" fmla="*/ 0 w 122"/>
                <a:gd name="T5" fmla="*/ 72 h 72"/>
                <a:gd name="T6" fmla="*/ 69 w 122"/>
                <a:gd name="T7" fmla="*/ 58 h 72"/>
                <a:gd name="T8" fmla="*/ 69 w 122"/>
                <a:gd name="T9" fmla="*/ 71 h 72"/>
                <a:gd name="T10" fmla="*/ 122 w 122"/>
                <a:gd name="T11" fmla="*/ 35 h 72"/>
                <a:gd name="T12" fmla="*/ 69 w 122"/>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122" h="72">
                  <a:moveTo>
                    <a:pt x="69" y="0"/>
                  </a:moveTo>
                  <a:cubicBezTo>
                    <a:pt x="69" y="12"/>
                    <a:pt x="69" y="12"/>
                    <a:pt x="69" y="12"/>
                  </a:cubicBezTo>
                  <a:cubicBezTo>
                    <a:pt x="8" y="12"/>
                    <a:pt x="0" y="72"/>
                    <a:pt x="0" y="72"/>
                  </a:cubicBezTo>
                  <a:cubicBezTo>
                    <a:pt x="0" y="72"/>
                    <a:pt x="19" y="58"/>
                    <a:pt x="69" y="58"/>
                  </a:cubicBezTo>
                  <a:cubicBezTo>
                    <a:pt x="69" y="71"/>
                    <a:pt x="69" y="71"/>
                    <a:pt x="69" y="71"/>
                  </a:cubicBezTo>
                  <a:cubicBezTo>
                    <a:pt x="122" y="35"/>
                    <a:pt x="122" y="35"/>
                    <a:pt x="122" y="35"/>
                  </a:cubicBezTo>
                  <a:lnTo>
                    <a:pt x="6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8" name="Freeform 40"/>
            <p:cNvSpPr>
              <a:spLocks/>
            </p:cNvSpPr>
            <p:nvPr/>
          </p:nvSpPr>
          <p:spPr bwMode="auto">
            <a:xfrm>
              <a:off x="4102100" y="3581400"/>
              <a:ext cx="455613" cy="271463"/>
            </a:xfrm>
            <a:custGeom>
              <a:avLst/>
              <a:gdLst>
                <a:gd name="T0" fmla="*/ 53 w 121"/>
                <a:gd name="T1" fmla="*/ 72 h 72"/>
                <a:gd name="T2" fmla="*/ 53 w 121"/>
                <a:gd name="T3" fmla="*/ 60 h 72"/>
                <a:gd name="T4" fmla="*/ 121 w 121"/>
                <a:gd name="T5" fmla="*/ 0 h 72"/>
                <a:gd name="T6" fmla="*/ 53 w 121"/>
                <a:gd name="T7" fmla="*/ 14 h 72"/>
                <a:gd name="T8" fmla="*/ 53 w 121"/>
                <a:gd name="T9" fmla="*/ 2 h 72"/>
                <a:gd name="T10" fmla="*/ 0 w 121"/>
                <a:gd name="T11" fmla="*/ 37 h 72"/>
                <a:gd name="T12" fmla="*/ 53 w 121"/>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121" h="72">
                  <a:moveTo>
                    <a:pt x="53" y="72"/>
                  </a:moveTo>
                  <a:cubicBezTo>
                    <a:pt x="53" y="60"/>
                    <a:pt x="53" y="60"/>
                    <a:pt x="53" y="60"/>
                  </a:cubicBezTo>
                  <a:cubicBezTo>
                    <a:pt x="115" y="60"/>
                    <a:pt x="121" y="0"/>
                    <a:pt x="121" y="0"/>
                  </a:cubicBezTo>
                  <a:cubicBezTo>
                    <a:pt x="121" y="0"/>
                    <a:pt x="103" y="14"/>
                    <a:pt x="53" y="14"/>
                  </a:cubicBezTo>
                  <a:cubicBezTo>
                    <a:pt x="53" y="2"/>
                    <a:pt x="53" y="2"/>
                    <a:pt x="53" y="2"/>
                  </a:cubicBezTo>
                  <a:cubicBezTo>
                    <a:pt x="0" y="37"/>
                    <a:pt x="0" y="37"/>
                    <a:pt x="0" y="37"/>
                  </a:cubicBezTo>
                  <a:lnTo>
                    <a:pt x="53" y="7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89" name="Freeform 41"/>
            <p:cNvSpPr>
              <a:spLocks/>
            </p:cNvSpPr>
            <p:nvPr/>
          </p:nvSpPr>
          <p:spPr bwMode="auto">
            <a:xfrm>
              <a:off x="4467225" y="2841625"/>
              <a:ext cx="596900" cy="560388"/>
            </a:xfrm>
            <a:custGeom>
              <a:avLst/>
              <a:gdLst>
                <a:gd name="T0" fmla="*/ 95 w 159"/>
                <a:gd name="T1" fmla="*/ 74 h 149"/>
                <a:gd name="T2" fmla="*/ 122 w 159"/>
                <a:gd name="T3" fmla="*/ 52 h 149"/>
                <a:gd name="T4" fmla="*/ 128 w 159"/>
                <a:gd name="T5" fmla="*/ 53 h 149"/>
                <a:gd name="T6" fmla="*/ 146 w 159"/>
                <a:gd name="T7" fmla="*/ 65 h 149"/>
                <a:gd name="T8" fmla="*/ 157 w 159"/>
                <a:gd name="T9" fmla="*/ 61 h 149"/>
                <a:gd name="T10" fmla="*/ 157 w 159"/>
                <a:gd name="T11" fmla="*/ 37 h 149"/>
                <a:gd name="T12" fmla="*/ 107 w 159"/>
                <a:gd name="T13" fmla="*/ 5 h 149"/>
                <a:gd name="T14" fmla="*/ 76 w 159"/>
                <a:gd name="T15" fmla="*/ 33 h 149"/>
                <a:gd name="T16" fmla="*/ 36 w 159"/>
                <a:gd name="T17" fmla="*/ 20 h 149"/>
                <a:gd name="T18" fmla="*/ 5 w 159"/>
                <a:gd name="T19" fmla="*/ 70 h 149"/>
                <a:gd name="T20" fmla="*/ 102 w 159"/>
                <a:gd name="T21" fmla="*/ 149 h 149"/>
                <a:gd name="T22" fmla="*/ 118 w 159"/>
                <a:gd name="T23" fmla="*/ 133 h 149"/>
                <a:gd name="T24" fmla="*/ 95 w 159"/>
                <a:gd name="T25"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49">
                  <a:moveTo>
                    <a:pt x="95" y="74"/>
                  </a:moveTo>
                  <a:cubicBezTo>
                    <a:pt x="98" y="61"/>
                    <a:pt x="109" y="52"/>
                    <a:pt x="122" y="52"/>
                  </a:cubicBezTo>
                  <a:cubicBezTo>
                    <a:pt x="124" y="52"/>
                    <a:pt x="126" y="52"/>
                    <a:pt x="128" y="53"/>
                  </a:cubicBezTo>
                  <a:cubicBezTo>
                    <a:pt x="135" y="54"/>
                    <a:pt x="142" y="59"/>
                    <a:pt x="146" y="65"/>
                  </a:cubicBezTo>
                  <a:cubicBezTo>
                    <a:pt x="149" y="63"/>
                    <a:pt x="153" y="62"/>
                    <a:pt x="157" y="61"/>
                  </a:cubicBezTo>
                  <a:cubicBezTo>
                    <a:pt x="159" y="46"/>
                    <a:pt x="157" y="37"/>
                    <a:pt x="157" y="37"/>
                  </a:cubicBezTo>
                  <a:cubicBezTo>
                    <a:pt x="152" y="14"/>
                    <a:pt x="129" y="0"/>
                    <a:pt x="107" y="5"/>
                  </a:cubicBezTo>
                  <a:cubicBezTo>
                    <a:pt x="92" y="8"/>
                    <a:pt x="81" y="19"/>
                    <a:pt x="76" y="33"/>
                  </a:cubicBezTo>
                  <a:cubicBezTo>
                    <a:pt x="66" y="22"/>
                    <a:pt x="52" y="17"/>
                    <a:pt x="36" y="20"/>
                  </a:cubicBezTo>
                  <a:cubicBezTo>
                    <a:pt x="14" y="25"/>
                    <a:pt x="0" y="48"/>
                    <a:pt x="5" y="70"/>
                  </a:cubicBezTo>
                  <a:cubicBezTo>
                    <a:pt x="5" y="70"/>
                    <a:pt x="14" y="126"/>
                    <a:pt x="102" y="149"/>
                  </a:cubicBezTo>
                  <a:cubicBezTo>
                    <a:pt x="108" y="143"/>
                    <a:pt x="113" y="138"/>
                    <a:pt x="118" y="133"/>
                  </a:cubicBezTo>
                  <a:cubicBezTo>
                    <a:pt x="88" y="103"/>
                    <a:pt x="94" y="76"/>
                    <a:pt x="95" y="7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0" name="Freeform 42"/>
            <p:cNvSpPr>
              <a:spLocks/>
            </p:cNvSpPr>
            <p:nvPr/>
          </p:nvSpPr>
          <p:spPr bwMode="auto">
            <a:xfrm>
              <a:off x="4811713" y="3055938"/>
              <a:ext cx="354013" cy="300038"/>
            </a:xfrm>
            <a:custGeom>
              <a:avLst/>
              <a:gdLst>
                <a:gd name="T0" fmla="*/ 74 w 94"/>
                <a:gd name="T1" fmla="*/ 9 h 80"/>
                <a:gd name="T2" fmla="*/ 69 w 94"/>
                <a:gd name="T3" fmla="*/ 9 h 80"/>
                <a:gd name="T4" fmla="*/ 64 w 94"/>
                <a:gd name="T5" fmla="*/ 9 h 80"/>
                <a:gd name="T6" fmla="*/ 52 w 94"/>
                <a:gd name="T7" fmla="*/ 16 h 80"/>
                <a:gd name="T8" fmla="*/ 35 w 94"/>
                <a:gd name="T9" fmla="*/ 0 h 80"/>
                <a:gd name="T10" fmla="*/ 30 w 94"/>
                <a:gd name="T11" fmla="*/ 0 h 80"/>
                <a:gd name="T12" fmla="*/ 7 w 94"/>
                <a:gd name="T13" fmla="*/ 18 h 80"/>
                <a:gd name="T14" fmla="*/ 30 w 94"/>
                <a:gd name="T15" fmla="*/ 73 h 80"/>
                <a:gd name="T16" fmla="*/ 37 w 94"/>
                <a:gd name="T17" fmla="*/ 80 h 80"/>
                <a:gd name="T18" fmla="*/ 91 w 94"/>
                <a:gd name="T19" fmla="*/ 37 h 80"/>
                <a:gd name="T20" fmla="*/ 74 w 94"/>
                <a:gd name="T21"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80">
                  <a:moveTo>
                    <a:pt x="74" y="9"/>
                  </a:moveTo>
                  <a:cubicBezTo>
                    <a:pt x="72" y="9"/>
                    <a:pt x="71" y="9"/>
                    <a:pt x="69" y="9"/>
                  </a:cubicBezTo>
                  <a:cubicBezTo>
                    <a:pt x="67" y="9"/>
                    <a:pt x="66" y="9"/>
                    <a:pt x="64" y="9"/>
                  </a:cubicBezTo>
                  <a:cubicBezTo>
                    <a:pt x="60" y="10"/>
                    <a:pt x="55" y="12"/>
                    <a:pt x="52" y="16"/>
                  </a:cubicBezTo>
                  <a:cubicBezTo>
                    <a:pt x="49" y="8"/>
                    <a:pt x="43" y="2"/>
                    <a:pt x="35" y="0"/>
                  </a:cubicBezTo>
                  <a:cubicBezTo>
                    <a:pt x="33" y="0"/>
                    <a:pt x="31" y="0"/>
                    <a:pt x="30" y="0"/>
                  </a:cubicBezTo>
                  <a:cubicBezTo>
                    <a:pt x="19" y="0"/>
                    <a:pt x="10" y="7"/>
                    <a:pt x="7" y="18"/>
                  </a:cubicBezTo>
                  <a:cubicBezTo>
                    <a:pt x="7" y="18"/>
                    <a:pt x="0" y="43"/>
                    <a:pt x="30" y="73"/>
                  </a:cubicBezTo>
                  <a:cubicBezTo>
                    <a:pt x="32" y="75"/>
                    <a:pt x="35" y="78"/>
                    <a:pt x="37" y="80"/>
                  </a:cubicBezTo>
                  <a:cubicBezTo>
                    <a:pt x="86" y="68"/>
                    <a:pt x="91" y="37"/>
                    <a:pt x="91" y="37"/>
                  </a:cubicBezTo>
                  <a:cubicBezTo>
                    <a:pt x="94" y="24"/>
                    <a:pt x="86" y="12"/>
                    <a:pt x="74" y="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1" name="Freeform 43"/>
            <p:cNvSpPr>
              <a:spLocks noEditPoints="1"/>
            </p:cNvSpPr>
            <p:nvPr/>
          </p:nvSpPr>
          <p:spPr bwMode="auto">
            <a:xfrm>
              <a:off x="5075238" y="2252663"/>
              <a:ext cx="461963" cy="368300"/>
            </a:xfrm>
            <a:custGeom>
              <a:avLst/>
              <a:gdLst>
                <a:gd name="T0" fmla="*/ 97 w 123"/>
                <a:gd name="T1" fmla="*/ 98 h 98"/>
                <a:gd name="T2" fmla="*/ 97 w 123"/>
                <a:gd name="T3" fmla="*/ 65 h 98"/>
                <a:gd name="T4" fmla="*/ 113 w 123"/>
                <a:gd name="T5" fmla="*/ 50 h 98"/>
                <a:gd name="T6" fmla="*/ 123 w 123"/>
                <a:gd name="T7" fmla="*/ 50 h 98"/>
                <a:gd name="T8" fmla="*/ 123 w 123"/>
                <a:gd name="T9" fmla="*/ 14 h 98"/>
                <a:gd name="T10" fmla="*/ 109 w 123"/>
                <a:gd name="T11" fmla="*/ 0 h 98"/>
                <a:gd name="T12" fmla="*/ 79 w 123"/>
                <a:gd name="T13" fmla="*/ 0 h 98"/>
                <a:gd name="T14" fmla="*/ 79 w 123"/>
                <a:gd name="T15" fmla="*/ 16 h 98"/>
                <a:gd name="T16" fmla="*/ 90 w 123"/>
                <a:gd name="T17" fmla="*/ 27 h 98"/>
                <a:gd name="T18" fmla="*/ 79 w 123"/>
                <a:gd name="T19" fmla="*/ 38 h 98"/>
                <a:gd name="T20" fmla="*/ 79 w 123"/>
                <a:gd name="T21" fmla="*/ 45 h 98"/>
                <a:gd name="T22" fmla="*/ 90 w 123"/>
                <a:gd name="T23" fmla="*/ 56 h 98"/>
                <a:gd name="T24" fmla="*/ 79 w 123"/>
                <a:gd name="T25" fmla="*/ 67 h 98"/>
                <a:gd name="T26" fmla="*/ 79 w 123"/>
                <a:gd name="T27" fmla="*/ 98 h 98"/>
                <a:gd name="T28" fmla="*/ 97 w 123"/>
                <a:gd name="T29" fmla="*/ 98 h 98"/>
                <a:gd name="T30" fmla="*/ 79 w 123"/>
                <a:gd name="T31" fmla="*/ 0 h 98"/>
                <a:gd name="T32" fmla="*/ 44 w 123"/>
                <a:gd name="T33" fmla="*/ 0 h 98"/>
                <a:gd name="T34" fmla="*/ 44 w 123"/>
                <a:gd name="T35" fmla="*/ 16 h 98"/>
                <a:gd name="T36" fmla="*/ 44 w 123"/>
                <a:gd name="T37" fmla="*/ 16 h 98"/>
                <a:gd name="T38" fmla="*/ 55 w 123"/>
                <a:gd name="T39" fmla="*/ 27 h 98"/>
                <a:gd name="T40" fmla="*/ 44 w 123"/>
                <a:gd name="T41" fmla="*/ 38 h 98"/>
                <a:gd name="T42" fmla="*/ 44 w 123"/>
                <a:gd name="T43" fmla="*/ 45 h 98"/>
                <a:gd name="T44" fmla="*/ 44 w 123"/>
                <a:gd name="T45" fmla="*/ 45 h 98"/>
                <a:gd name="T46" fmla="*/ 55 w 123"/>
                <a:gd name="T47" fmla="*/ 56 h 98"/>
                <a:gd name="T48" fmla="*/ 44 w 123"/>
                <a:gd name="T49" fmla="*/ 67 h 98"/>
                <a:gd name="T50" fmla="*/ 44 w 123"/>
                <a:gd name="T51" fmla="*/ 98 h 98"/>
                <a:gd name="T52" fmla="*/ 79 w 123"/>
                <a:gd name="T53" fmla="*/ 98 h 98"/>
                <a:gd name="T54" fmla="*/ 79 w 123"/>
                <a:gd name="T55" fmla="*/ 67 h 98"/>
                <a:gd name="T56" fmla="*/ 79 w 123"/>
                <a:gd name="T57" fmla="*/ 67 h 98"/>
                <a:gd name="T58" fmla="*/ 68 w 123"/>
                <a:gd name="T59" fmla="*/ 56 h 98"/>
                <a:gd name="T60" fmla="*/ 79 w 123"/>
                <a:gd name="T61" fmla="*/ 45 h 98"/>
                <a:gd name="T62" fmla="*/ 79 w 123"/>
                <a:gd name="T63" fmla="*/ 45 h 98"/>
                <a:gd name="T64" fmla="*/ 79 w 123"/>
                <a:gd name="T65" fmla="*/ 45 h 98"/>
                <a:gd name="T66" fmla="*/ 79 w 123"/>
                <a:gd name="T67" fmla="*/ 38 h 98"/>
                <a:gd name="T68" fmla="*/ 79 w 123"/>
                <a:gd name="T69" fmla="*/ 38 h 98"/>
                <a:gd name="T70" fmla="*/ 68 w 123"/>
                <a:gd name="T71" fmla="*/ 27 h 98"/>
                <a:gd name="T72" fmla="*/ 79 w 123"/>
                <a:gd name="T73" fmla="*/ 16 h 98"/>
                <a:gd name="T74" fmla="*/ 79 w 123"/>
                <a:gd name="T75" fmla="*/ 16 h 98"/>
                <a:gd name="T76" fmla="*/ 79 w 123"/>
                <a:gd name="T77" fmla="*/ 16 h 98"/>
                <a:gd name="T78" fmla="*/ 79 w 123"/>
                <a:gd name="T79" fmla="*/ 0 h 98"/>
                <a:gd name="T80" fmla="*/ 44 w 123"/>
                <a:gd name="T81" fmla="*/ 0 h 98"/>
                <a:gd name="T82" fmla="*/ 13 w 123"/>
                <a:gd name="T83" fmla="*/ 0 h 98"/>
                <a:gd name="T84" fmla="*/ 0 w 123"/>
                <a:gd name="T85" fmla="*/ 14 h 98"/>
                <a:gd name="T86" fmla="*/ 0 w 123"/>
                <a:gd name="T87" fmla="*/ 50 h 98"/>
                <a:gd name="T88" fmla="*/ 11 w 123"/>
                <a:gd name="T89" fmla="*/ 50 h 98"/>
                <a:gd name="T90" fmla="*/ 26 w 123"/>
                <a:gd name="T91" fmla="*/ 65 h 98"/>
                <a:gd name="T92" fmla="*/ 26 w 123"/>
                <a:gd name="T93" fmla="*/ 98 h 98"/>
                <a:gd name="T94" fmla="*/ 44 w 123"/>
                <a:gd name="T95" fmla="*/ 98 h 98"/>
                <a:gd name="T96" fmla="*/ 44 w 123"/>
                <a:gd name="T97" fmla="*/ 67 h 98"/>
                <a:gd name="T98" fmla="*/ 33 w 123"/>
                <a:gd name="T99" fmla="*/ 56 h 98"/>
                <a:gd name="T100" fmla="*/ 44 w 123"/>
                <a:gd name="T101" fmla="*/ 45 h 98"/>
                <a:gd name="T102" fmla="*/ 44 w 123"/>
                <a:gd name="T103" fmla="*/ 38 h 98"/>
                <a:gd name="T104" fmla="*/ 33 w 123"/>
                <a:gd name="T105" fmla="*/ 27 h 98"/>
                <a:gd name="T106" fmla="*/ 44 w 123"/>
                <a:gd name="T107" fmla="*/ 16 h 98"/>
                <a:gd name="T108" fmla="*/ 44 w 123"/>
                <a:gd name="T109" fmla="*/ 0 h 98"/>
                <a:gd name="T110" fmla="*/ 44 w 123"/>
                <a:gd name="T111" fmla="*/ 16 h 98"/>
                <a:gd name="T112" fmla="*/ 44 w 123"/>
                <a:gd name="T113" fmla="*/ 16 h 98"/>
                <a:gd name="T114" fmla="*/ 44 w 123"/>
                <a:gd name="T115" fmla="*/ 45 h 98"/>
                <a:gd name="T116" fmla="*/ 44 w 123"/>
                <a:gd name="T117"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98">
                  <a:moveTo>
                    <a:pt x="97" y="98"/>
                  </a:moveTo>
                  <a:cubicBezTo>
                    <a:pt x="97" y="65"/>
                    <a:pt x="97" y="65"/>
                    <a:pt x="97" y="65"/>
                  </a:cubicBezTo>
                  <a:cubicBezTo>
                    <a:pt x="97" y="55"/>
                    <a:pt x="103" y="50"/>
                    <a:pt x="113" y="50"/>
                  </a:cubicBezTo>
                  <a:cubicBezTo>
                    <a:pt x="123" y="50"/>
                    <a:pt x="123" y="50"/>
                    <a:pt x="123" y="50"/>
                  </a:cubicBezTo>
                  <a:cubicBezTo>
                    <a:pt x="123" y="14"/>
                    <a:pt x="123" y="14"/>
                    <a:pt x="123" y="14"/>
                  </a:cubicBezTo>
                  <a:cubicBezTo>
                    <a:pt x="123" y="6"/>
                    <a:pt x="117" y="0"/>
                    <a:pt x="109" y="0"/>
                  </a:cubicBezTo>
                  <a:cubicBezTo>
                    <a:pt x="79" y="0"/>
                    <a:pt x="79" y="0"/>
                    <a:pt x="79" y="0"/>
                  </a:cubicBezTo>
                  <a:cubicBezTo>
                    <a:pt x="79" y="16"/>
                    <a:pt x="79" y="16"/>
                    <a:pt x="79" y="16"/>
                  </a:cubicBezTo>
                  <a:cubicBezTo>
                    <a:pt x="85" y="16"/>
                    <a:pt x="90" y="21"/>
                    <a:pt x="90" y="27"/>
                  </a:cubicBezTo>
                  <a:cubicBezTo>
                    <a:pt x="90" y="33"/>
                    <a:pt x="85" y="38"/>
                    <a:pt x="79" y="38"/>
                  </a:cubicBezTo>
                  <a:cubicBezTo>
                    <a:pt x="79" y="45"/>
                    <a:pt x="79" y="45"/>
                    <a:pt x="79" y="45"/>
                  </a:cubicBezTo>
                  <a:cubicBezTo>
                    <a:pt x="85" y="45"/>
                    <a:pt x="90" y="50"/>
                    <a:pt x="90" y="56"/>
                  </a:cubicBezTo>
                  <a:cubicBezTo>
                    <a:pt x="90" y="62"/>
                    <a:pt x="85" y="67"/>
                    <a:pt x="79" y="67"/>
                  </a:cubicBezTo>
                  <a:cubicBezTo>
                    <a:pt x="79" y="98"/>
                    <a:pt x="79" y="98"/>
                    <a:pt x="79" y="98"/>
                  </a:cubicBezTo>
                  <a:lnTo>
                    <a:pt x="97" y="98"/>
                  </a:lnTo>
                  <a:close/>
                  <a:moveTo>
                    <a:pt x="79" y="0"/>
                  </a:moveTo>
                  <a:cubicBezTo>
                    <a:pt x="44" y="0"/>
                    <a:pt x="44" y="0"/>
                    <a:pt x="44" y="0"/>
                  </a:cubicBezTo>
                  <a:cubicBezTo>
                    <a:pt x="44" y="16"/>
                    <a:pt x="44" y="16"/>
                    <a:pt x="44" y="16"/>
                  </a:cubicBezTo>
                  <a:cubicBezTo>
                    <a:pt x="44" y="16"/>
                    <a:pt x="44" y="16"/>
                    <a:pt x="44" y="16"/>
                  </a:cubicBezTo>
                  <a:cubicBezTo>
                    <a:pt x="50" y="16"/>
                    <a:pt x="55" y="21"/>
                    <a:pt x="55" y="27"/>
                  </a:cubicBezTo>
                  <a:cubicBezTo>
                    <a:pt x="55" y="33"/>
                    <a:pt x="50" y="38"/>
                    <a:pt x="44" y="38"/>
                  </a:cubicBezTo>
                  <a:cubicBezTo>
                    <a:pt x="44" y="45"/>
                    <a:pt x="44" y="45"/>
                    <a:pt x="44" y="45"/>
                  </a:cubicBezTo>
                  <a:cubicBezTo>
                    <a:pt x="44" y="45"/>
                    <a:pt x="44" y="45"/>
                    <a:pt x="44" y="45"/>
                  </a:cubicBezTo>
                  <a:cubicBezTo>
                    <a:pt x="50" y="45"/>
                    <a:pt x="55" y="50"/>
                    <a:pt x="55" y="56"/>
                  </a:cubicBezTo>
                  <a:cubicBezTo>
                    <a:pt x="55" y="62"/>
                    <a:pt x="50" y="67"/>
                    <a:pt x="44" y="67"/>
                  </a:cubicBezTo>
                  <a:cubicBezTo>
                    <a:pt x="44" y="98"/>
                    <a:pt x="44" y="98"/>
                    <a:pt x="44" y="98"/>
                  </a:cubicBezTo>
                  <a:cubicBezTo>
                    <a:pt x="79" y="98"/>
                    <a:pt x="79" y="98"/>
                    <a:pt x="79" y="98"/>
                  </a:cubicBezTo>
                  <a:cubicBezTo>
                    <a:pt x="79" y="67"/>
                    <a:pt x="79" y="67"/>
                    <a:pt x="79" y="67"/>
                  </a:cubicBezTo>
                  <a:cubicBezTo>
                    <a:pt x="79" y="67"/>
                    <a:pt x="79" y="67"/>
                    <a:pt x="79" y="67"/>
                  </a:cubicBezTo>
                  <a:cubicBezTo>
                    <a:pt x="73" y="67"/>
                    <a:pt x="68" y="62"/>
                    <a:pt x="68" y="56"/>
                  </a:cubicBezTo>
                  <a:cubicBezTo>
                    <a:pt x="68" y="50"/>
                    <a:pt x="73" y="45"/>
                    <a:pt x="79" y="45"/>
                  </a:cubicBezTo>
                  <a:cubicBezTo>
                    <a:pt x="79" y="45"/>
                    <a:pt x="79" y="45"/>
                    <a:pt x="79" y="45"/>
                  </a:cubicBezTo>
                  <a:cubicBezTo>
                    <a:pt x="79" y="45"/>
                    <a:pt x="79" y="45"/>
                    <a:pt x="79" y="45"/>
                  </a:cubicBezTo>
                  <a:cubicBezTo>
                    <a:pt x="79" y="38"/>
                    <a:pt x="79" y="38"/>
                    <a:pt x="79" y="38"/>
                  </a:cubicBezTo>
                  <a:cubicBezTo>
                    <a:pt x="79" y="38"/>
                    <a:pt x="79" y="38"/>
                    <a:pt x="79" y="38"/>
                  </a:cubicBezTo>
                  <a:cubicBezTo>
                    <a:pt x="73" y="38"/>
                    <a:pt x="68" y="33"/>
                    <a:pt x="68" y="27"/>
                  </a:cubicBezTo>
                  <a:cubicBezTo>
                    <a:pt x="68" y="21"/>
                    <a:pt x="73" y="16"/>
                    <a:pt x="79" y="16"/>
                  </a:cubicBezTo>
                  <a:cubicBezTo>
                    <a:pt x="79" y="16"/>
                    <a:pt x="79" y="16"/>
                    <a:pt x="79" y="16"/>
                  </a:cubicBezTo>
                  <a:cubicBezTo>
                    <a:pt x="79" y="16"/>
                    <a:pt x="79" y="16"/>
                    <a:pt x="79" y="16"/>
                  </a:cubicBezTo>
                  <a:lnTo>
                    <a:pt x="79" y="0"/>
                  </a:lnTo>
                  <a:close/>
                  <a:moveTo>
                    <a:pt x="44" y="0"/>
                  </a:moveTo>
                  <a:cubicBezTo>
                    <a:pt x="13" y="0"/>
                    <a:pt x="13" y="0"/>
                    <a:pt x="13" y="0"/>
                  </a:cubicBezTo>
                  <a:cubicBezTo>
                    <a:pt x="6" y="0"/>
                    <a:pt x="0" y="6"/>
                    <a:pt x="0" y="14"/>
                  </a:cubicBezTo>
                  <a:cubicBezTo>
                    <a:pt x="0" y="50"/>
                    <a:pt x="0" y="50"/>
                    <a:pt x="0" y="50"/>
                  </a:cubicBezTo>
                  <a:cubicBezTo>
                    <a:pt x="11" y="50"/>
                    <a:pt x="11" y="50"/>
                    <a:pt x="11" y="50"/>
                  </a:cubicBezTo>
                  <a:cubicBezTo>
                    <a:pt x="21" y="50"/>
                    <a:pt x="26" y="55"/>
                    <a:pt x="26" y="65"/>
                  </a:cubicBezTo>
                  <a:cubicBezTo>
                    <a:pt x="26" y="98"/>
                    <a:pt x="26" y="98"/>
                    <a:pt x="26" y="98"/>
                  </a:cubicBezTo>
                  <a:cubicBezTo>
                    <a:pt x="44" y="98"/>
                    <a:pt x="44" y="98"/>
                    <a:pt x="44" y="98"/>
                  </a:cubicBezTo>
                  <a:cubicBezTo>
                    <a:pt x="44" y="67"/>
                    <a:pt x="44" y="67"/>
                    <a:pt x="44" y="67"/>
                  </a:cubicBezTo>
                  <a:cubicBezTo>
                    <a:pt x="38" y="67"/>
                    <a:pt x="33" y="62"/>
                    <a:pt x="33" y="56"/>
                  </a:cubicBezTo>
                  <a:cubicBezTo>
                    <a:pt x="33" y="50"/>
                    <a:pt x="38" y="45"/>
                    <a:pt x="44" y="45"/>
                  </a:cubicBezTo>
                  <a:cubicBezTo>
                    <a:pt x="44" y="38"/>
                    <a:pt x="44" y="38"/>
                    <a:pt x="44" y="38"/>
                  </a:cubicBezTo>
                  <a:cubicBezTo>
                    <a:pt x="38" y="38"/>
                    <a:pt x="33" y="33"/>
                    <a:pt x="33" y="27"/>
                  </a:cubicBezTo>
                  <a:cubicBezTo>
                    <a:pt x="33" y="21"/>
                    <a:pt x="38" y="16"/>
                    <a:pt x="44" y="16"/>
                  </a:cubicBezTo>
                  <a:cubicBezTo>
                    <a:pt x="44" y="0"/>
                    <a:pt x="44" y="0"/>
                    <a:pt x="44" y="0"/>
                  </a:cubicBezTo>
                  <a:close/>
                  <a:moveTo>
                    <a:pt x="44" y="16"/>
                  </a:moveTo>
                  <a:cubicBezTo>
                    <a:pt x="44" y="16"/>
                    <a:pt x="44" y="16"/>
                    <a:pt x="44" y="16"/>
                  </a:cubicBezTo>
                  <a:close/>
                  <a:moveTo>
                    <a:pt x="44" y="45"/>
                  </a:moveTo>
                  <a:cubicBezTo>
                    <a:pt x="44" y="45"/>
                    <a:pt x="44" y="45"/>
                    <a:pt x="44" y="45"/>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2" name="Freeform 44"/>
            <p:cNvSpPr>
              <a:spLocks/>
            </p:cNvSpPr>
            <p:nvPr/>
          </p:nvSpPr>
          <p:spPr bwMode="auto">
            <a:xfrm>
              <a:off x="4992688" y="2455863"/>
              <a:ext cx="627063" cy="333375"/>
            </a:xfrm>
            <a:custGeom>
              <a:avLst/>
              <a:gdLst>
                <a:gd name="T0" fmla="*/ 156 w 167"/>
                <a:gd name="T1" fmla="*/ 0 h 89"/>
                <a:gd name="T2" fmla="*/ 145 w 167"/>
                <a:gd name="T3" fmla="*/ 0 h 89"/>
                <a:gd name="T4" fmla="*/ 135 w 167"/>
                <a:gd name="T5" fmla="*/ 0 h 89"/>
                <a:gd name="T6" fmla="*/ 123 w 167"/>
                <a:gd name="T7" fmla="*/ 11 h 89"/>
                <a:gd name="T8" fmla="*/ 123 w 167"/>
                <a:gd name="T9" fmla="*/ 48 h 89"/>
                <a:gd name="T10" fmla="*/ 43 w 167"/>
                <a:gd name="T11" fmla="*/ 48 h 89"/>
                <a:gd name="T12" fmla="*/ 43 w 167"/>
                <a:gd name="T13" fmla="*/ 11 h 89"/>
                <a:gd name="T14" fmla="*/ 33 w 167"/>
                <a:gd name="T15" fmla="*/ 0 h 89"/>
                <a:gd name="T16" fmla="*/ 22 w 167"/>
                <a:gd name="T17" fmla="*/ 0 h 89"/>
                <a:gd name="T18" fmla="*/ 12 w 167"/>
                <a:gd name="T19" fmla="*/ 0 h 89"/>
                <a:gd name="T20" fmla="*/ 0 w 167"/>
                <a:gd name="T21" fmla="*/ 11 h 89"/>
                <a:gd name="T22" fmla="*/ 0 w 167"/>
                <a:gd name="T23" fmla="*/ 66 h 89"/>
                <a:gd name="T24" fmla="*/ 16 w 167"/>
                <a:gd name="T25" fmla="*/ 82 h 89"/>
                <a:gd name="T26" fmla="*/ 16 w 167"/>
                <a:gd name="T27" fmla="*/ 84 h 89"/>
                <a:gd name="T28" fmla="*/ 18 w 167"/>
                <a:gd name="T29" fmla="*/ 86 h 89"/>
                <a:gd name="T30" fmla="*/ 23 w 167"/>
                <a:gd name="T31" fmla="*/ 89 h 89"/>
                <a:gd name="T32" fmla="*/ 26 w 167"/>
                <a:gd name="T33" fmla="*/ 89 h 89"/>
                <a:gd name="T34" fmla="*/ 31 w 167"/>
                <a:gd name="T35" fmla="*/ 86 h 89"/>
                <a:gd name="T36" fmla="*/ 33 w 167"/>
                <a:gd name="T37" fmla="*/ 84 h 89"/>
                <a:gd name="T38" fmla="*/ 33 w 167"/>
                <a:gd name="T39" fmla="*/ 82 h 89"/>
                <a:gd name="T40" fmla="*/ 134 w 167"/>
                <a:gd name="T41" fmla="*/ 82 h 89"/>
                <a:gd name="T42" fmla="*/ 134 w 167"/>
                <a:gd name="T43" fmla="*/ 84 h 89"/>
                <a:gd name="T44" fmla="*/ 136 w 167"/>
                <a:gd name="T45" fmla="*/ 86 h 89"/>
                <a:gd name="T46" fmla="*/ 141 w 167"/>
                <a:gd name="T47" fmla="*/ 89 h 89"/>
                <a:gd name="T48" fmla="*/ 144 w 167"/>
                <a:gd name="T49" fmla="*/ 89 h 89"/>
                <a:gd name="T50" fmla="*/ 149 w 167"/>
                <a:gd name="T51" fmla="*/ 86 h 89"/>
                <a:gd name="T52" fmla="*/ 151 w 167"/>
                <a:gd name="T53" fmla="*/ 84 h 89"/>
                <a:gd name="T54" fmla="*/ 151 w 167"/>
                <a:gd name="T55" fmla="*/ 82 h 89"/>
                <a:gd name="T56" fmla="*/ 156 w 167"/>
                <a:gd name="T57" fmla="*/ 82 h 89"/>
                <a:gd name="T58" fmla="*/ 167 w 167"/>
                <a:gd name="T59" fmla="*/ 66 h 89"/>
                <a:gd name="T60" fmla="*/ 167 w 167"/>
                <a:gd name="T61" fmla="*/ 11 h 89"/>
                <a:gd name="T62" fmla="*/ 156 w 167"/>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89">
                  <a:moveTo>
                    <a:pt x="156" y="0"/>
                  </a:moveTo>
                  <a:cubicBezTo>
                    <a:pt x="145" y="0"/>
                    <a:pt x="145" y="0"/>
                    <a:pt x="145" y="0"/>
                  </a:cubicBezTo>
                  <a:cubicBezTo>
                    <a:pt x="135" y="0"/>
                    <a:pt x="135" y="0"/>
                    <a:pt x="135" y="0"/>
                  </a:cubicBezTo>
                  <a:cubicBezTo>
                    <a:pt x="128" y="0"/>
                    <a:pt x="123" y="3"/>
                    <a:pt x="123" y="11"/>
                  </a:cubicBezTo>
                  <a:cubicBezTo>
                    <a:pt x="123" y="48"/>
                    <a:pt x="123" y="48"/>
                    <a:pt x="123" y="48"/>
                  </a:cubicBezTo>
                  <a:cubicBezTo>
                    <a:pt x="43" y="48"/>
                    <a:pt x="43" y="48"/>
                    <a:pt x="43" y="48"/>
                  </a:cubicBezTo>
                  <a:cubicBezTo>
                    <a:pt x="43" y="11"/>
                    <a:pt x="43" y="11"/>
                    <a:pt x="43" y="11"/>
                  </a:cubicBezTo>
                  <a:cubicBezTo>
                    <a:pt x="43" y="3"/>
                    <a:pt x="40" y="0"/>
                    <a:pt x="33" y="0"/>
                  </a:cubicBezTo>
                  <a:cubicBezTo>
                    <a:pt x="22" y="0"/>
                    <a:pt x="22" y="0"/>
                    <a:pt x="22" y="0"/>
                  </a:cubicBezTo>
                  <a:cubicBezTo>
                    <a:pt x="12" y="0"/>
                    <a:pt x="12" y="0"/>
                    <a:pt x="12" y="0"/>
                  </a:cubicBezTo>
                  <a:cubicBezTo>
                    <a:pt x="4" y="0"/>
                    <a:pt x="0" y="3"/>
                    <a:pt x="0" y="11"/>
                  </a:cubicBezTo>
                  <a:cubicBezTo>
                    <a:pt x="0" y="66"/>
                    <a:pt x="0" y="66"/>
                    <a:pt x="0" y="66"/>
                  </a:cubicBezTo>
                  <a:cubicBezTo>
                    <a:pt x="0" y="73"/>
                    <a:pt x="9" y="82"/>
                    <a:pt x="16" y="82"/>
                  </a:cubicBezTo>
                  <a:cubicBezTo>
                    <a:pt x="16" y="82"/>
                    <a:pt x="16" y="83"/>
                    <a:pt x="16" y="84"/>
                  </a:cubicBezTo>
                  <a:cubicBezTo>
                    <a:pt x="17" y="85"/>
                    <a:pt x="17" y="85"/>
                    <a:pt x="18" y="86"/>
                  </a:cubicBezTo>
                  <a:cubicBezTo>
                    <a:pt x="19" y="88"/>
                    <a:pt x="21" y="89"/>
                    <a:pt x="23" y="89"/>
                  </a:cubicBezTo>
                  <a:cubicBezTo>
                    <a:pt x="26" y="89"/>
                    <a:pt x="26" y="89"/>
                    <a:pt x="26" y="89"/>
                  </a:cubicBezTo>
                  <a:cubicBezTo>
                    <a:pt x="28" y="89"/>
                    <a:pt x="30" y="88"/>
                    <a:pt x="31" y="86"/>
                  </a:cubicBezTo>
                  <a:cubicBezTo>
                    <a:pt x="32" y="85"/>
                    <a:pt x="32" y="85"/>
                    <a:pt x="33" y="84"/>
                  </a:cubicBezTo>
                  <a:cubicBezTo>
                    <a:pt x="33" y="83"/>
                    <a:pt x="33" y="82"/>
                    <a:pt x="33" y="82"/>
                  </a:cubicBezTo>
                  <a:cubicBezTo>
                    <a:pt x="134" y="82"/>
                    <a:pt x="134" y="82"/>
                    <a:pt x="134" y="82"/>
                  </a:cubicBezTo>
                  <a:cubicBezTo>
                    <a:pt x="134" y="82"/>
                    <a:pt x="134" y="83"/>
                    <a:pt x="134" y="84"/>
                  </a:cubicBezTo>
                  <a:cubicBezTo>
                    <a:pt x="135" y="85"/>
                    <a:pt x="135" y="85"/>
                    <a:pt x="136" y="86"/>
                  </a:cubicBezTo>
                  <a:cubicBezTo>
                    <a:pt x="137" y="88"/>
                    <a:pt x="139" y="89"/>
                    <a:pt x="141" y="89"/>
                  </a:cubicBezTo>
                  <a:cubicBezTo>
                    <a:pt x="144" y="89"/>
                    <a:pt x="144" y="89"/>
                    <a:pt x="144" y="89"/>
                  </a:cubicBezTo>
                  <a:cubicBezTo>
                    <a:pt x="146" y="89"/>
                    <a:pt x="148" y="88"/>
                    <a:pt x="149" y="86"/>
                  </a:cubicBezTo>
                  <a:cubicBezTo>
                    <a:pt x="150" y="85"/>
                    <a:pt x="150" y="85"/>
                    <a:pt x="151" y="84"/>
                  </a:cubicBezTo>
                  <a:cubicBezTo>
                    <a:pt x="151" y="83"/>
                    <a:pt x="151" y="82"/>
                    <a:pt x="151" y="82"/>
                  </a:cubicBezTo>
                  <a:cubicBezTo>
                    <a:pt x="156" y="82"/>
                    <a:pt x="156" y="82"/>
                    <a:pt x="156" y="82"/>
                  </a:cubicBezTo>
                  <a:cubicBezTo>
                    <a:pt x="163" y="82"/>
                    <a:pt x="167" y="73"/>
                    <a:pt x="167" y="66"/>
                  </a:cubicBezTo>
                  <a:cubicBezTo>
                    <a:pt x="167" y="11"/>
                    <a:pt x="167" y="11"/>
                    <a:pt x="167" y="11"/>
                  </a:cubicBezTo>
                  <a:cubicBezTo>
                    <a:pt x="167" y="3"/>
                    <a:pt x="163" y="0"/>
                    <a:pt x="156"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3" name="Oval 45"/>
            <p:cNvSpPr>
              <a:spLocks noChangeArrowheads="1"/>
            </p:cNvSpPr>
            <p:nvPr/>
          </p:nvSpPr>
          <p:spPr bwMode="auto">
            <a:xfrm>
              <a:off x="5213350" y="2330450"/>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4" name="Oval 46"/>
            <p:cNvSpPr>
              <a:spLocks noChangeArrowheads="1"/>
            </p:cNvSpPr>
            <p:nvPr/>
          </p:nvSpPr>
          <p:spPr bwMode="auto">
            <a:xfrm>
              <a:off x="5345113" y="2330450"/>
              <a:ext cx="52388"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5" name="Oval 47"/>
            <p:cNvSpPr>
              <a:spLocks noChangeArrowheads="1"/>
            </p:cNvSpPr>
            <p:nvPr/>
          </p:nvSpPr>
          <p:spPr bwMode="auto">
            <a:xfrm>
              <a:off x="5213350" y="2439988"/>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6" name="Oval 48"/>
            <p:cNvSpPr>
              <a:spLocks noChangeArrowheads="1"/>
            </p:cNvSpPr>
            <p:nvPr/>
          </p:nvSpPr>
          <p:spPr bwMode="auto">
            <a:xfrm>
              <a:off x="5345113" y="2439988"/>
              <a:ext cx="52388"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7" name="Freeform 49"/>
            <p:cNvSpPr>
              <a:spLocks noEditPoints="1"/>
            </p:cNvSpPr>
            <p:nvPr/>
          </p:nvSpPr>
          <p:spPr bwMode="auto">
            <a:xfrm>
              <a:off x="3509963" y="2924175"/>
              <a:ext cx="757238" cy="354013"/>
            </a:xfrm>
            <a:custGeom>
              <a:avLst/>
              <a:gdLst>
                <a:gd name="T0" fmla="*/ 425 w 477"/>
                <a:gd name="T1" fmla="*/ 31 h 223"/>
                <a:gd name="T2" fmla="*/ 395 w 477"/>
                <a:gd name="T3" fmla="*/ 223 h 223"/>
                <a:gd name="T4" fmla="*/ 404 w 477"/>
                <a:gd name="T5" fmla="*/ 31 h 223"/>
                <a:gd name="T6" fmla="*/ 416 w 477"/>
                <a:gd name="T7" fmla="*/ 95 h 223"/>
                <a:gd name="T8" fmla="*/ 395 w 477"/>
                <a:gd name="T9" fmla="*/ 201 h 223"/>
                <a:gd name="T10" fmla="*/ 364 w 477"/>
                <a:gd name="T11" fmla="*/ 223 h 223"/>
                <a:gd name="T12" fmla="*/ 364 w 477"/>
                <a:gd name="T13" fmla="*/ 223 h 223"/>
                <a:gd name="T14" fmla="*/ 385 w 477"/>
                <a:gd name="T15" fmla="*/ 74 h 223"/>
                <a:gd name="T16" fmla="*/ 373 w 477"/>
                <a:gd name="T17" fmla="*/ 135 h 223"/>
                <a:gd name="T18" fmla="*/ 364 w 477"/>
                <a:gd name="T19" fmla="*/ 223 h 223"/>
                <a:gd name="T20" fmla="*/ 364 w 477"/>
                <a:gd name="T21" fmla="*/ 0 h 223"/>
                <a:gd name="T22" fmla="*/ 331 w 477"/>
                <a:gd name="T23" fmla="*/ 135 h 223"/>
                <a:gd name="T24" fmla="*/ 343 w 477"/>
                <a:gd name="T25" fmla="*/ 31 h 223"/>
                <a:gd name="T26" fmla="*/ 331 w 477"/>
                <a:gd name="T27" fmla="*/ 223 h 223"/>
                <a:gd name="T28" fmla="*/ 331 w 477"/>
                <a:gd name="T29" fmla="*/ 0 h 223"/>
                <a:gd name="T30" fmla="*/ 300 w 477"/>
                <a:gd name="T31" fmla="*/ 74 h 223"/>
                <a:gd name="T32" fmla="*/ 312 w 477"/>
                <a:gd name="T33" fmla="*/ 135 h 223"/>
                <a:gd name="T34" fmla="*/ 300 w 477"/>
                <a:gd name="T35" fmla="*/ 223 h 223"/>
                <a:gd name="T36" fmla="*/ 300 w 477"/>
                <a:gd name="T37" fmla="*/ 0 h 223"/>
                <a:gd name="T38" fmla="*/ 269 w 477"/>
                <a:gd name="T39" fmla="*/ 135 h 223"/>
                <a:gd name="T40" fmla="*/ 279 w 477"/>
                <a:gd name="T41" fmla="*/ 31 h 223"/>
                <a:gd name="T42" fmla="*/ 269 w 477"/>
                <a:gd name="T43" fmla="*/ 223 h 223"/>
                <a:gd name="T44" fmla="*/ 269 w 477"/>
                <a:gd name="T45" fmla="*/ 0 h 223"/>
                <a:gd name="T46" fmla="*/ 239 w 477"/>
                <a:gd name="T47" fmla="*/ 74 h 223"/>
                <a:gd name="T48" fmla="*/ 248 w 477"/>
                <a:gd name="T49" fmla="*/ 135 h 223"/>
                <a:gd name="T50" fmla="*/ 239 w 477"/>
                <a:gd name="T51" fmla="*/ 223 h 223"/>
                <a:gd name="T52" fmla="*/ 239 w 477"/>
                <a:gd name="T53" fmla="*/ 0 h 223"/>
                <a:gd name="T54" fmla="*/ 206 w 477"/>
                <a:gd name="T55" fmla="*/ 135 h 223"/>
                <a:gd name="T56" fmla="*/ 217 w 477"/>
                <a:gd name="T57" fmla="*/ 31 h 223"/>
                <a:gd name="T58" fmla="*/ 206 w 477"/>
                <a:gd name="T59" fmla="*/ 223 h 223"/>
                <a:gd name="T60" fmla="*/ 206 w 477"/>
                <a:gd name="T61" fmla="*/ 0 h 223"/>
                <a:gd name="T62" fmla="*/ 175 w 477"/>
                <a:gd name="T63" fmla="*/ 74 h 223"/>
                <a:gd name="T64" fmla="*/ 187 w 477"/>
                <a:gd name="T65" fmla="*/ 135 h 223"/>
                <a:gd name="T66" fmla="*/ 175 w 477"/>
                <a:gd name="T67" fmla="*/ 223 h 223"/>
                <a:gd name="T68" fmla="*/ 175 w 477"/>
                <a:gd name="T69" fmla="*/ 0 h 223"/>
                <a:gd name="T70" fmla="*/ 144 w 477"/>
                <a:gd name="T71" fmla="*/ 135 h 223"/>
                <a:gd name="T72" fmla="*/ 154 w 477"/>
                <a:gd name="T73" fmla="*/ 31 h 223"/>
                <a:gd name="T74" fmla="*/ 144 w 477"/>
                <a:gd name="T75" fmla="*/ 223 h 223"/>
                <a:gd name="T76" fmla="*/ 144 w 477"/>
                <a:gd name="T77" fmla="*/ 0 h 223"/>
                <a:gd name="T78" fmla="*/ 113 w 477"/>
                <a:gd name="T79" fmla="*/ 74 h 223"/>
                <a:gd name="T80" fmla="*/ 123 w 477"/>
                <a:gd name="T81" fmla="*/ 135 h 223"/>
                <a:gd name="T82" fmla="*/ 113 w 477"/>
                <a:gd name="T83" fmla="*/ 223 h 223"/>
                <a:gd name="T84" fmla="*/ 113 w 477"/>
                <a:gd name="T85" fmla="*/ 0 h 223"/>
                <a:gd name="T86" fmla="*/ 80 w 477"/>
                <a:gd name="T87" fmla="*/ 135 h 223"/>
                <a:gd name="T88" fmla="*/ 92 w 477"/>
                <a:gd name="T89" fmla="*/ 31 h 223"/>
                <a:gd name="T90" fmla="*/ 80 w 477"/>
                <a:gd name="T91" fmla="*/ 223 h 223"/>
                <a:gd name="T92" fmla="*/ 80 w 477"/>
                <a:gd name="T93" fmla="*/ 135 h 223"/>
                <a:gd name="T94" fmla="*/ 80 w 477"/>
                <a:gd name="T95" fmla="*/ 0 h 223"/>
                <a:gd name="T96" fmla="*/ 50 w 477"/>
                <a:gd name="T97" fmla="*/ 74 h 223"/>
                <a:gd name="T98" fmla="*/ 28 w 477"/>
                <a:gd name="T99" fmla="*/ 74 h 223"/>
                <a:gd name="T100" fmla="*/ 0 w 477"/>
                <a:gd name="T10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7" h="223">
                  <a:moveTo>
                    <a:pt x="425" y="223"/>
                  </a:moveTo>
                  <a:lnTo>
                    <a:pt x="477" y="223"/>
                  </a:lnTo>
                  <a:lnTo>
                    <a:pt x="477" y="0"/>
                  </a:lnTo>
                  <a:lnTo>
                    <a:pt x="425" y="0"/>
                  </a:lnTo>
                  <a:lnTo>
                    <a:pt x="425" y="31"/>
                  </a:lnTo>
                  <a:lnTo>
                    <a:pt x="447" y="31"/>
                  </a:lnTo>
                  <a:lnTo>
                    <a:pt x="447" y="74"/>
                  </a:lnTo>
                  <a:lnTo>
                    <a:pt x="425" y="74"/>
                  </a:lnTo>
                  <a:lnTo>
                    <a:pt x="425" y="223"/>
                  </a:lnTo>
                  <a:close/>
                  <a:moveTo>
                    <a:pt x="395" y="223"/>
                  </a:moveTo>
                  <a:lnTo>
                    <a:pt x="425" y="223"/>
                  </a:lnTo>
                  <a:lnTo>
                    <a:pt x="425" y="74"/>
                  </a:lnTo>
                  <a:lnTo>
                    <a:pt x="404" y="74"/>
                  </a:lnTo>
                  <a:lnTo>
                    <a:pt x="404" y="31"/>
                  </a:lnTo>
                  <a:lnTo>
                    <a:pt x="404" y="31"/>
                  </a:lnTo>
                  <a:lnTo>
                    <a:pt x="425" y="31"/>
                  </a:lnTo>
                  <a:lnTo>
                    <a:pt x="425" y="0"/>
                  </a:lnTo>
                  <a:lnTo>
                    <a:pt x="395" y="0"/>
                  </a:lnTo>
                  <a:lnTo>
                    <a:pt x="395" y="95"/>
                  </a:lnTo>
                  <a:lnTo>
                    <a:pt x="416" y="95"/>
                  </a:lnTo>
                  <a:lnTo>
                    <a:pt x="416" y="135"/>
                  </a:lnTo>
                  <a:lnTo>
                    <a:pt x="416" y="135"/>
                  </a:lnTo>
                  <a:lnTo>
                    <a:pt x="395" y="135"/>
                  </a:lnTo>
                  <a:lnTo>
                    <a:pt x="395" y="159"/>
                  </a:lnTo>
                  <a:lnTo>
                    <a:pt x="395" y="201"/>
                  </a:lnTo>
                  <a:lnTo>
                    <a:pt x="395" y="223"/>
                  </a:lnTo>
                  <a:lnTo>
                    <a:pt x="395" y="223"/>
                  </a:lnTo>
                  <a:close/>
                  <a:moveTo>
                    <a:pt x="395" y="201"/>
                  </a:moveTo>
                  <a:lnTo>
                    <a:pt x="395" y="201"/>
                  </a:lnTo>
                  <a:close/>
                  <a:moveTo>
                    <a:pt x="364" y="223"/>
                  </a:moveTo>
                  <a:lnTo>
                    <a:pt x="395" y="223"/>
                  </a:lnTo>
                  <a:lnTo>
                    <a:pt x="395" y="201"/>
                  </a:lnTo>
                  <a:lnTo>
                    <a:pt x="364" y="201"/>
                  </a:lnTo>
                  <a:lnTo>
                    <a:pt x="364" y="223"/>
                  </a:lnTo>
                  <a:lnTo>
                    <a:pt x="364" y="223"/>
                  </a:lnTo>
                  <a:close/>
                  <a:moveTo>
                    <a:pt x="395" y="0"/>
                  </a:moveTo>
                  <a:lnTo>
                    <a:pt x="364" y="0"/>
                  </a:lnTo>
                  <a:lnTo>
                    <a:pt x="364" y="31"/>
                  </a:lnTo>
                  <a:lnTo>
                    <a:pt x="385" y="31"/>
                  </a:lnTo>
                  <a:lnTo>
                    <a:pt x="385" y="74"/>
                  </a:lnTo>
                  <a:lnTo>
                    <a:pt x="364" y="74"/>
                  </a:lnTo>
                  <a:lnTo>
                    <a:pt x="364" y="159"/>
                  </a:lnTo>
                  <a:lnTo>
                    <a:pt x="395" y="159"/>
                  </a:lnTo>
                  <a:lnTo>
                    <a:pt x="395" y="135"/>
                  </a:lnTo>
                  <a:lnTo>
                    <a:pt x="373" y="135"/>
                  </a:lnTo>
                  <a:lnTo>
                    <a:pt x="373" y="95"/>
                  </a:lnTo>
                  <a:lnTo>
                    <a:pt x="395" y="95"/>
                  </a:lnTo>
                  <a:lnTo>
                    <a:pt x="395" y="0"/>
                  </a:lnTo>
                  <a:close/>
                  <a:moveTo>
                    <a:pt x="331" y="223"/>
                  </a:moveTo>
                  <a:lnTo>
                    <a:pt x="364" y="223"/>
                  </a:lnTo>
                  <a:lnTo>
                    <a:pt x="364" y="201"/>
                  </a:lnTo>
                  <a:lnTo>
                    <a:pt x="331" y="201"/>
                  </a:lnTo>
                  <a:lnTo>
                    <a:pt x="331" y="223"/>
                  </a:lnTo>
                  <a:lnTo>
                    <a:pt x="331" y="223"/>
                  </a:lnTo>
                  <a:close/>
                  <a:moveTo>
                    <a:pt x="364" y="0"/>
                  </a:moveTo>
                  <a:lnTo>
                    <a:pt x="331" y="0"/>
                  </a:lnTo>
                  <a:lnTo>
                    <a:pt x="331" y="95"/>
                  </a:lnTo>
                  <a:lnTo>
                    <a:pt x="352" y="95"/>
                  </a:lnTo>
                  <a:lnTo>
                    <a:pt x="352" y="135"/>
                  </a:lnTo>
                  <a:lnTo>
                    <a:pt x="331" y="135"/>
                  </a:lnTo>
                  <a:lnTo>
                    <a:pt x="331" y="159"/>
                  </a:lnTo>
                  <a:lnTo>
                    <a:pt x="364" y="159"/>
                  </a:lnTo>
                  <a:lnTo>
                    <a:pt x="364" y="74"/>
                  </a:lnTo>
                  <a:lnTo>
                    <a:pt x="343" y="74"/>
                  </a:lnTo>
                  <a:lnTo>
                    <a:pt x="343" y="31"/>
                  </a:lnTo>
                  <a:lnTo>
                    <a:pt x="343" y="31"/>
                  </a:lnTo>
                  <a:lnTo>
                    <a:pt x="364" y="31"/>
                  </a:lnTo>
                  <a:lnTo>
                    <a:pt x="364" y="0"/>
                  </a:lnTo>
                  <a:close/>
                  <a:moveTo>
                    <a:pt x="300" y="223"/>
                  </a:moveTo>
                  <a:lnTo>
                    <a:pt x="331" y="223"/>
                  </a:lnTo>
                  <a:lnTo>
                    <a:pt x="331" y="201"/>
                  </a:lnTo>
                  <a:lnTo>
                    <a:pt x="300" y="201"/>
                  </a:lnTo>
                  <a:lnTo>
                    <a:pt x="300" y="223"/>
                  </a:lnTo>
                  <a:lnTo>
                    <a:pt x="300" y="223"/>
                  </a:lnTo>
                  <a:close/>
                  <a:moveTo>
                    <a:pt x="331" y="0"/>
                  </a:moveTo>
                  <a:lnTo>
                    <a:pt x="300" y="0"/>
                  </a:lnTo>
                  <a:lnTo>
                    <a:pt x="300" y="31"/>
                  </a:lnTo>
                  <a:lnTo>
                    <a:pt x="321" y="31"/>
                  </a:lnTo>
                  <a:lnTo>
                    <a:pt x="321" y="74"/>
                  </a:lnTo>
                  <a:lnTo>
                    <a:pt x="300" y="74"/>
                  </a:lnTo>
                  <a:lnTo>
                    <a:pt x="300" y="159"/>
                  </a:lnTo>
                  <a:lnTo>
                    <a:pt x="331" y="159"/>
                  </a:lnTo>
                  <a:lnTo>
                    <a:pt x="331" y="135"/>
                  </a:lnTo>
                  <a:lnTo>
                    <a:pt x="312" y="135"/>
                  </a:lnTo>
                  <a:lnTo>
                    <a:pt x="312" y="135"/>
                  </a:lnTo>
                  <a:lnTo>
                    <a:pt x="312" y="95"/>
                  </a:lnTo>
                  <a:lnTo>
                    <a:pt x="331" y="95"/>
                  </a:lnTo>
                  <a:lnTo>
                    <a:pt x="331" y="0"/>
                  </a:lnTo>
                  <a:close/>
                  <a:moveTo>
                    <a:pt x="269" y="223"/>
                  </a:moveTo>
                  <a:lnTo>
                    <a:pt x="300" y="223"/>
                  </a:lnTo>
                  <a:lnTo>
                    <a:pt x="300" y="201"/>
                  </a:lnTo>
                  <a:lnTo>
                    <a:pt x="269" y="201"/>
                  </a:lnTo>
                  <a:lnTo>
                    <a:pt x="269" y="223"/>
                  </a:lnTo>
                  <a:lnTo>
                    <a:pt x="269" y="223"/>
                  </a:lnTo>
                  <a:close/>
                  <a:moveTo>
                    <a:pt x="300" y="0"/>
                  </a:moveTo>
                  <a:lnTo>
                    <a:pt x="269" y="0"/>
                  </a:lnTo>
                  <a:lnTo>
                    <a:pt x="269" y="95"/>
                  </a:lnTo>
                  <a:lnTo>
                    <a:pt x="291" y="95"/>
                  </a:lnTo>
                  <a:lnTo>
                    <a:pt x="291" y="135"/>
                  </a:lnTo>
                  <a:lnTo>
                    <a:pt x="269" y="135"/>
                  </a:lnTo>
                  <a:lnTo>
                    <a:pt x="269" y="159"/>
                  </a:lnTo>
                  <a:lnTo>
                    <a:pt x="300" y="159"/>
                  </a:lnTo>
                  <a:lnTo>
                    <a:pt x="300" y="74"/>
                  </a:lnTo>
                  <a:lnTo>
                    <a:pt x="279" y="74"/>
                  </a:lnTo>
                  <a:lnTo>
                    <a:pt x="279" y="31"/>
                  </a:lnTo>
                  <a:lnTo>
                    <a:pt x="279" y="31"/>
                  </a:lnTo>
                  <a:lnTo>
                    <a:pt x="300" y="31"/>
                  </a:lnTo>
                  <a:lnTo>
                    <a:pt x="300" y="0"/>
                  </a:lnTo>
                  <a:close/>
                  <a:moveTo>
                    <a:pt x="239" y="223"/>
                  </a:moveTo>
                  <a:lnTo>
                    <a:pt x="269" y="223"/>
                  </a:lnTo>
                  <a:lnTo>
                    <a:pt x="269" y="201"/>
                  </a:lnTo>
                  <a:lnTo>
                    <a:pt x="239" y="201"/>
                  </a:lnTo>
                  <a:lnTo>
                    <a:pt x="239" y="223"/>
                  </a:lnTo>
                  <a:lnTo>
                    <a:pt x="239" y="223"/>
                  </a:lnTo>
                  <a:close/>
                  <a:moveTo>
                    <a:pt x="269" y="0"/>
                  </a:moveTo>
                  <a:lnTo>
                    <a:pt x="239" y="0"/>
                  </a:lnTo>
                  <a:lnTo>
                    <a:pt x="239" y="31"/>
                  </a:lnTo>
                  <a:lnTo>
                    <a:pt x="260" y="31"/>
                  </a:lnTo>
                  <a:lnTo>
                    <a:pt x="260" y="74"/>
                  </a:lnTo>
                  <a:lnTo>
                    <a:pt x="239" y="74"/>
                  </a:lnTo>
                  <a:lnTo>
                    <a:pt x="239" y="159"/>
                  </a:lnTo>
                  <a:lnTo>
                    <a:pt x="269" y="159"/>
                  </a:lnTo>
                  <a:lnTo>
                    <a:pt x="269" y="135"/>
                  </a:lnTo>
                  <a:lnTo>
                    <a:pt x="248" y="135"/>
                  </a:lnTo>
                  <a:lnTo>
                    <a:pt x="248" y="135"/>
                  </a:lnTo>
                  <a:lnTo>
                    <a:pt x="248" y="95"/>
                  </a:lnTo>
                  <a:lnTo>
                    <a:pt x="269" y="95"/>
                  </a:lnTo>
                  <a:lnTo>
                    <a:pt x="269" y="0"/>
                  </a:lnTo>
                  <a:close/>
                  <a:moveTo>
                    <a:pt x="206" y="223"/>
                  </a:moveTo>
                  <a:lnTo>
                    <a:pt x="239" y="223"/>
                  </a:lnTo>
                  <a:lnTo>
                    <a:pt x="239" y="201"/>
                  </a:lnTo>
                  <a:lnTo>
                    <a:pt x="206" y="201"/>
                  </a:lnTo>
                  <a:lnTo>
                    <a:pt x="206" y="223"/>
                  </a:lnTo>
                  <a:lnTo>
                    <a:pt x="206" y="223"/>
                  </a:lnTo>
                  <a:close/>
                  <a:moveTo>
                    <a:pt x="239" y="0"/>
                  </a:moveTo>
                  <a:lnTo>
                    <a:pt x="206" y="0"/>
                  </a:lnTo>
                  <a:lnTo>
                    <a:pt x="206" y="95"/>
                  </a:lnTo>
                  <a:lnTo>
                    <a:pt x="227" y="95"/>
                  </a:lnTo>
                  <a:lnTo>
                    <a:pt x="227" y="135"/>
                  </a:lnTo>
                  <a:lnTo>
                    <a:pt x="206" y="135"/>
                  </a:lnTo>
                  <a:lnTo>
                    <a:pt x="206" y="159"/>
                  </a:lnTo>
                  <a:lnTo>
                    <a:pt x="239" y="159"/>
                  </a:lnTo>
                  <a:lnTo>
                    <a:pt x="239" y="74"/>
                  </a:lnTo>
                  <a:lnTo>
                    <a:pt x="217" y="74"/>
                  </a:lnTo>
                  <a:lnTo>
                    <a:pt x="217" y="31"/>
                  </a:lnTo>
                  <a:lnTo>
                    <a:pt x="217" y="31"/>
                  </a:lnTo>
                  <a:lnTo>
                    <a:pt x="239" y="31"/>
                  </a:lnTo>
                  <a:lnTo>
                    <a:pt x="239" y="0"/>
                  </a:lnTo>
                  <a:close/>
                  <a:moveTo>
                    <a:pt x="175" y="223"/>
                  </a:moveTo>
                  <a:lnTo>
                    <a:pt x="206" y="223"/>
                  </a:lnTo>
                  <a:lnTo>
                    <a:pt x="206" y="201"/>
                  </a:lnTo>
                  <a:lnTo>
                    <a:pt x="175" y="201"/>
                  </a:lnTo>
                  <a:lnTo>
                    <a:pt x="175" y="223"/>
                  </a:lnTo>
                  <a:lnTo>
                    <a:pt x="175" y="223"/>
                  </a:lnTo>
                  <a:close/>
                  <a:moveTo>
                    <a:pt x="206" y="0"/>
                  </a:moveTo>
                  <a:lnTo>
                    <a:pt x="175" y="0"/>
                  </a:lnTo>
                  <a:lnTo>
                    <a:pt x="175" y="31"/>
                  </a:lnTo>
                  <a:lnTo>
                    <a:pt x="196" y="31"/>
                  </a:lnTo>
                  <a:lnTo>
                    <a:pt x="196" y="74"/>
                  </a:lnTo>
                  <a:lnTo>
                    <a:pt x="175" y="74"/>
                  </a:lnTo>
                  <a:lnTo>
                    <a:pt x="175" y="159"/>
                  </a:lnTo>
                  <a:lnTo>
                    <a:pt x="206" y="159"/>
                  </a:lnTo>
                  <a:lnTo>
                    <a:pt x="206" y="135"/>
                  </a:lnTo>
                  <a:lnTo>
                    <a:pt x="187" y="135"/>
                  </a:lnTo>
                  <a:lnTo>
                    <a:pt x="187" y="135"/>
                  </a:lnTo>
                  <a:lnTo>
                    <a:pt x="187" y="95"/>
                  </a:lnTo>
                  <a:lnTo>
                    <a:pt x="206" y="95"/>
                  </a:lnTo>
                  <a:lnTo>
                    <a:pt x="206" y="0"/>
                  </a:lnTo>
                  <a:close/>
                  <a:moveTo>
                    <a:pt x="144" y="223"/>
                  </a:moveTo>
                  <a:lnTo>
                    <a:pt x="175" y="223"/>
                  </a:lnTo>
                  <a:lnTo>
                    <a:pt x="175" y="201"/>
                  </a:lnTo>
                  <a:lnTo>
                    <a:pt x="144" y="201"/>
                  </a:lnTo>
                  <a:lnTo>
                    <a:pt x="144" y="223"/>
                  </a:lnTo>
                  <a:lnTo>
                    <a:pt x="144" y="223"/>
                  </a:lnTo>
                  <a:close/>
                  <a:moveTo>
                    <a:pt x="175" y="0"/>
                  </a:moveTo>
                  <a:lnTo>
                    <a:pt x="144" y="0"/>
                  </a:lnTo>
                  <a:lnTo>
                    <a:pt x="144" y="95"/>
                  </a:lnTo>
                  <a:lnTo>
                    <a:pt x="165" y="95"/>
                  </a:lnTo>
                  <a:lnTo>
                    <a:pt x="165" y="135"/>
                  </a:lnTo>
                  <a:lnTo>
                    <a:pt x="144" y="135"/>
                  </a:lnTo>
                  <a:lnTo>
                    <a:pt x="144" y="159"/>
                  </a:lnTo>
                  <a:lnTo>
                    <a:pt x="175" y="159"/>
                  </a:lnTo>
                  <a:lnTo>
                    <a:pt x="175" y="74"/>
                  </a:lnTo>
                  <a:lnTo>
                    <a:pt x="154" y="74"/>
                  </a:lnTo>
                  <a:lnTo>
                    <a:pt x="154" y="31"/>
                  </a:lnTo>
                  <a:lnTo>
                    <a:pt x="154" y="31"/>
                  </a:lnTo>
                  <a:lnTo>
                    <a:pt x="175" y="31"/>
                  </a:lnTo>
                  <a:lnTo>
                    <a:pt x="175" y="0"/>
                  </a:lnTo>
                  <a:close/>
                  <a:moveTo>
                    <a:pt x="113" y="223"/>
                  </a:moveTo>
                  <a:lnTo>
                    <a:pt x="144" y="223"/>
                  </a:lnTo>
                  <a:lnTo>
                    <a:pt x="144" y="201"/>
                  </a:lnTo>
                  <a:lnTo>
                    <a:pt x="113" y="201"/>
                  </a:lnTo>
                  <a:lnTo>
                    <a:pt x="113" y="223"/>
                  </a:lnTo>
                  <a:lnTo>
                    <a:pt x="113" y="223"/>
                  </a:lnTo>
                  <a:close/>
                  <a:moveTo>
                    <a:pt x="144" y="0"/>
                  </a:moveTo>
                  <a:lnTo>
                    <a:pt x="113" y="0"/>
                  </a:lnTo>
                  <a:lnTo>
                    <a:pt x="113" y="31"/>
                  </a:lnTo>
                  <a:lnTo>
                    <a:pt x="135" y="31"/>
                  </a:lnTo>
                  <a:lnTo>
                    <a:pt x="135" y="74"/>
                  </a:lnTo>
                  <a:lnTo>
                    <a:pt x="113" y="74"/>
                  </a:lnTo>
                  <a:lnTo>
                    <a:pt x="113" y="159"/>
                  </a:lnTo>
                  <a:lnTo>
                    <a:pt x="144" y="159"/>
                  </a:lnTo>
                  <a:lnTo>
                    <a:pt x="144" y="135"/>
                  </a:lnTo>
                  <a:lnTo>
                    <a:pt x="123" y="135"/>
                  </a:lnTo>
                  <a:lnTo>
                    <a:pt x="123" y="135"/>
                  </a:lnTo>
                  <a:lnTo>
                    <a:pt x="123" y="95"/>
                  </a:lnTo>
                  <a:lnTo>
                    <a:pt x="144" y="95"/>
                  </a:lnTo>
                  <a:lnTo>
                    <a:pt x="144" y="0"/>
                  </a:lnTo>
                  <a:close/>
                  <a:moveTo>
                    <a:pt x="80" y="223"/>
                  </a:moveTo>
                  <a:lnTo>
                    <a:pt x="113" y="223"/>
                  </a:lnTo>
                  <a:lnTo>
                    <a:pt x="113" y="201"/>
                  </a:lnTo>
                  <a:lnTo>
                    <a:pt x="80" y="201"/>
                  </a:lnTo>
                  <a:lnTo>
                    <a:pt x="80" y="223"/>
                  </a:lnTo>
                  <a:lnTo>
                    <a:pt x="80" y="223"/>
                  </a:lnTo>
                  <a:close/>
                  <a:moveTo>
                    <a:pt x="113" y="0"/>
                  </a:moveTo>
                  <a:lnTo>
                    <a:pt x="80" y="0"/>
                  </a:lnTo>
                  <a:lnTo>
                    <a:pt x="80" y="95"/>
                  </a:lnTo>
                  <a:lnTo>
                    <a:pt x="102" y="95"/>
                  </a:lnTo>
                  <a:lnTo>
                    <a:pt x="102" y="135"/>
                  </a:lnTo>
                  <a:lnTo>
                    <a:pt x="80" y="135"/>
                  </a:lnTo>
                  <a:lnTo>
                    <a:pt x="80" y="159"/>
                  </a:lnTo>
                  <a:lnTo>
                    <a:pt x="113" y="159"/>
                  </a:lnTo>
                  <a:lnTo>
                    <a:pt x="113" y="74"/>
                  </a:lnTo>
                  <a:lnTo>
                    <a:pt x="92" y="74"/>
                  </a:lnTo>
                  <a:lnTo>
                    <a:pt x="92" y="31"/>
                  </a:lnTo>
                  <a:lnTo>
                    <a:pt x="92" y="31"/>
                  </a:lnTo>
                  <a:lnTo>
                    <a:pt x="113" y="31"/>
                  </a:lnTo>
                  <a:lnTo>
                    <a:pt x="113" y="0"/>
                  </a:lnTo>
                  <a:close/>
                  <a:moveTo>
                    <a:pt x="50" y="223"/>
                  </a:moveTo>
                  <a:lnTo>
                    <a:pt x="80" y="223"/>
                  </a:lnTo>
                  <a:lnTo>
                    <a:pt x="80" y="201"/>
                  </a:lnTo>
                  <a:lnTo>
                    <a:pt x="80" y="201"/>
                  </a:lnTo>
                  <a:lnTo>
                    <a:pt x="80" y="159"/>
                  </a:lnTo>
                  <a:lnTo>
                    <a:pt x="80" y="159"/>
                  </a:lnTo>
                  <a:lnTo>
                    <a:pt x="80" y="135"/>
                  </a:lnTo>
                  <a:lnTo>
                    <a:pt x="61" y="135"/>
                  </a:lnTo>
                  <a:lnTo>
                    <a:pt x="61" y="135"/>
                  </a:lnTo>
                  <a:lnTo>
                    <a:pt x="61" y="95"/>
                  </a:lnTo>
                  <a:lnTo>
                    <a:pt x="80" y="95"/>
                  </a:lnTo>
                  <a:lnTo>
                    <a:pt x="80" y="0"/>
                  </a:lnTo>
                  <a:lnTo>
                    <a:pt x="50" y="0"/>
                  </a:lnTo>
                  <a:lnTo>
                    <a:pt x="50" y="31"/>
                  </a:lnTo>
                  <a:lnTo>
                    <a:pt x="71" y="31"/>
                  </a:lnTo>
                  <a:lnTo>
                    <a:pt x="71" y="74"/>
                  </a:lnTo>
                  <a:lnTo>
                    <a:pt x="50" y="74"/>
                  </a:lnTo>
                  <a:lnTo>
                    <a:pt x="50" y="223"/>
                  </a:lnTo>
                  <a:close/>
                  <a:moveTo>
                    <a:pt x="0" y="223"/>
                  </a:moveTo>
                  <a:lnTo>
                    <a:pt x="50" y="223"/>
                  </a:lnTo>
                  <a:lnTo>
                    <a:pt x="50" y="74"/>
                  </a:lnTo>
                  <a:lnTo>
                    <a:pt x="28" y="74"/>
                  </a:lnTo>
                  <a:lnTo>
                    <a:pt x="28" y="31"/>
                  </a:lnTo>
                  <a:lnTo>
                    <a:pt x="28" y="31"/>
                  </a:lnTo>
                  <a:lnTo>
                    <a:pt x="50" y="31"/>
                  </a:lnTo>
                  <a:lnTo>
                    <a:pt x="50" y="0"/>
                  </a:lnTo>
                  <a:lnTo>
                    <a:pt x="0" y="0"/>
                  </a:lnTo>
                  <a:lnTo>
                    <a:pt x="0" y="22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8" name="Freeform 50"/>
            <p:cNvSpPr>
              <a:spLocks noEditPoints="1"/>
            </p:cNvSpPr>
            <p:nvPr/>
          </p:nvSpPr>
          <p:spPr bwMode="auto">
            <a:xfrm>
              <a:off x="3509963" y="2924175"/>
              <a:ext cx="757238" cy="354013"/>
            </a:xfrm>
            <a:custGeom>
              <a:avLst/>
              <a:gdLst>
                <a:gd name="T0" fmla="*/ 425 w 477"/>
                <a:gd name="T1" fmla="*/ 31 h 223"/>
                <a:gd name="T2" fmla="*/ 395 w 477"/>
                <a:gd name="T3" fmla="*/ 223 h 223"/>
                <a:gd name="T4" fmla="*/ 404 w 477"/>
                <a:gd name="T5" fmla="*/ 31 h 223"/>
                <a:gd name="T6" fmla="*/ 416 w 477"/>
                <a:gd name="T7" fmla="*/ 95 h 223"/>
                <a:gd name="T8" fmla="*/ 395 w 477"/>
                <a:gd name="T9" fmla="*/ 201 h 223"/>
                <a:gd name="T10" fmla="*/ 364 w 477"/>
                <a:gd name="T11" fmla="*/ 223 h 223"/>
                <a:gd name="T12" fmla="*/ 364 w 477"/>
                <a:gd name="T13" fmla="*/ 223 h 223"/>
                <a:gd name="T14" fmla="*/ 385 w 477"/>
                <a:gd name="T15" fmla="*/ 74 h 223"/>
                <a:gd name="T16" fmla="*/ 373 w 477"/>
                <a:gd name="T17" fmla="*/ 135 h 223"/>
                <a:gd name="T18" fmla="*/ 364 w 477"/>
                <a:gd name="T19" fmla="*/ 223 h 223"/>
                <a:gd name="T20" fmla="*/ 364 w 477"/>
                <a:gd name="T21" fmla="*/ 0 h 223"/>
                <a:gd name="T22" fmla="*/ 331 w 477"/>
                <a:gd name="T23" fmla="*/ 135 h 223"/>
                <a:gd name="T24" fmla="*/ 343 w 477"/>
                <a:gd name="T25" fmla="*/ 31 h 223"/>
                <a:gd name="T26" fmla="*/ 331 w 477"/>
                <a:gd name="T27" fmla="*/ 223 h 223"/>
                <a:gd name="T28" fmla="*/ 331 w 477"/>
                <a:gd name="T29" fmla="*/ 0 h 223"/>
                <a:gd name="T30" fmla="*/ 300 w 477"/>
                <a:gd name="T31" fmla="*/ 74 h 223"/>
                <a:gd name="T32" fmla="*/ 312 w 477"/>
                <a:gd name="T33" fmla="*/ 135 h 223"/>
                <a:gd name="T34" fmla="*/ 300 w 477"/>
                <a:gd name="T35" fmla="*/ 223 h 223"/>
                <a:gd name="T36" fmla="*/ 300 w 477"/>
                <a:gd name="T37" fmla="*/ 0 h 223"/>
                <a:gd name="T38" fmla="*/ 269 w 477"/>
                <a:gd name="T39" fmla="*/ 135 h 223"/>
                <a:gd name="T40" fmla="*/ 279 w 477"/>
                <a:gd name="T41" fmla="*/ 31 h 223"/>
                <a:gd name="T42" fmla="*/ 269 w 477"/>
                <a:gd name="T43" fmla="*/ 223 h 223"/>
                <a:gd name="T44" fmla="*/ 269 w 477"/>
                <a:gd name="T45" fmla="*/ 0 h 223"/>
                <a:gd name="T46" fmla="*/ 239 w 477"/>
                <a:gd name="T47" fmla="*/ 74 h 223"/>
                <a:gd name="T48" fmla="*/ 248 w 477"/>
                <a:gd name="T49" fmla="*/ 135 h 223"/>
                <a:gd name="T50" fmla="*/ 239 w 477"/>
                <a:gd name="T51" fmla="*/ 223 h 223"/>
                <a:gd name="T52" fmla="*/ 239 w 477"/>
                <a:gd name="T53" fmla="*/ 0 h 223"/>
                <a:gd name="T54" fmla="*/ 206 w 477"/>
                <a:gd name="T55" fmla="*/ 135 h 223"/>
                <a:gd name="T56" fmla="*/ 217 w 477"/>
                <a:gd name="T57" fmla="*/ 31 h 223"/>
                <a:gd name="T58" fmla="*/ 206 w 477"/>
                <a:gd name="T59" fmla="*/ 223 h 223"/>
                <a:gd name="T60" fmla="*/ 206 w 477"/>
                <a:gd name="T61" fmla="*/ 0 h 223"/>
                <a:gd name="T62" fmla="*/ 175 w 477"/>
                <a:gd name="T63" fmla="*/ 74 h 223"/>
                <a:gd name="T64" fmla="*/ 187 w 477"/>
                <a:gd name="T65" fmla="*/ 135 h 223"/>
                <a:gd name="T66" fmla="*/ 175 w 477"/>
                <a:gd name="T67" fmla="*/ 223 h 223"/>
                <a:gd name="T68" fmla="*/ 175 w 477"/>
                <a:gd name="T69" fmla="*/ 0 h 223"/>
                <a:gd name="T70" fmla="*/ 144 w 477"/>
                <a:gd name="T71" fmla="*/ 135 h 223"/>
                <a:gd name="T72" fmla="*/ 154 w 477"/>
                <a:gd name="T73" fmla="*/ 31 h 223"/>
                <a:gd name="T74" fmla="*/ 144 w 477"/>
                <a:gd name="T75" fmla="*/ 223 h 223"/>
                <a:gd name="T76" fmla="*/ 144 w 477"/>
                <a:gd name="T77" fmla="*/ 0 h 223"/>
                <a:gd name="T78" fmla="*/ 113 w 477"/>
                <a:gd name="T79" fmla="*/ 74 h 223"/>
                <a:gd name="T80" fmla="*/ 123 w 477"/>
                <a:gd name="T81" fmla="*/ 135 h 223"/>
                <a:gd name="T82" fmla="*/ 113 w 477"/>
                <a:gd name="T83" fmla="*/ 223 h 223"/>
                <a:gd name="T84" fmla="*/ 113 w 477"/>
                <a:gd name="T85" fmla="*/ 0 h 223"/>
                <a:gd name="T86" fmla="*/ 80 w 477"/>
                <a:gd name="T87" fmla="*/ 135 h 223"/>
                <a:gd name="T88" fmla="*/ 92 w 477"/>
                <a:gd name="T89" fmla="*/ 31 h 223"/>
                <a:gd name="T90" fmla="*/ 80 w 477"/>
                <a:gd name="T91" fmla="*/ 223 h 223"/>
                <a:gd name="T92" fmla="*/ 80 w 477"/>
                <a:gd name="T93" fmla="*/ 135 h 223"/>
                <a:gd name="T94" fmla="*/ 80 w 477"/>
                <a:gd name="T95" fmla="*/ 0 h 223"/>
                <a:gd name="T96" fmla="*/ 50 w 477"/>
                <a:gd name="T97" fmla="*/ 74 h 223"/>
                <a:gd name="T98" fmla="*/ 28 w 477"/>
                <a:gd name="T99" fmla="*/ 74 h 223"/>
                <a:gd name="T100" fmla="*/ 0 w 477"/>
                <a:gd name="T10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7" h="223">
                  <a:moveTo>
                    <a:pt x="425" y="223"/>
                  </a:moveTo>
                  <a:lnTo>
                    <a:pt x="477" y="223"/>
                  </a:lnTo>
                  <a:lnTo>
                    <a:pt x="477" y="0"/>
                  </a:lnTo>
                  <a:lnTo>
                    <a:pt x="425" y="0"/>
                  </a:lnTo>
                  <a:lnTo>
                    <a:pt x="425" y="31"/>
                  </a:lnTo>
                  <a:lnTo>
                    <a:pt x="447" y="31"/>
                  </a:lnTo>
                  <a:lnTo>
                    <a:pt x="447" y="74"/>
                  </a:lnTo>
                  <a:lnTo>
                    <a:pt x="425" y="74"/>
                  </a:lnTo>
                  <a:lnTo>
                    <a:pt x="425" y="223"/>
                  </a:lnTo>
                  <a:moveTo>
                    <a:pt x="395" y="223"/>
                  </a:moveTo>
                  <a:lnTo>
                    <a:pt x="425" y="223"/>
                  </a:lnTo>
                  <a:lnTo>
                    <a:pt x="425" y="74"/>
                  </a:lnTo>
                  <a:lnTo>
                    <a:pt x="404" y="74"/>
                  </a:lnTo>
                  <a:lnTo>
                    <a:pt x="404" y="31"/>
                  </a:lnTo>
                  <a:lnTo>
                    <a:pt x="404" y="31"/>
                  </a:lnTo>
                  <a:lnTo>
                    <a:pt x="425" y="31"/>
                  </a:lnTo>
                  <a:lnTo>
                    <a:pt x="425" y="0"/>
                  </a:lnTo>
                  <a:lnTo>
                    <a:pt x="395" y="0"/>
                  </a:lnTo>
                  <a:lnTo>
                    <a:pt x="395" y="95"/>
                  </a:lnTo>
                  <a:lnTo>
                    <a:pt x="416" y="95"/>
                  </a:lnTo>
                  <a:lnTo>
                    <a:pt x="416" y="135"/>
                  </a:lnTo>
                  <a:lnTo>
                    <a:pt x="416" y="135"/>
                  </a:lnTo>
                  <a:lnTo>
                    <a:pt x="395" y="135"/>
                  </a:lnTo>
                  <a:lnTo>
                    <a:pt x="395" y="159"/>
                  </a:lnTo>
                  <a:lnTo>
                    <a:pt x="395" y="201"/>
                  </a:lnTo>
                  <a:lnTo>
                    <a:pt x="395" y="223"/>
                  </a:lnTo>
                  <a:lnTo>
                    <a:pt x="395" y="223"/>
                  </a:lnTo>
                  <a:moveTo>
                    <a:pt x="395" y="201"/>
                  </a:moveTo>
                  <a:lnTo>
                    <a:pt x="395" y="201"/>
                  </a:lnTo>
                  <a:moveTo>
                    <a:pt x="364" y="223"/>
                  </a:moveTo>
                  <a:lnTo>
                    <a:pt x="395" y="223"/>
                  </a:lnTo>
                  <a:lnTo>
                    <a:pt x="395" y="201"/>
                  </a:lnTo>
                  <a:lnTo>
                    <a:pt x="364" y="201"/>
                  </a:lnTo>
                  <a:lnTo>
                    <a:pt x="364" y="223"/>
                  </a:lnTo>
                  <a:lnTo>
                    <a:pt x="364" y="223"/>
                  </a:lnTo>
                  <a:moveTo>
                    <a:pt x="395" y="0"/>
                  </a:moveTo>
                  <a:lnTo>
                    <a:pt x="364" y="0"/>
                  </a:lnTo>
                  <a:lnTo>
                    <a:pt x="364" y="31"/>
                  </a:lnTo>
                  <a:lnTo>
                    <a:pt x="385" y="31"/>
                  </a:lnTo>
                  <a:lnTo>
                    <a:pt x="385" y="74"/>
                  </a:lnTo>
                  <a:lnTo>
                    <a:pt x="364" y="74"/>
                  </a:lnTo>
                  <a:lnTo>
                    <a:pt x="364" y="159"/>
                  </a:lnTo>
                  <a:lnTo>
                    <a:pt x="395" y="159"/>
                  </a:lnTo>
                  <a:lnTo>
                    <a:pt x="395" y="135"/>
                  </a:lnTo>
                  <a:lnTo>
                    <a:pt x="373" y="135"/>
                  </a:lnTo>
                  <a:lnTo>
                    <a:pt x="373" y="95"/>
                  </a:lnTo>
                  <a:lnTo>
                    <a:pt x="395" y="95"/>
                  </a:lnTo>
                  <a:lnTo>
                    <a:pt x="395" y="0"/>
                  </a:lnTo>
                  <a:moveTo>
                    <a:pt x="331" y="223"/>
                  </a:moveTo>
                  <a:lnTo>
                    <a:pt x="364" y="223"/>
                  </a:lnTo>
                  <a:lnTo>
                    <a:pt x="364" y="201"/>
                  </a:lnTo>
                  <a:lnTo>
                    <a:pt x="331" y="201"/>
                  </a:lnTo>
                  <a:lnTo>
                    <a:pt x="331" y="223"/>
                  </a:lnTo>
                  <a:lnTo>
                    <a:pt x="331" y="223"/>
                  </a:lnTo>
                  <a:moveTo>
                    <a:pt x="364" y="0"/>
                  </a:moveTo>
                  <a:lnTo>
                    <a:pt x="331" y="0"/>
                  </a:lnTo>
                  <a:lnTo>
                    <a:pt x="331" y="95"/>
                  </a:lnTo>
                  <a:lnTo>
                    <a:pt x="352" y="95"/>
                  </a:lnTo>
                  <a:lnTo>
                    <a:pt x="352" y="135"/>
                  </a:lnTo>
                  <a:lnTo>
                    <a:pt x="331" y="135"/>
                  </a:lnTo>
                  <a:lnTo>
                    <a:pt x="331" y="159"/>
                  </a:lnTo>
                  <a:lnTo>
                    <a:pt x="364" y="159"/>
                  </a:lnTo>
                  <a:lnTo>
                    <a:pt x="364" y="74"/>
                  </a:lnTo>
                  <a:lnTo>
                    <a:pt x="343" y="74"/>
                  </a:lnTo>
                  <a:lnTo>
                    <a:pt x="343" y="31"/>
                  </a:lnTo>
                  <a:lnTo>
                    <a:pt x="343" y="31"/>
                  </a:lnTo>
                  <a:lnTo>
                    <a:pt x="364" y="31"/>
                  </a:lnTo>
                  <a:lnTo>
                    <a:pt x="364" y="0"/>
                  </a:lnTo>
                  <a:moveTo>
                    <a:pt x="300" y="223"/>
                  </a:moveTo>
                  <a:lnTo>
                    <a:pt x="331" y="223"/>
                  </a:lnTo>
                  <a:lnTo>
                    <a:pt x="331" y="201"/>
                  </a:lnTo>
                  <a:lnTo>
                    <a:pt x="300" y="201"/>
                  </a:lnTo>
                  <a:lnTo>
                    <a:pt x="300" y="223"/>
                  </a:lnTo>
                  <a:lnTo>
                    <a:pt x="300" y="223"/>
                  </a:lnTo>
                  <a:moveTo>
                    <a:pt x="331" y="0"/>
                  </a:moveTo>
                  <a:lnTo>
                    <a:pt x="300" y="0"/>
                  </a:lnTo>
                  <a:lnTo>
                    <a:pt x="300" y="31"/>
                  </a:lnTo>
                  <a:lnTo>
                    <a:pt x="321" y="31"/>
                  </a:lnTo>
                  <a:lnTo>
                    <a:pt x="321" y="74"/>
                  </a:lnTo>
                  <a:lnTo>
                    <a:pt x="300" y="74"/>
                  </a:lnTo>
                  <a:lnTo>
                    <a:pt x="300" y="159"/>
                  </a:lnTo>
                  <a:lnTo>
                    <a:pt x="331" y="159"/>
                  </a:lnTo>
                  <a:lnTo>
                    <a:pt x="331" y="135"/>
                  </a:lnTo>
                  <a:lnTo>
                    <a:pt x="312" y="135"/>
                  </a:lnTo>
                  <a:lnTo>
                    <a:pt x="312" y="135"/>
                  </a:lnTo>
                  <a:lnTo>
                    <a:pt x="312" y="95"/>
                  </a:lnTo>
                  <a:lnTo>
                    <a:pt x="331" y="95"/>
                  </a:lnTo>
                  <a:lnTo>
                    <a:pt x="331" y="0"/>
                  </a:lnTo>
                  <a:moveTo>
                    <a:pt x="269" y="223"/>
                  </a:moveTo>
                  <a:lnTo>
                    <a:pt x="300" y="223"/>
                  </a:lnTo>
                  <a:lnTo>
                    <a:pt x="300" y="201"/>
                  </a:lnTo>
                  <a:lnTo>
                    <a:pt x="269" y="201"/>
                  </a:lnTo>
                  <a:lnTo>
                    <a:pt x="269" y="223"/>
                  </a:lnTo>
                  <a:lnTo>
                    <a:pt x="269" y="223"/>
                  </a:lnTo>
                  <a:moveTo>
                    <a:pt x="300" y="0"/>
                  </a:moveTo>
                  <a:lnTo>
                    <a:pt x="269" y="0"/>
                  </a:lnTo>
                  <a:lnTo>
                    <a:pt x="269" y="95"/>
                  </a:lnTo>
                  <a:lnTo>
                    <a:pt x="291" y="95"/>
                  </a:lnTo>
                  <a:lnTo>
                    <a:pt x="291" y="135"/>
                  </a:lnTo>
                  <a:lnTo>
                    <a:pt x="269" y="135"/>
                  </a:lnTo>
                  <a:lnTo>
                    <a:pt x="269" y="159"/>
                  </a:lnTo>
                  <a:lnTo>
                    <a:pt x="300" y="159"/>
                  </a:lnTo>
                  <a:lnTo>
                    <a:pt x="300" y="74"/>
                  </a:lnTo>
                  <a:lnTo>
                    <a:pt x="279" y="74"/>
                  </a:lnTo>
                  <a:lnTo>
                    <a:pt x="279" y="31"/>
                  </a:lnTo>
                  <a:lnTo>
                    <a:pt x="279" y="31"/>
                  </a:lnTo>
                  <a:lnTo>
                    <a:pt x="300" y="31"/>
                  </a:lnTo>
                  <a:lnTo>
                    <a:pt x="300" y="0"/>
                  </a:lnTo>
                  <a:moveTo>
                    <a:pt x="239" y="223"/>
                  </a:moveTo>
                  <a:lnTo>
                    <a:pt x="269" y="223"/>
                  </a:lnTo>
                  <a:lnTo>
                    <a:pt x="269" y="201"/>
                  </a:lnTo>
                  <a:lnTo>
                    <a:pt x="239" y="201"/>
                  </a:lnTo>
                  <a:lnTo>
                    <a:pt x="239" y="223"/>
                  </a:lnTo>
                  <a:lnTo>
                    <a:pt x="239" y="223"/>
                  </a:lnTo>
                  <a:moveTo>
                    <a:pt x="269" y="0"/>
                  </a:moveTo>
                  <a:lnTo>
                    <a:pt x="239" y="0"/>
                  </a:lnTo>
                  <a:lnTo>
                    <a:pt x="239" y="31"/>
                  </a:lnTo>
                  <a:lnTo>
                    <a:pt x="260" y="31"/>
                  </a:lnTo>
                  <a:lnTo>
                    <a:pt x="260" y="74"/>
                  </a:lnTo>
                  <a:lnTo>
                    <a:pt x="239" y="74"/>
                  </a:lnTo>
                  <a:lnTo>
                    <a:pt x="239" y="159"/>
                  </a:lnTo>
                  <a:lnTo>
                    <a:pt x="269" y="159"/>
                  </a:lnTo>
                  <a:lnTo>
                    <a:pt x="269" y="135"/>
                  </a:lnTo>
                  <a:lnTo>
                    <a:pt x="248" y="135"/>
                  </a:lnTo>
                  <a:lnTo>
                    <a:pt x="248" y="135"/>
                  </a:lnTo>
                  <a:lnTo>
                    <a:pt x="248" y="95"/>
                  </a:lnTo>
                  <a:lnTo>
                    <a:pt x="269" y="95"/>
                  </a:lnTo>
                  <a:lnTo>
                    <a:pt x="269" y="0"/>
                  </a:lnTo>
                  <a:moveTo>
                    <a:pt x="206" y="223"/>
                  </a:moveTo>
                  <a:lnTo>
                    <a:pt x="239" y="223"/>
                  </a:lnTo>
                  <a:lnTo>
                    <a:pt x="239" y="201"/>
                  </a:lnTo>
                  <a:lnTo>
                    <a:pt x="206" y="201"/>
                  </a:lnTo>
                  <a:lnTo>
                    <a:pt x="206" y="223"/>
                  </a:lnTo>
                  <a:lnTo>
                    <a:pt x="206" y="223"/>
                  </a:lnTo>
                  <a:moveTo>
                    <a:pt x="239" y="0"/>
                  </a:moveTo>
                  <a:lnTo>
                    <a:pt x="206" y="0"/>
                  </a:lnTo>
                  <a:lnTo>
                    <a:pt x="206" y="95"/>
                  </a:lnTo>
                  <a:lnTo>
                    <a:pt x="227" y="95"/>
                  </a:lnTo>
                  <a:lnTo>
                    <a:pt x="227" y="135"/>
                  </a:lnTo>
                  <a:lnTo>
                    <a:pt x="206" y="135"/>
                  </a:lnTo>
                  <a:lnTo>
                    <a:pt x="206" y="159"/>
                  </a:lnTo>
                  <a:lnTo>
                    <a:pt x="239" y="159"/>
                  </a:lnTo>
                  <a:lnTo>
                    <a:pt x="239" y="74"/>
                  </a:lnTo>
                  <a:lnTo>
                    <a:pt x="217" y="74"/>
                  </a:lnTo>
                  <a:lnTo>
                    <a:pt x="217" y="31"/>
                  </a:lnTo>
                  <a:lnTo>
                    <a:pt x="217" y="31"/>
                  </a:lnTo>
                  <a:lnTo>
                    <a:pt x="239" y="31"/>
                  </a:lnTo>
                  <a:lnTo>
                    <a:pt x="239" y="0"/>
                  </a:lnTo>
                  <a:moveTo>
                    <a:pt x="175" y="223"/>
                  </a:moveTo>
                  <a:lnTo>
                    <a:pt x="206" y="223"/>
                  </a:lnTo>
                  <a:lnTo>
                    <a:pt x="206" y="201"/>
                  </a:lnTo>
                  <a:lnTo>
                    <a:pt x="175" y="201"/>
                  </a:lnTo>
                  <a:lnTo>
                    <a:pt x="175" y="223"/>
                  </a:lnTo>
                  <a:lnTo>
                    <a:pt x="175" y="223"/>
                  </a:lnTo>
                  <a:moveTo>
                    <a:pt x="206" y="0"/>
                  </a:moveTo>
                  <a:lnTo>
                    <a:pt x="175" y="0"/>
                  </a:lnTo>
                  <a:lnTo>
                    <a:pt x="175" y="31"/>
                  </a:lnTo>
                  <a:lnTo>
                    <a:pt x="196" y="31"/>
                  </a:lnTo>
                  <a:lnTo>
                    <a:pt x="196" y="74"/>
                  </a:lnTo>
                  <a:lnTo>
                    <a:pt x="175" y="74"/>
                  </a:lnTo>
                  <a:lnTo>
                    <a:pt x="175" y="159"/>
                  </a:lnTo>
                  <a:lnTo>
                    <a:pt x="206" y="159"/>
                  </a:lnTo>
                  <a:lnTo>
                    <a:pt x="206" y="135"/>
                  </a:lnTo>
                  <a:lnTo>
                    <a:pt x="187" y="135"/>
                  </a:lnTo>
                  <a:lnTo>
                    <a:pt x="187" y="135"/>
                  </a:lnTo>
                  <a:lnTo>
                    <a:pt x="187" y="95"/>
                  </a:lnTo>
                  <a:lnTo>
                    <a:pt x="206" y="95"/>
                  </a:lnTo>
                  <a:lnTo>
                    <a:pt x="206" y="0"/>
                  </a:lnTo>
                  <a:moveTo>
                    <a:pt x="144" y="223"/>
                  </a:moveTo>
                  <a:lnTo>
                    <a:pt x="175" y="223"/>
                  </a:lnTo>
                  <a:lnTo>
                    <a:pt x="175" y="201"/>
                  </a:lnTo>
                  <a:lnTo>
                    <a:pt x="144" y="201"/>
                  </a:lnTo>
                  <a:lnTo>
                    <a:pt x="144" y="223"/>
                  </a:lnTo>
                  <a:lnTo>
                    <a:pt x="144" y="223"/>
                  </a:lnTo>
                  <a:moveTo>
                    <a:pt x="175" y="0"/>
                  </a:moveTo>
                  <a:lnTo>
                    <a:pt x="144" y="0"/>
                  </a:lnTo>
                  <a:lnTo>
                    <a:pt x="144" y="95"/>
                  </a:lnTo>
                  <a:lnTo>
                    <a:pt x="165" y="95"/>
                  </a:lnTo>
                  <a:lnTo>
                    <a:pt x="165" y="135"/>
                  </a:lnTo>
                  <a:lnTo>
                    <a:pt x="144" y="135"/>
                  </a:lnTo>
                  <a:lnTo>
                    <a:pt x="144" y="159"/>
                  </a:lnTo>
                  <a:lnTo>
                    <a:pt x="175" y="159"/>
                  </a:lnTo>
                  <a:lnTo>
                    <a:pt x="175" y="74"/>
                  </a:lnTo>
                  <a:lnTo>
                    <a:pt x="154" y="74"/>
                  </a:lnTo>
                  <a:lnTo>
                    <a:pt x="154" y="31"/>
                  </a:lnTo>
                  <a:lnTo>
                    <a:pt x="154" y="31"/>
                  </a:lnTo>
                  <a:lnTo>
                    <a:pt x="175" y="31"/>
                  </a:lnTo>
                  <a:lnTo>
                    <a:pt x="175" y="0"/>
                  </a:lnTo>
                  <a:moveTo>
                    <a:pt x="113" y="223"/>
                  </a:moveTo>
                  <a:lnTo>
                    <a:pt x="144" y="223"/>
                  </a:lnTo>
                  <a:lnTo>
                    <a:pt x="144" y="201"/>
                  </a:lnTo>
                  <a:lnTo>
                    <a:pt x="113" y="201"/>
                  </a:lnTo>
                  <a:lnTo>
                    <a:pt x="113" y="223"/>
                  </a:lnTo>
                  <a:lnTo>
                    <a:pt x="113" y="223"/>
                  </a:lnTo>
                  <a:moveTo>
                    <a:pt x="144" y="0"/>
                  </a:moveTo>
                  <a:lnTo>
                    <a:pt x="113" y="0"/>
                  </a:lnTo>
                  <a:lnTo>
                    <a:pt x="113" y="31"/>
                  </a:lnTo>
                  <a:lnTo>
                    <a:pt x="135" y="31"/>
                  </a:lnTo>
                  <a:lnTo>
                    <a:pt x="135" y="74"/>
                  </a:lnTo>
                  <a:lnTo>
                    <a:pt x="113" y="74"/>
                  </a:lnTo>
                  <a:lnTo>
                    <a:pt x="113" y="159"/>
                  </a:lnTo>
                  <a:lnTo>
                    <a:pt x="144" y="159"/>
                  </a:lnTo>
                  <a:lnTo>
                    <a:pt x="144" y="135"/>
                  </a:lnTo>
                  <a:lnTo>
                    <a:pt x="123" y="135"/>
                  </a:lnTo>
                  <a:lnTo>
                    <a:pt x="123" y="135"/>
                  </a:lnTo>
                  <a:lnTo>
                    <a:pt x="123" y="95"/>
                  </a:lnTo>
                  <a:lnTo>
                    <a:pt x="144" y="95"/>
                  </a:lnTo>
                  <a:lnTo>
                    <a:pt x="144" y="0"/>
                  </a:lnTo>
                  <a:moveTo>
                    <a:pt x="80" y="223"/>
                  </a:moveTo>
                  <a:lnTo>
                    <a:pt x="113" y="223"/>
                  </a:lnTo>
                  <a:lnTo>
                    <a:pt x="113" y="201"/>
                  </a:lnTo>
                  <a:lnTo>
                    <a:pt x="80" y="201"/>
                  </a:lnTo>
                  <a:lnTo>
                    <a:pt x="80" y="223"/>
                  </a:lnTo>
                  <a:lnTo>
                    <a:pt x="80" y="223"/>
                  </a:lnTo>
                  <a:moveTo>
                    <a:pt x="113" y="0"/>
                  </a:moveTo>
                  <a:lnTo>
                    <a:pt x="80" y="0"/>
                  </a:lnTo>
                  <a:lnTo>
                    <a:pt x="80" y="95"/>
                  </a:lnTo>
                  <a:lnTo>
                    <a:pt x="102" y="95"/>
                  </a:lnTo>
                  <a:lnTo>
                    <a:pt x="102" y="135"/>
                  </a:lnTo>
                  <a:lnTo>
                    <a:pt x="80" y="135"/>
                  </a:lnTo>
                  <a:lnTo>
                    <a:pt x="80" y="159"/>
                  </a:lnTo>
                  <a:lnTo>
                    <a:pt x="113" y="159"/>
                  </a:lnTo>
                  <a:lnTo>
                    <a:pt x="113" y="74"/>
                  </a:lnTo>
                  <a:lnTo>
                    <a:pt x="92" y="74"/>
                  </a:lnTo>
                  <a:lnTo>
                    <a:pt x="92" y="31"/>
                  </a:lnTo>
                  <a:lnTo>
                    <a:pt x="92" y="31"/>
                  </a:lnTo>
                  <a:lnTo>
                    <a:pt x="113" y="31"/>
                  </a:lnTo>
                  <a:lnTo>
                    <a:pt x="113" y="0"/>
                  </a:lnTo>
                  <a:moveTo>
                    <a:pt x="50" y="223"/>
                  </a:moveTo>
                  <a:lnTo>
                    <a:pt x="80" y="223"/>
                  </a:lnTo>
                  <a:lnTo>
                    <a:pt x="80" y="201"/>
                  </a:lnTo>
                  <a:lnTo>
                    <a:pt x="80" y="201"/>
                  </a:lnTo>
                  <a:lnTo>
                    <a:pt x="80" y="159"/>
                  </a:lnTo>
                  <a:lnTo>
                    <a:pt x="80" y="159"/>
                  </a:lnTo>
                  <a:lnTo>
                    <a:pt x="80" y="135"/>
                  </a:lnTo>
                  <a:lnTo>
                    <a:pt x="61" y="135"/>
                  </a:lnTo>
                  <a:lnTo>
                    <a:pt x="61" y="135"/>
                  </a:lnTo>
                  <a:lnTo>
                    <a:pt x="61" y="95"/>
                  </a:lnTo>
                  <a:lnTo>
                    <a:pt x="80" y="95"/>
                  </a:lnTo>
                  <a:lnTo>
                    <a:pt x="80" y="0"/>
                  </a:lnTo>
                  <a:lnTo>
                    <a:pt x="50" y="0"/>
                  </a:lnTo>
                  <a:lnTo>
                    <a:pt x="50" y="31"/>
                  </a:lnTo>
                  <a:lnTo>
                    <a:pt x="71" y="31"/>
                  </a:lnTo>
                  <a:lnTo>
                    <a:pt x="71" y="74"/>
                  </a:lnTo>
                  <a:lnTo>
                    <a:pt x="50" y="74"/>
                  </a:lnTo>
                  <a:lnTo>
                    <a:pt x="50" y="223"/>
                  </a:lnTo>
                  <a:moveTo>
                    <a:pt x="0" y="223"/>
                  </a:moveTo>
                  <a:lnTo>
                    <a:pt x="50" y="223"/>
                  </a:lnTo>
                  <a:lnTo>
                    <a:pt x="50" y="74"/>
                  </a:lnTo>
                  <a:lnTo>
                    <a:pt x="28" y="74"/>
                  </a:lnTo>
                  <a:lnTo>
                    <a:pt x="28" y="31"/>
                  </a:lnTo>
                  <a:lnTo>
                    <a:pt x="28" y="31"/>
                  </a:lnTo>
                  <a:lnTo>
                    <a:pt x="50" y="31"/>
                  </a:lnTo>
                  <a:lnTo>
                    <a:pt x="50" y="0"/>
                  </a:lnTo>
                  <a:lnTo>
                    <a:pt x="0" y="0"/>
                  </a:lnTo>
                  <a:lnTo>
                    <a:pt x="0" y="223"/>
                  </a:ln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99" name="Freeform 51"/>
            <p:cNvSpPr>
              <a:spLocks/>
            </p:cNvSpPr>
            <p:nvPr/>
          </p:nvSpPr>
          <p:spPr bwMode="auto">
            <a:xfrm>
              <a:off x="3652838" y="2763838"/>
              <a:ext cx="434975" cy="104775"/>
            </a:xfrm>
            <a:custGeom>
              <a:avLst/>
              <a:gdLst>
                <a:gd name="T0" fmla="*/ 0 w 116"/>
                <a:gd name="T1" fmla="*/ 14 h 28"/>
                <a:gd name="T2" fmla="*/ 8 w 116"/>
                <a:gd name="T3" fmla="*/ 28 h 28"/>
                <a:gd name="T4" fmla="*/ 58 w 116"/>
                <a:gd name="T5" fmla="*/ 16 h 28"/>
                <a:gd name="T6" fmla="*/ 108 w 116"/>
                <a:gd name="T7" fmla="*/ 28 h 28"/>
                <a:gd name="T8" fmla="*/ 116 w 116"/>
                <a:gd name="T9" fmla="*/ 14 h 28"/>
                <a:gd name="T10" fmla="*/ 58 w 116"/>
                <a:gd name="T11" fmla="*/ 0 h 28"/>
                <a:gd name="T12" fmla="*/ 0 w 116"/>
                <a:gd name="T13" fmla="*/ 14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0" y="14"/>
                  </a:moveTo>
                  <a:cubicBezTo>
                    <a:pt x="8" y="28"/>
                    <a:pt x="8" y="28"/>
                    <a:pt x="8" y="28"/>
                  </a:cubicBezTo>
                  <a:cubicBezTo>
                    <a:pt x="22" y="20"/>
                    <a:pt x="40" y="16"/>
                    <a:pt x="58" y="16"/>
                  </a:cubicBezTo>
                  <a:cubicBezTo>
                    <a:pt x="77" y="16"/>
                    <a:pt x="94" y="20"/>
                    <a:pt x="108" y="28"/>
                  </a:cubicBezTo>
                  <a:cubicBezTo>
                    <a:pt x="116" y="14"/>
                    <a:pt x="116" y="14"/>
                    <a:pt x="116" y="14"/>
                  </a:cubicBezTo>
                  <a:cubicBezTo>
                    <a:pt x="100" y="5"/>
                    <a:pt x="79" y="0"/>
                    <a:pt x="58" y="0"/>
                  </a:cubicBezTo>
                  <a:cubicBezTo>
                    <a:pt x="37" y="0"/>
                    <a:pt x="16" y="5"/>
                    <a:pt x="0" y="1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0" name="Freeform 52"/>
            <p:cNvSpPr>
              <a:spLocks/>
            </p:cNvSpPr>
            <p:nvPr/>
          </p:nvSpPr>
          <p:spPr bwMode="auto">
            <a:xfrm>
              <a:off x="3576638" y="2643188"/>
              <a:ext cx="585788" cy="123825"/>
            </a:xfrm>
            <a:custGeom>
              <a:avLst/>
              <a:gdLst>
                <a:gd name="T0" fmla="*/ 156 w 156"/>
                <a:gd name="T1" fmla="*/ 19 h 33"/>
                <a:gd name="T2" fmla="*/ 78 w 156"/>
                <a:gd name="T3" fmla="*/ 0 h 33"/>
                <a:gd name="T4" fmla="*/ 0 w 156"/>
                <a:gd name="T5" fmla="*/ 19 h 33"/>
                <a:gd name="T6" fmla="*/ 8 w 156"/>
                <a:gd name="T7" fmla="*/ 33 h 33"/>
                <a:gd name="T8" fmla="*/ 78 w 156"/>
                <a:gd name="T9" fmla="*/ 17 h 33"/>
                <a:gd name="T10" fmla="*/ 148 w 156"/>
                <a:gd name="T11" fmla="*/ 33 h 33"/>
                <a:gd name="T12" fmla="*/ 156 w 156"/>
                <a:gd name="T13" fmla="*/ 19 h 33"/>
              </a:gdLst>
              <a:ahLst/>
              <a:cxnLst>
                <a:cxn ang="0">
                  <a:pos x="T0" y="T1"/>
                </a:cxn>
                <a:cxn ang="0">
                  <a:pos x="T2" y="T3"/>
                </a:cxn>
                <a:cxn ang="0">
                  <a:pos x="T4" y="T5"/>
                </a:cxn>
                <a:cxn ang="0">
                  <a:pos x="T6" y="T7"/>
                </a:cxn>
                <a:cxn ang="0">
                  <a:pos x="T8" y="T9"/>
                </a:cxn>
                <a:cxn ang="0">
                  <a:pos x="T10" y="T11"/>
                </a:cxn>
                <a:cxn ang="0">
                  <a:pos x="T12" y="T13"/>
                </a:cxn>
              </a:cxnLst>
              <a:rect l="0" t="0" r="r" b="b"/>
              <a:pathLst>
                <a:path w="156" h="33">
                  <a:moveTo>
                    <a:pt x="156" y="19"/>
                  </a:moveTo>
                  <a:cubicBezTo>
                    <a:pt x="134" y="7"/>
                    <a:pt x="106" y="0"/>
                    <a:pt x="78" y="0"/>
                  </a:cubicBezTo>
                  <a:cubicBezTo>
                    <a:pt x="50" y="0"/>
                    <a:pt x="22" y="7"/>
                    <a:pt x="0" y="19"/>
                  </a:cubicBezTo>
                  <a:cubicBezTo>
                    <a:pt x="8" y="33"/>
                    <a:pt x="8" y="33"/>
                    <a:pt x="8" y="33"/>
                  </a:cubicBezTo>
                  <a:cubicBezTo>
                    <a:pt x="28" y="23"/>
                    <a:pt x="53" y="17"/>
                    <a:pt x="78" y="17"/>
                  </a:cubicBezTo>
                  <a:cubicBezTo>
                    <a:pt x="104" y="17"/>
                    <a:pt x="129" y="23"/>
                    <a:pt x="148" y="33"/>
                  </a:cubicBezTo>
                  <a:lnTo>
                    <a:pt x="156"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1" name="Freeform 53"/>
            <p:cNvSpPr>
              <a:spLocks/>
            </p:cNvSpPr>
            <p:nvPr/>
          </p:nvSpPr>
          <p:spPr bwMode="auto">
            <a:xfrm>
              <a:off x="4414838" y="584200"/>
              <a:ext cx="600075" cy="601663"/>
            </a:xfrm>
            <a:custGeom>
              <a:avLst/>
              <a:gdLst>
                <a:gd name="T0" fmla="*/ 158 w 160"/>
                <a:gd name="T1" fmla="*/ 62 h 160"/>
                <a:gd name="T2" fmla="*/ 126 w 160"/>
                <a:gd name="T3" fmla="*/ 76 h 160"/>
                <a:gd name="T4" fmla="*/ 113 w 160"/>
                <a:gd name="T5" fmla="*/ 76 h 160"/>
                <a:gd name="T6" fmla="*/ 107 w 160"/>
                <a:gd name="T7" fmla="*/ 60 h 160"/>
                <a:gd name="T8" fmla="*/ 116 w 160"/>
                <a:gd name="T9" fmla="*/ 51 h 160"/>
                <a:gd name="T10" fmla="*/ 148 w 160"/>
                <a:gd name="T11" fmla="*/ 38 h 160"/>
                <a:gd name="T12" fmla="*/ 134 w 160"/>
                <a:gd name="T13" fmla="*/ 21 h 160"/>
                <a:gd name="T14" fmla="*/ 113 w 160"/>
                <a:gd name="T15" fmla="*/ 12 h 160"/>
                <a:gd name="T16" fmla="*/ 109 w 160"/>
                <a:gd name="T17" fmla="*/ 38 h 160"/>
                <a:gd name="T18" fmla="*/ 94 w 160"/>
                <a:gd name="T19" fmla="*/ 60 h 160"/>
                <a:gd name="T20" fmla="*/ 96 w 160"/>
                <a:gd name="T21" fmla="*/ 36 h 160"/>
                <a:gd name="T22" fmla="*/ 85 w 160"/>
                <a:gd name="T23" fmla="*/ 29 h 160"/>
                <a:gd name="T24" fmla="*/ 85 w 160"/>
                <a:gd name="T25" fmla="*/ 17 h 160"/>
                <a:gd name="T26" fmla="*/ 76 w 160"/>
                <a:gd name="T27" fmla="*/ 17 h 160"/>
                <a:gd name="T28" fmla="*/ 76 w 160"/>
                <a:gd name="T29" fmla="*/ 29 h 160"/>
                <a:gd name="T30" fmla="*/ 65 w 160"/>
                <a:gd name="T31" fmla="*/ 36 h 160"/>
                <a:gd name="T32" fmla="*/ 66 w 160"/>
                <a:gd name="T33" fmla="*/ 60 h 160"/>
                <a:gd name="T34" fmla="*/ 51 w 160"/>
                <a:gd name="T35" fmla="*/ 38 h 160"/>
                <a:gd name="T36" fmla="*/ 48 w 160"/>
                <a:gd name="T37" fmla="*/ 12 h 160"/>
                <a:gd name="T38" fmla="*/ 27 w 160"/>
                <a:gd name="T39" fmla="*/ 21 h 160"/>
                <a:gd name="T40" fmla="*/ 13 w 160"/>
                <a:gd name="T41" fmla="*/ 38 h 160"/>
                <a:gd name="T42" fmla="*/ 45 w 160"/>
                <a:gd name="T43" fmla="*/ 51 h 160"/>
                <a:gd name="T44" fmla="*/ 54 w 160"/>
                <a:gd name="T45" fmla="*/ 60 h 160"/>
                <a:gd name="T46" fmla="*/ 47 w 160"/>
                <a:gd name="T47" fmla="*/ 76 h 160"/>
                <a:gd name="T48" fmla="*/ 35 w 160"/>
                <a:gd name="T49" fmla="*/ 76 h 160"/>
                <a:gd name="T50" fmla="*/ 3 w 160"/>
                <a:gd name="T51" fmla="*/ 62 h 160"/>
                <a:gd name="T52" fmla="*/ 0 w 160"/>
                <a:gd name="T53" fmla="*/ 85 h 160"/>
                <a:gd name="T54" fmla="*/ 9 w 160"/>
                <a:gd name="T55" fmla="*/ 105 h 160"/>
                <a:gd name="T56" fmla="*/ 30 w 160"/>
                <a:gd name="T57" fmla="*/ 90 h 160"/>
                <a:gd name="T58" fmla="*/ 56 w 160"/>
                <a:gd name="T59" fmla="*/ 85 h 160"/>
                <a:gd name="T60" fmla="*/ 38 w 160"/>
                <a:gd name="T61" fmla="*/ 100 h 160"/>
                <a:gd name="T62" fmla="*/ 41 w 160"/>
                <a:gd name="T63" fmla="*/ 113 h 160"/>
                <a:gd name="T64" fmla="*/ 32 w 160"/>
                <a:gd name="T65" fmla="*/ 122 h 160"/>
                <a:gd name="T66" fmla="*/ 39 w 160"/>
                <a:gd name="T67" fmla="*/ 128 h 160"/>
                <a:gd name="T68" fmla="*/ 48 w 160"/>
                <a:gd name="T69" fmla="*/ 119 h 160"/>
                <a:gd name="T70" fmla="*/ 60 w 160"/>
                <a:gd name="T71" fmla="*/ 123 h 160"/>
                <a:gd name="T72" fmla="*/ 76 w 160"/>
                <a:gd name="T73" fmla="*/ 104 h 160"/>
                <a:gd name="T74" fmla="*/ 71 w 160"/>
                <a:gd name="T75" fmla="*/ 131 h 160"/>
                <a:gd name="T76" fmla="*/ 56 w 160"/>
                <a:gd name="T77" fmla="*/ 151 h 160"/>
                <a:gd name="T78" fmla="*/ 76 w 160"/>
                <a:gd name="T79" fmla="*/ 160 h 160"/>
                <a:gd name="T80" fmla="*/ 99 w 160"/>
                <a:gd name="T81" fmla="*/ 158 h 160"/>
                <a:gd name="T82" fmla="*/ 85 w 160"/>
                <a:gd name="T83" fmla="*/ 126 h 160"/>
                <a:gd name="T84" fmla="*/ 85 w 160"/>
                <a:gd name="T85" fmla="*/ 113 h 160"/>
                <a:gd name="T86" fmla="*/ 101 w 160"/>
                <a:gd name="T87" fmla="*/ 107 h 160"/>
                <a:gd name="T88" fmla="*/ 109 w 160"/>
                <a:gd name="T89" fmla="*/ 115 h 160"/>
                <a:gd name="T90" fmla="*/ 122 w 160"/>
                <a:gd name="T91" fmla="*/ 148 h 160"/>
                <a:gd name="T92" fmla="*/ 140 w 160"/>
                <a:gd name="T93" fmla="*/ 134 h 160"/>
                <a:gd name="T94" fmla="*/ 148 w 160"/>
                <a:gd name="T95" fmla="*/ 113 h 160"/>
                <a:gd name="T96" fmla="*/ 123 w 160"/>
                <a:gd name="T97" fmla="*/ 109 h 160"/>
                <a:gd name="T98" fmla="*/ 101 w 160"/>
                <a:gd name="T99" fmla="*/ 94 h 160"/>
                <a:gd name="T100" fmla="*/ 125 w 160"/>
                <a:gd name="T101" fmla="*/ 96 h 160"/>
                <a:gd name="T102" fmla="*/ 131 w 160"/>
                <a:gd name="T103" fmla="*/ 85 h 160"/>
                <a:gd name="T104" fmla="*/ 144 w 160"/>
                <a:gd name="T105" fmla="*/ 8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60">
                  <a:moveTo>
                    <a:pt x="160" y="76"/>
                  </a:moveTo>
                  <a:cubicBezTo>
                    <a:pt x="144" y="76"/>
                    <a:pt x="144" y="76"/>
                    <a:pt x="144" y="76"/>
                  </a:cubicBezTo>
                  <a:cubicBezTo>
                    <a:pt x="158" y="62"/>
                    <a:pt x="158" y="62"/>
                    <a:pt x="158" y="62"/>
                  </a:cubicBezTo>
                  <a:cubicBezTo>
                    <a:pt x="152" y="56"/>
                    <a:pt x="152" y="56"/>
                    <a:pt x="152" y="56"/>
                  </a:cubicBezTo>
                  <a:cubicBezTo>
                    <a:pt x="131" y="76"/>
                    <a:pt x="131" y="76"/>
                    <a:pt x="131" y="76"/>
                  </a:cubicBezTo>
                  <a:cubicBezTo>
                    <a:pt x="126" y="76"/>
                    <a:pt x="126" y="76"/>
                    <a:pt x="126" y="76"/>
                  </a:cubicBezTo>
                  <a:cubicBezTo>
                    <a:pt x="131" y="71"/>
                    <a:pt x="131" y="71"/>
                    <a:pt x="131" y="71"/>
                  </a:cubicBezTo>
                  <a:cubicBezTo>
                    <a:pt x="125" y="64"/>
                    <a:pt x="125" y="64"/>
                    <a:pt x="125" y="64"/>
                  </a:cubicBezTo>
                  <a:cubicBezTo>
                    <a:pt x="113" y="76"/>
                    <a:pt x="113" y="76"/>
                    <a:pt x="113" y="76"/>
                  </a:cubicBezTo>
                  <a:cubicBezTo>
                    <a:pt x="105" y="76"/>
                    <a:pt x="105" y="76"/>
                    <a:pt x="105" y="76"/>
                  </a:cubicBezTo>
                  <a:cubicBezTo>
                    <a:pt x="104" y="72"/>
                    <a:pt x="103" y="69"/>
                    <a:pt x="101" y="66"/>
                  </a:cubicBezTo>
                  <a:cubicBezTo>
                    <a:pt x="107" y="60"/>
                    <a:pt x="107" y="60"/>
                    <a:pt x="107" y="60"/>
                  </a:cubicBezTo>
                  <a:cubicBezTo>
                    <a:pt x="123" y="60"/>
                    <a:pt x="123" y="60"/>
                    <a:pt x="123" y="60"/>
                  </a:cubicBezTo>
                  <a:cubicBezTo>
                    <a:pt x="123" y="51"/>
                    <a:pt x="123" y="51"/>
                    <a:pt x="123" y="51"/>
                  </a:cubicBezTo>
                  <a:cubicBezTo>
                    <a:pt x="116" y="51"/>
                    <a:pt x="116" y="51"/>
                    <a:pt x="116" y="51"/>
                  </a:cubicBezTo>
                  <a:cubicBezTo>
                    <a:pt x="120" y="47"/>
                    <a:pt x="120" y="47"/>
                    <a:pt x="120" y="47"/>
                  </a:cubicBezTo>
                  <a:cubicBezTo>
                    <a:pt x="148" y="47"/>
                    <a:pt x="148" y="47"/>
                    <a:pt x="148" y="47"/>
                  </a:cubicBezTo>
                  <a:cubicBezTo>
                    <a:pt x="148" y="38"/>
                    <a:pt x="148" y="38"/>
                    <a:pt x="148" y="38"/>
                  </a:cubicBezTo>
                  <a:cubicBezTo>
                    <a:pt x="128" y="38"/>
                    <a:pt x="128" y="38"/>
                    <a:pt x="128" y="38"/>
                  </a:cubicBezTo>
                  <a:cubicBezTo>
                    <a:pt x="140" y="27"/>
                    <a:pt x="140" y="27"/>
                    <a:pt x="140" y="27"/>
                  </a:cubicBezTo>
                  <a:cubicBezTo>
                    <a:pt x="134" y="21"/>
                    <a:pt x="134" y="21"/>
                    <a:pt x="134" y="21"/>
                  </a:cubicBezTo>
                  <a:cubicBezTo>
                    <a:pt x="122" y="32"/>
                    <a:pt x="122" y="32"/>
                    <a:pt x="122" y="32"/>
                  </a:cubicBezTo>
                  <a:cubicBezTo>
                    <a:pt x="122" y="12"/>
                    <a:pt x="122" y="12"/>
                    <a:pt x="122" y="12"/>
                  </a:cubicBezTo>
                  <a:cubicBezTo>
                    <a:pt x="113" y="12"/>
                    <a:pt x="113" y="12"/>
                    <a:pt x="113" y="12"/>
                  </a:cubicBezTo>
                  <a:cubicBezTo>
                    <a:pt x="113" y="41"/>
                    <a:pt x="113" y="41"/>
                    <a:pt x="113" y="41"/>
                  </a:cubicBezTo>
                  <a:cubicBezTo>
                    <a:pt x="109" y="45"/>
                    <a:pt x="109" y="45"/>
                    <a:pt x="109" y="45"/>
                  </a:cubicBezTo>
                  <a:cubicBezTo>
                    <a:pt x="109" y="38"/>
                    <a:pt x="109" y="38"/>
                    <a:pt x="109" y="38"/>
                  </a:cubicBezTo>
                  <a:cubicBezTo>
                    <a:pt x="101" y="38"/>
                    <a:pt x="101" y="38"/>
                    <a:pt x="101" y="38"/>
                  </a:cubicBezTo>
                  <a:cubicBezTo>
                    <a:pt x="101" y="54"/>
                    <a:pt x="101" y="54"/>
                    <a:pt x="101" y="54"/>
                  </a:cubicBezTo>
                  <a:cubicBezTo>
                    <a:pt x="94" y="60"/>
                    <a:pt x="94" y="60"/>
                    <a:pt x="94" y="60"/>
                  </a:cubicBezTo>
                  <a:cubicBezTo>
                    <a:pt x="92" y="58"/>
                    <a:pt x="88" y="57"/>
                    <a:pt x="85" y="56"/>
                  </a:cubicBezTo>
                  <a:cubicBezTo>
                    <a:pt x="85" y="47"/>
                    <a:pt x="85" y="47"/>
                    <a:pt x="85" y="47"/>
                  </a:cubicBezTo>
                  <a:cubicBezTo>
                    <a:pt x="96" y="36"/>
                    <a:pt x="96" y="36"/>
                    <a:pt x="96" y="36"/>
                  </a:cubicBezTo>
                  <a:cubicBezTo>
                    <a:pt x="90" y="30"/>
                    <a:pt x="90" y="30"/>
                    <a:pt x="90" y="30"/>
                  </a:cubicBezTo>
                  <a:cubicBezTo>
                    <a:pt x="85" y="35"/>
                    <a:pt x="85" y="35"/>
                    <a:pt x="85" y="35"/>
                  </a:cubicBezTo>
                  <a:cubicBezTo>
                    <a:pt x="85" y="29"/>
                    <a:pt x="85" y="29"/>
                    <a:pt x="85" y="29"/>
                  </a:cubicBezTo>
                  <a:cubicBezTo>
                    <a:pt x="105" y="9"/>
                    <a:pt x="105" y="9"/>
                    <a:pt x="105" y="9"/>
                  </a:cubicBezTo>
                  <a:cubicBezTo>
                    <a:pt x="99" y="3"/>
                    <a:pt x="99" y="3"/>
                    <a:pt x="99" y="3"/>
                  </a:cubicBezTo>
                  <a:cubicBezTo>
                    <a:pt x="85" y="17"/>
                    <a:pt x="85" y="17"/>
                    <a:pt x="85" y="17"/>
                  </a:cubicBezTo>
                  <a:cubicBezTo>
                    <a:pt x="85" y="0"/>
                    <a:pt x="85" y="0"/>
                    <a:pt x="85" y="0"/>
                  </a:cubicBezTo>
                  <a:cubicBezTo>
                    <a:pt x="76" y="0"/>
                    <a:pt x="76" y="0"/>
                    <a:pt x="76" y="0"/>
                  </a:cubicBezTo>
                  <a:cubicBezTo>
                    <a:pt x="76" y="17"/>
                    <a:pt x="76" y="17"/>
                    <a:pt x="76" y="17"/>
                  </a:cubicBezTo>
                  <a:cubicBezTo>
                    <a:pt x="62" y="3"/>
                    <a:pt x="62" y="3"/>
                    <a:pt x="62" y="3"/>
                  </a:cubicBezTo>
                  <a:cubicBezTo>
                    <a:pt x="56" y="9"/>
                    <a:pt x="56" y="9"/>
                    <a:pt x="56" y="9"/>
                  </a:cubicBezTo>
                  <a:cubicBezTo>
                    <a:pt x="76" y="29"/>
                    <a:pt x="76" y="29"/>
                    <a:pt x="76" y="29"/>
                  </a:cubicBezTo>
                  <a:cubicBezTo>
                    <a:pt x="76" y="35"/>
                    <a:pt x="76" y="35"/>
                    <a:pt x="76" y="35"/>
                  </a:cubicBezTo>
                  <a:cubicBezTo>
                    <a:pt x="71" y="30"/>
                    <a:pt x="71" y="30"/>
                    <a:pt x="71" y="30"/>
                  </a:cubicBezTo>
                  <a:cubicBezTo>
                    <a:pt x="65" y="36"/>
                    <a:pt x="65" y="36"/>
                    <a:pt x="65" y="36"/>
                  </a:cubicBezTo>
                  <a:cubicBezTo>
                    <a:pt x="76" y="47"/>
                    <a:pt x="76" y="47"/>
                    <a:pt x="76" y="47"/>
                  </a:cubicBezTo>
                  <a:cubicBezTo>
                    <a:pt x="76" y="56"/>
                    <a:pt x="76" y="56"/>
                    <a:pt x="76" y="56"/>
                  </a:cubicBezTo>
                  <a:cubicBezTo>
                    <a:pt x="72" y="57"/>
                    <a:pt x="69" y="58"/>
                    <a:pt x="66" y="60"/>
                  </a:cubicBezTo>
                  <a:cubicBezTo>
                    <a:pt x="60" y="54"/>
                    <a:pt x="60" y="54"/>
                    <a:pt x="60" y="54"/>
                  </a:cubicBezTo>
                  <a:cubicBezTo>
                    <a:pt x="60" y="38"/>
                    <a:pt x="60" y="38"/>
                    <a:pt x="60" y="38"/>
                  </a:cubicBezTo>
                  <a:cubicBezTo>
                    <a:pt x="51" y="38"/>
                    <a:pt x="51" y="38"/>
                    <a:pt x="51" y="38"/>
                  </a:cubicBezTo>
                  <a:cubicBezTo>
                    <a:pt x="51" y="45"/>
                    <a:pt x="51" y="45"/>
                    <a:pt x="51" y="45"/>
                  </a:cubicBezTo>
                  <a:cubicBezTo>
                    <a:pt x="48" y="41"/>
                    <a:pt x="48" y="41"/>
                    <a:pt x="48" y="41"/>
                  </a:cubicBezTo>
                  <a:cubicBezTo>
                    <a:pt x="48" y="12"/>
                    <a:pt x="48" y="12"/>
                    <a:pt x="48" y="12"/>
                  </a:cubicBezTo>
                  <a:cubicBezTo>
                    <a:pt x="39" y="12"/>
                    <a:pt x="39" y="12"/>
                    <a:pt x="39" y="12"/>
                  </a:cubicBezTo>
                  <a:cubicBezTo>
                    <a:pt x="39" y="32"/>
                    <a:pt x="39" y="32"/>
                    <a:pt x="39" y="32"/>
                  </a:cubicBezTo>
                  <a:cubicBezTo>
                    <a:pt x="27" y="21"/>
                    <a:pt x="27" y="21"/>
                    <a:pt x="27" y="21"/>
                  </a:cubicBezTo>
                  <a:cubicBezTo>
                    <a:pt x="21" y="27"/>
                    <a:pt x="21" y="27"/>
                    <a:pt x="21" y="27"/>
                  </a:cubicBezTo>
                  <a:cubicBezTo>
                    <a:pt x="32" y="38"/>
                    <a:pt x="32" y="38"/>
                    <a:pt x="32" y="38"/>
                  </a:cubicBezTo>
                  <a:cubicBezTo>
                    <a:pt x="13" y="38"/>
                    <a:pt x="13" y="38"/>
                    <a:pt x="13" y="38"/>
                  </a:cubicBezTo>
                  <a:cubicBezTo>
                    <a:pt x="13" y="47"/>
                    <a:pt x="13" y="47"/>
                    <a:pt x="13" y="47"/>
                  </a:cubicBezTo>
                  <a:cubicBezTo>
                    <a:pt x="41" y="47"/>
                    <a:pt x="41" y="47"/>
                    <a:pt x="41" y="47"/>
                  </a:cubicBezTo>
                  <a:cubicBezTo>
                    <a:pt x="45" y="51"/>
                    <a:pt x="45" y="51"/>
                    <a:pt x="45" y="51"/>
                  </a:cubicBezTo>
                  <a:cubicBezTo>
                    <a:pt x="38" y="51"/>
                    <a:pt x="38" y="51"/>
                    <a:pt x="38" y="51"/>
                  </a:cubicBezTo>
                  <a:cubicBezTo>
                    <a:pt x="38" y="60"/>
                    <a:pt x="38" y="60"/>
                    <a:pt x="38" y="60"/>
                  </a:cubicBezTo>
                  <a:cubicBezTo>
                    <a:pt x="54" y="60"/>
                    <a:pt x="54" y="60"/>
                    <a:pt x="54" y="60"/>
                  </a:cubicBezTo>
                  <a:cubicBezTo>
                    <a:pt x="60" y="66"/>
                    <a:pt x="60" y="66"/>
                    <a:pt x="60" y="66"/>
                  </a:cubicBezTo>
                  <a:cubicBezTo>
                    <a:pt x="58" y="69"/>
                    <a:pt x="57" y="72"/>
                    <a:pt x="56" y="76"/>
                  </a:cubicBezTo>
                  <a:cubicBezTo>
                    <a:pt x="47" y="76"/>
                    <a:pt x="47" y="76"/>
                    <a:pt x="47" y="76"/>
                  </a:cubicBezTo>
                  <a:cubicBezTo>
                    <a:pt x="36" y="64"/>
                    <a:pt x="36" y="64"/>
                    <a:pt x="36" y="64"/>
                  </a:cubicBezTo>
                  <a:cubicBezTo>
                    <a:pt x="30" y="71"/>
                    <a:pt x="30" y="71"/>
                    <a:pt x="30" y="71"/>
                  </a:cubicBezTo>
                  <a:cubicBezTo>
                    <a:pt x="35" y="76"/>
                    <a:pt x="35" y="76"/>
                    <a:pt x="35" y="76"/>
                  </a:cubicBezTo>
                  <a:cubicBezTo>
                    <a:pt x="29" y="76"/>
                    <a:pt x="29" y="76"/>
                    <a:pt x="29" y="76"/>
                  </a:cubicBezTo>
                  <a:cubicBezTo>
                    <a:pt x="9" y="56"/>
                    <a:pt x="9" y="56"/>
                    <a:pt x="9" y="56"/>
                  </a:cubicBezTo>
                  <a:cubicBezTo>
                    <a:pt x="3" y="62"/>
                    <a:pt x="3" y="62"/>
                    <a:pt x="3" y="62"/>
                  </a:cubicBezTo>
                  <a:cubicBezTo>
                    <a:pt x="17" y="76"/>
                    <a:pt x="17" y="76"/>
                    <a:pt x="17" y="76"/>
                  </a:cubicBezTo>
                  <a:cubicBezTo>
                    <a:pt x="0" y="76"/>
                    <a:pt x="0" y="76"/>
                    <a:pt x="0" y="76"/>
                  </a:cubicBezTo>
                  <a:cubicBezTo>
                    <a:pt x="0" y="85"/>
                    <a:pt x="0" y="85"/>
                    <a:pt x="0" y="85"/>
                  </a:cubicBezTo>
                  <a:cubicBezTo>
                    <a:pt x="17" y="85"/>
                    <a:pt x="17" y="85"/>
                    <a:pt x="17" y="85"/>
                  </a:cubicBezTo>
                  <a:cubicBezTo>
                    <a:pt x="3" y="99"/>
                    <a:pt x="3" y="99"/>
                    <a:pt x="3" y="99"/>
                  </a:cubicBezTo>
                  <a:cubicBezTo>
                    <a:pt x="9" y="105"/>
                    <a:pt x="9" y="105"/>
                    <a:pt x="9" y="105"/>
                  </a:cubicBezTo>
                  <a:cubicBezTo>
                    <a:pt x="29" y="85"/>
                    <a:pt x="29" y="85"/>
                    <a:pt x="29" y="85"/>
                  </a:cubicBezTo>
                  <a:cubicBezTo>
                    <a:pt x="35" y="85"/>
                    <a:pt x="35" y="85"/>
                    <a:pt x="35" y="85"/>
                  </a:cubicBezTo>
                  <a:cubicBezTo>
                    <a:pt x="30" y="90"/>
                    <a:pt x="30" y="90"/>
                    <a:pt x="30" y="90"/>
                  </a:cubicBezTo>
                  <a:cubicBezTo>
                    <a:pt x="36" y="96"/>
                    <a:pt x="36" y="96"/>
                    <a:pt x="36" y="96"/>
                  </a:cubicBezTo>
                  <a:cubicBezTo>
                    <a:pt x="47" y="85"/>
                    <a:pt x="47" y="85"/>
                    <a:pt x="47" y="85"/>
                  </a:cubicBezTo>
                  <a:cubicBezTo>
                    <a:pt x="56" y="85"/>
                    <a:pt x="56" y="85"/>
                    <a:pt x="56" y="85"/>
                  </a:cubicBezTo>
                  <a:cubicBezTo>
                    <a:pt x="57" y="88"/>
                    <a:pt x="58" y="91"/>
                    <a:pt x="60" y="94"/>
                  </a:cubicBezTo>
                  <a:cubicBezTo>
                    <a:pt x="54" y="100"/>
                    <a:pt x="54" y="100"/>
                    <a:pt x="54" y="100"/>
                  </a:cubicBezTo>
                  <a:cubicBezTo>
                    <a:pt x="38" y="100"/>
                    <a:pt x="38" y="100"/>
                    <a:pt x="38" y="100"/>
                  </a:cubicBezTo>
                  <a:cubicBezTo>
                    <a:pt x="38" y="109"/>
                    <a:pt x="38" y="109"/>
                    <a:pt x="38" y="109"/>
                  </a:cubicBezTo>
                  <a:cubicBezTo>
                    <a:pt x="45" y="109"/>
                    <a:pt x="45" y="109"/>
                    <a:pt x="45" y="109"/>
                  </a:cubicBezTo>
                  <a:cubicBezTo>
                    <a:pt x="41" y="113"/>
                    <a:pt x="41" y="113"/>
                    <a:pt x="41" y="113"/>
                  </a:cubicBezTo>
                  <a:cubicBezTo>
                    <a:pt x="13" y="113"/>
                    <a:pt x="13" y="113"/>
                    <a:pt x="13" y="113"/>
                  </a:cubicBezTo>
                  <a:cubicBezTo>
                    <a:pt x="13" y="122"/>
                    <a:pt x="13" y="122"/>
                    <a:pt x="13" y="122"/>
                  </a:cubicBezTo>
                  <a:cubicBezTo>
                    <a:pt x="32" y="122"/>
                    <a:pt x="32" y="122"/>
                    <a:pt x="32" y="122"/>
                  </a:cubicBezTo>
                  <a:cubicBezTo>
                    <a:pt x="21" y="134"/>
                    <a:pt x="21" y="134"/>
                    <a:pt x="21" y="134"/>
                  </a:cubicBezTo>
                  <a:cubicBezTo>
                    <a:pt x="27" y="140"/>
                    <a:pt x="27" y="140"/>
                    <a:pt x="27" y="140"/>
                  </a:cubicBezTo>
                  <a:cubicBezTo>
                    <a:pt x="39" y="128"/>
                    <a:pt x="39" y="128"/>
                    <a:pt x="39" y="128"/>
                  </a:cubicBezTo>
                  <a:cubicBezTo>
                    <a:pt x="39" y="148"/>
                    <a:pt x="39" y="148"/>
                    <a:pt x="39" y="148"/>
                  </a:cubicBezTo>
                  <a:cubicBezTo>
                    <a:pt x="48" y="148"/>
                    <a:pt x="48" y="148"/>
                    <a:pt x="48" y="148"/>
                  </a:cubicBezTo>
                  <a:cubicBezTo>
                    <a:pt x="48" y="119"/>
                    <a:pt x="48" y="119"/>
                    <a:pt x="48" y="119"/>
                  </a:cubicBezTo>
                  <a:cubicBezTo>
                    <a:pt x="51" y="115"/>
                    <a:pt x="51" y="115"/>
                    <a:pt x="51" y="115"/>
                  </a:cubicBezTo>
                  <a:cubicBezTo>
                    <a:pt x="51" y="123"/>
                    <a:pt x="51" y="123"/>
                    <a:pt x="51" y="123"/>
                  </a:cubicBezTo>
                  <a:cubicBezTo>
                    <a:pt x="60" y="123"/>
                    <a:pt x="60" y="123"/>
                    <a:pt x="60" y="123"/>
                  </a:cubicBezTo>
                  <a:cubicBezTo>
                    <a:pt x="60" y="107"/>
                    <a:pt x="60" y="107"/>
                    <a:pt x="60" y="107"/>
                  </a:cubicBezTo>
                  <a:cubicBezTo>
                    <a:pt x="66" y="100"/>
                    <a:pt x="66" y="100"/>
                    <a:pt x="66" y="100"/>
                  </a:cubicBezTo>
                  <a:cubicBezTo>
                    <a:pt x="69" y="102"/>
                    <a:pt x="72" y="104"/>
                    <a:pt x="76" y="104"/>
                  </a:cubicBezTo>
                  <a:cubicBezTo>
                    <a:pt x="76" y="113"/>
                    <a:pt x="76" y="113"/>
                    <a:pt x="76" y="113"/>
                  </a:cubicBezTo>
                  <a:cubicBezTo>
                    <a:pt x="65" y="125"/>
                    <a:pt x="65" y="125"/>
                    <a:pt x="65" y="125"/>
                  </a:cubicBezTo>
                  <a:cubicBezTo>
                    <a:pt x="71" y="131"/>
                    <a:pt x="71" y="131"/>
                    <a:pt x="71" y="131"/>
                  </a:cubicBezTo>
                  <a:cubicBezTo>
                    <a:pt x="76" y="126"/>
                    <a:pt x="76" y="126"/>
                    <a:pt x="76" y="126"/>
                  </a:cubicBezTo>
                  <a:cubicBezTo>
                    <a:pt x="76" y="131"/>
                    <a:pt x="76" y="131"/>
                    <a:pt x="76" y="131"/>
                  </a:cubicBezTo>
                  <a:cubicBezTo>
                    <a:pt x="56" y="151"/>
                    <a:pt x="56" y="151"/>
                    <a:pt x="56" y="151"/>
                  </a:cubicBezTo>
                  <a:cubicBezTo>
                    <a:pt x="62" y="158"/>
                    <a:pt x="62" y="158"/>
                    <a:pt x="62" y="158"/>
                  </a:cubicBezTo>
                  <a:cubicBezTo>
                    <a:pt x="76" y="144"/>
                    <a:pt x="76" y="144"/>
                    <a:pt x="76" y="144"/>
                  </a:cubicBezTo>
                  <a:cubicBezTo>
                    <a:pt x="76" y="160"/>
                    <a:pt x="76" y="160"/>
                    <a:pt x="76" y="160"/>
                  </a:cubicBezTo>
                  <a:cubicBezTo>
                    <a:pt x="85" y="160"/>
                    <a:pt x="85" y="160"/>
                    <a:pt x="85" y="160"/>
                  </a:cubicBezTo>
                  <a:cubicBezTo>
                    <a:pt x="85" y="144"/>
                    <a:pt x="85" y="144"/>
                    <a:pt x="85" y="144"/>
                  </a:cubicBezTo>
                  <a:cubicBezTo>
                    <a:pt x="99" y="158"/>
                    <a:pt x="99" y="158"/>
                    <a:pt x="99" y="158"/>
                  </a:cubicBezTo>
                  <a:cubicBezTo>
                    <a:pt x="105" y="151"/>
                    <a:pt x="105" y="151"/>
                    <a:pt x="105" y="151"/>
                  </a:cubicBezTo>
                  <a:cubicBezTo>
                    <a:pt x="85" y="131"/>
                    <a:pt x="85" y="131"/>
                    <a:pt x="85" y="131"/>
                  </a:cubicBezTo>
                  <a:cubicBezTo>
                    <a:pt x="85" y="126"/>
                    <a:pt x="85" y="126"/>
                    <a:pt x="85" y="126"/>
                  </a:cubicBezTo>
                  <a:cubicBezTo>
                    <a:pt x="90" y="131"/>
                    <a:pt x="90" y="131"/>
                    <a:pt x="90" y="131"/>
                  </a:cubicBezTo>
                  <a:cubicBezTo>
                    <a:pt x="96" y="125"/>
                    <a:pt x="96" y="125"/>
                    <a:pt x="96" y="125"/>
                  </a:cubicBezTo>
                  <a:cubicBezTo>
                    <a:pt x="85" y="113"/>
                    <a:pt x="85" y="113"/>
                    <a:pt x="85" y="113"/>
                  </a:cubicBezTo>
                  <a:cubicBezTo>
                    <a:pt x="85" y="104"/>
                    <a:pt x="85" y="104"/>
                    <a:pt x="85" y="104"/>
                  </a:cubicBezTo>
                  <a:cubicBezTo>
                    <a:pt x="88" y="104"/>
                    <a:pt x="92" y="102"/>
                    <a:pt x="94" y="100"/>
                  </a:cubicBezTo>
                  <a:cubicBezTo>
                    <a:pt x="101" y="107"/>
                    <a:pt x="101" y="107"/>
                    <a:pt x="101" y="107"/>
                  </a:cubicBezTo>
                  <a:cubicBezTo>
                    <a:pt x="101" y="123"/>
                    <a:pt x="101" y="123"/>
                    <a:pt x="101" y="123"/>
                  </a:cubicBezTo>
                  <a:cubicBezTo>
                    <a:pt x="109" y="123"/>
                    <a:pt x="109" y="123"/>
                    <a:pt x="109" y="123"/>
                  </a:cubicBezTo>
                  <a:cubicBezTo>
                    <a:pt x="109" y="115"/>
                    <a:pt x="109" y="115"/>
                    <a:pt x="109" y="115"/>
                  </a:cubicBezTo>
                  <a:cubicBezTo>
                    <a:pt x="113" y="119"/>
                    <a:pt x="113" y="119"/>
                    <a:pt x="113" y="119"/>
                  </a:cubicBezTo>
                  <a:cubicBezTo>
                    <a:pt x="113" y="148"/>
                    <a:pt x="113" y="148"/>
                    <a:pt x="113" y="148"/>
                  </a:cubicBezTo>
                  <a:cubicBezTo>
                    <a:pt x="122" y="148"/>
                    <a:pt x="122" y="148"/>
                    <a:pt x="122" y="148"/>
                  </a:cubicBezTo>
                  <a:cubicBezTo>
                    <a:pt x="122" y="128"/>
                    <a:pt x="122" y="128"/>
                    <a:pt x="122" y="128"/>
                  </a:cubicBezTo>
                  <a:cubicBezTo>
                    <a:pt x="134" y="140"/>
                    <a:pt x="134" y="140"/>
                    <a:pt x="134" y="140"/>
                  </a:cubicBezTo>
                  <a:cubicBezTo>
                    <a:pt x="140" y="134"/>
                    <a:pt x="140" y="134"/>
                    <a:pt x="140" y="134"/>
                  </a:cubicBezTo>
                  <a:cubicBezTo>
                    <a:pt x="128" y="122"/>
                    <a:pt x="128" y="122"/>
                    <a:pt x="128" y="122"/>
                  </a:cubicBezTo>
                  <a:cubicBezTo>
                    <a:pt x="148" y="122"/>
                    <a:pt x="148" y="122"/>
                    <a:pt x="148" y="122"/>
                  </a:cubicBezTo>
                  <a:cubicBezTo>
                    <a:pt x="148" y="113"/>
                    <a:pt x="148" y="113"/>
                    <a:pt x="148" y="113"/>
                  </a:cubicBezTo>
                  <a:cubicBezTo>
                    <a:pt x="120" y="113"/>
                    <a:pt x="120" y="113"/>
                    <a:pt x="120" y="113"/>
                  </a:cubicBezTo>
                  <a:cubicBezTo>
                    <a:pt x="116" y="109"/>
                    <a:pt x="116" y="109"/>
                    <a:pt x="116" y="109"/>
                  </a:cubicBezTo>
                  <a:cubicBezTo>
                    <a:pt x="123" y="109"/>
                    <a:pt x="123" y="109"/>
                    <a:pt x="123" y="109"/>
                  </a:cubicBezTo>
                  <a:cubicBezTo>
                    <a:pt x="123" y="100"/>
                    <a:pt x="123" y="100"/>
                    <a:pt x="123" y="100"/>
                  </a:cubicBezTo>
                  <a:cubicBezTo>
                    <a:pt x="107" y="100"/>
                    <a:pt x="107" y="100"/>
                    <a:pt x="107" y="100"/>
                  </a:cubicBezTo>
                  <a:cubicBezTo>
                    <a:pt x="101" y="94"/>
                    <a:pt x="101" y="94"/>
                    <a:pt x="101" y="94"/>
                  </a:cubicBezTo>
                  <a:cubicBezTo>
                    <a:pt x="103" y="91"/>
                    <a:pt x="104" y="88"/>
                    <a:pt x="105" y="85"/>
                  </a:cubicBezTo>
                  <a:cubicBezTo>
                    <a:pt x="113" y="85"/>
                    <a:pt x="113" y="85"/>
                    <a:pt x="113" y="85"/>
                  </a:cubicBezTo>
                  <a:cubicBezTo>
                    <a:pt x="125" y="96"/>
                    <a:pt x="125" y="96"/>
                    <a:pt x="125" y="96"/>
                  </a:cubicBezTo>
                  <a:cubicBezTo>
                    <a:pt x="131" y="90"/>
                    <a:pt x="131" y="90"/>
                    <a:pt x="131" y="90"/>
                  </a:cubicBezTo>
                  <a:cubicBezTo>
                    <a:pt x="126" y="85"/>
                    <a:pt x="126" y="85"/>
                    <a:pt x="126" y="85"/>
                  </a:cubicBezTo>
                  <a:cubicBezTo>
                    <a:pt x="131" y="85"/>
                    <a:pt x="131" y="85"/>
                    <a:pt x="131" y="85"/>
                  </a:cubicBezTo>
                  <a:cubicBezTo>
                    <a:pt x="152" y="105"/>
                    <a:pt x="152" y="105"/>
                    <a:pt x="152" y="105"/>
                  </a:cubicBezTo>
                  <a:cubicBezTo>
                    <a:pt x="158" y="99"/>
                    <a:pt x="158" y="99"/>
                    <a:pt x="158" y="99"/>
                  </a:cubicBezTo>
                  <a:cubicBezTo>
                    <a:pt x="144" y="85"/>
                    <a:pt x="144" y="85"/>
                    <a:pt x="144" y="85"/>
                  </a:cubicBezTo>
                  <a:cubicBezTo>
                    <a:pt x="160" y="85"/>
                    <a:pt x="160" y="85"/>
                    <a:pt x="160" y="85"/>
                  </a:cubicBezTo>
                  <a:lnTo>
                    <a:pt x="160"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2" name="Oval 54"/>
            <p:cNvSpPr>
              <a:spLocks noChangeArrowheads="1"/>
            </p:cNvSpPr>
            <p:nvPr/>
          </p:nvSpPr>
          <p:spPr bwMode="auto">
            <a:xfrm>
              <a:off x="758825" y="1038225"/>
              <a:ext cx="454025" cy="4556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3" name="Rectangle 55"/>
            <p:cNvSpPr>
              <a:spLocks noChangeArrowheads="1"/>
            </p:cNvSpPr>
            <p:nvPr/>
          </p:nvSpPr>
          <p:spPr bwMode="auto">
            <a:xfrm>
              <a:off x="957263" y="925513"/>
              <a:ext cx="5556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4" name="Rectangle 56"/>
            <p:cNvSpPr>
              <a:spLocks noChangeArrowheads="1"/>
            </p:cNvSpPr>
            <p:nvPr/>
          </p:nvSpPr>
          <p:spPr bwMode="auto">
            <a:xfrm>
              <a:off x="1246188" y="1238250"/>
              <a:ext cx="79375" cy="6032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5" name="Rectangle 57"/>
            <p:cNvSpPr>
              <a:spLocks noChangeArrowheads="1"/>
            </p:cNvSpPr>
            <p:nvPr/>
          </p:nvSpPr>
          <p:spPr bwMode="auto">
            <a:xfrm>
              <a:off x="957263" y="1527175"/>
              <a:ext cx="5556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6" name="Rectangle 58"/>
            <p:cNvSpPr>
              <a:spLocks noChangeArrowheads="1"/>
            </p:cNvSpPr>
            <p:nvPr/>
          </p:nvSpPr>
          <p:spPr bwMode="auto">
            <a:xfrm>
              <a:off x="646113" y="1238250"/>
              <a:ext cx="77788" cy="6032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7" name="Freeform 59"/>
            <p:cNvSpPr>
              <a:spLocks/>
            </p:cNvSpPr>
            <p:nvPr/>
          </p:nvSpPr>
          <p:spPr bwMode="auto">
            <a:xfrm>
              <a:off x="1149350" y="1004888"/>
              <a:ext cx="96838" cy="98425"/>
            </a:xfrm>
            <a:custGeom>
              <a:avLst/>
              <a:gdLst>
                <a:gd name="T0" fmla="*/ 61 w 61"/>
                <a:gd name="T1" fmla="*/ 26 h 62"/>
                <a:gd name="T2" fmla="*/ 26 w 61"/>
                <a:gd name="T3" fmla="*/ 62 h 62"/>
                <a:gd name="T4" fmla="*/ 0 w 61"/>
                <a:gd name="T5" fmla="*/ 38 h 62"/>
                <a:gd name="T6" fmla="*/ 35 w 61"/>
                <a:gd name="T7" fmla="*/ 0 h 62"/>
                <a:gd name="T8" fmla="*/ 61 w 61"/>
                <a:gd name="T9" fmla="*/ 26 h 62"/>
              </a:gdLst>
              <a:ahLst/>
              <a:cxnLst>
                <a:cxn ang="0">
                  <a:pos x="T0" y="T1"/>
                </a:cxn>
                <a:cxn ang="0">
                  <a:pos x="T2" y="T3"/>
                </a:cxn>
                <a:cxn ang="0">
                  <a:pos x="T4" y="T5"/>
                </a:cxn>
                <a:cxn ang="0">
                  <a:pos x="T6" y="T7"/>
                </a:cxn>
                <a:cxn ang="0">
                  <a:pos x="T8" y="T9"/>
                </a:cxn>
              </a:cxnLst>
              <a:rect l="0" t="0" r="r" b="b"/>
              <a:pathLst>
                <a:path w="61" h="62">
                  <a:moveTo>
                    <a:pt x="61" y="26"/>
                  </a:moveTo>
                  <a:lnTo>
                    <a:pt x="26" y="62"/>
                  </a:lnTo>
                  <a:lnTo>
                    <a:pt x="0" y="38"/>
                  </a:lnTo>
                  <a:lnTo>
                    <a:pt x="35" y="0"/>
                  </a:lnTo>
                  <a:lnTo>
                    <a:pt x="61" y="2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8" name="Freeform 60"/>
            <p:cNvSpPr>
              <a:spLocks/>
            </p:cNvSpPr>
            <p:nvPr/>
          </p:nvSpPr>
          <p:spPr bwMode="auto">
            <a:xfrm>
              <a:off x="1149350" y="1430338"/>
              <a:ext cx="96838" cy="96838"/>
            </a:xfrm>
            <a:custGeom>
              <a:avLst/>
              <a:gdLst>
                <a:gd name="T0" fmla="*/ 26 w 61"/>
                <a:gd name="T1" fmla="*/ 0 h 61"/>
                <a:gd name="T2" fmla="*/ 61 w 61"/>
                <a:gd name="T3" fmla="*/ 37 h 61"/>
                <a:gd name="T4" fmla="*/ 35 w 61"/>
                <a:gd name="T5" fmla="*/ 61 h 61"/>
                <a:gd name="T6" fmla="*/ 0 w 61"/>
                <a:gd name="T7" fmla="*/ 26 h 61"/>
                <a:gd name="T8" fmla="*/ 26 w 61"/>
                <a:gd name="T9" fmla="*/ 0 h 61"/>
              </a:gdLst>
              <a:ahLst/>
              <a:cxnLst>
                <a:cxn ang="0">
                  <a:pos x="T0" y="T1"/>
                </a:cxn>
                <a:cxn ang="0">
                  <a:pos x="T2" y="T3"/>
                </a:cxn>
                <a:cxn ang="0">
                  <a:pos x="T4" y="T5"/>
                </a:cxn>
                <a:cxn ang="0">
                  <a:pos x="T6" y="T7"/>
                </a:cxn>
                <a:cxn ang="0">
                  <a:pos x="T8" y="T9"/>
                </a:cxn>
              </a:cxnLst>
              <a:rect l="0" t="0" r="r" b="b"/>
              <a:pathLst>
                <a:path w="61" h="61">
                  <a:moveTo>
                    <a:pt x="26" y="0"/>
                  </a:moveTo>
                  <a:lnTo>
                    <a:pt x="61" y="37"/>
                  </a:lnTo>
                  <a:lnTo>
                    <a:pt x="35" y="61"/>
                  </a:lnTo>
                  <a:lnTo>
                    <a:pt x="0" y="26"/>
                  </a:lnTo>
                  <a:lnTo>
                    <a:pt x="2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09" name="Freeform 61"/>
            <p:cNvSpPr>
              <a:spLocks/>
            </p:cNvSpPr>
            <p:nvPr/>
          </p:nvSpPr>
          <p:spPr bwMode="auto">
            <a:xfrm>
              <a:off x="723900" y="1430338"/>
              <a:ext cx="98425" cy="96838"/>
            </a:xfrm>
            <a:custGeom>
              <a:avLst/>
              <a:gdLst>
                <a:gd name="T0" fmla="*/ 36 w 62"/>
                <a:gd name="T1" fmla="*/ 0 h 61"/>
                <a:gd name="T2" fmla="*/ 62 w 62"/>
                <a:gd name="T3" fmla="*/ 26 h 61"/>
                <a:gd name="T4" fmla="*/ 26 w 62"/>
                <a:gd name="T5" fmla="*/ 61 h 61"/>
                <a:gd name="T6" fmla="*/ 0 w 62"/>
                <a:gd name="T7" fmla="*/ 37 h 61"/>
                <a:gd name="T8" fmla="*/ 36 w 62"/>
                <a:gd name="T9" fmla="*/ 0 h 61"/>
              </a:gdLst>
              <a:ahLst/>
              <a:cxnLst>
                <a:cxn ang="0">
                  <a:pos x="T0" y="T1"/>
                </a:cxn>
                <a:cxn ang="0">
                  <a:pos x="T2" y="T3"/>
                </a:cxn>
                <a:cxn ang="0">
                  <a:pos x="T4" y="T5"/>
                </a:cxn>
                <a:cxn ang="0">
                  <a:pos x="T6" y="T7"/>
                </a:cxn>
                <a:cxn ang="0">
                  <a:pos x="T8" y="T9"/>
                </a:cxn>
              </a:cxnLst>
              <a:rect l="0" t="0" r="r" b="b"/>
              <a:pathLst>
                <a:path w="62" h="61">
                  <a:moveTo>
                    <a:pt x="36" y="0"/>
                  </a:moveTo>
                  <a:lnTo>
                    <a:pt x="62" y="26"/>
                  </a:lnTo>
                  <a:lnTo>
                    <a:pt x="26" y="61"/>
                  </a:lnTo>
                  <a:lnTo>
                    <a:pt x="0" y="37"/>
                  </a:lnTo>
                  <a:lnTo>
                    <a:pt x="3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0" name="Freeform 62"/>
            <p:cNvSpPr>
              <a:spLocks/>
            </p:cNvSpPr>
            <p:nvPr/>
          </p:nvSpPr>
          <p:spPr bwMode="auto">
            <a:xfrm>
              <a:off x="723900" y="1004888"/>
              <a:ext cx="98425" cy="98425"/>
            </a:xfrm>
            <a:custGeom>
              <a:avLst/>
              <a:gdLst>
                <a:gd name="T0" fmla="*/ 62 w 62"/>
                <a:gd name="T1" fmla="*/ 38 h 62"/>
                <a:gd name="T2" fmla="*/ 36 w 62"/>
                <a:gd name="T3" fmla="*/ 62 h 62"/>
                <a:gd name="T4" fmla="*/ 0 w 62"/>
                <a:gd name="T5" fmla="*/ 26 h 62"/>
                <a:gd name="T6" fmla="*/ 26 w 62"/>
                <a:gd name="T7" fmla="*/ 0 h 62"/>
                <a:gd name="T8" fmla="*/ 62 w 62"/>
                <a:gd name="T9" fmla="*/ 38 h 62"/>
              </a:gdLst>
              <a:ahLst/>
              <a:cxnLst>
                <a:cxn ang="0">
                  <a:pos x="T0" y="T1"/>
                </a:cxn>
                <a:cxn ang="0">
                  <a:pos x="T2" y="T3"/>
                </a:cxn>
                <a:cxn ang="0">
                  <a:pos x="T4" y="T5"/>
                </a:cxn>
                <a:cxn ang="0">
                  <a:pos x="T6" y="T7"/>
                </a:cxn>
                <a:cxn ang="0">
                  <a:pos x="T8" y="T9"/>
                </a:cxn>
              </a:cxnLst>
              <a:rect l="0" t="0" r="r" b="b"/>
              <a:pathLst>
                <a:path w="62" h="62">
                  <a:moveTo>
                    <a:pt x="62" y="38"/>
                  </a:moveTo>
                  <a:lnTo>
                    <a:pt x="36" y="62"/>
                  </a:lnTo>
                  <a:lnTo>
                    <a:pt x="0" y="26"/>
                  </a:lnTo>
                  <a:lnTo>
                    <a:pt x="26" y="0"/>
                  </a:lnTo>
                  <a:lnTo>
                    <a:pt x="62"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1" name="Freeform 63"/>
            <p:cNvSpPr>
              <a:spLocks/>
            </p:cNvSpPr>
            <p:nvPr/>
          </p:nvSpPr>
          <p:spPr bwMode="auto">
            <a:xfrm>
              <a:off x="1058863" y="941388"/>
              <a:ext cx="82550" cy="96838"/>
            </a:xfrm>
            <a:custGeom>
              <a:avLst/>
              <a:gdLst>
                <a:gd name="T0" fmla="*/ 52 w 52"/>
                <a:gd name="T1" fmla="*/ 14 h 61"/>
                <a:gd name="T2" fmla="*/ 33 w 52"/>
                <a:gd name="T3" fmla="*/ 61 h 61"/>
                <a:gd name="T4" fmla="*/ 0 w 52"/>
                <a:gd name="T5" fmla="*/ 47 h 61"/>
                <a:gd name="T6" fmla="*/ 19 w 52"/>
                <a:gd name="T7" fmla="*/ 0 h 61"/>
                <a:gd name="T8" fmla="*/ 52 w 52"/>
                <a:gd name="T9" fmla="*/ 14 h 61"/>
              </a:gdLst>
              <a:ahLst/>
              <a:cxnLst>
                <a:cxn ang="0">
                  <a:pos x="T0" y="T1"/>
                </a:cxn>
                <a:cxn ang="0">
                  <a:pos x="T2" y="T3"/>
                </a:cxn>
                <a:cxn ang="0">
                  <a:pos x="T4" y="T5"/>
                </a:cxn>
                <a:cxn ang="0">
                  <a:pos x="T6" y="T7"/>
                </a:cxn>
                <a:cxn ang="0">
                  <a:pos x="T8" y="T9"/>
                </a:cxn>
              </a:cxnLst>
              <a:rect l="0" t="0" r="r" b="b"/>
              <a:pathLst>
                <a:path w="52" h="61">
                  <a:moveTo>
                    <a:pt x="52" y="14"/>
                  </a:moveTo>
                  <a:lnTo>
                    <a:pt x="33" y="61"/>
                  </a:lnTo>
                  <a:lnTo>
                    <a:pt x="0" y="47"/>
                  </a:lnTo>
                  <a:lnTo>
                    <a:pt x="19" y="0"/>
                  </a:lnTo>
                  <a:lnTo>
                    <a:pt x="52" y="1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2" name="Freeform 64"/>
            <p:cNvSpPr>
              <a:spLocks/>
            </p:cNvSpPr>
            <p:nvPr/>
          </p:nvSpPr>
          <p:spPr bwMode="auto">
            <a:xfrm>
              <a:off x="1216025" y="1339850"/>
              <a:ext cx="93663" cy="82550"/>
            </a:xfrm>
            <a:custGeom>
              <a:avLst/>
              <a:gdLst>
                <a:gd name="T0" fmla="*/ 12 w 59"/>
                <a:gd name="T1" fmla="*/ 0 h 52"/>
                <a:gd name="T2" fmla="*/ 59 w 59"/>
                <a:gd name="T3" fmla="*/ 19 h 52"/>
                <a:gd name="T4" fmla="*/ 47 w 59"/>
                <a:gd name="T5" fmla="*/ 52 h 52"/>
                <a:gd name="T6" fmla="*/ 0 w 59"/>
                <a:gd name="T7" fmla="*/ 33 h 52"/>
                <a:gd name="T8" fmla="*/ 12 w 59"/>
                <a:gd name="T9" fmla="*/ 0 h 52"/>
              </a:gdLst>
              <a:ahLst/>
              <a:cxnLst>
                <a:cxn ang="0">
                  <a:pos x="T0" y="T1"/>
                </a:cxn>
                <a:cxn ang="0">
                  <a:pos x="T2" y="T3"/>
                </a:cxn>
                <a:cxn ang="0">
                  <a:pos x="T4" y="T5"/>
                </a:cxn>
                <a:cxn ang="0">
                  <a:pos x="T6" y="T7"/>
                </a:cxn>
                <a:cxn ang="0">
                  <a:pos x="T8" y="T9"/>
                </a:cxn>
              </a:cxnLst>
              <a:rect l="0" t="0" r="r" b="b"/>
              <a:pathLst>
                <a:path w="59" h="52">
                  <a:moveTo>
                    <a:pt x="12" y="0"/>
                  </a:moveTo>
                  <a:lnTo>
                    <a:pt x="59" y="19"/>
                  </a:lnTo>
                  <a:lnTo>
                    <a:pt x="47" y="52"/>
                  </a:lnTo>
                  <a:lnTo>
                    <a:pt x="0" y="33"/>
                  </a:lnTo>
                  <a:lnTo>
                    <a:pt x="1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3" name="Freeform 65"/>
            <p:cNvSpPr>
              <a:spLocks/>
            </p:cNvSpPr>
            <p:nvPr/>
          </p:nvSpPr>
          <p:spPr bwMode="auto">
            <a:xfrm>
              <a:off x="830263" y="1497013"/>
              <a:ext cx="82550" cy="98425"/>
            </a:xfrm>
            <a:custGeom>
              <a:avLst/>
              <a:gdLst>
                <a:gd name="T0" fmla="*/ 52 w 52"/>
                <a:gd name="T1" fmla="*/ 14 h 62"/>
                <a:gd name="T2" fmla="*/ 33 w 52"/>
                <a:gd name="T3" fmla="*/ 62 h 62"/>
                <a:gd name="T4" fmla="*/ 0 w 52"/>
                <a:gd name="T5" fmla="*/ 47 h 62"/>
                <a:gd name="T6" fmla="*/ 18 w 52"/>
                <a:gd name="T7" fmla="*/ 0 h 62"/>
                <a:gd name="T8" fmla="*/ 52 w 52"/>
                <a:gd name="T9" fmla="*/ 14 h 62"/>
              </a:gdLst>
              <a:ahLst/>
              <a:cxnLst>
                <a:cxn ang="0">
                  <a:pos x="T0" y="T1"/>
                </a:cxn>
                <a:cxn ang="0">
                  <a:pos x="T2" y="T3"/>
                </a:cxn>
                <a:cxn ang="0">
                  <a:pos x="T4" y="T5"/>
                </a:cxn>
                <a:cxn ang="0">
                  <a:pos x="T6" y="T7"/>
                </a:cxn>
                <a:cxn ang="0">
                  <a:pos x="T8" y="T9"/>
                </a:cxn>
              </a:cxnLst>
              <a:rect l="0" t="0" r="r" b="b"/>
              <a:pathLst>
                <a:path w="52" h="62">
                  <a:moveTo>
                    <a:pt x="52" y="14"/>
                  </a:moveTo>
                  <a:lnTo>
                    <a:pt x="33" y="62"/>
                  </a:lnTo>
                  <a:lnTo>
                    <a:pt x="0" y="47"/>
                  </a:lnTo>
                  <a:lnTo>
                    <a:pt x="18" y="0"/>
                  </a:lnTo>
                  <a:lnTo>
                    <a:pt x="52" y="1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4" name="Freeform 66"/>
            <p:cNvSpPr>
              <a:spLocks/>
            </p:cNvSpPr>
            <p:nvPr/>
          </p:nvSpPr>
          <p:spPr bwMode="auto">
            <a:xfrm>
              <a:off x="660400" y="1109663"/>
              <a:ext cx="98425" cy="87313"/>
            </a:xfrm>
            <a:custGeom>
              <a:avLst/>
              <a:gdLst>
                <a:gd name="T0" fmla="*/ 47 w 62"/>
                <a:gd name="T1" fmla="*/ 55 h 55"/>
                <a:gd name="T2" fmla="*/ 0 w 62"/>
                <a:gd name="T3" fmla="*/ 36 h 55"/>
                <a:gd name="T4" fmla="*/ 14 w 62"/>
                <a:gd name="T5" fmla="*/ 0 h 55"/>
                <a:gd name="T6" fmla="*/ 62 w 62"/>
                <a:gd name="T7" fmla="*/ 22 h 55"/>
                <a:gd name="T8" fmla="*/ 47 w 62"/>
                <a:gd name="T9" fmla="*/ 55 h 55"/>
              </a:gdLst>
              <a:ahLst/>
              <a:cxnLst>
                <a:cxn ang="0">
                  <a:pos x="T0" y="T1"/>
                </a:cxn>
                <a:cxn ang="0">
                  <a:pos x="T2" y="T3"/>
                </a:cxn>
                <a:cxn ang="0">
                  <a:pos x="T4" y="T5"/>
                </a:cxn>
                <a:cxn ang="0">
                  <a:pos x="T6" y="T7"/>
                </a:cxn>
                <a:cxn ang="0">
                  <a:pos x="T8" y="T9"/>
                </a:cxn>
              </a:cxnLst>
              <a:rect l="0" t="0" r="r" b="b"/>
              <a:pathLst>
                <a:path w="62" h="55">
                  <a:moveTo>
                    <a:pt x="47" y="55"/>
                  </a:moveTo>
                  <a:lnTo>
                    <a:pt x="0" y="36"/>
                  </a:lnTo>
                  <a:lnTo>
                    <a:pt x="14" y="0"/>
                  </a:lnTo>
                  <a:lnTo>
                    <a:pt x="62" y="22"/>
                  </a:lnTo>
                  <a:lnTo>
                    <a:pt x="47" y="5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5" name="Freeform 67"/>
            <p:cNvSpPr>
              <a:spLocks/>
            </p:cNvSpPr>
            <p:nvPr/>
          </p:nvSpPr>
          <p:spPr bwMode="auto">
            <a:xfrm>
              <a:off x="1212850" y="1109663"/>
              <a:ext cx="96838" cy="82550"/>
            </a:xfrm>
            <a:custGeom>
              <a:avLst/>
              <a:gdLst>
                <a:gd name="T0" fmla="*/ 0 w 61"/>
                <a:gd name="T1" fmla="*/ 19 h 52"/>
                <a:gd name="T2" fmla="*/ 47 w 61"/>
                <a:gd name="T3" fmla="*/ 0 h 52"/>
                <a:gd name="T4" fmla="*/ 61 w 61"/>
                <a:gd name="T5" fmla="*/ 34 h 52"/>
                <a:gd name="T6" fmla="*/ 14 w 61"/>
                <a:gd name="T7" fmla="*/ 52 h 52"/>
                <a:gd name="T8" fmla="*/ 0 w 61"/>
                <a:gd name="T9" fmla="*/ 19 h 52"/>
              </a:gdLst>
              <a:ahLst/>
              <a:cxnLst>
                <a:cxn ang="0">
                  <a:pos x="T0" y="T1"/>
                </a:cxn>
                <a:cxn ang="0">
                  <a:pos x="T2" y="T3"/>
                </a:cxn>
                <a:cxn ang="0">
                  <a:pos x="T4" y="T5"/>
                </a:cxn>
                <a:cxn ang="0">
                  <a:pos x="T6" y="T7"/>
                </a:cxn>
                <a:cxn ang="0">
                  <a:pos x="T8" y="T9"/>
                </a:cxn>
              </a:cxnLst>
              <a:rect l="0" t="0" r="r" b="b"/>
              <a:pathLst>
                <a:path w="61" h="52">
                  <a:moveTo>
                    <a:pt x="0" y="19"/>
                  </a:moveTo>
                  <a:lnTo>
                    <a:pt x="47" y="0"/>
                  </a:lnTo>
                  <a:lnTo>
                    <a:pt x="61" y="34"/>
                  </a:lnTo>
                  <a:lnTo>
                    <a:pt x="14" y="52"/>
                  </a:lnTo>
                  <a:lnTo>
                    <a:pt x="0"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6" name="Freeform 68"/>
            <p:cNvSpPr>
              <a:spLocks/>
            </p:cNvSpPr>
            <p:nvPr/>
          </p:nvSpPr>
          <p:spPr bwMode="auto">
            <a:xfrm>
              <a:off x="1058863" y="1497013"/>
              <a:ext cx="85725" cy="93663"/>
            </a:xfrm>
            <a:custGeom>
              <a:avLst/>
              <a:gdLst>
                <a:gd name="T0" fmla="*/ 54 w 54"/>
                <a:gd name="T1" fmla="*/ 47 h 59"/>
                <a:gd name="T2" fmla="*/ 21 w 54"/>
                <a:gd name="T3" fmla="*/ 59 h 59"/>
                <a:gd name="T4" fmla="*/ 0 w 54"/>
                <a:gd name="T5" fmla="*/ 14 h 59"/>
                <a:gd name="T6" fmla="*/ 33 w 54"/>
                <a:gd name="T7" fmla="*/ 0 h 59"/>
                <a:gd name="T8" fmla="*/ 54 w 54"/>
                <a:gd name="T9" fmla="*/ 47 h 59"/>
              </a:gdLst>
              <a:ahLst/>
              <a:cxnLst>
                <a:cxn ang="0">
                  <a:pos x="T0" y="T1"/>
                </a:cxn>
                <a:cxn ang="0">
                  <a:pos x="T2" y="T3"/>
                </a:cxn>
                <a:cxn ang="0">
                  <a:pos x="T4" y="T5"/>
                </a:cxn>
                <a:cxn ang="0">
                  <a:pos x="T6" y="T7"/>
                </a:cxn>
                <a:cxn ang="0">
                  <a:pos x="T8" y="T9"/>
                </a:cxn>
              </a:cxnLst>
              <a:rect l="0" t="0" r="r" b="b"/>
              <a:pathLst>
                <a:path w="54" h="59">
                  <a:moveTo>
                    <a:pt x="54" y="47"/>
                  </a:moveTo>
                  <a:lnTo>
                    <a:pt x="21" y="59"/>
                  </a:lnTo>
                  <a:lnTo>
                    <a:pt x="0" y="14"/>
                  </a:lnTo>
                  <a:lnTo>
                    <a:pt x="33" y="0"/>
                  </a:lnTo>
                  <a:lnTo>
                    <a:pt x="54" y="4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7" name="Freeform 69"/>
            <p:cNvSpPr>
              <a:spLocks/>
            </p:cNvSpPr>
            <p:nvPr/>
          </p:nvSpPr>
          <p:spPr bwMode="auto">
            <a:xfrm>
              <a:off x="660400" y="1339850"/>
              <a:ext cx="98425" cy="85725"/>
            </a:xfrm>
            <a:custGeom>
              <a:avLst/>
              <a:gdLst>
                <a:gd name="T0" fmla="*/ 62 w 62"/>
                <a:gd name="T1" fmla="*/ 35 h 54"/>
                <a:gd name="T2" fmla="*/ 14 w 62"/>
                <a:gd name="T3" fmla="*/ 54 h 54"/>
                <a:gd name="T4" fmla="*/ 0 w 62"/>
                <a:gd name="T5" fmla="*/ 21 h 54"/>
                <a:gd name="T6" fmla="*/ 47 w 62"/>
                <a:gd name="T7" fmla="*/ 0 h 54"/>
                <a:gd name="T8" fmla="*/ 62 w 62"/>
                <a:gd name="T9" fmla="*/ 35 h 54"/>
              </a:gdLst>
              <a:ahLst/>
              <a:cxnLst>
                <a:cxn ang="0">
                  <a:pos x="T0" y="T1"/>
                </a:cxn>
                <a:cxn ang="0">
                  <a:pos x="T2" y="T3"/>
                </a:cxn>
                <a:cxn ang="0">
                  <a:pos x="T4" y="T5"/>
                </a:cxn>
                <a:cxn ang="0">
                  <a:pos x="T6" y="T7"/>
                </a:cxn>
                <a:cxn ang="0">
                  <a:pos x="T8" y="T9"/>
                </a:cxn>
              </a:cxnLst>
              <a:rect l="0" t="0" r="r" b="b"/>
              <a:pathLst>
                <a:path w="62" h="54">
                  <a:moveTo>
                    <a:pt x="62" y="35"/>
                  </a:moveTo>
                  <a:lnTo>
                    <a:pt x="14" y="54"/>
                  </a:lnTo>
                  <a:lnTo>
                    <a:pt x="0" y="21"/>
                  </a:lnTo>
                  <a:lnTo>
                    <a:pt x="47" y="0"/>
                  </a:lnTo>
                  <a:lnTo>
                    <a:pt x="62" y="3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8" name="Freeform 70"/>
            <p:cNvSpPr>
              <a:spLocks/>
            </p:cNvSpPr>
            <p:nvPr/>
          </p:nvSpPr>
          <p:spPr bwMode="auto">
            <a:xfrm>
              <a:off x="830263" y="941388"/>
              <a:ext cx="82550" cy="96838"/>
            </a:xfrm>
            <a:custGeom>
              <a:avLst/>
              <a:gdLst>
                <a:gd name="T0" fmla="*/ 52 w 52"/>
                <a:gd name="T1" fmla="*/ 47 h 61"/>
                <a:gd name="T2" fmla="*/ 18 w 52"/>
                <a:gd name="T3" fmla="*/ 61 h 61"/>
                <a:gd name="T4" fmla="*/ 0 w 52"/>
                <a:gd name="T5" fmla="*/ 14 h 61"/>
                <a:gd name="T6" fmla="*/ 33 w 52"/>
                <a:gd name="T7" fmla="*/ 0 h 61"/>
                <a:gd name="T8" fmla="*/ 52 w 52"/>
                <a:gd name="T9" fmla="*/ 47 h 61"/>
              </a:gdLst>
              <a:ahLst/>
              <a:cxnLst>
                <a:cxn ang="0">
                  <a:pos x="T0" y="T1"/>
                </a:cxn>
                <a:cxn ang="0">
                  <a:pos x="T2" y="T3"/>
                </a:cxn>
                <a:cxn ang="0">
                  <a:pos x="T4" y="T5"/>
                </a:cxn>
                <a:cxn ang="0">
                  <a:pos x="T6" y="T7"/>
                </a:cxn>
                <a:cxn ang="0">
                  <a:pos x="T8" y="T9"/>
                </a:cxn>
              </a:cxnLst>
              <a:rect l="0" t="0" r="r" b="b"/>
              <a:pathLst>
                <a:path w="52" h="61">
                  <a:moveTo>
                    <a:pt x="52" y="47"/>
                  </a:moveTo>
                  <a:lnTo>
                    <a:pt x="18" y="61"/>
                  </a:lnTo>
                  <a:lnTo>
                    <a:pt x="0" y="14"/>
                  </a:lnTo>
                  <a:lnTo>
                    <a:pt x="33" y="0"/>
                  </a:lnTo>
                  <a:lnTo>
                    <a:pt x="52" y="4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19" name="Freeform 71"/>
            <p:cNvSpPr>
              <a:spLocks noEditPoints="1"/>
            </p:cNvSpPr>
            <p:nvPr/>
          </p:nvSpPr>
          <p:spPr bwMode="auto">
            <a:xfrm>
              <a:off x="6069013" y="825500"/>
              <a:ext cx="642938" cy="641350"/>
            </a:xfrm>
            <a:custGeom>
              <a:avLst/>
              <a:gdLst>
                <a:gd name="T0" fmla="*/ 171 w 171"/>
                <a:gd name="T1" fmla="*/ 86 h 171"/>
                <a:gd name="T2" fmla="*/ 153 w 171"/>
                <a:gd name="T3" fmla="*/ 81 h 171"/>
                <a:gd name="T4" fmla="*/ 164 w 171"/>
                <a:gd name="T5" fmla="*/ 81 h 171"/>
                <a:gd name="T6" fmla="*/ 153 w 171"/>
                <a:gd name="T7" fmla="*/ 91 h 171"/>
                <a:gd name="T8" fmla="*/ 133 w 171"/>
                <a:gd name="T9" fmla="*/ 157 h 171"/>
                <a:gd name="T10" fmla="*/ 153 w 171"/>
                <a:gd name="T11" fmla="*/ 91 h 171"/>
                <a:gd name="T12" fmla="*/ 141 w 171"/>
                <a:gd name="T13" fmla="*/ 81 h 171"/>
                <a:gd name="T14" fmla="*/ 153 w 171"/>
                <a:gd name="T15" fmla="*/ 32 h 171"/>
                <a:gd name="T16" fmla="*/ 133 w 171"/>
                <a:gd name="T17" fmla="*/ 31 h 171"/>
                <a:gd name="T18" fmla="*/ 138 w 171"/>
                <a:gd name="T19" fmla="*/ 27 h 171"/>
                <a:gd name="T20" fmla="*/ 133 w 171"/>
                <a:gd name="T21" fmla="*/ 45 h 171"/>
                <a:gd name="T22" fmla="*/ 145 w 171"/>
                <a:gd name="T23" fmla="*/ 138 h 171"/>
                <a:gd name="T24" fmla="*/ 133 w 171"/>
                <a:gd name="T25" fmla="*/ 140 h 171"/>
                <a:gd name="T26" fmla="*/ 86 w 171"/>
                <a:gd name="T27" fmla="*/ 171 h 171"/>
                <a:gd name="T28" fmla="*/ 133 w 171"/>
                <a:gd name="T29" fmla="*/ 140 h 171"/>
                <a:gd name="T30" fmla="*/ 128 w 171"/>
                <a:gd name="T31" fmla="*/ 122 h 171"/>
                <a:gd name="T32" fmla="*/ 133 w 171"/>
                <a:gd name="T33" fmla="*/ 126 h 171"/>
                <a:gd name="T34" fmla="*/ 128 w 171"/>
                <a:gd name="T35" fmla="*/ 50 h 171"/>
                <a:gd name="T36" fmla="*/ 133 w 171"/>
                <a:gd name="T37" fmla="*/ 31 h 171"/>
                <a:gd name="T38" fmla="*/ 86 w 171"/>
                <a:gd name="T39" fmla="*/ 0 h 171"/>
                <a:gd name="T40" fmla="*/ 86 w 171"/>
                <a:gd name="T41" fmla="*/ 7 h 171"/>
                <a:gd name="T42" fmla="*/ 91 w 171"/>
                <a:gd name="T43" fmla="*/ 30 h 171"/>
                <a:gd name="T44" fmla="*/ 86 w 171"/>
                <a:gd name="T45" fmla="*/ 79 h 171"/>
                <a:gd name="T46" fmla="*/ 113 w 171"/>
                <a:gd name="T47" fmla="*/ 54 h 171"/>
                <a:gd name="T48" fmla="*/ 87 w 171"/>
                <a:gd name="T49" fmla="*/ 94 h 171"/>
                <a:gd name="T50" fmla="*/ 86 w 171"/>
                <a:gd name="T51" fmla="*/ 141 h 171"/>
                <a:gd name="T52" fmla="*/ 91 w 171"/>
                <a:gd name="T53" fmla="*/ 164 h 171"/>
                <a:gd name="T54" fmla="*/ 86 w 171"/>
                <a:gd name="T55" fmla="*/ 164 h 171"/>
                <a:gd name="T56" fmla="*/ 86 w 171"/>
                <a:gd name="T57" fmla="*/ 0 h 171"/>
                <a:gd name="T58" fmla="*/ 38 w 171"/>
                <a:gd name="T59" fmla="*/ 31 h 171"/>
                <a:gd name="T60" fmla="*/ 43 w 171"/>
                <a:gd name="T61" fmla="*/ 50 h 171"/>
                <a:gd name="T62" fmla="*/ 38 w 171"/>
                <a:gd name="T63" fmla="*/ 126 h 171"/>
                <a:gd name="T64" fmla="*/ 50 w 171"/>
                <a:gd name="T65" fmla="*/ 129 h 171"/>
                <a:gd name="T66" fmla="*/ 38 w 171"/>
                <a:gd name="T67" fmla="*/ 157 h 171"/>
                <a:gd name="T68" fmla="*/ 86 w 171"/>
                <a:gd name="T69" fmla="*/ 164 h 171"/>
                <a:gd name="T70" fmla="*/ 81 w 171"/>
                <a:gd name="T71" fmla="*/ 141 h 171"/>
                <a:gd name="T72" fmla="*/ 86 w 171"/>
                <a:gd name="T73" fmla="*/ 93 h 171"/>
                <a:gd name="T74" fmla="*/ 72 w 171"/>
                <a:gd name="T75" fmla="*/ 66 h 171"/>
                <a:gd name="T76" fmla="*/ 86 w 171"/>
                <a:gd name="T77" fmla="*/ 79 h 171"/>
                <a:gd name="T78" fmla="*/ 81 w 171"/>
                <a:gd name="T79" fmla="*/ 30 h 171"/>
                <a:gd name="T80" fmla="*/ 81 w 171"/>
                <a:gd name="T81" fmla="*/ 7 h 171"/>
                <a:gd name="T82" fmla="*/ 86 w 171"/>
                <a:gd name="T83" fmla="*/ 0 h 171"/>
                <a:gd name="T84" fmla="*/ 19 w 171"/>
                <a:gd name="T85" fmla="*/ 32 h 171"/>
                <a:gd name="T86" fmla="*/ 30 w 171"/>
                <a:gd name="T87" fmla="*/ 81 h 171"/>
                <a:gd name="T88" fmla="*/ 30 w 171"/>
                <a:gd name="T89" fmla="*/ 91 h 171"/>
                <a:gd name="T90" fmla="*/ 19 w 171"/>
                <a:gd name="T91" fmla="*/ 139 h 171"/>
                <a:gd name="T92" fmla="*/ 38 w 171"/>
                <a:gd name="T93" fmla="*/ 140 h 171"/>
                <a:gd name="T94" fmla="*/ 34 w 171"/>
                <a:gd name="T95" fmla="*/ 145 h 171"/>
                <a:gd name="T96" fmla="*/ 38 w 171"/>
                <a:gd name="T97" fmla="*/ 126 h 171"/>
                <a:gd name="T98" fmla="*/ 27 w 171"/>
                <a:gd name="T99" fmla="*/ 34 h 171"/>
                <a:gd name="T100" fmla="*/ 34 w 171"/>
                <a:gd name="T101" fmla="*/ 27 h 171"/>
                <a:gd name="T102" fmla="*/ 38 w 171"/>
                <a:gd name="T103" fmla="*/ 14 h 171"/>
                <a:gd name="T104" fmla="*/ 0 w 171"/>
                <a:gd name="T105" fmla="*/ 86 h 171"/>
                <a:gd name="T106" fmla="*/ 19 w 171"/>
                <a:gd name="T107" fmla="*/ 91 h 171"/>
                <a:gd name="T108" fmla="*/ 7 w 171"/>
                <a:gd name="T109" fmla="*/ 81 h 171"/>
                <a:gd name="T110" fmla="*/ 19 w 171"/>
                <a:gd name="T111" fmla="*/ 3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 h="171">
                  <a:moveTo>
                    <a:pt x="153" y="139"/>
                  </a:moveTo>
                  <a:cubicBezTo>
                    <a:pt x="164" y="124"/>
                    <a:pt x="171" y="106"/>
                    <a:pt x="171" y="86"/>
                  </a:cubicBezTo>
                  <a:cubicBezTo>
                    <a:pt x="171" y="66"/>
                    <a:pt x="164" y="47"/>
                    <a:pt x="153" y="32"/>
                  </a:cubicBezTo>
                  <a:cubicBezTo>
                    <a:pt x="153" y="81"/>
                    <a:pt x="153" y="81"/>
                    <a:pt x="153" y="81"/>
                  </a:cubicBezTo>
                  <a:cubicBezTo>
                    <a:pt x="164" y="81"/>
                    <a:pt x="164" y="81"/>
                    <a:pt x="164" y="81"/>
                  </a:cubicBezTo>
                  <a:cubicBezTo>
                    <a:pt x="164" y="81"/>
                    <a:pt x="164" y="81"/>
                    <a:pt x="164" y="81"/>
                  </a:cubicBezTo>
                  <a:cubicBezTo>
                    <a:pt x="164" y="91"/>
                    <a:pt x="164" y="91"/>
                    <a:pt x="164" y="91"/>
                  </a:cubicBezTo>
                  <a:cubicBezTo>
                    <a:pt x="153" y="91"/>
                    <a:pt x="153" y="91"/>
                    <a:pt x="153" y="91"/>
                  </a:cubicBezTo>
                  <a:lnTo>
                    <a:pt x="153" y="139"/>
                  </a:lnTo>
                  <a:close/>
                  <a:moveTo>
                    <a:pt x="133" y="157"/>
                  </a:moveTo>
                  <a:cubicBezTo>
                    <a:pt x="140" y="152"/>
                    <a:pt x="147" y="146"/>
                    <a:pt x="153" y="139"/>
                  </a:cubicBezTo>
                  <a:cubicBezTo>
                    <a:pt x="153" y="91"/>
                    <a:pt x="153" y="91"/>
                    <a:pt x="153" y="91"/>
                  </a:cubicBezTo>
                  <a:cubicBezTo>
                    <a:pt x="141" y="91"/>
                    <a:pt x="141" y="91"/>
                    <a:pt x="141" y="91"/>
                  </a:cubicBezTo>
                  <a:cubicBezTo>
                    <a:pt x="141" y="81"/>
                    <a:pt x="141" y="81"/>
                    <a:pt x="141" y="81"/>
                  </a:cubicBezTo>
                  <a:cubicBezTo>
                    <a:pt x="153" y="81"/>
                    <a:pt x="153" y="81"/>
                    <a:pt x="153" y="81"/>
                  </a:cubicBezTo>
                  <a:cubicBezTo>
                    <a:pt x="153" y="32"/>
                    <a:pt x="153" y="32"/>
                    <a:pt x="153" y="32"/>
                  </a:cubicBezTo>
                  <a:cubicBezTo>
                    <a:pt x="147" y="26"/>
                    <a:pt x="140" y="19"/>
                    <a:pt x="133" y="14"/>
                  </a:cubicBezTo>
                  <a:cubicBezTo>
                    <a:pt x="133" y="31"/>
                    <a:pt x="133" y="31"/>
                    <a:pt x="133" y="31"/>
                  </a:cubicBezTo>
                  <a:cubicBezTo>
                    <a:pt x="138" y="27"/>
                    <a:pt x="138" y="27"/>
                    <a:pt x="138" y="27"/>
                  </a:cubicBezTo>
                  <a:cubicBezTo>
                    <a:pt x="138" y="27"/>
                    <a:pt x="138" y="27"/>
                    <a:pt x="138" y="27"/>
                  </a:cubicBezTo>
                  <a:cubicBezTo>
                    <a:pt x="145" y="34"/>
                    <a:pt x="145" y="34"/>
                    <a:pt x="145" y="34"/>
                  </a:cubicBezTo>
                  <a:cubicBezTo>
                    <a:pt x="133" y="45"/>
                    <a:pt x="133" y="45"/>
                    <a:pt x="133" y="45"/>
                  </a:cubicBezTo>
                  <a:cubicBezTo>
                    <a:pt x="133" y="126"/>
                    <a:pt x="133" y="126"/>
                    <a:pt x="133" y="126"/>
                  </a:cubicBezTo>
                  <a:cubicBezTo>
                    <a:pt x="145" y="138"/>
                    <a:pt x="145" y="138"/>
                    <a:pt x="145" y="138"/>
                  </a:cubicBezTo>
                  <a:cubicBezTo>
                    <a:pt x="138" y="145"/>
                    <a:pt x="138" y="145"/>
                    <a:pt x="138" y="145"/>
                  </a:cubicBezTo>
                  <a:cubicBezTo>
                    <a:pt x="133" y="140"/>
                    <a:pt x="133" y="140"/>
                    <a:pt x="133" y="140"/>
                  </a:cubicBezTo>
                  <a:lnTo>
                    <a:pt x="133" y="157"/>
                  </a:lnTo>
                  <a:close/>
                  <a:moveTo>
                    <a:pt x="86" y="171"/>
                  </a:moveTo>
                  <a:cubicBezTo>
                    <a:pt x="103" y="171"/>
                    <a:pt x="119" y="166"/>
                    <a:pt x="133" y="157"/>
                  </a:cubicBezTo>
                  <a:cubicBezTo>
                    <a:pt x="133" y="140"/>
                    <a:pt x="133" y="140"/>
                    <a:pt x="133" y="140"/>
                  </a:cubicBezTo>
                  <a:cubicBezTo>
                    <a:pt x="121" y="129"/>
                    <a:pt x="121" y="129"/>
                    <a:pt x="121" y="129"/>
                  </a:cubicBezTo>
                  <a:cubicBezTo>
                    <a:pt x="128" y="122"/>
                    <a:pt x="128" y="122"/>
                    <a:pt x="128" y="122"/>
                  </a:cubicBezTo>
                  <a:cubicBezTo>
                    <a:pt x="128" y="122"/>
                    <a:pt x="128" y="122"/>
                    <a:pt x="128" y="122"/>
                  </a:cubicBezTo>
                  <a:cubicBezTo>
                    <a:pt x="133" y="126"/>
                    <a:pt x="133" y="126"/>
                    <a:pt x="133" y="126"/>
                  </a:cubicBezTo>
                  <a:cubicBezTo>
                    <a:pt x="133" y="45"/>
                    <a:pt x="133" y="45"/>
                    <a:pt x="133" y="45"/>
                  </a:cubicBezTo>
                  <a:cubicBezTo>
                    <a:pt x="128" y="50"/>
                    <a:pt x="128" y="50"/>
                    <a:pt x="128" y="50"/>
                  </a:cubicBezTo>
                  <a:cubicBezTo>
                    <a:pt x="121" y="43"/>
                    <a:pt x="121" y="43"/>
                    <a:pt x="121" y="43"/>
                  </a:cubicBezTo>
                  <a:cubicBezTo>
                    <a:pt x="133" y="31"/>
                    <a:pt x="133" y="31"/>
                    <a:pt x="133" y="31"/>
                  </a:cubicBezTo>
                  <a:cubicBezTo>
                    <a:pt x="133" y="14"/>
                    <a:pt x="133" y="14"/>
                    <a:pt x="133" y="14"/>
                  </a:cubicBezTo>
                  <a:cubicBezTo>
                    <a:pt x="119" y="5"/>
                    <a:pt x="103" y="0"/>
                    <a:pt x="86" y="0"/>
                  </a:cubicBezTo>
                  <a:cubicBezTo>
                    <a:pt x="86" y="0"/>
                    <a:pt x="86" y="0"/>
                    <a:pt x="86" y="0"/>
                  </a:cubicBezTo>
                  <a:cubicBezTo>
                    <a:pt x="86" y="7"/>
                    <a:pt x="86" y="7"/>
                    <a:pt x="86" y="7"/>
                  </a:cubicBezTo>
                  <a:cubicBezTo>
                    <a:pt x="91" y="7"/>
                    <a:pt x="91" y="7"/>
                    <a:pt x="91" y="7"/>
                  </a:cubicBezTo>
                  <a:cubicBezTo>
                    <a:pt x="91" y="30"/>
                    <a:pt x="91" y="30"/>
                    <a:pt x="91" y="30"/>
                  </a:cubicBezTo>
                  <a:cubicBezTo>
                    <a:pt x="86" y="30"/>
                    <a:pt x="86" y="30"/>
                    <a:pt x="86" y="30"/>
                  </a:cubicBezTo>
                  <a:cubicBezTo>
                    <a:pt x="86" y="79"/>
                    <a:pt x="86" y="79"/>
                    <a:pt x="86" y="79"/>
                  </a:cubicBezTo>
                  <a:cubicBezTo>
                    <a:pt x="87" y="80"/>
                    <a:pt x="87" y="80"/>
                    <a:pt x="87" y="80"/>
                  </a:cubicBezTo>
                  <a:cubicBezTo>
                    <a:pt x="113" y="54"/>
                    <a:pt x="113" y="54"/>
                    <a:pt x="113" y="54"/>
                  </a:cubicBezTo>
                  <a:cubicBezTo>
                    <a:pt x="120" y="61"/>
                    <a:pt x="120" y="61"/>
                    <a:pt x="120" y="61"/>
                  </a:cubicBezTo>
                  <a:cubicBezTo>
                    <a:pt x="87" y="94"/>
                    <a:pt x="87" y="94"/>
                    <a:pt x="87" y="94"/>
                  </a:cubicBezTo>
                  <a:cubicBezTo>
                    <a:pt x="86" y="93"/>
                    <a:pt x="86" y="93"/>
                    <a:pt x="86" y="93"/>
                  </a:cubicBezTo>
                  <a:cubicBezTo>
                    <a:pt x="86" y="141"/>
                    <a:pt x="86" y="141"/>
                    <a:pt x="86" y="141"/>
                  </a:cubicBezTo>
                  <a:cubicBezTo>
                    <a:pt x="91" y="141"/>
                    <a:pt x="91" y="141"/>
                    <a:pt x="91" y="141"/>
                  </a:cubicBezTo>
                  <a:cubicBezTo>
                    <a:pt x="91" y="164"/>
                    <a:pt x="91" y="164"/>
                    <a:pt x="91" y="164"/>
                  </a:cubicBezTo>
                  <a:cubicBezTo>
                    <a:pt x="91" y="164"/>
                    <a:pt x="91" y="164"/>
                    <a:pt x="91" y="164"/>
                  </a:cubicBezTo>
                  <a:cubicBezTo>
                    <a:pt x="86" y="164"/>
                    <a:pt x="86" y="164"/>
                    <a:pt x="86" y="164"/>
                  </a:cubicBezTo>
                  <a:cubicBezTo>
                    <a:pt x="86" y="171"/>
                    <a:pt x="86" y="171"/>
                    <a:pt x="86" y="171"/>
                  </a:cubicBezTo>
                  <a:close/>
                  <a:moveTo>
                    <a:pt x="86" y="0"/>
                  </a:moveTo>
                  <a:cubicBezTo>
                    <a:pt x="68" y="0"/>
                    <a:pt x="52" y="5"/>
                    <a:pt x="38" y="14"/>
                  </a:cubicBezTo>
                  <a:cubicBezTo>
                    <a:pt x="38" y="31"/>
                    <a:pt x="38" y="31"/>
                    <a:pt x="38" y="31"/>
                  </a:cubicBezTo>
                  <a:cubicBezTo>
                    <a:pt x="50" y="43"/>
                    <a:pt x="50" y="43"/>
                    <a:pt x="50" y="43"/>
                  </a:cubicBezTo>
                  <a:cubicBezTo>
                    <a:pt x="43" y="50"/>
                    <a:pt x="43" y="50"/>
                    <a:pt x="43" y="50"/>
                  </a:cubicBezTo>
                  <a:cubicBezTo>
                    <a:pt x="38" y="45"/>
                    <a:pt x="38" y="45"/>
                    <a:pt x="38" y="45"/>
                  </a:cubicBezTo>
                  <a:cubicBezTo>
                    <a:pt x="38" y="126"/>
                    <a:pt x="38" y="126"/>
                    <a:pt x="38" y="126"/>
                  </a:cubicBezTo>
                  <a:cubicBezTo>
                    <a:pt x="43" y="122"/>
                    <a:pt x="43" y="122"/>
                    <a:pt x="43" y="122"/>
                  </a:cubicBezTo>
                  <a:cubicBezTo>
                    <a:pt x="50" y="129"/>
                    <a:pt x="50" y="129"/>
                    <a:pt x="50" y="129"/>
                  </a:cubicBezTo>
                  <a:cubicBezTo>
                    <a:pt x="38" y="140"/>
                    <a:pt x="38" y="140"/>
                    <a:pt x="38" y="140"/>
                  </a:cubicBezTo>
                  <a:cubicBezTo>
                    <a:pt x="38" y="157"/>
                    <a:pt x="38" y="157"/>
                    <a:pt x="38" y="157"/>
                  </a:cubicBezTo>
                  <a:cubicBezTo>
                    <a:pt x="52" y="166"/>
                    <a:pt x="68" y="171"/>
                    <a:pt x="86" y="171"/>
                  </a:cubicBezTo>
                  <a:cubicBezTo>
                    <a:pt x="86" y="164"/>
                    <a:pt x="86" y="164"/>
                    <a:pt x="86" y="164"/>
                  </a:cubicBezTo>
                  <a:cubicBezTo>
                    <a:pt x="81" y="164"/>
                    <a:pt x="81" y="164"/>
                    <a:pt x="81" y="164"/>
                  </a:cubicBezTo>
                  <a:cubicBezTo>
                    <a:pt x="81" y="141"/>
                    <a:pt x="81" y="141"/>
                    <a:pt x="81" y="141"/>
                  </a:cubicBezTo>
                  <a:cubicBezTo>
                    <a:pt x="86" y="141"/>
                    <a:pt x="86" y="141"/>
                    <a:pt x="86" y="141"/>
                  </a:cubicBezTo>
                  <a:cubicBezTo>
                    <a:pt x="86" y="93"/>
                    <a:pt x="86" y="93"/>
                    <a:pt x="86" y="93"/>
                  </a:cubicBezTo>
                  <a:cubicBezTo>
                    <a:pt x="65" y="73"/>
                    <a:pt x="65" y="73"/>
                    <a:pt x="65" y="73"/>
                  </a:cubicBezTo>
                  <a:cubicBezTo>
                    <a:pt x="72" y="66"/>
                    <a:pt x="72" y="66"/>
                    <a:pt x="72" y="66"/>
                  </a:cubicBezTo>
                  <a:cubicBezTo>
                    <a:pt x="72" y="66"/>
                    <a:pt x="72" y="66"/>
                    <a:pt x="72" y="66"/>
                  </a:cubicBezTo>
                  <a:cubicBezTo>
                    <a:pt x="86" y="79"/>
                    <a:pt x="86" y="79"/>
                    <a:pt x="86" y="79"/>
                  </a:cubicBezTo>
                  <a:cubicBezTo>
                    <a:pt x="86" y="30"/>
                    <a:pt x="86" y="30"/>
                    <a:pt x="86" y="30"/>
                  </a:cubicBezTo>
                  <a:cubicBezTo>
                    <a:pt x="81" y="30"/>
                    <a:pt x="81" y="30"/>
                    <a:pt x="81" y="30"/>
                  </a:cubicBezTo>
                  <a:cubicBezTo>
                    <a:pt x="81" y="7"/>
                    <a:pt x="81" y="7"/>
                    <a:pt x="81" y="7"/>
                  </a:cubicBezTo>
                  <a:cubicBezTo>
                    <a:pt x="81" y="7"/>
                    <a:pt x="81" y="7"/>
                    <a:pt x="81" y="7"/>
                  </a:cubicBezTo>
                  <a:cubicBezTo>
                    <a:pt x="86" y="7"/>
                    <a:pt x="86" y="7"/>
                    <a:pt x="86" y="7"/>
                  </a:cubicBezTo>
                  <a:lnTo>
                    <a:pt x="86" y="0"/>
                  </a:lnTo>
                  <a:close/>
                  <a:moveTo>
                    <a:pt x="38" y="14"/>
                  </a:moveTo>
                  <a:cubicBezTo>
                    <a:pt x="31" y="19"/>
                    <a:pt x="24" y="26"/>
                    <a:pt x="19" y="32"/>
                  </a:cubicBezTo>
                  <a:cubicBezTo>
                    <a:pt x="19" y="81"/>
                    <a:pt x="19" y="81"/>
                    <a:pt x="19" y="81"/>
                  </a:cubicBezTo>
                  <a:cubicBezTo>
                    <a:pt x="30" y="81"/>
                    <a:pt x="30" y="81"/>
                    <a:pt x="30" y="81"/>
                  </a:cubicBezTo>
                  <a:cubicBezTo>
                    <a:pt x="30" y="81"/>
                    <a:pt x="30" y="81"/>
                    <a:pt x="30" y="81"/>
                  </a:cubicBezTo>
                  <a:cubicBezTo>
                    <a:pt x="30" y="91"/>
                    <a:pt x="30" y="91"/>
                    <a:pt x="30" y="91"/>
                  </a:cubicBezTo>
                  <a:cubicBezTo>
                    <a:pt x="19" y="91"/>
                    <a:pt x="19" y="91"/>
                    <a:pt x="19" y="91"/>
                  </a:cubicBezTo>
                  <a:cubicBezTo>
                    <a:pt x="19" y="139"/>
                    <a:pt x="19" y="139"/>
                    <a:pt x="19" y="139"/>
                  </a:cubicBezTo>
                  <a:cubicBezTo>
                    <a:pt x="24" y="146"/>
                    <a:pt x="31" y="152"/>
                    <a:pt x="38" y="157"/>
                  </a:cubicBezTo>
                  <a:cubicBezTo>
                    <a:pt x="38" y="140"/>
                    <a:pt x="38" y="140"/>
                    <a:pt x="38" y="140"/>
                  </a:cubicBezTo>
                  <a:cubicBezTo>
                    <a:pt x="34" y="145"/>
                    <a:pt x="34" y="145"/>
                    <a:pt x="34" y="145"/>
                  </a:cubicBezTo>
                  <a:cubicBezTo>
                    <a:pt x="34" y="145"/>
                    <a:pt x="34" y="145"/>
                    <a:pt x="34" y="145"/>
                  </a:cubicBezTo>
                  <a:cubicBezTo>
                    <a:pt x="27" y="138"/>
                    <a:pt x="27" y="138"/>
                    <a:pt x="27" y="138"/>
                  </a:cubicBezTo>
                  <a:cubicBezTo>
                    <a:pt x="38" y="126"/>
                    <a:pt x="38" y="126"/>
                    <a:pt x="38" y="126"/>
                  </a:cubicBezTo>
                  <a:cubicBezTo>
                    <a:pt x="38" y="45"/>
                    <a:pt x="38" y="45"/>
                    <a:pt x="38" y="45"/>
                  </a:cubicBezTo>
                  <a:cubicBezTo>
                    <a:pt x="27" y="34"/>
                    <a:pt x="27" y="34"/>
                    <a:pt x="27" y="34"/>
                  </a:cubicBezTo>
                  <a:cubicBezTo>
                    <a:pt x="34" y="27"/>
                    <a:pt x="34" y="27"/>
                    <a:pt x="34" y="27"/>
                  </a:cubicBezTo>
                  <a:cubicBezTo>
                    <a:pt x="34" y="27"/>
                    <a:pt x="34" y="27"/>
                    <a:pt x="34" y="27"/>
                  </a:cubicBezTo>
                  <a:cubicBezTo>
                    <a:pt x="38" y="31"/>
                    <a:pt x="38" y="31"/>
                    <a:pt x="38" y="31"/>
                  </a:cubicBezTo>
                  <a:lnTo>
                    <a:pt x="38" y="14"/>
                  </a:lnTo>
                  <a:close/>
                  <a:moveTo>
                    <a:pt x="19" y="32"/>
                  </a:moveTo>
                  <a:cubicBezTo>
                    <a:pt x="7" y="47"/>
                    <a:pt x="0" y="66"/>
                    <a:pt x="0" y="86"/>
                  </a:cubicBezTo>
                  <a:cubicBezTo>
                    <a:pt x="0" y="106"/>
                    <a:pt x="7" y="124"/>
                    <a:pt x="19" y="139"/>
                  </a:cubicBezTo>
                  <a:cubicBezTo>
                    <a:pt x="19" y="91"/>
                    <a:pt x="19" y="91"/>
                    <a:pt x="19" y="91"/>
                  </a:cubicBezTo>
                  <a:cubicBezTo>
                    <a:pt x="7" y="91"/>
                    <a:pt x="7" y="91"/>
                    <a:pt x="7" y="91"/>
                  </a:cubicBezTo>
                  <a:cubicBezTo>
                    <a:pt x="7" y="81"/>
                    <a:pt x="7" y="81"/>
                    <a:pt x="7" y="81"/>
                  </a:cubicBezTo>
                  <a:cubicBezTo>
                    <a:pt x="19" y="81"/>
                    <a:pt x="19" y="81"/>
                    <a:pt x="19" y="81"/>
                  </a:cubicBezTo>
                  <a:lnTo>
                    <a:pt x="19" y="3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0" name="Freeform 72"/>
            <p:cNvSpPr>
              <a:spLocks/>
            </p:cNvSpPr>
            <p:nvPr/>
          </p:nvSpPr>
          <p:spPr bwMode="auto">
            <a:xfrm>
              <a:off x="525463" y="1689100"/>
              <a:ext cx="304800" cy="582613"/>
            </a:xfrm>
            <a:custGeom>
              <a:avLst/>
              <a:gdLst>
                <a:gd name="T0" fmla="*/ 81 w 81"/>
                <a:gd name="T1" fmla="*/ 115 h 155"/>
                <a:gd name="T2" fmla="*/ 81 w 81"/>
                <a:gd name="T3" fmla="*/ 38 h 155"/>
                <a:gd name="T4" fmla="*/ 47 w 81"/>
                <a:gd name="T5" fmla="*/ 0 h 155"/>
                <a:gd name="T6" fmla="*/ 32 w 81"/>
                <a:gd name="T7" fmla="*/ 0 h 155"/>
                <a:gd name="T8" fmla="*/ 0 w 81"/>
                <a:gd name="T9" fmla="*/ 38 h 155"/>
                <a:gd name="T10" fmla="*/ 0 w 81"/>
                <a:gd name="T11" fmla="*/ 123 h 155"/>
                <a:gd name="T12" fmla="*/ 31 w 81"/>
                <a:gd name="T13" fmla="*/ 155 h 155"/>
                <a:gd name="T14" fmla="*/ 31 w 81"/>
                <a:gd name="T15" fmla="*/ 155 h 155"/>
                <a:gd name="T16" fmla="*/ 63 w 81"/>
                <a:gd name="T17" fmla="*/ 124 h 155"/>
                <a:gd name="T18" fmla="*/ 63 w 81"/>
                <a:gd name="T19" fmla="*/ 64 h 155"/>
                <a:gd name="T20" fmla="*/ 41 w 81"/>
                <a:gd name="T21" fmla="*/ 42 h 155"/>
                <a:gd name="T22" fmla="*/ 39 w 81"/>
                <a:gd name="T23" fmla="*/ 42 h 155"/>
                <a:gd name="T24" fmla="*/ 18 w 81"/>
                <a:gd name="T25" fmla="*/ 64 h 155"/>
                <a:gd name="T26" fmla="*/ 18 w 81"/>
                <a:gd name="T27" fmla="*/ 114 h 155"/>
                <a:gd name="T28" fmla="*/ 30 w 81"/>
                <a:gd name="T29" fmla="*/ 114 h 155"/>
                <a:gd name="T30" fmla="*/ 30 w 81"/>
                <a:gd name="T31" fmla="*/ 64 h 155"/>
                <a:gd name="T32" fmla="*/ 39 w 81"/>
                <a:gd name="T33" fmla="*/ 54 h 155"/>
                <a:gd name="T34" fmla="*/ 41 w 81"/>
                <a:gd name="T35" fmla="*/ 54 h 155"/>
                <a:gd name="T36" fmla="*/ 51 w 81"/>
                <a:gd name="T37" fmla="*/ 64 h 155"/>
                <a:gd name="T38" fmla="*/ 51 w 81"/>
                <a:gd name="T39" fmla="*/ 123 h 155"/>
                <a:gd name="T40" fmla="*/ 31 w 81"/>
                <a:gd name="T41" fmla="*/ 143 h 155"/>
                <a:gd name="T42" fmla="*/ 17 w 81"/>
                <a:gd name="T43" fmla="*/ 137 h 155"/>
                <a:gd name="T44" fmla="*/ 12 w 81"/>
                <a:gd name="T45" fmla="*/ 118 h 155"/>
                <a:gd name="T46" fmla="*/ 12 w 81"/>
                <a:gd name="T47" fmla="*/ 38 h 155"/>
                <a:gd name="T48" fmla="*/ 32 w 81"/>
                <a:gd name="T49" fmla="*/ 12 h 155"/>
                <a:gd name="T50" fmla="*/ 47 w 81"/>
                <a:gd name="T51" fmla="*/ 12 h 155"/>
                <a:gd name="T52" fmla="*/ 69 w 81"/>
                <a:gd name="T53" fmla="*/ 38 h 155"/>
                <a:gd name="T54" fmla="*/ 69 w 81"/>
                <a:gd name="T55" fmla="*/ 115 h 155"/>
                <a:gd name="T56" fmla="*/ 81 w 81"/>
                <a:gd name="T57" fmla="*/ 11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55">
                  <a:moveTo>
                    <a:pt x="81" y="115"/>
                  </a:moveTo>
                  <a:cubicBezTo>
                    <a:pt x="81" y="38"/>
                    <a:pt x="81" y="38"/>
                    <a:pt x="81" y="38"/>
                  </a:cubicBezTo>
                  <a:cubicBezTo>
                    <a:pt x="81" y="16"/>
                    <a:pt x="67" y="0"/>
                    <a:pt x="47" y="0"/>
                  </a:cubicBezTo>
                  <a:cubicBezTo>
                    <a:pt x="32" y="0"/>
                    <a:pt x="32" y="0"/>
                    <a:pt x="32" y="0"/>
                  </a:cubicBezTo>
                  <a:cubicBezTo>
                    <a:pt x="13" y="0"/>
                    <a:pt x="0" y="15"/>
                    <a:pt x="0" y="38"/>
                  </a:cubicBezTo>
                  <a:cubicBezTo>
                    <a:pt x="0" y="38"/>
                    <a:pt x="0" y="123"/>
                    <a:pt x="0" y="123"/>
                  </a:cubicBezTo>
                  <a:cubicBezTo>
                    <a:pt x="0" y="140"/>
                    <a:pt x="14" y="155"/>
                    <a:pt x="31" y="155"/>
                  </a:cubicBezTo>
                  <a:cubicBezTo>
                    <a:pt x="31" y="155"/>
                    <a:pt x="31" y="155"/>
                    <a:pt x="31" y="155"/>
                  </a:cubicBezTo>
                  <a:cubicBezTo>
                    <a:pt x="48" y="155"/>
                    <a:pt x="62" y="141"/>
                    <a:pt x="63" y="124"/>
                  </a:cubicBezTo>
                  <a:cubicBezTo>
                    <a:pt x="63" y="64"/>
                    <a:pt x="63" y="64"/>
                    <a:pt x="63" y="64"/>
                  </a:cubicBezTo>
                  <a:cubicBezTo>
                    <a:pt x="63" y="52"/>
                    <a:pt x="53" y="42"/>
                    <a:pt x="41" y="42"/>
                  </a:cubicBezTo>
                  <a:cubicBezTo>
                    <a:pt x="39" y="42"/>
                    <a:pt x="39" y="42"/>
                    <a:pt x="39" y="42"/>
                  </a:cubicBezTo>
                  <a:cubicBezTo>
                    <a:pt x="27" y="42"/>
                    <a:pt x="18" y="52"/>
                    <a:pt x="18" y="64"/>
                  </a:cubicBezTo>
                  <a:cubicBezTo>
                    <a:pt x="18" y="114"/>
                    <a:pt x="18" y="114"/>
                    <a:pt x="18" y="114"/>
                  </a:cubicBezTo>
                  <a:cubicBezTo>
                    <a:pt x="30" y="114"/>
                    <a:pt x="30" y="114"/>
                    <a:pt x="30" y="114"/>
                  </a:cubicBezTo>
                  <a:cubicBezTo>
                    <a:pt x="30" y="64"/>
                    <a:pt x="30" y="64"/>
                    <a:pt x="30" y="64"/>
                  </a:cubicBezTo>
                  <a:cubicBezTo>
                    <a:pt x="30" y="59"/>
                    <a:pt x="33" y="54"/>
                    <a:pt x="39" y="54"/>
                  </a:cubicBezTo>
                  <a:cubicBezTo>
                    <a:pt x="41" y="54"/>
                    <a:pt x="41" y="54"/>
                    <a:pt x="41" y="54"/>
                  </a:cubicBezTo>
                  <a:cubicBezTo>
                    <a:pt x="47" y="54"/>
                    <a:pt x="51" y="58"/>
                    <a:pt x="51" y="64"/>
                  </a:cubicBezTo>
                  <a:cubicBezTo>
                    <a:pt x="51" y="123"/>
                    <a:pt x="51" y="123"/>
                    <a:pt x="51" y="123"/>
                  </a:cubicBezTo>
                  <a:cubicBezTo>
                    <a:pt x="51" y="134"/>
                    <a:pt x="42" y="143"/>
                    <a:pt x="31" y="143"/>
                  </a:cubicBezTo>
                  <a:cubicBezTo>
                    <a:pt x="25" y="143"/>
                    <a:pt x="20" y="141"/>
                    <a:pt x="17" y="137"/>
                  </a:cubicBezTo>
                  <a:cubicBezTo>
                    <a:pt x="14" y="133"/>
                    <a:pt x="12" y="127"/>
                    <a:pt x="12" y="118"/>
                  </a:cubicBezTo>
                  <a:cubicBezTo>
                    <a:pt x="12" y="38"/>
                    <a:pt x="12" y="38"/>
                    <a:pt x="12" y="38"/>
                  </a:cubicBezTo>
                  <a:cubicBezTo>
                    <a:pt x="12" y="19"/>
                    <a:pt x="22" y="12"/>
                    <a:pt x="32" y="12"/>
                  </a:cubicBezTo>
                  <a:cubicBezTo>
                    <a:pt x="47" y="12"/>
                    <a:pt x="47" y="12"/>
                    <a:pt x="47" y="12"/>
                  </a:cubicBezTo>
                  <a:cubicBezTo>
                    <a:pt x="62" y="12"/>
                    <a:pt x="69" y="25"/>
                    <a:pt x="69" y="38"/>
                  </a:cubicBezTo>
                  <a:cubicBezTo>
                    <a:pt x="69" y="115"/>
                    <a:pt x="69" y="115"/>
                    <a:pt x="69" y="115"/>
                  </a:cubicBezTo>
                  <a:lnTo>
                    <a:pt x="81" y="11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1" name="Freeform 73"/>
            <p:cNvSpPr>
              <a:spLocks/>
            </p:cNvSpPr>
            <p:nvPr/>
          </p:nvSpPr>
          <p:spPr bwMode="auto">
            <a:xfrm>
              <a:off x="52388" y="482600"/>
              <a:ext cx="247650" cy="714375"/>
            </a:xfrm>
            <a:custGeom>
              <a:avLst/>
              <a:gdLst>
                <a:gd name="T0" fmla="*/ 7 w 66"/>
                <a:gd name="T1" fmla="*/ 22 h 190"/>
                <a:gd name="T2" fmla="*/ 1 w 66"/>
                <a:gd name="T3" fmla="*/ 46 h 190"/>
                <a:gd name="T4" fmla="*/ 5 w 66"/>
                <a:gd name="T5" fmla="*/ 66 h 190"/>
                <a:gd name="T6" fmla="*/ 24 w 66"/>
                <a:gd name="T7" fmla="*/ 86 h 190"/>
                <a:gd name="T8" fmla="*/ 24 w 66"/>
                <a:gd name="T9" fmla="*/ 190 h 190"/>
                <a:gd name="T10" fmla="*/ 42 w 66"/>
                <a:gd name="T11" fmla="*/ 190 h 190"/>
                <a:gd name="T12" fmla="*/ 42 w 66"/>
                <a:gd name="T13" fmla="*/ 86 h 190"/>
                <a:gd name="T14" fmla="*/ 60 w 66"/>
                <a:gd name="T15" fmla="*/ 66 h 190"/>
                <a:gd name="T16" fmla="*/ 65 w 66"/>
                <a:gd name="T17" fmla="*/ 46 h 190"/>
                <a:gd name="T18" fmla="*/ 58 w 66"/>
                <a:gd name="T19" fmla="*/ 22 h 190"/>
                <a:gd name="T20" fmla="*/ 43 w 66"/>
                <a:gd name="T21" fmla="*/ 0 h 190"/>
                <a:gd name="T22" fmla="*/ 48 w 66"/>
                <a:gd name="T23" fmla="*/ 44 h 190"/>
                <a:gd name="T24" fmla="*/ 42 w 66"/>
                <a:gd name="T25" fmla="*/ 44 h 190"/>
                <a:gd name="T26" fmla="*/ 37 w 66"/>
                <a:gd name="T27" fmla="*/ 0 h 190"/>
                <a:gd name="T28" fmla="*/ 33 w 66"/>
                <a:gd name="T29" fmla="*/ 0 h 190"/>
                <a:gd name="T30" fmla="*/ 28 w 66"/>
                <a:gd name="T31" fmla="*/ 0 h 190"/>
                <a:gd name="T32" fmla="*/ 23 w 66"/>
                <a:gd name="T33" fmla="*/ 44 h 190"/>
                <a:gd name="T34" fmla="*/ 17 w 66"/>
                <a:gd name="T35" fmla="*/ 44 h 190"/>
                <a:gd name="T36" fmla="*/ 22 w 66"/>
                <a:gd name="T37" fmla="*/ 0 h 190"/>
                <a:gd name="T38" fmla="*/ 7 w 66"/>
                <a:gd name="T39" fmla="*/ 2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190">
                  <a:moveTo>
                    <a:pt x="7" y="22"/>
                  </a:moveTo>
                  <a:cubicBezTo>
                    <a:pt x="5" y="30"/>
                    <a:pt x="1" y="37"/>
                    <a:pt x="1" y="46"/>
                  </a:cubicBezTo>
                  <a:cubicBezTo>
                    <a:pt x="0" y="53"/>
                    <a:pt x="1" y="59"/>
                    <a:pt x="5" y="66"/>
                  </a:cubicBezTo>
                  <a:cubicBezTo>
                    <a:pt x="9" y="72"/>
                    <a:pt x="16" y="82"/>
                    <a:pt x="24" y="86"/>
                  </a:cubicBezTo>
                  <a:cubicBezTo>
                    <a:pt x="24" y="190"/>
                    <a:pt x="24" y="190"/>
                    <a:pt x="24" y="190"/>
                  </a:cubicBezTo>
                  <a:cubicBezTo>
                    <a:pt x="42" y="190"/>
                    <a:pt x="42" y="190"/>
                    <a:pt x="42" y="190"/>
                  </a:cubicBezTo>
                  <a:cubicBezTo>
                    <a:pt x="42" y="86"/>
                    <a:pt x="42" y="86"/>
                    <a:pt x="42" y="86"/>
                  </a:cubicBezTo>
                  <a:cubicBezTo>
                    <a:pt x="50" y="82"/>
                    <a:pt x="56" y="72"/>
                    <a:pt x="60" y="66"/>
                  </a:cubicBezTo>
                  <a:cubicBezTo>
                    <a:pt x="64" y="59"/>
                    <a:pt x="66" y="53"/>
                    <a:pt x="65" y="46"/>
                  </a:cubicBezTo>
                  <a:cubicBezTo>
                    <a:pt x="64" y="37"/>
                    <a:pt x="61" y="30"/>
                    <a:pt x="58" y="22"/>
                  </a:cubicBezTo>
                  <a:cubicBezTo>
                    <a:pt x="56" y="16"/>
                    <a:pt x="51" y="1"/>
                    <a:pt x="43" y="0"/>
                  </a:cubicBezTo>
                  <a:cubicBezTo>
                    <a:pt x="48" y="44"/>
                    <a:pt x="48" y="44"/>
                    <a:pt x="48" y="44"/>
                  </a:cubicBezTo>
                  <a:cubicBezTo>
                    <a:pt x="42" y="44"/>
                    <a:pt x="42" y="44"/>
                    <a:pt x="42" y="44"/>
                  </a:cubicBezTo>
                  <a:cubicBezTo>
                    <a:pt x="37" y="0"/>
                    <a:pt x="37" y="0"/>
                    <a:pt x="37" y="0"/>
                  </a:cubicBezTo>
                  <a:cubicBezTo>
                    <a:pt x="33" y="0"/>
                    <a:pt x="33" y="0"/>
                    <a:pt x="33" y="0"/>
                  </a:cubicBezTo>
                  <a:cubicBezTo>
                    <a:pt x="28" y="0"/>
                    <a:pt x="28" y="0"/>
                    <a:pt x="28" y="0"/>
                  </a:cubicBezTo>
                  <a:cubicBezTo>
                    <a:pt x="23" y="44"/>
                    <a:pt x="23" y="44"/>
                    <a:pt x="23" y="44"/>
                  </a:cubicBezTo>
                  <a:cubicBezTo>
                    <a:pt x="17" y="44"/>
                    <a:pt x="17" y="44"/>
                    <a:pt x="17" y="44"/>
                  </a:cubicBezTo>
                  <a:cubicBezTo>
                    <a:pt x="22" y="0"/>
                    <a:pt x="22" y="0"/>
                    <a:pt x="22" y="0"/>
                  </a:cubicBezTo>
                  <a:cubicBezTo>
                    <a:pt x="14" y="1"/>
                    <a:pt x="10" y="16"/>
                    <a:pt x="7"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2" name="Freeform 74"/>
            <p:cNvSpPr>
              <a:spLocks/>
            </p:cNvSpPr>
            <p:nvPr/>
          </p:nvSpPr>
          <p:spPr bwMode="auto">
            <a:xfrm>
              <a:off x="409575" y="482600"/>
              <a:ext cx="160338" cy="714375"/>
            </a:xfrm>
            <a:custGeom>
              <a:avLst/>
              <a:gdLst>
                <a:gd name="T0" fmla="*/ 0 w 43"/>
                <a:gd name="T1" fmla="*/ 53 h 190"/>
                <a:gd name="T2" fmla="*/ 25 w 43"/>
                <a:gd name="T3" fmla="*/ 106 h 190"/>
                <a:gd name="T4" fmla="*/ 25 w 43"/>
                <a:gd name="T5" fmla="*/ 190 h 190"/>
                <a:gd name="T6" fmla="*/ 43 w 43"/>
                <a:gd name="T7" fmla="*/ 190 h 190"/>
                <a:gd name="T8" fmla="*/ 43 w 43"/>
                <a:gd name="T9" fmla="*/ 0 h 190"/>
                <a:gd name="T10" fmla="*/ 25 w 43"/>
                <a:gd name="T11" fmla="*/ 0 h 190"/>
                <a:gd name="T12" fmla="*/ 0 w 43"/>
                <a:gd name="T13" fmla="*/ 53 h 190"/>
              </a:gdLst>
              <a:ahLst/>
              <a:cxnLst>
                <a:cxn ang="0">
                  <a:pos x="T0" y="T1"/>
                </a:cxn>
                <a:cxn ang="0">
                  <a:pos x="T2" y="T3"/>
                </a:cxn>
                <a:cxn ang="0">
                  <a:pos x="T4" y="T5"/>
                </a:cxn>
                <a:cxn ang="0">
                  <a:pos x="T6" y="T7"/>
                </a:cxn>
                <a:cxn ang="0">
                  <a:pos x="T8" y="T9"/>
                </a:cxn>
                <a:cxn ang="0">
                  <a:pos x="T10" y="T11"/>
                </a:cxn>
                <a:cxn ang="0">
                  <a:pos x="T12" y="T13"/>
                </a:cxn>
              </a:cxnLst>
              <a:rect l="0" t="0" r="r" b="b"/>
              <a:pathLst>
                <a:path w="43" h="190">
                  <a:moveTo>
                    <a:pt x="0" y="53"/>
                  </a:moveTo>
                  <a:cubicBezTo>
                    <a:pt x="0" y="100"/>
                    <a:pt x="20" y="105"/>
                    <a:pt x="25" y="106"/>
                  </a:cubicBezTo>
                  <a:cubicBezTo>
                    <a:pt x="25" y="190"/>
                    <a:pt x="25" y="190"/>
                    <a:pt x="25" y="190"/>
                  </a:cubicBezTo>
                  <a:cubicBezTo>
                    <a:pt x="43" y="190"/>
                    <a:pt x="43" y="190"/>
                    <a:pt x="43" y="190"/>
                  </a:cubicBezTo>
                  <a:cubicBezTo>
                    <a:pt x="43" y="0"/>
                    <a:pt x="43" y="0"/>
                    <a:pt x="43" y="0"/>
                  </a:cubicBezTo>
                  <a:cubicBezTo>
                    <a:pt x="25" y="0"/>
                    <a:pt x="25" y="0"/>
                    <a:pt x="25" y="0"/>
                  </a:cubicBezTo>
                  <a:cubicBezTo>
                    <a:pt x="25" y="0"/>
                    <a:pt x="0" y="0"/>
                    <a:pt x="0"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3" name="Freeform 75"/>
            <p:cNvSpPr>
              <a:spLocks/>
            </p:cNvSpPr>
            <p:nvPr/>
          </p:nvSpPr>
          <p:spPr bwMode="auto">
            <a:xfrm>
              <a:off x="3502025" y="523875"/>
              <a:ext cx="165100" cy="327025"/>
            </a:xfrm>
            <a:custGeom>
              <a:avLst/>
              <a:gdLst>
                <a:gd name="T0" fmla="*/ 0 w 104"/>
                <a:gd name="T1" fmla="*/ 206 h 206"/>
                <a:gd name="T2" fmla="*/ 104 w 104"/>
                <a:gd name="T3" fmla="*/ 83 h 206"/>
                <a:gd name="T4" fmla="*/ 0 w 104"/>
                <a:gd name="T5" fmla="*/ 0 h 206"/>
                <a:gd name="T6" fmla="*/ 0 w 104"/>
                <a:gd name="T7" fmla="*/ 206 h 206"/>
              </a:gdLst>
              <a:ahLst/>
              <a:cxnLst>
                <a:cxn ang="0">
                  <a:pos x="T0" y="T1"/>
                </a:cxn>
                <a:cxn ang="0">
                  <a:pos x="T2" y="T3"/>
                </a:cxn>
                <a:cxn ang="0">
                  <a:pos x="T4" y="T5"/>
                </a:cxn>
                <a:cxn ang="0">
                  <a:pos x="T6" y="T7"/>
                </a:cxn>
              </a:cxnLst>
              <a:rect l="0" t="0" r="r" b="b"/>
              <a:pathLst>
                <a:path w="104" h="206">
                  <a:moveTo>
                    <a:pt x="0" y="206"/>
                  </a:moveTo>
                  <a:lnTo>
                    <a:pt x="104" y="83"/>
                  </a:lnTo>
                  <a:lnTo>
                    <a:pt x="0" y="0"/>
                  </a:lnTo>
                  <a:lnTo>
                    <a:pt x="0" y="20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4" name="Freeform 76"/>
            <p:cNvSpPr>
              <a:spLocks/>
            </p:cNvSpPr>
            <p:nvPr/>
          </p:nvSpPr>
          <p:spPr bwMode="auto">
            <a:xfrm>
              <a:off x="3895725" y="523875"/>
              <a:ext cx="161925" cy="327025"/>
            </a:xfrm>
            <a:custGeom>
              <a:avLst/>
              <a:gdLst>
                <a:gd name="T0" fmla="*/ 102 w 102"/>
                <a:gd name="T1" fmla="*/ 206 h 206"/>
                <a:gd name="T2" fmla="*/ 102 w 102"/>
                <a:gd name="T3" fmla="*/ 0 h 206"/>
                <a:gd name="T4" fmla="*/ 0 w 102"/>
                <a:gd name="T5" fmla="*/ 83 h 206"/>
                <a:gd name="T6" fmla="*/ 102 w 102"/>
                <a:gd name="T7" fmla="*/ 206 h 206"/>
              </a:gdLst>
              <a:ahLst/>
              <a:cxnLst>
                <a:cxn ang="0">
                  <a:pos x="T0" y="T1"/>
                </a:cxn>
                <a:cxn ang="0">
                  <a:pos x="T2" y="T3"/>
                </a:cxn>
                <a:cxn ang="0">
                  <a:pos x="T4" y="T5"/>
                </a:cxn>
                <a:cxn ang="0">
                  <a:pos x="T6" y="T7"/>
                </a:cxn>
              </a:cxnLst>
              <a:rect l="0" t="0" r="r" b="b"/>
              <a:pathLst>
                <a:path w="102" h="206">
                  <a:moveTo>
                    <a:pt x="102" y="206"/>
                  </a:moveTo>
                  <a:lnTo>
                    <a:pt x="102" y="0"/>
                  </a:lnTo>
                  <a:lnTo>
                    <a:pt x="0" y="83"/>
                  </a:lnTo>
                  <a:lnTo>
                    <a:pt x="102" y="20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5" name="Rectangle 77"/>
            <p:cNvSpPr>
              <a:spLocks noChangeArrowheads="1"/>
            </p:cNvSpPr>
            <p:nvPr/>
          </p:nvSpPr>
          <p:spPr bwMode="auto">
            <a:xfrm>
              <a:off x="4057650" y="862013"/>
              <a:ext cx="1588" cy="1588"/>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6" name="Freeform 78"/>
            <p:cNvSpPr>
              <a:spLocks/>
            </p:cNvSpPr>
            <p:nvPr/>
          </p:nvSpPr>
          <p:spPr bwMode="auto">
            <a:xfrm>
              <a:off x="3502025" y="862013"/>
              <a:ext cx="3175"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7" name="Freeform 79"/>
            <p:cNvSpPr>
              <a:spLocks/>
            </p:cNvSpPr>
            <p:nvPr/>
          </p:nvSpPr>
          <p:spPr bwMode="auto">
            <a:xfrm>
              <a:off x="3513138" y="666750"/>
              <a:ext cx="536575" cy="195263"/>
            </a:xfrm>
            <a:custGeom>
              <a:avLst/>
              <a:gdLst>
                <a:gd name="T0" fmla="*/ 338 w 338"/>
                <a:gd name="T1" fmla="*/ 123 h 123"/>
                <a:gd name="T2" fmla="*/ 336 w 338"/>
                <a:gd name="T3" fmla="*/ 123 h 123"/>
                <a:gd name="T4" fmla="*/ 232 w 338"/>
                <a:gd name="T5" fmla="*/ 0 h 123"/>
                <a:gd name="T6" fmla="*/ 168 w 338"/>
                <a:gd name="T7" fmla="*/ 50 h 123"/>
                <a:gd name="T8" fmla="*/ 104 w 338"/>
                <a:gd name="T9" fmla="*/ 0 h 123"/>
                <a:gd name="T10" fmla="*/ 0 w 338"/>
                <a:gd name="T11" fmla="*/ 123 h 123"/>
                <a:gd name="T12" fmla="*/ 0 w 338"/>
                <a:gd name="T13" fmla="*/ 123 h 123"/>
                <a:gd name="T14" fmla="*/ 338 w 338"/>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8" h="123">
                  <a:moveTo>
                    <a:pt x="338" y="123"/>
                  </a:moveTo>
                  <a:lnTo>
                    <a:pt x="336" y="123"/>
                  </a:lnTo>
                  <a:lnTo>
                    <a:pt x="232" y="0"/>
                  </a:lnTo>
                  <a:lnTo>
                    <a:pt x="168" y="50"/>
                  </a:lnTo>
                  <a:lnTo>
                    <a:pt x="104" y="0"/>
                  </a:lnTo>
                  <a:lnTo>
                    <a:pt x="0" y="123"/>
                  </a:lnTo>
                  <a:lnTo>
                    <a:pt x="0" y="123"/>
                  </a:lnTo>
                  <a:lnTo>
                    <a:pt x="338" y="12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8" name="Freeform 80"/>
            <p:cNvSpPr>
              <a:spLocks/>
            </p:cNvSpPr>
            <p:nvPr/>
          </p:nvSpPr>
          <p:spPr bwMode="auto">
            <a:xfrm>
              <a:off x="3517900" y="512763"/>
              <a:ext cx="528638" cy="214313"/>
            </a:xfrm>
            <a:custGeom>
              <a:avLst/>
              <a:gdLst>
                <a:gd name="T0" fmla="*/ 99 w 333"/>
                <a:gd name="T1" fmla="*/ 83 h 135"/>
                <a:gd name="T2" fmla="*/ 104 w 333"/>
                <a:gd name="T3" fmla="*/ 85 h 135"/>
                <a:gd name="T4" fmla="*/ 108 w 333"/>
                <a:gd name="T5" fmla="*/ 88 h 135"/>
                <a:gd name="T6" fmla="*/ 165 w 333"/>
                <a:gd name="T7" fmla="*/ 135 h 135"/>
                <a:gd name="T8" fmla="*/ 224 w 333"/>
                <a:gd name="T9" fmla="*/ 88 h 135"/>
                <a:gd name="T10" fmla="*/ 227 w 333"/>
                <a:gd name="T11" fmla="*/ 85 h 135"/>
                <a:gd name="T12" fmla="*/ 231 w 333"/>
                <a:gd name="T13" fmla="*/ 83 h 135"/>
                <a:gd name="T14" fmla="*/ 333 w 333"/>
                <a:gd name="T15" fmla="*/ 0 h 135"/>
                <a:gd name="T16" fmla="*/ 0 w 333"/>
                <a:gd name="T17" fmla="*/ 0 h 135"/>
                <a:gd name="T18" fmla="*/ 99 w 333"/>
                <a:gd name="T19" fmla="*/ 8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135">
                  <a:moveTo>
                    <a:pt x="99" y="83"/>
                  </a:moveTo>
                  <a:lnTo>
                    <a:pt x="104" y="85"/>
                  </a:lnTo>
                  <a:lnTo>
                    <a:pt x="108" y="88"/>
                  </a:lnTo>
                  <a:lnTo>
                    <a:pt x="165" y="135"/>
                  </a:lnTo>
                  <a:lnTo>
                    <a:pt x="224" y="88"/>
                  </a:lnTo>
                  <a:lnTo>
                    <a:pt x="227" y="85"/>
                  </a:lnTo>
                  <a:lnTo>
                    <a:pt x="231" y="83"/>
                  </a:lnTo>
                  <a:lnTo>
                    <a:pt x="333" y="0"/>
                  </a:lnTo>
                  <a:lnTo>
                    <a:pt x="0" y="0"/>
                  </a:lnTo>
                  <a:lnTo>
                    <a:pt x="99" y="8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29" name="Rectangle 81"/>
            <p:cNvSpPr>
              <a:spLocks noChangeArrowheads="1"/>
            </p:cNvSpPr>
            <p:nvPr/>
          </p:nvSpPr>
          <p:spPr bwMode="auto">
            <a:xfrm>
              <a:off x="2297113" y="2266950"/>
              <a:ext cx="98425"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0" name="Freeform 82"/>
            <p:cNvSpPr>
              <a:spLocks noEditPoints="1"/>
            </p:cNvSpPr>
            <p:nvPr/>
          </p:nvSpPr>
          <p:spPr bwMode="auto">
            <a:xfrm>
              <a:off x="1925638" y="2324100"/>
              <a:ext cx="536575" cy="379413"/>
            </a:xfrm>
            <a:custGeom>
              <a:avLst/>
              <a:gdLst>
                <a:gd name="T0" fmla="*/ 71 w 143"/>
                <a:gd name="T1" fmla="*/ 101 h 101"/>
                <a:gd name="T2" fmla="*/ 143 w 143"/>
                <a:gd name="T3" fmla="*/ 101 h 101"/>
                <a:gd name="T4" fmla="*/ 143 w 143"/>
                <a:gd name="T5" fmla="*/ 0 h 101"/>
                <a:gd name="T6" fmla="*/ 71 w 143"/>
                <a:gd name="T7" fmla="*/ 0 h 101"/>
                <a:gd name="T8" fmla="*/ 71 w 143"/>
                <a:gd name="T9" fmla="*/ 11 h 101"/>
                <a:gd name="T10" fmla="*/ 71 w 143"/>
                <a:gd name="T11" fmla="*/ 11 h 101"/>
                <a:gd name="T12" fmla="*/ 111 w 143"/>
                <a:gd name="T13" fmla="*/ 51 h 101"/>
                <a:gd name="T14" fmla="*/ 71 w 143"/>
                <a:gd name="T15" fmla="*/ 90 h 101"/>
                <a:gd name="T16" fmla="*/ 71 w 143"/>
                <a:gd name="T17" fmla="*/ 101 h 101"/>
                <a:gd name="T18" fmla="*/ 0 w 143"/>
                <a:gd name="T19" fmla="*/ 101 h 101"/>
                <a:gd name="T20" fmla="*/ 71 w 143"/>
                <a:gd name="T21" fmla="*/ 101 h 101"/>
                <a:gd name="T22" fmla="*/ 71 w 143"/>
                <a:gd name="T23" fmla="*/ 90 h 101"/>
                <a:gd name="T24" fmla="*/ 32 w 143"/>
                <a:gd name="T25" fmla="*/ 51 h 101"/>
                <a:gd name="T26" fmla="*/ 71 w 143"/>
                <a:gd name="T27" fmla="*/ 11 h 101"/>
                <a:gd name="T28" fmla="*/ 71 w 143"/>
                <a:gd name="T29" fmla="*/ 0 h 101"/>
                <a:gd name="T30" fmla="*/ 0 w 143"/>
                <a:gd name="T31" fmla="*/ 0 h 101"/>
                <a:gd name="T32" fmla="*/ 0 w 143"/>
                <a:gd name="T33" fmla="*/ 101 h 101"/>
                <a:gd name="T34" fmla="*/ 71 w 143"/>
                <a:gd name="T35" fmla="*/ 11 h 101"/>
                <a:gd name="T36" fmla="*/ 71 w 143"/>
                <a:gd name="T3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01">
                  <a:moveTo>
                    <a:pt x="71" y="101"/>
                  </a:moveTo>
                  <a:cubicBezTo>
                    <a:pt x="143" y="101"/>
                    <a:pt x="143" y="101"/>
                    <a:pt x="143" y="101"/>
                  </a:cubicBezTo>
                  <a:cubicBezTo>
                    <a:pt x="143" y="0"/>
                    <a:pt x="143" y="0"/>
                    <a:pt x="143" y="0"/>
                  </a:cubicBezTo>
                  <a:cubicBezTo>
                    <a:pt x="71" y="0"/>
                    <a:pt x="71" y="0"/>
                    <a:pt x="71" y="0"/>
                  </a:cubicBezTo>
                  <a:cubicBezTo>
                    <a:pt x="71" y="11"/>
                    <a:pt x="71" y="11"/>
                    <a:pt x="71" y="11"/>
                  </a:cubicBezTo>
                  <a:cubicBezTo>
                    <a:pt x="71" y="11"/>
                    <a:pt x="71" y="11"/>
                    <a:pt x="71" y="11"/>
                  </a:cubicBezTo>
                  <a:cubicBezTo>
                    <a:pt x="93" y="11"/>
                    <a:pt x="111" y="29"/>
                    <a:pt x="111" y="51"/>
                  </a:cubicBezTo>
                  <a:cubicBezTo>
                    <a:pt x="111" y="73"/>
                    <a:pt x="93" y="90"/>
                    <a:pt x="71" y="90"/>
                  </a:cubicBezTo>
                  <a:lnTo>
                    <a:pt x="71" y="101"/>
                  </a:lnTo>
                  <a:close/>
                  <a:moveTo>
                    <a:pt x="0" y="101"/>
                  </a:moveTo>
                  <a:cubicBezTo>
                    <a:pt x="71" y="101"/>
                    <a:pt x="71" y="101"/>
                    <a:pt x="71" y="101"/>
                  </a:cubicBezTo>
                  <a:cubicBezTo>
                    <a:pt x="71" y="90"/>
                    <a:pt x="71" y="90"/>
                    <a:pt x="71" y="90"/>
                  </a:cubicBezTo>
                  <a:cubicBezTo>
                    <a:pt x="49" y="90"/>
                    <a:pt x="32" y="73"/>
                    <a:pt x="32" y="51"/>
                  </a:cubicBezTo>
                  <a:cubicBezTo>
                    <a:pt x="32" y="29"/>
                    <a:pt x="49" y="11"/>
                    <a:pt x="71" y="11"/>
                  </a:cubicBezTo>
                  <a:cubicBezTo>
                    <a:pt x="71" y="0"/>
                    <a:pt x="71" y="0"/>
                    <a:pt x="71" y="0"/>
                  </a:cubicBezTo>
                  <a:cubicBezTo>
                    <a:pt x="0" y="0"/>
                    <a:pt x="0" y="0"/>
                    <a:pt x="0" y="0"/>
                  </a:cubicBezTo>
                  <a:cubicBezTo>
                    <a:pt x="0" y="101"/>
                    <a:pt x="0" y="101"/>
                    <a:pt x="0" y="101"/>
                  </a:cubicBezTo>
                  <a:close/>
                  <a:moveTo>
                    <a:pt x="71" y="11"/>
                  </a:moveTo>
                  <a:cubicBezTo>
                    <a:pt x="71" y="11"/>
                    <a:pt x="71" y="11"/>
                    <a:pt x="71" y="11"/>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1" name="Oval 83"/>
            <p:cNvSpPr>
              <a:spLocks noChangeArrowheads="1"/>
            </p:cNvSpPr>
            <p:nvPr/>
          </p:nvSpPr>
          <p:spPr bwMode="auto">
            <a:xfrm>
              <a:off x="2093913" y="2414588"/>
              <a:ext cx="200025" cy="1984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2" name="Freeform 84"/>
            <p:cNvSpPr>
              <a:spLocks/>
            </p:cNvSpPr>
            <p:nvPr/>
          </p:nvSpPr>
          <p:spPr bwMode="auto">
            <a:xfrm>
              <a:off x="7829550" y="474663"/>
              <a:ext cx="327025" cy="196850"/>
            </a:xfrm>
            <a:custGeom>
              <a:avLst/>
              <a:gdLst>
                <a:gd name="T0" fmla="*/ 206 w 206"/>
                <a:gd name="T1" fmla="*/ 0 h 124"/>
                <a:gd name="T2" fmla="*/ 17 w 206"/>
                <a:gd name="T3" fmla="*/ 0 h 124"/>
                <a:gd name="T4" fmla="*/ 17 w 206"/>
                <a:gd name="T5" fmla="*/ 36 h 124"/>
                <a:gd name="T6" fmla="*/ 0 w 206"/>
                <a:gd name="T7" fmla="*/ 36 h 124"/>
                <a:gd name="T8" fmla="*/ 0 w 206"/>
                <a:gd name="T9" fmla="*/ 90 h 124"/>
                <a:gd name="T10" fmla="*/ 17 w 206"/>
                <a:gd name="T11" fmla="*/ 90 h 124"/>
                <a:gd name="T12" fmla="*/ 17 w 206"/>
                <a:gd name="T13" fmla="*/ 124 h 124"/>
                <a:gd name="T14" fmla="*/ 206 w 206"/>
                <a:gd name="T15" fmla="*/ 124 h 124"/>
                <a:gd name="T16" fmla="*/ 206 w 206"/>
                <a:gd name="T1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4">
                  <a:moveTo>
                    <a:pt x="206" y="0"/>
                  </a:moveTo>
                  <a:lnTo>
                    <a:pt x="17" y="0"/>
                  </a:lnTo>
                  <a:lnTo>
                    <a:pt x="17" y="36"/>
                  </a:lnTo>
                  <a:lnTo>
                    <a:pt x="0" y="36"/>
                  </a:lnTo>
                  <a:lnTo>
                    <a:pt x="0" y="90"/>
                  </a:lnTo>
                  <a:lnTo>
                    <a:pt x="17" y="90"/>
                  </a:lnTo>
                  <a:lnTo>
                    <a:pt x="17" y="124"/>
                  </a:lnTo>
                  <a:lnTo>
                    <a:pt x="206" y="124"/>
                  </a:lnTo>
                  <a:lnTo>
                    <a:pt x="20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3" name="Rectangle 85"/>
            <p:cNvSpPr>
              <a:spLocks noChangeArrowheads="1"/>
            </p:cNvSpPr>
            <p:nvPr/>
          </p:nvSpPr>
          <p:spPr bwMode="auto">
            <a:xfrm>
              <a:off x="7570788" y="388938"/>
              <a:ext cx="49213" cy="26988"/>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4" name="Oval 86"/>
            <p:cNvSpPr>
              <a:spLocks noChangeArrowheads="1"/>
            </p:cNvSpPr>
            <p:nvPr/>
          </p:nvSpPr>
          <p:spPr bwMode="auto">
            <a:xfrm>
              <a:off x="7627938" y="512763"/>
              <a:ext cx="104775" cy="10477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5" name="Freeform 87"/>
            <p:cNvSpPr>
              <a:spLocks noEditPoints="1"/>
            </p:cNvSpPr>
            <p:nvPr/>
          </p:nvSpPr>
          <p:spPr bwMode="auto">
            <a:xfrm>
              <a:off x="7540625" y="433388"/>
              <a:ext cx="274638" cy="527050"/>
            </a:xfrm>
            <a:custGeom>
              <a:avLst/>
              <a:gdLst>
                <a:gd name="T0" fmla="*/ 37 w 73"/>
                <a:gd name="T1" fmla="*/ 140 h 140"/>
                <a:gd name="T2" fmla="*/ 73 w 73"/>
                <a:gd name="T3" fmla="*/ 140 h 140"/>
                <a:gd name="T4" fmla="*/ 73 w 73"/>
                <a:gd name="T5" fmla="*/ 49 h 140"/>
                <a:gd name="T6" fmla="*/ 73 w 73"/>
                <a:gd name="T7" fmla="*/ 26 h 140"/>
                <a:gd name="T8" fmla="*/ 73 w 73"/>
                <a:gd name="T9" fmla="*/ 0 h 140"/>
                <a:gd name="T10" fmla="*/ 37 w 73"/>
                <a:gd name="T11" fmla="*/ 0 h 140"/>
                <a:gd name="T12" fmla="*/ 37 w 73"/>
                <a:gd name="T13" fmla="*/ 7 h 140"/>
                <a:gd name="T14" fmla="*/ 37 w 73"/>
                <a:gd name="T15" fmla="*/ 7 h 140"/>
                <a:gd name="T16" fmla="*/ 65 w 73"/>
                <a:gd name="T17" fmla="*/ 35 h 140"/>
                <a:gd name="T18" fmla="*/ 37 w 73"/>
                <a:gd name="T19" fmla="*/ 63 h 140"/>
                <a:gd name="T20" fmla="*/ 37 w 73"/>
                <a:gd name="T21" fmla="*/ 140 h 140"/>
                <a:gd name="T22" fmla="*/ 0 w 73"/>
                <a:gd name="T23" fmla="*/ 140 h 140"/>
                <a:gd name="T24" fmla="*/ 37 w 73"/>
                <a:gd name="T25" fmla="*/ 140 h 140"/>
                <a:gd name="T26" fmla="*/ 37 w 73"/>
                <a:gd name="T27" fmla="*/ 63 h 140"/>
                <a:gd name="T28" fmla="*/ 9 w 73"/>
                <a:gd name="T29" fmla="*/ 35 h 140"/>
                <a:gd name="T30" fmla="*/ 37 w 73"/>
                <a:gd name="T31" fmla="*/ 7 h 140"/>
                <a:gd name="T32" fmla="*/ 37 w 73"/>
                <a:gd name="T33" fmla="*/ 0 h 140"/>
                <a:gd name="T34" fmla="*/ 0 w 73"/>
                <a:gd name="T35" fmla="*/ 0 h 140"/>
                <a:gd name="T36" fmla="*/ 0 w 73"/>
                <a:gd name="T37" fmla="*/ 140 h 140"/>
                <a:gd name="T38" fmla="*/ 37 w 73"/>
                <a:gd name="T39" fmla="*/ 7 h 140"/>
                <a:gd name="T40" fmla="*/ 37 w 73"/>
                <a:gd name="T41" fmla="*/ 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140">
                  <a:moveTo>
                    <a:pt x="37" y="140"/>
                  </a:moveTo>
                  <a:cubicBezTo>
                    <a:pt x="73" y="140"/>
                    <a:pt x="73" y="140"/>
                    <a:pt x="73" y="140"/>
                  </a:cubicBezTo>
                  <a:cubicBezTo>
                    <a:pt x="73" y="49"/>
                    <a:pt x="73" y="49"/>
                    <a:pt x="73" y="49"/>
                  </a:cubicBezTo>
                  <a:cubicBezTo>
                    <a:pt x="73" y="26"/>
                    <a:pt x="73" y="26"/>
                    <a:pt x="73" y="26"/>
                  </a:cubicBezTo>
                  <a:cubicBezTo>
                    <a:pt x="73" y="0"/>
                    <a:pt x="73" y="0"/>
                    <a:pt x="73" y="0"/>
                  </a:cubicBezTo>
                  <a:cubicBezTo>
                    <a:pt x="37" y="0"/>
                    <a:pt x="37" y="0"/>
                    <a:pt x="37" y="0"/>
                  </a:cubicBezTo>
                  <a:cubicBezTo>
                    <a:pt x="37" y="7"/>
                    <a:pt x="37" y="7"/>
                    <a:pt x="37" y="7"/>
                  </a:cubicBezTo>
                  <a:cubicBezTo>
                    <a:pt x="37" y="7"/>
                    <a:pt x="37" y="7"/>
                    <a:pt x="37" y="7"/>
                  </a:cubicBezTo>
                  <a:cubicBezTo>
                    <a:pt x="52" y="7"/>
                    <a:pt x="65" y="19"/>
                    <a:pt x="65" y="35"/>
                  </a:cubicBezTo>
                  <a:cubicBezTo>
                    <a:pt x="65" y="50"/>
                    <a:pt x="52" y="63"/>
                    <a:pt x="37" y="63"/>
                  </a:cubicBezTo>
                  <a:lnTo>
                    <a:pt x="37" y="140"/>
                  </a:lnTo>
                  <a:close/>
                  <a:moveTo>
                    <a:pt x="0" y="140"/>
                  </a:moveTo>
                  <a:cubicBezTo>
                    <a:pt x="37" y="140"/>
                    <a:pt x="37" y="140"/>
                    <a:pt x="37" y="140"/>
                  </a:cubicBezTo>
                  <a:cubicBezTo>
                    <a:pt x="37" y="63"/>
                    <a:pt x="37" y="63"/>
                    <a:pt x="37" y="63"/>
                  </a:cubicBezTo>
                  <a:cubicBezTo>
                    <a:pt x="22" y="63"/>
                    <a:pt x="9" y="50"/>
                    <a:pt x="9" y="35"/>
                  </a:cubicBezTo>
                  <a:cubicBezTo>
                    <a:pt x="9" y="19"/>
                    <a:pt x="22" y="7"/>
                    <a:pt x="37" y="7"/>
                  </a:cubicBezTo>
                  <a:cubicBezTo>
                    <a:pt x="37" y="0"/>
                    <a:pt x="37" y="0"/>
                    <a:pt x="37" y="0"/>
                  </a:cubicBezTo>
                  <a:cubicBezTo>
                    <a:pt x="0" y="0"/>
                    <a:pt x="0" y="0"/>
                    <a:pt x="0" y="0"/>
                  </a:cubicBezTo>
                  <a:cubicBezTo>
                    <a:pt x="0" y="140"/>
                    <a:pt x="0" y="140"/>
                    <a:pt x="0" y="140"/>
                  </a:cubicBezTo>
                  <a:close/>
                  <a:moveTo>
                    <a:pt x="37" y="7"/>
                  </a:moveTo>
                  <a:cubicBezTo>
                    <a:pt x="37" y="7"/>
                    <a:pt x="37" y="7"/>
                    <a:pt x="37" y="7"/>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6" name="Freeform 88"/>
            <p:cNvSpPr>
              <a:spLocks/>
            </p:cNvSpPr>
            <p:nvPr/>
          </p:nvSpPr>
          <p:spPr bwMode="auto">
            <a:xfrm>
              <a:off x="11730032" y="452593"/>
              <a:ext cx="201612" cy="66674"/>
            </a:xfrm>
            <a:custGeom>
              <a:avLst/>
              <a:gdLst>
                <a:gd name="T0" fmla="*/ 2 w 127"/>
                <a:gd name="T1" fmla="*/ 0 h 42"/>
                <a:gd name="T2" fmla="*/ 0 w 127"/>
                <a:gd name="T3" fmla="*/ 42 h 42"/>
                <a:gd name="T4" fmla="*/ 127 w 127"/>
                <a:gd name="T5" fmla="*/ 42 h 42"/>
                <a:gd name="T6" fmla="*/ 125 w 127"/>
                <a:gd name="T7" fmla="*/ 0 h 42"/>
                <a:gd name="T8" fmla="*/ 2 w 127"/>
                <a:gd name="T9" fmla="*/ 0 h 42"/>
              </a:gdLst>
              <a:ahLst/>
              <a:cxnLst>
                <a:cxn ang="0">
                  <a:pos x="T0" y="T1"/>
                </a:cxn>
                <a:cxn ang="0">
                  <a:pos x="T2" y="T3"/>
                </a:cxn>
                <a:cxn ang="0">
                  <a:pos x="T4" y="T5"/>
                </a:cxn>
                <a:cxn ang="0">
                  <a:pos x="T6" y="T7"/>
                </a:cxn>
                <a:cxn ang="0">
                  <a:pos x="T8" y="T9"/>
                </a:cxn>
              </a:cxnLst>
              <a:rect l="0" t="0" r="r" b="b"/>
              <a:pathLst>
                <a:path w="127" h="42">
                  <a:moveTo>
                    <a:pt x="2" y="0"/>
                  </a:moveTo>
                  <a:lnTo>
                    <a:pt x="0" y="42"/>
                  </a:lnTo>
                  <a:lnTo>
                    <a:pt x="127" y="42"/>
                  </a:lnTo>
                  <a:lnTo>
                    <a:pt x="125" y="0"/>
                  </a:lnTo>
                  <a:lnTo>
                    <a:pt x="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7" name="Freeform 89"/>
            <p:cNvSpPr>
              <a:spLocks noEditPoints="1"/>
            </p:cNvSpPr>
            <p:nvPr/>
          </p:nvSpPr>
          <p:spPr bwMode="auto">
            <a:xfrm>
              <a:off x="11545883" y="79531"/>
              <a:ext cx="569913" cy="357188"/>
            </a:xfrm>
            <a:custGeom>
              <a:avLst/>
              <a:gdLst>
                <a:gd name="T0" fmla="*/ 241 w 359"/>
                <a:gd name="T1" fmla="*/ 225 h 225"/>
                <a:gd name="T2" fmla="*/ 359 w 359"/>
                <a:gd name="T3" fmla="*/ 225 h 225"/>
                <a:gd name="T4" fmla="*/ 359 w 359"/>
                <a:gd name="T5" fmla="*/ 0 h 225"/>
                <a:gd name="T6" fmla="*/ 179 w 359"/>
                <a:gd name="T7" fmla="*/ 0 h 225"/>
                <a:gd name="T8" fmla="*/ 179 w 359"/>
                <a:gd name="T9" fmla="*/ 29 h 225"/>
                <a:gd name="T10" fmla="*/ 326 w 359"/>
                <a:gd name="T11" fmla="*/ 29 h 225"/>
                <a:gd name="T12" fmla="*/ 326 w 359"/>
                <a:gd name="T13" fmla="*/ 197 h 225"/>
                <a:gd name="T14" fmla="*/ 239 w 359"/>
                <a:gd name="T15" fmla="*/ 197 h 225"/>
                <a:gd name="T16" fmla="*/ 179 w 359"/>
                <a:gd name="T17" fmla="*/ 197 h 225"/>
                <a:gd name="T18" fmla="*/ 179 w 359"/>
                <a:gd name="T19" fmla="*/ 225 h 225"/>
                <a:gd name="T20" fmla="*/ 241 w 359"/>
                <a:gd name="T21" fmla="*/ 225 h 225"/>
                <a:gd name="T22" fmla="*/ 179 w 359"/>
                <a:gd name="T23" fmla="*/ 0 h 225"/>
                <a:gd name="T24" fmla="*/ 0 w 359"/>
                <a:gd name="T25" fmla="*/ 0 h 225"/>
                <a:gd name="T26" fmla="*/ 0 w 359"/>
                <a:gd name="T27" fmla="*/ 225 h 225"/>
                <a:gd name="T28" fmla="*/ 118 w 359"/>
                <a:gd name="T29" fmla="*/ 225 h 225"/>
                <a:gd name="T30" fmla="*/ 179 w 359"/>
                <a:gd name="T31" fmla="*/ 225 h 225"/>
                <a:gd name="T32" fmla="*/ 179 w 359"/>
                <a:gd name="T33" fmla="*/ 197 h 225"/>
                <a:gd name="T34" fmla="*/ 120 w 359"/>
                <a:gd name="T35" fmla="*/ 197 h 225"/>
                <a:gd name="T36" fmla="*/ 33 w 359"/>
                <a:gd name="T37" fmla="*/ 197 h 225"/>
                <a:gd name="T38" fmla="*/ 33 w 359"/>
                <a:gd name="T39" fmla="*/ 197 h 225"/>
                <a:gd name="T40" fmla="*/ 33 w 359"/>
                <a:gd name="T41" fmla="*/ 29 h 225"/>
                <a:gd name="T42" fmla="*/ 179 w 359"/>
                <a:gd name="T43" fmla="*/ 29 h 225"/>
                <a:gd name="T44" fmla="*/ 179 w 359"/>
                <a:gd name="T45"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9" h="225">
                  <a:moveTo>
                    <a:pt x="241" y="225"/>
                  </a:moveTo>
                  <a:lnTo>
                    <a:pt x="359" y="225"/>
                  </a:lnTo>
                  <a:lnTo>
                    <a:pt x="359" y="0"/>
                  </a:lnTo>
                  <a:lnTo>
                    <a:pt x="179" y="0"/>
                  </a:lnTo>
                  <a:lnTo>
                    <a:pt x="179" y="29"/>
                  </a:lnTo>
                  <a:lnTo>
                    <a:pt x="326" y="29"/>
                  </a:lnTo>
                  <a:lnTo>
                    <a:pt x="326" y="197"/>
                  </a:lnTo>
                  <a:lnTo>
                    <a:pt x="239" y="197"/>
                  </a:lnTo>
                  <a:lnTo>
                    <a:pt x="179" y="197"/>
                  </a:lnTo>
                  <a:lnTo>
                    <a:pt x="179" y="225"/>
                  </a:lnTo>
                  <a:lnTo>
                    <a:pt x="241" y="225"/>
                  </a:lnTo>
                  <a:close/>
                  <a:moveTo>
                    <a:pt x="179" y="0"/>
                  </a:moveTo>
                  <a:lnTo>
                    <a:pt x="0" y="0"/>
                  </a:lnTo>
                  <a:lnTo>
                    <a:pt x="0" y="225"/>
                  </a:lnTo>
                  <a:lnTo>
                    <a:pt x="118" y="225"/>
                  </a:lnTo>
                  <a:lnTo>
                    <a:pt x="179" y="225"/>
                  </a:lnTo>
                  <a:lnTo>
                    <a:pt x="179" y="197"/>
                  </a:lnTo>
                  <a:lnTo>
                    <a:pt x="120" y="197"/>
                  </a:lnTo>
                  <a:lnTo>
                    <a:pt x="33" y="197"/>
                  </a:lnTo>
                  <a:lnTo>
                    <a:pt x="33" y="197"/>
                  </a:lnTo>
                  <a:lnTo>
                    <a:pt x="33" y="29"/>
                  </a:lnTo>
                  <a:lnTo>
                    <a:pt x="179" y="29"/>
                  </a:lnTo>
                  <a:lnTo>
                    <a:pt x="17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8" name="Freeform 90"/>
            <p:cNvSpPr>
              <a:spLocks/>
            </p:cNvSpPr>
            <p:nvPr/>
          </p:nvSpPr>
          <p:spPr bwMode="auto">
            <a:xfrm>
              <a:off x="11691932" y="538319"/>
              <a:ext cx="277813" cy="26989"/>
            </a:xfrm>
            <a:custGeom>
              <a:avLst/>
              <a:gdLst>
                <a:gd name="T0" fmla="*/ 0 w 175"/>
                <a:gd name="T1" fmla="*/ 0 h 17"/>
                <a:gd name="T2" fmla="*/ 0 w 175"/>
                <a:gd name="T3" fmla="*/ 17 h 17"/>
                <a:gd name="T4" fmla="*/ 175 w 175"/>
                <a:gd name="T5" fmla="*/ 17 h 17"/>
                <a:gd name="T6" fmla="*/ 175 w 175"/>
                <a:gd name="T7" fmla="*/ 0 h 17"/>
                <a:gd name="T8" fmla="*/ 151 w 175"/>
                <a:gd name="T9" fmla="*/ 0 h 17"/>
                <a:gd name="T10" fmla="*/ 24 w 175"/>
                <a:gd name="T11" fmla="*/ 0 h 17"/>
                <a:gd name="T12" fmla="*/ 0 w 175"/>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75" h="17">
                  <a:moveTo>
                    <a:pt x="0" y="0"/>
                  </a:moveTo>
                  <a:lnTo>
                    <a:pt x="0" y="17"/>
                  </a:lnTo>
                  <a:lnTo>
                    <a:pt x="175" y="17"/>
                  </a:lnTo>
                  <a:lnTo>
                    <a:pt x="175" y="0"/>
                  </a:lnTo>
                  <a:lnTo>
                    <a:pt x="151" y="0"/>
                  </a:lnTo>
                  <a:lnTo>
                    <a:pt x="24"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39" name="Freeform 91"/>
            <p:cNvSpPr>
              <a:spLocks noEditPoints="1"/>
            </p:cNvSpPr>
            <p:nvPr/>
          </p:nvSpPr>
          <p:spPr bwMode="auto">
            <a:xfrm>
              <a:off x="10255250" y="982663"/>
              <a:ext cx="244475" cy="544513"/>
            </a:xfrm>
            <a:custGeom>
              <a:avLst/>
              <a:gdLst>
                <a:gd name="T0" fmla="*/ 32 w 65"/>
                <a:gd name="T1" fmla="*/ 125 h 145"/>
                <a:gd name="T2" fmla="*/ 32 w 65"/>
                <a:gd name="T3" fmla="*/ 125 h 145"/>
                <a:gd name="T4" fmla="*/ 64 w 65"/>
                <a:gd name="T5" fmla="*/ 140 h 145"/>
                <a:gd name="T6" fmla="*/ 65 w 65"/>
                <a:gd name="T7" fmla="*/ 140 h 145"/>
                <a:gd name="T8" fmla="*/ 65 w 65"/>
                <a:gd name="T9" fmla="*/ 38 h 145"/>
                <a:gd name="T10" fmla="*/ 63 w 65"/>
                <a:gd name="T11" fmla="*/ 23 h 145"/>
                <a:gd name="T12" fmla="*/ 54 w 65"/>
                <a:gd name="T13" fmla="*/ 13 h 145"/>
                <a:gd name="T14" fmla="*/ 54 w 65"/>
                <a:gd name="T15" fmla="*/ 4 h 145"/>
                <a:gd name="T16" fmla="*/ 54 w 65"/>
                <a:gd name="T17" fmla="*/ 0 h 145"/>
                <a:gd name="T18" fmla="*/ 51 w 65"/>
                <a:gd name="T19" fmla="*/ 0 h 145"/>
                <a:gd name="T20" fmla="*/ 32 w 65"/>
                <a:gd name="T21" fmla="*/ 0 h 145"/>
                <a:gd name="T22" fmla="*/ 32 w 65"/>
                <a:gd name="T23" fmla="*/ 4 h 145"/>
                <a:gd name="T24" fmla="*/ 51 w 65"/>
                <a:gd name="T25" fmla="*/ 4 h 145"/>
                <a:gd name="T26" fmla="*/ 51 w 65"/>
                <a:gd name="T27" fmla="*/ 11 h 145"/>
                <a:gd name="T28" fmla="*/ 51 w 65"/>
                <a:gd name="T29" fmla="*/ 61 h 145"/>
                <a:gd name="T30" fmla="*/ 33 w 65"/>
                <a:gd name="T31" fmla="*/ 42 h 145"/>
                <a:gd name="T32" fmla="*/ 32 w 65"/>
                <a:gd name="T33" fmla="*/ 43 h 145"/>
                <a:gd name="T34" fmla="*/ 32 w 65"/>
                <a:gd name="T35" fmla="*/ 125 h 145"/>
                <a:gd name="T36" fmla="*/ 1 w 65"/>
                <a:gd name="T37" fmla="*/ 140 h 145"/>
                <a:gd name="T38" fmla="*/ 32 w 65"/>
                <a:gd name="T39" fmla="*/ 125 h 145"/>
                <a:gd name="T40" fmla="*/ 32 w 65"/>
                <a:gd name="T41" fmla="*/ 43 h 145"/>
                <a:gd name="T42" fmla="*/ 14 w 65"/>
                <a:gd name="T43" fmla="*/ 61 h 145"/>
                <a:gd name="T44" fmla="*/ 14 w 65"/>
                <a:gd name="T45" fmla="*/ 11 h 145"/>
                <a:gd name="T46" fmla="*/ 14 w 65"/>
                <a:gd name="T47" fmla="*/ 11 h 145"/>
                <a:gd name="T48" fmla="*/ 14 w 65"/>
                <a:gd name="T49" fmla="*/ 11 h 145"/>
                <a:gd name="T50" fmla="*/ 14 w 65"/>
                <a:gd name="T51" fmla="*/ 4 h 145"/>
                <a:gd name="T52" fmla="*/ 32 w 65"/>
                <a:gd name="T53" fmla="*/ 4 h 145"/>
                <a:gd name="T54" fmla="*/ 32 w 65"/>
                <a:gd name="T55" fmla="*/ 0 h 145"/>
                <a:gd name="T56" fmla="*/ 14 w 65"/>
                <a:gd name="T57" fmla="*/ 0 h 145"/>
                <a:gd name="T58" fmla="*/ 10 w 65"/>
                <a:gd name="T59" fmla="*/ 0 h 145"/>
                <a:gd name="T60" fmla="*/ 10 w 65"/>
                <a:gd name="T61" fmla="*/ 4 h 145"/>
                <a:gd name="T62" fmla="*/ 10 w 65"/>
                <a:gd name="T63" fmla="*/ 13 h 145"/>
                <a:gd name="T64" fmla="*/ 2 w 65"/>
                <a:gd name="T65" fmla="*/ 23 h 145"/>
                <a:gd name="T66" fmla="*/ 0 w 65"/>
                <a:gd name="T67" fmla="*/ 38 h 145"/>
                <a:gd name="T68" fmla="*/ 0 w 65"/>
                <a:gd name="T69" fmla="*/ 140 h 145"/>
                <a:gd name="T70" fmla="*/ 1 w 65"/>
                <a:gd name="T71" fmla="*/ 14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145">
                  <a:moveTo>
                    <a:pt x="32" y="125"/>
                  </a:moveTo>
                  <a:cubicBezTo>
                    <a:pt x="32" y="125"/>
                    <a:pt x="32" y="125"/>
                    <a:pt x="32" y="125"/>
                  </a:cubicBezTo>
                  <a:cubicBezTo>
                    <a:pt x="47" y="125"/>
                    <a:pt x="60" y="129"/>
                    <a:pt x="64" y="140"/>
                  </a:cubicBezTo>
                  <a:cubicBezTo>
                    <a:pt x="65" y="144"/>
                    <a:pt x="65" y="145"/>
                    <a:pt x="65" y="140"/>
                  </a:cubicBezTo>
                  <a:cubicBezTo>
                    <a:pt x="65" y="119"/>
                    <a:pt x="65" y="59"/>
                    <a:pt x="65" y="38"/>
                  </a:cubicBezTo>
                  <a:cubicBezTo>
                    <a:pt x="65" y="34"/>
                    <a:pt x="65" y="27"/>
                    <a:pt x="63" y="23"/>
                  </a:cubicBezTo>
                  <a:cubicBezTo>
                    <a:pt x="62" y="18"/>
                    <a:pt x="59" y="15"/>
                    <a:pt x="54" y="13"/>
                  </a:cubicBezTo>
                  <a:cubicBezTo>
                    <a:pt x="54" y="4"/>
                    <a:pt x="54" y="4"/>
                    <a:pt x="54" y="4"/>
                  </a:cubicBezTo>
                  <a:cubicBezTo>
                    <a:pt x="54" y="0"/>
                    <a:pt x="54" y="0"/>
                    <a:pt x="54" y="0"/>
                  </a:cubicBezTo>
                  <a:cubicBezTo>
                    <a:pt x="51" y="0"/>
                    <a:pt x="51" y="0"/>
                    <a:pt x="51" y="0"/>
                  </a:cubicBezTo>
                  <a:cubicBezTo>
                    <a:pt x="32" y="0"/>
                    <a:pt x="32" y="0"/>
                    <a:pt x="32" y="0"/>
                  </a:cubicBezTo>
                  <a:cubicBezTo>
                    <a:pt x="32" y="4"/>
                    <a:pt x="32" y="4"/>
                    <a:pt x="32" y="4"/>
                  </a:cubicBezTo>
                  <a:cubicBezTo>
                    <a:pt x="51" y="4"/>
                    <a:pt x="51" y="4"/>
                    <a:pt x="51" y="4"/>
                  </a:cubicBezTo>
                  <a:cubicBezTo>
                    <a:pt x="51" y="11"/>
                    <a:pt x="51" y="11"/>
                    <a:pt x="51" y="11"/>
                  </a:cubicBezTo>
                  <a:cubicBezTo>
                    <a:pt x="51" y="61"/>
                    <a:pt x="51" y="61"/>
                    <a:pt x="51" y="61"/>
                  </a:cubicBezTo>
                  <a:cubicBezTo>
                    <a:pt x="33" y="42"/>
                    <a:pt x="33" y="42"/>
                    <a:pt x="33" y="42"/>
                  </a:cubicBezTo>
                  <a:cubicBezTo>
                    <a:pt x="32" y="43"/>
                    <a:pt x="32" y="43"/>
                    <a:pt x="32" y="43"/>
                  </a:cubicBezTo>
                  <a:lnTo>
                    <a:pt x="32" y="125"/>
                  </a:lnTo>
                  <a:close/>
                  <a:moveTo>
                    <a:pt x="1" y="140"/>
                  </a:moveTo>
                  <a:cubicBezTo>
                    <a:pt x="5" y="129"/>
                    <a:pt x="17" y="125"/>
                    <a:pt x="32" y="125"/>
                  </a:cubicBezTo>
                  <a:cubicBezTo>
                    <a:pt x="32" y="43"/>
                    <a:pt x="32" y="43"/>
                    <a:pt x="32" y="43"/>
                  </a:cubicBezTo>
                  <a:cubicBezTo>
                    <a:pt x="14" y="61"/>
                    <a:pt x="14" y="61"/>
                    <a:pt x="14" y="61"/>
                  </a:cubicBezTo>
                  <a:cubicBezTo>
                    <a:pt x="14" y="11"/>
                    <a:pt x="14" y="11"/>
                    <a:pt x="14" y="11"/>
                  </a:cubicBezTo>
                  <a:cubicBezTo>
                    <a:pt x="14" y="11"/>
                    <a:pt x="14" y="11"/>
                    <a:pt x="14" y="11"/>
                  </a:cubicBezTo>
                  <a:cubicBezTo>
                    <a:pt x="14" y="11"/>
                    <a:pt x="14" y="11"/>
                    <a:pt x="14" y="11"/>
                  </a:cubicBezTo>
                  <a:cubicBezTo>
                    <a:pt x="14" y="4"/>
                    <a:pt x="14" y="4"/>
                    <a:pt x="14" y="4"/>
                  </a:cubicBezTo>
                  <a:cubicBezTo>
                    <a:pt x="32" y="4"/>
                    <a:pt x="32" y="4"/>
                    <a:pt x="32" y="4"/>
                  </a:cubicBezTo>
                  <a:cubicBezTo>
                    <a:pt x="32" y="0"/>
                    <a:pt x="32" y="0"/>
                    <a:pt x="32" y="0"/>
                  </a:cubicBezTo>
                  <a:cubicBezTo>
                    <a:pt x="14" y="0"/>
                    <a:pt x="14" y="0"/>
                    <a:pt x="14" y="0"/>
                  </a:cubicBezTo>
                  <a:cubicBezTo>
                    <a:pt x="10" y="0"/>
                    <a:pt x="10" y="0"/>
                    <a:pt x="10" y="0"/>
                  </a:cubicBezTo>
                  <a:cubicBezTo>
                    <a:pt x="10" y="4"/>
                    <a:pt x="10" y="4"/>
                    <a:pt x="10" y="4"/>
                  </a:cubicBezTo>
                  <a:cubicBezTo>
                    <a:pt x="10" y="13"/>
                    <a:pt x="10" y="13"/>
                    <a:pt x="10" y="13"/>
                  </a:cubicBezTo>
                  <a:cubicBezTo>
                    <a:pt x="6" y="15"/>
                    <a:pt x="3" y="18"/>
                    <a:pt x="2" y="23"/>
                  </a:cubicBezTo>
                  <a:cubicBezTo>
                    <a:pt x="0" y="27"/>
                    <a:pt x="0" y="34"/>
                    <a:pt x="0" y="38"/>
                  </a:cubicBezTo>
                  <a:cubicBezTo>
                    <a:pt x="0" y="59"/>
                    <a:pt x="0" y="119"/>
                    <a:pt x="0" y="140"/>
                  </a:cubicBezTo>
                  <a:cubicBezTo>
                    <a:pt x="0" y="145"/>
                    <a:pt x="0" y="144"/>
                    <a:pt x="1" y="14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0" name="Freeform 92"/>
            <p:cNvSpPr>
              <a:spLocks/>
            </p:cNvSpPr>
            <p:nvPr/>
          </p:nvSpPr>
          <p:spPr bwMode="auto">
            <a:xfrm>
              <a:off x="10514013" y="1012825"/>
              <a:ext cx="239713" cy="514350"/>
            </a:xfrm>
            <a:custGeom>
              <a:avLst/>
              <a:gdLst>
                <a:gd name="T0" fmla="*/ 1 w 64"/>
                <a:gd name="T1" fmla="*/ 132 h 137"/>
                <a:gd name="T2" fmla="*/ 32 w 64"/>
                <a:gd name="T3" fmla="*/ 117 h 137"/>
                <a:gd name="T4" fmla="*/ 63 w 64"/>
                <a:gd name="T5" fmla="*/ 132 h 137"/>
                <a:gd name="T6" fmla="*/ 64 w 64"/>
                <a:gd name="T7" fmla="*/ 132 h 137"/>
                <a:gd name="T8" fmla="*/ 64 w 64"/>
                <a:gd name="T9" fmla="*/ 30 h 137"/>
                <a:gd name="T10" fmla="*/ 63 w 64"/>
                <a:gd name="T11" fmla="*/ 15 h 137"/>
                <a:gd name="T12" fmla="*/ 32 w 64"/>
                <a:gd name="T13" fmla="*/ 0 h 137"/>
                <a:gd name="T14" fmla="*/ 1 w 64"/>
                <a:gd name="T15" fmla="*/ 15 h 137"/>
                <a:gd name="T16" fmla="*/ 0 w 64"/>
                <a:gd name="T17" fmla="*/ 30 h 137"/>
                <a:gd name="T18" fmla="*/ 0 w 64"/>
                <a:gd name="T19" fmla="*/ 132 h 137"/>
                <a:gd name="T20" fmla="*/ 1 w 64"/>
                <a:gd name="T21"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7">
                  <a:moveTo>
                    <a:pt x="1" y="132"/>
                  </a:moveTo>
                  <a:cubicBezTo>
                    <a:pt x="5" y="121"/>
                    <a:pt x="17" y="117"/>
                    <a:pt x="32" y="117"/>
                  </a:cubicBezTo>
                  <a:cubicBezTo>
                    <a:pt x="47" y="117"/>
                    <a:pt x="60" y="121"/>
                    <a:pt x="63" y="132"/>
                  </a:cubicBezTo>
                  <a:cubicBezTo>
                    <a:pt x="64" y="136"/>
                    <a:pt x="64" y="137"/>
                    <a:pt x="64" y="132"/>
                  </a:cubicBezTo>
                  <a:cubicBezTo>
                    <a:pt x="64" y="111"/>
                    <a:pt x="64" y="51"/>
                    <a:pt x="64" y="30"/>
                  </a:cubicBezTo>
                  <a:cubicBezTo>
                    <a:pt x="64" y="26"/>
                    <a:pt x="64" y="19"/>
                    <a:pt x="63" y="15"/>
                  </a:cubicBezTo>
                  <a:cubicBezTo>
                    <a:pt x="59" y="4"/>
                    <a:pt x="47" y="0"/>
                    <a:pt x="32" y="0"/>
                  </a:cubicBezTo>
                  <a:cubicBezTo>
                    <a:pt x="17" y="0"/>
                    <a:pt x="5" y="4"/>
                    <a:pt x="1" y="15"/>
                  </a:cubicBezTo>
                  <a:cubicBezTo>
                    <a:pt x="0" y="19"/>
                    <a:pt x="0" y="26"/>
                    <a:pt x="0" y="30"/>
                  </a:cubicBezTo>
                  <a:cubicBezTo>
                    <a:pt x="0" y="51"/>
                    <a:pt x="0" y="111"/>
                    <a:pt x="0" y="132"/>
                  </a:cubicBezTo>
                  <a:cubicBezTo>
                    <a:pt x="0" y="137"/>
                    <a:pt x="0" y="136"/>
                    <a:pt x="1" y="13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1" name="Freeform 93"/>
            <p:cNvSpPr>
              <a:spLocks noEditPoints="1"/>
            </p:cNvSpPr>
            <p:nvPr/>
          </p:nvSpPr>
          <p:spPr bwMode="auto">
            <a:xfrm>
              <a:off x="7947025" y="842963"/>
              <a:ext cx="307975" cy="598488"/>
            </a:xfrm>
            <a:custGeom>
              <a:avLst/>
              <a:gdLst>
                <a:gd name="T0" fmla="*/ 41 w 82"/>
                <a:gd name="T1" fmla="*/ 159 h 159"/>
                <a:gd name="T2" fmla="*/ 82 w 82"/>
                <a:gd name="T3" fmla="*/ 159 h 159"/>
                <a:gd name="T4" fmla="*/ 82 w 82"/>
                <a:gd name="T5" fmla="*/ 0 h 159"/>
                <a:gd name="T6" fmla="*/ 41 w 82"/>
                <a:gd name="T7" fmla="*/ 0 h 159"/>
                <a:gd name="T8" fmla="*/ 41 w 82"/>
                <a:gd name="T9" fmla="*/ 9 h 159"/>
                <a:gd name="T10" fmla="*/ 73 w 82"/>
                <a:gd name="T11" fmla="*/ 9 h 159"/>
                <a:gd name="T12" fmla="*/ 73 w 82"/>
                <a:gd name="T13" fmla="*/ 39 h 159"/>
                <a:gd name="T14" fmla="*/ 41 w 82"/>
                <a:gd name="T15" fmla="*/ 39 h 159"/>
                <a:gd name="T16" fmla="*/ 41 w 82"/>
                <a:gd name="T17" fmla="*/ 46 h 159"/>
                <a:gd name="T18" fmla="*/ 73 w 82"/>
                <a:gd name="T19" fmla="*/ 46 h 159"/>
                <a:gd name="T20" fmla="*/ 73 w 82"/>
                <a:gd name="T21" fmla="*/ 77 h 159"/>
                <a:gd name="T22" fmla="*/ 41 w 82"/>
                <a:gd name="T23" fmla="*/ 77 h 159"/>
                <a:gd name="T24" fmla="*/ 41 w 82"/>
                <a:gd name="T25" fmla="*/ 89 h 159"/>
                <a:gd name="T26" fmla="*/ 41 w 82"/>
                <a:gd name="T27" fmla="*/ 89 h 159"/>
                <a:gd name="T28" fmla="*/ 51 w 82"/>
                <a:gd name="T29" fmla="*/ 99 h 159"/>
                <a:gd name="T30" fmla="*/ 41 w 82"/>
                <a:gd name="T31" fmla="*/ 109 h 159"/>
                <a:gd name="T32" fmla="*/ 41 w 82"/>
                <a:gd name="T33" fmla="*/ 109 h 159"/>
                <a:gd name="T34" fmla="*/ 41 w 82"/>
                <a:gd name="T35" fmla="*/ 109 h 159"/>
                <a:gd name="T36" fmla="*/ 41 w 82"/>
                <a:gd name="T37" fmla="*/ 124 h 159"/>
                <a:gd name="T38" fmla="*/ 41 w 82"/>
                <a:gd name="T39" fmla="*/ 124 h 159"/>
                <a:gd name="T40" fmla="*/ 51 w 82"/>
                <a:gd name="T41" fmla="*/ 134 h 159"/>
                <a:gd name="T42" fmla="*/ 41 w 82"/>
                <a:gd name="T43" fmla="*/ 145 h 159"/>
                <a:gd name="T44" fmla="*/ 41 w 82"/>
                <a:gd name="T45" fmla="*/ 145 h 159"/>
                <a:gd name="T46" fmla="*/ 41 w 82"/>
                <a:gd name="T47" fmla="*/ 145 h 159"/>
                <a:gd name="T48" fmla="*/ 41 w 82"/>
                <a:gd name="T49" fmla="*/ 159 h 159"/>
                <a:gd name="T50" fmla="*/ 0 w 82"/>
                <a:gd name="T51" fmla="*/ 159 h 159"/>
                <a:gd name="T52" fmla="*/ 41 w 82"/>
                <a:gd name="T53" fmla="*/ 159 h 159"/>
                <a:gd name="T54" fmla="*/ 41 w 82"/>
                <a:gd name="T55" fmla="*/ 145 h 159"/>
                <a:gd name="T56" fmla="*/ 31 w 82"/>
                <a:gd name="T57" fmla="*/ 134 h 159"/>
                <a:gd name="T58" fmla="*/ 41 w 82"/>
                <a:gd name="T59" fmla="*/ 124 h 159"/>
                <a:gd name="T60" fmla="*/ 41 w 82"/>
                <a:gd name="T61" fmla="*/ 109 h 159"/>
                <a:gd name="T62" fmla="*/ 31 w 82"/>
                <a:gd name="T63" fmla="*/ 99 h 159"/>
                <a:gd name="T64" fmla="*/ 41 w 82"/>
                <a:gd name="T65" fmla="*/ 89 h 159"/>
                <a:gd name="T66" fmla="*/ 41 w 82"/>
                <a:gd name="T67" fmla="*/ 77 h 159"/>
                <a:gd name="T68" fmla="*/ 8 w 82"/>
                <a:gd name="T69" fmla="*/ 77 h 159"/>
                <a:gd name="T70" fmla="*/ 8 w 82"/>
                <a:gd name="T71" fmla="*/ 46 h 159"/>
                <a:gd name="T72" fmla="*/ 8 w 82"/>
                <a:gd name="T73" fmla="*/ 46 h 159"/>
                <a:gd name="T74" fmla="*/ 41 w 82"/>
                <a:gd name="T75" fmla="*/ 46 h 159"/>
                <a:gd name="T76" fmla="*/ 41 w 82"/>
                <a:gd name="T77" fmla="*/ 39 h 159"/>
                <a:gd name="T78" fmla="*/ 8 w 82"/>
                <a:gd name="T79" fmla="*/ 39 h 159"/>
                <a:gd name="T80" fmla="*/ 8 w 82"/>
                <a:gd name="T81" fmla="*/ 9 h 159"/>
                <a:gd name="T82" fmla="*/ 8 w 82"/>
                <a:gd name="T83" fmla="*/ 9 h 159"/>
                <a:gd name="T84" fmla="*/ 41 w 82"/>
                <a:gd name="T85" fmla="*/ 9 h 159"/>
                <a:gd name="T86" fmla="*/ 41 w 82"/>
                <a:gd name="T87" fmla="*/ 0 h 159"/>
                <a:gd name="T88" fmla="*/ 0 w 82"/>
                <a:gd name="T89" fmla="*/ 0 h 159"/>
                <a:gd name="T90" fmla="*/ 0 w 82"/>
                <a:gd name="T9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159">
                  <a:moveTo>
                    <a:pt x="41" y="159"/>
                  </a:moveTo>
                  <a:cubicBezTo>
                    <a:pt x="82" y="159"/>
                    <a:pt x="82" y="159"/>
                    <a:pt x="82" y="159"/>
                  </a:cubicBezTo>
                  <a:cubicBezTo>
                    <a:pt x="82" y="0"/>
                    <a:pt x="82" y="0"/>
                    <a:pt x="82" y="0"/>
                  </a:cubicBezTo>
                  <a:cubicBezTo>
                    <a:pt x="41" y="0"/>
                    <a:pt x="41" y="0"/>
                    <a:pt x="41" y="0"/>
                  </a:cubicBezTo>
                  <a:cubicBezTo>
                    <a:pt x="41" y="9"/>
                    <a:pt x="41" y="9"/>
                    <a:pt x="41" y="9"/>
                  </a:cubicBezTo>
                  <a:cubicBezTo>
                    <a:pt x="73" y="9"/>
                    <a:pt x="73" y="9"/>
                    <a:pt x="73" y="9"/>
                  </a:cubicBezTo>
                  <a:cubicBezTo>
                    <a:pt x="73" y="39"/>
                    <a:pt x="73" y="39"/>
                    <a:pt x="73" y="39"/>
                  </a:cubicBezTo>
                  <a:cubicBezTo>
                    <a:pt x="41" y="39"/>
                    <a:pt x="41" y="39"/>
                    <a:pt x="41" y="39"/>
                  </a:cubicBezTo>
                  <a:cubicBezTo>
                    <a:pt x="41" y="46"/>
                    <a:pt x="41" y="46"/>
                    <a:pt x="41" y="46"/>
                  </a:cubicBezTo>
                  <a:cubicBezTo>
                    <a:pt x="73" y="46"/>
                    <a:pt x="73" y="46"/>
                    <a:pt x="73" y="46"/>
                  </a:cubicBezTo>
                  <a:cubicBezTo>
                    <a:pt x="73" y="77"/>
                    <a:pt x="73" y="77"/>
                    <a:pt x="73" y="77"/>
                  </a:cubicBezTo>
                  <a:cubicBezTo>
                    <a:pt x="41" y="77"/>
                    <a:pt x="41" y="77"/>
                    <a:pt x="41" y="77"/>
                  </a:cubicBezTo>
                  <a:cubicBezTo>
                    <a:pt x="41" y="89"/>
                    <a:pt x="41" y="89"/>
                    <a:pt x="41" y="89"/>
                  </a:cubicBezTo>
                  <a:cubicBezTo>
                    <a:pt x="41" y="89"/>
                    <a:pt x="41" y="89"/>
                    <a:pt x="41" y="89"/>
                  </a:cubicBezTo>
                  <a:cubicBezTo>
                    <a:pt x="46" y="89"/>
                    <a:pt x="51" y="94"/>
                    <a:pt x="51" y="99"/>
                  </a:cubicBezTo>
                  <a:cubicBezTo>
                    <a:pt x="51" y="105"/>
                    <a:pt x="46" y="109"/>
                    <a:pt x="41" y="109"/>
                  </a:cubicBezTo>
                  <a:cubicBezTo>
                    <a:pt x="41" y="109"/>
                    <a:pt x="41" y="109"/>
                    <a:pt x="41" y="109"/>
                  </a:cubicBezTo>
                  <a:cubicBezTo>
                    <a:pt x="41" y="109"/>
                    <a:pt x="41" y="109"/>
                    <a:pt x="41" y="109"/>
                  </a:cubicBezTo>
                  <a:cubicBezTo>
                    <a:pt x="41" y="124"/>
                    <a:pt x="41" y="124"/>
                    <a:pt x="41" y="124"/>
                  </a:cubicBezTo>
                  <a:cubicBezTo>
                    <a:pt x="41" y="124"/>
                    <a:pt x="41" y="124"/>
                    <a:pt x="41" y="124"/>
                  </a:cubicBezTo>
                  <a:cubicBezTo>
                    <a:pt x="46" y="124"/>
                    <a:pt x="51" y="129"/>
                    <a:pt x="51" y="134"/>
                  </a:cubicBezTo>
                  <a:cubicBezTo>
                    <a:pt x="51" y="140"/>
                    <a:pt x="46" y="145"/>
                    <a:pt x="41" y="145"/>
                  </a:cubicBezTo>
                  <a:cubicBezTo>
                    <a:pt x="41" y="145"/>
                    <a:pt x="41" y="145"/>
                    <a:pt x="41" y="145"/>
                  </a:cubicBezTo>
                  <a:cubicBezTo>
                    <a:pt x="41" y="145"/>
                    <a:pt x="41" y="145"/>
                    <a:pt x="41" y="145"/>
                  </a:cubicBezTo>
                  <a:lnTo>
                    <a:pt x="41" y="159"/>
                  </a:lnTo>
                  <a:close/>
                  <a:moveTo>
                    <a:pt x="0" y="159"/>
                  </a:moveTo>
                  <a:cubicBezTo>
                    <a:pt x="41" y="159"/>
                    <a:pt x="41" y="159"/>
                    <a:pt x="41" y="159"/>
                  </a:cubicBezTo>
                  <a:cubicBezTo>
                    <a:pt x="41" y="145"/>
                    <a:pt x="41" y="145"/>
                    <a:pt x="41" y="145"/>
                  </a:cubicBezTo>
                  <a:cubicBezTo>
                    <a:pt x="35" y="145"/>
                    <a:pt x="31" y="140"/>
                    <a:pt x="31" y="134"/>
                  </a:cubicBezTo>
                  <a:cubicBezTo>
                    <a:pt x="31" y="129"/>
                    <a:pt x="35" y="124"/>
                    <a:pt x="41" y="124"/>
                  </a:cubicBezTo>
                  <a:cubicBezTo>
                    <a:pt x="41" y="109"/>
                    <a:pt x="41" y="109"/>
                    <a:pt x="41" y="109"/>
                  </a:cubicBezTo>
                  <a:cubicBezTo>
                    <a:pt x="35" y="109"/>
                    <a:pt x="31" y="105"/>
                    <a:pt x="31" y="99"/>
                  </a:cubicBezTo>
                  <a:cubicBezTo>
                    <a:pt x="31" y="94"/>
                    <a:pt x="35" y="89"/>
                    <a:pt x="41" y="89"/>
                  </a:cubicBezTo>
                  <a:cubicBezTo>
                    <a:pt x="41" y="77"/>
                    <a:pt x="41" y="77"/>
                    <a:pt x="41" y="77"/>
                  </a:cubicBezTo>
                  <a:cubicBezTo>
                    <a:pt x="8" y="77"/>
                    <a:pt x="8" y="77"/>
                    <a:pt x="8" y="77"/>
                  </a:cubicBezTo>
                  <a:cubicBezTo>
                    <a:pt x="8" y="46"/>
                    <a:pt x="8" y="46"/>
                    <a:pt x="8" y="46"/>
                  </a:cubicBezTo>
                  <a:cubicBezTo>
                    <a:pt x="8" y="46"/>
                    <a:pt x="8" y="46"/>
                    <a:pt x="8" y="46"/>
                  </a:cubicBezTo>
                  <a:cubicBezTo>
                    <a:pt x="41" y="46"/>
                    <a:pt x="41" y="46"/>
                    <a:pt x="41" y="46"/>
                  </a:cubicBezTo>
                  <a:cubicBezTo>
                    <a:pt x="41" y="39"/>
                    <a:pt x="41" y="39"/>
                    <a:pt x="41" y="39"/>
                  </a:cubicBezTo>
                  <a:cubicBezTo>
                    <a:pt x="8" y="39"/>
                    <a:pt x="8" y="39"/>
                    <a:pt x="8" y="39"/>
                  </a:cubicBezTo>
                  <a:cubicBezTo>
                    <a:pt x="8" y="9"/>
                    <a:pt x="8" y="9"/>
                    <a:pt x="8" y="9"/>
                  </a:cubicBezTo>
                  <a:cubicBezTo>
                    <a:pt x="8" y="9"/>
                    <a:pt x="8" y="9"/>
                    <a:pt x="8" y="9"/>
                  </a:cubicBezTo>
                  <a:cubicBezTo>
                    <a:pt x="41" y="9"/>
                    <a:pt x="41" y="9"/>
                    <a:pt x="41" y="9"/>
                  </a:cubicBezTo>
                  <a:cubicBezTo>
                    <a:pt x="41" y="0"/>
                    <a:pt x="41" y="0"/>
                    <a:pt x="41" y="0"/>
                  </a:cubicBezTo>
                  <a:cubicBezTo>
                    <a:pt x="0" y="0"/>
                    <a:pt x="0" y="0"/>
                    <a:pt x="0" y="0"/>
                  </a:cubicBezTo>
                  <a:lnTo>
                    <a:pt x="0" y="15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2" name="Freeform 94"/>
            <p:cNvSpPr>
              <a:spLocks/>
            </p:cNvSpPr>
            <p:nvPr/>
          </p:nvSpPr>
          <p:spPr bwMode="auto">
            <a:xfrm>
              <a:off x="8277225" y="842963"/>
              <a:ext cx="127000" cy="598488"/>
            </a:xfrm>
            <a:custGeom>
              <a:avLst/>
              <a:gdLst>
                <a:gd name="T0" fmla="*/ 80 w 80"/>
                <a:gd name="T1" fmla="*/ 355 h 377"/>
                <a:gd name="T2" fmla="*/ 80 w 80"/>
                <a:gd name="T3" fmla="*/ 64 h 377"/>
                <a:gd name="T4" fmla="*/ 0 w 80"/>
                <a:gd name="T5" fmla="*/ 0 h 377"/>
                <a:gd name="T6" fmla="*/ 0 w 80"/>
                <a:gd name="T7" fmla="*/ 377 h 377"/>
                <a:gd name="T8" fmla="*/ 80 w 80"/>
                <a:gd name="T9" fmla="*/ 355 h 377"/>
              </a:gdLst>
              <a:ahLst/>
              <a:cxnLst>
                <a:cxn ang="0">
                  <a:pos x="T0" y="T1"/>
                </a:cxn>
                <a:cxn ang="0">
                  <a:pos x="T2" y="T3"/>
                </a:cxn>
                <a:cxn ang="0">
                  <a:pos x="T4" y="T5"/>
                </a:cxn>
                <a:cxn ang="0">
                  <a:pos x="T6" y="T7"/>
                </a:cxn>
                <a:cxn ang="0">
                  <a:pos x="T8" y="T9"/>
                </a:cxn>
              </a:cxnLst>
              <a:rect l="0" t="0" r="r" b="b"/>
              <a:pathLst>
                <a:path w="80" h="377">
                  <a:moveTo>
                    <a:pt x="80" y="355"/>
                  </a:moveTo>
                  <a:lnTo>
                    <a:pt x="80" y="64"/>
                  </a:lnTo>
                  <a:lnTo>
                    <a:pt x="0" y="0"/>
                  </a:lnTo>
                  <a:lnTo>
                    <a:pt x="0" y="377"/>
                  </a:lnTo>
                  <a:lnTo>
                    <a:pt x="80" y="35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3" name="Rectangle 95"/>
            <p:cNvSpPr>
              <a:spLocks noChangeArrowheads="1"/>
            </p:cNvSpPr>
            <p:nvPr/>
          </p:nvSpPr>
          <p:spPr bwMode="auto">
            <a:xfrm>
              <a:off x="7991475" y="892175"/>
              <a:ext cx="214313" cy="825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4" name="Rectangle 96"/>
            <p:cNvSpPr>
              <a:spLocks noChangeArrowheads="1"/>
            </p:cNvSpPr>
            <p:nvPr/>
          </p:nvSpPr>
          <p:spPr bwMode="auto">
            <a:xfrm>
              <a:off x="7991475" y="1035050"/>
              <a:ext cx="214313" cy="793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5" name="Rectangle 97"/>
            <p:cNvSpPr>
              <a:spLocks noChangeArrowheads="1"/>
            </p:cNvSpPr>
            <p:nvPr/>
          </p:nvSpPr>
          <p:spPr bwMode="auto">
            <a:xfrm>
              <a:off x="9740900" y="306388"/>
              <a:ext cx="85725" cy="5715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6" name="Rectangle 98"/>
            <p:cNvSpPr>
              <a:spLocks noChangeArrowheads="1"/>
            </p:cNvSpPr>
            <p:nvPr/>
          </p:nvSpPr>
          <p:spPr bwMode="auto">
            <a:xfrm>
              <a:off x="9617075" y="617538"/>
              <a:ext cx="85725" cy="2603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7" name="Rectangle 99"/>
            <p:cNvSpPr>
              <a:spLocks noChangeArrowheads="1"/>
            </p:cNvSpPr>
            <p:nvPr/>
          </p:nvSpPr>
          <p:spPr bwMode="auto">
            <a:xfrm>
              <a:off x="9493250" y="388938"/>
              <a:ext cx="85725" cy="488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8" name="Rectangle 100"/>
            <p:cNvSpPr>
              <a:spLocks noChangeArrowheads="1"/>
            </p:cNvSpPr>
            <p:nvPr/>
          </p:nvSpPr>
          <p:spPr bwMode="auto">
            <a:xfrm>
              <a:off x="9366250" y="542925"/>
              <a:ext cx="85725" cy="3349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49" name="Rectangle 101"/>
            <p:cNvSpPr>
              <a:spLocks noChangeArrowheads="1"/>
            </p:cNvSpPr>
            <p:nvPr/>
          </p:nvSpPr>
          <p:spPr bwMode="auto">
            <a:xfrm>
              <a:off x="9242425" y="490538"/>
              <a:ext cx="85725" cy="3873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0" name="Rectangle 102"/>
            <p:cNvSpPr>
              <a:spLocks noChangeArrowheads="1"/>
            </p:cNvSpPr>
            <p:nvPr/>
          </p:nvSpPr>
          <p:spPr bwMode="auto">
            <a:xfrm>
              <a:off x="9740900" y="238125"/>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1" name="Rectangle 103"/>
            <p:cNvSpPr>
              <a:spLocks noChangeArrowheads="1"/>
            </p:cNvSpPr>
            <p:nvPr/>
          </p:nvSpPr>
          <p:spPr bwMode="auto">
            <a:xfrm>
              <a:off x="9493250" y="328613"/>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2" name="Rectangle 104"/>
            <p:cNvSpPr>
              <a:spLocks noChangeArrowheads="1"/>
            </p:cNvSpPr>
            <p:nvPr/>
          </p:nvSpPr>
          <p:spPr bwMode="auto">
            <a:xfrm>
              <a:off x="9366250" y="479425"/>
              <a:ext cx="85725" cy="444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3" name="Rectangle 105"/>
            <p:cNvSpPr>
              <a:spLocks noChangeArrowheads="1"/>
            </p:cNvSpPr>
            <p:nvPr/>
          </p:nvSpPr>
          <p:spPr bwMode="auto">
            <a:xfrm>
              <a:off x="9242425" y="427038"/>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4" name="Rectangle 106"/>
            <p:cNvSpPr>
              <a:spLocks noChangeArrowheads="1"/>
            </p:cNvSpPr>
            <p:nvPr/>
          </p:nvSpPr>
          <p:spPr bwMode="auto">
            <a:xfrm>
              <a:off x="9617075" y="554038"/>
              <a:ext cx="85725"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5" name="Freeform 107"/>
            <p:cNvSpPr>
              <a:spLocks noEditPoints="1"/>
            </p:cNvSpPr>
            <p:nvPr/>
          </p:nvSpPr>
          <p:spPr bwMode="auto">
            <a:xfrm>
              <a:off x="5202238" y="708025"/>
              <a:ext cx="649288" cy="650875"/>
            </a:xfrm>
            <a:custGeom>
              <a:avLst/>
              <a:gdLst>
                <a:gd name="T0" fmla="*/ 173 w 173"/>
                <a:gd name="T1" fmla="*/ 0 h 173"/>
                <a:gd name="T2" fmla="*/ 87 w 173"/>
                <a:gd name="T3" fmla="*/ 0 h 173"/>
                <a:gd name="T4" fmla="*/ 87 w 173"/>
                <a:gd name="T5" fmla="*/ 14 h 173"/>
                <a:gd name="T6" fmla="*/ 87 w 173"/>
                <a:gd name="T7" fmla="*/ 14 h 173"/>
                <a:gd name="T8" fmla="*/ 87 w 173"/>
                <a:gd name="T9" fmla="*/ 14 h 173"/>
                <a:gd name="T10" fmla="*/ 101 w 173"/>
                <a:gd name="T11" fmla="*/ 28 h 173"/>
                <a:gd name="T12" fmla="*/ 87 w 173"/>
                <a:gd name="T13" fmla="*/ 41 h 173"/>
                <a:gd name="T14" fmla="*/ 87 w 173"/>
                <a:gd name="T15" fmla="*/ 41 h 173"/>
                <a:gd name="T16" fmla="*/ 87 w 173"/>
                <a:gd name="T17" fmla="*/ 53 h 173"/>
                <a:gd name="T18" fmla="*/ 110 w 173"/>
                <a:gd name="T19" fmla="*/ 53 h 173"/>
                <a:gd name="T20" fmla="*/ 110 w 173"/>
                <a:gd name="T21" fmla="*/ 66 h 173"/>
                <a:gd name="T22" fmla="*/ 110 w 173"/>
                <a:gd name="T23" fmla="*/ 66 h 173"/>
                <a:gd name="T24" fmla="*/ 95 w 173"/>
                <a:gd name="T25" fmla="*/ 66 h 173"/>
                <a:gd name="T26" fmla="*/ 95 w 173"/>
                <a:gd name="T27" fmla="*/ 146 h 173"/>
                <a:gd name="T28" fmla="*/ 110 w 173"/>
                <a:gd name="T29" fmla="*/ 146 h 173"/>
                <a:gd name="T30" fmla="*/ 110 w 173"/>
                <a:gd name="T31" fmla="*/ 159 h 173"/>
                <a:gd name="T32" fmla="*/ 87 w 173"/>
                <a:gd name="T33" fmla="*/ 159 h 173"/>
                <a:gd name="T34" fmla="*/ 87 w 173"/>
                <a:gd name="T35" fmla="*/ 173 h 173"/>
                <a:gd name="T36" fmla="*/ 173 w 173"/>
                <a:gd name="T37" fmla="*/ 173 h 173"/>
                <a:gd name="T38" fmla="*/ 173 w 173"/>
                <a:gd name="T39" fmla="*/ 0 h 173"/>
                <a:gd name="T40" fmla="*/ 87 w 173"/>
                <a:gd name="T41" fmla="*/ 0 h 173"/>
                <a:gd name="T42" fmla="*/ 0 w 173"/>
                <a:gd name="T43" fmla="*/ 0 h 173"/>
                <a:gd name="T44" fmla="*/ 0 w 173"/>
                <a:gd name="T45" fmla="*/ 173 h 173"/>
                <a:gd name="T46" fmla="*/ 87 w 173"/>
                <a:gd name="T47" fmla="*/ 173 h 173"/>
                <a:gd name="T48" fmla="*/ 87 w 173"/>
                <a:gd name="T49" fmla="*/ 159 h 173"/>
                <a:gd name="T50" fmla="*/ 65 w 173"/>
                <a:gd name="T51" fmla="*/ 159 h 173"/>
                <a:gd name="T52" fmla="*/ 65 w 173"/>
                <a:gd name="T53" fmla="*/ 146 h 173"/>
                <a:gd name="T54" fmla="*/ 80 w 173"/>
                <a:gd name="T55" fmla="*/ 146 h 173"/>
                <a:gd name="T56" fmla="*/ 80 w 173"/>
                <a:gd name="T57" fmla="*/ 66 h 173"/>
                <a:gd name="T58" fmla="*/ 65 w 173"/>
                <a:gd name="T59" fmla="*/ 66 h 173"/>
                <a:gd name="T60" fmla="*/ 65 w 173"/>
                <a:gd name="T61" fmla="*/ 53 h 173"/>
                <a:gd name="T62" fmla="*/ 87 w 173"/>
                <a:gd name="T63" fmla="*/ 53 h 173"/>
                <a:gd name="T64" fmla="*/ 87 w 173"/>
                <a:gd name="T65" fmla="*/ 41 h 173"/>
                <a:gd name="T66" fmla="*/ 74 w 173"/>
                <a:gd name="T67" fmla="*/ 28 h 173"/>
                <a:gd name="T68" fmla="*/ 87 w 173"/>
                <a:gd name="T69" fmla="*/ 14 h 173"/>
                <a:gd name="T70" fmla="*/ 87 w 173"/>
                <a:gd name="T7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173">
                  <a:moveTo>
                    <a:pt x="173" y="0"/>
                  </a:moveTo>
                  <a:cubicBezTo>
                    <a:pt x="87" y="0"/>
                    <a:pt x="87" y="0"/>
                    <a:pt x="87" y="0"/>
                  </a:cubicBezTo>
                  <a:cubicBezTo>
                    <a:pt x="87" y="14"/>
                    <a:pt x="87" y="14"/>
                    <a:pt x="87" y="14"/>
                  </a:cubicBezTo>
                  <a:cubicBezTo>
                    <a:pt x="87" y="14"/>
                    <a:pt x="87" y="14"/>
                    <a:pt x="87" y="14"/>
                  </a:cubicBezTo>
                  <a:cubicBezTo>
                    <a:pt x="87" y="14"/>
                    <a:pt x="87" y="14"/>
                    <a:pt x="87" y="14"/>
                  </a:cubicBezTo>
                  <a:cubicBezTo>
                    <a:pt x="95" y="14"/>
                    <a:pt x="101" y="20"/>
                    <a:pt x="101" y="28"/>
                  </a:cubicBezTo>
                  <a:cubicBezTo>
                    <a:pt x="101" y="35"/>
                    <a:pt x="95" y="41"/>
                    <a:pt x="87" y="41"/>
                  </a:cubicBezTo>
                  <a:cubicBezTo>
                    <a:pt x="87" y="41"/>
                    <a:pt x="87" y="41"/>
                    <a:pt x="87" y="41"/>
                  </a:cubicBezTo>
                  <a:cubicBezTo>
                    <a:pt x="87" y="53"/>
                    <a:pt x="87" y="53"/>
                    <a:pt x="87" y="53"/>
                  </a:cubicBezTo>
                  <a:cubicBezTo>
                    <a:pt x="110" y="53"/>
                    <a:pt x="110" y="53"/>
                    <a:pt x="110" y="53"/>
                  </a:cubicBezTo>
                  <a:cubicBezTo>
                    <a:pt x="110" y="66"/>
                    <a:pt x="110" y="66"/>
                    <a:pt x="110" y="66"/>
                  </a:cubicBezTo>
                  <a:cubicBezTo>
                    <a:pt x="110" y="66"/>
                    <a:pt x="110" y="66"/>
                    <a:pt x="110" y="66"/>
                  </a:cubicBezTo>
                  <a:cubicBezTo>
                    <a:pt x="95" y="66"/>
                    <a:pt x="95" y="66"/>
                    <a:pt x="95" y="66"/>
                  </a:cubicBezTo>
                  <a:cubicBezTo>
                    <a:pt x="95" y="146"/>
                    <a:pt x="95" y="146"/>
                    <a:pt x="95" y="146"/>
                  </a:cubicBezTo>
                  <a:cubicBezTo>
                    <a:pt x="110" y="146"/>
                    <a:pt x="110" y="146"/>
                    <a:pt x="110" y="146"/>
                  </a:cubicBezTo>
                  <a:cubicBezTo>
                    <a:pt x="110" y="159"/>
                    <a:pt x="110" y="159"/>
                    <a:pt x="110" y="159"/>
                  </a:cubicBezTo>
                  <a:cubicBezTo>
                    <a:pt x="87" y="159"/>
                    <a:pt x="87" y="159"/>
                    <a:pt x="87" y="159"/>
                  </a:cubicBezTo>
                  <a:cubicBezTo>
                    <a:pt x="87" y="173"/>
                    <a:pt x="87" y="173"/>
                    <a:pt x="87" y="173"/>
                  </a:cubicBezTo>
                  <a:cubicBezTo>
                    <a:pt x="173" y="173"/>
                    <a:pt x="173" y="173"/>
                    <a:pt x="173" y="173"/>
                  </a:cubicBezTo>
                  <a:lnTo>
                    <a:pt x="173" y="0"/>
                  </a:lnTo>
                  <a:close/>
                  <a:moveTo>
                    <a:pt x="87" y="0"/>
                  </a:moveTo>
                  <a:cubicBezTo>
                    <a:pt x="0" y="0"/>
                    <a:pt x="0" y="0"/>
                    <a:pt x="0" y="0"/>
                  </a:cubicBezTo>
                  <a:cubicBezTo>
                    <a:pt x="0" y="173"/>
                    <a:pt x="0" y="173"/>
                    <a:pt x="0" y="173"/>
                  </a:cubicBezTo>
                  <a:cubicBezTo>
                    <a:pt x="87" y="173"/>
                    <a:pt x="87" y="173"/>
                    <a:pt x="87" y="173"/>
                  </a:cubicBezTo>
                  <a:cubicBezTo>
                    <a:pt x="87" y="159"/>
                    <a:pt x="87" y="159"/>
                    <a:pt x="87" y="159"/>
                  </a:cubicBezTo>
                  <a:cubicBezTo>
                    <a:pt x="65" y="159"/>
                    <a:pt x="65" y="159"/>
                    <a:pt x="65" y="159"/>
                  </a:cubicBezTo>
                  <a:cubicBezTo>
                    <a:pt x="65" y="146"/>
                    <a:pt x="65" y="146"/>
                    <a:pt x="65" y="146"/>
                  </a:cubicBezTo>
                  <a:cubicBezTo>
                    <a:pt x="80" y="146"/>
                    <a:pt x="80" y="146"/>
                    <a:pt x="80" y="146"/>
                  </a:cubicBezTo>
                  <a:cubicBezTo>
                    <a:pt x="80" y="66"/>
                    <a:pt x="80" y="66"/>
                    <a:pt x="80" y="66"/>
                  </a:cubicBezTo>
                  <a:cubicBezTo>
                    <a:pt x="65" y="66"/>
                    <a:pt x="65" y="66"/>
                    <a:pt x="65" y="66"/>
                  </a:cubicBezTo>
                  <a:cubicBezTo>
                    <a:pt x="65" y="53"/>
                    <a:pt x="65" y="53"/>
                    <a:pt x="65" y="53"/>
                  </a:cubicBezTo>
                  <a:cubicBezTo>
                    <a:pt x="87" y="53"/>
                    <a:pt x="87" y="53"/>
                    <a:pt x="87" y="53"/>
                  </a:cubicBezTo>
                  <a:cubicBezTo>
                    <a:pt x="87" y="41"/>
                    <a:pt x="87" y="41"/>
                    <a:pt x="87" y="41"/>
                  </a:cubicBezTo>
                  <a:cubicBezTo>
                    <a:pt x="80" y="41"/>
                    <a:pt x="74" y="35"/>
                    <a:pt x="74" y="28"/>
                  </a:cubicBezTo>
                  <a:cubicBezTo>
                    <a:pt x="74" y="20"/>
                    <a:pt x="80" y="14"/>
                    <a:pt x="87" y="14"/>
                  </a:cubicBezTo>
                  <a:lnTo>
                    <a:pt x="8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6" name="Oval 108"/>
            <p:cNvSpPr>
              <a:spLocks noChangeArrowheads="1"/>
            </p:cNvSpPr>
            <p:nvPr/>
          </p:nvSpPr>
          <p:spPr bwMode="auto">
            <a:xfrm>
              <a:off x="5934075" y="1636713"/>
              <a:ext cx="173038" cy="1730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7" name="Freeform 109"/>
            <p:cNvSpPr>
              <a:spLocks noEditPoints="1"/>
            </p:cNvSpPr>
            <p:nvPr/>
          </p:nvSpPr>
          <p:spPr bwMode="auto">
            <a:xfrm>
              <a:off x="5859463" y="1557338"/>
              <a:ext cx="322263" cy="477838"/>
            </a:xfrm>
            <a:custGeom>
              <a:avLst/>
              <a:gdLst>
                <a:gd name="T0" fmla="*/ 86 w 86"/>
                <a:gd name="T1" fmla="*/ 0 h 127"/>
                <a:gd name="T2" fmla="*/ 43 w 86"/>
                <a:gd name="T3" fmla="*/ 0 h 127"/>
                <a:gd name="T4" fmla="*/ 43 w 86"/>
                <a:gd name="T5" fmla="*/ 11 h 127"/>
                <a:gd name="T6" fmla="*/ 43 w 86"/>
                <a:gd name="T7" fmla="*/ 11 h 127"/>
                <a:gd name="T8" fmla="*/ 77 w 86"/>
                <a:gd name="T9" fmla="*/ 44 h 127"/>
                <a:gd name="T10" fmla="*/ 43 w 86"/>
                <a:gd name="T11" fmla="*/ 78 h 127"/>
                <a:gd name="T12" fmla="*/ 43 w 86"/>
                <a:gd name="T13" fmla="*/ 78 h 127"/>
                <a:gd name="T14" fmla="*/ 43 w 86"/>
                <a:gd name="T15" fmla="*/ 78 h 127"/>
                <a:gd name="T16" fmla="*/ 43 w 86"/>
                <a:gd name="T17" fmla="*/ 93 h 127"/>
                <a:gd name="T18" fmla="*/ 43 w 86"/>
                <a:gd name="T19" fmla="*/ 93 h 127"/>
                <a:gd name="T20" fmla="*/ 55 w 86"/>
                <a:gd name="T21" fmla="*/ 104 h 127"/>
                <a:gd name="T22" fmla="*/ 43 w 86"/>
                <a:gd name="T23" fmla="*/ 115 h 127"/>
                <a:gd name="T24" fmla="*/ 43 w 86"/>
                <a:gd name="T25" fmla="*/ 115 h 127"/>
                <a:gd name="T26" fmla="*/ 43 w 86"/>
                <a:gd name="T27" fmla="*/ 115 h 127"/>
                <a:gd name="T28" fmla="*/ 43 w 86"/>
                <a:gd name="T29" fmla="*/ 127 h 127"/>
                <a:gd name="T30" fmla="*/ 86 w 86"/>
                <a:gd name="T31" fmla="*/ 127 h 127"/>
                <a:gd name="T32" fmla="*/ 86 w 86"/>
                <a:gd name="T33" fmla="*/ 0 h 127"/>
                <a:gd name="T34" fmla="*/ 43 w 86"/>
                <a:gd name="T35" fmla="*/ 0 h 127"/>
                <a:gd name="T36" fmla="*/ 0 w 86"/>
                <a:gd name="T37" fmla="*/ 0 h 127"/>
                <a:gd name="T38" fmla="*/ 0 w 86"/>
                <a:gd name="T39" fmla="*/ 127 h 127"/>
                <a:gd name="T40" fmla="*/ 43 w 86"/>
                <a:gd name="T41" fmla="*/ 127 h 127"/>
                <a:gd name="T42" fmla="*/ 43 w 86"/>
                <a:gd name="T43" fmla="*/ 115 h 127"/>
                <a:gd name="T44" fmla="*/ 32 w 86"/>
                <a:gd name="T45" fmla="*/ 104 h 127"/>
                <a:gd name="T46" fmla="*/ 43 w 86"/>
                <a:gd name="T47" fmla="*/ 93 h 127"/>
                <a:gd name="T48" fmla="*/ 43 w 86"/>
                <a:gd name="T49" fmla="*/ 78 h 127"/>
                <a:gd name="T50" fmla="*/ 9 w 86"/>
                <a:gd name="T51" fmla="*/ 44 h 127"/>
                <a:gd name="T52" fmla="*/ 43 w 86"/>
                <a:gd name="T53" fmla="*/ 11 h 127"/>
                <a:gd name="T54" fmla="*/ 43 w 86"/>
                <a:gd name="T5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127">
                  <a:moveTo>
                    <a:pt x="86" y="0"/>
                  </a:moveTo>
                  <a:cubicBezTo>
                    <a:pt x="43" y="0"/>
                    <a:pt x="43" y="0"/>
                    <a:pt x="43" y="0"/>
                  </a:cubicBezTo>
                  <a:cubicBezTo>
                    <a:pt x="43" y="11"/>
                    <a:pt x="43" y="11"/>
                    <a:pt x="43" y="11"/>
                  </a:cubicBezTo>
                  <a:cubicBezTo>
                    <a:pt x="43" y="11"/>
                    <a:pt x="43" y="11"/>
                    <a:pt x="43" y="11"/>
                  </a:cubicBezTo>
                  <a:cubicBezTo>
                    <a:pt x="62" y="11"/>
                    <a:pt x="77" y="26"/>
                    <a:pt x="77" y="44"/>
                  </a:cubicBezTo>
                  <a:cubicBezTo>
                    <a:pt x="77" y="63"/>
                    <a:pt x="62" y="78"/>
                    <a:pt x="43" y="78"/>
                  </a:cubicBezTo>
                  <a:cubicBezTo>
                    <a:pt x="43" y="78"/>
                    <a:pt x="43" y="78"/>
                    <a:pt x="43" y="78"/>
                  </a:cubicBezTo>
                  <a:cubicBezTo>
                    <a:pt x="43" y="78"/>
                    <a:pt x="43" y="78"/>
                    <a:pt x="43" y="78"/>
                  </a:cubicBezTo>
                  <a:cubicBezTo>
                    <a:pt x="43" y="93"/>
                    <a:pt x="43" y="93"/>
                    <a:pt x="43" y="93"/>
                  </a:cubicBezTo>
                  <a:cubicBezTo>
                    <a:pt x="43" y="93"/>
                    <a:pt x="43" y="93"/>
                    <a:pt x="43" y="93"/>
                  </a:cubicBezTo>
                  <a:cubicBezTo>
                    <a:pt x="49" y="93"/>
                    <a:pt x="55" y="98"/>
                    <a:pt x="55" y="104"/>
                  </a:cubicBezTo>
                  <a:cubicBezTo>
                    <a:pt x="55" y="110"/>
                    <a:pt x="49" y="115"/>
                    <a:pt x="43" y="115"/>
                  </a:cubicBezTo>
                  <a:cubicBezTo>
                    <a:pt x="43" y="115"/>
                    <a:pt x="43" y="115"/>
                    <a:pt x="43" y="115"/>
                  </a:cubicBezTo>
                  <a:cubicBezTo>
                    <a:pt x="43" y="115"/>
                    <a:pt x="43" y="115"/>
                    <a:pt x="43" y="115"/>
                  </a:cubicBezTo>
                  <a:cubicBezTo>
                    <a:pt x="43" y="127"/>
                    <a:pt x="43" y="127"/>
                    <a:pt x="43" y="127"/>
                  </a:cubicBezTo>
                  <a:cubicBezTo>
                    <a:pt x="86" y="127"/>
                    <a:pt x="86" y="127"/>
                    <a:pt x="86" y="127"/>
                  </a:cubicBezTo>
                  <a:lnTo>
                    <a:pt x="86" y="0"/>
                  </a:lnTo>
                  <a:close/>
                  <a:moveTo>
                    <a:pt x="43" y="0"/>
                  </a:moveTo>
                  <a:cubicBezTo>
                    <a:pt x="0" y="0"/>
                    <a:pt x="0" y="0"/>
                    <a:pt x="0" y="0"/>
                  </a:cubicBezTo>
                  <a:cubicBezTo>
                    <a:pt x="0" y="127"/>
                    <a:pt x="0" y="127"/>
                    <a:pt x="0" y="127"/>
                  </a:cubicBezTo>
                  <a:cubicBezTo>
                    <a:pt x="43" y="127"/>
                    <a:pt x="43" y="127"/>
                    <a:pt x="43" y="127"/>
                  </a:cubicBezTo>
                  <a:cubicBezTo>
                    <a:pt x="43" y="115"/>
                    <a:pt x="43" y="115"/>
                    <a:pt x="43" y="115"/>
                  </a:cubicBezTo>
                  <a:cubicBezTo>
                    <a:pt x="37" y="115"/>
                    <a:pt x="32" y="110"/>
                    <a:pt x="32" y="104"/>
                  </a:cubicBezTo>
                  <a:cubicBezTo>
                    <a:pt x="32" y="98"/>
                    <a:pt x="37" y="93"/>
                    <a:pt x="43" y="93"/>
                  </a:cubicBezTo>
                  <a:cubicBezTo>
                    <a:pt x="43" y="78"/>
                    <a:pt x="43" y="78"/>
                    <a:pt x="43" y="78"/>
                  </a:cubicBezTo>
                  <a:cubicBezTo>
                    <a:pt x="25" y="78"/>
                    <a:pt x="9" y="63"/>
                    <a:pt x="9" y="44"/>
                  </a:cubicBezTo>
                  <a:cubicBezTo>
                    <a:pt x="9" y="26"/>
                    <a:pt x="25" y="11"/>
                    <a:pt x="43" y="11"/>
                  </a:cubicBezTo>
                  <a:lnTo>
                    <a:pt x="4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8" name="Freeform 110"/>
            <p:cNvSpPr>
              <a:spLocks/>
            </p:cNvSpPr>
            <p:nvPr/>
          </p:nvSpPr>
          <p:spPr bwMode="auto">
            <a:xfrm>
              <a:off x="5526088" y="1504950"/>
              <a:ext cx="63500" cy="33338"/>
            </a:xfrm>
            <a:custGeom>
              <a:avLst/>
              <a:gdLst>
                <a:gd name="T0" fmla="*/ 17 w 17"/>
                <a:gd name="T1" fmla="*/ 7 h 9"/>
                <a:gd name="T2" fmla="*/ 10 w 17"/>
                <a:gd name="T3" fmla="*/ 0 h 9"/>
                <a:gd name="T4" fmla="*/ 7 w 17"/>
                <a:gd name="T5" fmla="*/ 0 h 9"/>
                <a:gd name="T6" fmla="*/ 0 w 17"/>
                <a:gd name="T7" fmla="*/ 7 h 9"/>
                <a:gd name="T8" fmla="*/ 0 w 17"/>
                <a:gd name="T9" fmla="*/ 9 h 9"/>
                <a:gd name="T10" fmla="*/ 17 w 17"/>
                <a:gd name="T11" fmla="*/ 9 h 9"/>
                <a:gd name="T12" fmla="*/ 17 w 17"/>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17" y="7"/>
                  </a:moveTo>
                  <a:cubicBezTo>
                    <a:pt x="17" y="3"/>
                    <a:pt x="14" y="0"/>
                    <a:pt x="10" y="0"/>
                  </a:cubicBezTo>
                  <a:cubicBezTo>
                    <a:pt x="7" y="0"/>
                    <a:pt x="7" y="0"/>
                    <a:pt x="7" y="0"/>
                  </a:cubicBezTo>
                  <a:cubicBezTo>
                    <a:pt x="3" y="0"/>
                    <a:pt x="0" y="3"/>
                    <a:pt x="0" y="7"/>
                  </a:cubicBezTo>
                  <a:cubicBezTo>
                    <a:pt x="0" y="8"/>
                    <a:pt x="0" y="8"/>
                    <a:pt x="0" y="9"/>
                  </a:cubicBezTo>
                  <a:cubicBezTo>
                    <a:pt x="17" y="9"/>
                    <a:pt x="17" y="9"/>
                    <a:pt x="17" y="9"/>
                  </a:cubicBezTo>
                  <a:cubicBezTo>
                    <a:pt x="17" y="8"/>
                    <a:pt x="17" y="8"/>
                    <a:pt x="17"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59" name="Freeform 111"/>
            <p:cNvSpPr>
              <a:spLocks noEditPoints="1"/>
            </p:cNvSpPr>
            <p:nvPr/>
          </p:nvSpPr>
          <p:spPr bwMode="auto">
            <a:xfrm>
              <a:off x="5487988" y="1557338"/>
              <a:ext cx="322263" cy="477838"/>
            </a:xfrm>
            <a:custGeom>
              <a:avLst/>
              <a:gdLst>
                <a:gd name="T0" fmla="*/ 43 w 86"/>
                <a:gd name="T1" fmla="*/ 127 h 127"/>
                <a:gd name="T2" fmla="*/ 86 w 86"/>
                <a:gd name="T3" fmla="*/ 127 h 127"/>
                <a:gd name="T4" fmla="*/ 86 w 86"/>
                <a:gd name="T5" fmla="*/ 0 h 127"/>
                <a:gd name="T6" fmla="*/ 43 w 86"/>
                <a:gd name="T7" fmla="*/ 0 h 127"/>
                <a:gd name="T8" fmla="*/ 43 w 86"/>
                <a:gd name="T9" fmla="*/ 11 h 127"/>
                <a:gd name="T10" fmla="*/ 43 w 86"/>
                <a:gd name="T11" fmla="*/ 11 h 127"/>
                <a:gd name="T12" fmla="*/ 43 w 86"/>
                <a:gd name="T13" fmla="*/ 11 h 127"/>
                <a:gd name="T14" fmla="*/ 77 w 86"/>
                <a:gd name="T15" fmla="*/ 44 h 127"/>
                <a:gd name="T16" fmla="*/ 43 w 86"/>
                <a:gd name="T17" fmla="*/ 78 h 127"/>
                <a:gd name="T18" fmla="*/ 43 w 86"/>
                <a:gd name="T19" fmla="*/ 78 h 127"/>
                <a:gd name="T20" fmla="*/ 43 w 86"/>
                <a:gd name="T21" fmla="*/ 93 h 127"/>
                <a:gd name="T22" fmla="*/ 43 w 86"/>
                <a:gd name="T23" fmla="*/ 93 h 127"/>
                <a:gd name="T24" fmla="*/ 54 w 86"/>
                <a:gd name="T25" fmla="*/ 104 h 127"/>
                <a:gd name="T26" fmla="*/ 43 w 86"/>
                <a:gd name="T27" fmla="*/ 115 h 127"/>
                <a:gd name="T28" fmla="*/ 43 w 86"/>
                <a:gd name="T29" fmla="*/ 115 h 127"/>
                <a:gd name="T30" fmla="*/ 43 w 86"/>
                <a:gd name="T31" fmla="*/ 115 h 127"/>
                <a:gd name="T32" fmla="*/ 43 w 86"/>
                <a:gd name="T33" fmla="*/ 127 h 127"/>
                <a:gd name="T34" fmla="*/ 0 w 86"/>
                <a:gd name="T35" fmla="*/ 127 h 127"/>
                <a:gd name="T36" fmla="*/ 43 w 86"/>
                <a:gd name="T37" fmla="*/ 127 h 127"/>
                <a:gd name="T38" fmla="*/ 43 w 86"/>
                <a:gd name="T39" fmla="*/ 115 h 127"/>
                <a:gd name="T40" fmla="*/ 32 w 86"/>
                <a:gd name="T41" fmla="*/ 104 h 127"/>
                <a:gd name="T42" fmla="*/ 43 w 86"/>
                <a:gd name="T43" fmla="*/ 93 h 127"/>
                <a:gd name="T44" fmla="*/ 43 w 86"/>
                <a:gd name="T45" fmla="*/ 78 h 127"/>
                <a:gd name="T46" fmla="*/ 9 w 86"/>
                <a:gd name="T47" fmla="*/ 44 h 127"/>
                <a:gd name="T48" fmla="*/ 43 w 86"/>
                <a:gd name="T49" fmla="*/ 11 h 127"/>
                <a:gd name="T50" fmla="*/ 43 w 86"/>
                <a:gd name="T51" fmla="*/ 0 h 127"/>
                <a:gd name="T52" fmla="*/ 21 w 86"/>
                <a:gd name="T53" fmla="*/ 0 h 127"/>
                <a:gd name="T54" fmla="*/ 16 w 86"/>
                <a:gd name="T55" fmla="*/ 0 h 127"/>
                <a:gd name="T56" fmla="*/ 0 w 86"/>
                <a:gd name="T57" fmla="*/ 0 h 127"/>
                <a:gd name="T58" fmla="*/ 0 w 86"/>
                <a:gd name="T5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6" h="127">
                  <a:moveTo>
                    <a:pt x="43" y="127"/>
                  </a:moveTo>
                  <a:cubicBezTo>
                    <a:pt x="86" y="127"/>
                    <a:pt x="86" y="127"/>
                    <a:pt x="86" y="127"/>
                  </a:cubicBezTo>
                  <a:cubicBezTo>
                    <a:pt x="86" y="0"/>
                    <a:pt x="86" y="0"/>
                    <a:pt x="86" y="0"/>
                  </a:cubicBezTo>
                  <a:cubicBezTo>
                    <a:pt x="43" y="0"/>
                    <a:pt x="43" y="0"/>
                    <a:pt x="43" y="0"/>
                  </a:cubicBezTo>
                  <a:cubicBezTo>
                    <a:pt x="43" y="11"/>
                    <a:pt x="43" y="11"/>
                    <a:pt x="43" y="11"/>
                  </a:cubicBezTo>
                  <a:cubicBezTo>
                    <a:pt x="43" y="11"/>
                    <a:pt x="43" y="11"/>
                    <a:pt x="43" y="11"/>
                  </a:cubicBezTo>
                  <a:cubicBezTo>
                    <a:pt x="43" y="11"/>
                    <a:pt x="43" y="11"/>
                    <a:pt x="43" y="11"/>
                  </a:cubicBezTo>
                  <a:cubicBezTo>
                    <a:pt x="62" y="11"/>
                    <a:pt x="77" y="26"/>
                    <a:pt x="77" y="44"/>
                  </a:cubicBezTo>
                  <a:cubicBezTo>
                    <a:pt x="77" y="63"/>
                    <a:pt x="62" y="78"/>
                    <a:pt x="43" y="78"/>
                  </a:cubicBezTo>
                  <a:cubicBezTo>
                    <a:pt x="43" y="78"/>
                    <a:pt x="43" y="78"/>
                    <a:pt x="43" y="78"/>
                  </a:cubicBezTo>
                  <a:cubicBezTo>
                    <a:pt x="43" y="93"/>
                    <a:pt x="43" y="93"/>
                    <a:pt x="43" y="93"/>
                  </a:cubicBezTo>
                  <a:cubicBezTo>
                    <a:pt x="43" y="93"/>
                    <a:pt x="43" y="93"/>
                    <a:pt x="43" y="93"/>
                  </a:cubicBezTo>
                  <a:cubicBezTo>
                    <a:pt x="49" y="93"/>
                    <a:pt x="54" y="98"/>
                    <a:pt x="54" y="104"/>
                  </a:cubicBezTo>
                  <a:cubicBezTo>
                    <a:pt x="54" y="110"/>
                    <a:pt x="49" y="115"/>
                    <a:pt x="43" y="115"/>
                  </a:cubicBezTo>
                  <a:cubicBezTo>
                    <a:pt x="43" y="115"/>
                    <a:pt x="43" y="115"/>
                    <a:pt x="43" y="115"/>
                  </a:cubicBezTo>
                  <a:cubicBezTo>
                    <a:pt x="43" y="115"/>
                    <a:pt x="43" y="115"/>
                    <a:pt x="43" y="115"/>
                  </a:cubicBezTo>
                  <a:lnTo>
                    <a:pt x="43" y="127"/>
                  </a:lnTo>
                  <a:close/>
                  <a:moveTo>
                    <a:pt x="0" y="127"/>
                  </a:moveTo>
                  <a:cubicBezTo>
                    <a:pt x="43" y="127"/>
                    <a:pt x="43" y="127"/>
                    <a:pt x="43" y="127"/>
                  </a:cubicBezTo>
                  <a:cubicBezTo>
                    <a:pt x="43" y="115"/>
                    <a:pt x="43" y="115"/>
                    <a:pt x="43" y="115"/>
                  </a:cubicBezTo>
                  <a:cubicBezTo>
                    <a:pt x="37" y="115"/>
                    <a:pt x="32" y="110"/>
                    <a:pt x="32" y="104"/>
                  </a:cubicBezTo>
                  <a:cubicBezTo>
                    <a:pt x="32" y="98"/>
                    <a:pt x="37" y="93"/>
                    <a:pt x="43" y="93"/>
                  </a:cubicBezTo>
                  <a:cubicBezTo>
                    <a:pt x="43" y="78"/>
                    <a:pt x="43" y="78"/>
                    <a:pt x="43" y="78"/>
                  </a:cubicBezTo>
                  <a:cubicBezTo>
                    <a:pt x="24" y="78"/>
                    <a:pt x="9" y="63"/>
                    <a:pt x="9" y="44"/>
                  </a:cubicBezTo>
                  <a:cubicBezTo>
                    <a:pt x="9" y="26"/>
                    <a:pt x="24" y="11"/>
                    <a:pt x="43" y="11"/>
                  </a:cubicBezTo>
                  <a:cubicBezTo>
                    <a:pt x="43" y="0"/>
                    <a:pt x="43" y="0"/>
                    <a:pt x="43" y="0"/>
                  </a:cubicBezTo>
                  <a:cubicBezTo>
                    <a:pt x="21" y="0"/>
                    <a:pt x="21" y="0"/>
                    <a:pt x="21" y="0"/>
                  </a:cubicBezTo>
                  <a:cubicBezTo>
                    <a:pt x="16" y="0"/>
                    <a:pt x="16" y="0"/>
                    <a:pt x="16" y="0"/>
                  </a:cubicBezTo>
                  <a:cubicBezTo>
                    <a:pt x="0" y="0"/>
                    <a:pt x="0" y="0"/>
                    <a:pt x="0" y="0"/>
                  </a:cubicBezTo>
                  <a:lnTo>
                    <a:pt x="0" y="12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0" name="Oval 112"/>
            <p:cNvSpPr>
              <a:spLocks noChangeArrowheads="1"/>
            </p:cNvSpPr>
            <p:nvPr/>
          </p:nvSpPr>
          <p:spPr bwMode="auto">
            <a:xfrm>
              <a:off x="5562600" y="1636713"/>
              <a:ext cx="173038" cy="1730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1" name="Freeform 113"/>
            <p:cNvSpPr>
              <a:spLocks/>
            </p:cNvSpPr>
            <p:nvPr/>
          </p:nvSpPr>
          <p:spPr bwMode="auto">
            <a:xfrm>
              <a:off x="9361488" y="2222500"/>
              <a:ext cx="63500" cy="60325"/>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2" name="Freeform 114"/>
            <p:cNvSpPr>
              <a:spLocks/>
            </p:cNvSpPr>
            <p:nvPr/>
          </p:nvSpPr>
          <p:spPr bwMode="auto">
            <a:xfrm>
              <a:off x="8910638" y="2571750"/>
              <a:ext cx="323850" cy="236538"/>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3" name="Freeform 115"/>
            <p:cNvSpPr>
              <a:spLocks/>
            </p:cNvSpPr>
            <p:nvPr/>
          </p:nvSpPr>
          <p:spPr bwMode="auto">
            <a:xfrm>
              <a:off x="8975725" y="2247900"/>
              <a:ext cx="561975" cy="474663"/>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4" name="Freeform 116"/>
            <p:cNvSpPr>
              <a:spLocks/>
            </p:cNvSpPr>
            <p:nvPr/>
          </p:nvSpPr>
          <p:spPr bwMode="auto">
            <a:xfrm>
              <a:off x="954088" y="3427413"/>
              <a:ext cx="528638" cy="125413"/>
            </a:xfrm>
            <a:custGeom>
              <a:avLst/>
              <a:gdLst>
                <a:gd name="T0" fmla="*/ 302 w 333"/>
                <a:gd name="T1" fmla="*/ 48 h 79"/>
                <a:gd name="T2" fmla="*/ 30 w 333"/>
                <a:gd name="T3" fmla="*/ 48 h 79"/>
                <a:gd name="T4" fmla="*/ 30 w 333"/>
                <a:gd name="T5" fmla="*/ 0 h 79"/>
                <a:gd name="T6" fmla="*/ 0 w 333"/>
                <a:gd name="T7" fmla="*/ 0 h 79"/>
                <a:gd name="T8" fmla="*/ 0 w 333"/>
                <a:gd name="T9" fmla="*/ 79 h 79"/>
                <a:gd name="T10" fmla="*/ 333 w 333"/>
                <a:gd name="T11" fmla="*/ 79 h 79"/>
                <a:gd name="T12" fmla="*/ 333 w 333"/>
                <a:gd name="T13" fmla="*/ 0 h 79"/>
                <a:gd name="T14" fmla="*/ 302 w 333"/>
                <a:gd name="T15" fmla="*/ 0 h 79"/>
                <a:gd name="T16" fmla="*/ 302 w 333"/>
                <a:gd name="T17" fmla="*/ 4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3" h="79">
                  <a:moveTo>
                    <a:pt x="302" y="48"/>
                  </a:moveTo>
                  <a:lnTo>
                    <a:pt x="30" y="48"/>
                  </a:lnTo>
                  <a:lnTo>
                    <a:pt x="30" y="0"/>
                  </a:lnTo>
                  <a:lnTo>
                    <a:pt x="0" y="0"/>
                  </a:lnTo>
                  <a:lnTo>
                    <a:pt x="0" y="79"/>
                  </a:lnTo>
                  <a:lnTo>
                    <a:pt x="333" y="79"/>
                  </a:lnTo>
                  <a:lnTo>
                    <a:pt x="333" y="0"/>
                  </a:lnTo>
                  <a:lnTo>
                    <a:pt x="302" y="0"/>
                  </a:lnTo>
                  <a:lnTo>
                    <a:pt x="302" y="4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5" name="Freeform 117"/>
            <p:cNvSpPr>
              <a:spLocks/>
            </p:cNvSpPr>
            <p:nvPr/>
          </p:nvSpPr>
          <p:spPr bwMode="auto">
            <a:xfrm>
              <a:off x="1028700" y="3052763"/>
              <a:ext cx="390525" cy="415925"/>
            </a:xfrm>
            <a:custGeom>
              <a:avLst/>
              <a:gdLst>
                <a:gd name="T0" fmla="*/ 42 w 246"/>
                <a:gd name="T1" fmla="*/ 151 h 262"/>
                <a:gd name="T2" fmla="*/ 42 w 246"/>
                <a:gd name="T3" fmla="*/ 262 h 262"/>
                <a:gd name="T4" fmla="*/ 203 w 246"/>
                <a:gd name="T5" fmla="*/ 262 h 262"/>
                <a:gd name="T6" fmla="*/ 203 w 246"/>
                <a:gd name="T7" fmla="*/ 151 h 262"/>
                <a:gd name="T8" fmla="*/ 246 w 246"/>
                <a:gd name="T9" fmla="*/ 151 h 262"/>
                <a:gd name="T10" fmla="*/ 123 w 246"/>
                <a:gd name="T11" fmla="*/ 0 h 262"/>
                <a:gd name="T12" fmla="*/ 0 w 246"/>
                <a:gd name="T13" fmla="*/ 151 h 262"/>
                <a:gd name="T14" fmla="*/ 42 w 246"/>
                <a:gd name="T15" fmla="*/ 151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62">
                  <a:moveTo>
                    <a:pt x="42" y="151"/>
                  </a:moveTo>
                  <a:lnTo>
                    <a:pt x="42" y="262"/>
                  </a:lnTo>
                  <a:lnTo>
                    <a:pt x="203" y="262"/>
                  </a:lnTo>
                  <a:lnTo>
                    <a:pt x="203" y="151"/>
                  </a:lnTo>
                  <a:lnTo>
                    <a:pt x="246" y="151"/>
                  </a:lnTo>
                  <a:lnTo>
                    <a:pt x="123" y="0"/>
                  </a:lnTo>
                  <a:lnTo>
                    <a:pt x="0" y="151"/>
                  </a:lnTo>
                  <a:lnTo>
                    <a:pt x="42" y="15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6" name="Freeform 118"/>
            <p:cNvSpPr>
              <a:spLocks noEditPoints="1"/>
            </p:cNvSpPr>
            <p:nvPr/>
          </p:nvSpPr>
          <p:spPr bwMode="auto">
            <a:xfrm>
              <a:off x="7323138" y="3198813"/>
              <a:ext cx="604838" cy="585788"/>
            </a:xfrm>
            <a:custGeom>
              <a:avLst/>
              <a:gdLst>
                <a:gd name="T0" fmla="*/ 137 w 161"/>
                <a:gd name="T1" fmla="*/ 104 h 156"/>
                <a:gd name="T2" fmla="*/ 94 w 161"/>
                <a:gd name="T3" fmla="*/ 122 h 156"/>
                <a:gd name="T4" fmla="*/ 94 w 161"/>
                <a:gd name="T5" fmla="*/ 98 h 156"/>
                <a:gd name="T6" fmla="*/ 106 w 161"/>
                <a:gd name="T7" fmla="*/ 98 h 156"/>
                <a:gd name="T8" fmla="*/ 106 w 161"/>
                <a:gd name="T9" fmla="*/ 73 h 156"/>
                <a:gd name="T10" fmla="*/ 131 w 161"/>
                <a:gd name="T11" fmla="*/ 73 h 156"/>
                <a:gd name="T12" fmla="*/ 131 w 161"/>
                <a:gd name="T13" fmla="*/ 50 h 156"/>
                <a:gd name="T14" fmla="*/ 131 w 161"/>
                <a:gd name="T15" fmla="*/ 50 h 156"/>
                <a:gd name="T16" fmla="*/ 106 w 161"/>
                <a:gd name="T17" fmla="*/ 50 h 156"/>
                <a:gd name="T18" fmla="*/ 106 w 161"/>
                <a:gd name="T19" fmla="*/ 24 h 156"/>
                <a:gd name="T20" fmla="*/ 94 w 161"/>
                <a:gd name="T21" fmla="*/ 24 h 156"/>
                <a:gd name="T22" fmla="*/ 94 w 161"/>
                <a:gd name="T23" fmla="*/ 0 h 156"/>
                <a:gd name="T24" fmla="*/ 137 w 161"/>
                <a:gd name="T25" fmla="*/ 18 h 156"/>
                <a:gd name="T26" fmla="*/ 137 w 161"/>
                <a:gd name="T27" fmla="*/ 104 h 156"/>
                <a:gd name="T28" fmla="*/ 94 w 161"/>
                <a:gd name="T29" fmla="*/ 122 h 156"/>
                <a:gd name="T30" fmla="*/ 62 w 161"/>
                <a:gd name="T31" fmla="*/ 113 h 156"/>
                <a:gd name="T32" fmla="*/ 19 w 161"/>
                <a:gd name="T33" fmla="*/ 156 h 156"/>
                <a:gd name="T34" fmla="*/ 0 w 161"/>
                <a:gd name="T35" fmla="*/ 136 h 156"/>
                <a:gd name="T36" fmla="*/ 43 w 161"/>
                <a:gd name="T37" fmla="*/ 93 h 156"/>
                <a:gd name="T38" fmla="*/ 51 w 161"/>
                <a:gd name="T39" fmla="*/ 18 h 156"/>
                <a:gd name="T40" fmla="*/ 94 w 161"/>
                <a:gd name="T41" fmla="*/ 0 h 156"/>
                <a:gd name="T42" fmla="*/ 94 w 161"/>
                <a:gd name="T43" fmla="*/ 24 h 156"/>
                <a:gd name="T44" fmla="*/ 83 w 161"/>
                <a:gd name="T45" fmla="*/ 24 h 156"/>
                <a:gd name="T46" fmla="*/ 83 w 161"/>
                <a:gd name="T47" fmla="*/ 50 h 156"/>
                <a:gd name="T48" fmla="*/ 58 w 161"/>
                <a:gd name="T49" fmla="*/ 50 h 156"/>
                <a:gd name="T50" fmla="*/ 58 w 161"/>
                <a:gd name="T51" fmla="*/ 73 h 156"/>
                <a:gd name="T52" fmla="*/ 83 w 161"/>
                <a:gd name="T53" fmla="*/ 73 h 156"/>
                <a:gd name="T54" fmla="*/ 83 w 161"/>
                <a:gd name="T55" fmla="*/ 98 h 156"/>
                <a:gd name="T56" fmla="*/ 94 w 161"/>
                <a:gd name="T57" fmla="*/ 98 h 156"/>
                <a:gd name="T58" fmla="*/ 94 w 161"/>
                <a:gd name="T59"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 h="156">
                  <a:moveTo>
                    <a:pt x="137" y="104"/>
                  </a:moveTo>
                  <a:cubicBezTo>
                    <a:pt x="126" y="116"/>
                    <a:pt x="110" y="122"/>
                    <a:pt x="94" y="122"/>
                  </a:cubicBezTo>
                  <a:cubicBezTo>
                    <a:pt x="94" y="98"/>
                    <a:pt x="94" y="98"/>
                    <a:pt x="94" y="98"/>
                  </a:cubicBezTo>
                  <a:cubicBezTo>
                    <a:pt x="106" y="98"/>
                    <a:pt x="106" y="98"/>
                    <a:pt x="106" y="98"/>
                  </a:cubicBezTo>
                  <a:cubicBezTo>
                    <a:pt x="106" y="73"/>
                    <a:pt x="106" y="73"/>
                    <a:pt x="106" y="73"/>
                  </a:cubicBezTo>
                  <a:cubicBezTo>
                    <a:pt x="131" y="73"/>
                    <a:pt x="131" y="73"/>
                    <a:pt x="131" y="73"/>
                  </a:cubicBezTo>
                  <a:cubicBezTo>
                    <a:pt x="131" y="50"/>
                    <a:pt x="131" y="50"/>
                    <a:pt x="131" y="50"/>
                  </a:cubicBezTo>
                  <a:cubicBezTo>
                    <a:pt x="131" y="50"/>
                    <a:pt x="131" y="50"/>
                    <a:pt x="131" y="50"/>
                  </a:cubicBezTo>
                  <a:cubicBezTo>
                    <a:pt x="106" y="50"/>
                    <a:pt x="106" y="50"/>
                    <a:pt x="106" y="50"/>
                  </a:cubicBezTo>
                  <a:cubicBezTo>
                    <a:pt x="106" y="24"/>
                    <a:pt x="106" y="24"/>
                    <a:pt x="106" y="24"/>
                  </a:cubicBezTo>
                  <a:cubicBezTo>
                    <a:pt x="94" y="24"/>
                    <a:pt x="94" y="24"/>
                    <a:pt x="94" y="24"/>
                  </a:cubicBezTo>
                  <a:cubicBezTo>
                    <a:pt x="94" y="0"/>
                    <a:pt x="94" y="0"/>
                    <a:pt x="94" y="0"/>
                  </a:cubicBezTo>
                  <a:cubicBezTo>
                    <a:pt x="110" y="0"/>
                    <a:pt x="126" y="6"/>
                    <a:pt x="137" y="18"/>
                  </a:cubicBezTo>
                  <a:cubicBezTo>
                    <a:pt x="161" y="42"/>
                    <a:pt x="161" y="80"/>
                    <a:pt x="137" y="104"/>
                  </a:cubicBezTo>
                  <a:close/>
                  <a:moveTo>
                    <a:pt x="94" y="122"/>
                  </a:moveTo>
                  <a:cubicBezTo>
                    <a:pt x="83" y="122"/>
                    <a:pt x="72" y="119"/>
                    <a:pt x="62" y="113"/>
                  </a:cubicBezTo>
                  <a:cubicBezTo>
                    <a:pt x="19" y="156"/>
                    <a:pt x="19" y="156"/>
                    <a:pt x="19" y="156"/>
                  </a:cubicBezTo>
                  <a:cubicBezTo>
                    <a:pt x="0" y="136"/>
                    <a:pt x="0" y="136"/>
                    <a:pt x="0" y="136"/>
                  </a:cubicBezTo>
                  <a:cubicBezTo>
                    <a:pt x="43" y="93"/>
                    <a:pt x="43" y="93"/>
                    <a:pt x="43" y="93"/>
                  </a:cubicBezTo>
                  <a:cubicBezTo>
                    <a:pt x="28" y="70"/>
                    <a:pt x="31" y="39"/>
                    <a:pt x="51" y="18"/>
                  </a:cubicBezTo>
                  <a:cubicBezTo>
                    <a:pt x="63" y="6"/>
                    <a:pt x="79" y="0"/>
                    <a:pt x="94" y="0"/>
                  </a:cubicBezTo>
                  <a:cubicBezTo>
                    <a:pt x="94" y="24"/>
                    <a:pt x="94" y="24"/>
                    <a:pt x="94" y="24"/>
                  </a:cubicBezTo>
                  <a:cubicBezTo>
                    <a:pt x="83" y="24"/>
                    <a:pt x="83" y="24"/>
                    <a:pt x="83" y="24"/>
                  </a:cubicBezTo>
                  <a:cubicBezTo>
                    <a:pt x="83" y="50"/>
                    <a:pt x="83" y="50"/>
                    <a:pt x="83" y="50"/>
                  </a:cubicBezTo>
                  <a:cubicBezTo>
                    <a:pt x="58" y="50"/>
                    <a:pt x="58" y="50"/>
                    <a:pt x="58" y="50"/>
                  </a:cubicBezTo>
                  <a:cubicBezTo>
                    <a:pt x="58" y="73"/>
                    <a:pt x="58" y="73"/>
                    <a:pt x="58" y="73"/>
                  </a:cubicBezTo>
                  <a:cubicBezTo>
                    <a:pt x="83" y="73"/>
                    <a:pt x="83" y="73"/>
                    <a:pt x="83" y="73"/>
                  </a:cubicBezTo>
                  <a:cubicBezTo>
                    <a:pt x="83" y="98"/>
                    <a:pt x="83" y="98"/>
                    <a:pt x="83" y="98"/>
                  </a:cubicBezTo>
                  <a:cubicBezTo>
                    <a:pt x="94" y="98"/>
                    <a:pt x="94" y="98"/>
                    <a:pt x="94" y="98"/>
                  </a:cubicBezTo>
                  <a:lnTo>
                    <a:pt x="94" y="12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7" name="Freeform 119"/>
            <p:cNvSpPr>
              <a:spLocks/>
            </p:cNvSpPr>
            <p:nvPr/>
          </p:nvSpPr>
          <p:spPr bwMode="auto">
            <a:xfrm>
              <a:off x="2643188" y="3003550"/>
              <a:ext cx="239713" cy="695325"/>
            </a:xfrm>
            <a:custGeom>
              <a:avLst/>
              <a:gdLst>
                <a:gd name="T0" fmla="*/ 7 w 64"/>
                <a:gd name="T1" fmla="*/ 22 h 185"/>
                <a:gd name="T2" fmla="*/ 0 w 64"/>
                <a:gd name="T3" fmla="*/ 45 h 185"/>
                <a:gd name="T4" fmla="*/ 5 w 64"/>
                <a:gd name="T5" fmla="*/ 64 h 185"/>
                <a:gd name="T6" fmla="*/ 23 w 64"/>
                <a:gd name="T7" fmla="*/ 84 h 185"/>
                <a:gd name="T8" fmla="*/ 23 w 64"/>
                <a:gd name="T9" fmla="*/ 185 h 185"/>
                <a:gd name="T10" fmla="*/ 40 w 64"/>
                <a:gd name="T11" fmla="*/ 185 h 185"/>
                <a:gd name="T12" fmla="*/ 40 w 64"/>
                <a:gd name="T13" fmla="*/ 84 h 185"/>
                <a:gd name="T14" fmla="*/ 58 w 64"/>
                <a:gd name="T15" fmla="*/ 64 h 185"/>
                <a:gd name="T16" fmla="*/ 63 w 64"/>
                <a:gd name="T17" fmla="*/ 45 h 185"/>
                <a:gd name="T18" fmla="*/ 56 w 64"/>
                <a:gd name="T19" fmla="*/ 22 h 185"/>
                <a:gd name="T20" fmla="*/ 42 w 64"/>
                <a:gd name="T21" fmla="*/ 0 h 185"/>
                <a:gd name="T22" fmla="*/ 47 w 64"/>
                <a:gd name="T23" fmla="*/ 43 h 185"/>
                <a:gd name="T24" fmla="*/ 41 w 64"/>
                <a:gd name="T25" fmla="*/ 43 h 185"/>
                <a:gd name="T26" fmla="*/ 36 w 64"/>
                <a:gd name="T27" fmla="*/ 0 h 185"/>
                <a:gd name="T28" fmla="*/ 32 w 64"/>
                <a:gd name="T29" fmla="*/ 0 h 185"/>
                <a:gd name="T30" fmla="*/ 27 w 64"/>
                <a:gd name="T31" fmla="*/ 0 h 185"/>
                <a:gd name="T32" fmla="*/ 22 w 64"/>
                <a:gd name="T33" fmla="*/ 43 h 185"/>
                <a:gd name="T34" fmla="*/ 17 w 64"/>
                <a:gd name="T35" fmla="*/ 43 h 185"/>
                <a:gd name="T36" fmla="*/ 21 w 64"/>
                <a:gd name="T37" fmla="*/ 0 h 185"/>
                <a:gd name="T38" fmla="*/ 7 w 64"/>
                <a:gd name="T3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85">
                  <a:moveTo>
                    <a:pt x="7" y="22"/>
                  </a:moveTo>
                  <a:cubicBezTo>
                    <a:pt x="4" y="29"/>
                    <a:pt x="1" y="37"/>
                    <a:pt x="0" y="45"/>
                  </a:cubicBezTo>
                  <a:cubicBezTo>
                    <a:pt x="0" y="52"/>
                    <a:pt x="1" y="58"/>
                    <a:pt x="5" y="64"/>
                  </a:cubicBezTo>
                  <a:cubicBezTo>
                    <a:pt x="9" y="70"/>
                    <a:pt x="15" y="80"/>
                    <a:pt x="23" y="84"/>
                  </a:cubicBezTo>
                  <a:cubicBezTo>
                    <a:pt x="23" y="185"/>
                    <a:pt x="23" y="185"/>
                    <a:pt x="23" y="185"/>
                  </a:cubicBezTo>
                  <a:cubicBezTo>
                    <a:pt x="40" y="185"/>
                    <a:pt x="40" y="185"/>
                    <a:pt x="40" y="185"/>
                  </a:cubicBezTo>
                  <a:cubicBezTo>
                    <a:pt x="40" y="84"/>
                    <a:pt x="40" y="84"/>
                    <a:pt x="40" y="84"/>
                  </a:cubicBezTo>
                  <a:cubicBezTo>
                    <a:pt x="48" y="80"/>
                    <a:pt x="55" y="71"/>
                    <a:pt x="58" y="64"/>
                  </a:cubicBezTo>
                  <a:cubicBezTo>
                    <a:pt x="62" y="58"/>
                    <a:pt x="64" y="52"/>
                    <a:pt x="63" y="45"/>
                  </a:cubicBezTo>
                  <a:cubicBezTo>
                    <a:pt x="62" y="37"/>
                    <a:pt x="59" y="29"/>
                    <a:pt x="56" y="22"/>
                  </a:cubicBezTo>
                  <a:cubicBezTo>
                    <a:pt x="54" y="16"/>
                    <a:pt x="50" y="1"/>
                    <a:pt x="42" y="0"/>
                  </a:cubicBezTo>
                  <a:cubicBezTo>
                    <a:pt x="47" y="43"/>
                    <a:pt x="47" y="43"/>
                    <a:pt x="47" y="43"/>
                  </a:cubicBezTo>
                  <a:cubicBezTo>
                    <a:pt x="41" y="43"/>
                    <a:pt x="41" y="43"/>
                    <a:pt x="41" y="43"/>
                  </a:cubicBezTo>
                  <a:cubicBezTo>
                    <a:pt x="36" y="0"/>
                    <a:pt x="36" y="0"/>
                    <a:pt x="36" y="0"/>
                  </a:cubicBezTo>
                  <a:cubicBezTo>
                    <a:pt x="32" y="0"/>
                    <a:pt x="32" y="0"/>
                    <a:pt x="32" y="0"/>
                  </a:cubicBezTo>
                  <a:cubicBezTo>
                    <a:pt x="27" y="0"/>
                    <a:pt x="27" y="0"/>
                    <a:pt x="27" y="0"/>
                  </a:cubicBezTo>
                  <a:cubicBezTo>
                    <a:pt x="22" y="43"/>
                    <a:pt x="22" y="43"/>
                    <a:pt x="22" y="43"/>
                  </a:cubicBezTo>
                  <a:cubicBezTo>
                    <a:pt x="17" y="43"/>
                    <a:pt x="17" y="43"/>
                    <a:pt x="17" y="43"/>
                  </a:cubicBezTo>
                  <a:cubicBezTo>
                    <a:pt x="21" y="0"/>
                    <a:pt x="21" y="0"/>
                    <a:pt x="21" y="0"/>
                  </a:cubicBezTo>
                  <a:cubicBezTo>
                    <a:pt x="13" y="1"/>
                    <a:pt x="9" y="16"/>
                    <a:pt x="7"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8" name="Freeform 120"/>
            <p:cNvSpPr>
              <a:spLocks/>
            </p:cNvSpPr>
            <p:nvPr/>
          </p:nvSpPr>
          <p:spPr bwMode="auto">
            <a:xfrm>
              <a:off x="2957513" y="2989263"/>
              <a:ext cx="252413" cy="709613"/>
            </a:xfrm>
            <a:custGeom>
              <a:avLst/>
              <a:gdLst>
                <a:gd name="T0" fmla="*/ 42 w 67"/>
                <a:gd name="T1" fmla="*/ 189 h 189"/>
                <a:gd name="T2" fmla="*/ 42 w 67"/>
                <a:gd name="T3" fmla="*/ 90 h 189"/>
                <a:gd name="T4" fmla="*/ 67 w 67"/>
                <a:gd name="T5" fmla="*/ 50 h 189"/>
                <a:gd name="T6" fmla="*/ 34 w 67"/>
                <a:gd name="T7" fmla="*/ 0 h 189"/>
                <a:gd name="T8" fmla="*/ 0 w 67"/>
                <a:gd name="T9" fmla="*/ 50 h 189"/>
                <a:gd name="T10" fmla="*/ 25 w 67"/>
                <a:gd name="T11" fmla="*/ 90 h 189"/>
                <a:gd name="T12" fmla="*/ 25 w 67"/>
                <a:gd name="T13" fmla="*/ 189 h 189"/>
                <a:gd name="T14" fmla="*/ 42 w 67"/>
                <a:gd name="T15" fmla="*/ 18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189">
                  <a:moveTo>
                    <a:pt x="42" y="189"/>
                  </a:moveTo>
                  <a:cubicBezTo>
                    <a:pt x="42" y="90"/>
                    <a:pt x="42" y="90"/>
                    <a:pt x="42" y="90"/>
                  </a:cubicBezTo>
                  <a:cubicBezTo>
                    <a:pt x="57" y="85"/>
                    <a:pt x="67" y="69"/>
                    <a:pt x="67" y="50"/>
                  </a:cubicBezTo>
                  <a:cubicBezTo>
                    <a:pt x="67" y="27"/>
                    <a:pt x="52" y="0"/>
                    <a:pt x="34" y="0"/>
                  </a:cubicBezTo>
                  <a:cubicBezTo>
                    <a:pt x="15" y="0"/>
                    <a:pt x="0" y="27"/>
                    <a:pt x="0" y="50"/>
                  </a:cubicBezTo>
                  <a:cubicBezTo>
                    <a:pt x="0" y="69"/>
                    <a:pt x="10" y="85"/>
                    <a:pt x="25" y="90"/>
                  </a:cubicBezTo>
                  <a:cubicBezTo>
                    <a:pt x="25" y="189"/>
                    <a:pt x="25" y="189"/>
                    <a:pt x="25" y="189"/>
                  </a:cubicBezTo>
                  <a:lnTo>
                    <a:pt x="42" y="18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69" name="Rectangle 121"/>
            <p:cNvSpPr>
              <a:spLocks noChangeArrowheads="1"/>
            </p:cNvSpPr>
            <p:nvPr/>
          </p:nvSpPr>
          <p:spPr bwMode="auto">
            <a:xfrm>
              <a:off x="8194675" y="1827213"/>
              <a:ext cx="44450" cy="1206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0" name="Freeform 122"/>
            <p:cNvSpPr>
              <a:spLocks/>
            </p:cNvSpPr>
            <p:nvPr/>
          </p:nvSpPr>
          <p:spPr bwMode="auto">
            <a:xfrm>
              <a:off x="8397875" y="1827213"/>
              <a:ext cx="198438" cy="120650"/>
            </a:xfrm>
            <a:custGeom>
              <a:avLst/>
              <a:gdLst>
                <a:gd name="T0" fmla="*/ 125 w 125"/>
                <a:gd name="T1" fmla="*/ 76 h 76"/>
                <a:gd name="T2" fmla="*/ 125 w 125"/>
                <a:gd name="T3" fmla="*/ 0 h 76"/>
                <a:gd name="T4" fmla="*/ 75 w 125"/>
                <a:gd name="T5" fmla="*/ 0 h 76"/>
                <a:gd name="T6" fmla="*/ 0 w 125"/>
                <a:gd name="T7" fmla="*/ 76 h 76"/>
                <a:gd name="T8" fmla="*/ 125 w 125"/>
                <a:gd name="T9" fmla="*/ 76 h 76"/>
              </a:gdLst>
              <a:ahLst/>
              <a:cxnLst>
                <a:cxn ang="0">
                  <a:pos x="T0" y="T1"/>
                </a:cxn>
                <a:cxn ang="0">
                  <a:pos x="T2" y="T3"/>
                </a:cxn>
                <a:cxn ang="0">
                  <a:pos x="T4" y="T5"/>
                </a:cxn>
                <a:cxn ang="0">
                  <a:pos x="T6" y="T7"/>
                </a:cxn>
                <a:cxn ang="0">
                  <a:pos x="T8" y="T9"/>
                </a:cxn>
              </a:cxnLst>
              <a:rect l="0" t="0" r="r" b="b"/>
              <a:pathLst>
                <a:path w="125" h="76">
                  <a:moveTo>
                    <a:pt x="125" y="76"/>
                  </a:moveTo>
                  <a:lnTo>
                    <a:pt x="125" y="0"/>
                  </a:lnTo>
                  <a:lnTo>
                    <a:pt x="75" y="0"/>
                  </a:lnTo>
                  <a:lnTo>
                    <a:pt x="0" y="76"/>
                  </a:lnTo>
                  <a:lnTo>
                    <a:pt x="125"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1" name="Freeform 123"/>
            <p:cNvSpPr>
              <a:spLocks/>
            </p:cNvSpPr>
            <p:nvPr/>
          </p:nvSpPr>
          <p:spPr bwMode="auto">
            <a:xfrm>
              <a:off x="8261350" y="1827213"/>
              <a:ext cx="131763" cy="120650"/>
            </a:xfrm>
            <a:custGeom>
              <a:avLst/>
              <a:gdLst>
                <a:gd name="T0" fmla="*/ 83 w 83"/>
                <a:gd name="T1" fmla="*/ 0 h 76"/>
                <a:gd name="T2" fmla="*/ 0 w 83"/>
                <a:gd name="T3" fmla="*/ 0 h 76"/>
                <a:gd name="T4" fmla="*/ 0 w 83"/>
                <a:gd name="T5" fmla="*/ 76 h 76"/>
                <a:gd name="T6" fmla="*/ 5 w 83"/>
                <a:gd name="T7" fmla="*/ 76 h 76"/>
                <a:gd name="T8" fmla="*/ 83 w 83"/>
                <a:gd name="T9" fmla="*/ 0 h 76"/>
              </a:gdLst>
              <a:ahLst/>
              <a:cxnLst>
                <a:cxn ang="0">
                  <a:pos x="T0" y="T1"/>
                </a:cxn>
                <a:cxn ang="0">
                  <a:pos x="T2" y="T3"/>
                </a:cxn>
                <a:cxn ang="0">
                  <a:pos x="T4" y="T5"/>
                </a:cxn>
                <a:cxn ang="0">
                  <a:pos x="T6" y="T7"/>
                </a:cxn>
                <a:cxn ang="0">
                  <a:pos x="T8" y="T9"/>
                </a:cxn>
              </a:cxnLst>
              <a:rect l="0" t="0" r="r" b="b"/>
              <a:pathLst>
                <a:path w="83" h="76">
                  <a:moveTo>
                    <a:pt x="83" y="0"/>
                  </a:moveTo>
                  <a:lnTo>
                    <a:pt x="0" y="0"/>
                  </a:lnTo>
                  <a:lnTo>
                    <a:pt x="0" y="76"/>
                  </a:lnTo>
                  <a:lnTo>
                    <a:pt x="5" y="76"/>
                  </a:lnTo>
                  <a:lnTo>
                    <a:pt x="8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2" name="Freeform 124"/>
            <p:cNvSpPr>
              <a:spLocks noEditPoints="1"/>
            </p:cNvSpPr>
            <p:nvPr/>
          </p:nvSpPr>
          <p:spPr bwMode="auto">
            <a:xfrm>
              <a:off x="8074025" y="1568450"/>
              <a:ext cx="641350" cy="638175"/>
            </a:xfrm>
            <a:custGeom>
              <a:avLst/>
              <a:gdLst>
                <a:gd name="T0" fmla="*/ 98 w 171"/>
                <a:gd name="T1" fmla="*/ 170 h 170"/>
                <a:gd name="T2" fmla="*/ 171 w 171"/>
                <a:gd name="T3" fmla="*/ 85 h 170"/>
                <a:gd name="T4" fmla="*/ 98 w 171"/>
                <a:gd name="T5" fmla="*/ 1 h 170"/>
                <a:gd name="T6" fmla="*/ 98 w 171"/>
                <a:gd name="T7" fmla="*/ 15 h 170"/>
                <a:gd name="T8" fmla="*/ 130 w 171"/>
                <a:gd name="T9" fmla="*/ 30 h 170"/>
                <a:gd name="T10" fmla="*/ 98 w 171"/>
                <a:gd name="T11" fmla="*/ 62 h 170"/>
                <a:gd name="T12" fmla="*/ 98 w 171"/>
                <a:gd name="T13" fmla="*/ 82 h 170"/>
                <a:gd name="T14" fmla="*/ 112 w 171"/>
                <a:gd name="T15" fmla="*/ 69 h 170"/>
                <a:gd name="T16" fmla="*/ 114 w 171"/>
                <a:gd name="T17" fmla="*/ 67 h 170"/>
                <a:gd name="T18" fmla="*/ 116 w 171"/>
                <a:gd name="T19" fmla="*/ 64 h 170"/>
                <a:gd name="T20" fmla="*/ 140 w 171"/>
                <a:gd name="T21" fmla="*/ 40 h 170"/>
                <a:gd name="T22" fmla="*/ 156 w 171"/>
                <a:gd name="T23" fmla="*/ 85 h 170"/>
                <a:gd name="T24" fmla="*/ 156 w 171"/>
                <a:gd name="T25" fmla="*/ 85 h 170"/>
                <a:gd name="T26" fmla="*/ 98 w 171"/>
                <a:gd name="T27" fmla="*/ 155 h 170"/>
                <a:gd name="T28" fmla="*/ 98 w 171"/>
                <a:gd name="T29" fmla="*/ 170 h 170"/>
                <a:gd name="T30" fmla="*/ 85 w 171"/>
                <a:gd name="T31" fmla="*/ 170 h 170"/>
                <a:gd name="T32" fmla="*/ 98 w 171"/>
                <a:gd name="T33" fmla="*/ 170 h 170"/>
                <a:gd name="T34" fmla="*/ 98 w 171"/>
                <a:gd name="T35" fmla="*/ 155 h 170"/>
                <a:gd name="T36" fmla="*/ 85 w 171"/>
                <a:gd name="T37" fmla="*/ 156 h 170"/>
                <a:gd name="T38" fmla="*/ 40 w 171"/>
                <a:gd name="T39" fmla="*/ 140 h 170"/>
                <a:gd name="T40" fmla="*/ 74 w 171"/>
                <a:gd name="T41" fmla="*/ 106 h 170"/>
                <a:gd name="T42" fmla="*/ 77 w 171"/>
                <a:gd name="T43" fmla="*/ 104 h 170"/>
                <a:gd name="T44" fmla="*/ 79 w 171"/>
                <a:gd name="T45" fmla="*/ 101 h 170"/>
                <a:gd name="T46" fmla="*/ 98 w 171"/>
                <a:gd name="T47" fmla="*/ 82 h 170"/>
                <a:gd name="T48" fmla="*/ 98 w 171"/>
                <a:gd name="T49" fmla="*/ 62 h 170"/>
                <a:gd name="T50" fmla="*/ 96 w 171"/>
                <a:gd name="T51" fmla="*/ 64 h 170"/>
                <a:gd name="T52" fmla="*/ 94 w 171"/>
                <a:gd name="T53" fmla="*/ 67 h 170"/>
                <a:gd name="T54" fmla="*/ 91 w 171"/>
                <a:gd name="T55" fmla="*/ 69 h 170"/>
                <a:gd name="T56" fmla="*/ 59 w 171"/>
                <a:gd name="T57" fmla="*/ 101 h 170"/>
                <a:gd name="T58" fmla="*/ 57 w 171"/>
                <a:gd name="T59" fmla="*/ 104 h 170"/>
                <a:gd name="T60" fmla="*/ 54 w 171"/>
                <a:gd name="T61" fmla="*/ 106 h 170"/>
                <a:gd name="T62" fmla="*/ 30 w 171"/>
                <a:gd name="T63" fmla="*/ 130 h 170"/>
                <a:gd name="T64" fmla="*/ 14 w 171"/>
                <a:gd name="T65" fmla="*/ 85 h 170"/>
                <a:gd name="T66" fmla="*/ 85 w 171"/>
                <a:gd name="T67" fmla="*/ 14 h 170"/>
                <a:gd name="T68" fmla="*/ 85 w 171"/>
                <a:gd name="T69" fmla="*/ 14 h 170"/>
                <a:gd name="T70" fmla="*/ 98 w 171"/>
                <a:gd name="T71" fmla="*/ 15 h 170"/>
                <a:gd name="T72" fmla="*/ 98 w 171"/>
                <a:gd name="T73" fmla="*/ 1 h 170"/>
                <a:gd name="T74" fmla="*/ 85 w 171"/>
                <a:gd name="T75" fmla="*/ 0 h 170"/>
                <a:gd name="T76" fmla="*/ 0 w 171"/>
                <a:gd name="T77" fmla="*/ 85 h 170"/>
                <a:gd name="T78" fmla="*/ 85 w 171"/>
                <a:gd name="T7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170">
                  <a:moveTo>
                    <a:pt x="98" y="170"/>
                  </a:moveTo>
                  <a:cubicBezTo>
                    <a:pt x="139" y="163"/>
                    <a:pt x="171" y="128"/>
                    <a:pt x="171" y="85"/>
                  </a:cubicBezTo>
                  <a:cubicBezTo>
                    <a:pt x="171" y="42"/>
                    <a:pt x="139" y="7"/>
                    <a:pt x="98" y="1"/>
                  </a:cubicBezTo>
                  <a:cubicBezTo>
                    <a:pt x="98" y="15"/>
                    <a:pt x="98" y="15"/>
                    <a:pt x="98" y="15"/>
                  </a:cubicBezTo>
                  <a:cubicBezTo>
                    <a:pt x="110" y="17"/>
                    <a:pt x="121" y="23"/>
                    <a:pt x="130" y="30"/>
                  </a:cubicBezTo>
                  <a:cubicBezTo>
                    <a:pt x="98" y="62"/>
                    <a:pt x="98" y="62"/>
                    <a:pt x="98" y="62"/>
                  </a:cubicBezTo>
                  <a:cubicBezTo>
                    <a:pt x="98" y="82"/>
                    <a:pt x="98" y="82"/>
                    <a:pt x="98" y="82"/>
                  </a:cubicBezTo>
                  <a:cubicBezTo>
                    <a:pt x="112" y="69"/>
                    <a:pt x="112" y="69"/>
                    <a:pt x="112" y="69"/>
                  </a:cubicBezTo>
                  <a:cubicBezTo>
                    <a:pt x="114" y="67"/>
                    <a:pt x="114" y="67"/>
                    <a:pt x="114" y="67"/>
                  </a:cubicBezTo>
                  <a:cubicBezTo>
                    <a:pt x="116" y="64"/>
                    <a:pt x="116" y="64"/>
                    <a:pt x="116" y="64"/>
                  </a:cubicBezTo>
                  <a:cubicBezTo>
                    <a:pt x="140" y="40"/>
                    <a:pt x="140" y="40"/>
                    <a:pt x="140" y="40"/>
                  </a:cubicBezTo>
                  <a:cubicBezTo>
                    <a:pt x="150" y="52"/>
                    <a:pt x="156" y="68"/>
                    <a:pt x="156" y="85"/>
                  </a:cubicBezTo>
                  <a:cubicBezTo>
                    <a:pt x="156" y="85"/>
                    <a:pt x="156" y="85"/>
                    <a:pt x="156" y="85"/>
                  </a:cubicBezTo>
                  <a:cubicBezTo>
                    <a:pt x="156" y="120"/>
                    <a:pt x="131" y="149"/>
                    <a:pt x="98" y="155"/>
                  </a:cubicBezTo>
                  <a:lnTo>
                    <a:pt x="98" y="170"/>
                  </a:lnTo>
                  <a:close/>
                  <a:moveTo>
                    <a:pt x="85" y="170"/>
                  </a:moveTo>
                  <a:cubicBezTo>
                    <a:pt x="90" y="170"/>
                    <a:pt x="94" y="170"/>
                    <a:pt x="98" y="170"/>
                  </a:cubicBezTo>
                  <a:cubicBezTo>
                    <a:pt x="98" y="155"/>
                    <a:pt x="98" y="155"/>
                    <a:pt x="98" y="155"/>
                  </a:cubicBezTo>
                  <a:cubicBezTo>
                    <a:pt x="94" y="156"/>
                    <a:pt x="90" y="156"/>
                    <a:pt x="85" y="156"/>
                  </a:cubicBezTo>
                  <a:cubicBezTo>
                    <a:pt x="68" y="156"/>
                    <a:pt x="52" y="150"/>
                    <a:pt x="40" y="140"/>
                  </a:cubicBezTo>
                  <a:cubicBezTo>
                    <a:pt x="74" y="106"/>
                    <a:pt x="74" y="106"/>
                    <a:pt x="74" y="106"/>
                  </a:cubicBezTo>
                  <a:cubicBezTo>
                    <a:pt x="77" y="104"/>
                    <a:pt x="77" y="104"/>
                    <a:pt x="77" y="104"/>
                  </a:cubicBezTo>
                  <a:cubicBezTo>
                    <a:pt x="79" y="101"/>
                    <a:pt x="79" y="101"/>
                    <a:pt x="79" y="101"/>
                  </a:cubicBezTo>
                  <a:cubicBezTo>
                    <a:pt x="98" y="82"/>
                    <a:pt x="98" y="82"/>
                    <a:pt x="98" y="82"/>
                  </a:cubicBezTo>
                  <a:cubicBezTo>
                    <a:pt x="98" y="62"/>
                    <a:pt x="98" y="62"/>
                    <a:pt x="98" y="62"/>
                  </a:cubicBezTo>
                  <a:cubicBezTo>
                    <a:pt x="96" y="64"/>
                    <a:pt x="96" y="64"/>
                    <a:pt x="96" y="64"/>
                  </a:cubicBezTo>
                  <a:cubicBezTo>
                    <a:pt x="94" y="67"/>
                    <a:pt x="94" y="67"/>
                    <a:pt x="94" y="67"/>
                  </a:cubicBezTo>
                  <a:cubicBezTo>
                    <a:pt x="91" y="69"/>
                    <a:pt x="91" y="69"/>
                    <a:pt x="91" y="69"/>
                  </a:cubicBezTo>
                  <a:cubicBezTo>
                    <a:pt x="59" y="101"/>
                    <a:pt x="59" y="101"/>
                    <a:pt x="59" y="101"/>
                  </a:cubicBezTo>
                  <a:cubicBezTo>
                    <a:pt x="57" y="104"/>
                    <a:pt x="57" y="104"/>
                    <a:pt x="57" y="104"/>
                  </a:cubicBezTo>
                  <a:cubicBezTo>
                    <a:pt x="54" y="106"/>
                    <a:pt x="54" y="106"/>
                    <a:pt x="54" y="106"/>
                  </a:cubicBezTo>
                  <a:cubicBezTo>
                    <a:pt x="30" y="130"/>
                    <a:pt x="30" y="130"/>
                    <a:pt x="30" y="130"/>
                  </a:cubicBezTo>
                  <a:cubicBezTo>
                    <a:pt x="20" y="118"/>
                    <a:pt x="14" y="102"/>
                    <a:pt x="14" y="85"/>
                  </a:cubicBezTo>
                  <a:cubicBezTo>
                    <a:pt x="14" y="46"/>
                    <a:pt x="46" y="14"/>
                    <a:pt x="85" y="14"/>
                  </a:cubicBezTo>
                  <a:cubicBezTo>
                    <a:pt x="85" y="14"/>
                    <a:pt x="85" y="14"/>
                    <a:pt x="85" y="14"/>
                  </a:cubicBezTo>
                  <a:cubicBezTo>
                    <a:pt x="90" y="14"/>
                    <a:pt x="94" y="14"/>
                    <a:pt x="98" y="15"/>
                  </a:cubicBezTo>
                  <a:cubicBezTo>
                    <a:pt x="98" y="1"/>
                    <a:pt x="98" y="1"/>
                    <a:pt x="98" y="1"/>
                  </a:cubicBezTo>
                  <a:cubicBezTo>
                    <a:pt x="94" y="0"/>
                    <a:pt x="90" y="0"/>
                    <a:pt x="85" y="0"/>
                  </a:cubicBezTo>
                  <a:cubicBezTo>
                    <a:pt x="38" y="0"/>
                    <a:pt x="0" y="38"/>
                    <a:pt x="0" y="85"/>
                  </a:cubicBezTo>
                  <a:cubicBezTo>
                    <a:pt x="0" y="132"/>
                    <a:pt x="38" y="170"/>
                    <a:pt x="85" y="17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3" name="Freeform 125"/>
            <p:cNvSpPr>
              <a:spLocks noEditPoints="1"/>
            </p:cNvSpPr>
            <p:nvPr/>
          </p:nvSpPr>
          <p:spPr bwMode="auto">
            <a:xfrm>
              <a:off x="6524625" y="2305050"/>
              <a:ext cx="608013" cy="150813"/>
            </a:xfrm>
            <a:custGeom>
              <a:avLst/>
              <a:gdLst>
                <a:gd name="T0" fmla="*/ 191 w 383"/>
                <a:gd name="T1" fmla="*/ 78 h 95"/>
                <a:gd name="T2" fmla="*/ 328 w 383"/>
                <a:gd name="T3" fmla="*/ 78 h 95"/>
                <a:gd name="T4" fmla="*/ 340 w 383"/>
                <a:gd name="T5" fmla="*/ 95 h 95"/>
                <a:gd name="T6" fmla="*/ 383 w 383"/>
                <a:gd name="T7" fmla="*/ 95 h 95"/>
                <a:gd name="T8" fmla="*/ 312 w 383"/>
                <a:gd name="T9" fmla="*/ 0 h 95"/>
                <a:gd name="T10" fmla="*/ 267 w 383"/>
                <a:gd name="T11" fmla="*/ 0 h 95"/>
                <a:gd name="T12" fmla="*/ 276 w 383"/>
                <a:gd name="T13" fmla="*/ 12 h 95"/>
                <a:gd name="T14" fmla="*/ 191 w 383"/>
                <a:gd name="T15" fmla="*/ 12 h 95"/>
                <a:gd name="T16" fmla="*/ 191 w 383"/>
                <a:gd name="T17" fmla="*/ 38 h 95"/>
                <a:gd name="T18" fmla="*/ 295 w 383"/>
                <a:gd name="T19" fmla="*/ 38 h 95"/>
                <a:gd name="T20" fmla="*/ 309 w 383"/>
                <a:gd name="T21" fmla="*/ 54 h 95"/>
                <a:gd name="T22" fmla="*/ 191 w 383"/>
                <a:gd name="T23" fmla="*/ 54 h 95"/>
                <a:gd name="T24" fmla="*/ 191 w 383"/>
                <a:gd name="T25" fmla="*/ 78 h 95"/>
                <a:gd name="T26" fmla="*/ 56 w 383"/>
                <a:gd name="T27" fmla="*/ 78 h 95"/>
                <a:gd name="T28" fmla="*/ 191 w 383"/>
                <a:gd name="T29" fmla="*/ 78 h 95"/>
                <a:gd name="T30" fmla="*/ 191 w 383"/>
                <a:gd name="T31" fmla="*/ 54 h 95"/>
                <a:gd name="T32" fmla="*/ 75 w 383"/>
                <a:gd name="T33" fmla="*/ 54 h 95"/>
                <a:gd name="T34" fmla="*/ 87 w 383"/>
                <a:gd name="T35" fmla="*/ 38 h 95"/>
                <a:gd name="T36" fmla="*/ 87 w 383"/>
                <a:gd name="T37" fmla="*/ 38 h 95"/>
                <a:gd name="T38" fmla="*/ 191 w 383"/>
                <a:gd name="T39" fmla="*/ 38 h 95"/>
                <a:gd name="T40" fmla="*/ 191 w 383"/>
                <a:gd name="T41" fmla="*/ 12 h 95"/>
                <a:gd name="T42" fmla="*/ 106 w 383"/>
                <a:gd name="T43" fmla="*/ 12 h 95"/>
                <a:gd name="T44" fmla="*/ 115 w 383"/>
                <a:gd name="T45" fmla="*/ 0 h 95"/>
                <a:gd name="T46" fmla="*/ 73 w 383"/>
                <a:gd name="T47" fmla="*/ 0 h 95"/>
                <a:gd name="T48" fmla="*/ 0 w 383"/>
                <a:gd name="T49" fmla="*/ 95 h 95"/>
                <a:gd name="T50" fmla="*/ 45 w 383"/>
                <a:gd name="T51" fmla="*/ 95 h 95"/>
                <a:gd name="T52" fmla="*/ 56 w 383"/>
                <a:gd name="T53"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3" h="95">
                  <a:moveTo>
                    <a:pt x="191" y="78"/>
                  </a:moveTo>
                  <a:lnTo>
                    <a:pt x="328" y="78"/>
                  </a:lnTo>
                  <a:lnTo>
                    <a:pt x="340" y="95"/>
                  </a:lnTo>
                  <a:lnTo>
                    <a:pt x="383" y="95"/>
                  </a:lnTo>
                  <a:lnTo>
                    <a:pt x="312" y="0"/>
                  </a:lnTo>
                  <a:lnTo>
                    <a:pt x="267" y="0"/>
                  </a:lnTo>
                  <a:lnTo>
                    <a:pt x="276" y="12"/>
                  </a:lnTo>
                  <a:lnTo>
                    <a:pt x="191" y="12"/>
                  </a:lnTo>
                  <a:lnTo>
                    <a:pt x="191" y="38"/>
                  </a:lnTo>
                  <a:lnTo>
                    <a:pt x="295" y="38"/>
                  </a:lnTo>
                  <a:lnTo>
                    <a:pt x="309" y="54"/>
                  </a:lnTo>
                  <a:lnTo>
                    <a:pt x="191" y="54"/>
                  </a:lnTo>
                  <a:lnTo>
                    <a:pt x="191" y="78"/>
                  </a:lnTo>
                  <a:close/>
                  <a:moveTo>
                    <a:pt x="56" y="78"/>
                  </a:moveTo>
                  <a:lnTo>
                    <a:pt x="191" y="78"/>
                  </a:lnTo>
                  <a:lnTo>
                    <a:pt x="191" y="54"/>
                  </a:lnTo>
                  <a:lnTo>
                    <a:pt x="75" y="54"/>
                  </a:lnTo>
                  <a:lnTo>
                    <a:pt x="87" y="38"/>
                  </a:lnTo>
                  <a:lnTo>
                    <a:pt x="87" y="38"/>
                  </a:lnTo>
                  <a:lnTo>
                    <a:pt x="191" y="38"/>
                  </a:lnTo>
                  <a:lnTo>
                    <a:pt x="191" y="12"/>
                  </a:lnTo>
                  <a:lnTo>
                    <a:pt x="106" y="12"/>
                  </a:lnTo>
                  <a:lnTo>
                    <a:pt x="115" y="0"/>
                  </a:lnTo>
                  <a:lnTo>
                    <a:pt x="73" y="0"/>
                  </a:lnTo>
                  <a:lnTo>
                    <a:pt x="0" y="95"/>
                  </a:lnTo>
                  <a:lnTo>
                    <a:pt x="45" y="95"/>
                  </a:lnTo>
                  <a:lnTo>
                    <a:pt x="56" y="7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4" name="Freeform 126"/>
            <p:cNvSpPr>
              <a:spLocks noEditPoints="1"/>
            </p:cNvSpPr>
            <p:nvPr/>
          </p:nvSpPr>
          <p:spPr bwMode="auto">
            <a:xfrm>
              <a:off x="6557963" y="1714500"/>
              <a:ext cx="555625" cy="568325"/>
            </a:xfrm>
            <a:custGeom>
              <a:avLst/>
              <a:gdLst>
                <a:gd name="T0" fmla="*/ 291 w 350"/>
                <a:gd name="T1" fmla="*/ 0 h 358"/>
                <a:gd name="T2" fmla="*/ 321 w 350"/>
                <a:gd name="T3" fmla="*/ 74 h 358"/>
                <a:gd name="T4" fmla="*/ 321 w 350"/>
                <a:gd name="T5" fmla="*/ 251 h 358"/>
                <a:gd name="T6" fmla="*/ 291 w 350"/>
                <a:gd name="T7" fmla="*/ 284 h 358"/>
                <a:gd name="T8" fmla="*/ 321 w 350"/>
                <a:gd name="T9" fmla="*/ 317 h 358"/>
                <a:gd name="T10" fmla="*/ 291 w 350"/>
                <a:gd name="T11" fmla="*/ 317 h 358"/>
                <a:gd name="T12" fmla="*/ 350 w 350"/>
                <a:gd name="T13" fmla="*/ 358 h 358"/>
                <a:gd name="T14" fmla="*/ 350 w 350"/>
                <a:gd name="T15" fmla="*/ 0 h 358"/>
                <a:gd name="T16" fmla="*/ 175 w 350"/>
                <a:gd name="T17" fmla="*/ 0 h 358"/>
                <a:gd name="T18" fmla="*/ 277 w 350"/>
                <a:gd name="T19" fmla="*/ 24 h 358"/>
                <a:gd name="T20" fmla="*/ 175 w 350"/>
                <a:gd name="T21" fmla="*/ 45 h 358"/>
                <a:gd name="T22" fmla="*/ 291 w 350"/>
                <a:gd name="T23" fmla="*/ 74 h 358"/>
                <a:gd name="T24" fmla="*/ 291 w 350"/>
                <a:gd name="T25" fmla="*/ 0 h 358"/>
                <a:gd name="T26" fmla="*/ 291 w 350"/>
                <a:gd name="T27" fmla="*/ 358 h 358"/>
                <a:gd name="T28" fmla="*/ 260 w 350"/>
                <a:gd name="T29" fmla="*/ 317 h 358"/>
                <a:gd name="T30" fmla="*/ 291 w 350"/>
                <a:gd name="T31" fmla="*/ 284 h 358"/>
                <a:gd name="T32" fmla="*/ 175 w 350"/>
                <a:gd name="T33" fmla="*/ 251 h 358"/>
                <a:gd name="T34" fmla="*/ 175 w 350"/>
                <a:gd name="T35" fmla="*/ 0 h 358"/>
                <a:gd name="T36" fmla="*/ 59 w 350"/>
                <a:gd name="T37" fmla="*/ 74 h 358"/>
                <a:gd name="T38" fmla="*/ 175 w 350"/>
                <a:gd name="T39" fmla="*/ 45 h 358"/>
                <a:gd name="T40" fmla="*/ 73 w 350"/>
                <a:gd name="T41" fmla="*/ 24 h 358"/>
                <a:gd name="T42" fmla="*/ 175 w 350"/>
                <a:gd name="T43" fmla="*/ 24 h 358"/>
                <a:gd name="T44" fmla="*/ 175 w 350"/>
                <a:gd name="T45" fmla="*/ 0 h 358"/>
                <a:gd name="T46" fmla="*/ 175 w 350"/>
                <a:gd name="T47" fmla="*/ 358 h 358"/>
                <a:gd name="T48" fmla="*/ 59 w 350"/>
                <a:gd name="T49" fmla="*/ 251 h 358"/>
                <a:gd name="T50" fmla="*/ 90 w 350"/>
                <a:gd name="T51" fmla="*/ 284 h 358"/>
                <a:gd name="T52" fmla="*/ 90 w 350"/>
                <a:gd name="T53" fmla="*/ 317 h 358"/>
                <a:gd name="T54" fmla="*/ 59 w 350"/>
                <a:gd name="T55" fmla="*/ 358 h 358"/>
                <a:gd name="T56" fmla="*/ 0 w 350"/>
                <a:gd name="T57" fmla="*/ 0 h 358"/>
                <a:gd name="T58" fmla="*/ 59 w 350"/>
                <a:gd name="T59" fmla="*/ 358 h 358"/>
                <a:gd name="T60" fmla="*/ 26 w 350"/>
                <a:gd name="T61" fmla="*/ 317 h 358"/>
                <a:gd name="T62" fmla="*/ 59 w 350"/>
                <a:gd name="T63" fmla="*/ 284 h 358"/>
                <a:gd name="T64" fmla="*/ 26 w 350"/>
                <a:gd name="T65" fmla="*/ 251 h 358"/>
                <a:gd name="T66" fmla="*/ 59 w 350"/>
                <a:gd name="T67" fmla="*/ 7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0" h="358">
                  <a:moveTo>
                    <a:pt x="350" y="0"/>
                  </a:moveTo>
                  <a:lnTo>
                    <a:pt x="291" y="0"/>
                  </a:lnTo>
                  <a:lnTo>
                    <a:pt x="291" y="74"/>
                  </a:lnTo>
                  <a:lnTo>
                    <a:pt x="321" y="74"/>
                  </a:lnTo>
                  <a:lnTo>
                    <a:pt x="321" y="251"/>
                  </a:lnTo>
                  <a:lnTo>
                    <a:pt x="321" y="251"/>
                  </a:lnTo>
                  <a:lnTo>
                    <a:pt x="291" y="251"/>
                  </a:lnTo>
                  <a:lnTo>
                    <a:pt x="291" y="284"/>
                  </a:lnTo>
                  <a:lnTo>
                    <a:pt x="321" y="284"/>
                  </a:lnTo>
                  <a:lnTo>
                    <a:pt x="321" y="317"/>
                  </a:lnTo>
                  <a:lnTo>
                    <a:pt x="321" y="317"/>
                  </a:lnTo>
                  <a:lnTo>
                    <a:pt x="291" y="317"/>
                  </a:lnTo>
                  <a:lnTo>
                    <a:pt x="291" y="358"/>
                  </a:lnTo>
                  <a:lnTo>
                    <a:pt x="350" y="358"/>
                  </a:lnTo>
                  <a:lnTo>
                    <a:pt x="350" y="0"/>
                  </a:lnTo>
                  <a:lnTo>
                    <a:pt x="350" y="0"/>
                  </a:lnTo>
                  <a:close/>
                  <a:moveTo>
                    <a:pt x="291" y="0"/>
                  </a:moveTo>
                  <a:lnTo>
                    <a:pt x="175" y="0"/>
                  </a:lnTo>
                  <a:lnTo>
                    <a:pt x="175" y="24"/>
                  </a:lnTo>
                  <a:lnTo>
                    <a:pt x="277" y="24"/>
                  </a:lnTo>
                  <a:lnTo>
                    <a:pt x="277" y="45"/>
                  </a:lnTo>
                  <a:lnTo>
                    <a:pt x="175" y="45"/>
                  </a:lnTo>
                  <a:lnTo>
                    <a:pt x="175" y="74"/>
                  </a:lnTo>
                  <a:lnTo>
                    <a:pt x="291" y="74"/>
                  </a:lnTo>
                  <a:lnTo>
                    <a:pt x="291" y="0"/>
                  </a:lnTo>
                  <a:lnTo>
                    <a:pt x="291" y="0"/>
                  </a:lnTo>
                  <a:close/>
                  <a:moveTo>
                    <a:pt x="175" y="358"/>
                  </a:moveTo>
                  <a:lnTo>
                    <a:pt x="291" y="358"/>
                  </a:lnTo>
                  <a:lnTo>
                    <a:pt x="291" y="317"/>
                  </a:lnTo>
                  <a:lnTo>
                    <a:pt x="260" y="317"/>
                  </a:lnTo>
                  <a:lnTo>
                    <a:pt x="260" y="284"/>
                  </a:lnTo>
                  <a:lnTo>
                    <a:pt x="291" y="284"/>
                  </a:lnTo>
                  <a:lnTo>
                    <a:pt x="291" y="251"/>
                  </a:lnTo>
                  <a:lnTo>
                    <a:pt x="175" y="251"/>
                  </a:lnTo>
                  <a:lnTo>
                    <a:pt x="175" y="358"/>
                  </a:lnTo>
                  <a:close/>
                  <a:moveTo>
                    <a:pt x="175" y="0"/>
                  </a:moveTo>
                  <a:lnTo>
                    <a:pt x="59" y="0"/>
                  </a:lnTo>
                  <a:lnTo>
                    <a:pt x="59" y="74"/>
                  </a:lnTo>
                  <a:lnTo>
                    <a:pt x="175" y="74"/>
                  </a:lnTo>
                  <a:lnTo>
                    <a:pt x="175" y="45"/>
                  </a:lnTo>
                  <a:lnTo>
                    <a:pt x="73" y="45"/>
                  </a:lnTo>
                  <a:lnTo>
                    <a:pt x="73" y="24"/>
                  </a:lnTo>
                  <a:lnTo>
                    <a:pt x="73" y="24"/>
                  </a:lnTo>
                  <a:lnTo>
                    <a:pt x="175" y="24"/>
                  </a:lnTo>
                  <a:lnTo>
                    <a:pt x="175" y="0"/>
                  </a:lnTo>
                  <a:lnTo>
                    <a:pt x="175" y="0"/>
                  </a:lnTo>
                  <a:close/>
                  <a:moveTo>
                    <a:pt x="59" y="358"/>
                  </a:moveTo>
                  <a:lnTo>
                    <a:pt x="175" y="358"/>
                  </a:lnTo>
                  <a:lnTo>
                    <a:pt x="175" y="251"/>
                  </a:lnTo>
                  <a:lnTo>
                    <a:pt x="59" y="251"/>
                  </a:lnTo>
                  <a:lnTo>
                    <a:pt x="59" y="284"/>
                  </a:lnTo>
                  <a:lnTo>
                    <a:pt x="90" y="284"/>
                  </a:lnTo>
                  <a:lnTo>
                    <a:pt x="90" y="317"/>
                  </a:lnTo>
                  <a:lnTo>
                    <a:pt x="90" y="317"/>
                  </a:lnTo>
                  <a:lnTo>
                    <a:pt x="59" y="317"/>
                  </a:lnTo>
                  <a:lnTo>
                    <a:pt x="59" y="358"/>
                  </a:lnTo>
                  <a:close/>
                  <a:moveTo>
                    <a:pt x="59" y="0"/>
                  </a:moveTo>
                  <a:lnTo>
                    <a:pt x="0" y="0"/>
                  </a:lnTo>
                  <a:lnTo>
                    <a:pt x="0" y="358"/>
                  </a:lnTo>
                  <a:lnTo>
                    <a:pt x="59" y="358"/>
                  </a:lnTo>
                  <a:lnTo>
                    <a:pt x="59" y="317"/>
                  </a:lnTo>
                  <a:lnTo>
                    <a:pt x="26" y="317"/>
                  </a:lnTo>
                  <a:lnTo>
                    <a:pt x="26" y="284"/>
                  </a:lnTo>
                  <a:lnTo>
                    <a:pt x="59" y="284"/>
                  </a:lnTo>
                  <a:lnTo>
                    <a:pt x="59" y="251"/>
                  </a:lnTo>
                  <a:lnTo>
                    <a:pt x="26" y="251"/>
                  </a:lnTo>
                  <a:lnTo>
                    <a:pt x="26" y="74"/>
                  </a:lnTo>
                  <a:lnTo>
                    <a:pt x="59" y="74"/>
                  </a:lnTo>
                  <a:lnTo>
                    <a:pt x="5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5" name="Freeform 127"/>
            <p:cNvSpPr>
              <a:spLocks/>
            </p:cNvSpPr>
            <p:nvPr/>
          </p:nvSpPr>
          <p:spPr bwMode="auto">
            <a:xfrm>
              <a:off x="4197350" y="5392738"/>
              <a:ext cx="495300" cy="128588"/>
            </a:xfrm>
            <a:custGeom>
              <a:avLst/>
              <a:gdLst>
                <a:gd name="T0" fmla="*/ 203 w 312"/>
                <a:gd name="T1" fmla="*/ 43 h 81"/>
                <a:gd name="T2" fmla="*/ 108 w 312"/>
                <a:gd name="T3" fmla="*/ 43 h 81"/>
                <a:gd name="T4" fmla="*/ 108 w 312"/>
                <a:gd name="T5" fmla="*/ 0 h 81"/>
                <a:gd name="T6" fmla="*/ 0 w 312"/>
                <a:gd name="T7" fmla="*/ 0 h 81"/>
                <a:gd name="T8" fmla="*/ 0 w 312"/>
                <a:gd name="T9" fmla="*/ 81 h 81"/>
                <a:gd name="T10" fmla="*/ 312 w 312"/>
                <a:gd name="T11" fmla="*/ 81 h 81"/>
                <a:gd name="T12" fmla="*/ 312 w 312"/>
                <a:gd name="T13" fmla="*/ 0 h 81"/>
                <a:gd name="T14" fmla="*/ 203 w 312"/>
                <a:gd name="T15" fmla="*/ 0 h 81"/>
                <a:gd name="T16" fmla="*/ 203 w 312"/>
                <a:gd name="T17" fmla="*/ 4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2" h="81">
                  <a:moveTo>
                    <a:pt x="203" y="43"/>
                  </a:moveTo>
                  <a:lnTo>
                    <a:pt x="108" y="43"/>
                  </a:lnTo>
                  <a:lnTo>
                    <a:pt x="108" y="0"/>
                  </a:lnTo>
                  <a:lnTo>
                    <a:pt x="0" y="0"/>
                  </a:lnTo>
                  <a:lnTo>
                    <a:pt x="0" y="81"/>
                  </a:lnTo>
                  <a:lnTo>
                    <a:pt x="312" y="81"/>
                  </a:lnTo>
                  <a:lnTo>
                    <a:pt x="312" y="0"/>
                  </a:lnTo>
                  <a:lnTo>
                    <a:pt x="203" y="0"/>
                  </a:lnTo>
                  <a:lnTo>
                    <a:pt x="203" y="4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6" name="Rectangle 128"/>
            <p:cNvSpPr>
              <a:spLocks noChangeArrowheads="1"/>
            </p:cNvSpPr>
            <p:nvPr/>
          </p:nvSpPr>
          <p:spPr bwMode="auto">
            <a:xfrm>
              <a:off x="4398963" y="5392738"/>
              <a:ext cx="93663"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7" name="Freeform 129"/>
            <p:cNvSpPr>
              <a:spLocks noEditPoints="1"/>
            </p:cNvSpPr>
            <p:nvPr/>
          </p:nvSpPr>
          <p:spPr bwMode="auto">
            <a:xfrm>
              <a:off x="4197350" y="5103813"/>
              <a:ext cx="495300" cy="258763"/>
            </a:xfrm>
            <a:custGeom>
              <a:avLst/>
              <a:gdLst>
                <a:gd name="T0" fmla="*/ 234 w 312"/>
                <a:gd name="T1" fmla="*/ 0 h 163"/>
                <a:gd name="T2" fmla="*/ 156 w 312"/>
                <a:gd name="T3" fmla="*/ 0 h 163"/>
                <a:gd name="T4" fmla="*/ 156 w 312"/>
                <a:gd name="T5" fmla="*/ 28 h 163"/>
                <a:gd name="T6" fmla="*/ 205 w 312"/>
                <a:gd name="T7" fmla="*/ 28 h 163"/>
                <a:gd name="T8" fmla="*/ 205 w 312"/>
                <a:gd name="T9" fmla="*/ 59 h 163"/>
                <a:gd name="T10" fmla="*/ 156 w 312"/>
                <a:gd name="T11" fmla="*/ 59 h 163"/>
                <a:gd name="T12" fmla="*/ 156 w 312"/>
                <a:gd name="T13" fmla="*/ 163 h 163"/>
                <a:gd name="T14" fmla="*/ 203 w 312"/>
                <a:gd name="T15" fmla="*/ 163 h 163"/>
                <a:gd name="T16" fmla="*/ 312 w 312"/>
                <a:gd name="T17" fmla="*/ 163 h 163"/>
                <a:gd name="T18" fmla="*/ 312 w 312"/>
                <a:gd name="T19" fmla="*/ 59 h 163"/>
                <a:gd name="T20" fmla="*/ 234 w 312"/>
                <a:gd name="T21" fmla="*/ 59 h 163"/>
                <a:gd name="T22" fmla="*/ 234 w 312"/>
                <a:gd name="T23" fmla="*/ 0 h 163"/>
                <a:gd name="T24" fmla="*/ 156 w 312"/>
                <a:gd name="T25" fmla="*/ 0 h 163"/>
                <a:gd name="T26" fmla="*/ 80 w 312"/>
                <a:gd name="T27" fmla="*/ 0 h 163"/>
                <a:gd name="T28" fmla="*/ 80 w 312"/>
                <a:gd name="T29" fmla="*/ 59 h 163"/>
                <a:gd name="T30" fmla="*/ 0 w 312"/>
                <a:gd name="T31" fmla="*/ 59 h 163"/>
                <a:gd name="T32" fmla="*/ 0 w 312"/>
                <a:gd name="T33" fmla="*/ 163 h 163"/>
                <a:gd name="T34" fmla="*/ 108 w 312"/>
                <a:gd name="T35" fmla="*/ 163 h 163"/>
                <a:gd name="T36" fmla="*/ 156 w 312"/>
                <a:gd name="T37" fmla="*/ 163 h 163"/>
                <a:gd name="T38" fmla="*/ 156 w 312"/>
                <a:gd name="T39" fmla="*/ 59 h 163"/>
                <a:gd name="T40" fmla="*/ 106 w 312"/>
                <a:gd name="T41" fmla="*/ 59 h 163"/>
                <a:gd name="T42" fmla="*/ 106 w 312"/>
                <a:gd name="T43" fmla="*/ 59 h 163"/>
                <a:gd name="T44" fmla="*/ 106 w 312"/>
                <a:gd name="T45" fmla="*/ 28 h 163"/>
                <a:gd name="T46" fmla="*/ 156 w 312"/>
                <a:gd name="T47" fmla="*/ 28 h 163"/>
                <a:gd name="T48" fmla="*/ 156 w 312"/>
                <a:gd name="T4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163">
                  <a:moveTo>
                    <a:pt x="234" y="0"/>
                  </a:moveTo>
                  <a:lnTo>
                    <a:pt x="156" y="0"/>
                  </a:lnTo>
                  <a:lnTo>
                    <a:pt x="156" y="28"/>
                  </a:lnTo>
                  <a:lnTo>
                    <a:pt x="205" y="28"/>
                  </a:lnTo>
                  <a:lnTo>
                    <a:pt x="205" y="59"/>
                  </a:lnTo>
                  <a:lnTo>
                    <a:pt x="156" y="59"/>
                  </a:lnTo>
                  <a:lnTo>
                    <a:pt x="156" y="163"/>
                  </a:lnTo>
                  <a:lnTo>
                    <a:pt x="203" y="163"/>
                  </a:lnTo>
                  <a:lnTo>
                    <a:pt x="312" y="163"/>
                  </a:lnTo>
                  <a:lnTo>
                    <a:pt x="312" y="59"/>
                  </a:lnTo>
                  <a:lnTo>
                    <a:pt x="234" y="59"/>
                  </a:lnTo>
                  <a:lnTo>
                    <a:pt x="234" y="0"/>
                  </a:lnTo>
                  <a:close/>
                  <a:moveTo>
                    <a:pt x="156" y="0"/>
                  </a:moveTo>
                  <a:lnTo>
                    <a:pt x="80" y="0"/>
                  </a:lnTo>
                  <a:lnTo>
                    <a:pt x="80" y="59"/>
                  </a:lnTo>
                  <a:lnTo>
                    <a:pt x="0" y="59"/>
                  </a:lnTo>
                  <a:lnTo>
                    <a:pt x="0" y="163"/>
                  </a:lnTo>
                  <a:lnTo>
                    <a:pt x="108" y="163"/>
                  </a:lnTo>
                  <a:lnTo>
                    <a:pt x="156" y="163"/>
                  </a:lnTo>
                  <a:lnTo>
                    <a:pt x="156" y="59"/>
                  </a:lnTo>
                  <a:lnTo>
                    <a:pt x="106" y="59"/>
                  </a:lnTo>
                  <a:lnTo>
                    <a:pt x="106" y="59"/>
                  </a:lnTo>
                  <a:lnTo>
                    <a:pt x="106" y="28"/>
                  </a:lnTo>
                  <a:lnTo>
                    <a:pt x="156" y="28"/>
                  </a:lnTo>
                  <a:lnTo>
                    <a:pt x="15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8" name="Freeform 130"/>
            <p:cNvSpPr>
              <a:spLocks/>
            </p:cNvSpPr>
            <p:nvPr/>
          </p:nvSpPr>
          <p:spPr bwMode="auto">
            <a:xfrm>
              <a:off x="9556750" y="1790700"/>
              <a:ext cx="623888" cy="712788"/>
            </a:xfrm>
            <a:custGeom>
              <a:avLst/>
              <a:gdLst>
                <a:gd name="T0" fmla="*/ 146 w 166"/>
                <a:gd name="T1" fmla="*/ 6 h 190"/>
                <a:gd name="T2" fmla="*/ 107 w 166"/>
                <a:gd name="T3" fmla="*/ 29 h 190"/>
                <a:gd name="T4" fmla="*/ 91 w 166"/>
                <a:gd name="T5" fmla="*/ 52 h 190"/>
                <a:gd name="T6" fmla="*/ 14 w 166"/>
                <a:gd name="T7" fmla="*/ 38 h 190"/>
                <a:gd name="T8" fmla="*/ 3 w 166"/>
                <a:gd name="T9" fmla="*/ 55 h 190"/>
                <a:gd name="T10" fmla="*/ 71 w 166"/>
                <a:gd name="T11" fmla="*/ 83 h 190"/>
                <a:gd name="T12" fmla="*/ 49 w 166"/>
                <a:gd name="T13" fmla="*/ 115 h 190"/>
                <a:gd name="T14" fmla="*/ 11 w 166"/>
                <a:gd name="T15" fmla="*/ 117 h 190"/>
                <a:gd name="T16" fmla="*/ 0 w 166"/>
                <a:gd name="T17" fmla="*/ 134 h 190"/>
                <a:gd name="T18" fmla="*/ 52 w 166"/>
                <a:gd name="T19" fmla="*/ 147 h 190"/>
                <a:gd name="T20" fmla="*/ 83 w 166"/>
                <a:gd name="T21" fmla="*/ 190 h 190"/>
                <a:gd name="T22" fmla="*/ 95 w 166"/>
                <a:gd name="T23" fmla="*/ 173 h 190"/>
                <a:gd name="T24" fmla="*/ 82 w 166"/>
                <a:gd name="T25" fmla="*/ 139 h 190"/>
                <a:gd name="T26" fmla="*/ 104 w 166"/>
                <a:gd name="T27" fmla="*/ 105 h 190"/>
                <a:gd name="T28" fmla="*/ 155 w 166"/>
                <a:gd name="T29" fmla="*/ 156 h 190"/>
                <a:gd name="T30" fmla="*/ 166 w 166"/>
                <a:gd name="T31" fmla="*/ 139 h 190"/>
                <a:gd name="T32" fmla="*/ 125 w 166"/>
                <a:gd name="T33" fmla="*/ 75 h 190"/>
                <a:gd name="T34" fmla="*/ 140 w 166"/>
                <a:gd name="T35" fmla="*/ 51 h 190"/>
                <a:gd name="T36" fmla="*/ 146 w 166"/>
                <a:gd name="T37" fmla="*/ 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6" h="190">
                  <a:moveTo>
                    <a:pt x="146" y="6"/>
                  </a:moveTo>
                  <a:cubicBezTo>
                    <a:pt x="137" y="0"/>
                    <a:pt x="113" y="19"/>
                    <a:pt x="107" y="29"/>
                  </a:cubicBezTo>
                  <a:cubicBezTo>
                    <a:pt x="91" y="52"/>
                    <a:pt x="91" y="52"/>
                    <a:pt x="91" y="52"/>
                  </a:cubicBezTo>
                  <a:cubicBezTo>
                    <a:pt x="14" y="38"/>
                    <a:pt x="14" y="38"/>
                    <a:pt x="14" y="38"/>
                  </a:cubicBezTo>
                  <a:cubicBezTo>
                    <a:pt x="3" y="55"/>
                    <a:pt x="3" y="55"/>
                    <a:pt x="3" y="55"/>
                  </a:cubicBezTo>
                  <a:cubicBezTo>
                    <a:pt x="71" y="83"/>
                    <a:pt x="71" y="83"/>
                    <a:pt x="71" y="83"/>
                  </a:cubicBezTo>
                  <a:cubicBezTo>
                    <a:pt x="49" y="115"/>
                    <a:pt x="49" y="115"/>
                    <a:pt x="49" y="115"/>
                  </a:cubicBezTo>
                  <a:cubicBezTo>
                    <a:pt x="11" y="117"/>
                    <a:pt x="11" y="117"/>
                    <a:pt x="11" y="117"/>
                  </a:cubicBezTo>
                  <a:cubicBezTo>
                    <a:pt x="0" y="134"/>
                    <a:pt x="0" y="134"/>
                    <a:pt x="0" y="134"/>
                  </a:cubicBezTo>
                  <a:cubicBezTo>
                    <a:pt x="52" y="147"/>
                    <a:pt x="52" y="147"/>
                    <a:pt x="52" y="147"/>
                  </a:cubicBezTo>
                  <a:cubicBezTo>
                    <a:pt x="83" y="190"/>
                    <a:pt x="83" y="190"/>
                    <a:pt x="83" y="190"/>
                  </a:cubicBezTo>
                  <a:cubicBezTo>
                    <a:pt x="95" y="173"/>
                    <a:pt x="95" y="173"/>
                    <a:pt x="95" y="173"/>
                  </a:cubicBezTo>
                  <a:cubicBezTo>
                    <a:pt x="82" y="139"/>
                    <a:pt x="82" y="139"/>
                    <a:pt x="82" y="139"/>
                  </a:cubicBezTo>
                  <a:cubicBezTo>
                    <a:pt x="104" y="105"/>
                    <a:pt x="104" y="105"/>
                    <a:pt x="104" y="105"/>
                  </a:cubicBezTo>
                  <a:cubicBezTo>
                    <a:pt x="155" y="156"/>
                    <a:pt x="155" y="156"/>
                    <a:pt x="155" y="156"/>
                  </a:cubicBezTo>
                  <a:cubicBezTo>
                    <a:pt x="166" y="139"/>
                    <a:pt x="166" y="139"/>
                    <a:pt x="166" y="139"/>
                  </a:cubicBezTo>
                  <a:cubicBezTo>
                    <a:pt x="125" y="75"/>
                    <a:pt x="125" y="75"/>
                    <a:pt x="125" y="75"/>
                  </a:cubicBezTo>
                  <a:cubicBezTo>
                    <a:pt x="140" y="51"/>
                    <a:pt x="140" y="51"/>
                    <a:pt x="140" y="51"/>
                  </a:cubicBezTo>
                  <a:cubicBezTo>
                    <a:pt x="147" y="42"/>
                    <a:pt x="155" y="12"/>
                    <a:pt x="146" y="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79" name="Freeform 131"/>
            <p:cNvSpPr>
              <a:spLocks noEditPoints="1"/>
            </p:cNvSpPr>
            <p:nvPr/>
          </p:nvSpPr>
          <p:spPr bwMode="auto">
            <a:xfrm>
              <a:off x="2732088" y="771525"/>
              <a:ext cx="544513" cy="338138"/>
            </a:xfrm>
            <a:custGeom>
              <a:avLst/>
              <a:gdLst>
                <a:gd name="T0" fmla="*/ 270 w 343"/>
                <a:gd name="T1" fmla="*/ 213 h 213"/>
                <a:gd name="T2" fmla="*/ 343 w 343"/>
                <a:gd name="T3" fmla="*/ 213 h 213"/>
                <a:gd name="T4" fmla="*/ 343 w 343"/>
                <a:gd name="T5" fmla="*/ 119 h 213"/>
                <a:gd name="T6" fmla="*/ 303 w 343"/>
                <a:gd name="T7" fmla="*/ 119 h 213"/>
                <a:gd name="T8" fmla="*/ 303 w 343"/>
                <a:gd name="T9" fmla="*/ 0 h 213"/>
                <a:gd name="T10" fmla="*/ 270 w 343"/>
                <a:gd name="T11" fmla="*/ 0 h 213"/>
                <a:gd name="T12" fmla="*/ 270 w 343"/>
                <a:gd name="T13" fmla="*/ 149 h 213"/>
                <a:gd name="T14" fmla="*/ 301 w 343"/>
                <a:gd name="T15" fmla="*/ 149 h 213"/>
                <a:gd name="T16" fmla="*/ 301 w 343"/>
                <a:gd name="T17" fmla="*/ 190 h 213"/>
                <a:gd name="T18" fmla="*/ 301 w 343"/>
                <a:gd name="T19" fmla="*/ 190 h 213"/>
                <a:gd name="T20" fmla="*/ 270 w 343"/>
                <a:gd name="T21" fmla="*/ 190 h 213"/>
                <a:gd name="T22" fmla="*/ 270 w 343"/>
                <a:gd name="T23" fmla="*/ 213 h 213"/>
                <a:gd name="T24" fmla="*/ 223 w 343"/>
                <a:gd name="T25" fmla="*/ 0 h 213"/>
                <a:gd name="T26" fmla="*/ 223 w 343"/>
                <a:gd name="T27" fmla="*/ 119 h 213"/>
                <a:gd name="T28" fmla="*/ 171 w 343"/>
                <a:gd name="T29" fmla="*/ 119 h 213"/>
                <a:gd name="T30" fmla="*/ 171 w 343"/>
                <a:gd name="T31" fmla="*/ 149 h 213"/>
                <a:gd name="T32" fmla="*/ 201 w 343"/>
                <a:gd name="T33" fmla="*/ 149 h 213"/>
                <a:gd name="T34" fmla="*/ 201 w 343"/>
                <a:gd name="T35" fmla="*/ 190 h 213"/>
                <a:gd name="T36" fmla="*/ 201 w 343"/>
                <a:gd name="T37" fmla="*/ 190 h 213"/>
                <a:gd name="T38" fmla="*/ 171 w 343"/>
                <a:gd name="T39" fmla="*/ 190 h 213"/>
                <a:gd name="T40" fmla="*/ 171 w 343"/>
                <a:gd name="T41" fmla="*/ 213 h 213"/>
                <a:gd name="T42" fmla="*/ 270 w 343"/>
                <a:gd name="T43" fmla="*/ 213 h 213"/>
                <a:gd name="T44" fmla="*/ 270 w 343"/>
                <a:gd name="T45" fmla="*/ 190 h 213"/>
                <a:gd name="T46" fmla="*/ 242 w 343"/>
                <a:gd name="T47" fmla="*/ 190 h 213"/>
                <a:gd name="T48" fmla="*/ 242 w 343"/>
                <a:gd name="T49" fmla="*/ 149 h 213"/>
                <a:gd name="T50" fmla="*/ 270 w 343"/>
                <a:gd name="T51" fmla="*/ 149 h 213"/>
                <a:gd name="T52" fmla="*/ 270 w 343"/>
                <a:gd name="T53" fmla="*/ 0 h 213"/>
                <a:gd name="T54" fmla="*/ 223 w 343"/>
                <a:gd name="T55" fmla="*/ 0 h 213"/>
                <a:gd name="T56" fmla="*/ 171 w 343"/>
                <a:gd name="T57" fmla="*/ 119 h 213"/>
                <a:gd name="T58" fmla="*/ 74 w 343"/>
                <a:gd name="T59" fmla="*/ 119 h 213"/>
                <a:gd name="T60" fmla="*/ 74 w 343"/>
                <a:gd name="T61" fmla="*/ 149 h 213"/>
                <a:gd name="T62" fmla="*/ 102 w 343"/>
                <a:gd name="T63" fmla="*/ 149 h 213"/>
                <a:gd name="T64" fmla="*/ 102 w 343"/>
                <a:gd name="T65" fmla="*/ 190 h 213"/>
                <a:gd name="T66" fmla="*/ 102 w 343"/>
                <a:gd name="T67" fmla="*/ 190 h 213"/>
                <a:gd name="T68" fmla="*/ 74 w 343"/>
                <a:gd name="T69" fmla="*/ 190 h 213"/>
                <a:gd name="T70" fmla="*/ 74 w 343"/>
                <a:gd name="T71" fmla="*/ 213 h 213"/>
                <a:gd name="T72" fmla="*/ 171 w 343"/>
                <a:gd name="T73" fmla="*/ 213 h 213"/>
                <a:gd name="T74" fmla="*/ 171 w 343"/>
                <a:gd name="T75" fmla="*/ 190 h 213"/>
                <a:gd name="T76" fmla="*/ 142 w 343"/>
                <a:gd name="T77" fmla="*/ 190 h 213"/>
                <a:gd name="T78" fmla="*/ 142 w 343"/>
                <a:gd name="T79" fmla="*/ 149 h 213"/>
                <a:gd name="T80" fmla="*/ 171 w 343"/>
                <a:gd name="T81" fmla="*/ 149 h 213"/>
                <a:gd name="T82" fmla="*/ 171 w 343"/>
                <a:gd name="T83" fmla="*/ 119 h 213"/>
                <a:gd name="T84" fmla="*/ 74 w 343"/>
                <a:gd name="T85" fmla="*/ 119 h 213"/>
                <a:gd name="T86" fmla="*/ 0 w 343"/>
                <a:gd name="T87" fmla="*/ 119 h 213"/>
                <a:gd name="T88" fmla="*/ 0 w 343"/>
                <a:gd name="T89" fmla="*/ 213 h 213"/>
                <a:gd name="T90" fmla="*/ 74 w 343"/>
                <a:gd name="T91" fmla="*/ 213 h 213"/>
                <a:gd name="T92" fmla="*/ 74 w 343"/>
                <a:gd name="T93" fmla="*/ 190 h 213"/>
                <a:gd name="T94" fmla="*/ 43 w 343"/>
                <a:gd name="T95" fmla="*/ 190 h 213"/>
                <a:gd name="T96" fmla="*/ 43 w 343"/>
                <a:gd name="T97" fmla="*/ 149 h 213"/>
                <a:gd name="T98" fmla="*/ 74 w 343"/>
                <a:gd name="T99" fmla="*/ 149 h 213"/>
                <a:gd name="T100" fmla="*/ 74 w 343"/>
                <a:gd name="T101" fmla="*/ 11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3" h="213">
                  <a:moveTo>
                    <a:pt x="270" y="213"/>
                  </a:moveTo>
                  <a:lnTo>
                    <a:pt x="343" y="213"/>
                  </a:lnTo>
                  <a:lnTo>
                    <a:pt x="343" y="119"/>
                  </a:lnTo>
                  <a:lnTo>
                    <a:pt x="303" y="119"/>
                  </a:lnTo>
                  <a:lnTo>
                    <a:pt x="303" y="0"/>
                  </a:lnTo>
                  <a:lnTo>
                    <a:pt x="270" y="0"/>
                  </a:lnTo>
                  <a:lnTo>
                    <a:pt x="270" y="149"/>
                  </a:lnTo>
                  <a:lnTo>
                    <a:pt x="301" y="149"/>
                  </a:lnTo>
                  <a:lnTo>
                    <a:pt x="301" y="190"/>
                  </a:lnTo>
                  <a:lnTo>
                    <a:pt x="301" y="190"/>
                  </a:lnTo>
                  <a:lnTo>
                    <a:pt x="270" y="190"/>
                  </a:lnTo>
                  <a:lnTo>
                    <a:pt x="270" y="213"/>
                  </a:lnTo>
                  <a:close/>
                  <a:moveTo>
                    <a:pt x="223" y="0"/>
                  </a:moveTo>
                  <a:lnTo>
                    <a:pt x="223" y="119"/>
                  </a:lnTo>
                  <a:lnTo>
                    <a:pt x="171" y="119"/>
                  </a:lnTo>
                  <a:lnTo>
                    <a:pt x="171" y="149"/>
                  </a:lnTo>
                  <a:lnTo>
                    <a:pt x="201" y="149"/>
                  </a:lnTo>
                  <a:lnTo>
                    <a:pt x="201" y="190"/>
                  </a:lnTo>
                  <a:lnTo>
                    <a:pt x="201" y="190"/>
                  </a:lnTo>
                  <a:lnTo>
                    <a:pt x="171" y="190"/>
                  </a:lnTo>
                  <a:lnTo>
                    <a:pt x="171" y="213"/>
                  </a:lnTo>
                  <a:lnTo>
                    <a:pt x="270" y="213"/>
                  </a:lnTo>
                  <a:lnTo>
                    <a:pt x="270" y="190"/>
                  </a:lnTo>
                  <a:lnTo>
                    <a:pt x="242" y="190"/>
                  </a:lnTo>
                  <a:lnTo>
                    <a:pt x="242" y="149"/>
                  </a:lnTo>
                  <a:lnTo>
                    <a:pt x="270" y="149"/>
                  </a:lnTo>
                  <a:lnTo>
                    <a:pt x="270" y="0"/>
                  </a:lnTo>
                  <a:lnTo>
                    <a:pt x="223" y="0"/>
                  </a:lnTo>
                  <a:close/>
                  <a:moveTo>
                    <a:pt x="171" y="119"/>
                  </a:moveTo>
                  <a:lnTo>
                    <a:pt x="74" y="119"/>
                  </a:lnTo>
                  <a:lnTo>
                    <a:pt x="74" y="149"/>
                  </a:lnTo>
                  <a:lnTo>
                    <a:pt x="102" y="149"/>
                  </a:lnTo>
                  <a:lnTo>
                    <a:pt x="102" y="190"/>
                  </a:lnTo>
                  <a:lnTo>
                    <a:pt x="102" y="190"/>
                  </a:lnTo>
                  <a:lnTo>
                    <a:pt x="74" y="190"/>
                  </a:lnTo>
                  <a:lnTo>
                    <a:pt x="74" y="213"/>
                  </a:lnTo>
                  <a:lnTo>
                    <a:pt x="171" y="213"/>
                  </a:lnTo>
                  <a:lnTo>
                    <a:pt x="171" y="190"/>
                  </a:lnTo>
                  <a:lnTo>
                    <a:pt x="142" y="190"/>
                  </a:lnTo>
                  <a:lnTo>
                    <a:pt x="142" y="149"/>
                  </a:lnTo>
                  <a:lnTo>
                    <a:pt x="171" y="149"/>
                  </a:lnTo>
                  <a:lnTo>
                    <a:pt x="171" y="119"/>
                  </a:lnTo>
                  <a:close/>
                  <a:moveTo>
                    <a:pt x="74" y="119"/>
                  </a:moveTo>
                  <a:lnTo>
                    <a:pt x="0" y="119"/>
                  </a:lnTo>
                  <a:lnTo>
                    <a:pt x="0" y="213"/>
                  </a:lnTo>
                  <a:lnTo>
                    <a:pt x="74" y="213"/>
                  </a:lnTo>
                  <a:lnTo>
                    <a:pt x="74" y="190"/>
                  </a:lnTo>
                  <a:lnTo>
                    <a:pt x="43" y="190"/>
                  </a:lnTo>
                  <a:lnTo>
                    <a:pt x="43" y="149"/>
                  </a:lnTo>
                  <a:lnTo>
                    <a:pt x="74" y="149"/>
                  </a:lnTo>
                  <a:lnTo>
                    <a:pt x="74" y="1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0" name="Freeform 132"/>
            <p:cNvSpPr>
              <a:spLocks/>
            </p:cNvSpPr>
            <p:nvPr/>
          </p:nvSpPr>
          <p:spPr bwMode="auto">
            <a:xfrm>
              <a:off x="2601913" y="1128713"/>
              <a:ext cx="738188" cy="241300"/>
            </a:xfrm>
            <a:custGeom>
              <a:avLst/>
              <a:gdLst>
                <a:gd name="T0" fmla="*/ 449 w 465"/>
                <a:gd name="T1" fmla="*/ 152 h 152"/>
                <a:gd name="T2" fmla="*/ 465 w 465"/>
                <a:gd name="T3" fmla="*/ 0 h 152"/>
                <a:gd name="T4" fmla="*/ 0 w 465"/>
                <a:gd name="T5" fmla="*/ 0 h 152"/>
                <a:gd name="T6" fmla="*/ 52 w 465"/>
                <a:gd name="T7" fmla="*/ 152 h 152"/>
                <a:gd name="T8" fmla="*/ 449 w 465"/>
                <a:gd name="T9" fmla="*/ 152 h 152"/>
              </a:gdLst>
              <a:ahLst/>
              <a:cxnLst>
                <a:cxn ang="0">
                  <a:pos x="T0" y="T1"/>
                </a:cxn>
                <a:cxn ang="0">
                  <a:pos x="T2" y="T3"/>
                </a:cxn>
                <a:cxn ang="0">
                  <a:pos x="T4" y="T5"/>
                </a:cxn>
                <a:cxn ang="0">
                  <a:pos x="T6" y="T7"/>
                </a:cxn>
                <a:cxn ang="0">
                  <a:pos x="T8" y="T9"/>
                </a:cxn>
              </a:cxnLst>
              <a:rect l="0" t="0" r="r" b="b"/>
              <a:pathLst>
                <a:path w="465" h="152">
                  <a:moveTo>
                    <a:pt x="449" y="152"/>
                  </a:moveTo>
                  <a:lnTo>
                    <a:pt x="465" y="0"/>
                  </a:lnTo>
                  <a:lnTo>
                    <a:pt x="0" y="0"/>
                  </a:lnTo>
                  <a:lnTo>
                    <a:pt x="52" y="152"/>
                  </a:lnTo>
                  <a:lnTo>
                    <a:pt x="449" y="1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1" name="Freeform 133"/>
            <p:cNvSpPr>
              <a:spLocks noEditPoints="1"/>
            </p:cNvSpPr>
            <p:nvPr/>
          </p:nvSpPr>
          <p:spPr bwMode="auto">
            <a:xfrm>
              <a:off x="1479550" y="787400"/>
              <a:ext cx="377825" cy="612775"/>
            </a:xfrm>
            <a:custGeom>
              <a:avLst/>
              <a:gdLst>
                <a:gd name="T0" fmla="*/ 238 w 238"/>
                <a:gd name="T1" fmla="*/ 386 h 386"/>
                <a:gd name="T2" fmla="*/ 212 w 238"/>
                <a:gd name="T3" fmla="*/ 7 h 386"/>
                <a:gd name="T4" fmla="*/ 191 w 238"/>
                <a:gd name="T5" fmla="*/ 0 h 386"/>
                <a:gd name="T6" fmla="*/ 212 w 238"/>
                <a:gd name="T7" fmla="*/ 31 h 386"/>
                <a:gd name="T8" fmla="*/ 212 w 238"/>
                <a:gd name="T9" fmla="*/ 248 h 386"/>
                <a:gd name="T10" fmla="*/ 191 w 238"/>
                <a:gd name="T11" fmla="*/ 277 h 386"/>
                <a:gd name="T12" fmla="*/ 212 w 238"/>
                <a:gd name="T13" fmla="*/ 307 h 386"/>
                <a:gd name="T14" fmla="*/ 191 w 238"/>
                <a:gd name="T15" fmla="*/ 307 h 386"/>
                <a:gd name="T16" fmla="*/ 212 w 238"/>
                <a:gd name="T17" fmla="*/ 329 h 386"/>
                <a:gd name="T18" fmla="*/ 212 w 238"/>
                <a:gd name="T19" fmla="*/ 360 h 386"/>
                <a:gd name="T20" fmla="*/ 191 w 238"/>
                <a:gd name="T21" fmla="*/ 386 h 386"/>
                <a:gd name="T22" fmla="*/ 168 w 238"/>
                <a:gd name="T23" fmla="*/ 7 h 386"/>
                <a:gd name="T24" fmla="*/ 118 w 238"/>
                <a:gd name="T25" fmla="*/ 31 h 386"/>
                <a:gd name="T26" fmla="*/ 191 w 238"/>
                <a:gd name="T27" fmla="*/ 0 h 386"/>
                <a:gd name="T28" fmla="*/ 168 w 238"/>
                <a:gd name="T29" fmla="*/ 0 h 386"/>
                <a:gd name="T30" fmla="*/ 191 w 238"/>
                <a:gd name="T31" fmla="*/ 386 h 386"/>
                <a:gd name="T32" fmla="*/ 168 w 238"/>
                <a:gd name="T33" fmla="*/ 360 h 386"/>
                <a:gd name="T34" fmla="*/ 191 w 238"/>
                <a:gd name="T35" fmla="*/ 329 h 386"/>
                <a:gd name="T36" fmla="*/ 168 w 238"/>
                <a:gd name="T37" fmla="*/ 307 h 386"/>
                <a:gd name="T38" fmla="*/ 191 w 238"/>
                <a:gd name="T39" fmla="*/ 277 h 386"/>
                <a:gd name="T40" fmla="*/ 118 w 238"/>
                <a:gd name="T41" fmla="*/ 248 h 386"/>
                <a:gd name="T42" fmla="*/ 142 w 238"/>
                <a:gd name="T43" fmla="*/ 277 h 386"/>
                <a:gd name="T44" fmla="*/ 142 w 238"/>
                <a:gd name="T45" fmla="*/ 307 h 386"/>
                <a:gd name="T46" fmla="*/ 118 w 238"/>
                <a:gd name="T47" fmla="*/ 329 h 386"/>
                <a:gd name="T48" fmla="*/ 142 w 238"/>
                <a:gd name="T49" fmla="*/ 360 h 386"/>
                <a:gd name="T50" fmla="*/ 118 w 238"/>
                <a:gd name="T51" fmla="*/ 360 h 386"/>
                <a:gd name="T52" fmla="*/ 118 w 238"/>
                <a:gd name="T53" fmla="*/ 7 h 386"/>
                <a:gd name="T54" fmla="*/ 47 w 238"/>
                <a:gd name="T55" fmla="*/ 31 h 386"/>
                <a:gd name="T56" fmla="*/ 118 w 238"/>
                <a:gd name="T57" fmla="*/ 7 h 386"/>
                <a:gd name="T58" fmla="*/ 47 w 238"/>
                <a:gd name="T59" fmla="*/ 386 h 386"/>
                <a:gd name="T60" fmla="*/ 118 w 238"/>
                <a:gd name="T61" fmla="*/ 360 h 386"/>
                <a:gd name="T62" fmla="*/ 97 w 238"/>
                <a:gd name="T63" fmla="*/ 329 h 386"/>
                <a:gd name="T64" fmla="*/ 118 w 238"/>
                <a:gd name="T65" fmla="*/ 307 h 386"/>
                <a:gd name="T66" fmla="*/ 97 w 238"/>
                <a:gd name="T67" fmla="*/ 277 h 386"/>
                <a:gd name="T68" fmla="*/ 118 w 238"/>
                <a:gd name="T69" fmla="*/ 248 h 386"/>
                <a:gd name="T70" fmla="*/ 47 w 238"/>
                <a:gd name="T71" fmla="*/ 277 h 386"/>
                <a:gd name="T72" fmla="*/ 71 w 238"/>
                <a:gd name="T73" fmla="*/ 307 h 386"/>
                <a:gd name="T74" fmla="*/ 47 w 238"/>
                <a:gd name="T75" fmla="*/ 307 h 386"/>
                <a:gd name="T76" fmla="*/ 71 w 238"/>
                <a:gd name="T77" fmla="*/ 329 h 386"/>
                <a:gd name="T78" fmla="*/ 71 w 238"/>
                <a:gd name="T79" fmla="*/ 360 h 386"/>
                <a:gd name="T80" fmla="*/ 47 w 238"/>
                <a:gd name="T81" fmla="*/ 386 h 386"/>
                <a:gd name="T82" fmla="*/ 0 w 238"/>
                <a:gd name="T83" fmla="*/ 7 h 386"/>
                <a:gd name="T84" fmla="*/ 47 w 238"/>
                <a:gd name="T85" fmla="*/ 386 h 386"/>
                <a:gd name="T86" fmla="*/ 26 w 238"/>
                <a:gd name="T87" fmla="*/ 360 h 386"/>
                <a:gd name="T88" fmla="*/ 47 w 238"/>
                <a:gd name="T89" fmla="*/ 329 h 386"/>
                <a:gd name="T90" fmla="*/ 26 w 238"/>
                <a:gd name="T91" fmla="*/ 307 h 386"/>
                <a:gd name="T92" fmla="*/ 47 w 238"/>
                <a:gd name="T93" fmla="*/ 277 h 386"/>
                <a:gd name="T94" fmla="*/ 26 w 238"/>
                <a:gd name="T95" fmla="*/ 248 h 386"/>
                <a:gd name="T96" fmla="*/ 47 w 238"/>
                <a:gd name="T97" fmla="*/ 31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8" h="386">
                  <a:moveTo>
                    <a:pt x="191" y="386"/>
                  </a:moveTo>
                  <a:lnTo>
                    <a:pt x="238" y="386"/>
                  </a:lnTo>
                  <a:lnTo>
                    <a:pt x="238" y="7"/>
                  </a:lnTo>
                  <a:lnTo>
                    <a:pt x="212" y="7"/>
                  </a:lnTo>
                  <a:lnTo>
                    <a:pt x="212" y="0"/>
                  </a:lnTo>
                  <a:lnTo>
                    <a:pt x="191" y="0"/>
                  </a:lnTo>
                  <a:lnTo>
                    <a:pt x="191" y="31"/>
                  </a:lnTo>
                  <a:lnTo>
                    <a:pt x="212" y="31"/>
                  </a:lnTo>
                  <a:lnTo>
                    <a:pt x="212" y="248"/>
                  </a:lnTo>
                  <a:lnTo>
                    <a:pt x="212" y="248"/>
                  </a:lnTo>
                  <a:lnTo>
                    <a:pt x="191" y="248"/>
                  </a:lnTo>
                  <a:lnTo>
                    <a:pt x="191" y="277"/>
                  </a:lnTo>
                  <a:lnTo>
                    <a:pt x="212" y="277"/>
                  </a:lnTo>
                  <a:lnTo>
                    <a:pt x="212" y="307"/>
                  </a:lnTo>
                  <a:lnTo>
                    <a:pt x="212" y="307"/>
                  </a:lnTo>
                  <a:lnTo>
                    <a:pt x="191" y="307"/>
                  </a:lnTo>
                  <a:lnTo>
                    <a:pt x="191" y="329"/>
                  </a:lnTo>
                  <a:lnTo>
                    <a:pt x="212" y="329"/>
                  </a:lnTo>
                  <a:lnTo>
                    <a:pt x="212" y="360"/>
                  </a:lnTo>
                  <a:lnTo>
                    <a:pt x="212" y="360"/>
                  </a:lnTo>
                  <a:lnTo>
                    <a:pt x="191" y="360"/>
                  </a:lnTo>
                  <a:lnTo>
                    <a:pt x="191" y="386"/>
                  </a:lnTo>
                  <a:close/>
                  <a:moveTo>
                    <a:pt x="168" y="0"/>
                  </a:moveTo>
                  <a:lnTo>
                    <a:pt x="168" y="7"/>
                  </a:lnTo>
                  <a:lnTo>
                    <a:pt x="118" y="7"/>
                  </a:lnTo>
                  <a:lnTo>
                    <a:pt x="118" y="31"/>
                  </a:lnTo>
                  <a:lnTo>
                    <a:pt x="191" y="31"/>
                  </a:lnTo>
                  <a:lnTo>
                    <a:pt x="191" y="0"/>
                  </a:lnTo>
                  <a:lnTo>
                    <a:pt x="168" y="0"/>
                  </a:lnTo>
                  <a:lnTo>
                    <a:pt x="168" y="0"/>
                  </a:lnTo>
                  <a:close/>
                  <a:moveTo>
                    <a:pt x="118" y="386"/>
                  </a:moveTo>
                  <a:lnTo>
                    <a:pt x="191" y="386"/>
                  </a:lnTo>
                  <a:lnTo>
                    <a:pt x="191" y="360"/>
                  </a:lnTo>
                  <a:lnTo>
                    <a:pt x="168" y="360"/>
                  </a:lnTo>
                  <a:lnTo>
                    <a:pt x="168" y="329"/>
                  </a:lnTo>
                  <a:lnTo>
                    <a:pt x="191" y="329"/>
                  </a:lnTo>
                  <a:lnTo>
                    <a:pt x="191" y="307"/>
                  </a:lnTo>
                  <a:lnTo>
                    <a:pt x="168" y="307"/>
                  </a:lnTo>
                  <a:lnTo>
                    <a:pt x="168" y="277"/>
                  </a:lnTo>
                  <a:lnTo>
                    <a:pt x="191" y="277"/>
                  </a:lnTo>
                  <a:lnTo>
                    <a:pt x="191" y="248"/>
                  </a:lnTo>
                  <a:lnTo>
                    <a:pt x="118" y="248"/>
                  </a:lnTo>
                  <a:lnTo>
                    <a:pt x="118" y="277"/>
                  </a:lnTo>
                  <a:lnTo>
                    <a:pt x="142" y="277"/>
                  </a:lnTo>
                  <a:lnTo>
                    <a:pt x="142" y="307"/>
                  </a:lnTo>
                  <a:lnTo>
                    <a:pt x="142" y="307"/>
                  </a:lnTo>
                  <a:lnTo>
                    <a:pt x="118" y="307"/>
                  </a:lnTo>
                  <a:lnTo>
                    <a:pt x="118" y="329"/>
                  </a:lnTo>
                  <a:lnTo>
                    <a:pt x="142" y="329"/>
                  </a:lnTo>
                  <a:lnTo>
                    <a:pt x="142" y="360"/>
                  </a:lnTo>
                  <a:lnTo>
                    <a:pt x="142" y="360"/>
                  </a:lnTo>
                  <a:lnTo>
                    <a:pt x="118" y="360"/>
                  </a:lnTo>
                  <a:lnTo>
                    <a:pt x="118" y="386"/>
                  </a:lnTo>
                  <a:close/>
                  <a:moveTo>
                    <a:pt x="118" y="7"/>
                  </a:moveTo>
                  <a:lnTo>
                    <a:pt x="47" y="7"/>
                  </a:lnTo>
                  <a:lnTo>
                    <a:pt x="47" y="31"/>
                  </a:lnTo>
                  <a:lnTo>
                    <a:pt x="118" y="31"/>
                  </a:lnTo>
                  <a:lnTo>
                    <a:pt x="118" y="7"/>
                  </a:lnTo>
                  <a:lnTo>
                    <a:pt x="118" y="7"/>
                  </a:lnTo>
                  <a:close/>
                  <a:moveTo>
                    <a:pt x="47" y="386"/>
                  </a:moveTo>
                  <a:lnTo>
                    <a:pt x="118" y="386"/>
                  </a:lnTo>
                  <a:lnTo>
                    <a:pt x="118" y="360"/>
                  </a:lnTo>
                  <a:lnTo>
                    <a:pt x="97" y="360"/>
                  </a:lnTo>
                  <a:lnTo>
                    <a:pt x="97" y="329"/>
                  </a:lnTo>
                  <a:lnTo>
                    <a:pt x="118" y="329"/>
                  </a:lnTo>
                  <a:lnTo>
                    <a:pt x="118" y="307"/>
                  </a:lnTo>
                  <a:lnTo>
                    <a:pt x="97" y="307"/>
                  </a:lnTo>
                  <a:lnTo>
                    <a:pt x="97" y="277"/>
                  </a:lnTo>
                  <a:lnTo>
                    <a:pt x="118" y="277"/>
                  </a:lnTo>
                  <a:lnTo>
                    <a:pt x="118" y="248"/>
                  </a:lnTo>
                  <a:lnTo>
                    <a:pt x="47" y="248"/>
                  </a:lnTo>
                  <a:lnTo>
                    <a:pt x="47" y="277"/>
                  </a:lnTo>
                  <a:lnTo>
                    <a:pt x="71" y="277"/>
                  </a:lnTo>
                  <a:lnTo>
                    <a:pt x="71" y="307"/>
                  </a:lnTo>
                  <a:lnTo>
                    <a:pt x="71" y="307"/>
                  </a:lnTo>
                  <a:lnTo>
                    <a:pt x="47" y="307"/>
                  </a:lnTo>
                  <a:lnTo>
                    <a:pt x="47" y="329"/>
                  </a:lnTo>
                  <a:lnTo>
                    <a:pt x="71" y="329"/>
                  </a:lnTo>
                  <a:lnTo>
                    <a:pt x="71" y="360"/>
                  </a:lnTo>
                  <a:lnTo>
                    <a:pt x="71" y="360"/>
                  </a:lnTo>
                  <a:lnTo>
                    <a:pt x="47" y="360"/>
                  </a:lnTo>
                  <a:lnTo>
                    <a:pt x="47" y="386"/>
                  </a:lnTo>
                  <a:close/>
                  <a:moveTo>
                    <a:pt x="47" y="7"/>
                  </a:moveTo>
                  <a:lnTo>
                    <a:pt x="0" y="7"/>
                  </a:lnTo>
                  <a:lnTo>
                    <a:pt x="0" y="386"/>
                  </a:lnTo>
                  <a:lnTo>
                    <a:pt x="47" y="386"/>
                  </a:lnTo>
                  <a:lnTo>
                    <a:pt x="47" y="360"/>
                  </a:lnTo>
                  <a:lnTo>
                    <a:pt x="26" y="360"/>
                  </a:lnTo>
                  <a:lnTo>
                    <a:pt x="26" y="329"/>
                  </a:lnTo>
                  <a:lnTo>
                    <a:pt x="47" y="329"/>
                  </a:lnTo>
                  <a:lnTo>
                    <a:pt x="47" y="307"/>
                  </a:lnTo>
                  <a:lnTo>
                    <a:pt x="26" y="307"/>
                  </a:lnTo>
                  <a:lnTo>
                    <a:pt x="26" y="277"/>
                  </a:lnTo>
                  <a:lnTo>
                    <a:pt x="47" y="277"/>
                  </a:lnTo>
                  <a:lnTo>
                    <a:pt x="47" y="248"/>
                  </a:lnTo>
                  <a:lnTo>
                    <a:pt x="26" y="248"/>
                  </a:lnTo>
                  <a:lnTo>
                    <a:pt x="26" y="31"/>
                  </a:lnTo>
                  <a:lnTo>
                    <a:pt x="47" y="31"/>
                  </a:lnTo>
                  <a:lnTo>
                    <a:pt x="47" y="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2" name="Freeform 134"/>
            <p:cNvSpPr>
              <a:spLocks/>
            </p:cNvSpPr>
            <p:nvPr/>
          </p:nvSpPr>
          <p:spPr bwMode="auto">
            <a:xfrm>
              <a:off x="2236788" y="3660775"/>
              <a:ext cx="266700" cy="120650"/>
            </a:xfrm>
            <a:custGeom>
              <a:avLst/>
              <a:gdLst>
                <a:gd name="T0" fmla="*/ 0 w 168"/>
                <a:gd name="T1" fmla="*/ 43 h 76"/>
                <a:gd name="T2" fmla="*/ 66 w 168"/>
                <a:gd name="T3" fmla="*/ 76 h 76"/>
                <a:gd name="T4" fmla="*/ 168 w 168"/>
                <a:gd name="T5" fmla="*/ 76 h 76"/>
                <a:gd name="T6" fmla="*/ 22 w 168"/>
                <a:gd name="T7" fmla="*/ 0 h 76"/>
                <a:gd name="T8" fmla="*/ 0 w 168"/>
                <a:gd name="T9" fmla="*/ 43 h 76"/>
              </a:gdLst>
              <a:ahLst/>
              <a:cxnLst>
                <a:cxn ang="0">
                  <a:pos x="T0" y="T1"/>
                </a:cxn>
                <a:cxn ang="0">
                  <a:pos x="T2" y="T3"/>
                </a:cxn>
                <a:cxn ang="0">
                  <a:pos x="T4" y="T5"/>
                </a:cxn>
                <a:cxn ang="0">
                  <a:pos x="T6" y="T7"/>
                </a:cxn>
                <a:cxn ang="0">
                  <a:pos x="T8" y="T9"/>
                </a:cxn>
              </a:cxnLst>
              <a:rect l="0" t="0" r="r" b="b"/>
              <a:pathLst>
                <a:path w="168" h="76">
                  <a:moveTo>
                    <a:pt x="0" y="43"/>
                  </a:moveTo>
                  <a:lnTo>
                    <a:pt x="66" y="76"/>
                  </a:lnTo>
                  <a:lnTo>
                    <a:pt x="168" y="76"/>
                  </a:lnTo>
                  <a:lnTo>
                    <a:pt x="22" y="0"/>
                  </a:lnTo>
                  <a:lnTo>
                    <a:pt x="0" y="4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3" name="Freeform 135"/>
            <p:cNvSpPr>
              <a:spLocks noEditPoints="1"/>
            </p:cNvSpPr>
            <p:nvPr/>
          </p:nvSpPr>
          <p:spPr bwMode="auto">
            <a:xfrm>
              <a:off x="2236788" y="3800475"/>
              <a:ext cx="646113" cy="322263"/>
            </a:xfrm>
            <a:custGeom>
              <a:avLst/>
              <a:gdLst>
                <a:gd name="T0" fmla="*/ 163 w 407"/>
                <a:gd name="T1" fmla="*/ 203 h 203"/>
                <a:gd name="T2" fmla="*/ 329 w 407"/>
                <a:gd name="T3" fmla="*/ 203 h 203"/>
                <a:gd name="T4" fmla="*/ 329 w 407"/>
                <a:gd name="T5" fmla="*/ 163 h 203"/>
                <a:gd name="T6" fmla="*/ 407 w 407"/>
                <a:gd name="T7" fmla="*/ 163 h 203"/>
                <a:gd name="T8" fmla="*/ 407 w 407"/>
                <a:gd name="T9" fmla="*/ 40 h 203"/>
                <a:gd name="T10" fmla="*/ 329 w 407"/>
                <a:gd name="T11" fmla="*/ 40 h 203"/>
                <a:gd name="T12" fmla="*/ 329 w 407"/>
                <a:gd name="T13" fmla="*/ 0 h 203"/>
                <a:gd name="T14" fmla="*/ 192 w 407"/>
                <a:gd name="T15" fmla="*/ 0 h 203"/>
                <a:gd name="T16" fmla="*/ 163 w 407"/>
                <a:gd name="T17" fmla="*/ 0 h 203"/>
                <a:gd name="T18" fmla="*/ 163 w 407"/>
                <a:gd name="T19" fmla="*/ 78 h 203"/>
                <a:gd name="T20" fmla="*/ 246 w 407"/>
                <a:gd name="T21" fmla="*/ 78 h 203"/>
                <a:gd name="T22" fmla="*/ 246 w 407"/>
                <a:gd name="T23" fmla="*/ 123 h 203"/>
                <a:gd name="T24" fmla="*/ 163 w 407"/>
                <a:gd name="T25" fmla="*/ 123 h 203"/>
                <a:gd name="T26" fmla="*/ 163 w 407"/>
                <a:gd name="T27" fmla="*/ 203 h 203"/>
                <a:gd name="T28" fmla="*/ 0 w 407"/>
                <a:gd name="T29" fmla="*/ 203 h 203"/>
                <a:gd name="T30" fmla="*/ 163 w 407"/>
                <a:gd name="T31" fmla="*/ 203 h 203"/>
                <a:gd name="T32" fmla="*/ 163 w 407"/>
                <a:gd name="T33" fmla="*/ 123 h 203"/>
                <a:gd name="T34" fmla="*/ 83 w 407"/>
                <a:gd name="T35" fmla="*/ 123 h 203"/>
                <a:gd name="T36" fmla="*/ 83 w 407"/>
                <a:gd name="T37" fmla="*/ 78 h 203"/>
                <a:gd name="T38" fmla="*/ 83 w 407"/>
                <a:gd name="T39" fmla="*/ 78 h 203"/>
                <a:gd name="T40" fmla="*/ 163 w 407"/>
                <a:gd name="T41" fmla="*/ 78 h 203"/>
                <a:gd name="T42" fmla="*/ 163 w 407"/>
                <a:gd name="T43" fmla="*/ 0 h 203"/>
                <a:gd name="T44" fmla="*/ 88 w 407"/>
                <a:gd name="T45" fmla="*/ 0 h 203"/>
                <a:gd name="T46" fmla="*/ 0 w 407"/>
                <a:gd name="T47" fmla="*/ 0 h 203"/>
                <a:gd name="T48" fmla="*/ 0 w 407"/>
                <a:gd name="T49"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7" h="203">
                  <a:moveTo>
                    <a:pt x="163" y="203"/>
                  </a:moveTo>
                  <a:lnTo>
                    <a:pt x="329" y="203"/>
                  </a:lnTo>
                  <a:lnTo>
                    <a:pt x="329" y="163"/>
                  </a:lnTo>
                  <a:lnTo>
                    <a:pt x="407" y="163"/>
                  </a:lnTo>
                  <a:lnTo>
                    <a:pt x="407" y="40"/>
                  </a:lnTo>
                  <a:lnTo>
                    <a:pt x="329" y="40"/>
                  </a:lnTo>
                  <a:lnTo>
                    <a:pt x="329" y="0"/>
                  </a:lnTo>
                  <a:lnTo>
                    <a:pt x="192" y="0"/>
                  </a:lnTo>
                  <a:lnTo>
                    <a:pt x="163" y="0"/>
                  </a:lnTo>
                  <a:lnTo>
                    <a:pt x="163" y="78"/>
                  </a:lnTo>
                  <a:lnTo>
                    <a:pt x="246" y="78"/>
                  </a:lnTo>
                  <a:lnTo>
                    <a:pt x="246" y="123"/>
                  </a:lnTo>
                  <a:lnTo>
                    <a:pt x="163" y="123"/>
                  </a:lnTo>
                  <a:lnTo>
                    <a:pt x="163" y="203"/>
                  </a:lnTo>
                  <a:close/>
                  <a:moveTo>
                    <a:pt x="0" y="203"/>
                  </a:moveTo>
                  <a:lnTo>
                    <a:pt x="163" y="203"/>
                  </a:lnTo>
                  <a:lnTo>
                    <a:pt x="163" y="123"/>
                  </a:lnTo>
                  <a:lnTo>
                    <a:pt x="83" y="123"/>
                  </a:lnTo>
                  <a:lnTo>
                    <a:pt x="83" y="78"/>
                  </a:lnTo>
                  <a:lnTo>
                    <a:pt x="83" y="78"/>
                  </a:lnTo>
                  <a:lnTo>
                    <a:pt x="163" y="78"/>
                  </a:lnTo>
                  <a:lnTo>
                    <a:pt x="163" y="0"/>
                  </a:lnTo>
                  <a:lnTo>
                    <a:pt x="88" y="0"/>
                  </a:lnTo>
                  <a:lnTo>
                    <a:pt x="0" y="0"/>
                  </a:lnTo>
                  <a:lnTo>
                    <a:pt x="0" y="20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4" name="Oval 136"/>
            <p:cNvSpPr>
              <a:spLocks noChangeArrowheads="1"/>
            </p:cNvSpPr>
            <p:nvPr/>
          </p:nvSpPr>
          <p:spPr bwMode="auto">
            <a:xfrm>
              <a:off x="4046538" y="925513"/>
              <a:ext cx="131763" cy="13176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5" name="Freeform 137"/>
            <p:cNvSpPr>
              <a:spLocks noEditPoints="1"/>
            </p:cNvSpPr>
            <p:nvPr/>
          </p:nvSpPr>
          <p:spPr bwMode="auto">
            <a:xfrm>
              <a:off x="3551238" y="1304925"/>
              <a:ext cx="280988" cy="282575"/>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6" name="Freeform 138"/>
            <p:cNvSpPr>
              <a:spLocks/>
            </p:cNvSpPr>
            <p:nvPr/>
          </p:nvSpPr>
          <p:spPr bwMode="auto">
            <a:xfrm>
              <a:off x="3524250" y="1241425"/>
              <a:ext cx="334963" cy="120650"/>
            </a:xfrm>
            <a:custGeom>
              <a:avLst/>
              <a:gdLst>
                <a:gd name="T0" fmla="*/ 7 w 89"/>
                <a:gd name="T1" fmla="*/ 31 h 32"/>
                <a:gd name="T2" fmla="*/ 12 w 89"/>
                <a:gd name="T3" fmla="*/ 29 h 32"/>
                <a:gd name="T4" fmla="*/ 45 w 89"/>
                <a:gd name="T5" fmla="*/ 11 h 32"/>
                <a:gd name="T6" fmla="*/ 78 w 89"/>
                <a:gd name="T7" fmla="*/ 29 h 32"/>
                <a:gd name="T8" fmla="*/ 86 w 89"/>
                <a:gd name="T9" fmla="*/ 30 h 32"/>
                <a:gd name="T10" fmla="*/ 87 w 89"/>
                <a:gd name="T11" fmla="*/ 22 h 32"/>
                <a:gd name="T12" fmla="*/ 45 w 89"/>
                <a:gd name="T13" fmla="*/ 0 h 32"/>
                <a:gd name="T14" fmla="*/ 2 w 89"/>
                <a:gd name="T15" fmla="*/ 22 h 32"/>
                <a:gd name="T16" fmla="*/ 4 w 89"/>
                <a:gd name="T17" fmla="*/ 30 h 32"/>
                <a:gd name="T18" fmla="*/ 7 w 89"/>
                <a:gd name="T1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7" name="Freeform 139"/>
            <p:cNvSpPr>
              <a:spLocks noEditPoints="1"/>
            </p:cNvSpPr>
            <p:nvPr/>
          </p:nvSpPr>
          <p:spPr bwMode="auto">
            <a:xfrm>
              <a:off x="4057650" y="1304925"/>
              <a:ext cx="280988" cy="282575"/>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8" name="Freeform 140"/>
            <p:cNvSpPr>
              <a:spLocks/>
            </p:cNvSpPr>
            <p:nvPr/>
          </p:nvSpPr>
          <p:spPr bwMode="auto">
            <a:xfrm>
              <a:off x="4032250" y="1241425"/>
              <a:ext cx="333375" cy="120650"/>
            </a:xfrm>
            <a:custGeom>
              <a:avLst/>
              <a:gdLst>
                <a:gd name="T0" fmla="*/ 45 w 89"/>
                <a:gd name="T1" fmla="*/ 0 h 32"/>
                <a:gd name="T2" fmla="*/ 2 w 89"/>
                <a:gd name="T3" fmla="*/ 22 h 32"/>
                <a:gd name="T4" fmla="*/ 4 w 89"/>
                <a:gd name="T5" fmla="*/ 30 h 32"/>
                <a:gd name="T6" fmla="*/ 7 w 89"/>
                <a:gd name="T7" fmla="*/ 31 h 32"/>
                <a:gd name="T8" fmla="*/ 12 w 89"/>
                <a:gd name="T9" fmla="*/ 29 h 32"/>
                <a:gd name="T10" fmla="*/ 45 w 89"/>
                <a:gd name="T11" fmla="*/ 11 h 32"/>
                <a:gd name="T12" fmla="*/ 78 w 89"/>
                <a:gd name="T13" fmla="*/ 29 h 32"/>
                <a:gd name="T14" fmla="*/ 86 w 89"/>
                <a:gd name="T15" fmla="*/ 30 h 32"/>
                <a:gd name="T16" fmla="*/ 87 w 89"/>
                <a:gd name="T17" fmla="*/ 22 h 32"/>
                <a:gd name="T18" fmla="*/ 45 w 8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89" name="Freeform 141"/>
            <p:cNvSpPr>
              <a:spLocks/>
            </p:cNvSpPr>
            <p:nvPr/>
          </p:nvSpPr>
          <p:spPr bwMode="auto">
            <a:xfrm>
              <a:off x="3783013" y="1001713"/>
              <a:ext cx="496888" cy="574675"/>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0" name="Freeform 142"/>
            <p:cNvSpPr>
              <a:spLocks/>
            </p:cNvSpPr>
            <p:nvPr/>
          </p:nvSpPr>
          <p:spPr bwMode="auto">
            <a:xfrm>
              <a:off x="3795713" y="5667375"/>
              <a:ext cx="134938" cy="203200"/>
            </a:xfrm>
            <a:custGeom>
              <a:avLst/>
              <a:gdLst>
                <a:gd name="T0" fmla="*/ 26 w 36"/>
                <a:gd name="T1" fmla="*/ 51 h 54"/>
                <a:gd name="T2" fmla="*/ 31 w 36"/>
                <a:gd name="T3" fmla="*/ 42 h 54"/>
                <a:gd name="T4" fmla="*/ 9 w 36"/>
                <a:gd name="T5" fmla="*/ 8 h 54"/>
                <a:gd name="T6" fmla="*/ 4 w 36"/>
                <a:gd name="T7" fmla="*/ 0 h 54"/>
                <a:gd name="T8" fmla="*/ 0 w 36"/>
                <a:gd name="T9" fmla="*/ 9 h 54"/>
                <a:gd name="T10" fmla="*/ 26 w 36"/>
                <a:gd name="T11" fmla="*/ 51 h 54"/>
              </a:gdLst>
              <a:ahLst/>
              <a:cxnLst>
                <a:cxn ang="0">
                  <a:pos x="T0" y="T1"/>
                </a:cxn>
                <a:cxn ang="0">
                  <a:pos x="T2" y="T3"/>
                </a:cxn>
                <a:cxn ang="0">
                  <a:pos x="T4" y="T5"/>
                </a:cxn>
                <a:cxn ang="0">
                  <a:pos x="T6" y="T7"/>
                </a:cxn>
                <a:cxn ang="0">
                  <a:pos x="T8" y="T9"/>
                </a:cxn>
                <a:cxn ang="0">
                  <a:pos x="T10" y="T11"/>
                </a:cxn>
              </a:cxnLst>
              <a:rect l="0" t="0" r="r" b="b"/>
              <a:pathLst>
                <a:path w="36" h="54">
                  <a:moveTo>
                    <a:pt x="26" y="51"/>
                  </a:moveTo>
                  <a:cubicBezTo>
                    <a:pt x="31" y="54"/>
                    <a:pt x="36" y="46"/>
                    <a:pt x="31" y="42"/>
                  </a:cubicBezTo>
                  <a:cubicBezTo>
                    <a:pt x="18" y="35"/>
                    <a:pt x="10" y="22"/>
                    <a:pt x="9" y="8"/>
                  </a:cubicBezTo>
                  <a:cubicBezTo>
                    <a:pt x="8" y="5"/>
                    <a:pt x="6" y="3"/>
                    <a:pt x="4" y="0"/>
                  </a:cubicBezTo>
                  <a:cubicBezTo>
                    <a:pt x="3" y="3"/>
                    <a:pt x="2" y="6"/>
                    <a:pt x="0" y="9"/>
                  </a:cubicBezTo>
                  <a:cubicBezTo>
                    <a:pt x="1" y="26"/>
                    <a:pt x="11" y="42"/>
                    <a:pt x="26" y="5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1" name="Freeform 143"/>
            <p:cNvSpPr>
              <a:spLocks/>
            </p:cNvSpPr>
            <p:nvPr/>
          </p:nvSpPr>
          <p:spPr bwMode="auto">
            <a:xfrm>
              <a:off x="3884613" y="5299075"/>
              <a:ext cx="214313" cy="206375"/>
            </a:xfrm>
            <a:custGeom>
              <a:avLst/>
              <a:gdLst>
                <a:gd name="T0" fmla="*/ 52 w 57"/>
                <a:gd name="T1" fmla="*/ 18 h 55"/>
                <a:gd name="T2" fmla="*/ 27 w 57"/>
                <a:gd name="T3" fmla="*/ 0 h 55"/>
                <a:gd name="T4" fmla="*/ 21 w 57"/>
                <a:gd name="T5" fmla="*/ 1 h 55"/>
                <a:gd name="T6" fmla="*/ 0 w 57"/>
                <a:gd name="T7" fmla="*/ 14 h 55"/>
                <a:gd name="T8" fmla="*/ 6 w 57"/>
                <a:gd name="T9" fmla="*/ 19 h 55"/>
                <a:gd name="T10" fmla="*/ 17 w 57"/>
                <a:gd name="T11" fmla="*/ 15 h 55"/>
                <a:gd name="T12" fmla="*/ 21 w 57"/>
                <a:gd name="T13" fmla="*/ 14 h 55"/>
                <a:gd name="T14" fmla="*/ 36 w 57"/>
                <a:gd name="T15" fmla="*/ 24 h 55"/>
                <a:gd name="T16" fmla="*/ 28 w 57"/>
                <a:gd name="T17" fmla="*/ 43 h 55"/>
                <a:gd name="T18" fmla="*/ 16 w 57"/>
                <a:gd name="T19" fmla="*/ 47 h 55"/>
                <a:gd name="T20" fmla="*/ 15 w 57"/>
                <a:gd name="T21" fmla="*/ 55 h 55"/>
                <a:gd name="T22" fmla="*/ 22 w 57"/>
                <a:gd name="T23" fmla="*/ 55 h 55"/>
                <a:gd name="T24" fmla="*/ 40 w 57"/>
                <a:gd name="T25" fmla="*/ 51 h 55"/>
                <a:gd name="T26" fmla="*/ 52 w 57"/>
                <a:gd name="T2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2" y="18"/>
                  </a:moveTo>
                  <a:cubicBezTo>
                    <a:pt x="48" y="6"/>
                    <a:pt x="38" y="0"/>
                    <a:pt x="27" y="0"/>
                  </a:cubicBezTo>
                  <a:cubicBezTo>
                    <a:pt x="25" y="0"/>
                    <a:pt x="23" y="0"/>
                    <a:pt x="21" y="1"/>
                  </a:cubicBezTo>
                  <a:cubicBezTo>
                    <a:pt x="14" y="2"/>
                    <a:pt x="7" y="7"/>
                    <a:pt x="0" y="14"/>
                  </a:cubicBezTo>
                  <a:cubicBezTo>
                    <a:pt x="3" y="15"/>
                    <a:pt x="5" y="17"/>
                    <a:pt x="6" y="19"/>
                  </a:cubicBezTo>
                  <a:cubicBezTo>
                    <a:pt x="10" y="17"/>
                    <a:pt x="14" y="15"/>
                    <a:pt x="17" y="15"/>
                  </a:cubicBezTo>
                  <a:cubicBezTo>
                    <a:pt x="18" y="15"/>
                    <a:pt x="20" y="14"/>
                    <a:pt x="21" y="14"/>
                  </a:cubicBezTo>
                  <a:cubicBezTo>
                    <a:pt x="28" y="14"/>
                    <a:pt x="33" y="18"/>
                    <a:pt x="36" y="24"/>
                  </a:cubicBezTo>
                  <a:cubicBezTo>
                    <a:pt x="38" y="31"/>
                    <a:pt x="35" y="39"/>
                    <a:pt x="28" y="43"/>
                  </a:cubicBezTo>
                  <a:cubicBezTo>
                    <a:pt x="24" y="45"/>
                    <a:pt x="21" y="46"/>
                    <a:pt x="16" y="47"/>
                  </a:cubicBezTo>
                  <a:cubicBezTo>
                    <a:pt x="16" y="49"/>
                    <a:pt x="16" y="52"/>
                    <a:pt x="15" y="55"/>
                  </a:cubicBezTo>
                  <a:cubicBezTo>
                    <a:pt x="18" y="55"/>
                    <a:pt x="20" y="55"/>
                    <a:pt x="22" y="55"/>
                  </a:cubicBezTo>
                  <a:cubicBezTo>
                    <a:pt x="29" y="55"/>
                    <a:pt x="35" y="54"/>
                    <a:pt x="40" y="51"/>
                  </a:cubicBezTo>
                  <a:cubicBezTo>
                    <a:pt x="51" y="45"/>
                    <a:pt x="57" y="31"/>
                    <a:pt x="5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2" name="Freeform 144"/>
            <p:cNvSpPr>
              <a:spLocks/>
            </p:cNvSpPr>
            <p:nvPr/>
          </p:nvSpPr>
          <p:spPr bwMode="auto">
            <a:xfrm>
              <a:off x="3689350" y="5170488"/>
              <a:ext cx="211138" cy="184150"/>
            </a:xfrm>
            <a:custGeom>
              <a:avLst/>
              <a:gdLst>
                <a:gd name="T0" fmla="*/ 54 w 56"/>
                <a:gd name="T1" fmla="*/ 22 h 49"/>
                <a:gd name="T2" fmla="*/ 28 w 56"/>
                <a:gd name="T3" fmla="*/ 0 h 49"/>
                <a:gd name="T4" fmla="*/ 27 w 56"/>
                <a:gd name="T5" fmla="*/ 0 h 49"/>
                <a:gd name="T6" fmla="*/ 1 w 56"/>
                <a:gd name="T7" fmla="*/ 24 h 49"/>
                <a:gd name="T8" fmla="*/ 7 w 56"/>
                <a:gd name="T9" fmla="*/ 49 h 49"/>
                <a:gd name="T10" fmla="*/ 14 w 56"/>
                <a:gd name="T11" fmla="*/ 45 h 49"/>
                <a:gd name="T12" fmla="*/ 13 w 56"/>
                <a:gd name="T13" fmla="*/ 33 h 49"/>
                <a:gd name="T14" fmla="*/ 28 w 56"/>
                <a:gd name="T15" fmla="*/ 18 h 49"/>
                <a:gd name="T16" fmla="*/ 28 w 56"/>
                <a:gd name="T17" fmla="*/ 18 h 49"/>
                <a:gd name="T18" fmla="*/ 43 w 56"/>
                <a:gd name="T19" fmla="*/ 32 h 49"/>
                <a:gd name="T20" fmla="*/ 43 w 56"/>
                <a:gd name="T21" fmla="*/ 43 h 49"/>
                <a:gd name="T22" fmla="*/ 50 w 56"/>
                <a:gd name="T23" fmla="*/ 47 h 49"/>
                <a:gd name="T24" fmla="*/ 54 w 56"/>
                <a:gd name="T25" fmla="*/ 2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49">
                  <a:moveTo>
                    <a:pt x="54" y="22"/>
                  </a:moveTo>
                  <a:cubicBezTo>
                    <a:pt x="52" y="10"/>
                    <a:pt x="42" y="0"/>
                    <a:pt x="28" y="0"/>
                  </a:cubicBezTo>
                  <a:cubicBezTo>
                    <a:pt x="28" y="0"/>
                    <a:pt x="27" y="0"/>
                    <a:pt x="27" y="0"/>
                  </a:cubicBezTo>
                  <a:cubicBezTo>
                    <a:pt x="13" y="1"/>
                    <a:pt x="2" y="12"/>
                    <a:pt x="1" y="24"/>
                  </a:cubicBezTo>
                  <a:cubicBezTo>
                    <a:pt x="0" y="32"/>
                    <a:pt x="3" y="41"/>
                    <a:pt x="7" y="49"/>
                  </a:cubicBezTo>
                  <a:cubicBezTo>
                    <a:pt x="9" y="47"/>
                    <a:pt x="12" y="46"/>
                    <a:pt x="14" y="45"/>
                  </a:cubicBezTo>
                  <a:cubicBezTo>
                    <a:pt x="13" y="41"/>
                    <a:pt x="13" y="37"/>
                    <a:pt x="13" y="33"/>
                  </a:cubicBezTo>
                  <a:cubicBezTo>
                    <a:pt x="14" y="25"/>
                    <a:pt x="20" y="18"/>
                    <a:pt x="28" y="18"/>
                  </a:cubicBezTo>
                  <a:cubicBezTo>
                    <a:pt x="28" y="18"/>
                    <a:pt x="28" y="18"/>
                    <a:pt x="28" y="18"/>
                  </a:cubicBezTo>
                  <a:cubicBezTo>
                    <a:pt x="35" y="18"/>
                    <a:pt x="41" y="24"/>
                    <a:pt x="43" y="32"/>
                  </a:cubicBezTo>
                  <a:cubicBezTo>
                    <a:pt x="44" y="35"/>
                    <a:pt x="44" y="39"/>
                    <a:pt x="43" y="43"/>
                  </a:cubicBezTo>
                  <a:cubicBezTo>
                    <a:pt x="46" y="44"/>
                    <a:pt x="48" y="45"/>
                    <a:pt x="50" y="47"/>
                  </a:cubicBezTo>
                  <a:cubicBezTo>
                    <a:pt x="54" y="38"/>
                    <a:pt x="56" y="30"/>
                    <a:pt x="54" y="2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3" name="Freeform 145"/>
            <p:cNvSpPr>
              <a:spLocks/>
            </p:cNvSpPr>
            <p:nvPr/>
          </p:nvSpPr>
          <p:spPr bwMode="auto">
            <a:xfrm>
              <a:off x="3765550" y="5426075"/>
              <a:ext cx="77788" cy="82550"/>
            </a:xfrm>
            <a:custGeom>
              <a:avLst/>
              <a:gdLst>
                <a:gd name="T0" fmla="*/ 11 w 21"/>
                <a:gd name="T1" fmla="*/ 0 h 22"/>
                <a:gd name="T2" fmla="*/ 10 w 21"/>
                <a:gd name="T3" fmla="*/ 0 h 22"/>
                <a:gd name="T4" fmla="*/ 0 w 21"/>
                <a:gd name="T5" fmla="*/ 11 h 22"/>
                <a:gd name="T6" fmla="*/ 10 w 21"/>
                <a:gd name="T7" fmla="*/ 22 h 22"/>
                <a:gd name="T8" fmla="*/ 10 w 21"/>
                <a:gd name="T9" fmla="*/ 22 h 22"/>
                <a:gd name="T10" fmla="*/ 21 w 21"/>
                <a:gd name="T11" fmla="*/ 11 h 22"/>
                <a:gd name="T12" fmla="*/ 11 w 2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11" y="0"/>
                  </a:moveTo>
                  <a:cubicBezTo>
                    <a:pt x="11" y="0"/>
                    <a:pt x="11" y="0"/>
                    <a:pt x="10" y="0"/>
                  </a:cubicBezTo>
                  <a:cubicBezTo>
                    <a:pt x="5" y="0"/>
                    <a:pt x="0" y="5"/>
                    <a:pt x="0" y="11"/>
                  </a:cubicBezTo>
                  <a:cubicBezTo>
                    <a:pt x="0" y="17"/>
                    <a:pt x="4" y="22"/>
                    <a:pt x="10" y="22"/>
                  </a:cubicBezTo>
                  <a:cubicBezTo>
                    <a:pt x="10" y="22"/>
                    <a:pt x="10" y="22"/>
                    <a:pt x="10" y="22"/>
                  </a:cubicBezTo>
                  <a:cubicBezTo>
                    <a:pt x="16" y="22"/>
                    <a:pt x="21" y="17"/>
                    <a:pt x="21" y="11"/>
                  </a:cubicBezTo>
                  <a:cubicBezTo>
                    <a:pt x="21" y="5"/>
                    <a:pt x="17" y="0"/>
                    <a:pt x="11"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4" name="Freeform 146"/>
            <p:cNvSpPr>
              <a:spLocks noEditPoints="1"/>
            </p:cNvSpPr>
            <p:nvPr/>
          </p:nvSpPr>
          <p:spPr bwMode="auto">
            <a:xfrm>
              <a:off x="3678238" y="5343525"/>
              <a:ext cx="252413" cy="247650"/>
            </a:xfrm>
            <a:custGeom>
              <a:avLst/>
              <a:gdLst>
                <a:gd name="T0" fmla="*/ 34 w 67"/>
                <a:gd name="T1" fmla="*/ 0 h 66"/>
                <a:gd name="T2" fmla="*/ 33 w 67"/>
                <a:gd name="T3" fmla="*/ 0 h 66"/>
                <a:gd name="T4" fmla="*/ 33 w 67"/>
                <a:gd name="T5" fmla="*/ 11 h 66"/>
                <a:gd name="T6" fmla="*/ 34 w 67"/>
                <a:gd name="T7" fmla="*/ 11 h 66"/>
                <a:gd name="T8" fmla="*/ 56 w 67"/>
                <a:gd name="T9" fmla="*/ 34 h 66"/>
                <a:gd name="T10" fmla="*/ 56 w 67"/>
                <a:gd name="T11" fmla="*/ 34 h 66"/>
                <a:gd name="T12" fmla="*/ 34 w 67"/>
                <a:gd name="T13" fmla="*/ 55 h 66"/>
                <a:gd name="T14" fmla="*/ 33 w 67"/>
                <a:gd name="T15" fmla="*/ 55 h 66"/>
                <a:gd name="T16" fmla="*/ 33 w 67"/>
                <a:gd name="T17" fmla="*/ 66 h 66"/>
                <a:gd name="T18" fmla="*/ 34 w 67"/>
                <a:gd name="T19" fmla="*/ 66 h 66"/>
                <a:gd name="T20" fmla="*/ 67 w 67"/>
                <a:gd name="T21" fmla="*/ 34 h 66"/>
                <a:gd name="T22" fmla="*/ 34 w 67"/>
                <a:gd name="T23" fmla="*/ 0 h 66"/>
                <a:gd name="T24" fmla="*/ 33 w 67"/>
                <a:gd name="T25" fmla="*/ 0 h 66"/>
                <a:gd name="T26" fmla="*/ 33 w 67"/>
                <a:gd name="T27" fmla="*/ 0 h 66"/>
                <a:gd name="T28" fmla="*/ 0 w 67"/>
                <a:gd name="T29" fmla="*/ 32 h 66"/>
                <a:gd name="T30" fmla="*/ 33 w 67"/>
                <a:gd name="T31" fmla="*/ 66 h 66"/>
                <a:gd name="T32" fmla="*/ 33 w 67"/>
                <a:gd name="T33" fmla="*/ 66 h 66"/>
                <a:gd name="T34" fmla="*/ 33 w 67"/>
                <a:gd name="T35" fmla="*/ 55 h 66"/>
                <a:gd name="T36" fmla="*/ 33 w 67"/>
                <a:gd name="T37" fmla="*/ 55 h 66"/>
                <a:gd name="T38" fmla="*/ 11 w 67"/>
                <a:gd name="T39" fmla="*/ 32 h 66"/>
                <a:gd name="T40" fmla="*/ 33 w 67"/>
                <a:gd name="T41" fmla="*/ 11 h 66"/>
                <a:gd name="T42" fmla="*/ 33 w 67"/>
                <a:gd name="T43" fmla="*/ 11 h 66"/>
                <a:gd name="T44" fmla="*/ 33 w 67"/>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6">
                  <a:moveTo>
                    <a:pt x="34" y="0"/>
                  </a:moveTo>
                  <a:cubicBezTo>
                    <a:pt x="34" y="0"/>
                    <a:pt x="34" y="0"/>
                    <a:pt x="33" y="0"/>
                  </a:cubicBezTo>
                  <a:cubicBezTo>
                    <a:pt x="33" y="11"/>
                    <a:pt x="33" y="11"/>
                    <a:pt x="33" y="11"/>
                  </a:cubicBezTo>
                  <a:cubicBezTo>
                    <a:pt x="34" y="11"/>
                    <a:pt x="34" y="11"/>
                    <a:pt x="34" y="11"/>
                  </a:cubicBezTo>
                  <a:cubicBezTo>
                    <a:pt x="46" y="11"/>
                    <a:pt x="56" y="21"/>
                    <a:pt x="56" y="34"/>
                  </a:cubicBezTo>
                  <a:cubicBezTo>
                    <a:pt x="56" y="34"/>
                    <a:pt x="56" y="34"/>
                    <a:pt x="56" y="34"/>
                  </a:cubicBezTo>
                  <a:cubicBezTo>
                    <a:pt x="55" y="46"/>
                    <a:pt x="45" y="55"/>
                    <a:pt x="34" y="55"/>
                  </a:cubicBezTo>
                  <a:cubicBezTo>
                    <a:pt x="33" y="55"/>
                    <a:pt x="33" y="55"/>
                    <a:pt x="33" y="55"/>
                  </a:cubicBezTo>
                  <a:cubicBezTo>
                    <a:pt x="33" y="66"/>
                    <a:pt x="33" y="66"/>
                    <a:pt x="33" y="66"/>
                  </a:cubicBezTo>
                  <a:cubicBezTo>
                    <a:pt x="34" y="66"/>
                    <a:pt x="34" y="66"/>
                    <a:pt x="34" y="66"/>
                  </a:cubicBezTo>
                  <a:cubicBezTo>
                    <a:pt x="51" y="66"/>
                    <a:pt x="66" y="52"/>
                    <a:pt x="67" y="34"/>
                  </a:cubicBezTo>
                  <a:cubicBezTo>
                    <a:pt x="67" y="16"/>
                    <a:pt x="53" y="0"/>
                    <a:pt x="34" y="0"/>
                  </a:cubicBezTo>
                  <a:close/>
                  <a:moveTo>
                    <a:pt x="33" y="0"/>
                  </a:moveTo>
                  <a:cubicBezTo>
                    <a:pt x="33" y="0"/>
                    <a:pt x="33" y="0"/>
                    <a:pt x="33" y="0"/>
                  </a:cubicBezTo>
                  <a:cubicBezTo>
                    <a:pt x="16" y="0"/>
                    <a:pt x="1" y="14"/>
                    <a:pt x="0" y="32"/>
                  </a:cubicBezTo>
                  <a:cubicBezTo>
                    <a:pt x="0" y="50"/>
                    <a:pt x="14" y="66"/>
                    <a:pt x="33" y="66"/>
                  </a:cubicBezTo>
                  <a:cubicBezTo>
                    <a:pt x="33" y="66"/>
                    <a:pt x="33" y="66"/>
                    <a:pt x="33" y="66"/>
                  </a:cubicBezTo>
                  <a:cubicBezTo>
                    <a:pt x="33" y="55"/>
                    <a:pt x="33" y="55"/>
                    <a:pt x="33" y="55"/>
                  </a:cubicBezTo>
                  <a:cubicBezTo>
                    <a:pt x="33" y="55"/>
                    <a:pt x="33" y="55"/>
                    <a:pt x="33" y="55"/>
                  </a:cubicBezTo>
                  <a:cubicBezTo>
                    <a:pt x="21" y="55"/>
                    <a:pt x="11" y="45"/>
                    <a:pt x="11" y="32"/>
                  </a:cubicBezTo>
                  <a:cubicBezTo>
                    <a:pt x="12" y="20"/>
                    <a:pt x="21" y="11"/>
                    <a:pt x="33" y="11"/>
                  </a:cubicBezTo>
                  <a:cubicBezTo>
                    <a:pt x="33" y="11"/>
                    <a:pt x="33" y="11"/>
                    <a:pt x="33" y="11"/>
                  </a:cubicBezTo>
                  <a:lnTo>
                    <a:pt x="33"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5" name="Freeform 147"/>
            <p:cNvSpPr>
              <a:spLocks/>
            </p:cNvSpPr>
            <p:nvPr/>
          </p:nvSpPr>
          <p:spPr bwMode="auto">
            <a:xfrm>
              <a:off x="3581400" y="5521325"/>
              <a:ext cx="225425" cy="212725"/>
            </a:xfrm>
            <a:custGeom>
              <a:avLst/>
              <a:gdLst>
                <a:gd name="T0" fmla="*/ 28 w 60"/>
                <a:gd name="T1" fmla="*/ 7 h 57"/>
                <a:gd name="T2" fmla="*/ 24 w 60"/>
                <a:gd name="T3" fmla="*/ 0 h 57"/>
                <a:gd name="T4" fmla="*/ 6 w 60"/>
                <a:gd name="T5" fmla="*/ 18 h 57"/>
                <a:gd name="T6" fmla="*/ 15 w 60"/>
                <a:gd name="T7" fmla="*/ 52 h 57"/>
                <a:gd name="T8" fmla="*/ 30 w 60"/>
                <a:gd name="T9" fmla="*/ 57 h 57"/>
                <a:gd name="T10" fmla="*/ 50 w 60"/>
                <a:gd name="T11" fmla="*/ 48 h 57"/>
                <a:gd name="T12" fmla="*/ 60 w 60"/>
                <a:gd name="T13" fmla="*/ 24 h 57"/>
                <a:gd name="T14" fmla="*/ 59 w 60"/>
                <a:gd name="T15" fmla="*/ 24 h 57"/>
                <a:gd name="T16" fmla="*/ 59 w 60"/>
                <a:gd name="T17" fmla="*/ 24 h 57"/>
                <a:gd name="T18" fmla="*/ 52 w 60"/>
                <a:gd name="T19" fmla="*/ 23 h 57"/>
                <a:gd name="T20" fmla="*/ 46 w 60"/>
                <a:gd name="T21" fmla="*/ 34 h 57"/>
                <a:gd name="T22" fmla="*/ 33 w 60"/>
                <a:gd name="T23" fmla="*/ 40 h 57"/>
                <a:gd name="T24" fmla="*/ 25 w 60"/>
                <a:gd name="T25" fmla="*/ 38 h 57"/>
                <a:gd name="T26" fmla="*/ 21 w 60"/>
                <a:gd name="T27" fmla="*/ 17 h 57"/>
                <a:gd name="T28" fmla="*/ 28 w 60"/>
                <a:gd name="T29"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57">
                  <a:moveTo>
                    <a:pt x="28" y="7"/>
                  </a:moveTo>
                  <a:cubicBezTo>
                    <a:pt x="27" y="5"/>
                    <a:pt x="25" y="3"/>
                    <a:pt x="24" y="0"/>
                  </a:cubicBezTo>
                  <a:cubicBezTo>
                    <a:pt x="16" y="5"/>
                    <a:pt x="9" y="11"/>
                    <a:pt x="6" y="18"/>
                  </a:cubicBezTo>
                  <a:cubicBezTo>
                    <a:pt x="0" y="30"/>
                    <a:pt x="4" y="45"/>
                    <a:pt x="15" y="52"/>
                  </a:cubicBezTo>
                  <a:cubicBezTo>
                    <a:pt x="20" y="56"/>
                    <a:pt x="25" y="57"/>
                    <a:pt x="30" y="57"/>
                  </a:cubicBezTo>
                  <a:cubicBezTo>
                    <a:pt x="38" y="57"/>
                    <a:pt x="45" y="54"/>
                    <a:pt x="50" y="48"/>
                  </a:cubicBezTo>
                  <a:cubicBezTo>
                    <a:pt x="56" y="42"/>
                    <a:pt x="59" y="33"/>
                    <a:pt x="60" y="24"/>
                  </a:cubicBezTo>
                  <a:cubicBezTo>
                    <a:pt x="59" y="24"/>
                    <a:pt x="59" y="24"/>
                    <a:pt x="59" y="24"/>
                  </a:cubicBezTo>
                  <a:cubicBezTo>
                    <a:pt x="59" y="24"/>
                    <a:pt x="59" y="24"/>
                    <a:pt x="59" y="24"/>
                  </a:cubicBezTo>
                  <a:cubicBezTo>
                    <a:pt x="56" y="24"/>
                    <a:pt x="54" y="24"/>
                    <a:pt x="52" y="23"/>
                  </a:cubicBezTo>
                  <a:cubicBezTo>
                    <a:pt x="50" y="27"/>
                    <a:pt x="48" y="31"/>
                    <a:pt x="46" y="34"/>
                  </a:cubicBezTo>
                  <a:cubicBezTo>
                    <a:pt x="42" y="38"/>
                    <a:pt x="38" y="40"/>
                    <a:pt x="33" y="40"/>
                  </a:cubicBezTo>
                  <a:cubicBezTo>
                    <a:pt x="30" y="40"/>
                    <a:pt x="28" y="39"/>
                    <a:pt x="25" y="38"/>
                  </a:cubicBezTo>
                  <a:cubicBezTo>
                    <a:pt x="19" y="33"/>
                    <a:pt x="17" y="25"/>
                    <a:pt x="21" y="17"/>
                  </a:cubicBezTo>
                  <a:cubicBezTo>
                    <a:pt x="22" y="14"/>
                    <a:pt x="25" y="10"/>
                    <a:pt x="28"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6" name="Freeform 148"/>
            <p:cNvSpPr>
              <a:spLocks/>
            </p:cNvSpPr>
            <p:nvPr/>
          </p:nvSpPr>
          <p:spPr bwMode="auto">
            <a:xfrm>
              <a:off x="3813175" y="5513388"/>
              <a:ext cx="225425" cy="209550"/>
            </a:xfrm>
            <a:custGeom>
              <a:avLst/>
              <a:gdLst>
                <a:gd name="T0" fmla="*/ 46 w 60"/>
                <a:gd name="T1" fmla="*/ 50 h 56"/>
                <a:gd name="T2" fmla="*/ 53 w 60"/>
                <a:gd name="T3" fmla="*/ 16 h 56"/>
                <a:gd name="T4" fmla="*/ 34 w 60"/>
                <a:gd name="T5" fmla="*/ 0 h 56"/>
                <a:gd name="T6" fmla="*/ 30 w 60"/>
                <a:gd name="T7" fmla="*/ 7 h 56"/>
                <a:gd name="T8" fmla="*/ 38 w 60"/>
                <a:gd name="T9" fmla="*/ 16 h 56"/>
                <a:gd name="T10" fmla="*/ 35 w 60"/>
                <a:gd name="T11" fmla="*/ 36 h 56"/>
                <a:gd name="T12" fmla="*/ 27 w 60"/>
                <a:gd name="T13" fmla="*/ 39 h 56"/>
                <a:gd name="T14" fmla="*/ 15 w 60"/>
                <a:gd name="T15" fmla="*/ 35 h 56"/>
                <a:gd name="T16" fmla="*/ 7 w 60"/>
                <a:gd name="T17" fmla="*/ 25 h 56"/>
                <a:gd name="T18" fmla="*/ 0 w 60"/>
                <a:gd name="T19" fmla="*/ 26 h 56"/>
                <a:gd name="T20" fmla="*/ 3 w 60"/>
                <a:gd name="T21" fmla="*/ 37 h 56"/>
                <a:gd name="T22" fmla="*/ 5 w 60"/>
                <a:gd name="T23" fmla="*/ 40 h 56"/>
                <a:gd name="T24" fmla="*/ 11 w 60"/>
                <a:gd name="T25" fmla="*/ 49 h 56"/>
                <a:gd name="T26" fmla="*/ 30 w 60"/>
                <a:gd name="T27" fmla="*/ 56 h 56"/>
                <a:gd name="T28" fmla="*/ 46 w 60"/>
                <a:gd name="T29"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56">
                  <a:moveTo>
                    <a:pt x="46" y="50"/>
                  </a:moveTo>
                  <a:cubicBezTo>
                    <a:pt x="58" y="42"/>
                    <a:pt x="60" y="26"/>
                    <a:pt x="53" y="16"/>
                  </a:cubicBezTo>
                  <a:cubicBezTo>
                    <a:pt x="49" y="9"/>
                    <a:pt x="42" y="3"/>
                    <a:pt x="34" y="0"/>
                  </a:cubicBezTo>
                  <a:cubicBezTo>
                    <a:pt x="33" y="2"/>
                    <a:pt x="32" y="5"/>
                    <a:pt x="30" y="7"/>
                  </a:cubicBezTo>
                  <a:cubicBezTo>
                    <a:pt x="34" y="10"/>
                    <a:pt x="37" y="13"/>
                    <a:pt x="38" y="16"/>
                  </a:cubicBezTo>
                  <a:cubicBezTo>
                    <a:pt x="42" y="23"/>
                    <a:pt x="41" y="32"/>
                    <a:pt x="35" y="36"/>
                  </a:cubicBezTo>
                  <a:cubicBezTo>
                    <a:pt x="33" y="38"/>
                    <a:pt x="30" y="39"/>
                    <a:pt x="27" y="39"/>
                  </a:cubicBezTo>
                  <a:cubicBezTo>
                    <a:pt x="23" y="39"/>
                    <a:pt x="18" y="38"/>
                    <a:pt x="15" y="35"/>
                  </a:cubicBezTo>
                  <a:cubicBezTo>
                    <a:pt x="12" y="32"/>
                    <a:pt x="9" y="29"/>
                    <a:pt x="7" y="25"/>
                  </a:cubicBezTo>
                  <a:cubicBezTo>
                    <a:pt x="5" y="25"/>
                    <a:pt x="2" y="26"/>
                    <a:pt x="0" y="26"/>
                  </a:cubicBezTo>
                  <a:cubicBezTo>
                    <a:pt x="1" y="30"/>
                    <a:pt x="2" y="34"/>
                    <a:pt x="3" y="37"/>
                  </a:cubicBezTo>
                  <a:cubicBezTo>
                    <a:pt x="4" y="38"/>
                    <a:pt x="4" y="39"/>
                    <a:pt x="5" y="40"/>
                  </a:cubicBezTo>
                  <a:cubicBezTo>
                    <a:pt x="6" y="44"/>
                    <a:pt x="9" y="46"/>
                    <a:pt x="11" y="49"/>
                  </a:cubicBezTo>
                  <a:cubicBezTo>
                    <a:pt x="16" y="54"/>
                    <a:pt x="23" y="56"/>
                    <a:pt x="30" y="56"/>
                  </a:cubicBezTo>
                  <a:cubicBezTo>
                    <a:pt x="36" y="56"/>
                    <a:pt x="41" y="54"/>
                    <a:pt x="46" y="5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7" name="Freeform 149"/>
            <p:cNvSpPr>
              <a:spLocks/>
            </p:cNvSpPr>
            <p:nvPr/>
          </p:nvSpPr>
          <p:spPr bwMode="auto">
            <a:xfrm>
              <a:off x="3502025" y="5313363"/>
              <a:ext cx="211138" cy="207963"/>
            </a:xfrm>
            <a:custGeom>
              <a:avLst/>
              <a:gdLst>
                <a:gd name="T0" fmla="*/ 19 w 56"/>
                <a:gd name="T1" fmla="*/ 52 h 55"/>
                <a:gd name="T2" fmla="*/ 33 w 56"/>
                <a:gd name="T3" fmla="*/ 55 h 55"/>
                <a:gd name="T4" fmla="*/ 45 w 56"/>
                <a:gd name="T5" fmla="*/ 54 h 55"/>
                <a:gd name="T6" fmla="*/ 43 w 56"/>
                <a:gd name="T7" fmla="*/ 46 h 55"/>
                <a:gd name="T8" fmla="*/ 31 w 56"/>
                <a:gd name="T9" fmla="*/ 43 h 55"/>
                <a:gd name="T10" fmla="*/ 21 w 56"/>
                <a:gd name="T11" fmla="*/ 25 h 55"/>
                <a:gd name="T12" fmla="*/ 37 w 56"/>
                <a:gd name="T13" fmla="*/ 14 h 55"/>
                <a:gd name="T14" fmla="*/ 39 w 56"/>
                <a:gd name="T15" fmla="*/ 14 h 55"/>
                <a:gd name="T16" fmla="*/ 50 w 56"/>
                <a:gd name="T17" fmla="*/ 18 h 55"/>
                <a:gd name="T18" fmla="*/ 56 w 56"/>
                <a:gd name="T19" fmla="*/ 12 h 55"/>
                <a:gd name="T20" fmla="*/ 33 w 56"/>
                <a:gd name="T21" fmla="*/ 1 h 55"/>
                <a:gd name="T22" fmla="*/ 30 w 56"/>
                <a:gd name="T23" fmla="*/ 0 h 55"/>
                <a:gd name="T24" fmla="*/ 4 w 56"/>
                <a:gd name="T25" fmla="*/ 20 h 55"/>
                <a:gd name="T26" fmla="*/ 19 w 56"/>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5">
                  <a:moveTo>
                    <a:pt x="19" y="52"/>
                  </a:moveTo>
                  <a:cubicBezTo>
                    <a:pt x="23" y="54"/>
                    <a:pt x="28" y="55"/>
                    <a:pt x="33" y="55"/>
                  </a:cubicBezTo>
                  <a:cubicBezTo>
                    <a:pt x="37" y="55"/>
                    <a:pt x="41" y="54"/>
                    <a:pt x="45" y="54"/>
                  </a:cubicBezTo>
                  <a:cubicBezTo>
                    <a:pt x="44" y="51"/>
                    <a:pt x="43" y="49"/>
                    <a:pt x="43" y="46"/>
                  </a:cubicBezTo>
                  <a:cubicBezTo>
                    <a:pt x="38" y="46"/>
                    <a:pt x="34" y="45"/>
                    <a:pt x="31" y="43"/>
                  </a:cubicBezTo>
                  <a:cubicBezTo>
                    <a:pt x="23" y="40"/>
                    <a:pt x="19" y="32"/>
                    <a:pt x="21" y="25"/>
                  </a:cubicBezTo>
                  <a:cubicBezTo>
                    <a:pt x="23" y="18"/>
                    <a:pt x="29" y="14"/>
                    <a:pt x="37" y="14"/>
                  </a:cubicBezTo>
                  <a:cubicBezTo>
                    <a:pt x="37" y="14"/>
                    <a:pt x="38" y="14"/>
                    <a:pt x="39" y="14"/>
                  </a:cubicBezTo>
                  <a:cubicBezTo>
                    <a:pt x="43" y="15"/>
                    <a:pt x="46" y="16"/>
                    <a:pt x="50" y="18"/>
                  </a:cubicBezTo>
                  <a:cubicBezTo>
                    <a:pt x="52" y="16"/>
                    <a:pt x="54" y="14"/>
                    <a:pt x="56" y="12"/>
                  </a:cubicBezTo>
                  <a:cubicBezTo>
                    <a:pt x="49" y="6"/>
                    <a:pt x="41" y="1"/>
                    <a:pt x="33" y="1"/>
                  </a:cubicBezTo>
                  <a:cubicBezTo>
                    <a:pt x="32" y="0"/>
                    <a:pt x="31" y="0"/>
                    <a:pt x="30" y="0"/>
                  </a:cubicBezTo>
                  <a:cubicBezTo>
                    <a:pt x="18" y="0"/>
                    <a:pt x="7" y="8"/>
                    <a:pt x="4" y="20"/>
                  </a:cubicBezTo>
                  <a:cubicBezTo>
                    <a:pt x="0" y="34"/>
                    <a:pt x="7" y="47"/>
                    <a:pt x="19" y="5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8" name="Freeform 150"/>
            <p:cNvSpPr>
              <a:spLocks/>
            </p:cNvSpPr>
            <p:nvPr/>
          </p:nvSpPr>
          <p:spPr bwMode="auto">
            <a:xfrm>
              <a:off x="4684713" y="4356100"/>
              <a:ext cx="146050" cy="263525"/>
            </a:xfrm>
            <a:custGeom>
              <a:avLst/>
              <a:gdLst>
                <a:gd name="T0" fmla="*/ 39 w 39"/>
                <a:gd name="T1" fmla="*/ 35 h 70"/>
                <a:gd name="T2" fmla="*/ 19 w 39"/>
                <a:gd name="T3" fmla="*/ 0 h 70"/>
                <a:gd name="T4" fmla="*/ 0 w 39"/>
                <a:gd name="T5" fmla="*/ 35 h 70"/>
                <a:gd name="T6" fmla="*/ 19 w 39"/>
                <a:gd name="T7" fmla="*/ 70 h 70"/>
                <a:gd name="T8" fmla="*/ 39 w 39"/>
                <a:gd name="T9" fmla="*/ 35 h 70"/>
              </a:gdLst>
              <a:ahLst/>
              <a:cxnLst>
                <a:cxn ang="0">
                  <a:pos x="T0" y="T1"/>
                </a:cxn>
                <a:cxn ang="0">
                  <a:pos x="T2" y="T3"/>
                </a:cxn>
                <a:cxn ang="0">
                  <a:pos x="T4" y="T5"/>
                </a:cxn>
                <a:cxn ang="0">
                  <a:pos x="T6" y="T7"/>
                </a:cxn>
                <a:cxn ang="0">
                  <a:pos x="T8" y="T9"/>
                </a:cxn>
              </a:cxnLst>
              <a:rect l="0" t="0" r="r" b="b"/>
              <a:pathLst>
                <a:path w="39" h="70">
                  <a:moveTo>
                    <a:pt x="39" y="35"/>
                  </a:moveTo>
                  <a:cubicBezTo>
                    <a:pt x="39" y="23"/>
                    <a:pt x="31" y="5"/>
                    <a:pt x="19" y="0"/>
                  </a:cubicBezTo>
                  <a:cubicBezTo>
                    <a:pt x="7" y="5"/>
                    <a:pt x="0" y="23"/>
                    <a:pt x="0" y="35"/>
                  </a:cubicBezTo>
                  <a:cubicBezTo>
                    <a:pt x="0" y="47"/>
                    <a:pt x="7" y="65"/>
                    <a:pt x="19" y="70"/>
                  </a:cubicBezTo>
                  <a:cubicBezTo>
                    <a:pt x="31" y="65"/>
                    <a:pt x="39" y="47"/>
                    <a:pt x="39" y="3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299" name="Freeform 151"/>
            <p:cNvSpPr>
              <a:spLocks/>
            </p:cNvSpPr>
            <p:nvPr/>
          </p:nvSpPr>
          <p:spPr bwMode="auto">
            <a:xfrm>
              <a:off x="4786313" y="4521200"/>
              <a:ext cx="239713" cy="192088"/>
            </a:xfrm>
            <a:custGeom>
              <a:avLst/>
              <a:gdLst>
                <a:gd name="T0" fmla="*/ 2 w 64"/>
                <a:gd name="T1" fmla="*/ 43 h 51"/>
                <a:gd name="T2" fmla="*/ 42 w 64"/>
                <a:gd name="T3" fmla="*/ 43 h 51"/>
                <a:gd name="T4" fmla="*/ 62 w 64"/>
                <a:gd name="T5" fmla="*/ 9 h 51"/>
                <a:gd name="T6" fmla="*/ 22 w 64"/>
                <a:gd name="T7" fmla="*/ 8 h 51"/>
                <a:gd name="T8" fmla="*/ 2 w 64"/>
                <a:gd name="T9" fmla="*/ 43 h 51"/>
              </a:gdLst>
              <a:ahLst/>
              <a:cxnLst>
                <a:cxn ang="0">
                  <a:pos x="T0" y="T1"/>
                </a:cxn>
                <a:cxn ang="0">
                  <a:pos x="T2" y="T3"/>
                </a:cxn>
                <a:cxn ang="0">
                  <a:pos x="T4" y="T5"/>
                </a:cxn>
                <a:cxn ang="0">
                  <a:pos x="T6" y="T7"/>
                </a:cxn>
                <a:cxn ang="0">
                  <a:pos x="T8" y="T9"/>
                </a:cxn>
              </a:cxnLst>
              <a:rect l="0" t="0" r="r" b="b"/>
              <a:pathLst>
                <a:path w="64" h="51">
                  <a:moveTo>
                    <a:pt x="2" y="43"/>
                  </a:moveTo>
                  <a:cubicBezTo>
                    <a:pt x="12" y="51"/>
                    <a:pt x="31" y="49"/>
                    <a:pt x="42" y="43"/>
                  </a:cubicBezTo>
                  <a:cubicBezTo>
                    <a:pt x="52" y="37"/>
                    <a:pt x="64" y="22"/>
                    <a:pt x="62" y="9"/>
                  </a:cubicBezTo>
                  <a:cubicBezTo>
                    <a:pt x="52" y="0"/>
                    <a:pt x="33" y="2"/>
                    <a:pt x="22" y="8"/>
                  </a:cubicBezTo>
                  <a:cubicBezTo>
                    <a:pt x="12" y="14"/>
                    <a:pt x="0" y="30"/>
                    <a:pt x="2" y="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0" name="Freeform 152"/>
            <p:cNvSpPr>
              <a:spLocks/>
            </p:cNvSpPr>
            <p:nvPr/>
          </p:nvSpPr>
          <p:spPr bwMode="auto">
            <a:xfrm>
              <a:off x="4786313" y="4713288"/>
              <a:ext cx="239713" cy="187325"/>
            </a:xfrm>
            <a:custGeom>
              <a:avLst/>
              <a:gdLst>
                <a:gd name="T0" fmla="*/ 42 w 64"/>
                <a:gd name="T1" fmla="*/ 42 h 50"/>
                <a:gd name="T2" fmla="*/ 62 w 64"/>
                <a:gd name="T3" fmla="*/ 8 h 50"/>
                <a:gd name="T4" fmla="*/ 22 w 64"/>
                <a:gd name="T5" fmla="*/ 8 h 50"/>
                <a:gd name="T6" fmla="*/ 2 w 64"/>
                <a:gd name="T7" fmla="*/ 42 h 50"/>
                <a:gd name="T8" fmla="*/ 42 w 64"/>
                <a:gd name="T9" fmla="*/ 42 h 50"/>
              </a:gdLst>
              <a:ahLst/>
              <a:cxnLst>
                <a:cxn ang="0">
                  <a:pos x="T0" y="T1"/>
                </a:cxn>
                <a:cxn ang="0">
                  <a:pos x="T2" y="T3"/>
                </a:cxn>
                <a:cxn ang="0">
                  <a:pos x="T4" y="T5"/>
                </a:cxn>
                <a:cxn ang="0">
                  <a:pos x="T6" y="T7"/>
                </a:cxn>
                <a:cxn ang="0">
                  <a:pos x="T8" y="T9"/>
                </a:cxn>
              </a:cxnLst>
              <a:rect l="0" t="0" r="r" b="b"/>
              <a:pathLst>
                <a:path w="64" h="50">
                  <a:moveTo>
                    <a:pt x="42" y="42"/>
                  </a:moveTo>
                  <a:cubicBezTo>
                    <a:pt x="52" y="36"/>
                    <a:pt x="64" y="21"/>
                    <a:pt x="62" y="8"/>
                  </a:cubicBezTo>
                  <a:cubicBezTo>
                    <a:pt x="52" y="0"/>
                    <a:pt x="33" y="2"/>
                    <a:pt x="22" y="8"/>
                  </a:cubicBezTo>
                  <a:cubicBezTo>
                    <a:pt x="12" y="14"/>
                    <a:pt x="0" y="29"/>
                    <a:pt x="2" y="42"/>
                  </a:cubicBezTo>
                  <a:cubicBezTo>
                    <a:pt x="12" y="50"/>
                    <a:pt x="31" y="48"/>
                    <a:pt x="42"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1" name="Freeform 153"/>
            <p:cNvSpPr>
              <a:spLocks/>
            </p:cNvSpPr>
            <p:nvPr/>
          </p:nvSpPr>
          <p:spPr bwMode="auto">
            <a:xfrm>
              <a:off x="4489450" y="4521200"/>
              <a:ext cx="239713" cy="192088"/>
            </a:xfrm>
            <a:custGeom>
              <a:avLst/>
              <a:gdLst>
                <a:gd name="T0" fmla="*/ 22 w 64"/>
                <a:gd name="T1" fmla="*/ 43 h 51"/>
                <a:gd name="T2" fmla="*/ 62 w 64"/>
                <a:gd name="T3" fmla="*/ 43 h 51"/>
                <a:gd name="T4" fmla="*/ 41 w 64"/>
                <a:gd name="T5" fmla="*/ 8 h 51"/>
                <a:gd name="T6" fmla="*/ 1 w 64"/>
                <a:gd name="T7" fmla="*/ 9 h 51"/>
                <a:gd name="T8" fmla="*/ 22 w 64"/>
                <a:gd name="T9" fmla="*/ 43 h 51"/>
              </a:gdLst>
              <a:ahLst/>
              <a:cxnLst>
                <a:cxn ang="0">
                  <a:pos x="T0" y="T1"/>
                </a:cxn>
                <a:cxn ang="0">
                  <a:pos x="T2" y="T3"/>
                </a:cxn>
                <a:cxn ang="0">
                  <a:pos x="T4" y="T5"/>
                </a:cxn>
                <a:cxn ang="0">
                  <a:pos x="T6" y="T7"/>
                </a:cxn>
                <a:cxn ang="0">
                  <a:pos x="T8" y="T9"/>
                </a:cxn>
              </a:cxnLst>
              <a:rect l="0" t="0" r="r" b="b"/>
              <a:pathLst>
                <a:path w="64" h="51">
                  <a:moveTo>
                    <a:pt x="22" y="43"/>
                  </a:moveTo>
                  <a:cubicBezTo>
                    <a:pt x="33" y="49"/>
                    <a:pt x="52" y="51"/>
                    <a:pt x="62" y="43"/>
                  </a:cubicBezTo>
                  <a:cubicBezTo>
                    <a:pt x="64" y="30"/>
                    <a:pt x="52" y="14"/>
                    <a:pt x="41" y="8"/>
                  </a:cubicBezTo>
                  <a:cubicBezTo>
                    <a:pt x="31" y="2"/>
                    <a:pt x="12" y="0"/>
                    <a:pt x="1" y="9"/>
                  </a:cubicBezTo>
                  <a:cubicBezTo>
                    <a:pt x="0" y="22"/>
                    <a:pt x="11" y="37"/>
                    <a:pt x="22" y="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2" name="Freeform 154"/>
            <p:cNvSpPr>
              <a:spLocks/>
            </p:cNvSpPr>
            <p:nvPr/>
          </p:nvSpPr>
          <p:spPr bwMode="auto">
            <a:xfrm>
              <a:off x="4489450" y="4713288"/>
              <a:ext cx="239713" cy="187325"/>
            </a:xfrm>
            <a:custGeom>
              <a:avLst/>
              <a:gdLst>
                <a:gd name="T0" fmla="*/ 22 w 64"/>
                <a:gd name="T1" fmla="*/ 42 h 50"/>
                <a:gd name="T2" fmla="*/ 62 w 64"/>
                <a:gd name="T3" fmla="*/ 42 h 50"/>
                <a:gd name="T4" fmla="*/ 41 w 64"/>
                <a:gd name="T5" fmla="*/ 8 h 50"/>
                <a:gd name="T6" fmla="*/ 1 w 64"/>
                <a:gd name="T7" fmla="*/ 8 h 50"/>
                <a:gd name="T8" fmla="*/ 22 w 64"/>
                <a:gd name="T9" fmla="*/ 42 h 50"/>
              </a:gdLst>
              <a:ahLst/>
              <a:cxnLst>
                <a:cxn ang="0">
                  <a:pos x="T0" y="T1"/>
                </a:cxn>
                <a:cxn ang="0">
                  <a:pos x="T2" y="T3"/>
                </a:cxn>
                <a:cxn ang="0">
                  <a:pos x="T4" y="T5"/>
                </a:cxn>
                <a:cxn ang="0">
                  <a:pos x="T6" y="T7"/>
                </a:cxn>
                <a:cxn ang="0">
                  <a:pos x="T8" y="T9"/>
                </a:cxn>
              </a:cxnLst>
              <a:rect l="0" t="0" r="r" b="b"/>
              <a:pathLst>
                <a:path w="64" h="50">
                  <a:moveTo>
                    <a:pt x="22" y="42"/>
                  </a:moveTo>
                  <a:cubicBezTo>
                    <a:pt x="33" y="48"/>
                    <a:pt x="52" y="50"/>
                    <a:pt x="62" y="42"/>
                  </a:cubicBezTo>
                  <a:cubicBezTo>
                    <a:pt x="64" y="29"/>
                    <a:pt x="52" y="14"/>
                    <a:pt x="41" y="8"/>
                  </a:cubicBezTo>
                  <a:cubicBezTo>
                    <a:pt x="31" y="2"/>
                    <a:pt x="12" y="0"/>
                    <a:pt x="1" y="8"/>
                  </a:cubicBezTo>
                  <a:cubicBezTo>
                    <a:pt x="0" y="21"/>
                    <a:pt x="11" y="36"/>
                    <a:pt x="22"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3" name="Freeform 155"/>
            <p:cNvSpPr>
              <a:spLocks/>
            </p:cNvSpPr>
            <p:nvPr/>
          </p:nvSpPr>
          <p:spPr bwMode="auto">
            <a:xfrm>
              <a:off x="4740275" y="4645025"/>
              <a:ext cx="30163" cy="300038"/>
            </a:xfrm>
            <a:custGeom>
              <a:avLst/>
              <a:gdLst>
                <a:gd name="T0" fmla="*/ 0 w 8"/>
                <a:gd name="T1" fmla="*/ 2 h 80"/>
                <a:gd name="T2" fmla="*/ 0 w 8"/>
                <a:gd name="T3" fmla="*/ 78 h 80"/>
                <a:gd name="T4" fmla="*/ 4 w 8"/>
                <a:gd name="T5" fmla="*/ 80 h 80"/>
                <a:gd name="T6" fmla="*/ 8 w 8"/>
                <a:gd name="T7" fmla="*/ 78 h 80"/>
                <a:gd name="T8" fmla="*/ 8 w 8"/>
                <a:gd name="T9" fmla="*/ 2 h 80"/>
                <a:gd name="T10" fmla="*/ 4 w 8"/>
                <a:gd name="T11" fmla="*/ 0 h 80"/>
                <a:gd name="T12" fmla="*/ 0 w 8"/>
                <a:gd name="T13" fmla="*/ 2 h 80"/>
              </a:gdLst>
              <a:ahLst/>
              <a:cxnLst>
                <a:cxn ang="0">
                  <a:pos x="T0" y="T1"/>
                </a:cxn>
                <a:cxn ang="0">
                  <a:pos x="T2" y="T3"/>
                </a:cxn>
                <a:cxn ang="0">
                  <a:pos x="T4" y="T5"/>
                </a:cxn>
                <a:cxn ang="0">
                  <a:pos x="T6" y="T7"/>
                </a:cxn>
                <a:cxn ang="0">
                  <a:pos x="T8" y="T9"/>
                </a:cxn>
                <a:cxn ang="0">
                  <a:pos x="T10" y="T11"/>
                </a:cxn>
                <a:cxn ang="0">
                  <a:pos x="T12" y="T13"/>
                </a:cxn>
              </a:cxnLst>
              <a:rect l="0" t="0" r="r" b="b"/>
              <a:pathLst>
                <a:path w="8" h="80">
                  <a:moveTo>
                    <a:pt x="0" y="2"/>
                  </a:moveTo>
                  <a:cubicBezTo>
                    <a:pt x="0" y="78"/>
                    <a:pt x="0" y="78"/>
                    <a:pt x="0" y="78"/>
                  </a:cubicBezTo>
                  <a:cubicBezTo>
                    <a:pt x="0" y="79"/>
                    <a:pt x="2" y="80"/>
                    <a:pt x="4" y="80"/>
                  </a:cubicBezTo>
                  <a:cubicBezTo>
                    <a:pt x="6" y="80"/>
                    <a:pt x="8" y="79"/>
                    <a:pt x="8" y="78"/>
                  </a:cubicBezTo>
                  <a:cubicBezTo>
                    <a:pt x="8" y="2"/>
                    <a:pt x="8" y="2"/>
                    <a:pt x="8" y="2"/>
                  </a:cubicBezTo>
                  <a:cubicBezTo>
                    <a:pt x="8" y="1"/>
                    <a:pt x="6" y="0"/>
                    <a:pt x="4" y="0"/>
                  </a:cubicBezTo>
                  <a:cubicBezTo>
                    <a:pt x="2" y="0"/>
                    <a:pt x="0" y="1"/>
                    <a:pt x="0"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4" name="Freeform 156"/>
            <p:cNvSpPr>
              <a:spLocks/>
            </p:cNvSpPr>
            <p:nvPr/>
          </p:nvSpPr>
          <p:spPr bwMode="auto">
            <a:xfrm>
              <a:off x="1716088" y="4656138"/>
              <a:ext cx="47625" cy="260350"/>
            </a:xfrm>
            <a:custGeom>
              <a:avLst/>
              <a:gdLst>
                <a:gd name="T0" fmla="*/ 13 w 13"/>
                <a:gd name="T1" fmla="*/ 1 h 69"/>
                <a:gd name="T2" fmla="*/ 7 w 13"/>
                <a:gd name="T3" fmla="*/ 0 h 69"/>
                <a:gd name="T4" fmla="*/ 7 w 13"/>
                <a:gd name="T5" fmla="*/ 0 h 69"/>
                <a:gd name="T6" fmla="*/ 0 w 13"/>
                <a:gd name="T7" fmla="*/ 1 h 69"/>
                <a:gd name="T8" fmla="*/ 0 w 13"/>
                <a:gd name="T9" fmla="*/ 69 h 69"/>
                <a:gd name="T10" fmla="*/ 13 w 13"/>
                <a:gd name="T11" fmla="*/ 69 h 69"/>
                <a:gd name="T12" fmla="*/ 13 w 13"/>
                <a:gd name="T13" fmla="*/ 1 h 69"/>
              </a:gdLst>
              <a:ahLst/>
              <a:cxnLst>
                <a:cxn ang="0">
                  <a:pos x="T0" y="T1"/>
                </a:cxn>
                <a:cxn ang="0">
                  <a:pos x="T2" y="T3"/>
                </a:cxn>
                <a:cxn ang="0">
                  <a:pos x="T4" y="T5"/>
                </a:cxn>
                <a:cxn ang="0">
                  <a:pos x="T6" y="T7"/>
                </a:cxn>
                <a:cxn ang="0">
                  <a:pos x="T8" y="T9"/>
                </a:cxn>
                <a:cxn ang="0">
                  <a:pos x="T10" y="T11"/>
                </a:cxn>
                <a:cxn ang="0">
                  <a:pos x="T12" y="T13"/>
                </a:cxn>
              </a:cxnLst>
              <a:rect l="0" t="0" r="r" b="b"/>
              <a:pathLst>
                <a:path w="13" h="69">
                  <a:moveTo>
                    <a:pt x="13" y="1"/>
                  </a:moveTo>
                  <a:cubicBezTo>
                    <a:pt x="11" y="0"/>
                    <a:pt x="9" y="0"/>
                    <a:pt x="7" y="0"/>
                  </a:cubicBezTo>
                  <a:cubicBezTo>
                    <a:pt x="7" y="0"/>
                    <a:pt x="7" y="0"/>
                    <a:pt x="7" y="0"/>
                  </a:cubicBezTo>
                  <a:cubicBezTo>
                    <a:pt x="4" y="0"/>
                    <a:pt x="2" y="0"/>
                    <a:pt x="0" y="1"/>
                  </a:cubicBezTo>
                  <a:cubicBezTo>
                    <a:pt x="0" y="69"/>
                    <a:pt x="0" y="69"/>
                    <a:pt x="0" y="69"/>
                  </a:cubicBezTo>
                  <a:cubicBezTo>
                    <a:pt x="13" y="69"/>
                    <a:pt x="13" y="69"/>
                    <a:pt x="13" y="69"/>
                  </a:cubicBezTo>
                  <a:lnTo>
                    <a:pt x="13"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5" name="Freeform 157"/>
            <p:cNvSpPr>
              <a:spLocks/>
            </p:cNvSpPr>
            <p:nvPr/>
          </p:nvSpPr>
          <p:spPr bwMode="auto">
            <a:xfrm>
              <a:off x="1716088" y="4295775"/>
              <a:ext cx="47625"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1"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6" name="Freeform 158"/>
            <p:cNvSpPr>
              <a:spLocks/>
            </p:cNvSpPr>
            <p:nvPr/>
          </p:nvSpPr>
          <p:spPr bwMode="auto">
            <a:xfrm>
              <a:off x="1501775" y="4344988"/>
              <a:ext cx="487363" cy="360363"/>
            </a:xfrm>
            <a:custGeom>
              <a:avLst/>
              <a:gdLst>
                <a:gd name="T0" fmla="*/ 70 w 130"/>
                <a:gd name="T1" fmla="*/ 1 h 96"/>
                <a:gd name="T2" fmla="*/ 66 w 130"/>
                <a:gd name="T3" fmla="*/ 0 h 96"/>
                <a:gd name="T4" fmla="*/ 65 w 130"/>
                <a:gd name="T5" fmla="*/ 0 h 96"/>
                <a:gd name="T6" fmla="*/ 57 w 130"/>
                <a:gd name="T7" fmla="*/ 1 h 96"/>
                <a:gd name="T8" fmla="*/ 0 w 130"/>
                <a:gd name="T9" fmla="*/ 63 h 96"/>
                <a:gd name="T10" fmla="*/ 5 w 130"/>
                <a:gd name="T11" fmla="*/ 88 h 96"/>
                <a:gd name="T12" fmla="*/ 7 w 130"/>
                <a:gd name="T13" fmla="*/ 91 h 96"/>
                <a:gd name="T14" fmla="*/ 10 w 130"/>
                <a:gd name="T15" fmla="*/ 87 h 96"/>
                <a:gd name="T16" fmla="*/ 27 w 130"/>
                <a:gd name="T17" fmla="*/ 77 h 96"/>
                <a:gd name="T18" fmla="*/ 27 w 130"/>
                <a:gd name="T19" fmla="*/ 77 h 96"/>
                <a:gd name="T20" fmla="*/ 44 w 130"/>
                <a:gd name="T21" fmla="*/ 88 h 96"/>
                <a:gd name="T22" fmla="*/ 45 w 130"/>
                <a:gd name="T23" fmla="*/ 91 h 96"/>
                <a:gd name="T24" fmla="*/ 47 w 130"/>
                <a:gd name="T25" fmla="*/ 88 h 96"/>
                <a:gd name="T26" fmla="*/ 57 w 130"/>
                <a:gd name="T27" fmla="*/ 79 h 96"/>
                <a:gd name="T28" fmla="*/ 64 w 130"/>
                <a:gd name="T29" fmla="*/ 78 h 96"/>
                <a:gd name="T30" fmla="*/ 64 w 130"/>
                <a:gd name="T31" fmla="*/ 78 h 96"/>
                <a:gd name="T32" fmla="*/ 70 w 130"/>
                <a:gd name="T33" fmla="*/ 79 h 96"/>
                <a:gd name="T34" fmla="*/ 81 w 130"/>
                <a:gd name="T35" fmla="*/ 89 h 96"/>
                <a:gd name="T36" fmla="*/ 83 w 130"/>
                <a:gd name="T37" fmla="*/ 92 h 96"/>
                <a:gd name="T38" fmla="*/ 85 w 130"/>
                <a:gd name="T39" fmla="*/ 89 h 96"/>
                <a:gd name="T40" fmla="*/ 101 w 130"/>
                <a:gd name="T41" fmla="*/ 79 h 96"/>
                <a:gd name="T42" fmla="*/ 101 w 130"/>
                <a:gd name="T43" fmla="*/ 79 h 96"/>
                <a:gd name="T44" fmla="*/ 118 w 130"/>
                <a:gd name="T45" fmla="*/ 90 h 96"/>
                <a:gd name="T46" fmla="*/ 119 w 130"/>
                <a:gd name="T47" fmla="*/ 94 h 96"/>
                <a:gd name="T48" fmla="*/ 120 w 130"/>
                <a:gd name="T49" fmla="*/ 96 h 96"/>
                <a:gd name="T50" fmla="*/ 122 w 130"/>
                <a:gd name="T51" fmla="*/ 94 h 96"/>
                <a:gd name="T52" fmla="*/ 123 w 130"/>
                <a:gd name="T53" fmla="*/ 91 h 96"/>
                <a:gd name="T54" fmla="*/ 129 w 130"/>
                <a:gd name="T55" fmla="*/ 67 h 96"/>
                <a:gd name="T56" fmla="*/ 70 w 130"/>
                <a:gd name="T5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0" h="96">
                  <a:moveTo>
                    <a:pt x="70" y="1"/>
                  </a:moveTo>
                  <a:cubicBezTo>
                    <a:pt x="69" y="1"/>
                    <a:pt x="68" y="1"/>
                    <a:pt x="66" y="0"/>
                  </a:cubicBezTo>
                  <a:cubicBezTo>
                    <a:pt x="66" y="0"/>
                    <a:pt x="65" y="0"/>
                    <a:pt x="65" y="0"/>
                  </a:cubicBezTo>
                  <a:cubicBezTo>
                    <a:pt x="62" y="0"/>
                    <a:pt x="59" y="1"/>
                    <a:pt x="57" y="1"/>
                  </a:cubicBezTo>
                  <a:cubicBezTo>
                    <a:pt x="26" y="5"/>
                    <a:pt x="1" y="31"/>
                    <a:pt x="0" y="63"/>
                  </a:cubicBezTo>
                  <a:cubicBezTo>
                    <a:pt x="0" y="72"/>
                    <a:pt x="2" y="80"/>
                    <a:pt x="5" y="88"/>
                  </a:cubicBezTo>
                  <a:cubicBezTo>
                    <a:pt x="5" y="90"/>
                    <a:pt x="6" y="91"/>
                    <a:pt x="7" y="91"/>
                  </a:cubicBezTo>
                  <a:cubicBezTo>
                    <a:pt x="8" y="91"/>
                    <a:pt x="9" y="89"/>
                    <a:pt x="10" y="87"/>
                  </a:cubicBezTo>
                  <a:cubicBezTo>
                    <a:pt x="13" y="81"/>
                    <a:pt x="19" y="77"/>
                    <a:pt x="27" y="77"/>
                  </a:cubicBezTo>
                  <a:cubicBezTo>
                    <a:pt x="27" y="77"/>
                    <a:pt x="27" y="77"/>
                    <a:pt x="27" y="77"/>
                  </a:cubicBezTo>
                  <a:cubicBezTo>
                    <a:pt x="34" y="77"/>
                    <a:pt x="41" y="82"/>
                    <a:pt x="44" y="88"/>
                  </a:cubicBezTo>
                  <a:cubicBezTo>
                    <a:pt x="45" y="90"/>
                    <a:pt x="45" y="91"/>
                    <a:pt x="45" y="91"/>
                  </a:cubicBezTo>
                  <a:cubicBezTo>
                    <a:pt x="46" y="91"/>
                    <a:pt x="46" y="90"/>
                    <a:pt x="47" y="88"/>
                  </a:cubicBezTo>
                  <a:cubicBezTo>
                    <a:pt x="49" y="84"/>
                    <a:pt x="53" y="81"/>
                    <a:pt x="57" y="79"/>
                  </a:cubicBezTo>
                  <a:cubicBezTo>
                    <a:pt x="59" y="79"/>
                    <a:pt x="61" y="78"/>
                    <a:pt x="64" y="78"/>
                  </a:cubicBezTo>
                  <a:cubicBezTo>
                    <a:pt x="64" y="78"/>
                    <a:pt x="64" y="78"/>
                    <a:pt x="64" y="78"/>
                  </a:cubicBezTo>
                  <a:cubicBezTo>
                    <a:pt x="66" y="78"/>
                    <a:pt x="68" y="79"/>
                    <a:pt x="70" y="79"/>
                  </a:cubicBezTo>
                  <a:cubicBezTo>
                    <a:pt x="75" y="81"/>
                    <a:pt x="79" y="85"/>
                    <a:pt x="81" y="89"/>
                  </a:cubicBezTo>
                  <a:cubicBezTo>
                    <a:pt x="82" y="91"/>
                    <a:pt x="82" y="92"/>
                    <a:pt x="83" y="92"/>
                  </a:cubicBezTo>
                  <a:cubicBezTo>
                    <a:pt x="83" y="92"/>
                    <a:pt x="84" y="91"/>
                    <a:pt x="85" y="89"/>
                  </a:cubicBezTo>
                  <a:cubicBezTo>
                    <a:pt x="88" y="83"/>
                    <a:pt x="94" y="79"/>
                    <a:pt x="101" y="79"/>
                  </a:cubicBezTo>
                  <a:cubicBezTo>
                    <a:pt x="101" y="79"/>
                    <a:pt x="101" y="79"/>
                    <a:pt x="101" y="79"/>
                  </a:cubicBezTo>
                  <a:cubicBezTo>
                    <a:pt x="109" y="79"/>
                    <a:pt x="115" y="84"/>
                    <a:pt x="118" y="90"/>
                  </a:cubicBezTo>
                  <a:cubicBezTo>
                    <a:pt x="118" y="91"/>
                    <a:pt x="119" y="93"/>
                    <a:pt x="119" y="94"/>
                  </a:cubicBezTo>
                  <a:cubicBezTo>
                    <a:pt x="119" y="95"/>
                    <a:pt x="120" y="96"/>
                    <a:pt x="120" y="96"/>
                  </a:cubicBezTo>
                  <a:cubicBezTo>
                    <a:pt x="121" y="96"/>
                    <a:pt x="121" y="95"/>
                    <a:pt x="122" y="94"/>
                  </a:cubicBezTo>
                  <a:cubicBezTo>
                    <a:pt x="122" y="93"/>
                    <a:pt x="123" y="92"/>
                    <a:pt x="123" y="91"/>
                  </a:cubicBezTo>
                  <a:cubicBezTo>
                    <a:pt x="127" y="83"/>
                    <a:pt x="129" y="75"/>
                    <a:pt x="129" y="67"/>
                  </a:cubicBezTo>
                  <a:cubicBezTo>
                    <a:pt x="130" y="32"/>
                    <a:pt x="104" y="4"/>
                    <a:pt x="7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7" name="Freeform 159"/>
            <p:cNvSpPr>
              <a:spLocks/>
            </p:cNvSpPr>
            <p:nvPr/>
          </p:nvSpPr>
          <p:spPr bwMode="auto">
            <a:xfrm>
              <a:off x="2624138" y="4656138"/>
              <a:ext cx="187325" cy="134938"/>
            </a:xfrm>
            <a:custGeom>
              <a:avLst/>
              <a:gdLst>
                <a:gd name="T0" fmla="*/ 32 w 50"/>
                <a:gd name="T1" fmla="*/ 11 h 36"/>
                <a:gd name="T2" fmla="*/ 44 w 50"/>
                <a:gd name="T3" fmla="*/ 3 h 36"/>
                <a:gd name="T4" fmla="*/ 50 w 50"/>
                <a:gd name="T5" fmla="*/ 1 h 36"/>
                <a:gd name="T6" fmla="*/ 30 w 50"/>
                <a:gd name="T7" fmla="*/ 3 h 36"/>
                <a:gd name="T8" fmla="*/ 16 w 50"/>
                <a:gd name="T9" fmla="*/ 14 h 36"/>
                <a:gd name="T10" fmla="*/ 10 w 50"/>
                <a:gd name="T11" fmla="*/ 24 h 36"/>
                <a:gd name="T12" fmla="*/ 0 w 50"/>
                <a:gd name="T13" fmla="*/ 36 h 36"/>
                <a:gd name="T14" fmla="*/ 17 w 50"/>
                <a:gd name="T15" fmla="*/ 29 h 36"/>
                <a:gd name="T16" fmla="*/ 32 w 50"/>
                <a:gd name="T17"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6">
                  <a:moveTo>
                    <a:pt x="32" y="11"/>
                  </a:moveTo>
                  <a:cubicBezTo>
                    <a:pt x="36" y="7"/>
                    <a:pt x="40" y="5"/>
                    <a:pt x="44" y="3"/>
                  </a:cubicBezTo>
                  <a:cubicBezTo>
                    <a:pt x="45" y="3"/>
                    <a:pt x="48" y="1"/>
                    <a:pt x="50" y="1"/>
                  </a:cubicBezTo>
                  <a:cubicBezTo>
                    <a:pt x="43" y="1"/>
                    <a:pt x="36" y="0"/>
                    <a:pt x="30" y="3"/>
                  </a:cubicBezTo>
                  <a:cubicBezTo>
                    <a:pt x="24" y="5"/>
                    <a:pt x="20" y="9"/>
                    <a:pt x="16" y="14"/>
                  </a:cubicBezTo>
                  <a:cubicBezTo>
                    <a:pt x="14" y="17"/>
                    <a:pt x="12" y="20"/>
                    <a:pt x="10" y="24"/>
                  </a:cubicBezTo>
                  <a:cubicBezTo>
                    <a:pt x="8" y="28"/>
                    <a:pt x="5" y="34"/>
                    <a:pt x="0" y="36"/>
                  </a:cubicBezTo>
                  <a:cubicBezTo>
                    <a:pt x="6" y="35"/>
                    <a:pt x="12" y="32"/>
                    <a:pt x="17" y="29"/>
                  </a:cubicBezTo>
                  <a:cubicBezTo>
                    <a:pt x="23" y="24"/>
                    <a:pt x="27" y="17"/>
                    <a:pt x="32"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8" name="Freeform 160"/>
            <p:cNvSpPr>
              <a:spLocks/>
            </p:cNvSpPr>
            <p:nvPr/>
          </p:nvSpPr>
          <p:spPr bwMode="auto">
            <a:xfrm>
              <a:off x="2638425" y="4660900"/>
              <a:ext cx="244475" cy="165100"/>
            </a:xfrm>
            <a:custGeom>
              <a:avLst/>
              <a:gdLst>
                <a:gd name="T0" fmla="*/ 42 w 65"/>
                <a:gd name="T1" fmla="*/ 5 h 44"/>
                <a:gd name="T2" fmla="*/ 26 w 65"/>
                <a:gd name="T3" fmla="*/ 19 h 44"/>
                <a:gd name="T4" fmla="*/ 14 w 65"/>
                <a:gd name="T5" fmla="*/ 32 h 44"/>
                <a:gd name="T6" fmla="*/ 0 w 65"/>
                <a:gd name="T7" fmla="*/ 38 h 44"/>
                <a:gd name="T8" fmla="*/ 35 w 65"/>
                <a:gd name="T9" fmla="*/ 37 h 44"/>
                <a:gd name="T10" fmla="*/ 55 w 65"/>
                <a:gd name="T11" fmla="*/ 11 h 44"/>
                <a:gd name="T12" fmla="*/ 62 w 65"/>
                <a:gd name="T13" fmla="*/ 3 h 44"/>
                <a:gd name="T14" fmla="*/ 65 w 65"/>
                <a:gd name="T15" fmla="*/ 1 h 44"/>
                <a:gd name="T16" fmla="*/ 42 w 65"/>
                <a:gd name="T17"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44">
                  <a:moveTo>
                    <a:pt x="42" y="5"/>
                  </a:moveTo>
                  <a:cubicBezTo>
                    <a:pt x="35" y="9"/>
                    <a:pt x="31" y="13"/>
                    <a:pt x="26" y="19"/>
                  </a:cubicBezTo>
                  <a:cubicBezTo>
                    <a:pt x="23" y="24"/>
                    <a:pt x="19" y="29"/>
                    <a:pt x="14" y="32"/>
                  </a:cubicBezTo>
                  <a:cubicBezTo>
                    <a:pt x="10" y="34"/>
                    <a:pt x="4" y="37"/>
                    <a:pt x="0" y="38"/>
                  </a:cubicBezTo>
                  <a:cubicBezTo>
                    <a:pt x="11" y="44"/>
                    <a:pt x="25" y="44"/>
                    <a:pt x="35" y="37"/>
                  </a:cubicBezTo>
                  <a:cubicBezTo>
                    <a:pt x="45" y="31"/>
                    <a:pt x="49" y="21"/>
                    <a:pt x="55" y="11"/>
                  </a:cubicBezTo>
                  <a:cubicBezTo>
                    <a:pt x="57" y="8"/>
                    <a:pt x="59" y="6"/>
                    <a:pt x="62" y="3"/>
                  </a:cubicBezTo>
                  <a:cubicBezTo>
                    <a:pt x="62" y="3"/>
                    <a:pt x="64" y="1"/>
                    <a:pt x="65" y="1"/>
                  </a:cubicBezTo>
                  <a:cubicBezTo>
                    <a:pt x="57" y="0"/>
                    <a:pt x="49" y="1"/>
                    <a:pt x="42" y="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09" name="Freeform 161"/>
            <p:cNvSpPr>
              <a:spLocks/>
            </p:cNvSpPr>
            <p:nvPr/>
          </p:nvSpPr>
          <p:spPr bwMode="auto">
            <a:xfrm>
              <a:off x="2624138" y="4518025"/>
              <a:ext cx="161925" cy="115888"/>
            </a:xfrm>
            <a:custGeom>
              <a:avLst/>
              <a:gdLst>
                <a:gd name="T0" fmla="*/ 14 w 43"/>
                <a:gd name="T1" fmla="*/ 12 h 31"/>
                <a:gd name="T2" fmla="*/ 9 w 43"/>
                <a:gd name="T3" fmla="*/ 20 h 31"/>
                <a:gd name="T4" fmla="*/ 0 w 43"/>
                <a:gd name="T5" fmla="*/ 31 h 31"/>
                <a:gd name="T6" fmla="*/ 15 w 43"/>
                <a:gd name="T7" fmla="*/ 24 h 31"/>
                <a:gd name="T8" fmla="*/ 28 w 43"/>
                <a:gd name="T9" fmla="*/ 9 h 31"/>
                <a:gd name="T10" fmla="*/ 38 w 43"/>
                <a:gd name="T11" fmla="*/ 3 h 31"/>
                <a:gd name="T12" fmla="*/ 43 w 43"/>
                <a:gd name="T13" fmla="*/ 1 h 31"/>
                <a:gd name="T14" fmla="*/ 26 w 43"/>
                <a:gd name="T15" fmla="*/ 2 h 31"/>
                <a:gd name="T16" fmla="*/ 14 w 43"/>
                <a:gd name="T17"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1">
                  <a:moveTo>
                    <a:pt x="14" y="12"/>
                  </a:moveTo>
                  <a:cubicBezTo>
                    <a:pt x="12" y="15"/>
                    <a:pt x="11" y="17"/>
                    <a:pt x="9" y="20"/>
                  </a:cubicBezTo>
                  <a:cubicBezTo>
                    <a:pt x="7" y="24"/>
                    <a:pt x="5" y="29"/>
                    <a:pt x="0" y="31"/>
                  </a:cubicBezTo>
                  <a:cubicBezTo>
                    <a:pt x="6" y="30"/>
                    <a:pt x="11" y="28"/>
                    <a:pt x="15" y="24"/>
                  </a:cubicBezTo>
                  <a:cubicBezTo>
                    <a:pt x="20" y="20"/>
                    <a:pt x="24" y="14"/>
                    <a:pt x="28" y="9"/>
                  </a:cubicBezTo>
                  <a:cubicBezTo>
                    <a:pt x="31" y="6"/>
                    <a:pt x="34" y="4"/>
                    <a:pt x="38" y="3"/>
                  </a:cubicBezTo>
                  <a:cubicBezTo>
                    <a:pt x="39" y="2"/>
                    <a:pt x="42" y="1"/>
                    <a:pt x="43" y="1"/>
                  </a:cubicBezTo>
                  <a:cubicBezTo>
                    <a:pt x="37" y="0"/>
                    <a:pt x="31" y="0"/>
                    <a:pt x="26" y="2"/>
                  </a:cubicBezTo>
                  <a:cubicBezTo>
                    <a:pt x="21" y="4"/>
                    <a:pt x="17" y="8"/>
                    <a:pt x="14"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0" name="Freeform 162"/>
            <p:cNvSpPr>
              <a:spLocks/>
            </p:cNvSpPr>
            <p:nvPr/>
          </p:nvSpPr>
          <p:spPr bwMode="auto">
            <a:xfrm>
              <a:off x="2638425" y="4521200"/>
              <a:ext cx="211138" cy="142875"/>
            </a:xfrm>
            <a:custGeom>
              <a:avLst/>
              <a:gdLst>
                <a:gd name="T0" fmla="*/ 53 w 56"/>
                <a:gd name="T1" fmla="*/ 3 h 38"/>
                <a:gd name="T2" fmla="*/ 56 w 56"/>
                <a:gd name="T3" fmla="*/ 1 h 38"/>
                <a:gd name="T4" fmla="*/ 36 w 56"/>
                <a:gd name="T5" fmla="*/ 4 h 38"/>
                <a:gd name="T6" fmla="*/ 22 w 56"/>
                <a:gd name="T7" fmla="*/ 17 h 38"/>
                <a:gd name="T8" fmla="*/ 12 w 56"/>
                <a:gd name="T9" fmla="*/ 27 h 38"/>
                <a:gd name="T10" fmla="*/ 0 w 56"/>
                <a:gd name="T11" fmla="*/ 32 h 38"/>
                <a:gd name="T12" fmla="*/ 30 w 56"/>
                <a:gd name="T13" fmla="*/ 32 h 38"/>
                <a:gd name="T14" fmla="*/ 47 w 56"/>
                <a:gd name="T15" fmla="*/ 10 h 38"/>
                <a:gd name="T16" fmla="*/ 53 w 56"/>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8">
                  <a:moveTo>
                    <a:pt x="53" y="3"/>
                  </a:moveTo>
                  <a:cubicBezTo>
                    <a:pt x="53" y="2"/>
                    <a:pt x="55" y="1"/>
                    <a:pt x="56" y="1"/>
                  </a:cubicBezTo>
                  <a:cubicBezTo>
                    <a:pt x="49" y="0"/>
                    <a:pt x="42" y="1"/>
                    <a:pt x="36" y="4"/>
                  </a:cubicBezTo>
                  <a:cubicBezTo>
                    <a:pt x="30" y="7"/>
                    <a:pt x="26" y="11"/>
                    <a:pt x="22" y="17"/>
                  </a:cubicBezTo>
                  <a:cubicBezTo>
                    <a:pt x="19" y="20"/>
                    <a:pt x="16" y="25"/>
                    <a:pt x="12" y="27"/>
                  </a:cubicBezTo>
                  <a:cubicBezTo>
                    <a:pt x="8" y="29"/>
                    <a:pt x="4" y="32"/>
                    <a:pt x="0" y="32"/>
                  </a:cubicBezTo>
                  <a:cubicBezTo>
                    <a:pt x="9" y="38"/>
                    <a:pt x="21" y="38"/>
                    <a:pt x="30" y="32"/>
                  </a:cubicBezTo>
                  <a:cubicBezTo>
                    <a:pt x="39" y="27"/>
                    <a:pt x="42" y="18"/>
                    <a:pt x="47" y="10"/>
                  </a:cubicBezTo>
                  <a:cubicBezTo>
                    <a:pt x="48" y="7"/>
                    <a:pt x="50" y="5"/>
                    <a:pt x="53"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1" name="Freeform 163"/>
            <p:cNvSpPr>
              <a:spLocks/>
            </p:cNvSpPr>
            <p:nvPr/>
          </p:nvSpPr>
          <p:spPr bwMode="auto">
            <a:xfrm>
              <a:off x="2417763" y="4656138"/>
              <a:ext cx="187325" cy="134938"/>
            </a:xfrm>
            <a:custGeom>
              <a:avLst/>
              <a:gdLst>
                <a:gd name="T0" fmla="*/ 18 w 50"/>
                <a:gd name="T1" fmla="*/ 11 h 36"/>
                <a:gd name="T2" fmla="*/ 33 w 50"/>
                <a:gd name="T3" fmla="*/ 29 h 36"/>
                <a:gd name="T4" fmla="*/ 50 w 50"/>
                <a:gd name="T5" fmla="*/ 36 h 36"/>
                <a:gd name="T6" fmla="*/ 40 w 50"/>
                <a:gd name="T7" fmla="*/ 24 h 36"/>
                <a:gd name="T8" fmla="*/ 34 w 50"/>
                <a:gd name="T9" fmla="*/ 14 h 36"/>
                <a:gd name="T10" fmla="*/ 21 w 50"/>
                <a:gd name="T11" fmla="*/ 3 h 36"/>
                <a:gd name="T12" fmla="*/ 0 w 50"/>
                <a:gd name="T13" fmla="*/ 1 h 36"/>
                <a:gd name="T14" fmla="*/ 6 w 50"/>
                <a:gd name="T15" fmla="*/ 3 h 36"/>
                <a:gd name="T16" fmla="*/ 18 w 50"/>
                <a:gd name="T17"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6">
                  <a:moveTo>
                    <a:pt x="18" y="11"/>
                  </a:moveTo>
                  <a:cubicBezTo>
                    <a:pt x="23" y="17"/>
                    <a:pt x="27" y="24"/>
                    <a:pt x="33" y="29"/>
                  </a:cubicBezTo>
                  <a:cubicBezTo>
                    <a:pt x="38" y="32"/>
                    <a:pt x="44" y="35"/>
                    <a:pt x="50" y="36"/>
                  </a:cubicBezTo>
                  <a:cubicBezTo>
                    <a:pt x="45" y="34"/>
                    <a:pt x="42" y="28"/>
                    <a:pt x="40" y="24"/>
                  </a:cubicBezTo>
                  <a:cubicBezTo>
                    <a:pt x="38" y="20"/>
                    <a:pt x="37" y="17"/>
                    <a:pt x="34" y="14"/>
                  </a:cubicBezTo>
                  <a:cubicBezTo>
                    <a:pt x="31" y="9"/>
                    <a:pt x="26" y="5"/>
                    <a:pt x="21" y="3"/>
                  </a:cubicBezTo>
                  <a:cubicBezTo>
                    <a:pt x="14" y="0"/>
                    <a:pt x="7" y="1"/>
                    <a:pt x="0" y="1"/>
                  </a:cubicBezTo>
                  <a:cubicBezTo>
                    <a:pt x="2" y="1"/>
                    <a:pt x="5" y="3"/>
                    <a:pt x="6" y="3"/>
                  </a:cubicBezTo>
                  <a:cubicBezTo>
                    <a:pt x="11" y="5"/>
                    <a:pt x="15" y="7"/>
                    <a:pt x="18"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2" name="Freeform 164"/>
            <p:cNvSpPr>
              <a:spLocks/>
            </p:cNvSpPr>
            <p:nvPr/>
          </p:nvSpPr>
          <p:spPr bwMode="auto">
            <a:xfrm>
              <a:off x="2346325" y="4660900"/>
              <a:ext cx="244475" cy="165100"/>
            </a:xfrm>
            <a:custGeom>
              <a:avLst/>
              <a:gdLst>
                <a:gd name="T0" fmla="*/ 10 w 65"/>
                <a:gd name="T1" fmla="*/ 11 h 44"/>
                <a:gd name="T2" fmla="*/ 30 w 65"/>
                <a:gd name="T3" fmla="*/ 37 h 44"/>
                <a:gd name="T4" fmla="*/ 65 w 65"/>
                <a:gd name="T5" fmla="*/ 38 h 44"/>
                <a:gd name="T6" fmla="*/ 52 w 65"/>
                <a:gd name="T7" fmla="*/ 32 h 44"/>
                <a:gd name="T8" fmla="*/ 39 w 65"/>
                <a:gd name="T9" fmla="*/ 19 h 44"/>
                <a:gd name="T10" fmla="*/ 23 w 65"/>
                <a:gd name="T11" fmla="*/ 5 h 44"/>
                <a:gd name="T12" fmla="*/ 0 w 65"/>
                <a:gd name="T13" fmla="*/ 1 h 44"/>
                <a:gd name="T14" fmla="*/ 4 w 65"/>
                <a:gd name="T15" fmla="*/ 3 h 44"/>
                <a:gd name="T16" fmla="*/ 10 w 65"/>
                <a:gd name="T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44">
                  <a:moveTo>
                    <a:pt x="10" y="11"/>
                  </a:moveTo>
                  <a:cubicBezTo>
                    <a:pt x="16" y="21"/>
                    <a:pt x="20" y="31"/>
                    <a:pt x="30" y="37"/>
                  </a:cubicBezTo>
                  <a:cubicBezTo>
                    <a:pt x="41" y="44"/>
                    <a:pt x="55" y="44"/>
                    <a:pt x="65" y="38"/>
                  </a:cubicBezTo>
                  <a:cubicBezTo>
                    <a:pt x="61" y="37"/>
                    <a:pt x="55" y="34"/>
                    <a:pt x="52" y="32"/>
                  </a:cubicBezTo>
                  <a:cubicBezTo>
                    <a:pt x="47" y="29"/>
                    <a:pt x="43" y="24"/>
                    <a:pt x="39" y="19"/>
                  </a:cubicBezTo>
                  <a:cubicBezTo>
                    <a:pt x="35" y="13"/>
                    <a:pt x="30" y="9"/>
                    <a:pt x="23" y="5"/>
                  </a:cubicBezTo>
                  <a:cubicBezTo>
                    <a:pt x="16" y="1"/>
                    <a:pt x="8" y="0"/>
                    <a:pt x="0" y="1"/>
                  </a:cubicBezTo>
                  <a:cubicBezTo>
                    <a:pt x="1" y="1"/>
                    <a:pt x="3" y="3"/>
                    <a:pt x="4" y="3"/>
                  </a:cubicBezTo>
                  <a:cubicBezTo>
                    <a:pt x="6" y="6"/>
                    <a:pt x="9" y="8"/>
                    <a:pt x="10" y="1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3" name="Freeform 165"/>
            <p:cNvSpPr>
              <a:spLocks/>
            </p:cNvSpPr>
            <p:nvPr/>
          </p:nvSpPr>
          <p:spPr bwMode="auto">
            <a:xfrm>
              <a:off x="2443163" y="4518025"/>
              <a:ext cx="161925" cy="115888"/>
            </a:xfrm>
            <a:custGeom>
              <a:avLst/>
              <a:gdLst>
                <a:gd name="T0" fmla="*/ 18 w 43"/>
                <a:gd name="T1" fmla="*/ 2 h 31"/>
                <a:gd name="T2" fmla="*/ 0 w 43"/>
                <a:gd name="T3" fmla="*/ 1 h 31"/>
                <a:gd name="T4" fmla="*/ 5 w 43"/>
                <a:gd name="T5" fmla="*/ 3 h 31"/>
                <a:gd name="T6" fmla="*/ 15 w 43"/>
                <a:gd name="T7" fmla="*/ 9 h 31"/>
                <a:gd name="T8" fmla="*/ 28 w 43"/>
                <a:gd name="T9" fmla="*/ 24 h 31"/>
                <a:gd name="T10" fmla="*/ 43 w 43"/>
                <a:gd name="T11" fmla="*/ 31 h 31"/>
                <a:gd name="T12" fmla="*/ 34 w 43"/>
                <a:gd name="T13" fmla="*/ 20 h 31"/>
                <a:gd name="T14" fmla="*/ 29 w 43"/>
                <a:gd name="T15" fmla="*/ 12 h 31"/>
                <a:gd name="T16" fmla="*/ 18 w 43"/>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1">
                  <a:moveTo>
                    <a:pt x="18" y="2"/>
                  </a:moveTo>
                  <a:cubicBezTo>
                    <a:pt x="12" y="0"/>
                    <a:pt x="6" y="0"/>
                    <a:pt x="0" y="1"/>
                  </a:cubicBezTo>
                  <a:cubicBezTo>
                    <a:pt x="2" y="1"/>
                    <a:pt x="4" y="2"/>
                    <a:pt x="5" y="3"/>
                  </a:cubicBezTo>
                  <a:cubicBezTo>
                    <a:pt x="9" y="4"/>
                    <a:pt x="12" y="6"/>
                    <a:pt x="15" y="9"/>
                  </a:cubicBezTo>
                  <a:cubicBezTo>
                    <a:pt x="20" y="14"/>
                    <a:pt x="23" y="20"/>
                    <a:pt x="28" y="24"/>
                  </a:cubicBezTo>
                  <a:cubicBezTo>
                    <a:pt x="32" y="28"/>
                    <a:pt x="38" y="30"/>
                    <a:pt x="43" y="31"/>
                  </a:cubicBezTo>
                  <a:cubicBezTo>
                    <a:pt x="39" y="29"/>
                    <a:pt x="36" y="24"/>
                    <a:pt x="34" y="20"/>
                  </a:cubicBezTo>
                  <a:cubicBezTo>
                    <a:pt x="33" y="17"/>
                    <a:pt x="31" y="15"/>
                    <a:pt x="29" y="12"/>
                  </a:cubicBezTo>
                  <a:cubicBezTo>
                    <a:pt x="26" y="8"/>
                    <a:pt x="22" y="4"/>
                    <a:pt x="18"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4" name="Freeform 166"/>
            <p:cNvSpPr>
              <a:spLocks/>
            </p:cNvSpPr>
            <p:nvPr/>
          </p:nvSpPr>
          <p:spPr bwMode="auto">
            <a:xfrm>
              <a:off x="2382838" y="4521200"/>
              <a:ext cx="211138" cy="142875"/>
            </a:xfrm>
            <a:custGeom>
              <a:avLst/>
              <a:gdLst>
                <a:gd name="T0" fmla="*/ 0 w 56"/>
                <a:gd name="T1" fmla="*/ 1 h 38"/>
                <a:gd name="T2" fmla="*/ 3 w 56"/>
                <a:gd name="T3" fmla="*/ 3 h 38"/>
                <a:gd name="T4" fmla="*/ 8 w 56"/>
                <a:gd name="T5" fmla="*/ 10 h 38"/>
                <a:gd name="T6" fmla="*/ 25 w 56"/>
                <a:gd name="T7" fmla="*/ 32 h 38"/>
                <a:gd name="T8" fmla="*/ 56 w 56"/>
                <a:gd name="T9" fmla="*/ 32 h 38"/>
                <a:gd name="T10" fmla="*/ 44 w 56"/>
                <a:gd name="T11" fmla="*/ 27 h 38"/>
                <a:gd name="T12" fmla="*/ 33 w 56"/>
                <a:gd name="T13" fmla="*/ 17 h 38"/>
                <a:gd name="T14" fmla="*/ 19 w 56"/>
                <a:gd name="T15" fmla="*/ 4 h 38"/>
                <a:gd name="T16" fmla="*/ 0 w 56"/>
                <a:gd name="T1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8">
                  <a:moveTo>
                    <a:pt x="0" y="1"/>
                  </a:moveTo>
                  <a:cubicBezTo>
                    <a:pt x="1" y="1"/>
                    <a:pt x="2" y="2"/>
                    <a:pt x="3" y="3"/>
                  </a:cubicBezTo>
                  <a:cubicBezTo>
                    <a:pt x="5" y="5"/>
                    <a:pt x="7" y="7"/>
                    <a:pt x="8" y="10"/>
                  </a:cubicBezTo>
                  <a:cubicBezTo>
                    <a:pt x="13" y="18"/>
                    <a:pt x="17" y="27"/>
                    <a:pt x="25" y="32"/>
                  </a:cubicBezTo>
                  <a:cubicBezTo>
                    <a:pt x="34" y="38"/>
                    <a:pt x="46" y="38"/>
                    <a:pt x="56" y="32"/>
                  </a:cubicBezTo>
                  <a:cubicBezTo>
                    <a:pt x="52" y="32"/>
                    <a:pt x="47" y="29"/>
                    <a:pt x="44" y="27"/>
                  </a:cubicBezTo>
                  <a:cubicBezTo>
                    <a:pt x="40" y="25"/>
                    <a:pt x="36" y="20"/>
                    <a:pt x="33" y="17"/>
                  </a:cubicBezTo>
                  <a:cubicBezTo>
                    <a:pt x="29" y="11"/>
                    <a:pt x="25" y="7"/>
                    <a:pt x="19" y="4"/>
                  </a:cubicBezTo>
                  <a:cubicBezTo>
                    <a:pt x="13" y="1"/>
                    <a:pt x="6" y="0"/>
                    <a:pt x="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5" name="Freeform 167"/>
            <p:cNvSpPr>
              <a:spLocks/>
            </p:cNvSpPr>
            <p:nvPr/>
          </p:nvSpPr>
          <p:spPr bwMode="auto">
            <a:xfrm>
              <a:off x="2613025" y="4419600"/>
              <a:ext cx="85725" cy="180975"/>
            </a:xfrm>
            <a:custGeom>
              <a:avLst/>
              <a:gdLst>
                <a:gd name="T0" fmla="*/ 15 w 23"/>
                <a:gd name="T1" fmla="*/ 16 h 48"/>
                <a:gd name="T2" fmla="*/ 3 w 23"/>
                <a:gd name="T3" fmla="*/ 32 h 48"/>
                <a:gd name="T4" fmla="*/ 0 w 23"/>
                <a:gd name="T5" fmla="*/ 48 h 48"/>
                <a:gd name="T6" fmla="*/ 8 w 23"/>
                <a:gd name="T7" fmla="*/ 37 h 48"/>
                <a:gd name="T8" fmla="*/ 16 w 23"/>
                <a:gd name="T9" fmla="*/ 31 h 48"/>
                <a:gd name="T10" fmla="*/ 23 w 23"/>
                <a:gd name="T11" fmla="*/ 17 h 48"/>
                <a:gd name="T12" fmla="*/ 20 w 23"/>
                <a:gd name="T13" fmla="*/ 0 h 48"/>
                <a:gd name="T14" fmla="*/ 19 w 23"/>
                <a:gd name="T15" fmla="*/ 5 h 48"/>
                <a:gd name="T16" fmla="*/ 15 w 23"/>
                <a:gd name="T17"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8">
                  <a:moveTo>
                    <a:pt x="15" y="16"/>
                  </a:moveTo>
                  <a:cubicBezTo>
                    <a:pt x="11" y="22"/>
                    <a:pt x="6" y="26"/>
                    <a:pt x="3" y="32"/>
                  </a:cubicBezTo>
                  <a:cubicBezTo>
                    <a:pt x="1" y="37"/>
                    <a:pt x="0" y="43"/>
                    <a:pt x="0" y="48"/>
                  </a:cubicBezTo>
                  <a:cubicBezTo>
                    <a:pt x="1" y="44"/>
                    <a:pt x="5" y="40"/>
                    <a:pt x="8" y="37"/>
                  </a:cubicBezTo>
                  <a:cubicBezTo>
                    <a:pt x="11" y="35"/>
                    <a:pt x="14" y="33"/>
                    <a:pt x="16" y="31"/>
                  </a:cubicBezTo>
                  <a:cubicBezTo>
                    <a:pt x="19" y="27"/>
                    <a:pt x="22" y="22"/>
                    <a:pt x="23" y="17"/>
                  </a:cubicBezTo>
                  <a:cubicBezTo>
                    <a:pt x="23" y="11"/>
                    <a:pt x="22" y="5"/>
                    <a:pt x="20" y="0"/>
                  </a:cubicBezTo>
                  <a:cubicBezTo>
                    <a:pt x="20" y="1"/>
                    <a:pt x="20" y="4"/>
                    <a:pt x="19" y="5"/>
                  </a:cubicBezTo>
                  <a:cubicBezTo>
                    <a:pt x="19" y="9"/>
                    <a:pt x="17" y="13"/>
                    <a:pt x="15" y="1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6" name="Freeform 168"/>
            <p:cNvSpPr>
              <a:spLocks/>
            </p:cNvSpPr>
            <p:nvPr/>
          </p:nvSpPr>
          <p:spPr bwMode="auto">
            <a:xfrm>
              <a:off x="2563813" y="4359275"/>
              <a:ext cx="115888" cy="233363"/>
            </a:xfrm>
            <a:custGeom>
              <a:avLst/>
              <a:gdLst>
                <a:gd name="T0" fmla="*/ 10 w 31"/>
                <a:gd name="T1" fmla="*/ 62 h 62"/>
                <a:gd name="T2" fmla="*/ 12 w 31"/>
                <a:gd name="T3" fmla="*/ 49 h 62"/>
                <a:gd name="T4" fmla="*/ 20 w 31"/>
                <a:gd name="T5" fmla="*/ 37 h 62"/>
                <a:gd name="T6" fmla="*/ 29 w 31"/>
                <a:gd name="T7" fmla="*/ 20 h 62"/>
                <a:gd name="T8" fmla="*/ 28 w 31"/>
                <a:gd name="T9" fmla="*/ 0 h 62"/>
                <a:gd name="T10" fmla="*/ 27 w 31"/>
                <a:gd name="T11" fmla="*/ 4 h 62"/>
                <a:gd name="T12" fmla="*/ 21 w 31"/>
                <a:gd name="T13" fmla="*/ 11 h 62"/>
                <a:gd name="T14" fmla="*/ 3 w 31"/>
                <a:gd name="T15" fmla="*/ 32 h 62"/>
                <a:gd name="T16" fmla="*/ 10 w 31"/>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62">
                  <a:moveTo>
                    <a:pt x="10" y="62"/>
                  </a:moveTo>
                  <a:cubicBezTo>
                    <a:pt x="9" y="58"/>
                    <a:pt x="10" y="53"/>
                    <a:pt x="12" y="49"/>
                  </a:cubicBezTo>
                  <a:cubicBezTo>
                    <a:pt x="13" y="45"/>
                    <a:pt x="17" y="40"/>
                    <a:pt x="20" y="37"/>
                  </a:cubicBezTo>
                  <a:cubicBezTo>
                    <a:pt x="24" y="31"/>
                    <a:pt x="27" y="27"/>
                    <a:pt x="29" y="20"/>
                  </a:cubicBezTo>
                  <a:cubicBezTo>
                    <a:pt x="31" y="14"/>
                    <a:pt x="30" y="7"/>
                    <a:pt x="28" y="0"/>
                  </a:cubicBezTo>
                  <a:cubicBezTo>
                    <a:pt x="28" y="1"/>
                    <a:pt x="27" y="3"/>
                    <a:pt x="27" y="4"/>
                  </a:cubicBezTo>
                  <a:cubicBezTo>
                    <a:pt x="25" y="6"/>
                    <a:pt x="23" y="9"/>
                    <a:pt x="21" y="11"/>
                  </a:cubicBezTo>
                  <a:cubicBezTo>
                    <a:pt x="14" y="18"/>
                    <a:pt x="6" y="23"/>
                    <a:pt x="3" y="32"/>
                  </a:cubicBezTo>
                  <a:cubicBezTo>
                    <a:pt x="0" y="42"/>
                    <a:pt x="2" y="54"/>
                    <a:pt x="10" y="6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7" name="Freeform 169"/>
            <p:cNvSpPr>
              <a:spLocks/>
            </p:cNvSpPr>
            <p:nvPr/>
          </p:nvSpPr>
          <p:spPr bwMode="auto">
            <a:xfrm>
              <a:off x="6665913" y="3668713"/>
              <a:ext cx="277813" cy="450850"/>
            </a:xfrm>
            <a:custGeom>
              <a:avLst/>
              <a:gdLst>
                <a:gd name="T0" fmla="*/ 175 w 175"/>
                <a:gd name="T1" fmla="*/ 166 h 284"/>
                <a:gd name="T2" fmla="*/ 175 w 175"/>
                <a:gd name="T3" fmla="*/ 0 h 284"/>
                <a:gd name="T4" fmla="*/ 88 w 175"/>
                <a:gd name="T5" fmla="*/ 0 h 284"/>
                <a:gd name="T6" fmla="*/ 0 w 175"/>
                <a:gd name="T7" fmla="*/ 227 h 284"/>
                <a:gd name="T8" fmla="*/ 128 w 175"/>
                <a:gd name="T9" fmla="*/ 284 h 284"/>
                <a:gd name="T10" fmla="*/ 175 w 175"/>
                <a:gd name="T11" fmla="*/ 166 h 284"/>
              </a:gdLst>
              <a:ahLst/>
              <a:cxnLst>
                <a:cxn ang="0">
                  <a:pos x="T0" y="T1"/>
                </a:cxn>
                <a:cxn ang="0">
                  <a:pos x="T2" y="T3"/>
                </a:cxn>
                <a:cxn ang="0">
                  <a:pos x="T4" y="T5"/>
                </a:cxn>
                <a:cxn ang="0">
                  <a:pos x="T6" y="T7"/>
                </a:cxn>
                <a:cxn ang="0">
                  <a:pos x="T8" y="T9"/>
                </a:cxn>
                <a:cxn ang="0">
                  <a:pos x="T10" y="T11"/>
                </a:cxn>
              </a:cxnLst>
              <a:rect l="0" t="0" r="r" b="b"/>
              <a:pathLst>
                <a:path w="175" h="284">
                  <a:moveTo>
                    <a:pt x="175" y="166"/>
                  </a:moveTo>
                  <a:lnTo>
                    <a:pt x="175" y="0"/>
                  </a:lnTo>
                  <a:lnTo>
                    <a:pt x="88" y="0"/>
                  </a:lnTo>
                  <a:lnTo>
                    <a:pt x="0" y="227"/>
                  </a:lnTo>
                  <a:lnTo>
                    <a:pt x="128" y="284"/>
                  </a:lnTo>
                  <a:lnTo>
                    <a:pt x="175" y="16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8" name="Freeform 170"/>
            <p:cNvSpPr>
              <a:spLocks/>
            </p:cNvSpPr>
            <p:nvPr/>
          </p:nvSpPr>
          <p:spPr bwMode="auto">
            <a:xfrm>
              <a:off x="6959600" y="3668713"/>
              <a:ext cx="52388" cy="142875"/>
            </a:xfrm>
            <a:custGeom>
              <a:avLst/>
              <a:gdLst>
                <a:gd name="T0" fmla="*/ 0 w 14"/>
                <a:gd name="T1" fmla="*/ 38 h 38"/>
                <a:gd name="T2" fmla="*/ 14 w 14"/>
                <a:gd name="T3" fmla="*/ 2 h 38"/>
                <a:gd name="T4" fmla="*/ 14 w 14"/>
                <a:gd name="T5" fmla="*/ 0 h 38"/>
                <a:gd name="T6" fmla="*/ 0 w 14"/>
                <a:gd name="T7" fmla="*/ 0 h 38"/>
                <a:gd name="T8" fmla="*/ 0 w 14"/>
                <a:gd name="T9" fmla="*/ 38 h 38"/>
              </a:gdLst>
              <a:ahLst/>
              <a:cxnLst>
                <a:cxn ang="0">
                  <a:pos x="T0" y="T1"/>
                </a:cxn>
                <a:cxn ang="0">
                  <a:pos x="T2" y="T3"/>
                </a:cxn>
                <a:cxn ang="0">
                  <a:pos x="T4" y="T5"/>
                </a:cxn>
                <a:cxn ang="0">
                  <a:pos x="T6" y="T7"/>
                </a:cxn>
                <a:cxn ang="0">
                  <a:pos x="T8" y="T9"/>
                </a:cxn>
              </a:cxnLst>
              <a:rect l="0" t="0" r="r" b="b"/>
              <a:pathLst>
                <a:path w="14" h="38">
                  <a:moveTo>
                    <a:pt x="0" y="38"/>
                  </a:moveTo>
                  <a:cubicBezTo>
                    <a:pt x="13" y="31"/>
                    <a:pt x="14" y="14"/>
                    <a:pt x="14" y="2"/>
                  </a:cubicBezTo>
                  <a:cubicBezTo>
                    <a:pt x="14" y="1"/>
                    <a:pt x="14" y="1"/>
                    <a:pt x="14" y="0"/>
                  </a:cubicBezTo>
                  <a:cubicBezTo>
                    <a:pt x="0" y="0"/>
                    <a:pt x="0" y="0"/>
                    <a:pt x="0" y="0"/>
                  </a:cubicBezTo>
                  <a:lnTo>
                    <a:pt x="0"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19" name="Freeform 171"/>
            <p:cNvSpPr>
              <a:spLocks/>
            </p:cNvSpPr>
            <p:nvPr/>
          </p:nvSpPr>
          <p:spPr bwMode="auto">
            <a:xfrm>
              <a:off x="6959600" y="3668713"/>
              <a:ext cx="277813" cy="450850"/>
            </a:xfrm>
            <a:custGeom>
              <a:avLst/>
              <a:gdLst>
                <a:gd name="T0" fmla="*/ 18 w 74"/>
                <a:gd name="T1" fmla="*/ 0 h 120"/>
                <a:gd name="T2" fmla="*/ 18 w 74"/>
                <a:gd name="T3" fmla="*/ 2 h 120"/>
                <a:gd name="T4" fmla="*/ 0 w 74"/>
                <a:gd name="T5" fmla="*/ 43 h 120"/>
                <a:gd name="T6" fmla="*/ 0 w 74"/>
                <a:gd name="T7" fmla="*/ 70 h 120"/>
                <a:gd name="T8" fmla="*/ 21 w 74"/>
                <a:gd name="T9" fmla="*/ 120 h 120"/>
                <a:gd name="T10" fmla="*/ 74 w 74"/>
                <a:gd name="T11" fmla="*/ 96 h 120"/>
                <a:gd name="T12" fmla="*/ 37 w 74"/>
                <a:gd name="T13" fmla="*/ 0 h 120"/>
                <a:gd name="T14" fmla="*/ 18 w 74"/>
                <a:gd name="T15" fmla="*/ 0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20">
                  <a:moveTo>
                    <a:pt x="18" y="0"/>
                  </a:moveTo>
                  <a:cubicBezTo>
                    <a:pt x="18" y="1"/>
                    <a:pt x="18" y="1"/>
                    <a:pt x="18" y="2"/>
                  </a:cubicBezTo>
                  <a:cubicBezTo>
                    <a:pt x="18" y="17"/>
                    <a:pt x="16" y="36"/>
                    <a:pt x="0" y="43"/>
                  </a:cubicBezTo>
                  <a:cubicBezTo>
                    <a:pt x="0" y="70"/>
                    <a:pt x="0" y="70"/>
                    <a:pt x="0" y="70"/>
                  </a:cubicBezTo>
                  <a:cubicBezTo>
                    <a:pt x="21" y="120"/>
                    <a:pt x="21" y="120"/>
                    <a:pt x="21" y="120"/>
                  </a:cubicBezTo>
                  <a:cubicBezTo>
                    <a:pt x="74" y="96"/>
                    <a:pt x="74" y="96"/>
                    <a:pt x="74" y="96"/>
                  </a:cubicBezTo>
                  <a:cubicBezTo>
                    <a:pt x="37" y="0"/>
                    <a:pt x="37" y="0"/>
                    <a:pt x="37" y="0"/>
                  </a:cubicBezTo>
                  <a:lnTo>
                    <a:pt x="1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0" name="Freeform 172"/>
            <p:cNvSpPr>
              <a:spLocks/>
            </p:cNvSpPr>
            <p:nvPr/>
          </p:nvSpPr>
          <p:spPr bwMode="auto">
            <a:xfrm>
              <a:off x="6805613" y="3619500"/>
              <a:ext cx="292100" cy="38100"/>
            </a:xfrm>
            <a:custGeom>
              <a:avLst/>
              <a:gdLst>
                <a:gd name="T0" fmla="*/ 184 w 184"/>
                <a:gd name="T1" fmla="*/ 0 h 24"/>
                <a:gd name="T2" fmla="*/ 0 w 184"/>
                <a:gd name="T3" fmla="*/ 0 h 24"/>
                <a:gd name="T4" fmla="*/ 0 w 184"/>
                <a:gd name="T5" fmla="*/ 24 h 24"/>
                <a:gd name="T6" fmla="*/ 87 w 184"/>
                <a:gd name="T7" fmla="*/ 24 h 24"/>
                <a:gd name="T8" fmla="*/ 97 w 184"/>
                <a:gd name="T9" fmla="*/ 24 h 24"/>
                <a:gd name="T10" fmla="*/ 184 w 184"/>
                <a:gd name="T11" fmla="*/ 24 h 24"/>
                <a:gd name="T12" fmla="*/ 184 w 18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84" h="24">
                  <a:moveTo>
                    <a:pt x="184" y="0"/>
                  </a:moveTo>
                  <a:lnTo>
                    <a:pt x="0" y="0"/>
                  </a:lnTo>
                  <a:lnTo>
                    <a:pt x="0" y="24"/>
                  </a:lnTo>
                  <a:lnTo>
                    <a:pt x="87" y="24"/>
                  </a:lnTo>
                  <a:lnTo>
                    <a:pt x="97" y="24"/>
                  </a:lnTo>
                  <a:lnTo>
                    <a:pt x="184" y="24"/>
                  </a:lnTo>
                  <a:lnTo>
                    <a:pt x="18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1" name="Freeform 173"/>
            <p:cNvSpPr>
              <a:spLocks noEditPoints="1"/>
            </p:cNvSpPr>
            <p:nvPr/>
          </p:nvSpPr>
          <p:spPr bwMode="auto">
            <a:xfrm>
              <a:off x="5749925" y="4540250"/>
              <a:ext cx="390525" cy="307975"/>
            </a:xfrm>
            <a:custGeom>
              <a:avLst/>
              <a:gdLst>
                <a:gd name="T0" fmla="*/ 94 w 104"/>
                <a:gd name="T1" fmla="*/ 18 h 82"/>
                <a:gd name="T2" fmla="*/ 84 w 104"/>
                <a:gd name="T3" fmla="*/ 19 h 82"/>
                <a:gd name="T4" fmla="*/ 84 w 104"/>
                <a:gd name="T5" fmla="*/ 23 h 82"/>
                <a:gd name="T6" fmla="*/ 95 w 104"/>
                <a:gd name="T7" fmla="*/ 46 h 82"/>
                <a:gd name="T8" fmla="*/ 95 w 104"/>
                <a:gd name="T9" fmla="*/ 57 h 82"/>
                <a:gd name="T10" fmla="*/ 84 w 104"/>
                <a:gd name="T11" fmla="*/ 82 h 82"/>
                <a:gd name="T12" fmla="*/ 104 w 104"/>
                <a:gd name="T13" fmla="*/ 77 h 82"/>
                <a:gd name="T14" fmla="*/ 104 w 104"/>
                <a:gd name="T15" fmla="*/ 30 h 82"/>
                <a:gd name="T16" fmla="*/ 84 w 104"/>
                <a:gd name="T17" fmla="*/ 0 h 82"/>
                <a:gd name="T18" fmla="*/ 52 w 104"/>
                <a:gd name="T19" fmla="*/ 7 h 82"/>
                <a:gd name="T20" fmla="*/ 84 w 104"/>
                <a:gd name="T21" fmla="*/ 19 h 82"/>
                <a:gd name="T22" fmla="*/ 52 w 104"/>
                <a:gd name="T23" fmla="*/ 65 h 82"/>
                <a:gd name="T24" fmla="*/ 79 w 104"/>
                <a:gd name="T25" fmla="*/ 77 h 82"/>
                <a:gd name="T26" fmla="*/ 84 w 104"/>
                <a:gd name="T27" fmla="*/ 82 h 82"/>
                <a:gd name="T28" fmla="*/ 74 w 104"/>
                <a:gd name="T29" fmla="*/ 57 h 82"/>
                <a:gd name="T30" fmla="*/ 84 w 104"/>
                <a:gd name="T31" fmla="*/ 46 h 82"/>
                <a:gd name="T32" fmla="*/ 52 w 104"/>
                <a:gd name="T33" fmla="*/ 23 h 82"/>
                <a:gd name="T34" fmla="*/ 52 w 104"/>
                <a:gd name="T35" fmla="*/ 0 h 82"/>
                <a:gd name="T36" fmla="*/ 20 w 104"/>
                <a:gd name="T37" fmla="*/ 1 h 82"/>
                <a:gd name="T38" fmla="*/ 26 w 104"/>
                <a:gd name="T39" fmla="*/ 7 h 82"/>
                <a:gd name="T40" fmla="*/ 52 w 104"/>
                <a:gd name="T41" fmla="*/ 7 h 82"/>
                <a:gd name="T42" fmla="*/ 20 w 104"/>
                <a:gd name="T43" fmla="*/ 82 h 82"/>
                <a:gd name="T44" fmla="*/ 25 w 104"/>
                <a:gd name="T45" fmla="*/ 77 h 82"/>
                <a:gd name="T46" fmla="*/ 52 w 104"/>
                <a:gd name="T47" fmla="*/ 65 h 82"/>
                <a:gd name="T48" fmla="*/ 20 w 104"/>
                <a:gd name="T49" fmla="*/ 23 h 82"/>
                <a:gd name="T50" fmla="*/ 30 w 104"/>
                <a:gd name="T51" fmla="*/ 46 h 82"/>
                <a:gd name="T52" fmla="*/ 30 w 104"/>
                <a:gd name="T53" fmla="*/ 57 h 82"/>
                <a:gd name="T54" fmla="*/ 20 w 104"/>
                <a:gd name="T55" fmla="*/ 82 h 82"/>
                <a:gd name="T56" fmla="*/ 11 w 104"/>
                <a:gd name="T57" fmla="*/ 18 h 82"/>
                <a:gd name="T58" fmla="*/ 0 w 104"/>
                <a:gd name="T59" fmla="*/ 63 h 82"/>
                <a:gd name="T60" fmla="*/ 0 w 104"/>
                <a:gd name="T61" fmla="*/ 77 h 82"/>
                <a:gd name="T62" fmla="*/ 20 w 104"/>
                <a:gd name="T63" fmla="*/ 82 h 82"/>
                <a:gd name="T64" fmla="*/ 10 w 104"/>
                <a:gd name="T65" fmla="*/ 57 h 82"/>
                <a:gd name="T66" fmla="*/ 20 w 104"/>
                <a:gd name="T67" fmla="*/ 46 h 82"/>
                <a:gd name="T68" fmla="*/ 18 w 104"/>
                <a:gd name="T69" fmla="*/ 23 h 82"/>
                <a:gd name="T70" fmla="*/ 20 w 104"/>
                <a:gd name="T71"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82">
                  <a:moveTo>
                    <a:pt x="104" y="30"/>
                  </a:moveTo>
                  <a:cubicBezTo>
                    <a:pt x="94" y="18"/>
                    <a:pt x="94" y="18"/>
                    <a:pt x="94" y="18"/>
                  </a:cubicBezTo>
                  <a:cubicBezTo>
                    <a:pt x="84" y="1"/>
                    <a:pt x="84" y="1"/>
                    <a:pt x="84" y="1"/>
                  </a:cubicBezTo>
                  <a:cubicBezTo>
                    <a:pt x="84" y="19"/>
                    <a:pt x="84" y="19"/>
                    <a:pt x="84" y="19"/>
                  </a:cubicBezTo>
                  <a:cubicBezTo>
                    <a:pt x="87" y="23"/>
                    <a:pt x="87" y="23"/>
                    <a:pt x="87" y="23"/>
                  </a:cubicBezTo>
                  <a:cubicBezTo>
                    <a:pt x="84" y="23"/>
                    <a:pt x="84" y="23"/>
                    <a:pt x="84" y="23"/>
                  </a:cubicBezTo>
                  <a:cubicBezTo>
                    <a:pt x="84" y="46"/>
                    <a:pt x="84" y="46"/>
                    <a:pt x="84" y="46"/>
                  </a:cubicBezTo>
                  <a:cubicBezTo>
                    <a:pt x="95" y="46"/>
                    <a:pt x="95" y="46"/>
                    <a:pt x="95" y="46"/>
                  </a:cubicBezTo>
                  <a:cubicBezTo>
                    <a:pt x="95" y="57"/>
                    <a:pt x="95" y="57"/>
                    <a:pt x="95" y="57"/>
                  </a:cubicBezTo>
                  <a:cubicBezTo>
                    <a:pt x="95" y="57"/>
                    <a:pt x="95" y="57"/>
                    <a:pt x="95" y="57"/>
                  </a:cubicBezTo>
                  <a:cubicBezTo>
                    <a:pt x="84" y="57"/>
                    <a:pt x="84" y="57"/>
                    <a:pt x="84" y="57"/>
                  </a:cubicBezTo>
                  <a:cubicBezTo>
                    <a:pt x="84" y="82"/>
                    <a:pt x="84" y="82"/>
                    <a:pt x="84" y="82"/>
                  </a:cubicBezTo>
                  <a:cubicBezTo>
                    <a:pt x="99" y="82"/>
                    <a:pt x="99" y="82"/>
                    <a:pt x="99" y="82"/>
                  </a:cubicBezTo>
                  <a:cubicBezTo>
                    <a:pt x="102" y="82"/>
                    <a:pt x="104" y="80"/>
                    <a:pt x="104" y="77"/>
                  </a:cubicBezTo>
                  <a:cubicBezTo>
                    <a:pt x="104" y="65"/>
                    <a:pt x="104" y="65"/>
                    <a:pt x="104" y="65"/>
                  </a:cubicBezTo>
                  <a:lnTo>
                    <a:pt x="104" y="30"/>
                  </a:lnTo>
                  <a:close/>
                  <a:moveTo>
                    <a:pt x="84" y="1"/>
                  </a:moveTo>
                  <a:cubicBezTo>
                    <a:pt x="84" y="0"/>
                    <a:pt x="84" y="0"/>
                    <a:pt x="84" y="0"/>
                  </a:cubicBezTo>
                  <a:cubicBezTo>
                    <a:pt x="52" y="0"/>
                    <a:pt x="52" y="0"/>
                    <a:pt x="52" y="0"/>
                  </a:cubicBezTo>
                  <a:cubicBezTo>
                    <a:pt x="52" y="7"/>
                    <a:pt x="52" y="7"/>
                    <a:pt x="52" y="7"/>
                  </a:cubicBezTo>
                  <a:cubicBezTo>
                    <a:pt x="78" y="7"/>
                    <a:pt x="78" y="7"/>
                    <a:pt x="78" y="7"/>
                  </a:cubicBezTo>
                  <a:cubicBezTo>
                    <a:pt x="84" y="19"/>
                    <a:pt x="84" y="19"/>
                    <a:pt x="84" y="19"/>
                  </a:cubicBezTo>
                  <a:cubicBezTo>
                    <a:pt x="84" y="1"/>
                    <a:pt x="84" y="1"/>
                    <a:pt x="84" y="1"/>
                  </a:cubicBezTo>
                  <a:close/>
                  <a:moveTo>
                    <a:pt x="52" y="65"/>
                  </a:moveTo>
                  <a:cubicBezTo>
                    <a:pt x="79" y="65"/>
                    <a:pt x="79" y="65"/>
                    <a:pt x="79" y="65"/>
                  </a:cubicBezTo>
                  <a:cubicBezTo>
                    <a:pt x="79" y="77"/>
                    <a:pt x="79" y="77"/>
                    <a:pt x="79" y="77"/>
                  </a:cubicBezTo>
                  <a:cubicBezTo>
                    <a:pt x="79" y="80"/>
                    <a:pt x="81" y="82"/>
                    <a:pt x="84" y="82"/>
                  </a:cubicBezTo>
                  <a:cubicBezTo>
                    <a:pt x="84" y="82"/>
                    <a:pt x="84" y="82"/>
                    <a:pt x="84" y="82"/>
                  </a:cubicBezTo>
                  <a:cubicBezTo>
                    <a:pt x="84" y="57"/>
                    <a:pt x="84" y="57"/>
                    <a:pt x="84" y="57"/>
                  </a:cubicBezTo>
                  <a:cubicBezTo>
                    <a:pt x="74" y="57"/>
                    <a:pt x="74" y="57"/>
                    <a:pt x="74" y="57"/>
                  </a:cubicBezTo>
                  <a:cubicBezTo>
                    <a:pt x="74" y="46"/>
                    <a:pt x="74" y="46"/>
                    <a:pt x="74" y="46"/>
                  </a:cubicBezTo>
                  <a:cubicBezTo>
                    <a:pt x="84" y="46"/>
                    <a:pt x="84" y="46"/>
                    <a:pt x="84" y="46"/>
                  </a:cubicBezTo>
                  <a:cubicBezTo>
                    <a:pt x="84" y="23"/>
                    <a:pt x="84" y="23"/>
                    <a:pt x="84" y="23"/>
                  </a:cubicBezTo>
                  <a:cubicBezTo>
                    <a:pt x="52" y="23"/>
                    <a:pt x="52" y="23"/>
                    <a:pt x="52" y="23"/>
                  </a:cubicBezTo>
                  <a:lnTo>
                    <a:pt x="52" y="65"/>
                  </a:lnTo>
                  <a:close/>
                  <a:moveTo>
                    <a:pt x="52" y="0"/>
                  </a:moveTo>
                  <a:cubicBezTo>
                    <a:pt x="21" y="0"/>
                    <a:pt x="21" y="0"/>
                    <a:pt x="21" y="0"/>
                  </a:cubicBezTo>
                  <a:cubicBezTo>
                    <a:pt x="20" y="1"/>
                    <a:pt x="20" y="1"/>
                    <a:pt x="20" y="1"/>
                  </a:cubicBezTo>
                  <a:cubicBezTo>
                    <a:pt x="20" y="19"/>
                    <a:pt x="20" y="19"/>
                    <a:pt x="20" y="19"/>
                  </a:cubicBezTo>
                  <a:cubicBezTo>
                    <a:pt x="26" y="7"/>
                    <a:pt x="26" y="7"/>
                    <a:pt x="26" y="7"/>
                  </a:cubicBezTo>
                  <a:cubicBezTo>
                    <a:pt x="26" y="7"/>
                    <a:pt x="26" y="7"/>
                    <a:pt x="26" y="7"/>
                  </a:cubicBezTo>
                  <a:cubicBezTo>
                    <a:pt x="52" y="7"/>
                    <a:pt x="52" y="7"/>
                    <a:pt x="52" y="7"/>
                  </a:cubicBezTo>
                  <a:cubicBezTo>
                    <a:pt x="52" y="0"/>
                    <a:pt x="52" y="0"/>
                    <a:pt x="52" y="0"/>
                  </a:cubicBezTo>
                  <a:close/>
                  <a:moveTo>
                    <a:pt x="20" y="82"/>
                  </a:moveTo>
                  <a:cubicBezTo>
                    <a:pt x="20" y="82"/>
                    <a:pt x="20" y="82"/>
                    <a:pt x="20" y="82"/>
                  </a:cubicBezTo>
                  <a:cubicBezTo>
                    <a:pt x="23" y="82"/>
                    <a:pt x="25" y="80"/>
                    <a:pt x="25" y="77"/>
                  </a:cubicBezTo>
                  <a:cubicBezTo>
                    <a:pt x="25" y="65"/>
                    <a:pt x="25" y="65"/>
                    <a:pt x="25" y="65"/>
                  </a:cubicBezTo>
                  <a:cubicBezTo>
                    <a:pt x="52" y="65"/>
                    <a:pt x="52" y="65"/>
                    <a:pt x="52" y="65"/>
                  </a:cubicBezTo>
                  <a:cubicBezTo>
                    <a:pt x="52" y="23"/>
                    <a:pt x="52" y="23"/>
                    <a:pt x="52" y="23"/>
                  </a:cubicBezTo>
                  <a:cubicBezTo>
                    <a:pt x="20" y="23"/>
                    <a:pt x="20" y="23"/>
                    <a:pt x="20" y="23"/>
                  </a:cubicBezTo>
                  <a:cubicBezTo>
                    <a:pt x="20" y="46"/>
                    <a:pt x="20" y="46"/>
                    <a:pt x="20" y="46"/>
                  </a:cubicBezTo>
                  <a:cubicBezTo>
                    <a:pt x="30" y="46"/>
                    <a:pt x="30" y="46"/>
                    <a:pt x="30" y="46"/>
                  </a:cubicBezTo>
                  <a:cubicBezTo>
                    <a:pt x="30" y="57"/>
                    <a:pt x="30" y="57"/>
                    <a:pt x="30" y="57"/>
                  </a:cubicBezTo>
                  <a:cubicBezTo>
                    <a:pt x="30" y="57"/>
                    <a:pt x="30" y="57"/>
                    <a:pt x="30" y="57"/>
                  </a:cubicBezTo>
                  <a:cubicBezTo>
                    <a:pt x="20" y="57"/>
                    <a:pt x="20" y="57"/>
                    <a:pt x="20" y="57"/>
                  </a:cubicBezTo>
                  <a:lnTo>
                    <a:pt x="20" y="82"/>
                  </a:lnTo>
                  <a:close/>
                  <a:moveTo>
                    <a:pt x="20" y="1"/>
                  </a:moveTo>
                  <a:cubicBezTo>
                    <a:pt x="11" y="18"/>
                    <a:pt x="11" y="18"/>
                    <a:pt x="11" y="18"/>
                  </a:cubicBezTo>
                  <a:cubicBezTo>
                    <a:pt x="0" y="30"/>
                    <a:pt x="0" y="30"/>
                    <a:pt x="0" y="30"/>
                  </a:cubicBezTo>
                  <a:cubicBezTo>
                    <a:pt x="0" y="63"/>
                    <a:pt x="0" y="63"/>
                    <a:pt x="0" y="63"/>
                  </a:cubicBezTo>
                  <a:cubicBezTo>
                    <a:pt x="0" y="65"/>
                    <a:pt x="0" y="65"/>
                    <a:pt x="0" y="65"/>
                  </a:cubicBezTo>
                  <a:cubicBezTo>
                    <a:pt x="0" y="77"/>
                    <a:pt x="0" y="77"/>
                    <a:pt x="0" y="77"/>
                  </a:cubicBezTo>
                  <a:cubicBezTo>
                    <a:pt x="0" y="80"/>
                    <a:pt x="3" y="82"/>
                    <a:pt x="5" y="82"/>
                  </a:cubicBezTo>
                  <a:cubicBezTo>
                    <a:pt x="20" y="82"/>
                    <a:pt x="20" y="82"/>
                    <a:pt x="20" y="82"/>
                  </a:cubicBezTo>
                  <a:cubicBezTo>
                    <a:pt x="20" y="57"/>
                    <a:pt x="20" y="57"/>
                    <a:pt x="20" y="57"/>
                  </a:cubicBezTo>
                  <a:cubicBezTo>
                    <a:pt x="10" y="57"/>
                    <a:pt x="10" y="57"/>
                    <a:pt x="10" y="57"/>
                  </a:cubicBezTo>
                  <a:cubicBezTo>
                    <a:pt x="10" y="46"/>
                    <a:pt x="10" y="46"/>
                    <a:pt x="10" y="46"/>
                  </a:cubicBezTo>
                  <a:cubicBezTo>
                    <a:pt x="20" y="46"/>
                    <a:pt x="20" y="46"/>
                    <a:pt x="20" y="46"/>
                  </a:cubicBezTo>
                  <a:cubicBezTo>
                    <a:pt x="20" y="23"/>
                    <a:pt x="20" y="23"/>
                    <a:pt x="20" y="23"/>
                  </a:cubicBezTo>
                  <a:cubicBezTo>
                    <a:pt x="18" y="23"/>
                    <a:pt x="18" y="23"/>
                    <a:pt x="18" y="23"/>
                  </a:cubicBezTo>
                  <a:cubicBezTo>
                    <a:pt x="20" y="19"/>
                    <a:pt x="20" y="19"/>
                    <a:pt x="20" y="19"/>
                  </a:cubicBezTo>
                  <a:lnTo>
                    <a:pt x="20"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2" name="Freeform 178"/>
            <p:cNvSpPr>
              <a:spLocks/>
            </p:cNvSpPr>
            <p:nvPr/>
          </p:nvSpPr>
          <p:spPr bwMode="auto">
            <a:xfrm>
              <a:off x="11985330" y="624681"/>
              <a:ext cx="225425" cy="161925"/>
            </a:xfrm>
            <a:custGeom>
              <a:avLst/>
              <a:gdLst>
                <a:gd name="T0" fmla="*/ 21 w 60"/>
                <a:gd name="T1" fmla="*/ 13 h 43"/>
                <a:gd name="T2" fmla="*/ 40 w 60"/>
                <a:gd name="T3" fmla="*/ 35 h 43"/>
                <a:gd name="T4" fmla="*/ 60 w 60"/>
                <a:gd name="T5" fmla="*/ 43 h 43"/>
                <a:gd name="T6" fmla="*/ 48 w 60"/>
                <a:gd name="T7" fmla="*/ 29 h 43"/>
                <a:gd name="T8" fmla="*/ 41 w 60"/>
                <a:gd name="T9" fmla="*/ 17 h 43"/>
                <a:gd name="T10" fmla="*/ 25 w 60"/>
                <a:gd name="T11" fmla="*/ 3 h 43"/>
                <a:gd name="T12" fmla="*/ 0 w 60"/>
                <a:gd name="T13" fmla="*/ 2 h 43"/>
                <a:gd name="T14" fmla="*/ 7 w 60"/>
                <a:gd name="T15" fmla="*/ 4 h 43"/>
                <a:gd name="T16" fmla="*/ 21 w 60"/>
                <a:gd name="T17"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43">
                  <a:moveTo>
                    <a:pt x="21" y="13"/>
                  </a:moveTo>
                  <a:cubicBezTo>
                    <a:pt x="28" y="20"/>
                    <a:pt x="32" y="29"/>
                    <a:pt x="40" y="35"/>
                  </a:cubicBezTo>
                  <a:cubicBezTo>
                    <a:pt x="45" y="39"/>
                    <a:pt x="53" y="42"/>
                    <a:pt x="60" y="43"/>
                  </a:cubicBezTo>
                  <a:cubicBezTo>
                    <a:pt x="54" y="41"/>
                    <a:pt x="51" y="34"/>
                    <a:pt x="48" y="29"/>
                  </a:cubicBezTo>
                  <a:cubicBezTo>
                    <a:pt x="46" y="25"/>
                    <a:pt x="44" y="21"/>
                    <a:pt x="41" y="17"/>
                  </a:cubicBezTo>
                  <a:cubicBezTo>
                    <a:pt x="37" y="11"/>
                    <a:pt x="31" y="6"/>
                    <a:pt x="25" y="3"/>
                  </a:cubicBezTo>
                  <a:cubicBezTo>
                    <a:pt x="17" y="0"/>
                    <a:pt x="8" y="1"/>
                    <a:pt x="0" y="2"/>
                  </a:cubicBezTo>
                  <a:cubicBezTo>
                    <a:pt x="2" y="1"/>
                    <a:pt x="6" y="3"/>
                    <a:pt x="7" y="4"/>
                  </a:cubicBezTo>
                  <a:cubicBezTo>
                    <a:pt x="12" y="6"/>
                    <a:pt x="17" y="9"/>
                    <a:pt x="21"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3" name="Freeform 179"/>
            <p:cNvSpPr>
              <a:spLocks/>
            </p:cNvSpPr>
            <p:nvPr/>
          </p:nvSpPr>
          <p:spPr bwMode="auto">
            <a:xfrm>
              <a:off x="11629232" y="652461"/>
              <a:ext cx="296863" cy="198438"/>
            </a:xfrm>
            <a:custGeom>
              <a:avLst/>
              <a:gdLst>
                <a:gd name="T0" fmla="*/ 12 w 79"/>
                <a:gd name="T1" fmla="*/ 13 h 53"/>
                <a:gd name="T2" fmla="*/ 36 w 79"/>
                <a:gd name="T3" fmla="*/ 44 h 53"/>
                <a:gd name="T4" fmla="*/ 79 w 79"/>
                <a:gd name="T5" fmla="*/ 45 h 53"/>
                <a:gd name="T6" fmla="*/ 62 w 79"/>
                <a:gd name="T7" fmla="*/ 38 h 53"/>
                <a:gd name="T8" fmla="*/ 47 w 79"/>
                <a:gd name="T9" fmla="*/ 23 h 53"/>
                <a:gd name="T10" fmla="*/ 28 w 79"/>
                <a:gd name="T11" fmla="*/ 5 h 53"/>
                <a:gd name="T12" fmla="*/ 0 w 79"/>
                <a:gd name="T13" fmla="*/ 0 h 53"/>
                <a:gd name="T14" fmla="*/ 4 w 79"/>
                <a:gd name="T15" fmla="*/ 3 h 53"/>
                <a:gd name="T16" fmla="*/ 12 w 79"/>
                <a:gd name="T17"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3">
                  <a:moveTo>
                    <a:pt x="12" y="13"/>
                  </a:moveTo>
                  <a:cubicBezTo>
                    <a:pt x="19" y="25"/>
                    <a:pt x="24" y="37"/>
                    <a:pt x="36" y="44"/>
                  </a:cubicBezTo>
                  <a:cubicBezTo>
                    <a:pt x="49" y="52"/>
                    <a:pt x="65" y="53"/>
                    <a:pt x="79" y="45"/>
                  </a:cubicBezTo>
                  <a:cubicBezTo>
                    <a:pt x="73" y="44"/>
                    <a:pt x="66" y="41"/>
                    <a:pt x="62" y="38"/>
                  </a:cubicBezTo>
                  <a:cubicBezTo>
                    <a:pt x="56" y="34"/>
                    <a:pt x="51" y="28"/>
                    <a:pt x="47" y="23"/>
                  </a:cubicBezTo>
                  <a:cubicBezTo>
                    <a:pt x="41" y="15"/>
                    <a:pt x="36" y="10"/>
                    <a:pt x="28" y="5"/>
                  </a:cubicBezTo>
                  <a:cubicBezTo>
                    <a:pt x="19" y="1"/>
                    <a:pt x="10" y="0"/>
                    <a:pt x="0" y="0"/>
                  </a:cubicBezTo>
                  <a:cubicBezTo>
                    <a:pt x="1" y="0"/>
                    <a:pt x="4" y="3"/>
                    <a:pt x="4" y="3"/>
                  </a:cubicBezTo>
                  <a:cubicBezTo>
                    <a:pt x="8" y="6"/>
                    <a:pt x="10" y="10"/>
                    <a:pt x="12"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4" name="Freeform 180"/>
            <p:cNvSpPr>
              <a:spLocks/>
            </p:cNvSpPr>
            <p:nvPr/>
          </p:nvSpPr>
          <p:spPr bwMode="auto">
            <a:xfrm>
              <a:off x="11777663" y="1027113"/>
              <a:ext cx="192087" cy="138113"/>
            </a:xfrm>
            <a:custGeom>
              <a:avLst/>
              <a:gdLst>
                <a:gd name="T0" fmla="*/ 20 w 51"/>
                <a:gd name="T1" fmla="*/ 2 h 37"/>
                <a:gd name="T2" fmla="*/ 0 w 51"/>
                <a:gd name="T3" fmla="*/ 1 h 37"/>
                <a:gd name="T4" fmla="*/ 6 w 51"/>
                <a:gd name="T5" fmla="*/ 3 h 37"/>
                <a:gd name="T6" fmla="*/ 17 w 51"/>
                <a:gd name="T7" fmla="*/ 11 h 37"/>
                <a:gd name="T8" fmla="*/ 33 w 51"/>
                <a:gd name="T9" fmla="*/ 29 h 37"/>
                <a:gd name="T10" fmla="*/ 51 w 51"/>
                <a:gd name="T11" fmla="*/ 37 h 37"/>
                <a:gd name="T12" fmla="*/ 40 w 51"/>
                <a:gd name="T13" fmla="*/ 24 h 37"/>
                <a:gd name="T14" fmla="*/ 34 w 51"/>
                <a:gd name="T15" fmla="*/ 14 h 37"/>
                <a:gd name="T16" fmla="*/ 20 w 51"/>
                <a:gd name="T1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7">
                  <a:moveTo>
                    <a:pt x="20" y="2"/>
                  </a:moveTo>
                  <a:cubicBezTo>
                    <a:pt x="14" y="0"/>
                    <a:pt x="6" y="0"/>
                    <a:pt x="0" y="1"/>
                  </a:cubicBezTo>
                  <a:cubicBezTo>
                    <a:pt x="1" y="1"/>
                    <a:pt x="4" y="2"/>
                    <a:pt x="6" y="3"/>
                  </a:cubicBezTo>
                  <a:cubicBezTo>
                    <a:pt x="10" y="5"/>
                    <a:pt x="14" y="7"/>
                    <a:pt x="17" y="11"/>
                  </a:cubicBezTo>
                  <a:cubicBezTo>
                    <a:pt x="23" y="17"/>
                    <a:pt x="27" y="24"/>
                    <a:pt x="33" y="29"/>
                  </a:cubicBezTo>
                  <a:cubicBezTo>
                    <a:pt x="38" y="33"/>
                    <a:pt x="44" y="36"/>
                    <a:pt x="51" y="37"/>
                  </a:cubicBezTo>
                  <a:cubicBezTo>
                    <a:pt x="46" y="35"/>
                    <a:pt x="43" y="29"/>
                    <a:pt x="40" y="24"/>
                  </a:cubicBezTo>
                  <a:cubicBezTo>
                    <a:pt x="38" y="21"/>
                    <a:pt x="37" y="17"/>
                    <a:pt x="34" y="14"/>
                  </a:cubicBezTo>
                  <a:cubicBezTo>
                    <a:pt x="31" y="9"/>
                    <a:pt x="26" y="5"/>
                    <a:pt x="20"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5" name="Freeform 181"/>
            <p:cNvSpPr>
              <a:spLocks/>
            </p:cNvSpPr>
            <p:nvPr/>
          </p:nvSpPr>
          <p:spPr bwMode="auto">
            <a:xfrm>
              <a:off x="12214212" y="458786"/>
              <a:ext cx="250825" cy="169864"/>
            </a:xfrm>
            <a:custGeom>
              <a:avLst/>
              <a:gdLst>
                <a:gd name="T0" fmla="*/ 0 w 67"/>
                <a:gd name="T1" fmla="*/ 1 h 45"/>
                <a:gd name="T2" fmla="*/ 3 w 67"/>
                <a:gd name="T3" fmla="*/ 3 h 45"/>
                <a:gd name="T4" fmla="*/ 10 w 67"/>
                <a:gd name="T5" fmla="*/ 12 h 45"/>
                <a:gd name="T6" fmla="*/ 30 w 67"/>
                <a:gd name="T7" fmla="*/ 38 h 45"/>
                <a:gd name="T8" fmla="*/ 67 w 67"/>
                <a:gd name="T9" fmla="*/ 39 h 45"/>
                <a:gd name="T10" fmla="*/ 52 w 67"/>
                <a:gd name="T11" fmla="*/ 33 h 45"/>
                <a:gd name="T12" fmla="*/ 40 w 67"/>
                <a:gd name="T13" fmla="*/ 20 h 45"/>
                <a:gd name="T14" fmla="*/ 23 w 67"/>
                <a:gd name="T15" fmla="*/ 5 h 45"/>
                <a:gd name="T16" fmla="*/ 0 w 67"/>
                <a:gd name="T1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45">
                  <a:moveTo>
                    <a:pt x="0" y="1"/>
                  </a:moveTo>
                  <a:cubicBezTo>
                    <a:pt x="1" y="1"/>
                    <a:pt x="3" y="3"/>
                    <a:pt x="3" y="3"/>
                  </a:cubicBezTo>
                  <a:cubicBezTo>
                    <a:pt x="6" y="6"/>
                    <a:pt x="8" y="9"/>
                    <a:pt x="10" y="12"/>
                  </a:cubicBezTo>
                  <a:cubicBezTo>
                    <a:pt x="16" y="22"/>
                    <a:pt x="20" y="32"/>
                    <a:pt x="30" y="38"/>
                  </a:cubicBezTo>
                  <a:cubicBezTo>
                    <a:pt x="41" y="45"/>
                    <a:pt x="55" y="45"/>
                    <a:pt x="67" y="39"/>
                  </a:cubicBezTo>
                  <a:cubicBezTo>
                    <a:pt x="62" y="38"/>
                    <a:pt x="56" y="35"/>
                    <a:pt x="52" y="33"/>
                  </a:cubicBezTo>
                  <a:cubicBezTo>
                    <a:pt x="47" y="30"/>
                    <a:pt x="43" y="24"/>
                    <a:pt x="40" y="20"/>
                  </a:cubicBezTo>
                  <a:cubicBezTo>
                    <a:pt x="35" y="14"/>
                    <a:pt x="30" y="9"/>
                    <a:pt x="23" y="5"/>
                  </a:cubicBezTo>
                  <a:cubicBezTo>
                    <a:pt x="16" y="1"/>
                    <a:pt x="8" y="0"/>
                    <a:pt x="0"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6" name="Freeform 182"/>
            <p:cNvSpPr>
              <a:spLocks/>
            </p:cNvSpPr>
            <p:nvPr/>
          </p:nvSpPr>
          <p:spPr bwMode="auto">
            <a:xfrm>
              <a:off x="12438048" y="212725"/>
              <a:ext cx="53976" cy="119064"/>
            </a:xfrm>
            <a:custGeom>
              <a:avLst/>
              <a:gdLst>
                <a:gd name="T0" fmla="*/ 14 w 14"/>
                <a:gd name="T1" fmla="*/ 0 h 32"/>
                <a:gd name="T2" fmla="*/ 4 w 14"/>
                <a:gd name="T3" fmla="*/ 13 h 32"/>
                <a:gd name="T4" fmla="*/ 1 w 14"/>
                <a:gd name="T5" fmla="*/ 32 h 32"/>
                <a:gd name="T6" fmla="*/ 10 w 14"/>
                <a:gd name="T7" fmla="*/ 19 h 32"/>
                <a:gd name="T8" fmla="*/ 14 w 14"/>
                <a:gd name="T9" fmla="*/ 16 h 32"/>
                <a:gd name="T10" fmla="*/ 14 w 14"/>
                <a:gd name="T11" fmla="*/ 0 h 32"/>
              </a:gdLst>
              <a:ahLst/>
              <a:cxnLst>
                <a:cxn ang="0">
                  <a:pos x="T0" y="T1"/>
                </a:cxn>
                <a:cxn ang="0">
                  <a:pos x="T2" y="T3"/>
                </a:cxn>
                <a:cxn ang="0">
                  <a:pos x="T4" y="T5"/>
                </a:cxn>
                <a:cxn ang="0">
                  <a:pos x="T6" y="T7"/>
                </a:cxn>
                <a:cxn ang="0">
                  <a:pos x="T8" y="T9"/>
                </a:cxn>
                <a:cxn ang="0">
                  <a:pos x="T10" y="T11"/>
                </a:cxn>
              </a:cxnLst>
              <a:rect l="0" t="0" r="r" b="b"/>
              <a:pathLst>
                <a:path w="14" h="32">
                  <a:moveTo>
                    <a:pt x="14" y="0"/>
                  </a:moveTo>
                  <a:cubicBezTo>
                    <a:pt x="10" y="4"/>
                    <a:pt x="7" y="8"/>
                    <a:pt x="4" y="13"/>
                  </a:cubicBezTo>
                  <a:cubicBezTo>
                    <a:pt x="1" y="19"/>
                    <a:pt x="0" y="26"/>
                    <a:pt x="1" y="32"/>
                  </a:cubicBezTo>
                  <a:cubicBezTo>
                    <a:pt x="1" y="27"/>
                    <a:pt x="7" y="22"/>
                    <a:pt x="10" y="19"/>
                  </a:cubicBezTo>
                  <a:cubicBezTo>
                    <a:pt x="12" y="18"/>
                    <a:pt x="13" y="17"/>
                    <a:pt x="14" y="16"/>
                  </a:cubicBezTo>
                  <a:lnTo>
                    <a:pt x="1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7" name="Freeform 183"/>
            <p:cNvSpPr>
              <a:spLocks/>
            </p:cNvSpPr>
            <p:nvPr/>
          </p:nvSpPr>
          <p:spPr bwMode="auto">
            <a:xfrm>
              <a:off x="12243565" y="47830"/>
              <a:ext cx="112713" cy="249238"/>
            </a:xfrm>
            <a:custGeom>
              <a:avLst/>
              <a:gdLst>
                <a:gd name="T0" fmla="*/ 12 w 30"/>
                <a:gd name="T1" fmla="*/ 66 h 66"/>
                <a:gd name="T2" fmla="*/ 15 w 30"/>
                <a:gd name="T3" fmla="*/ 50 h 66"/>
                <a:gd name="T4" fmla="*/ 25 w 30"/>
                <a:gd name="T5" fmla="*/ 35 h 66"/>
                <a:gd name="T6" fmla="*/ 30 w 30"/>
                <a:gd name="T7" fmla="*/ 28 h 66"/>
                <a:gd name="T8" fmla="*/ 30 w 30"/>
                <a:gd name="T9" fmla="*/ 0 h 66"/>
                <a:gd name="T10" fmla="*/ 26 w 30"/>
                <a:gd name="T11" fmla="*/ 4 h 66"/>
                <a:gd name="T12" fmla="*/ 4 w 30"/>
                <a:gd name="T13" fmla="*/ 30 h 66"/>
                <a:gd name="T14" fmla="*/ 12 w 30"/>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66">
                  <a:moveTo>
                    <a:pt x="12" y="66"/>
                  </a:moveTo>
                  <a:cubicBezTo>
                    <a:pt x="11" y="61"/>
                    <a:pt x="13" y="55"/>
                    <a:pt x="15" y="50"/>
                  </a:cubicBezTo>
                  <a:cubicBezTo>
                    <a:pt x="17" y="45"/>
                    <a:pt x="21" y="40"/>
                    <a:pt x="25" y="35"/>
                  </a:cubicBezTo>
                  <a:cubicBezTo>
                    <a:pt x="27" y="33"/>
                    <a:pt x="28" y="30"/>
                    <a:pt x="30" y="28"/>
                  </a:cubicBezTo>
                  <a:cubicBezTo>
                    <a:pt x="30" y="0"/>
                    <a:pt x="30" y="0"/>
                    <a:pt x="30" y="0"/>
                  </a:cubicBezTo>
                  <a:cubicBezTo>
                    <a:pt x="29" y="2"/>
                    <a:pt x="27" y="3"/>
                    <a:pt x="26" y="4"/>
                  </a:cubicBezTo>
                  <a:cubicBezTo>
                    <a:pt x="18" y="12"/>
                    <a:pt x="8" y="18"/>
                    <a:pt x="4" y="30"/>
                  </a:cubicBezTo>
                  <a:cubicBezTo>
                    <a:pt x="0" y="42"/>
                    <a:pt x="3" y="56"/>
                    <a:pt x="12" y="6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8" name="Freeform 184"/>
            <p:cNvSpPr>
              <a:spLocks/>
            </p:cNvSpPr>
            <p:nvPr/>
          </p:nvSpPr>
          <p:spPr bwMode="auto">
            <a:xfrm>
              <a:off x="3490913" y="4708525"/>
              <a:ext cx="307975" cy="277813"/>
            </a:xfrm>
            <a:custGeom>
              <a:avLst/>
              <a:gdLst>
                <a:gd name="T0" fmla="*/ 8 w 82"/>
                <a:gd name="T1" fmla="*/ 7 h 74"/>
                <a:gd name="T2" fmla="*/ 1 w 82"/>
                <a:gd name="T3" fmla="*/ 22 h 74"/>
                <a:gd name="T4" fmla="*/ 0 w 82"/>
                <a:gd name="T5" fmla="*/ 26 h 74"/>
                <a:gd name="T6" fmla="*/ 0 w 82"/>
                <a:gd name="T7" fmla="*/ 27 h 74"/>
                <a:gd name="T8" fmla="*/ 0 w 82"/>
                <a:gd name="T9" fmla="*/ 31 h 74"/>
                <a:gd name="T10" fmla="*/ 0 w 82"/>
                <a:gd name="T11" fmla="*/ 34 h 74"/>
                <a:gd name="T12" fmla="*/ 3 w 82"/>
                <a:gd name="T13" fmla="*/ 48 h 74"/>
                <a:gd name="T14" fmla="*/ 12 w 82"/>
                <a:gd name="T15" fmla="*/ 64 h 74"/>
                <a:gd name="T16" fmla="*/ 13 w 82"/>
                <a:gd name="T17" fmla="*/ 65 h 74"/>
                <a:gd name="T18" fmla="*/ 18 w 82"/>
                <a:gd name="T19" fmla="*/ 71 h 74"/>
                <a:gd name="T20" fmla="*/ 20 w 82"/>
                <a:gd name="T21" fmla="*/ 72 h 74"/>
                <a:gd name="T22" fmla="*/ 29 w 82"/>
                <a:gd name="T23" fmla="*/ 73 h 74"/>
                <a:gd name="T24" fmla="*/ 29 w 82"/>
                <a:gd name="T25" fmla="*/ 73 h 74"/>
                <a:gd name="T26" fmla="*/ 33 w 82"/>
                <a:gd name="T27" fmla="*/ 71 h 74"/>
                <a:gd name="T28" fmla="*/ 36 w 82"/>
                <a:gd name="T29" fmla="*/ 70 h 74"/>
                <a:gd name="T30" fmla="*/ 41 w 82"/>
                <a:gd name="T31" fmla="*/ 70 h 74"/>
                <a:gd name="T32" fmla="*/ 41 w 82"/>
                <a:gd name="T33" fmla="*/ 70 h 74"/>
                <a:gd name="T34" fmla="*/ 46 w 82"/>
                <a:gd name="T35" fmla="*/ 70 h 74"/>
                <a:gd name="T36" fmla="*/ 49 w 82"/>
                <a:gd name="T37" fmla="*/ 71 h 74"/>
                <a:gd name="T38" fmla="*/ 53 w 82"/>
                <a:gd name="T39" fmla="*/ 73 h 74"/>
                <a:gd name="T40" fmla="*/ 54 w 82"/>
                <a:gd name="T41" fmla="*/ 73 h 74"/>
                <a:gd name="T42" fmla="*/ 63 w 82"/>
                <a:gd name="T43" fmla="*/ 72 h 74"/>
                <a:gd name="T44" fmla="*/ 64 w 82"/>
                <a:gd name="T45" fmla="*/ 71 h 74"/>
                <a:gd name="T46" fmla="*/ 70 w 82"/>
                <a:gd name="T47" fmla="*/ 65 h 74"/>
                <a:gd name="T48" fmla="*/ 70 w 82"/>
                <a:gd name="T49" fmla="*/ 64 h 74"/>
                <a:gd name="T50" fmla="*/ 79 w 82"/>
                <a:gd name="T51" fmla="*/ 48 h 74"/>
                <a:gd name="T52" fmla="*/ 82 w 82"/>
                <a:gd name="T53" fmla="*/ 34 h 74"/>
                <a:gd name="T54" fmla="*/ 82 w 82"/>
                <a:gd name="T55" fmla="*/ 31 h 74"/>
                <a:gd name="T56" fmla="*/ 82 w 82"/>
                <a:gd name="T57" fmla="*/ 27 h 74"/>
                <a:gd name="T58" fmla="*/ 82 w 82"/>
                <a:gd name="T59" fmla="*/ 26 h 74"/>
                <a:gd name="T60" fmla="*/ 82 w 82"/>
                <a:gd name="T61" fmla="*/ 22 h 74"/>
                <a:gd name="T62" fmla="*/ 74 w 82"/>
                <a:gd name="T63" fmla="*/ 7 h 74"/>
                <a:gd name="T64" fmla="*/ 72 w 82"/>
                <a:gd name="T65" fmla="*/ 5 h 74"/>
                <a:gd name="T66" fmla="*/ 61 w 82"/>
                <a:gd name="T67" fmla="*/ 0 h 74"/>
                <a:gd name="T68" fmla="*/ 48 w 82"/>
                <a:gd name="T69" fmla="*/ 2 h 74"/>
                <a:gd name="T70" fmla="*/ 41 w 82"/>
                <a:gd name="T71" fmla="*/ 4 h 74"/>
                <a:gd name="T72" fmla="*/ 34 w 82"/>
                <a:gd name="T73" fmla="*/ 2 h 74"/>
                <a:gd name="T74" fmla="*/ 22 w 82"/>
                <a:gd name="T75" fmla="*/ 0 h 74"/>
                <a:gd name="T76" fmla="*/ 10 w 82"/>
                <a:gd name="T77" fmla="*/ 5 h 74"/>
                <a:gd name="T78" fmla="*/ 8 w 82"/>
                <a:gd name="T79"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74">
                  <a:moveTo>
                    <a:pt x="8" y="7"/>
                  </a:moveTo>
                  <a:cubicBezTo>
                    <a:pt x="4" y="11"/>
                    <a:pt x="2" y="16"/>
                    <a:pt x="1" y="22"/>
                  </a:cubicBezTo>
                  <a:cubicBezTo>
                    <a:pt x="0" y="24"/>
                    <a:pt x="0" y="25"/>
                    <a:pt x="0" y="26"/>
                  </a:cubicBezTo>
                  <a:cubicBezTo>
                    <a:pt x="0" y="27"/>
                    <a:pt x="0" y="27"/>
                    <a:pt x="0" y="27"/>
                  </a:cubicBezTo>
                  <a:cubicBezTo>
                    <a:pt x="0" y="28"/>
                    <a:pt x="0" y="30"/>
                    <a:pt x="0" y="31"/>
                  </a:cubicBezTo>
                  <a:cubicBezTo>
                    <a:pt x="0" y="32"/>
                    <a:pt x="0" y="33"/>
                    <a:pt x="0" y="34"/>
                  </a:cubicBezTo>
                  <a:cubicBezTo>
                    <a:pt x="1" y="39"/>
                    <a:pt x="2" y="43"/>
                    <a:pt x="3" y="48"/>
                  </a:cubicBezTo>
                  <a:cubicBezTo>
                    <a:pt x="5" y="54"/>
                    <a:pt x="8" y="59"/>
                    <a:pt x="12" y="64"/>
                  </a:cubicBezTo>
                  <a:cubicBezTo>
                    <a:pt x="12" y="64"/>
                    <a:pt x="12" y="65"/>
                    <a:pt x="13" y="65"/>
                  </a:cubicBezTo>
                  <a:cubicBezTo>
                    <a:pt x="14" y="67"/>
                    <a:pt x="16" y="69"/>
                    <a:pt x="18" y="71"/>
                  </a:cubicBezTo>
                  <a:cubicBezTo>
                    <a:pt x="19" y="71"/>
                    <a:pt x="19" y="71"/>
                    <a:pt x="20" y="72"/>
                  </a:cubicBezTo>
                  <a:cubicBezTo>
                    <a:pt x="22" y="74"/>
                    <a:pt x="25" y="74"/>
                    <a:pt x="29" y="73"/>
                  </a:cubicBezTo>
                  <a:cubicBezTo>
                    <a:pt x="29" y="73"/>
                    <a:pt x="29" y="73"/>
                    <a:pt x="29" y="73"/>
                  </a:cubicBezTo>
                  <a:cubicBezTo>
                    <a:pt x="30" y="72"/>
                    <a:pt x="32" y="72"/>
                    <a:pt x="33" y="71"/>
                  </a:cubicBezTo>
                  <a:cubicBezTo>
                    <a:pt x="34" y="71"/>
                    <a:pt x="35" y="71"/>
                    <a:pt x="36" y="70"/>
                  </a:cubicBezTo>
                  <a:cubicBezTo>
                    <a:pt x="38" y="70"/>
                    <a:pt x="41" y="70"/>
                    <a:pt x="41" y="70"/>
                  </a:cubicBezTo>
                  <a:cubicBezTo>
                    <a:pt x="41" y="70"/>
                    <a:pt x="41" y="70"/>
                    <a:pt x="41" y="70"/>
                  </a:cubicBezTo>
                  <a:cubicBezTo>
                    <a:pt x="43" y="70"/>
                    <a:pt x="45" y="70"/>
                    <a:pt x="46" y="70"/>
                  </a:cubicBezTo>
                  <a:cubicBezTo>
                    <a:pt x="47" y="71"/>
                    <a:pt x="48" y="71"/>
                    <a:pt x="49" y="71"/>
                  </a:cubicBezTo>
                  <a:cubicBezTo>
                    <a:pt x="51" y="72"/>
                    <a:pt x="52" y="72"/>
                    <a:pt x="53" y="73"/>
                  </a:cubicBezTo>
                  <a:cubicBezTo>
                    <a:pt x="54" y="73"/>
                    <a:pt x="54" y="73"/>
                    <a:pt x="54" y="73"/>
                  </a:cubicBezTo>
                  <a:cubicBezTo>
                    <a:pt x="57" y="74"/>
                    <a:pt x="60" y="74"/>
                    <a:pt x="63" y="72"/>
                  </a:cubicBezTo>
                  <a:cubicBezTo>
                    <a:pt x="63" y="71"/>
                    <a:pt x="64" y="71"/>
                    <a:pt x="64" y="71"/>
                  </a:cubicBezTo>
                  <a:cubicBezTo>
                    <a:pt x="66" y="69"/>
                    <a:pt x="68" y="67"/>
                    <a:pt x="70" y="65"/>
                  </a:cubicBezTo>
                  <a:cubicBezTo>
                    <a:pt x="70" y="65"/>
                    <a:pt x="70" y="64"/>
                    <a:pt x="70" y="64"/>
                  </a:cubicBezTo>
                  <a:cubicBezTo>
                    <a:pt x="74" y="59"/>
                    <a:pt x="77" y="54"/>
                    <a:pt x="79" y="48"/>
                  </a:cubicBezTo>
                  <a:cubicBezTo>
                    <a:pt x="81" y="43"/>
                    <a:pt x="82" y="39"/>
                    <a:pt x="82" y="34"/>
                  </a:cubicBezTo>
                  <a:cubicBezTo>
                    <a:pt x="82" y="33"/>
                    <a:pt x="82" y="32"/>
                    <a:pt x="82" y="31"/>
                  </a:cubicBezTo>
                  <a:cubicBezTo>
                    <a:pt x="82" y="30"/>
                    <a:pt x="82" y="28"/>
                    <a:pt x="82" y="27"/>
                  </a:cubicBezTo>
                  <a:cubicBezTo>
                    <a:pt x="82" y="27"/>
                    <a:pt x="82" y="27"/>
                    <a:pt x="82" y="26"/>
                  </a:cubicBezTo>
                  <a:cubicBezTo>
                    <a:pt x="82" y="25"/>
                    <a:pt x="82" y="24"/>
                    <a:pt x="82" y="22"/>
                  </a:cubicBezTo>
                  <a:cubicBezTo>
                    <a:pt x="81" y="16"/>
                    <a:pt x="78" y="11"/>
                    <a:pt x="74" y="7"/>
                  </a:cubicBezTo>
                  <a:cubicBezTo>
                    <a:pt x="73" y="6"/>
                    <a:pt x="73" y="6"/>
                    <a:pt x="72" y="5"/>
                  </a:cubicBezTo>
                  <a:cubicBezTo>
                    <a:pt x="69" y="2"/>
                    <a:pt x="65" y="1"/>
                    <a:pt x="61" y="0"/>
                  </a:cubicBezTo>
                  <a:cubicBezTo>
                    <a:pt x="56" y="0"/>
                    <a:pt x="52" y="0"/>
                    <a:pt x="48" y="2"/>
                  </a:cubicBezTo>
                  <a:cubicBezTo>
                    <a:pt x="46" y="3"/>
                    <a:pt x="41" y="4"/>
                    <a:pt x="41" y="4"/>
                  </a:cubicBezTo>
                  <a:cubicBezTo>
                    <a:pt x="41" y="4"/>
                    <a:pt x="37" y="3"/>
                    <a:pt x="34" y="2"/>
                  </a:cubicBezTo>
                  <a:cubicBezTo>
                    <a:pt x="30" y="0"/>
                    <a:pt x="26" y="0"/>
                    <a:pt x="22" y="0"/>
                  </a:cubicBezTo>
                  <a:cubicBezTo>
                    <a:pt x="17" y="1"/>
                    <a:pt x="13" y="2"/>
                    <a:pt x="10" y="5"/>
                  </a:cubicBezTo>
                  <a:cubicBezTo>
                    <a:pt x="9" y="6"/>
                    <a:pt x="9" y="6"/>
                    <a:pt x="8" y="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29" name="Freeform 185"/>
            <p:cNvSpPr>
              <a:spLocks/>
            </p:cNvSpPr>
            <p:nvPr/>
          </p:nvSpPr>
          <p:spPr bwMode="auto">
            <a:xfrm>
              <a:off x="3573463" y="4622800"/>
              <a:ext cx="71438" cy="82550"/>
            </a:xfrm>
            <a:custGeom>
              <a:avLst/>
              <a:gdLst>
                <a:gd name="T0" fmla="*/ 6 w 19"/>
                <a:gd name="T1" fmla="*/ 16 h 22"/>
                <a:gd name="T2" fmla="*/ 14 w 19"/>
                <a:gd name="T3" fmla="*/ 22 h 22"/>
                <a:gd name="T4" fmla="*/ 19 w 19"/>
                <a:gd name="T5" fmla="*/ 22 h 22"/>
                <a:gd name="T6" fmla="*/ 19 w 19"/>
                <a:gd name="T7" fmla="*/ 22 h 22"/>
                <a:gd name="T8" fmla="*/ 15 w 19"/>
                <a:gd name="T9" fmla="*/ 8 h 22"/>
                <a:gd name="T10" fmla="*/ 1 w 19"/>
                <a:gd name="T11" fmla="*/ 0 h 22"/>
                <a:gd name="T12" fmla="*/ 0 w 19"/>
                <a:gd name="T13" fmla="*/ 0 h 22"/>
                <a:gd name="T14" fmla="*/ 0 w 19"/>
                <a:gd name="T15" fmla="*/ 0 h 22"/>
                <a:gd name="T16" fmla="*/ 0 w 19"/>
                <a:gd name="T17" fmla="*/ 5 h 22"/>
                <a:gd name="T18" fmla="*/ 6 w 19"/>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2">
                  <a:moveTo>
                    <a:pt x="6" y="16"/>
                  </a:moveTo>
                  <a:cubicBezTo>
                    <a:pt x="8" y="19"/>
                    <a:pt x="11" y="21"/>
                    <a:pt x="14" y="22"/>
                  </a:cubicBezTo>
                  <a:cubicBezTo>
                    <a:pt x="15" y="22"/>
                    <a:pt x="17" y="22"/>
                    <a:pt x="19" y="22"/>
                  </a:cubicBezTo>
                  <a:cubicBezTo>
                    <a:pt x="19" y="22"/>
                    <a:pt x="19" y="22"/>
                    <a:pt x="19" y="22"/>
                  </a:cubicBezTo>
                  <a:cubicBezTo>
                    <a:pt x="19" y="17"/>
                    <a:pt x="18" y="12"/>
                    <a:pt x="15" y="8"/>
                  </a:cubicBezTo>
                  <a:cubicBezTo>
                    <a:pt x="11" y="4"/>
                    <a:pt x="7" y="1"/>
                    <a:pt x="1" y="0"/>
                  </a:cubicBezTo>
                  <a:cubicBezTo>
                    <a:pt x="1" y="0"/>
                    <a:pt x="1" y="0"/>
                    <a:pt x="0" y="0"/>
                  </a:cubicBezTo>
                  <a:cubicBezTo>
                    <a:pt x="0" y="0"/>
                    <a:pt x="0" y="0"/>
                    <a:pt x="0" y="0"/>
                  </a:cubicBezTo>
                  <a:cubicBezTo>
                    <a:pt x="0" y="2"/>
                    <a:pt x="0" y="3"/>
                    <a:pt x="0" y="5"/>
                  </a:cubicBezTo>
                  <a:cubicBezTo>
                    <a:pt x="1" y="10"/>
                    <a:pt x="3" y="13"/>
                    <a:pt x="6" y="1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0" name="Freeform 186"/>
            <p:cNvSpPr>
              <a:spLocks noEditPoints="1"/>
            </p:cNvSpPr>
            <p:nvPr/>
          </p:nvSpPr>
          <p:spPr bwMode="auto">
            <a:xfrm>
              <a:off x="1997075" y="749300"/>
              <a:ext cx="415925" cy="414338"/>
            </a:xfrm>
            <a:custGeom>
              <a:avLst/>
              <a:gdLst>
                <a:gd name="T0" fmla="*/ 56 w 111"/>
                <a:gd name="T1" fmla="*/ 110 h 110"/>
                <a:gd name="T2" fmla="*/ 111 w 111"/>
                <a:gd name="T3" fmla="*/ 55 h 110"/>
                <a:gd name="T4" fmla="*/ 56 w 111"/>
                <a:gd name="T5" fmla="*/ 0 h 110"/>
                <a:gd name="T6" fmla="*/ 56 w 111"/>
                <a:gd name="T7" fmla="*/ 0 h 110"/>
                <a:gd name="T8" fmla="*/ 56 w 111"/>
                <a:gd name="T9" fmla="*/ 39 h 110"/>
                <a:gd name="T10" fmla="*/ 84 w 111"/>
                <a:gd name="T11" fmla="*/ 27 h 110"/>
                <a:gd name="T12" fmla="*/ 67 w 111"/>
                <a:gd name="T13" fmla="*/ 66 h 110"/>
                <a:gd name="T14" fmla="*/ 56 w 111"/>
                <a:gd name="T15" fmla="*/ 71 h 110"/>
                <a:gd name="T16" fmla="*/ 56 w 111"/>
                <a:gd name="T17" fmla="*/ 110 h 110"/>
                <a:gd name="T18" fmla="*/ 56 w 111"/>
                <a:gd name="T19" fmla="*/ 0 h 110"/>
                <a:gd name="T20" fmla="*/ 0 w 111"/>
                <a:gd name="T21" fmla="*/ 55 h 110"/>
                <a:gd name="T22" fmla="*/ 56 w 111"/>
                <a:gd name="T23" fmla="*/ 110 h 110"/>
                <a:gd name="T24" fmla="*/ 56 w 111"/>
                <a:gd name="T25" fmla="*/ 71 h 110"/>
                <a:gd name="T26" fmla="*/ 27 w 111"/>
                <a:gd name="T27" fmla="*/ 83 h 110"/>
                <a:gd name="T28" fmla="*/ 45 w 111"/>
                <a:gd name="T29" fmla="*/ 44 h 110"/>
                <a:gd name="T30" fmla="*/ 45 w 111"/>
                <a:gd name="T31" fmla="*/ 44 h 110"/>
                <a:gd name="T32" fmla="*/ 56 w 111"/>
                <a:gd name="T33" fmla="*/ 39 h 110"/>
                <a:gd name="T34" fmla="*/ 56 w 111"/>
                <a:gd name="T3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110">
                  <a:moveTo>
                    <a:pt x="56" y="110"/>
                  </a:moveTo>
                  <a:cubicBezTo>
                    <a:pt x="86" y="110"/>
                    <a:pt x="111" y="85"/>
                    <a:pt x="111" y="55"/>
                  </a:cubicBezTo>
                  <a:cubicBezTo>
                    <a:pt x="111" y="24"/>
                    <a:pt x="86" y="0"/>
                    <a:pt x="56" y="0"/>
                  </a:cubicBezTo>
                  <a:cubicBezTo>
                    <a:pt x="56" y="0"/>
                    <a:pt x="56" y="0"/>
                    <a:pt x="56" y="0"/>
                  </a:cubicBezTo>
                  <a:cubicBezTo>
                    <a:pt x="56" y="39"/>
                    <a:pt x="56" y="39"/>
                    <a:pt x="56" y="39"/>
                  </a:cubicBezTo>
                  <a:cubicBezTo>
                    <a:pt x="84" y="27"/>
                    <a:pt x="84" y="27"/>
                    <a:pt x="84" y="27"/>
                  </a:cubicBezTo>
                  <a:cubicBezTo>
                    <a:pt x="67" y="66"/>
                    <a:pt x="67" y="66"/>
                    <a:pt x="67" y="66"/>
                  </a:cubicBezTo>
                  <a:cubicBezTo>
                    <a:pt x="56" y="71"/>
                    <a:pt x="56" y="71"/>
                    <a:pt x="56" y="71"/>
                  </a:cubicBezTo>
                  <a:cubicBezTo>
                    <a:pt x="56" y="110"/>
                    <a:pt x="56" y="110"/>
                    <a:pt x="56" y="110"/>
                  </a:cubicBezTo>
                  <a:close/>
                  <a:moveTo>
                    <a:pt x="56" y="0"/>
                  </a:moveTo>
                  <a:cubicBezTo>
                    <a:pt x="25" y="0"/>
                    <a:pt x="0" y="24"/>
                    <a:pt x="0" y="55"/>
                  </a:cubicBezTo>
                  <a:cubicBezTo>
                    <a:pt x="0" y="85"/>
                    <a:pt x="25" y="110"/>
                    <a:pt x="56" y="110"/>
                  </a:cubicBezTo>
                  <a:cubicBezTo>
                    <a:pt x="56" y="71"/>
                    <a:pt x="56" y="71"/>
                    <a:pt x="56" y="71"/>
                  </a:cubicBezTo>
                  <a:cubicBezTo>
                    <a:pt x="27" y="83"/>
                    <a:pt x="27" y="83"/>
                    <a:pt x="27" y="83"/>
                  </a:cubicBezTo>
                  <a:cubicBezTo>
                    <a:pt x="45" y="44"/>
                    <a:pt x="45" y="44"/>
                    <a:pt x="45" y="44"/>
                  </a:cubicBezTo>
                  <a:cubicBezTo>
                    <a:pt x="45" y="44"/>
                    <a:pt x="45" y="44"/>
                    <a:pt x="45" y="44"/>
                  </a:cubicBezTo>
                  <a:cubicBezTo>
                    <a:pt x="56" y="39"/>
                    <a:pt x="56" y="39"/>
                    <a:pt x="56" y="39"/>
                  </a:cubicBezTo>
                  <a:lnTo>
                    <a:pt x="5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1" name="Oval 187"/>
            <p:cNvSpPr>
              <a:spLocks noChangeArrowheads="1"/>
            </p:cNvSpPr>
            <p:nvPr/>
          </p:nvSpPr>
          <p:spPr bwMode="auto">
            <a:xfrm>
              <a:off x="2181225" y="930275"/>
              <a:ext cx="49213" cy="4921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2" name="Freeform 188"/>
            <p:cNvSpPr>
              <a:spLocks/>
            </p:cNvSpPr>
            <p:nvPr/>
          </p:nvSpPr>
          <p:spPr bwMode="auto">
            <a:xfrm>
              <a:off x="7515225" y="9525"/>
              <a:ext cx="330200" cy="115888"/>
            </a:xfrm>
            <a:custGeom>
              <a:avLst/>
              <a:gdLst>
                <a:gd name="T0" fmla="*/ 88 w 88"/>
                <a:gd name="T1" fmla="*/ 0 h 31"/>
                <a:gd name="T2" fmla="*/ 44 w 88"/>
                <a:gd name="T3" fmla="*/ 31 h 31"/>
                <a:gd name="T4" fmla="*/ 0 w 88"/>
                <a:gd name="T5" fmla="*/ 0 h 31"/>
                <a:gd name="T6" fmla="*/ 88 w 88"/>
                <a:gd name="T7" fmla="*/ 0 h 31"/>
              </a:gdLst>
              <a:ahLst/>
              <a:cxnLst>
                <a:cxn ang="0">
                  <a:pos x="T0" y="T1"/>
                </a:cxn>
                <a:cxn ang="0">
                  <a:pos x="T2" y="T3"/>
                </a:cxn>
                <a:cxn ang="0">
                  <a:pos x="T4" y="T5"/>
                </a:cxn>
                <a:cxn ang="0">
                  <a:pos x="T6" y="T7"/>
                </a:cxn>
              </a:cxnLst>
              <a:rect l="0" t="0" r="r" b="b"/>
              <a:pathLst>
                <a:path w="88" h="31">
                  <a:moveTo>
                    <a:pt x="88" y="0"/>
                  </a:moveTo>
                  <a:cubicBezTo>
                    <a:pt x="82" y="18"/>
                    <a:pt x="64" y="31"/>
                    <a:pt x="44" y="31"/>
                  </a:cubicBezTo>
                  <a:cubicBezTo>
                    <a:pt x="24" y="31"/>
                    <a:pt x="7" y="18"/>
                    <a:pt x="0" y="0"/>
                  </a:cubicBezTo>
                  <a:lnTo>
                    <a:pt x="8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3" name="Rectangle 189"/>
            <p:cNvSpPr>
              <a:spLocks noChangeArrowheads="1"/>
            </p:cNvSpPr>
            <p:nvPr/>
          </p:nvSpPr>
          <p:spPr bwMode="auto">
            <a:xfrm>
              <a:off x="7658100" y="149225"/>
              <a:ext cx="44450" cy="635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4" name="Freeform 190"/>
            <p:cNvSpPr>
              <a:spLocks/>
            </p:cNvSpPr>
            <p:nvPr/>
          </p:nvSpPr>
          <p:spPr bwMode="auto">
            <a:xfrm>
              <a:off x="7807325" y="73025"/>
              <a:ext cx="79375" cy="79375"/>
            </a:xfrm>
            <a:custGeom>
              <a:avLst/>
              <a:gdLst>
                <a:gd name="T0" fmla="*/ 22 w 50"/>
                <a:gd name="T1" fmla="*/ 0 h 50"/>
                <a:gd name="T2" fmla="*/ 50 w 50"/>
                <a:gd name="T3" fmla="*/ 29 h 50"/>
                <a:gd name="T4" fmla="*/ 29 w 50"/>
                <a:gd name="T5" fmla="*/ 50 h 50"/>
                <a:gd name="T6" fmla="*/ 0 w 50"/>
                <a:gd name="T7" fmla="*/ 22 h 50"/>
                <a:gd name="T8" fmla="*/ 22 w 50"/>
                <a:gd name="T9" fmla="*/ 0 h 50"/>
              </a:gdLst>
              <a:ahLst/>
              <a:cxnLst>
                <a:cxn ang="0">
                  <a:pos x="T0" y="T1"/>
                </a:cxn>
                <a:cxn ang="0">
                  <a:pos x="T2" y="T3"/>
                </a:cxn>
                <a:cxn ang="0">
                  <a:pos x="T4" y="T5"/>
                </a:cxn>
                <a:cxn ang="0">
                  <a:pos x="T6" y="T7"/>
                </a:cxn>
                <a:cxn ang="0">
                  <a:pos x="T8" y="T9"/>
                </a:cxn>
              </a:cxnLst>
              <a:rect l="0" t="0" r="r" b="b"/>
              <a:pathLst>
                <a:path w="50" h="50">
                  <a:moveTo>
                    <a:pt x="22" y="0"/>
                  </a:moveTo>
                  <a:lnTo>
                    <a:pt x="50" y="29"/>
                  </a:lnTo>
                  <a:lnTo>
                    <a:pt x="29" y="50"/>
                  </a:lnTo>
                  <a:lnTo>
                    <a:pt x="0" y="22"/>
                  </a:lnTo>
                  <a:lnTo>
                    <a:pt x="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5" name="Freeform 191"/>
            <p:cNvSpPr>
              <a:spLocks/>
            </p:cNvSpPr>
            <p:nvPr/>
          </p:nvSpPr>
          <p:spPr bwMode="auto">
            <a:xfrm>
              <a:off x="7477125" y="73025"/>
              <a:ext cx="74613" cy="79375"/>
            </a:xfrm>
            <a:custGeom>
              <a:avLst/>
              <a:gdLst>
                <a:gd name="T0" fmla="*/ 29 w 47"/>
                <a:gd name="T1" fmla="*/ 0 h 50"/>
                <a:gd name="T2" fmla="*/ 47 w 47"/>
                <a:gd name="T3" fmla="*/ 22 h 50"/>
                <a:gd name="T4" fmla="*/ 19 w 47"/>
                <a:gd name="T5" fmla="*/ 50 h 50"/>
                <a:gd name="T6" fmla="*/ 0 w 47"/>
                <a:gd name="T7" fmla="*/ 29 h 50"/>
                <a:gd name="T8" fmla="*/ 29 w 47"/>
                <a:gd name="T9" fmla="*/ 0 h 50"/>
              </a:gdLst>
              <a:ahLst/>
              <a:cxnLst>
                <a:cxn ang="0">
                  <a:pos x="T0" y="T1"/>
                </a:cxn>
                <a:cxn ang="0">
                  <a:pos x="T2" y="T3"/>
                </a:cxn>
                <a:cxn ang="0">
                  <a:pos x="T4" y="T5"/>
                </a:cxn>
                <a:cxn ang="0">
                  <a:pos x="T6" y="T7"/>
                </a:cxn>
                <a:cxn ang="0">
                  <a:pos x="T8" y="T9"/>
                </a:cxn>
              </a:cxnLst>
              <a:rect l="0" t="0" r="r" b="b"/>
              <a:pathLst>
                <a:path w="47" h="50">
                  <a:moveTo>
                    <a:pt x="29" y="0"/>
                  </a:moveTo>
                  <a:lnTo>
                    <a:pt x="47" y="22"/>
                  </a:lnTo>
                  <a:lnTo>
                    <a:pt x="19" y="50"/>
                  </a:lnTo>
                  <a:lnTo>
                    <a:pt x="0" y="29"/>
                  </a:lnTo>
                  <a:lnTo>
                    <a:pt x="2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6" name="Freeform 192"/>
            <p:cNvSpPr>
              <a:spLocks/>
            </p:cNvSpPr>
            <p:nvPr/>
          </p:nvSpPr>
          <p:spPr bwMode="auto">
            <a:xfrm>
              <a:off x="7859713" y="9525"/>
              <a:ext cx="76200" cy="60325"/>
            </a:xfrm>
            <a:custGeom>
              <a:avLst/>
              <a:gdLst>
                <a:gd name="T0" fmla="*/ 22 w 48"/>
                <a:gd name="T1" fmla="*/ 0 h 38"/>
                <a:gd name="T2" fmla="*/ 48 w 48"/>
                <a:gd name="T3" fmla="*/ 12 h 38"/>
                <a:gd name="T4" fmla="*/ 38 w 48"/>
                <a:gd name="T5" fmla="*/ 38 h 38"/>
                <a:gd name="T6" fmla="*/ 0 w 48"/>
                <a:gd name="T7" fmla="*/ 21 h 38"/>
                <a:gd name="T8" fmla="*/ 10 w 48"/>
                <a:gd name="T9" fmla="*/ 0 h 38"/>
                <a:gd name="T10" fmla="*/ 22 w 48"/>
                <a:gd name="T11" fmla="*/ 0 h 38"/>
              </a:gdLst>
              <a:ahLst/>
              <a:cxnLst>
                <a:cxn ang="0">
                  <a:pos x="T0" y="T1"/>
                </a:cxn>
                <a:cxn ang="0">
                  <a:pos x="T2" y="T3"/>
                </a:cxn>
                <a:cxn ang="0">
                  <a:pos x="T4" y="T5"/>
                </a:cxn>
                <a:cxn ang="0">
                  <a:pos x="T6" y="T7"/>
                </a:cxn>
                <a:cxn ang="0">
                  <a:pos x="T8" y="T9"/>
                </a:cxn>
                <a:cxn ang="0">
                  <a:pos x="T10" y="T11"/>
                </a:cxn>
              </a:cxnLst>
              <a:rect l="0" t="0" r="r" b="b"/>
              <a:pathLst>
                <a:path w="48" h="38">
                  <a:moveTo>
                    <a:pt x="22" y="0"/>
                  </a:moveTo>
                  <a:lnTo>
                    <a:pt x="48" y="12"/>
                  </a:lnTo>
                  <a:lnTo>
                    <a:pt x="38" y="38"/>
                  </a:lnTo>
                  <a:lnTo>
                    <a:pt x="0" y="21"/>
                  </a:lnTo>
                  <a:lnTo>
                    <a:pt x="10" y="0"/>
                  </a:lnTo>
                  <a:lnTo>
                    <a:pt x="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7" name="Freeform 193"/>
            <p:cNvSpPr>
              <a:spLocks/>
            </p:cNvSpPr>
            <p:nvPr/>
          </p:nvSpPr>
          <p:spPr bwMode="auto">
            <a:xfrm>
              <a:off x="7559675" y="125413"/>
              <a:ext cx="63500" cy="76200"/>
            </a:xfrm>
            <a:custGeom>
              <a:avLst/>
              <a:gdLst>
                <a:gd name="T0" fmla="*/ 40 w 40"/>
                <a:gd name="T1" fmla="*/ 12 h 48"/>
                <a:gd name="T2" fmla="*/ 26 w 40"/>
                <a:gd name="T3" fmla="*/ 48 h 48"/>
                <a:gd name="T4" fmla="*/ 0 w 40"/>
                <a:gd name="T5" fmla="*/ 38 h 48"/>
                <a:gd name="T6" fmla="*/ 14 w 40"/>
                <a:gd name="T7" fmla="*/ 0 h 48"/>
                <a:gd name="T8" fmla="*/ 40 w 40"/>
                <a:gd name="T9" fmla="*/ 12 h 48"/>
              </a:gdLst>
              <a:ahLst/>
              <a:cxnLst>
                <a:cxn ang="0">
                  <a:pos x="T0" y="T1"/>
                </a:cxn>
                <a:cxn ang="0">
                  <a:pos x="T2" y="T3"/>
                </a:cxn>
                <a:cxn ang="0">
                  <a:pos x="T4" y="T5"/>
                </a:cxn>
                <a:cxn ang="0">
                  <a:pos x="T6" y="T7"/>
                </a:cxn>
                <a:cxn ang="0">
                  <a:pos x="T8" y="T9"/>
                </a:cxn>
              </a:cxnLst>
              <a:rect l="0" t="0" r="r" b="b"/>
              <a:pathLst>
                <a:path w="40" h="48">
                  <a:moveTo>
                    <a:pt x="40" y="12"/>
                  </a:moveTo>
                  <a:lnTo>
                    <a:pt x="26" y="48"/>
                  </a:lnTo>
                  <a:lnTo>
                    <a:pt x="0" y="38"/>
                  </a:lnTo>
                  <a:lnTo>
                    <a:pt x="14" y="0"/>
                  </a:lnTo>
                  <a:lnTo>
                    <a:pt x="40" y="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8" name="Freeform 194"/>
            <p:cNvSpPr>
              <a:spLocks/>
            </p:cNvSpPr>
            <p:nvPr/>
          </p:nvSpPr>
          <p:spPr bwMode="auto">
            <a:xfrm>
              <a:off x="7740650" y="125413"/>
              <a:ext cx="63500" cy="76200"/>
            </a:xfrm>
            <a:custGeom>
              <a:avLst/>
              <a:gdLst>
                <a:gd name="T0" fmla="*/ 40 w 40"/>
                <a:gd name="T1" fmla="*/ 36 h 48"/>
                <a:gd name="T2" fmla="*/ 14 w 40"/>
                <a:gd name="T3" fmla="*/ 48 h 48"/>
                <a:gd name="T4" fmla="*/ 0 w 40"/>
                <a:gd name="T5" fmla="*/ 10 h 48"/>
                <a:gd name="T6" fmla="*/ 26 w 40"/>
                <a:gd name="T7" fmla="*/ 0 h 48"/>
                <a:gd name="T8" fmla="*/ 40 w 40"/>
                <a:gd name="T9" fmla="*/ 36 h 48"/>
              </a:gdLst>
              <a:ahLst/>
              <a:cxnLst>
                <a:cxn ang="0">
                  <a:pos x="T0" y="T1"/>
                </a:cxn>
                <a:cxn ang="0">
                  <a:pos x="T2" y="T3"/>
                </a:cxn>
                <a:cxn ang="0">
                  <a:pos x="T4" y="T5"/>
                </a:cxn>
                <a:cxn ang="0">
                  <a:pos x="T6" y="T7"/>
                </a:cxn>
                <a:cxn ang="0">
                  <a:pos x="T8" y="T9"/>
                </a:cxn>
              </a:cxnLst>
              <a:rect l="0" t="0" r="r" b="b"/>
              <a:pathLst>
                <a:path w="40" h="48">
                  <a:moveTo>
                    <a:pt x="40" y="36"/>
                  </a:moveTo>
                  <a:lnTo>
                    <a:pt x="14" y="48"/>
                  </a:lnTo>
                  <a:lnTo>
                    <a:pt x="0" y="10"/>
                  </a:lnTo>
                  <a:lnTo>
                    <a:pt x="26" y="0"/>
                  </a:lnTo>
                  <a:lnTo>
                    <a:pt x="40" y="3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39" name="Freeform 195"/>
            <p:cNvSpPr>
              <a:spLocks/>
            </p:cNvSpPr>
            <p:nvPr/>
          </p:nvSpPr>
          <p:spPr bwMode="auto">
            <a:xfrm>
              <a:off x="7424738" y="9525"/>
              <a:ext cx="79375" cy="60325"/>
            </a:xfrm>
            <a:custGeom>
              <a:avLst/>
              <a:gdLst>
                <a:gd name="T0" fmla="*/ 50 w 50"/>
                <a:gd name="T1" fmla="*/ 24 h 38"/>
                <a:gd name="T2" fmla="*/ 12 w 50"/>
                <a:gd name="T3" fmla="*/ 38 h 38"/>
                <a:gd name="T4" fmla="*/ 0 w 50"/>
                <a:gd name="T5" fmla="*/ 12 h 38"/>
                <a:gd name="T6" fmla="*/ 28 w 50"/>
                <a:gd name="T7" fmla="*/ 0 h 38"/>
                <a:gd name="T8" fmla="*/ 40 w 50"/>
                <a:gd name="T9" fmla="*/ 0 h 38"/>
                <a:gd name="T10" fmla="*/ 50 w 50"/>
                <a:gd name="T11" fmla="*/ 24 h 38"/>
              </a:gdLst>
              <a:ahLst/>
              <a:cxnLst>
                <a:cxn ang="0">
                  <a:pos x="T0" y="T1"/>
                </a:cxn>
                <a:cxn ang="0">
                  <a:pos x="T2" y="T3"/>
                </a:cxn>
                <a:cxn ang="0">
                  <a:pos x="T4" y="T5"/>
                </a:cxn>
                <a:cxn ang="0">
                  <a:pos x="T6" y="T7"/>
                </a:cxn>
                <a:cxn ang="0">
                  <a:pos x="T8" y="T9"/>
                </a:cxn>
                <a:cxn ang="0">
                  <a:pos x="T10" y="T11"/>
                </a:cxn>
              </a:cxnLst>
              <a:rect l="0" t="0" r="r" b="b"/>
              <a:pathLst>
                <a:path w="50" h="38">
                  <a:moveTo>
                    <a:pt x="50" y="24"/>
                  </a:moveTo>
                  <a:lnTo>
                    <a:pt x="12" y="38"/>
                  </a:lnTo>
                  <a:lnTo>
                    <a:pt x="0" y="12"/>
                  </a:lnTo>
                  <a:lnTo>
                    <a:pt x="28" y="0"/>
                  </a:lnTo>
                  <a:lnTo>
                    <a:pt x="40" y="0"/>
                  </a:lnTo>
                  <a:lnTo>
                    <a:pt x="50" y="2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0" name="Freeform 196"/>
            <p:cNvSpPr>
              <a:spLocks/>
            </p:cNvSpPr>
            <p:nvPr/>
          </p:nvSpPr>
          <p:spPr bwMode="auto">
            <a:xfrm>
              <a:off x="3749675" y="4130675"/>
              <a:ext cx="274638" cy="447675"/>
            </a:xfrm>
            <a:custGeom>
              <a:avLst/>
              <a:gdLst>
                <a:gd name="T0" fmla="*/ 173 w 173"/>
                <a:gd name="T1" fmla="*/ 163 h 282"/>
                <a:gd name="T2" fmla="*/ 173 w 173"/>
                <a:gd name="T3" fmla="*/ 0 h 282"/>
                <a:gd name="T4" fmla="*/ 88 w 173"/>
                <a:gd name="T5" fmla="*/ 0 h 282"/>
                <a:gd name="T6" fmla="*/ 0 w 173"/>
                <a:gd name="T7" fmla="*/ 225 h 282"/>
                <a:gd name="T8" fmla="*/ 126 w 173"/>
                <a:gd name="T9" fmla="*/ 282 h 282"/>
                <a:gd name="T10" fmla="*/ 173 w 173"/>
                <a:gd name="T11" fmla="*/ 163 h 282"/>
              </a:gdLst>
              <a:ahLst/>
              <a:cxnLst>
                <a:cxn ang="0">
                  <a:pos x="T0" y="T1"/>
                </a:cxn>
                <a:cxn ang="0">
                  <a:pos x="T2" y="T3"/>
                </a:cxn>
                <a:cxn ang="0">
                  <a:pos x="T4" y="T5"/>
                </a:cxn>
                <a:cxn ang="0">
                  <a:pos x="T6" y="T7"/>
                </a:cxn>
                <a:cxn ang="0">
                  <a:pos x="T8" y="T9"/>
                </a:cxn>
                <a:cxn ang="0">
                  <a:pos x="T10" y="T11"/>
                </a:cxn>
              </a:cxnLst>
              <a:rect l="0" t="0" r="r" b="b"/>
              <a:pathLst>
                <a:path w="173" h="282">
                  <a:moveTo>
                    <a:pt x="173" y="163"/>
                  </a:moveTo>
                  <a:lnTo>
                    <a:pt x="173" y="0"/>
                  </a:lnTo>
                  <a:lnTo>
                    <a:pt x="88" y="0"/>
                  </a:lnTo>
                  <a:lnTo>
                    <a:pt x="0" y="225"/>
                  </a:lnTo>
                  <a:lnTo>
                    <a:pt x="126" y="282"/>
                  </a:lnTo>
                  <a:lnTo>
                    <a:pt x="173" y="16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1" name="Freeform 197"/>
            <p:cNvSpPr>
              <a:spLocks/>
            </p:cNvSpPr>
            <p:nvPr/>
          </p:nvSpPr>
          <p:spPr bwMode="auto">
            <a:xfrm>
              <a:off x="4043363" y="4130675"/>
              <a:ext cx="52388" cy="139700"/>
            </a:xfrm>
            <a:custGeom>
              <a:avLst/>
              <a:gdLst>
                <a:gd name="T0" fmla="*/ 0 w 14"/>
                <a:gd name="T1" fmla="*/ 37 h 37"/>
                <a:gd name="T2" fmla="*/ 13 w 14"/>
                <a:gd name="T3" fmla="*/ 1 h 37"/>
                <a:gd name="T4" fmla="*/ 14 w 14"/>
                <a:gd name="T5" fmla="*/ 0 h 37"/>
                <a:gd name="T6" fmla="*/ 0 w 14"/>
                <a:gd name="T7" fmla="*/ 0 h 37"/>
                <a:gd name="T8" fmla="*/ 0 w 14"/>
                <a:gd name="T9" fmla="*/ 37 h 37"/>
              </a:gdLst>
              <a:ahLst/>
              <a:cxnLst>
                <a:cxn ang="0">
                  <a:pos x="T0" y="T1"/>
                </a:cxn>
                <a:cxn ang="0">
                  <a:pos x="T2" y="T3"/>
                </a:cxn>
                <a:cxn ang="0">
                  <a:pos x="T4" y="T5"/>
                </a:cxn>
                <a:cxn ang="0">
                  <a:pos x="T6" y="T7"/>
                </a:cxn>
                <a:cxn ang="0">
                  <a:pos x="T8" y="T9"/>
                </a:cxn>
              </a:cxnLst>
              <a:rect l="0" t="0" r="r" b="b"/>
              <a:pathLst>
                <a:path w="14" h="37">
                  <a:moveTo>
                    <a:pt x="0" y="37"/>
                  </a:moveTo>
                  <a:cubicBezTo>
                    <a:pt x="12" y="30"/>
                    <a:pt x="13" y="13"/>
                    <a:pt x="13" y="1"/>
                  </a:cubicBezTo>
                  <a:cubicBezTo>
                    <a:pt x="13" y="0"/>
                    <a:pt x="13" y="0"/>
                    <a:pt x="14" y="0"/>
                  </a:cubicBezTo>
                  <a:cubicBezTo>
                    <a:pt x="0" y="0"/>
                    <a:pt x="0" y="0"/>
                    <a:pt x="0" y="0"/>
                  </a:cubicBezTo>
                  <a:lnTo>
                    <a:pt x="0" y="3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2" name="Freeform 198"/>
            <p:cNvSpPr>
              <a:spLocks/>
            </p:cNvSpPr>
            <p:nvPr/>
          </p:nvSpPr>
          <p:spPr bwMode="auto">
            <a:xfrm>
              <a:off x="4043363" y="4130675"/>
              <a:ext cx="277813" cy="447675"/>
            </a:xfrm>
            <a:custGeom>
              <a:avLst/>
              <a:gdLst>
                <a:gd name="T0" fmla="*/ 17 w 74"/>
                <a:gd name="T1" fmla="*/ 0 h 119"/>
                <a:gd name="T2" fmla="*/ 18 w 74"/>
                <a:gd name="T3" fmla="*/ 1 h 119"/>
                <a:gd name="T4" fmla="*/ 0 w 74"/>
                <a:gd name="T5" fmla="*/ 42 h 119"/>
                <a:gd name="T6" fmla="*/ 0 w 74"/>
                <a:gd name="T7" fmla="*/ 69 h 119"/>
                <a:gd name="T8" fmla="*/ 20 w 74"/>
                <a:gd name="T9" fmla="*/ 119 h 119"/>
                <a:gd name="T10" fmla="*/ 74 w 74"/>
                <a:gd name="T11" fmla="*/ 95 h 119"/>
                <a:gd name="T12" fmla="*/ 36 w 74"/>
                <a:gd name="T13" fmla="*/ 0 h 119"/>
                <a:gd name="T14" fmla="*/ 17 w 74"/>
                <a:gd name="T15" fmla="*/ 0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19">
                  <a:moveTo>
                    <a:pt x="17" y="0"/>
                  </a:moveTo>
                  <a:cubicBezTo>
                    <a:pt x="18" y="0"/>
                    <a:pt x="18" y="0"/>
                    <a:pt x="18" y="1"/>
                  </a:cubicBezTo>
                  <a:cubicBezTo>
                    <a:pt x="17" y="16"/>
                    <a:pt x="16" y="35"/>
                    <a:pt x="0" y="42"/>
                  </a:cubicBezTo>
                  <a:cubicBezTo>
                    <a:pt x="0" y="69"/>
                    <a:pt x="0" y="69"/>
                    <a:pt x="0" y="69"/>
                  </a:cubicBezTo>
                  <a:cubicBezTo>
                    <a:pt x="20" y="119"/>
                    <a:pt x="20" y="119"/>
                    <a:pt x="20" y="119"/>
                  </a:cubicBezTo>
                  <a:cubicBezTo>
                    <a:pt x="74" y="95"/>
                    <a:pt x="74" y="95"/>
                    <a:pt x="74" y="95"/>
                  </a:cubicBezTo>
                  <a:cubicBezTo>
                    <a:pt x="36" y="0"/>
                    <a:pt x="36" y="0"/>
                    <a:pt x="36" y="0"/>
                  </a:cubicBezTo>
                  <a:lnTo>
                    <a:pt x="1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3" name="Freeform 199"/>
            <p:cNvSpPr>
              <a:spLocks/>
            </p:cNvSpPr>
            <p:nvPr/>
          </p:nvSpPr>
          <p:spPr bwMode="auto">
            <a:xfrm>
              <a:off x="3889375" y="4078288"/>
              <a:ext cx="288925" cy="36513"/>
            </a:xfrm>
            <a:custGeom>
              <a:avLst/>
              <a:gdLst>
                <a:gd name="T0" fmla="*/ 182 w 182"/>
                <a:gd name="T1" fmla="*/ 0 h 23"/>
                <a:gd name="T2" fmla="*/ 0 w 182"/>
                <a:gd name="T3" fmla="*/ 0 h 23"/>
                <a:gd name="T4" fmla="*/ 0 w 182"/>
                <a:gd name="T5" fmla="*/ 23 h 23"/>
                <a:gd name="T6" fmla="*/ 85 w 182"/>
                <a:gd name="T7" fmla="*/ 23 h 23"/>
                <a:gd name="T8" fmla="*/ 97 w 182"/>
                <a:gd name="T9" fmla="*/ 23 h 23"/>
                <a:gd name="T10" fmla="*/ 182 w 182"/>
                <a:gd name="T11" fmla="*/ 23 h 23"/>
                <a:gd name="T12" fmla="*/ 182 w 18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82" h="23">
                  <a:moveTo>
                    <a:pt x="182" y="0"/>
                  </a:moveTo>
                  <a:lnTo>
                    <a:pt x="0" y="0"/>
                  </a:lnTo>
                  <a:lnTo>
                    <a:pt x="0" y="23"/>
                  </a:lnTo>
                  <a:lnTo>
                    <a:pt x="85" y="23"/>
                  </a:lnTo>
                  <a:lnTo>
                    <a:pt x="97" y="23"/>
                  </a:lnTo>
                  <a:lnTo>
                    <a:pt x="182" y="23"/>
                  </a:lnTo>
                  <a:lnTo>
                    <a:pt x="18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4" name="Freeform 200"/>
            <p:cNvSpPr>
              <a:spLocks noEditPoints="1"/>
            </p:cNvSpPr>
            <p:nvPr/>
          </p:nvSpPr>
          <p:spPr bwMode="auto">
            <a:xfrm>
              <a:off x="5154613" y="5106988"/>
              <a:ext cx="471488" cy="236538"/>
            </a:xfrm>
            <a:custGeom>
              <a:avLst/>
              <a:gdLst>
                <a:gd name="T0" fmla="*/ 108 w 126"/>
                <a:gd name="T1" fmla="*/ 44 h 63"/>
                <a:gd name="T2" fmla="*/ 126 w 126"/>
                <a:gd name="T3" fmla="*/ 22 h 63"/>
                <a:gd name="T4" fmla="*/ 108 w 126"/>
                <a:gd name="T5" fmla="*/ 0 h 63"/>
                <a:gd name="T6" fmla="*/ 108 w 126"/>
                <a:gd name="T7" fmla="*/ 10 h 63"/>
                <a:gd name="T8" fmla="*/ 116 w 126"/>
                <a:gd name="T9" fmla="*/ 22 h 63"/>
                <a:gd name="T10" fmla="*/ 108 w 126"/>
                <a:gd name="T11" fmla="*/ 34 h 63"/>
                <a:gd name="T12" fmla="*/ 108 w 126"/>
                <a:gd name="T13" fmla="*/ 44 h 63"/>
                <a:gd name="T14" fmla="*/ 53 w 126"/>
                <a:gd name="T15" fmla="*/ 63 h 63"/>
                <a:gd name="T16" fmla="*/ 94 w 126"/>
                <a:gd name="T17" fmla="*/ 42 h 63"/>
                <a:gd name="T18" fmla="*/ 104 w 126"/>
                <a:gd name="T19" fmla="*/ 45 h 63"/>
                <a:gd name="T20" fmla="*/ 108 w 126"/>
                <a:gd name="T21" fmla="*/ 44 h 63"/>
                <a:gd name="T22" fmla="*/ 108 w 126"/>
                <a:gd name="T23" fmla="*/ 34 h 63"/>
                <a:gd name="T24" fmla="*/ 104 w 126"/>
                <a:gd name="T25" fmla="*/ 35 h 63"/>
                <a:gd name="T26" fmla="*/ 100 w 126"/>
                <a:gd name="T27" fmla="*/ 34 h 63"/>
                <a:gd name="T28" fmla="*/ 106 w 126"/>
                <a:gd name="T29" fmla="*/ 10 h 63"/>
                <a:gd name="T30" fmla="*/ 106 w 126"/>
                <a:gd name="T31" fmla="*/ 10 h 63"/>
                <a:gd name="T32" fmla="*/ 106 w 126"/>
                <a:gd name="T33" fmla="*/ 10 h 63"/>
                <a:gd name="T34" fmla="*/ 108 w 126"/>
                <a:gd name="T35" fmla="*/ 10 h 63"/>
                <a:gd name="T36" fmla="*/ 108 w 126"/>
                <a:gd name="T37" fmla="*/ 0 h 63"/>
                <a:gd name="T38" fmla="*/ 105 w 126"/>
                <a:gd name="T39" fmla="*/ 0 h 63"/>
                <a:gd name="T40" fmla="*/ 105 w 126"/>
                <a:gd name="T41" fmla="*/ 0 h 63"/>
                <a:gd name="T42" fmla="*/ 0 w 126"/>
                <a:gd name="T43" fmla="*/ 0 h 63"/>
                <a:gd name="T44" fmla="*/ 0 w 126"/>
                <a:gd name="T45" fmla="*/ 10 h 63"/>
                <a:gd name="T46" fmla="*/ 53 w 126"/>
                <a:gd name="T4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 h="63">
                  <a:moveTo>
                    <a:pt x="108" y="44"/>
                  </a:moveTo>
                  <a:cubicBezTo>
                    <a:pt x="118" y="42"/>
                    <a:pt x="126" y="33"/>
                    <a:pt x="126" y="22"/>
                  </a:cubicBezTo>
                  <a:cubicBezTo>
                    <a:pt x="126" y="11"/>
                    <a:pt x="118" y="2"/>
                    <a:pt x="108" y="0"/>
                  </a:cubicBezTo>
                  <a:cubicBezTo>
                    <a:pt x="108" y="10"/>
                    <a:pt x="108" y="10"/>
                    <a:pt x="108" y="10"/>
                  </a:cubicBezTo>
                  <a:cubicBezTo>
                    <a:pt x="113" y="12"/>
                    <a:pt x="116" y="17"/>
                    <a:pt x="116" y="22"/>
                  </a:cubicBezTo>
                  <a:cubicBezTo>
                    <a:pt x="116" y="28"/>
                    <a:pt x="113" y="32"/>
                    <a:pt x="108" y="34"/>
                  </a:cubicBezTo>
                  <a:lnTo>
                    <a:pt x="108" y="44"/>
                  </a:lnTo>
                  <a:close/>
                  <a:moveTo>
                    <a:pt x="53" y="63"/>
                  </a:moveTo>
                  <a:cubicBezTo>
                    <a:pt x="70" y="63"/>
                    <a:pt x="85" y="55"/>
                    <a:pt x="94" y="42"/>
                  </a:cubicBezTo>
                  <a:cubicBezTo>
                    <a:pt x="97" y="44"/>
                    <a:pt x="100" y="45"/>
                    <a:pt x="104" y="45"/>
                  </a:cubicBezTo>
                  <a:cubicBezTo>
                    <a:pt x="105" y="45"/>
                    <a:pt x="107" y="44"/>
                    <a:pt x="108" y="44"/>
                  </a:cubicBezTo>
                  <a:cubicBezTo>
                    <a:pt x="108" y="34"/>
                    <a:pt x="108" y="34"/>
                    <a:pt x="108" y="34"/>
                  </a:cubicBezTo>
                  <a:cubicBezTo>
                    <a:pt x="107" y="35"/>
                    <a:pt x="105" y="35"/>
                    <a:pt x="104" y="35"/>
                  </a:cubicBezTo>
                  <a:cubicBezTo>
                    <a:pt x="102" y="35"/>
                    <a:pt x="101" y="35"/>
                    <a:pt x="100" y="34"/>
                  </a:cubicBezTo>
                  <a:cubicBezTo>
                    <a:pt x="103" y="27"/>
                    <a:pt x="106" y="18"/>
                    <a:pt x="106" y="10"/>
                  </a:cubicBezTo>
                  <a:cubicBezTo>
                    <a:pt x="106" y="10"/>
                    <a:pt x="106" y="10"/>
                    <a:pt x="106" y="10"/>
                  </a:cubicBezTo>
                  <a:cubicBezTo>
                    <a:pt x="106" y="10"/>
                    <a:pt x="106" y="10"/>
                    <a:pt x="106" y="10"/>
                  </a:cubicBezTo>
                  <a:cubicBezTo>
                    <a:pt x="106" y="10"/>
                    <a:pt x="107" y="10"/>
                    <a:pt x="108" y="10"/>
                  </a:cubicBezTo>
                  <a:cubicBezTo>
                    <a:pt x="108" y="0"/>
                    <a:pt x="108" y="0"/>
                    <a:pt x="108" y="0"/>
                  </a:cubicBezTo>
                  <a:cubicBezTo>
                    <a:pt x="107" y="0"/>
                    <a:pt x="106" y="0"/>
                    <a:pt x="105" y="0"/>
                  </a:cubicBezTo>
                  <a:cubicBezTo>
                    <a:pt x="105" y="0"/>
                    <a:pt x="105" y="0"/>
                    <a:pt x="105" y="0"/>
                  </a:cubicBezTo>
                  <a:cubicBezTo>
                    <a:pt x="0" y="0"/>
                    <a:pt x="0" y="0"/>
                    <a:pt x="0" y="0"/>
                  </a:cubicBezTo>
                  <a:cubicBezTo>
                    <a:pt x="0" y="3"/>
                    <a:pt x="0" y="6"/>
                    <a:pt x="0" y="10"/>
                  </a:cubicBezTo>
                  <a:cubicBezTo>
                    <a:pt x="0" y="39"/>
                    <a:pt x="23" y="63"/>
                    <a:pt x="53" y="6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5" name="Rectangle 201"/>
            <p:cNvSpPr>
              <a:spLocks noChangeArrowheads="1"/>
            </p:cNvSpPr>
            <p:nvPr/>
          </p:nvSpPr>
          <p:spPr bwMode="auto">
            <a:xfrm>
              <a:off x="5154613" y="5362575"/>
              <a:ext cx="427038" cy="38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6" name="Freeform 202"/>
            <p:cNvSpPr>
              <a:spLocks/>
            </p:cNvSpPr>
            <p:nvPr/>
          </p:nvSpPr>
          <p:spPr bwMode="auto">
            <a:xfrm>
              <a:off x="5251450" y="4897438"/>
              <a:ext cx="74613" cy="195263"/>
            </a:xfrm>
            <a:custGeom>
              <a:avLst/>
              <a:gdLst>
                <a:gd name="T0" fmla="*/ 7 w 20"/>
                <a:gd name="T1" fmla="*/ 39 h 52"/>
                <a:gd name="T2" fmla="*/ 10 w 20"/>
                <a:gd name="T3" fmla="*/ 50 h 52"/>
                <a:gd name="T4" fmla="*/ 18 w 20"/>
                <a:gd name="T5" fmla="*/ 32 h 52"/>
                <a:gd name="T6" fmla="*/ 13 w 20"/>
                <a:gd name="T7" fmla="*/ 21 h 52"/>
                <a:gd name="T8" fmla="*/ 13 w 20"/>
                <a:gd name="T9" fmla="*/ 13 h 52"/>
                <a:gd name="T10" fmla="*/ 7 w 20"/>
                <a:gd name="T11" fmla="*/ 4 h 52"/>
                <a:gd name="T12" fmla="*/ 2 w 20"/>
                <a:gd name="T13" fmla="*/ 22 h 52"/>
                <a:gd name="T14" fmla="*/ 7 w 20"/>
                <a:gd name="T15" fmla="*/ 39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2">
                  <a:moveTo>
                    <a:pt x="7" y="39"/>
                  </a:moveTo>
                  <a:cubicBezTo>
                    <a:pt x="0" y="42"/>
                    <a:pt x="3" y="52"/>
                    <a:pt x="10" y="50"/>
                  </a:cubicBezTo>
                  <a:cubicBezTo>
                    <a:pt x="18" y="47"/>
                    <a:pt x="20" y="39"/>
                    <a:pt x="18" y="32"/>
                  </a:cubicBezTo>
                  <a:cubicBezTo>
                    <a:pt x="17" y="28"/>
                    <a:pt x="15" y="24"/>
                    <a:pt x="13" y="21"/>
                  </a:cubicBezTo>
                  <a:cubicBezTo>
                    <a:pt x="12" y="19"/>
                    <a:pt x="10" y="15"/>
                    <a:pt x="13" y="13"/>
                  </a:cubicBezTo>
                  <a:cubicBezTo>
                    <a:pt x="19" y="9"/>
                    <a:pt x="13" y="0"/>
                    <a:pt x="7" y="4"/>
                  </a:cubicBezTo>
                  <a:cubicBezTo>
                    <a:pt x="1" y="8"/>
                    <a:pt x="0" y="15"/>
                    <a:pt x="2" y="22"/>
                  </a:cubicBezTo>
                  <a:cubicBezTo>
                    <a:pt x="3" y="25"/>
                    <a:pt x="12" y="38"/>
                    <a:pt x="7"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7" name="Freeform 203"/>
            <p:cNvSpPr>
              <a:spLocks/>
            </p:cNvSpPr>
            <p:nvPr/>
          </p:nvSpPr>
          <p:spPr bwMode="auto">
            <a:xfrm>
              <a:off x="5360988" y="4897438"/>
              <a:ext cx="77788" cy="195263"/>
            </a:xfrm>
            <a:custGeom>
              <a:avLst/>
              <a:gdLst>
                <a:gd name="T0" fmla="*/ 8 w 21"/>
                <a:gd name="T1" fmla="*/ 39 h 52"/>
                <a:gd name="T2" fmla="*/ 11 w 21"/>
                <a:gd name="T3" fmla="*/ 50 h 52"/>
                <a:gd name="T4" fmla="*/ 19 w 21"/>
                <a:gd name="T5" fmla="*/ 32 h 52"/>
                <a:gd name="T6" fmla="*/ 14 w 21"/>
                <a:gd name="T7" fmla="*/ 21 h 52"/>
                <a:gd name="T8" fmla="*/ 14 w 21"/>
                <a:gd name="T9" fmla="*/ 13 h 52"/>
                <a:gd name="T10" fmla="*/ 8 w 21"/>
                <a:gd name="T11" fmla="*/ 4 h 52"/>
                <a:gd name="T12" fmla="*/ 3 w 21"/>
                <a:gd name="T13" fmla="*/ 22 h 52"/>
                <a:gd name="T14" fmla="*/ 8 w 21"/>
                <a:gd name="T15" fmla="*/ 39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2">
                  <a:moveTo>
                    <a:pt x="8" y="39"/>
                  </a:moveTo>
                  <a:cubicBezTo>
                    <a:pt x="1" y="42"/>
                    <a:pt x="4" y="52"/>
                    <a:pt x="11" y="50"/>
                  </a:cubicBezTo>
                  <a:cubicBezTo>
                    <a:pt x="18" y="47"/>
                    <a:pt x="21" y="39"/>
                    <a:pt x="19" y="32"/>
                  </a:cubicBezTo>
                  <a:cubicBezTo>
                    <a:pt x="18" y="28"/>
                    <a:pt x="16" y="24"/>
                    <a:pt x="14" y="21"/>
                  </a:cubicBezTo>
                  <a:cubicBezTo>
                    <a:pt x="13" y="19"/>
                    <a:pt x="11" y="15"/>
                    <a:pt x="14" y="13"/>
                  </a:cubicBezTo>
                  <a:cubicBezTo>
                    <a:pt x="20" y="9"/>
                    <a:pt x="14" y="0"/>
                    <a:pt x="8" y="4"/>
                  </a:cubicBezTo>
                  <a:cubicBezTo>
                    <a:pt x="2" y="8"/>
                    <a:pt x="0" y="15"/>
                    <a:pt x="3" y="22"/>
                  </a:cubicBezTo>
                  <a:cubicBezTo>
                    <a:pt x="4" y="25"/>
                    <a:pt x="13" y="38"/>
                    <a:pt x="8"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8" name="Oval 204"/>
            <p:cNvSpPr>
              <a:spLocks noChangeArrowheads="1"/>
            </p:cNvSpPr>
            <p:nvPr/>
          </p:nvSpPr>
          <p:spPr bwMode="auto">
            <a:xfrm>
              <a:off x="4910138" y="3492500"/>
              <a:ext cx="157163" cy="157163"/>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49" name="Freeform 205"/>
            <p:cNvSpPr>
              <a:spLocks/>
            </p:cNvSpPr>
            <p:nvPr/>
          </p:nvSpPr>
          <p:spPr bwMode="auto">
            <a:xfrm>
              <a:off x="4492625" y="3638550"/>
              <a:ext cx="758825" cy="588963"/>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0" name="Freeform 206"/>
            <p:cNvSpPr>
              <a:spLocks/>
            </p:cNvSpPr>
            <p:nvPr/>
          </p:nvSpPr>
          <p:spPr bwMode="auto">
            <a:xfrm>
              <a:off x="4451350" y="3825875"/>
              <a:ext cx="82550" cy="153988"/>
            </a:xfrm>
            <a:custGeom>
              <a:avLst/>
              <a:gdLst>
                <a:gd name="T0" fmla="*/ 0 w 52"/>
                <a:gd name="T1" fmla="*/ 90 h 97"/>
                <a:gd name="T2" fmla="*/ 38 w 52"/>
                <a:gd name="T3" fmla="*/ 0 h 97"/>
                <a:gd name="T4" fmla="*/ 52 w 52"/>
                <a:gd name="T5" fmla="*/ 7 h 97"/>
                <a:gd name="T6" fmla="*/ 15 w 52"/>
                <a:gd name="T7" fmla="*/ 97 h 97"/>
                <a:gd name="T8" fmla="*/ 0 w 52"/>
                <a:gd name="T9" fmla="*/ 90 h 97"/>
              </a:gdLst>
              <a:ahLst/>
              <a:cxnLst>
                <a:cxn ang="0">
                  <a:pos x="T0" y="T1"/>
                </a:cxn>
                <a:cxn ang="0">
                  <a:pos x="T2" y="T3"/>
                </a:cxn>
                <a:cxn ang="0">
                  <a:pos x="T4" y="T5"/>
                </a:cxn>
                <a:cxn ang="0">
                  <a:pos x="T6" y="T7"/>
                </a:cxn>
                <a:cxn ang="0">
                  <a:pos x="T8" y="T9"/>
                </a:cxn>
              </a:cxnLst>
              <a:rect l="0" t="0" r="r" b="b"/>
              <a:pathLst>
                <a:path w="52" h="97">
                  <a:moveTo>
                    <a:pt x="0" y="90"/>
                  </a:moveTo>
                  <a:lnTo>
                    <a:pt x="38" y="0"/>
                  </a:lnTo>
                  <a:lnTo>
                    <a:pt x="52" y="7"/>
                  </a:lnTo>
                  <a:lnTo>
                    <a:pt x="15" y="97"/>
                  </a:lnTo>
                  <a:lnTo>
                    <a:pt x="0" y="9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1" name="Freeform 207"/>
            <p:cNvSpPr>
              <a:spLocks/>
            </p:cNvSpPr>
            <p:nvPr/>
          </p:nvSpPr>
          <p:spPr bwMode="auto">
            <a:xfrm>
              <a:off x="4665663" y="3916363"/>
              <a:ext cx="82550" cy="153988"/>
            </a:xfrm>
            <a:custGeom>
              <a:avLst/>
              <a:gdLst>
                <a:gd name="T0" fmla="*/ 24 w 52"/>
                <a:gd name="T1" fmla="*/ 78 h 97"/>
                <a:gd name="T2" fmla="*/ 52 w 52"/>
                <a:gd name="T3" fmla="*/ 7 h 97"/>
                <a:gd name="T4" fmla="*/ 38 w 52"/>
                <a:gd name="T5" fmla="*/ 0 h 97"/>
                <a:gd name="T6" fmla="*/ 5 w 52"/>
                <a:gd name="T7" fmla="*/ 81 h 97"/>
                <a:gd name="T8" fmla="*/ 0 w 52"/>
                <a:gd name="T9" fmla="*/ 90 h 97"/>
                <a:gd name="T10" fmla="*/ 14 w 52"/>
                <a:gd name="T11" fmla="*/ 97 h 97"/>
                <a:gd name="T12" fmla="*/ 24 w 52"/>
                <a:gd name="T13" fmla="*/ 78 h 97"/>
              </a:gdLst>
              <a:ahLst/>
              <a:cxnLst>
                <a:cxn ang="0">
                  <a:pos x="T0" y="T1"/>
                </a:cxn>
                <a:cxn ang="0">
                  <a:pos x="T2" y="T3"/>
                </a:cxn>
                <a:cxn ang="0">
                  <a:pos x="T4" y="T5"/>
                </a:cxn>
                <a:cxn ang="0">
                  <a:pos x="T6" y="T7"/>
                </a:cxn>
                <a:cxn ang="0">
                  <a:pos x="T8" y="T9"/>
                </a:cxn>
                <a:cxn ang="0">
                  <a:pos x="T10" y="T11"/>
                </a:cxn>
                <a:cxn ang="0">
                  <a:pos x="T12" y="T13"/>
                </a:cxn>
              </a:cxnLst>
              <a:rect l="0" t="0" r="r" b="b"/>
              <a:pathLst>
                <a:path w="52" h="97">
                  <a:moveTo>
                    <a:pt x="24" y="78"/>
                  </a:moveTo>
                  <a:lnTo>
                    <a:pt x="52" y="7"/>
                  </a:lnTo>
                  <a:lnTo>
                    <a:pt x="38" y="0"/>
                  </a:lnTo>
                  <a:lnTo>
                    <a:pt x="5" y="81"/>
                  </a:lnTo>
                  <a:lnTo>
                    <a:pt x="0" y="90"/>
                  </a:lnTo>
                  <a:lnTo>
                    <a:pt x="14" y="97"/>
                  </a:lnTo>
                  <a:lnTo>
                    <a:pt x="24" y="7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2" name="Freeform 208"/>
            <p:cNvSpPr>
              <a:spLocks/>
            </p:cNvSpPr>
            <p:nvPr/>
          </p:nvSpPr>
          <p:spPr bwMode="auto">
            <a:xfrm>
              <a:off x="9655175" y="1065213"/>
              <a:ext cx="465138" cy="646113"/>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3" name="Freeform 209"/>
            <p:cNvSpPr>
              <a:spLocks/>
            </p:cNvSpPr>
            <p:nvPr/>
          </p:nvSpPr>
          <p:spPr bwMode="auto">
            <a:xfrm>
              <a:off x="9594850" y="1219200"/>
              <a:ext cx="195263" cy="334963"/>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4" name="Freeform 210"/>
            <p:cNvSpPr>
              <a:spLocks/>
            </p:cNvSpPr>
            <p:nvPr/>
          </p:nvSpPr>
          <p:spPr bwMode="auto">
            <a:xfrm>
              <a:off x="9567863" y="1008063"/>
              <a:ext cx="247650" cy="222250"/>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5" name="Freeform 211"/>
            <p:cNvSpPr>
              <a:spLocks/>
            </p:cNvSpPr>
            <p:nvPr/>
          </p:nvSpPr>
          <p:spPr bwMode="auto">
            <a:xfrm>
              <a:off x="0" y="9525"/>
              <a:ext cx="168275" cy="161925"/>
            </a:xfrm>
            <a:custGeom>
              <a:avLst/>
              <a:gdLst>
                <a:gd name="T0" fmla="*/ 40 w 45"/>
                <a:gd name="T1" fmla="*/ 8 h 43"/>
                <a:gd name="T2" fmla="*/ 16 w 45"/>
                <a:gd name="T3" fmla="*/ 3 h 43"/>
                <a:gd name="T4" fmla="*/ 10 w 45"/>
                <a:gd name="T5" fmla="*/ 0 h 43"/>
                <a:gd name="T6" fmla="*/ 6 w 45"/>
                <a:gd name="T7" fmla="*/ 0 h 43"/>
                <a:gd name="T8" fmla="*/ 0 w 45"/>
                <a:gd name="T9" fmla="*/ 3 h 43"/>
                <a:gd name="T10" fmla="*/ 0 w 45"/>
                <a:gd name="T11" fmla="*/ 41 h 43"/>
                <a:gd name="T12" fmla="*/ 21 w 45"/>
                <a:gd name="T13" fmla="*/ 41 h 43"/>
                <a:gd name="T14" fmla="*/ 42 w 45"/>
                <a:gd name="T15" fmla="*/ 12 h 43"/>
                <a:gd name="T16" fmla="*/ 40 w 45"/>
                <a:gd name="T17"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3">
                  <a:moveTo>
                    <a:pt x="40" y="8"/>
                  </a:moveTo>
                  <a:cubicBezTo>
                    <a:pt x="32" y="9"/>
                    <a:pt x="23" y="8"/>
                    <a:pt x="16" y="3"/>
                  </a:cubicBezTo>
                  <a:cubicBezTo>
                    <a:pt x="14" y="2"/>
                    <a:pt x="12" y="1"/>
                    <a:pt x="10" y="0"/>
                  </a:cubicBezTo>
                  <a:cubicBezTo>
                    <a:pt x="6" y="0"/>
                    <a:pt x="6" y="0"/>
                    <a:pt x="6" y="0"/>
                  </a:cubicBezTo>
                  <a:cubicBezTo>
                    <a:pt x="4" y="1"/>
                    <a:pt x="2" y="2"/>
                    <a:pt x="0" y="3"/>
                  </a:cubicBezTo>
                  <a:cubicBezTo>
                    <a:pt x="0" y="41"/>
                    <a:pt x="0" y="41"/>
                    <a:pt x="0" y="41"/>
                  </a:cubicBezTo>
                  <a:cubicBezTo>
                    <a:pt x="6" y="43"/>
                    <a:pt x="14" y="43"/>
                    <a:pt x="21" y="41"/>
                  </a:cubicBezTo>
                  <a:cubicBezTo>
                    <a:pt x="36" y="37"/>
                    <a:pt x="45" y="24"/>
                    <a:pt x="42" y="12"/>
                  </a:cubicBezTo>
                  <a:cubicBezTo>
                    <a:pt x="41" y="11"/>
                    <a:pt x="41" y="10"/>
                    <a:pt x="40" y="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6" name="Freeform 212"/>
            <p:cNvSpPr>
              <a:spLocks/>
            </p:cNvSpPr>
            <p:nvPr/>
          </p:nvSpPr>
          <p:spPr bwMode="auto">
            <a:xfrm>
              <a:off x="74613" y="9525"/>
              <a:ext cx="104775" cy="11113"/>
            </a:xfrm>
            <a:custGeom>
              <a:avLst/>
              <a:gdLst>
                <a:gd name="T0" fmla="*/ 0 w 28"/>
                <a:gd name="T1" fmla="*/ 0 h 3"/>
                <a:gd name="T2" fmla="*/ 15 w 28"/>
                <a:gd name="T3" fmla="*/ 3 h 3"/>
                <a:gd name="T4" fmla="*/ 23 w 28"/>
                <a:gd name="T5" fmla="*/ 2 h 3"/>
                <a:gd name="T6" fmla="*/ 28 w 28"/>
                <a:gd name="T7" fmla="*/ 0 h 3"/>
                <a:gd name="T8" fmla="*/ 0 w 28"/>
                <a:gd name="T9" fmla="*/ 0 h 3"/>
              </a:gdLst>
              <a:ahLst/>
              <a:cxnLst>
                <a:cxn ang="0">
                  <a:pos x="T0" y="T1"/>
                </a:cxn>
                <a:cxn ang="0">
                  <a:pos x="T2" y="T3"/>
                </a:cxn>
                <a:cxn ang="0">
                  <a:pos x="T4" y="T5"/>
                </a:cxn>
                <a:cxn ang="0">
                  <a:pos x="T6" y="T7"/>
                </a:cxn>
                <a:cxn ang="0">
                  <a:pos x="T8" y="T9"/>
                </a:cxn>
              </a:cxnLst>
              <a:rect l="0" t="0" r="r" b="b"/>
              <a:pathLst>
                <a:path w="28" h="3">
                  <a:moveTo>
                    <a:pt x="0" y="0"/>
                  </a:moveTo>
                  <a:cubicBezTo>
                    <a:pt x="5" y="2"/>
                    <a:pt x="10" y="3"/>
                    <a:pt x="15" y="3"/>
                  </a:cubicBezTo>
                  <a:cubicBezTo>
                    <a:pt x="18" y="3"/>
                    <a:pt x="21" y="3"/>
                    <a:pt x="23" y="2"/>
                  </a:cubicBezTo>
                  <a:cubicBezTo>
                    <a:pt x="25" y="2"/>
                    <a:pt x="27" y="1"/>
                    <a:pt x="28"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7" name="Freeform 213"/>
            <p:cNvSpPr>
              <a:spLocks/>
            </p:cNvSpPr>
            <p:nvPr/>
          </p:nvSpPr>
          <p:spPr bwMode="auto">
            <a:xfrm>
              <a:off x="203200" y="114300"/>
              <a:ext cx="190500" cy="219075"/>
            </a:xfrm>
            <a:custGeom>
              <a:avLst/>
              <a:gdLst>
                <a:gd name="T0" fmla="*/ 33 w 51"/>
                <a:gd name="T1" fmla="*/ 55 h 58"/>
                <a:gd name="T2" fmla="*/ 46 w 51"/>
                <a:gd name="T3" fmla="*/ 22 h 58"/>
                <a:gd name="T4" fmla="*/ 46 w 51"/>
                <a:gd name="T5" fmla="*/ 21 h 58"/>
                <a:gd name="T6" fmla="*/ 39 w 51"/>
                <a:gd name="T7" fmla="*/ 18 h 58"/>
                <a:gd name="T8" fmla="*/ 22 w 51"/>
                <a:gd name="T9" fmla="*/ 0 h 58"/>
                <a:gd name="T10" fmla="*/ 17 w 51"/>
                <a:gd name="T11" fmla="*/ 1 h 58"/>
                <a:gd name="T12" fmla="*/ 4 w 51"/>
                <a:gd name="T13" fmla="*/ 34 h 58"/>
                <a:gd name="T14" fmla="*/ 33 w 51"/>
                <a:gd name="T15" fmla="*/ 55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58">
                  <a:moveTo>
                    <a:pt x="33" y="55"/>
                  </a:moveTo>
                  <a:cubicBezTo>
                    <a:pt x="45" y="51"/>
                    <a:pt x="51" y="37"/>
                    <a:pt x="46" y="22"/>
                  </a:cubicBezTo>
                  <a:cubicBezTo>
                    <a:pt x="46" y="21"/>
                    <a:pt x="46" y="21"/>
                    <a:pt x="46" y="21"/>
                  </a:cubicBezTo>
                  <a:cubicBezTo>
                    <a:pt x="44" y="20"/>
                    <a:pt x="41" y="19"/>
                    <a:pt x="39" y="18"/>
                  </a:cubicBezTo>
                  <a:cubicBezTo>
                    <a:pt x="31" y="14"/>
                    <a:pt x="25" y="7"/>
                    <a:pt x="22" y="0"/>
                  </a:cubicBezTo>
                  <a:cubicBezTo>
                    <a:pt x="20" y="0"/>
                    <a:pt x="19" y="0"/>
                    <a:pt x="17" y="1"/>
                  </a:cubicBezTo>
                  <a:cubicBezTo>
                    <a:pt x="6" y="4"/>
                    <a:pt x="0" y="19"/>
                    <a:pt x="4" y="34"/>
                  </a:cubicBezTo>
                  <a:cubicBezTo>
                    <a:pt x="9" y="49"/>
                    <a:pt x="22" y="58"/>
                    <a:pt x="33" y="5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8" name="Freeform 214"/>
            <p:cNvSpPr>
              <a:spLocks/>
            </p:cNvSpPr>
            <p:nvPr/>
          </p:nvSpPr>
          <p:spPr bwMode="auto">
            <a:xfrm>
              <a:off x="288925" y="9525"/>
              <a:ext cx="371475" cy="184150"/>
            </a:xfrm>
            <a:custGeom>
              <a:avLst/>
              <a:gdLst>
                <a:gd name="T0" fmla="*/ 4 w 99"/>
                <a:gd name="T1" fmla="*/ 0 h 49"/>
                <a:gd name="T2" fmla="*/ 2 w 99"/>
                <a:gd name="T3" fmla="*/ 22 h 49"/>
                <a:gd name="T4" fmla="*/ 5 w 99"/>
                <a:gd name="T5" fmla="*/ 29 h 49"/>
                <a:gd name="T6" fmla="*/ 19 w 99"/>
                <a:gd name="T7" fmla="*/ 41 h 49"/>
                <a:gd name="T8" fmla="*/ 20 w 99"/>
                <a:gd name="T9" fmla="*/ 42 h 49"/>
                <a:gd name="T10" fmla="*/ 60 w 99"/>
                <a:gd name="T11" fmla="*/ 44 h 49"/>
                <a:gd name="T12" fmla="*/ 97 w 99"/>
                <a:gd name="T13" fmla="*/ 0 h 49"/>
                <a:gd name="T14" fmla="*/ 4 w 99"/>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49">
                  <a:moveTo>
                    <a:pt x="4" y="0"/>
                  </a:moveTo>
                  <a:cubicBezTo>
                    <a:pt x="1" y="7"/>
                    <a:pt x="0" y="15"/>
                    <a:pt x="2" y="22"/>
                  </a:cubicBezTo>
                  <a:cubicBezTo>
                    <a:pt x="3" y="24"/>
                    <a:pt x="4" y="27"/>
                    <a:pt x="5" y="29"/>
                  </a:cubicBezTo>
                  <a:cubicBezTo>
                    <a:pt x="9" y="34"/>
                    <a:pt x="13" y="38"/>
                    <a:pt x="19" y="41"/>
                  </a:cubicBezTo>
                  <a:cubicBezTo>
                    <a:pt x="19" y="42"/>
                    <a:pt x="20" y="42"/>
                    <a:pt x="20" y="42"/>
                  </a:cubicBezTo>
                  <a:cubicBezTo>
                    <a:pt x="31" y="47"/>
                    <a:pt x="45" y="49"/>
                    <a:pt x="60" y="44"/>
                  </a:cubicBezTo>
                  <a:cubicBezTo>
                    <a:pt x="83" y="38"/>
                    <a:pt x="99" y="18"/>
                    <a:pt x="97" y="0"/>
                  </a:cubicBezTo>
                  <a:lnTo>
                    <a:pt x="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59" name="Freeform 215"/>
            <p:cNvSpPr>
              <a:spLocks/>
            </p:cNvSpPr>
            <p:nvPr/>
          </p:nvSpPr>
          <p:spPr bwMode="auto">
            <a:xfrm>
              <a:off x="115888" y="9525"/>
              <a:ext cx="169863" cy="222250"/>
            </a:xfrm>
            <a:custGeom>
              <a:avLst/>
              <a:gdLst>
                <a:gd name="T0" fmla="*/ 28 w 45"/>
                <a:gd name="T1" fmla="*/ 0 h 59"/>
                <a:gd name="T2" fmla="*/ 2 w 45"/>
                <a:gd name="T3" fmla="*/ 47 h 59"/>
                <a:gd name="T4" fmla="*/ 5 w 45"/>
                <a:gd name="T5" fmla="*/ 57 h 59"/>
                <a:gd name="T6" fmla="*/ 15 w 45"/>
                <a:gd name="T7" fmla="*/ 55 h 59"/>
                <a:gd name="T8" fmla="*/ 43 w 45"/>
                <a:gd name="T9" fmla="*/ 4 h 59"/>
                <a:gd name="T10" fmla="*/ 45 w 45"/>
                <a:gd name="T11" fmla="*/ 0 h 59"/>
                <a:gd name="T12" fmla="*/ 28 w 45"/>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45" h="59">
                  <a:moveTo>
                    <a:pt x="28" y="0"/>
                  </a:moveTo>
                  <a:cubicBezTo>
                    <a:pt x="2" y="47"/>
                    <a:pt x="2" y="47"/>
                    <a:pt x="2" y="47"/>
                  </a:cubicBezTo>
                  <a:cubicBezTo>
                    <a:pt x="0" y="51"/>
                    <a:pt x="2" y="56"/>
                    <a:pt x="5" y="57"/>
                  </a:cubicBezTo>
                  <a:cubicBezTo>
                    <a:pt x="9" y="59"/>
                    <a:pt x="13" y="58"/>
                    <a:pt x="15" y="55"/>
                  </a:cubicBezTo>
                  <a:cubicBezTo>
                    <a:pt x="43" y="4"/>
                    <a:pt x="43" y="4"/>
                    <a:pt x="43" y="4"/>
                  </a:cubicBezTo>
                  <a:cubicBezTo>
                    <a:pt x="45" y="0"/>
                    <a:pt x="45" y="0"/>
                    <a:pt x="45" y="0"/>
                  </a:cubicBezTo>
                  <a:lnTo>
                    <a:pt x="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0" name="Freeform 216"/>
            <p:cNvSpPr>
              <a:spLocks noEditPoints="1"/>
            </p:cNvSpPr>
            <p:nvPr/>
          </p:nvSpPr>
          <p:spPr bwMode="auto">
            <a:xfrm>
              <a:off x="473075" y="3781425"/>
              <a:ext cx="277813" cy="220663"/>
            </a:xfrm>
            <a:custGeom>
              <a:avLst/>
              <a:gdLst>
                <a:gd name="T0" fmla="*/ 67 w 74"/>
                <a:gd name="T1" fmla="*/ 14 h 59"/>
                <a:gd name="T2" fmla="*/ 60 w 74"/>
                <a:gd name="T3" fmla="*/ 14 h 59"/>
                <a:gd name="T4" fmla="*/ 60 w 74"/>
                <a:gd name="T5" fmla="*/ 17 h 59"/>
                <a:gd name="T6" fmla="*/ 68 w 74"/>
                <a:gd name="T7" fmla="*/ 34 h 59"/>
                <a:gd name="T8" fmla="*/ 68 w 74"/>
                <a:gd name="T9" fmla="*/ 41 h 59"/>
                <a:gd name="T10" fmla="*/ 60 w 74"/>
                <a:gd name="T11" fmla="*/ 59 h 59"/>
                <a:gd name="T12" fmla="*/ 74 w 74"/>
                <a:gd name="T13" fmla="*/ 56 h 59"/>
                <a:gd name="T14" fmla="*/ 74 w 74"/>
                <a:gd name="T15" fmla="*/ 22 h 59"/>
                <a:gd name="T16" fmla="*/ 60 w 74"/>
                <a:gd name="T17" fmla="*/ 0 h 59"/>
                <a:gd name="T18" fmla="*/ 37 w 74"/>
                <a:gd name="T19" fmla="*/ 5 h 59"/>
                <a:gd name="T20" fmla="*/ 60 w 74"/>
                <a:gd name="T21" fmla="*/ 14 h 59"/>
                <a:gd name="T22" fmla="*/ 37 w 74"/>
                <a:gd name="T23" fmla="*/ 47 h 59"/>
                <a:gd name="T24" fmla="*/ 57 w 74"/>
                <a:gd name="T25" fmla="*/ 56 h 59"/>
                <a:gd name="T26" fmla="*/ 60 w 74"/>
                <a:gd name="T27" fmla="*/ 59 h 59"/>
                <a:gd name="T28" fmla="*/ 53 w 74"/>
                <a:gd name="T29" fmla="*/ 41 h 59"/>
                <a:gd name="T30" fmla="*/ 60 w 74"/>
                <a:gd name="T31" fmla="*/ 34 h 59"/>
                <a:gd name="T32" fmla="*/ 37 w 74"/>
                <a:gd name="T33" fmla="*/ 17 h 59"/>
                <a:gd name="T34" fmla="*/ 37 w 74"/>
                <a:gd name="T35" fmla="*/ 0 h 59"/>
                <a:gd name="T36" fmla="*/ 14 w 74"/>
                <a:gd name="T37" fmla="*/ 1 h 59"/>
                <a:gd name="T38" fmla="*/ 19 w 74"/>
                <a:gd name="T39" fmla="*/ 5 h 59"/>
                <a:gd name="T40" fmla="*/ 37 w 74"/>
                <a:gd name="T41" fmla="*/ 5 h 59"/>
                <a:gd name="T42" fmla="*/ 14 w 74"/>
                <a:gd name="T43" fmla="*/ 59 h 59"/>
                <a:gd name="T44" fmla="*/ 18 w 74"/>
                <a:gd name="T45" fmla="*/ 56 h 59"/>
                <a:gd name="T46" fmla="*/ 37 w 74"/>
                <a:gd name="T47" fmla="*/ 47 h 59"/>
                <a:gd name="T48" fmla="*/ 14 w 74"/>
                <a:gd name="T49" fmla="*/ 17 h 59"/>
                <a:gd name="T50" fmla="*/ 22 w 74"/>
                <a:gd name="T51" fmla="*/ 34 h 59"/>
                <a:gd name="T52" fmla="*/ 22 w 74"/>
                <a:gd name="T53" fmla="*/ 41 h 59"/>
                <a:gd name="T54" fmla="*/ 14 w 74"/>
                <a:gd name="T55" fmla="*/ 59 h 59"/>
                <a:gd name="T56" fmla="*/ 8 w 74"/>
                <a:gd name="T57" fmla="*/ 14 h 59"/>
                <a:gd name="T58" fmla="*/ 0 w 74"/>
                <a:gd name="T59" fmla="*/ 46 h 59"/>
                <a:gd name="T60" fmla="*/ 0 w 74"/>
                <a:gd name="T61" fmla="*/ 56 h 59"/>
                <a:gd name="T62" fmla="*/ 14 w 74"/>
                <a:gd name="T63" fmla="*/ 59 h 59"/>
                <a:gd name="T64" fmla="*/ 7 w 74"/>
                <a:gd name="T65" fmla="*/ 41 h 59"/>
                <a:gd name="T66" fmla="*/ 14 w 74"/>
                <a:gd name="T67" fmla="*/ 34 h 59"/>
                <a:gd name="T68" fmla="*/ 13 w 74"/>
                <a:gd name="T69" fmla="*/ 17 h 59"/>
                <a:gd name="T70" fmla="*/ 14 w 74"/>
                <a:gd name="T7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59">
                  <a:moveTo>
                    <a:pt x="74" y="22"/>
                  </a:moveTo>
                  <a:cubicBezTo>
                    <a:pt x="67" y="14"/>
                    <a:pt x="67" y="14"/>
                    <a:pt x="67" y="14"/>
                  </a:cubicBezTo>
                  <a:cubicBezTo>
                    <a:pt x="60" y="1"/>
                    <a:pt x="60" y="1"/>
                    <a:pt x="60" y="1"/>
                  </a:cubicBezTo>
                  <a:cubicBezTo>
                    <a:pt x="60" y="14"/>
                    <a:pt x="60" y="14"/>
                    <a:pt x="60" y="14"/>
                  </a:cubicBezTo>
                  <a:cubicBezTo>
                    <a:pt x="62" y="17"/>
                    <a:pt x="62" y="17"/>
                    <a:pt x="62" y="17"/>
                  </a:cubicBezTo>
                  <a:cubicBezTo>
                    <a:pt x="60" y="17"/>
                    <a:pt x="60" y="17"/>
                    <a:pt x="60" y="17"/>
                  </a:cubicBezTo>
                  <a:cubicBezTo>
                    <a:pt x="60" y="34"/>
                    <a:pt x="60" y="34"/>
                    <a:pt x="60" y="34"/>
                  </a:cubicBezTo>
                  <a:cubicBezTo>
                    <a:pt x="68" y="34"/>
                    <a:pt x="68" y="34"/>
                    <a:pt x="68" y="34"/>
                  </a:cubicBezTo>
                  <a:cubicBezTo>
                    <a:pt x="68" y="41"/>
                    <a:pt x="68" y="41"/>
                    <a:pt x="68" y="41"/>
                  </a:cubicBezTo>
                  <a:cubicBezTo>
                    <a:pt x="68" y="41"/>
                    <a:pt x="68" y="41"/>
                    <a:pt x="68" y="41"/>
                  </a:cubicBezTo>
                  <a:cubicBezTo>
                    <a:pt x="60" y="41"/>
                    <a:pt x="60" y="41"/>
                    <a:pt x="60" y="41"/>
                  </a:cubicBezTo>
                  <a:cubicBezTo>
                    <a:pt x="60" y="59"/>
                    <a:pt x="60" y="59"/>
                    <a:pt x="60" y="59"/>
                  </a:cubicBezTo>
                  <a:cubicBezTo>
                    <a:pt x="71" y="59"/>
                    <a:pt x="71" y="59"/>
                    <a:pt x="71" y="59"/>
                  </a:cubicBezTo>
                  <a:cubicBezTo>
                    <a:pt x="73" y="59"/>
                    <a:pt x="74" y="58"/>
                    <a:pt x="74" y="56"/>
                  </a:cubicBezTo>
                  <a:cubicBezTo>
                    <a:pt x="74" y="47"/>
                    <a:pt x="74" y="47"/>
                    <a:pt x="74" y="47"/>
                  </a:cubicBezTo>
                  <a:lnTo>
                    <a:pt x="74" y="22"/>
                  </a:lnTo>
                  <a:close/>
                  <a:moveTo>
                    <a:pt x="60" y="1"/>
                  </a:moveTo>
                  <a:cubicBezTo>
                    <a:pt x="60" y="0"/>
                    <a:pt x="60" y="0"/>
                    <a:pt x="60" y="0"/>
                  </a:cubicBezTo>
                  <a:cubicBezTo>
                    <a:pt x="37" y="0"/>
                    <a:pt x="37" y="0"/>
                    <a:pt x="37" y="0"/>
                  </a:cubicBezTo>
                  <a:cubicBezTo>
                    <a:pt x="37" y="5"/>
                    <a:pt x="37" y="5"/>
                    <a:pt x="37" y="5"/>
                  </a:cubicBezTo>
                  <a:cubicBezTo>
                    <a:pt x="56" y="5"/>
                    <a:pt x="56" y="5"/>
                    <a:pt x="56" y="5"/>
                  </a:cubicBezTo>
                  <a:cubicBezTo>
                    <a:pt x="60" y="14"/>
                    <a:pt x="60" y="14"/>
                    <a:pt x="60" y="14"/>
                  </a:cubicBezTo>
                  <a:cubicBezTo>
                    <a:pt x="60" y="1"/>
                    <a:pt x="60" y="1"/>
                    <a:pt x="60" y="1"/>
                  </a:cubicBezTo>
                  <a:close/>
                  <a:moveTo>
                    <a:pt x="37" y="47"/>
                  </a:moveTo>
                  <a:cubicBezTo>
                    <a:pt x="57" y="47"/>
                    <a:pt x="57" y="47"/>
                    <a:pt x="57" y="47"/>
                  </a:cubicBezTo>
                  <a:cubicBezTo>
                    <a:pt x="57" y="56"/>
                    <a:pt x="57" y="56"/>
                    <a:pt x="57" y="56"/>
                  </a:cubicBezTo>
                  <a:cubicBezTo>
                    <a:pt x="57" y="58"/>
                    <a:pt x="58" y="59"/>
                    <a:pt x="60" y="59"/>
                  </a:cubicBezTo>
                  <a:cubicBezTo>
                    <a:pt x="60" y="59"/>
                    <a:pt x="60" y="59"/>
                    <a:pt x="60" y="59"/>
                  </a:cubicBezTo>
                  <a:cubicBezTo>
                    <a:pt x="60" y="41"/>
                    <a:pt x="60" y="41"/>
                    <a:pt x="60" y="41"/>
                  </a:cubicBezTo>
                  <a:cubicBezTo>
                    <a:pt x="53" y="41"/>
                    <a:pt x="53" y="41"/>
                    <a:pt x="53" y="41"/>
                  </a:cubicBezTo>
                  <a:cubicBezTo>
                    <a:pt x="53" y="34"/>
                    <a:pt x="53" y="34"/>
                    <a:pt x="53" y="34"/>
                  </a:cubicBezTo>
                  <a:cubicBezTo>
                    <a:pt x="60" y="34"/>
                    <a:pt x="60" y="34"/>
                    <a:pt x="60" y="34"/>
                  </a:cubicBezTo>
                  <a:cubicBezTo>
                    <a:pt x="60" y="17"/>
                    <a:pt x="60" y="17"/>
                    <a:pt x="60" y="17"/>
                  </a:cubicBezTo>
                  <a:cubicBezTo>
                    <a:pt x="37" y="17"/>
                    <a:pt x="37" y="17"/>
                    <a:pt x="37" y="17"/>
                  </a:cubicBezTo>
                  <a:lnTo>
                    <a:pt x="37" y="47"/>
                  </a:lnTo>
                  <a:close/>
                  <a:moveTo>
                    <a:pt x="37" y="0"/>
                  </a:moveTo>
                  <a:cubicBezTo>
                    <a:pt x="15" y="0"/>
                    <a:pt x="15" y="0"/>
                    <a:pt x="15" y="0"/>
                  </a:cubicBezTo>
                  <a:cubicBezTo>
                    <a:pt x="14" y="1"/>
                    <a:pt x="14" y="1"/>
                    <a:pt x="14" y="1"/>
                  </a:cubicBezTo>
                  <a:cubicBezTo>
                    <a:pt x="14" y="14"/>
                    <a:pt x="14" y="14"/>
                    <a:pt x="14" y="14"/>
                  </a:cubicBezTo>
                  <a:cubicBezTo>
                    <a:pt x="19" y="5"/>
                    <a:pt x="19" y="5"/>
                    <a:pt x="19" y="5"/>
                  </a:cubicBezTo>
                  <a:cubicBezTo>
                    <a:pt x="19" y="5"/>
                    <a:pt x="19" y="5"/>
                    <a:pt x="19" y="5"/>
                  </a:cubicBezTo>
                  <a:cubicBezTo>
                    <a:pt x="37" y="5"/>
                    <a:pt x="37" y="5"/>
                    <a:pt x="37" y="5"/>
                  </a:cubicBezTo>
                  <a:cubicBezTo>
                    <a:pt x="37" y="0"/>
                    <a:pt x="37" y="0"/>
                    <a:pt x="37" y="0"/>
                  </a:cubicBezTo>
                  <a:close/>
                  <a:moveTo>
                    <a:pt x="14" y="59"/>
                  </a:moveTo>
                  <a:cubicBezTo>
                    <a:pt x="15" y="59"/>
                    <a:pt x="15" y="59"/>
                    <a:pt x="15" y="59"/>
                  </a:cubicBezTo>
                  <a:cubicBezTo>
                    <a:pt x="16" y="59"/>
                    <a:pt x="18" y="58"/>
                    <a:pt x="18" y="56"/>
                  </a:cubicBezTo>
                  <a:cubicBezTo>
                    <a:pt x="18" y="47"/>
                    <a:pt x="18" y="47"/>
                    <a:pt x="18" y="47"/>
                  </a:cubicBezTo>
                  <a:cubicBezTo>
                    <a:pt x="37" y="47"/>
                    <a:pt x="37" y="47"/>
                    <a:pt x="37" y="47"/>
                  </a:cubicBezTo>
                  <a:cubicBezTo>
                    <a:pt x="37" y="17"/>
                    <a:pt x="37" y="17"/>
                    <a:pt x="37" y="17"/>
                  </a:cubicBezTo>
                  <a:cubicBezTo>
                    <a:pt x="14" y="17"/>
                    <a:pt x="14" y="17"/>
                    <a:pt x="14" y="17"/>
                  </a:cubicBezTo>
                  <a:cubicBezTo>
                    <a:pt x="14" y="34"/>
                    <a:pt x="14" y="34"/>
                    <a:pt x="14" y="34"/>
                  </a:cubicBezTo>
                  <a:cubicBezTo>
                    <a:pt x="22" y="34"/>
                    <a:pt x="22" y="34"/>
                    <a:pt x="22" y="34"/>
                  </a:cubicBezTo>
                  <a:cubicBezTo>
                    <a:pt x="22" y="41"/>
                    <a:pt x="22" y="41"/>
                    <a:pt x="22" y="41"/>
                  </a:cubicBezTo>
                  <a:cubicBezTo>
                    <a:pt x="22" y="41"/>
                    <a:pt x="22" y="41"/>
                    <a:pt x="22" y="41"/>
                  </a:cubicBezTo>
                  <a:cubicBezTo>
                    <a:pt x="14" y="41"/>
                    <a:pt x="14" y="41"/>
                    <a:pt x="14" y="41"/>
                  </a:cubicBezTo>
                  <a:lnTo>
                    <a:pt x="14" y="59"/>
                  </a:lnTo>
                  <a:close/>
                  <a:moveTo>
                    <a:pt x="14" y="1"/>
                  </a:moveTo>
                  <a:cubicBezTo>
                    <a:pt x="8" y="14"/>
                    <a:pt x="8" y="14"/>
                    <a:pt x="8" y="14"/>
                  </a:cubicBezTo>
                  <a:cubicBezTo>
                    <a:pt x="0" y="22"/>
                    <a:pt x="0" y="22"/>
                    <a:pt x="0" y="22"/>
                  </a:cubicBezTo>
                  <a:cubicBezTo>
                    <a:pt x="0" y="46"/>
                    <a:pt x="0" y="46"/>
                    <a:pt x="0" y="46"/>
                  </a:cubicBezTo>
                  <a:cubicBezTo>
                    <a:pt x="0" y="47"/>
                    <a:pt x="0" y="47"/>
                    <a:pt x="0" y="47"/>
                  </a:cubicBezTo>
                  <a:cubicBezTo>
                    <a:pt x="0" y="56"/>
                    <a:pt x="0" y="56"/>
                    <a:pt x="0" y="56"/>
                  </a:cubicBezTo>
                  <a:cubicBezTo>
                    <a:pt x="0" y="58"/>
                    <a:pt x="2" y="59"/>
                    <a:pt x="4" y="59"/>
                  </a:cubicBezTo>
                  <a:cubicBezTo>
                    <a:pt x="14" y="59"/>
                    <a:pt x="14" y="59"/>
                    <a:pt x="14" y="59"/>
                  </a:cubicBezTo>
                  <a:cubicBezTo>
                    <a:pt x="14" y="41"/>
                    <a:pt x="14" y="41"/>
                    <a:pt x="14" y="41"/>
                  </a:cubicBezTo>
                  <a:cubicBezTo>
                    <a:pt x="7" y="41"/>
                    <a:pt x="7" y="41"/>
                    <a:pt x="7" y="41"/>
                  </a:cubicBezTo>
                  <a:cubicBezTo>
                    <a:pt x="7" y="34"/>
                    <a:pt x="7" y="34"/>
                    <a:pt x="7" y="34"/>
                  </a:cubicBezTo>
                  <a:cubicBezTo>
                    <a:pt x="14" y="34"/>
                    <a:pt x="14" y="34"/>
                    <a:pt x="14" y="34"/>
                  </a:cubicBezTo>
                  <a:cubicBezTo>
                    <a:pt x="14" y="17"/>
                    <a:pt x="14" y="17"/>
                    <a:pt x="14" y="17"/>
                  </a:cubicBezTo>
                  <a:cubicBezTo>
                    <a:pt x="13" y="17"/>
                    <a:pt x="13" y="17"/>
                    <a:pt x="13" y="17"/>
                  </a:cubicBezTo>
                  <a:cubicBezTo>
                    <a:pt x="14" y="14"/>
                    <a:pt x="14" y="14"/>
                    <a:pt x="14" y="14"/>
                  </a:cubicBezTo>
                  <a:lnTo>
                    <a:pt x="14"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1" name="Freeform 217"/>
            <p:cNvSpPr>
              <a:spLocks/>
            </p:cNvSpPr>
            <p:nvPr/>
          </p:nvSpPr>
          <p:spPr bwMode="auto">
            <a:xfrm>
              <a:off x="0" y="3113088"/>
              <a:ext cx="153988" cy="420688"/>
            </a:xfrm>
            <a:custGeom>
              <a:avLst/>
              <a:gdLst>
                <a:gd name="T0" fmla="*/ 0 w 41"/>
                <a:gd name="T1" fmla="*/ 112 h 112"/>
                <a:gd name="T2" fmla="*/ 11 w 41"/>
                <a:gd name="T3" fmla="*/ 112 h 112"/>
                <a:gd name="T4" fmla="*/ 11 w 41"/>
                <a:gd name="T5" fmla="*/ 40 h 112"/>
                <a:gd name="T6" fmla="*/ 29 w 41"/>
                <a:gd name="T7" fmla="*/ 57 h 112"/>
                <a:gd name="T8" fmla="*/ 41 w 41"/>
                <a:gd name="T9" fmla="*/ 38 h 112"/>
                <a:gd name="T10" fmla="*/ 0 w 41"/>
                <a:gd name="T11" fmla="*/ 0 h 112"/>
                <a:gd name="T12" fmla="*/ 0 w 41"/>
                <a:gd name="T13" fmla="*/ 112 h 112"/>
              </a:gdLst>
              <a:ahLst/>
              <a:cxnLst>
                <a:cxn ang="0">
                  <a:pos x="T0" y="T1"/>
                </a:cxn>
                <a:cxn ang="0">
                  <a:pos x="T2" y="T3"/>
                </a:cxn>
                <a:cxn ang="0">
                  <a:pos x="T4" y="T5"/>
                </a:cxn>
                <a:cxn ang="0">
                  <a:pos x="T6" y="T7"/>
                </a:cxn>
                <a:cxn ang="0">
                  <a:pos x="T8" y="T9"/>
                </a:cxn>
                <a:cxn ang="0">
                  <a:pos x="T10" y="T11"/>
                </a:cxn>
                <a:cxn ang="0">
                  <a:pos x="T12" y="T13"/>
                </a:cxn>
              </a:cxnLst>
              <a:rect l="0" t="0" r="r" b="b"/>
              <a:pathLst>
                <a:path w="41" h="112">
                  <a:moveTo>
                    <a:pt x="0" y="112"/>
                  </a:moveTo>
                  <a:cubicBezTo>
                    <a:pt x="11" y="112"/>
                    <a:pt x="11" y="112"/>
                    <a:pt x="11" y="112"/>
                  </a:cubicBezTo>
                  <a:cubicBezTo>
                    <a:pt x="11" y="40"/>
                    <a:pt x="11" y="40"/>
                    <a:pt x="11" y="40"/>
                  </a:cubicBezTo>
                  <a:cubicBezTo>
                    <a:pt x="17" y="44"/>
                    <a:pt x="29" y="57"/>
                    <a:pt x="29" y="57"/>
                  </a:cubicBezTo>
                  <a:cubicBezTo>
                    <a:pt x="41" y="38"/>
                    <a:pt x="41" y="38"/>
                    <a:pt x="41" y="38"/>
                  </a:cubicBezTo>
                  <a:cubicBezTo>
                    <a:pt x="36" y="24"/>
                    <a:pt x="10" y="7"/>
                    <a:pt x="0" y="0"/>
                  </a:cubicBezTo>
                  <a:lnTo>
                    <a:pt x="0" y="1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2" name="Freeform 218"/>
            <p:cNvSpPr>
              <a:spLocks noEditPoints="1"/>
            </p:cNvSpPr>
            <p:nvPr/>
          </p:nvSpPr>
          <p:spPr bwMode="auto">
            <a:xfrm>
              <a:off x="3119438" y="9525"/>
              <a:ext cx="588963" cy="412750"/>
            </a:xfrm>
            <a:custGeom>
              <a:avLst/>
              <a:gdLst>
                <a:gd name="T0" fmla="*/ 78 w 157"/>
                <a:gd name="T1" fmla="*/ 110 h 110"/>
                <a:gd name="T2" fmla="*/ 157 w 157"/>
                <a:gd name="T3" fmla="*/ 31 h 110"/>
                <a:gd name="T4" fmla="*/ 151 w 157"/>
                <a:gd name="T5" fmla="*/ 0 h 110"/>
                <a:gd name="T6" fmla="*/ 133 w 157"/>
                <a:gd name="T7" fmla="*/ 0 h 110"/>
                <a:gd name="T8" fmla="*/ 141 w 157"/>
                <a:gd name="T9" fmla="*/ 31 h 110"/>
                <a:gd name="T10" fmla="*/ 78 w 157"/>
                <a:gd name="T11" fmla="*/ 94 h 110"/>
                <a:gd name="T12" fmla="*/ 78 w 157"/>
                <a:gd name="T13" fmla="*/ 110 h 110"/>
                <a:gd name="T14" fmla="*/ 78 w 157"/>
                <a:gd name="T15" fmla="*/ 81 h 110"/>
                <a:gd name="T16" fmla="*/ 78 w 157"/>
                <a:gd name="T17" fmla="*/ 31 h 110"/>
                <a:gd name="T18" fmla="*/ 85 w 157"/>
                <a:gd name="T19" fmla="*/ 31 h 110"/>
                <a:gd name="T20" fmla="*/ 85 w 157"/>
                <a:gd name="T21" fmla="*/ 0 h 110"/>
                <a:gd name="T22" fmla="*/ 117 w 157"/>
                <a:gd name="T23" fmla="*/ 0 h 110"/>
                <a:gd name="T24" fmla="*/ 128 w 157"/>
                <a:gd name="T25" fmla="*/ 31 h 110"/>
                <a:gd name="T26" fmla="*/ 78 w 157"/>
                <a:gd name="T27" fmla="*/ 81 h 110"/>
                <a:gd name="T28" fmla="*/ 6 w 157"/>
                <a:gd name="T29" fmla="*/ 0 h 110"/>
                <a:gd name="T30" fmla="*/ 0 w 157"/>
                <a:gd name="T31" fmla="*/ 31 h 110"/>
                <a:gd name="T32" fmla="*/ 78 w 157"/>
                <a:gd name="T33" fmla="*/ 110 h 110"/>
                <a:gd name="T34" fmla="*/ 78 w 157"/>
                <a:gd name="T35" fmla="*/ 110 h 110"/>
                <a:gd name="T36" fmla="*/ 78 w 157"/>
                <a:gd name="T37" fmla="*/ 94 h 110"/>
                <a:gd name="T38" fmla="*/ 78 w 157"/>
                <a:gd name="T39" fmla="*/ 94 h 110"/>
                <a:gd name="T40" fmla="*/ 78 w 157"/>
                <a:gd name="T41" fmla="*/ 94 h 110"/>
                <a:gd name="T42" fmla="*/ 15 w 157"/>
                <a:gd name="T43" fmla="*/ 31 h 110"/>
                <a:gd name="T44" fmla="*/ 23 w 157"/>
                <a:gd name="T45" fmla="*/ 0 h 110"/>
                <a:gd name="T46" fmla="*/ 6 w 157"/>
                <a:gd name="T47" fmla="*/ 0 h 110"/>
                <a:gd name="T48" fmla="*/ 78 w 157"/>
                <a:gd name="T49" fmla="*/ 31 h 110"/>
                <a:gd name="T50" fmla="*/ 78 w 157"/>
                <a:gd name="T51" fmla="*/ 81 h 110"/>
                <a:gd name="T52" fmla="*/ 78 w 157"/>
                <a:gd name="T53" fmla="*/ 81 h 110"/>
                <a:gd name="T54" fmla="*/ 28 w 157"/>
                <a:gd name="T55" fmla="*/ 31 h 110"/>
                <a:gd name="T56" fmla="*/ 39 w 157"/>
                <a:gd name="T57" fmla="*/ 0 h 110"/>
                <a:gd name="T58" fmla="*/ 72 w 157"/>
                <a:gd name="T59" fmla="*/ 0 h 110"/>
                <a:gd name="T60" fmla="*/ 72 w 157"/>
                <a:gd name="T61" fmla="*/ 31 h 110"/>
                <a:gd name="T62" fmla="*/ 78 w 157"/>
                <a:gd name="T63" fmla="*/ 3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7" h="110">
                  <a:moveTo>
                    <a:pt x="78" y="110"/>
                  </a:moveTo>
                  <a:cubicBezTo>
                    <a:pt x="122" y="110"/>
                    <a:pt x="157" y="74"/>
                    <a:pt x="157" y="31"/>
                  </a:cubicBezTo>
                  <a:cubicBezTo>
                    <a:pt x="157" y="20"/>
                    <a:pt x="155" y="10"/>
                    <a:pt x="151" y="0"/>
                  </a:cubicBezTo>
                  <a:cubicBezTo>
                    <a:pt x="133" y="0"/>
                    <a:pt x="133" y="0"/>
                    <a:pt x="133" y="0"/>
                  </a:cubicBezTo>
                  <a:cubicBezTo>
                    <a:pt x="138" y="9"/>
                    <a:pt x="141" y="20"/>
                    <a:pt x="141" y="31"/>
                  </a:cubicBezTo>
                  <a:cubicBezTo>
                    <a:pt x="141" y="66"/>
                    <a:pt x="113" y="94"/>
                    <a:pt x="78" y="94"/>
                  </a:cubicBezTo>
                  <a:cubicBezTo>
                    <a:pt x="78" y="110"/>
                    <a:pt x="78" y="110"/>
                    <a:pt x="78" y="110"/>
                  </a:cubicBezTo>
                  <a:close/>
                  <a:moveTo>
                    <a:pt x="78" y="81"/>
                  </a:moveTo>
                  <a:cubicBezTo>
                    <a:pt x="78" y="31"/>
                    <a:pt x="78" y="31"/>
                    <a:pt x="78" y="31"/>
                  </a:cubicBezTo>
                  <a:cubicBezTo>
                    <a:pt x="85" y="31"/>
                    <a:pt x="85" y="31"/>
                    <a:pt x="85" y="31"/>
                  </a:cubicBezTo>
                  <a:cubicBezTo>
                    <a:pt x="85" y="0"/>
                    <a:pt x="85" y="0"/>
                    <a:pt x="85" y="0"/>
                  </a:cubicBezTo>
                  <a:cubicBezTo>
                    <a:pt x="117" y="0"/>
                    <a:pt x="117" y="0"/>
                    <a:pt x="117" y="0"/>
                  </a:cubicBezTo>
                  <a:cubicBezTo>
                    <a:pt x="124" y="9"/>
                    <a:pt x="128" y="20"/>
                    <a:pt x="128" y="31"/>
                  </a:cubicBezTo>
                  <a:cubicBezTo>
                    <a:pt x="128" y="59"/>
                    <a:pt x="106" y="81"/>
                    <a:pt x="78" y="81"/>
                  </a:cubicBezTo>
                  <a:close/>
                  <a:moveTo>
                    <a:pt x="6" y="0"/>
                  </a:moveTo>
                  <a:cubicBezTo>
                    <a:pt x="2" y="10"/>
                    <a:pt x="0" y="20"/>
                    <a:pt x="0" y="31"/>
                  </a:cubicBezTo>
                  <a:cubicBezTo>
                    <a:pt x="0" y="74"/>
                    <a:pt x="35" y="110"/>
                    <a:pt x="78" y="110"/>
                  </a:cubicBezTo>
                  <a:cubicBezTo>
                    <a:pt x="78" y="110"/>
                    <a:pt x="78" y="110"/>
                    <a:pt x="78" y="110"/>
                  </a:cubicBezTo>
                  <a:cubicBezTo>
                    <a:pt x="78" y="94"/>
                    <a:pt x="78" y="94"/>
                    <a:pt x="78" y="94"/>
                  </a:cubicBezTo>
                  <a:cubicBezTo>
                    <a:pt x="78" y="94"/>
                    <a:pt x="78" y="94"/>
                    <a:pt x="78" y="94"/>
                  </a:cubicBezTo>
                  <a:cubicBezTo>
                    <a:pt x="78" y="94"/>
                    <a:pt x="78" y="94"/>
                    <a:pt x="78" y="94"/>
                  </a:cubicBezTo>
                  <a:cubicBezTo>
                    <a:pt x="44" y="94"/>
                    <a:pt x="15" y="66"/>
                    <a:pt x="15" y="31"/>
                  </a:cubicBezTo>
                  <a:cubicBezTo>
                    <a:pt x="15" y="20"/>
                    <a:pt x="18" y="9"/>
                    <a:pt x="23" y="0"/>
                  </a:cubicBezTo>
                  <a:cubicBezTo>
                    <a:pt x="6" y="0"/>
                    <a:pt x="6" y="0"/>
                    <a:pt x="6" y="0"/>
                  </a:cubicBezTo>
                  <a:close/>
                  <a:moveTo>
                    <a:pt x="78" y="31"/>
                  </a:moveTo>
                  <a:cubicBezTo>
                    <a:pt x="78" y="81"/>
                    <a:pt x="78" y="81"/>
                    <a:pt x="78" y="81"/>
                  </a:cubicBezTo>
                  <a:cubicBezTo>
                    <a:pt x="78" y="81"/>
                    <a:pt x="78" y="81"/>
                    <a:pt x="78" y="81"/>
                  </a:cubicBezTo>
                  <a:cubicBezTo>
                    <a:pt x="51" y="81"/>
                    <a:pt x="28" y="59"/>
                    <a:pt x="28" y="31"/>
                  </a:cubicBezTo>
                  <a:cubicBezTo>
                    <a:pt x="28" y="20"/>
                    <a:pt x="32" y="9"/>
                    <a:pt x="39" y="0"/>
                  </a:cubicBezTo>
                  <a:cubicBezTo>
                    <a:pt x="72" y="0"/>
                    <a:pt x="72" y="0"/>
                    <a:pt x="72" y="0"/>
                  </a:cubicBezTo>
                  <a:cubicBezTo>
                    <a:pt x="72" y="31"/>
                    <a:pt x="72" y="31"/>
                    <a:pt x="72" y="31"/>
                  </a:cubicBezTo>
                  <a:lnTo>
                    <a:pt x="78" y="3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3" name="Freeform 219"/>
            <p:cNvSpPr>
              <a:spLocks noEditPoints="1"/>
            </p:cNvSpPr>
            <p:nvPr/>
          </p:nvSpPr>
          <p:spPr bwMode="auto">
            <a:xfrm>
              <a:off x="8970963" y="9525"/>
              <a:ext cx="379413" cy="274638"/>
            </a:xfrm>
            <a:custGeom>
              <a:avLst/>
              <a:gdLst>
                <a:gd name="T0" fmla="*/ 239 w 239"/>
                <a:gd name="T1" fmla="*/ 173 h 173"/>
                <a:gd name="T2" fmla="*/ 213 w 239"/>
                <a:gd name="T3" fmla="*/ 0 h 173"/>
                <a:gd name="T4" fmla="*/ 213 w 239"/>
                <a:gd name="T5" fmla="*/ 36 h 173"/>
                <a:gd name="T6" fmla="*/ 192 w 239"/>
                <a:gd name="T7" fmla="*/ 64 h 173"/>
                <a:gd name="T8" fmla="*/ 213 w 239"/>
                <a:gd name="T9" fmla="*/ 95 h 173"/>
                <a:gd name="T10" fmla="*/ 192 w 239"/>
                <a:gd name="T11" fmla="*/ 95 h 173"/>
                <a:gd name="T12" fmla="*/ 213 w 239"/>
                <a:gd name="T13" fmla="*/ 116 h 173"/>
                <a:gd name="T14" fmla="*/ 213 w 239"/>
                <a:gd name="T15" fmla="*/ 147 h 173"/>
                <a:gd name="T16" fmla="*/ 192 w 239"/>
                <a:gd name="T17" fmla="*/ 173 h 173"/>
                <a:gd name="T18" fmla="*/ 192 w 239"/>
                <a:gd name="T19" fmla="*/ 173 h 173"/>
                <a:gd name="T20" fmla="*/ 168 w 239"/>
                <a:gd name="T21" fmla="*/ 147 h 173"/>
                <a:gd name="T22" fmla="*/ 192 w 239"/>
                <a:gd name="T23" fmla="*/ 116 h 173"/>
                <a:gd name="T24" fmla="*/ 168 w 239"/>
                <a:gd name="T25" fmla="*/ 95 h 173"/>
                <a:gd name="T26" fmla="*/ 192 w 239"/>
                <a:gd name="T27" fmla="*/ 64 h 173"/>
                <a:gd name="T28" fmla="*/ 121 w 239"/>
                <a:gd name="T29" fmla="*/ 36 h 173"/>
                <a:gd name="T30" fmla="*/ 142 w 239"/>
                <a:gd name="T31" fmla="*/ 64 h 173"/>
                <a:gd name="T32" fmla="*/ 142 w 239"/>
                <a:gd name="T33" fmla="*/ 95 h 173"/>
                <a:gd name="T34" fmla="*/ 121 w 239"/>
                <a:gd name="T35" fmla="*/ 116 h 173"/>
                <a:gd name="T36" fmla="*/ 142 w 239"/>
                <a:gd name="T37" fmla="*/ 147 h 173"/>
                <a:gd name="T38" fmla="*/ 121 w 239"/>
                <a:gd name="T39" fmla="*/ 147 h 173"/>
                <a:gd name="T40" fmla="*/ 48 w 239"/>
                <a:gd name="T41" fmla="*/ 173 h 173"/>
                <a:gd name="T42" fmla="*/ 121 w 239"/>
                <a:gd name="T43" fmla="*/ 147 h 173"/>
                <a:gd name="T44" fmla="*/ 97 w 239"/>
                <a:gd name="T45" fmla="*/ 116 h 173"/>
                <a:gd name="T46" fmla="*/ 121 w 239"/>
                <a:gd name="T47" fmla="*/ 95 h 173"/>
                <a:gd name="T48" fmla="*/ 97 w 239"/>
                <a:gd name="T49" fmla="*/ 64 h 173"/>
                <a:gd name="T50" fmla="*/ 121 w 239"/>
                <a:gd name="T51" fmla="*/ 36 h 173"/>
                <a:gd name="T52" fmla="*/ 48 w 239"/>
                <a:gd name="T53" fmla="*/ 64 h 173"/>
                <a:gd name="T54" fmla="*/ 71 w 239"/>
                <a:gd name="T55" fmla="*/ 95 h 173"/>
                <a:gd name="T56" fmla="*/ 48 w 239"/>
                <a:gd name="T57" fmla="*/ 95 h 173"/>
                <a:gd name="T58" fmla="*/ 71 w 239"/>
                <a:gd name="T59" fmla="*/ 116 h 173"/>
                <a:gd name="T60" fmla="*/ 71 w 239"/>
                <a:gd name="T61" fmla="*/ 147 h 173"/>
                <a:gd name="T62" fmla="*/ 48 w 239"/>
                <a:gd name="T63" fmla="*/ 173 h 173"/>
                <a:gd name="T64" fmla="*/ 0 w 239"/>
                <a:gd name="T65" fmla="*/ 173 h 173"/>
                <a:gd name="T66" fmla="*/ 48 w 239"/>
                <a:gd name="T67" fmla="*/ 147 h 173"/>
                <a:gd name="T68" fmla="*/ 26 w 239"/>
                <a:gd name="T69" fmla="*/ 116 h 173"/>
                <a:gd name="T70" fmla="*/ 48 w 239"/>
                <a:gd name="T71" fmla="*/ 95 h 173"/>
                <a:gd name="T72" fmla="*/ 26 w 239"/>
                <a:gd name="T73" fmla="*/ 64 h 173"/>
                <a:gd name="T74" fmla="*/ 48 w 239"/>
                <a:gd name="T75" fmla="*/ 36 h 173"/>
                <a:gd name="T76" fmla="*/ 26 w 239"/>
                <a:gd name="T7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9" h="173">
                  <a:moveTo>
                    <a:pt x="192" y="173"/>
                  </a:moveTo>
                  <a:lnTo>
                    <a:pt x="239" y="173"/>
                  </a:lnTo>
                  <a:lnTo>
                    <a:pt x="239" y="0"/>
                  </a:lnTo>
                  <a:lnTo>
                    <a:pt x="213" y="0"/>
                  </a:lnTo>
                  <a:lnTo>
                    <a:pt x="213" y="36"/>
                  </a:lnTo>
                  <a:lnTo>
                    <a:pt x="213" y="36"/>
                  </a:lnTo>
                  <a:lnTo>
                    <a:pt x="192" y="36"/>
                  </a:lnTo>
                  <a:lnTo>
                    <a:pt x="192" y="64"/>
                  </a:lnTo>
                  <a:lnTo>
                    <a:pt x="213" y="64"/>
                  </a:lnTo>
                  <a:lnTo>
                    <a:pt x="213" y="95"/>
                  </a:lnTo>
                  <a:lnTo>
                    <a:pt x="213" y="95"/>
                  </a:lnTo>
                  <a:lnTo>
                    <a:pt x="192" y="95"/>
                  </a:lnTo>
                  <a:lnTo>
                    <a:pt x="192" y="116"/>
                  </a:lnTo>
                  <a:lnTo>
                    <a:pt x="213" y="116"/>
                  </a:lnTo>
                  <a:lnTo>
                    <a:pt x="213" y="147"/>
                  </a:lnTo>
                  <a:lnTo>
                    <a:pt x="213" y="147"/>
                  </a:lnTo>
                  <a:lnTo>
                    <a:pt x="192" y="147"/>
                  </a:lnTo>
                  <a:lnTo>
                    <a:pt x="192" y="173"/>
                  </a:lnTo>
                  <a:close/>
                  <a:moveTo>
                    <a:pt x="121" y="173"/>
                  </a:moveTo>
                  <a:lnTo>
                    <a:pt x="192" y="173"/>
                  </a:lnTo>
                  <a:lnTo>
                    <a:pt x="192" y="147"/>
                  </a:lnTo>
                  <a:lnTo>
                    <a:pt x="168" y="147"/>
                  </a:lnTo>
                  <a:lnTo>
                    <a:pt x="168" y="116"/>
                  </a:lnTo>
                  <a:lnTo>
                    <a:pt x="192" y="116"/>
                  </a:lnTo>
                  <a:lnTo>
                    <a:pt x="192" y="95"/>
                  </a:lnTo>
                  <a:lnTo>
                    <a:pt x="168" y="95"/>
                  </a:lnTo>
                  <a:lnTo>
                    <a:pt x="168" y="64"/>
                  </a:lnTo>
                  <a:lnTo>
                    <a:pt x="192" y="64"/>
                  </a:lnTo>
                  <a:lnTo>
                    <a:pt x="192" y="36"/>
                  </a:lnTo>
                  <a:lnTo>
                    <a:pt x="121" y="36"/>
                  </a:lnTo>
                  <a:lnTo>
                    <a:pt x="121" y="64"/>
                  </a:lnTo>
                  <a:lnTo>
                    <a:pt x="142" y="64"/>
                  </a:lnTo>
                  <a:lnTo>
                    <a:pt x="142" y="95"/>
                  </a:lnTo>
                  <a:lnTo>
                    <a:pt x="142" y="95"/>
                  </a:lnTo>
                  <a:lnTo>
                    <a:pt x="121" y="95"/>
                  </a:lnTo>
                  <a:lnTo>
                    <a:pt x="121" y="116"/>
                  </a:lnTo>
                  <a:lnTo>
                    <a:pt x="142" y="116"/>
                  </a:lnTo>
                  <a:lnTo>
                    <a:pt x="142" y="147"/>
                  </a:lnTo>
                  <a:lnTo>
                    <a:pt x="142" y="147"/>
                  </a:lnTo>
                  <a:lnTo>
                    <a:pt x="121" y="147"/>
                  </a:lnTo>
                  <a:lnTo>
                    <a:pt x="121" y="173"/>
                  </a:lnTo>
                  <a:close/>
                  <a:moveTo>
                    <a:pt x="48" y="173"/>
                  </a:moveTo>
                  <a:lnTo>
                    <a:pt x="121" y="173"/>
                  </a:lnTo>
                  <a:lnTo>
                    <a:pt x="121" y="147"/>
                  </a:lnTo>
                  <a:lnTo>
                    <a:pt x="97" y="147"/>
                  </a:lnTo>
                  <a:lnTo>
                    <a:pt x="97" y="116"/>
                  </a:lnTo>
                  <a:lnTo>
                    <a:pt x="121" y="116"/>
                  </a:lnTo>
                  <a:lnTo>
                    <a:pt x="121" y="95"/>
                  </a:lnTo>
                  <a:lnTo>
                    <a:pt x="97" y="95"/>
                  </a:lnTo>
                  <a:lnTo>
                    <a:pt x="97" y="64"/>
                  </a:lnTo>
                  <a:lnTo>
                    <a:pt x="121" y="64"/>
                  </a:lnTo>
                  <a:lnTo>
                    <a:pt x="121" y="36"/>
                  </a:lnTo>
                  <a:lnTo>
                    <a:pt x="48" y="36"/>
                  </a:lnTo>
                  <a:lnTo>
                    <a:pt x="48" y="64"/>
                  </a:lnTo>
                  <a:lnTo>
                    <a:pt x="71" y="64"/>
                  </a:lnTo>
                  <a:lnTo>
                    <a:pt x="71" y="95"/>
                  </a:lnTo>
                  <a:lnTo>
                    <a:pt x="71" y="95"/>
                  </a:lnTo>
                  <a:lnTo>
                    <a:pt x="48" y="95"/>
                  </a:lnTo>
                  <a:lnTo>
                    <a:pt x="48" y="116"/>
                  </a:lnTo>
                  <a:lnTo>
                    <a:pt x="71" y="116"/>
                  </a:lnTo>
                  <a:lnTo>
                    <a:pt x="71" y="147"/>
                  </a:lnTo>
                  <a:lnTo>
                    <a:pt x="71" y="147"/>
                  </a:lnTo>
                  <a:lnTo>
                    <a:pt x="48" y="147"/>
                  </a:lnTo>
                  <a:lnTo>
                    <a:pt x="48" y="173"/>
                  </a:lnTo>
                  <a:close/>
                  <a:moveTo>
                    <a:pt x="0" y="0"/>
                  </a:moveTo>
                  <a:lnTo>
                    <a:pt x="0" y="173"/>
                  </a:lnTo>
                  <a:lnTo>
                    <a:pt x="48" y="173"/>
                  </a:lnTo>
                  <a:lnTo>
                    <a:pt x="48" y="147"/>
                  </a:lnTo>
                  <a:lnTo>
                    <a:pt x="26" y="147"/>
                  </a:lnTo>
                  <a:lnTo>
                    <a:pt x="26" y="116"/>
                  </a:lnTo>
                  <a:lnTo>
                    <a:pt x="48" y="116"/>
                  </a:lnTo>
                  <a:lnTo>
                    <a:pt x="48" y="95"/>
                  </a:lnTo>
                  <a:lnTo>
                    <a:pt x="26" y="95"/>
                  </a:lnTo>
                  <a:lnTo>
                    <a:pt x="26" y="64"/>
                  </a:lnTo>
                  <a:lnTo>
                    <a:pt x="48" y="64"/>
                  </a:lnTo>
                  <a:lnTo>
                    <a:pt x="48" y="36"/>
                  </a:lnTo>
                  <a:lnTo>
                    <a:pt x="26" y="36"/>
                  </a:lnTo>
                  <a:lnTo>
                    <a:pt x="26"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4" name="Freeform 220"/>
            <p:cNvSpPr>
              <a:spLocks/>
            </p:cNvSpPr>
            <p:nvPr/>
          </p:nvSpPr>
          <p:spPr bwMode="auto">
            <a:xfrm>
              <a:off x="6246813" y="9525"/>
              <a:ext cx="374650" cy="192088"/>
            </a:xfrm>
            <a:custGeom>
              <a:avLst/>
              <a:gdLst>
                <a:gd name="T0" fmla="*/ 0 w 100"/>
                <a:gd name="T1" fmla="*/ 0 h 51"/>
                <a:gd name="T2" fmla="*/ 84 w 100"/>
                <a:gd name="T3" fmla="*/ 51 h 51"/>
                <a:gd name="T4" fmla="*/ 100 w 100"/>
                <a:gd name="T5" fmla="*/ 36 h 51"/>
                <a:gd name="T6" fmla="*/ 78 w 100"/>
                <a:gd name="T7" fmla="*/ 0 h 51"/>
                <a:gd name="T8" fmla="*/ 0 w 100"/>
                <a:gd name="T9" fmla="*/ 0 h 51"/>
              </a:gdLst>
              <a:ahLst/>
              <a:cxnLst>
                <a:cxn ang="0">
                  <a:pos x="T0" y="T1"/>
                </a:cxn>
                <a:cxn ang="0">
                  <a:pos x="T2" y="T3"/>
                </a:cxn>
                <a:cxn ang="0">
                  <a:pos x="T4" y="T5"/>
                </a:cxn>
                <a:cxn ang="0">
                  <a:pos x="T6" y="T7"/>
                </a:cxn>
                <a:cxn ang="0">
                  <a:pos x="T8" y="T9"/>
                </a:cxn>
              </a:cxnLst>
              <a:rect l="0" t="0" r="r" b="b"/>
              <a:pathLst>
                <a:path w="100" h="51">
                  <a:moveTo>
                    <a:pt x="0" y="0"/>
                  </a:moveTo>
                  <a:cubicBezTo>
                    <a:pt x="12" y="17"/>
                    <a:pt x="37" y="39"/>
                    <a:pt x="84" y="51"/>
                  </a:cubicBezTo>
                  <a:cubicBezTo>
                    <a:pt x="90" y="46"/>
                    <a:pt x="95" y="41"/>
                    <a:pt x="100" y="36"/>
                  </a:cubicBezTo>
                  <a:cubicBezTo>
                    <a:pt x="87" y="23"/>
                    <a:pt x="80" y="10"/>
                    <a:pt x="78"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5" name="Freeform 221"/>
            <p:cNvSpPr>
              <a:spLocks/>
            </p:cNvSpPr>
            <p:nvPr/>
          </p:nvSpPr>
          <p:spPr bwMode="auto">
            <a:xfrm>
              <a:off x="6557963" y="9525"/>
              <a:ext cx="303213" cy="150813"/>
            </a:xfrm>
            <a:custGeom>
              <a:avLst/>
              <a:gdLst>
                <a:gd name="T0" fmla="*/ 0 w 81"/>
                <a:gd name="T1" fmla="*/ 0 h 40"/>
                <a:gd name="T2" fmla="*/ 20 w 81"/>
                <a:gd name="T3" fmla="*/ 33 h 40"/>
                <a:gd name="T4" fmla="*/ 28 w 81"/>
                <a:gd name="T5" fmla="*/ 40 h 40"/>
                <a:gd name="T6" fmla="*/ 81 w 81"/>
                <a:gd name="T7" fmla="*/ 0 h 40"/>
                <a:gd name="T8" fmla="*/ 0 w 81"/>
                <a:gd name="T9" fmla="*/ 0 h 40"/>
              </a:gdLst>
              <a:ahLst/>
              <a:cxnLst>
                <a:cxn ang="0">
                  <a:pos x="T0" y="T1"/>
                </a:cxn>
                <a:cxn ang="0">
                  <a:pos x="T2" y="T3"/>
                </a:cxn>
                <a:cxn ang="0">
                  <a:pos x="T4" y="T5"/>
                </a:cxn>
                <a:cxn ang="0">
                  <a:pos x="T6" y="T7"/>
                </a:cxn>
                <a:cxn ang="0">
                  <a:pos x="T8" y="T9"/>
                </a:cxn>
              </a:cxnLst>
              <a:rect l="0" t="0" r="r" b="b"/>
              <a:pathLst>
                <a:path w="81" h="40">
                  <a:moveTo>
                    <a:pt x="0" y="0"/>
                  </a:moveTo>
                  <a:cubicBezTo>
                    <a:pt x="2" y="9"/>
                    <a:pt x="8" y="21"/>
                    <a:pt x="20" y="33"/>
                  </a:cubicBezTo>
                  <a:cubicBezTo>
                    <a:pt x="23" y="35"/>
                    <a:pt x="25" y="37"/>
                    <a:pt x="28" y="40"/>
                  </a:cubicBezTo>
                  <a:cubicBezTo>
                    <a:pt x="67" y="30"/>
                    <a:pt x="78" y="9"/>
                    <a:pt x="81"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6" name="Freeform 222"/>
            <p:cNvSpPr>
              <a:spLocks/>
            </p:cNvSpPr>
            <p:nvPr/>
          </p:nvSpPr>
          <p:spPr bwMode="auto">
            <a:xfrm>
              <a:off x="1925638" y="4818063"/>
              <a:ext cx="404813" cy="458788"/>
            </a:xfrm>
            <a:custGeom>
              <a:avLst/>
              <a:gdLst>
                <a:gd name="T0" fmla="*/ 13 w 108"/>
                <a:gd name="T1" fmla="*/ 4 h 122"/>
                <a:gd name="T2" fmla="*/ 39 w 108"/>
                <a:gd name="T3" fmla="*/ 18 h 122"/>
                <a:gd name="T4" fmla="*/ 49 w 108"/>
                <a:gd name="T5" fmla="*/ 34 h 122"/>
                <a:gd name="T6" fmla="*/ 98 w 108"/>
                <a:gd name="T7" fmla="*/ 24 h 122"/>
                <a:gd name="T8" fmla="*/ 105 w 108"/>
                <a:gd name="T9" fmla="*/ 35 h 122"/>
                <a:gd name="T10" fmla="*/ 62 w 108"/>
                <a:gd name="T11" fmla="*/ 53 h 122"/>
                <a:gd name="T12" fmla="*/ 76 w 108"/>
                <a:gd name="T13" fmla="*/ 74 h 122"/>
                <a:gd name="T14" fmla="*/ 101 w 108"/>
                <a:gd name="T15" fmla="*/ 75 h 122"/>
                <a:gd name="T16" fmla="*/ 108 w 108"/>
                <a:gd name="T17" fmla="*/ 86 h 122"/>
                <a:gd name="T18" fmla="*/ 74 w 108"/>
                <a:gd name="T19" fmla="*/ 95 h 122"/>
                <a:gd name="T20" fmla="*/ 54 w 108"/>
                <a:gd name="T21" fmla="*/ 122 h 122"/>
                <a:gd name="T22" fmla="*/ 47 w 108"/>
                <a:gd name="T23" fmla="*/ 111 h 122"/>
                <a:gd name="T24" fmla="*/ 55 w 108"/>
                <a:gd name="T25" fmla="*/ 89 h 122"/>
                <a:gd name="T26" fmla="*/ 40 w 108"/>
                <a:gd name="T27" fmla="*/ 68 h 122"/>
                <a:gd name="T28" fmla="*/ 8 w 108"/>
                <a:gd name="T29" fmla="*/ 100 h 122"/>
                <a:gd name="T30" fmla="*/ 0 w 108"/>
                <a:gd name="T31" fmla="*/ 89 h 122"/>
                <a:gd name="T32" fmla="*/ 27 w 108"/>
                <a:gd name="T33" fmla="*/ 48 h 122"/>
                <a:gd name="T34" fmla="*/ 17 w 108"/>
                <a:gd name="T35" fmla="*/ 33 h 122"/>
                <a:gd name="T36" fmla="*/ 13 w 108"/>
                <a:gd name="T37"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122">
                  <a:moveTo>
                    <a:pt x="13" y="4"/>
                  </a:moveTo>
                  <a:cubicBezTo>
                    <a:pt x="19" y="0"/>
                    <a:pt x="35" y="12"/>
                    <a:pt x="39" y="18"/>
                  </a:cubicBezTo>
                  <a:cubicBezTo>
                    <a:pt x="49" y="34"/>
                    <a:pt x="49" y="34"/>
                    <a:pt x="49" y="34"/>
                  </a:cubicBezTo>
                  <a:cubicBezTo>
                    <a:pt x="98" y="24"/>
                    <a:pt x="98" y="24"/>
                    <a:pt x="98" y="24"/>
                  </a:cubicBezTo>
                  <a:cubicBezTo>
                    <a:pt x="105" y="35"/>
                    <a:pt x="105" y="35"/>
                    <a:pt x="105" y="35"/>
                  </a:cubicBezTo>
                  <a:cubicBezTo>
                    <a:pt x="62" y="53"/>
                    <a:pt x="62" y="53"/>
                    <a:pt x="62" y="53"/>
                  </a:cubicBezTo>
                  <a:cubicBezTo>
                    <a:pt x="76" y="74"/>
                    <a:pt x="76" y="74"/>
                    <a:pt x="76" y="74"/>
                  </a:cubicBezTo>
                  <a:cubicBezTo>
                    <a:pt x="101" y="75"/>
                    <a:pt x="101" y="75"/>
                    <a:pt x="101" y="75"/>
                  </a:cubicBezTo>
                  <a:cubicBezTo>
                    <a:pt x="108" y="86"/>
                    <a:pt x="108" y="86"/>
                    <a:pt x="108" y="86"/>
                  </a:cubicBezTo>
                  <a:cubicBezTo>
                    <a:pt x="74" y="95"/>
                    <a:pt x="74" y="95"/>
                    <a:pt x="74" y="95"/>
                  </a:cubicBezTo>
                  <a:cubicBezTo>
                    <a:pt x="54" y="122"/>
                    <a:pt x="54" y="122"/>
                    <a:pt x="54" y="122"/>
                  </a:cubicBezTo>
                  <a:cubicBezTo>
                    <a:pt x="47" y="111"/>
                    <a:pt x="47" y="111"/>
                    <a:pt x="47" y="111"/>
                  </a:cubicBezTo>
                  <a:cubicBezTo>
                    <a:pt x="55" y="89"/>
                    <a:pt x="55" y="89"/>
                    <a:pt x="55" y="89"/>
                  </a:cubicBezTo>
                  <a:cubicBezTo>
                    <a:pt x="40" y="68"/>
                    <a:pt x="40" y="68"/>
                    <a:pt x="40" y="68"/>
                  </a:cubicBezTo>
                  <a:cubicBezTo>
                    <a:pt x="8" y="100"/>
                    <a:pt x="8" y="100"/>
                    <a:pt x="8" y="100"/>
                  </a:cubicBezTo>
                  <a:cubicBezTo>
                    <a:pt x="0" y="89"/>
                    <a:pt x="0" y="89"/>
                    <a:pt x="0" y="89"/>
                  </a:cubicBezTo>
                  <a:cubicBezTo>
                    <a:pt x="27" y="48"/>
                    <a:pt x="27" y="48"/>
                    <a:pt x="27" y="48"/>
                  </a:cubicBezTo>
                  <a:cubicBezTo>
                    <a:pt x="17" y="33"/>
                    <a:pt x="17" y="33"/>
                    <a:pt x="17" y="33"/>
                  </a:cubicBezTo>
                  <a:cubicBezTo>
                    <a:pt x="13" y="27"/>
                    <a:pt x="7" y="8"/>
                    <a:pt x="13" y="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7" name="Freeform 224"/>
            <p:cNvSpPr>
              <a:spLocks noEditPoints="1"/>
            </p:cNvSpPr>
            <p:nvPr/>
          </p:nvSpPr>
          <p:spPr bwMode="auto">
            <a:xfrm>
              <a:off x="9820275" y="9525"/>
              <a:ext cx="473075" cy="198438"/>
            </a:xfrm>
            <a:custGeom>
              <a:avLst/>
              <a:gdLst>
                <a:gd name="T0" fmla="*/ 115 w 126"/>
                <a:gd name="T1" fmla="*/ 15 h 53"/>
                <a:gd name="T2" fmla="*/ 118 w 126"/>
                <a:gd name="T3" fmla="*/ 22 h 53"/>
                <a:gd name="T4" fmla="*/ 115 w 126"/>
                <a:gd name="T5" fmla="*/ 3 h 53"/>
                <a:gd name="T6" fmla="*/ 123 w 126"/>
                <a:gd name="T7" fmla="*/ 0 h 53"/>
                <a:gd name="T8" fmla="*/ 121 w 126"/>
                <a:gd name="T9" fmla="*/ 8 h 53"/>
                <a:gd name="T10" fmla="*/ 115 w 126"/>
                <a:gd name="T11" fmla="*/ 0 h 53"/>
                <a:gd name="T12" fmla="*/ 113 w 126"/>
                <a:gd name="T13" fmla="*/ 0 h 53"/>
                <a:gd name="T14" fmla="*/ 115 w 126"/>
                <a:gd name="T15" fmla="*/ 15 h 53"/>
                <a:gd name="T16" fmla="*/ 102 w 126"/>
                <a:gd name="T17" fmla="*/ 22 h 53"/>
                <a:gd name="T18" fmla="*/ 106 w 126"/>
                <a:gd name="T19" fmla="*/ 37 h 53"/>
                <a:gd name="T20" fmla="*/ 99 w 126"/>
                <a:gd name="T21" fmla="*/ 15 h 53"/>
                <a:gd name="T22" fmla="*/ 99 w 126"/>
                <a:gd name="T23" fmla="*/ 1 h 53"/>
                <a:gd name="T24" fmla="*/ 100 w 126"/>
                <a:gd name="T25" fmla="*/ 0 h 53"/>
                <a:gd name="T26" fmla="*/ 99 w 126"/>
                <a:gd name="T27" fmla="*/ 0 h 53"/>
                <a:gd name="T28" fmla="*/ 98 w 126"/>
                <a:gd name="T29" fmla="*/ 0 h 53"/>
                <a:gd name="T30" fmla="*/ 99 w 126"/>
                <a:gd name="T31" fmla="*/ 15 h 53"/>
                <a:gd name="T32" fmla="*/ 92 w 126"/>
                <a:gd name="T33" fmla="*/ 12 h 53"/>
                <a:gd name="T34" fmla="*/ 98 w 126"/>
                <a:gd name="T35" fmla="*/ 5 h 53"/>
                <a:gd name="T36" fmla="*/ 80 w 126"/>
                <a:gd name="T37" fmla="*/ 0 h 53"/>
                <a:gd name="T38" fmla="*/ 41 w 126"/>
                <a:gd name="T39" fmla="*/ 5 h 53"/>
                <a:gd name="T40" fmla="*/ 28 w 126"/>
                <a:gd name="T41" fmla="*/ 12 h 53"/>
                <a:gd name="T42" fmla="*/ 31 w 126"/>
                <a:gd name="T43" fmla="*/ 15 h 53"/>
                <a:gd name="T44" fmla="*/ 27 w 126"/>
                <a:gd name="T45" fmla="*/ 29 h 53"/>
                <a:gd name="T46" fmla="*/ 29 w 126"/>
                <a:gd name="T47" fmla="*/ 43 h 53"/>
                <a:gd name="T48" fmla="*/ 36 w 126"/>
                <a:gd name="T49" fmla="*/ 20 h 53"/>
                <a:gd name="T50" fmla="*/ 39 w 126"/>
                <a:gd name="T51" fmla="*/ 23 h 53"/>
                <a:gd name="T52" fmla="*/ 46 w 126"/>
                <a:gd name="T53" fmla="*/ 10 h 53"/>
                <a:gd name="T54" fmla="*/ 59 w 126"/>
                <a:gd name="T55" fmla="*/ 8 h 53"/>
                <a:gd name="T56" fmla="*/ 50 w 126"/>
                <a:gd name="T57" fmla="*/ 24 h 53"/>
                <a:gd name="T58" fmla="*/ 59 w 126"/>
                <a:gd name="T59" fmla="*/ 25 h 53"/>
                <a:gd name="T60" fmla="*/ 43 w 126"/>
                <a:gd name="T61" fmla="*/ 46 h 53"/>
                <a:gd name="T62" fmla="*/ 59 w 126"/>
                <a:gd name="T63" fmla="*/ 40 h 53"/>
                <a:gd name="T64" fmla="*/ 66 w 126"/>
                <a:gd name="T65" fmla="*/ 53 h 53"/>
                <a:gd name="T66" fmla="*/ 78 w 126"/>
                <a:gd name="T67" fmla="*/ 51 h 53"/>
                <a:gd name="T68" fmla="*/ 66 w 126"/>
                <a:gd name="T69" fmla="*/ 30 h 53"/>
                <a:gd name="T70" fmla="*/ 71 w 126"/>
                <a:gd name="T71" fmla="*/ 29 h 53"/>
                <a:gd name="T72" fmla="*/ 66 w 126"/>
                <a:gd name="T73" fmla="*/ 15 h 53"/>
                <a:gd name="T74" fmla="*/ 74 w 126"/>
                <a:gd name="T75" fmla="*/ 5 h 53"/>
                <a:gd name="T76" fmla="*/ 79 w 126"/>
                <a:gd name="T77" fmla="*/ 23 h 53"/>
                <a:gd name="T78" fmla="*/ 86 w 126"/>
                <a:gd name="T79" fmla="*/ 17 h 53"/>
                <a:gd name="T80" fmla="*/ 90 w 126"/>
                <a:gd name="T81" fmla="*/ 43 h 53"/>
                <a:gd name="T82" fmla="*/ 97 w 126"/>
                <a:gd name="T83" fmla="*/ 27 h 53"/>
                <a:gd name="T84" fmla="*/ 99 w 126"/>
                <a:gd name="T85" fmla="*/ 15 h 53"/>
                <a:gd name="T86" fmla="*/ 27 w 126"/>
                <a:gd name="T87" fmla="*/ 0 h 53"/>
                <a:gd name="T88" fmla="*/ 27 w 126"/>
                <a:gd name="T89" fmla="*/ 1 h 53"/>
                <a:gd name="T90" fmla="*/ 13 w 126"/>
                <a:gd name="T91" fmla="*/ 0 h 53"/>
                <a:gd name="T92" fmla="*/ 10 w 126"/>
                <a:gd name="T93" fmla="*/ 3 h 53"/>
                <a:gd name="T94" fmla="*/ 27 w 126"/>
                <a:gd name="T95" fmla="*/ 1 h 53"/>
                <a:gd name="T96" fmla="*/ 27 w 126"/>
                <a:gd name="T97" fmla="*/ 0 h 53"/>
                <a:gd name="T98" fmla="*/ 27 w 126"/>
                <a:gd name="T99" fmla="*/ 29 h 53"/>
                <a:gd name="T100" fmla="*/ 14 w 126"/>
                <a:gd name="T101" fmla="*/ 32 h 53"/>
                <a:gd name="T102" fmla="*/ 10 w 126"/>
                <a:gd name="T103" fmla="*/ 22 h 53"/>
                <a:gd name="T104" fmla="*/ 27 w 126"/>
                <a:gd name="T105" fmla="*/ 15 h 53"/>
                <a:gd name="T106" fmla="*/ 0 w 126"/>
                <a:gd name="T107" fmla="*/ 3 h 53"/>
                <a:gd name="T108" fmla="*/ 10 w 126"/>
                <a:gd name="T109" fmla="*/ 3 h 53"/>
                <a:gd name="T110" fmla="*/ 3 w 126"/>
                <a:gd name="T111" fmla="*/ 0 h 53"/>
                <a:gd name="T112" fmla="*/ 10 w 126"/>
                <a:gd name="T113" fmla="*/ 22 h 53"/>
                <a:gd name="T114" fmla="*/ 7 w 126"/>
                <a:gd name="T115"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53">
                  <a:moveTo>
                    <a:pt x="115" y="22"/>
                  </a:moveTo>
                  <a:cubicBezTo>
                    <a:pt x="115" y="15"/>
                    <a:pt x="115" y="15"/>
                    <a:pt x="115" y="15"/>
                  </a:cubicBezTo>
                  <a:cubicBezTo>
                    <a:pt x="118" y="15"/>
                    <a:pt x="118" y="15"/>
                    <a:pt x="118" y="15"/>
                  </a:cubicBezTo>
                  <a:cubicBezTo>
                    <a:pt x="118" y="22"/>
                    <a:pt x="118" y="22"/>
                    <a:pt x="118" y="22"/>
                  </a:cubicBezTo>
                  <a:cubicBezTo>
                    <a:pt x="115" y="22"/>
                    <a:pt x="115" y="22"/>
                    <a:pt x="115" y="22"/>
                  </a:cubicBezTo>
                  <a:close/>
                  <a:moveTo>
                    <a:pt x="115" y="3"/>
                  </a:moveTo>
                  <a:cubicBezTo>
                    <a:pt x="115" y="0"/>
                    <a:pt x="115" y="0"/>
                    <a:pt x="115" y="0"/>
                  </a:cubicBezTo>
                  <a:cubicBezTo>
                    <a:pt x="123" y="0"/>
                    <a:pt x="123" y="0"/>
                    <a:pt x="123" y="0"/>
                  </a:cubicBezTo>
                  <a:cubicBezTo>
                    <a:pt x="126" y="3"/>
                    <a:pt x="126" y="3"/>
                    <a:pt x="126" y="3"/>
                  </a:cubicBezTo>
                  <a:cubicBezTo>
                    <a:pt x="121" y="8"/>
                    <a:pt x="121" y="8"/>
                    <a:pt x="121" y="8"/>
                  </a:cubicBezTo>
                  <a:lnTo>
                    <a:pt x="115" y="3"/>
                  </a:lnTo>
                  <a:close/>
                  <a:moveTo>
                    <a:pt x="115" y="0"/>
                  </a:moveTo>
                  <a:cubicBezTo>
                    <a:pt x="115" y="3"/>
                    <a:pt x="115" y="3"/>
                    <a:pt x="115" y="3"/>
                  </a:cubicBezTo>
                  <a:cubicBezTo>
                    <a:pt x="113" y="0"/>
                    <a:pt x="113" y="0"/>
                    <a:pt x="113" y="0"/>
                  </a:cubicBezTo>
                  <a:cubicBezTo>
                    <a:pt x="115" y="0"/>
                    <a:pt x="115" y="0"/>
                    <a:pt x="115" y="0"/>
                  </a:cubicBezTo>
                  <a:close/>
                  <a:moveTo>
                    <a:pt x="115" y="15"/>
                  </a:moveTo>
                  <a:cubicBezTo>
                    <a:pt x="115" y="22"/>
                    <a:pt x="115" y="22"/>
                    <a:pt x="115" y="22"/>
                  </a:cubicBezTo>
                  <a:cubicBezTo>
                    <a:pt x="102" y="22"/>
                    <a:pt x="102" y="22"/>
                    <a:pt x="102" y="22"/>
                  </a:cubicBezTo>
                  <a:cubicBezTo>
                    <a:pt x="112" y="32"/>
                    <a:pt x="112" y="32"/>
                    <a:pt x="112" y="32"/>
                  </a:cubicBezTo>
                  <a:cubicBezTo>
                    <a:pt x="106" y="37"/>
                    <a:pt x="106" y="37"/>
                    <a:pt x="106" y="37"/>
                  </a:cubicBezTo>
                  <a:cubicBezTo>
                    <a:pt x="99" y="29"/>
                    <a:pt x="99" y="29"/>
                    <a:pt x="99" y="29"/>
                  </a:cubicBezTo>
                  <a:cubicBezTo>
                    <a:pt x="99" y="15"/>
                    <a:pt x="99" y="15"/>
                    <a:pt x="99" y="15"/>
                  </a:cubicBezTo>
                  <a:cubicBezTo>
                    <a:pt x="115" y="15"/>
                    <a:pt x="115" y="15"/>
                    <a:pt x="115" y="15"/>
                  </a:cubicBezTo>
                  <a:close/>
                  <a:moveTo>
                    <a:pt x="99" y="1"/>
                  </a:moveTo>
                  <a:cubicBezTo>
                    <a:pt x="99" y="0"/>
                    <a:pt x="99" y="0"/>
                    <a:pt x="99" y="0"/>
                  </a:cubicBezTo>
                  <a:cubicBezTo>
                    <a:pt x="100" y="0"/>
                    <a:pt x="100" y="0"/>
                    <a:pt x="100" y="0"/>
                  </a:cubicBezTo>
                  <a:lnTo>
                    <a:pt x="99" y="1"/>
                  </a:lnTo>
                  <a:close/>
                  <a:moveTo>
                    <a:pt x="99" y="0"/>
                  </a:moveTo>
                  <a:cubicBezTo>
                    <a:pt x="99" y="1"/>
                    <a:pt x="99" y="1"/>
                    <a:pt x="99" y="1"/>
                  </a:cubicBezTo>
                  <a:cubicBezTo>
                    <a:pt x="98" y="0"/>
                    <a:pt x="98" y="0"/>
                    <a:pt x="98" y="0"/>
                  </a:cubicBezTo>
                  <a:cubicBezTo>
                    <a:pt x="99" y="0"/>
                    <a:pt x="99" y="0"/>
                    <a:pt x="99" y="0"/>
                  </a:cubicBezTo>
                  <a:close/>
                  <a:moveTo>
                    <a:pt x="99" y="15"/>
                  </a:moveTo>
                  <a:cubicBezTo>
                    <a:pt x="95" y="15"/>
                    <a:pt x="95" y="15"/>
                    <a:pt x="95" y="15"/>
                  </a:cubicBezTo>
                  <a:cubicBezTo>
                    <a:pt x="92" y="12"/>
                    <a:pt x="92" y="12"/>
                    <a:pt x="92" y="12"/>
                  </a:cubicBezTo>
                  <a:cubicBezTo>
                    <a:pt x="98" y="12"/>
                    <a:pt x="98" y="12"/>
                    <a:pt x="98" y="12"/>
                  </a:cubicBezTo>
                  <a:cubicBezTo>
                    <a:pt x="98" y="5"/>
                    <a:pt x="98" y="5"/>
                    <a:pt x="98" y="5"/>
                  </a:cubicBezTo>
                  <a:cubicBezTo>
                    <a:pt x="84" y="5"/>
                    <a:pt x="84" y="5"/>
                    <a:pt x="84" y="5"/>
                  </a:cubicBezTo>
                  <a:cubicBezTo>
                    <a:pt x="80" y="0"/>
                    <a:pt x="80" y="0"/>
                    <a:pt x="80" y="0"/>
                  </a:cubicBezTo>
                  <a:cubicBezTo>
                    <a:pt x="46" y="0"/>
                    <a:pt x="46" y="0"/>
                    <a:pt x="46" y="0"/>
                  </a:cubicBezTo>
                  <a:cubicBezTo>
                    <a:pt x="41" y="5"/>
                    <a:pt x="41" y="5"/>
                    <a:pt x="41" y="5"/>
                  </a:cubicBezTo>
                  <a:cubicBezTo>
                    <a:pt x="28" y="5"/>
                    <a:pt x="28" y="5"/>
                    <a:pt x="28" y="5"/>
                  </a:cubicBezTo>
                  <a:cubicBezTo>
                    <a:pt x="28" y="12"/>
                    <a:pt x="28" y="12"/>
                    <a:pt x="28" y="12"/>
                  </a:cubicBezTo>
                  <a:cubicBezTo>
                    <a:pt x="34" y="12"/>
                    <a:pt x="34" y="12"/>
                    <a:pt x="34" y="12"/>
                  </a:cubicBezTo>
                  <a:cubicBezTo>
                    <a:pt x="31" y="15"/>
                    <a:pt x="31" y="15"/>
                    <a:pt x="31" y="15"/>
                  </a:cubicBezTo>
                  <a:cubicBezTo>
                    <a:pt x="27" y="15"/>
                    <a:pt x="27" y="15"/>
                    <a:pt x="27" y="15"/>
                  </a:cubicBezTo>
                  <a:cubicBezTo>
                    <a:pt x="27" y="29"/>
                    <a:pt x="27" y="29"/>
                    <a:pt x="27" y="29"/>
                  </a:cubicBezTo>
                  <a:cubicBezTo>
                    <a:pt x="29" y="27"/>
                    <a:pt x="29" y="27"/>
                    <a:pt x="29" y="27"/>
                  </a:cubicBezTo>
                  <a:cubicBezTo>
                    <a:pt x="29" y="43"/>
                    <a:pt x="29" y="43"/>
                    <a:pt x="29" y="43"/>
                  </a:cubicBezTo>
                  <a:cubicBezTo>
                    <a:pt x="36" y="43"/>
                    <a:pt x="36" y="43"/>
                    <a:pt x="36" y="43"/>
                  </a:cubicBezTo>
                  <a:cubicBezTo>
                    <a:pt x="36" y="20"/>
                    <a:pt x="36" y="20"/>
                    <a:pt x="36" y="20"/>
                  </a:cubicBezTo>
                  <a:cubicBezTo>
                    <a:pt x="39" y="17"/>
                    <a:pt x="39" y="17"/>
                    <a:pt x="39" y="17"/>
                  </a:cubicBezTo>
                  <a:cubicBezTo>
                    <a:pt x="39" y="23"/>
                    <a:pt x="39" y="23"/>
                    <a:pt x="39" y="23"/>
                  </a:cubicBezTo>
                  <a:cubicBezTo>
                    <a:pt x="46" y="23"/>
                    <a:pt x="46" y="23"/>
                    <a:pt x="46" y="23"/>
                  </a:cubicBezTo>
                  <a:cubicBezTo>
                    <a:pt x="46" y="10"/>
                    <a:pt x="46" y="10"/>
                    <a:pt x="46" y="10"/>
                  </a:cubicBezTo>
                  <a:cubicBezTo>
                    <a:pt x="51" y="5"/>
                    <a:pt x="51" y="5"/>
                    <a:pt x="51" y="5"/>
                  </a:cubicBezTo>
                  <a:cubicBezTo>
                    <a:pt x="54" y="6"/>
                    <a:pt x="56" y="7"/>
                    <a:pt x="59" y="8"/>
                  </a:cubicBezTo>
                  <a:cubicBezTo>
                    <a:pt x="59" y="15"/>
                    <a:pt x="59" y="15"/>
                    <a:pt x="59" y="15"/>
                  </a:cubicBezTo>
                  <a:cubicBezTo>
                    <a:pt x="50" y="24"/>
                    <a:pt x="50" y="24"/>
                    <a:pt x="50" y="24"/>
                  </a:cubicBezTo>
                  <a:cubicBezTo>
                    <a:pt x="55" y="29"/>
                    <a:pt x="55" y="29"/>
                    <a:pt x="55" y="29"/>
                  </a:cubicBezTo>
                  <a:cubicBezTo>
                    <a:pt x="59" y="25"/>
                    <a:pt x="59" y="25"/>
                    <a:pt x="59" y="25"/>
                  </a:cubicBezTo>
                  <a:cubicBezTo>
                    <a:pt x="59" y="30"/>
                    <a:pt x="59" y="30"/>
                    <a:pt x="59" y="30"/>
                  </a:cubicBezTo>
                  <a:cubicBezTo>
                    <a:pt x="43" y="46"/>
                    <a:pt x="43" y="46"/>
                    <a:pt x="43" y="46"/>
                  </a:cubicBezTo>
                  <a:cubicBezTo>
                    <a:pt x="48" y="51"/>
                    <a:pt x="48" y="51"/>
                    <a:pt x="48" y="51"/>
                  </a:cubicBezTo>
                  <a:cubicBezTo>
                    <a:pt x="59" y="40"/>
                    <a:pt x="59" y="40"/>
                    <a:pt x="59" y="40"/>
                  </a:cubicBezTo>
                  <a:cubicBezTo>
                    <a:pt x="59" y="53"/>
                    <a:pt x="59" y="53"/>
                    <a:pt x="59" y="53"/>
                  </a:cubicBezTo>
                  <a:cubicBezTo>
                    <a:pt x="66" y="53"/>
                    <a:pt x="66" y="53"/>
                    <a:pt x="66" y="53"/>
                  </a:cubicBezTo>
                  <a:cubicBezTo>
                    <a:pt x="66" y="40"/>
                    <a:pt x="66" y="40"/>
                    <a:pt x="66" y="40"/>
                  </a:cubicBezTo>
                  <a:cubicBezTo>
                    <a:pt x="78" y="51"/>
                    <a:pt x="78" y="51"/>
                    <a:pt x="78" y="51"/>
                  </a:cubicBezTo>
                  <a:cubicBezTo>
                    <a:pt x="83" y="46"/>
                    <a:pt x="83" y="46"/>
                    <a:pt x="83" y="46"/>
                  </a:cubicBezTo>
                  <a:cubicBezTo>
                    <a:pt x="66" y="30"/>
                    <a:pt x="66" y="30"/>
                    <a:pt x="66" y="30"/>
                  </a:cubicBezTo>
                  <a:cubicBezTo>
                    <a:pt x="66" y="25"/>
                    <a:pt x="66" y="25"/>
                    <a:pt x="66" y="25"/>
                  </a:cubicBezTo>
                  <a:cubicBezTo>
                    <a:pt x="71" y="29"/>
                    <a:pt x="71" y="29"/>
                    <a:pt x="71" y="29"/>
                  </a:cubicBezTo>
                  <a:cubicBezTo>
                    <a:pt x="76" y="24"/>
                    <a:pt x="76" y="24"/>
                    <a:pt x="76" y="24"/>
                  </a:cubicBezTo>
                  <a:cubicBezTo>
                    <a:pt x="66" y="15"/>
                    <a:pt x="66" y="15"/>
                    <a:pt x="66" y="15"/>
                  </a:cubicBezTo>
                  <a:cubicBezTo>
                    <a:pt x="66" y="8"/>
                    <a:pt x="66" y="8"/>
                    <a:pt x="66" y="8"/>
                  </a:cubicBezTo>
                  <a:cubicBezTo>
                    <a:pt x="69" y="7"/>
                    <a:pt x="72" y="6"/>
                    <a:pt x="74" y="5"/>
                  </a:cubicBezTo>
                  <a:cubicBezTo>
                    <a:pt x="79" y="10"/>
                    <a:pt x="79" y="10"/>
                    <a:pt x="79" y="10"/>
                  </a:cubicBezTo>
                  <a:cubicBezTo>
                    <a:pt x="79" y="23"/>
                    <a:pt x="79" y="23"/>
                    <a:pt x="79" y="23"/>
                  </a:cubicBezTo>
                  <a:cubicBezTo>
                    <a:pt x="86" y="23"/>
                    <a:pt x="86" y="23"/>
                    <a:pt x="86" y="23"/>
                  </a:cubicBezTo>
                  <a:cubicBezTo>
                    <a:pt x="86" y="17"/>
                    <a:pt x="86" y="17"/>
                    <a:pt x="86" y="17"/>
                  </a:cubicBezTo>
                  <a:cubicBezTo>
                    <a:pt x="90" y="20"/>
                    <a:pt x="90" y="20"/>
                    <a:pt x="90" y="20"/>
                  </a:cubicBezTo>
                  <a:cubicBezTo>
                    <a:pt x="90" y="43"/>
                    <a:pt x="90" y="43"/>
                    <a:pt x="90" y="43"/>
                  </a:cubicBezTo>
                  <a:cubicBezTo>
                    <a:pt x="97" y="43"/>
                    <a:pt x="97" y="43"/>
                    <a:pt x="97" y="43"/>
                  </a:cubicBezTo>
                  <a:cubicBezTo>
                    <a:pt x="97" y="27"/>
                    <a:pt x="97" y="27"/>
                    <a:pt x="97" y="27"/>
                  </a:cubicBezTo>
                  <a:cubicBezTo>
                    <a:pt x="99" y="29"/>
                    <a:pt x="99" y="29"/>
                    <a:pt x="99" y="29"/>
                  </a:cubicBezTo>
                  <a:cubicBezTo>
                    <a:pt x="99" y="15"/>
                    <a:pt x="99" y="15"/>
                    <a:pt x="99" y="15"/>
                  </a:cubicBezTo>
                  <a:close/>
                  <a:moveTo>
                    <a:pt x="27" y="1"/>
                  </a:moveTo>
                  <a:cubicBezTo>
                    <a:pt x="27" y="0"/>
                    <a:pt x="27" y="0"/>
                    <a:pt x="27" y="0"/>
                  </a:cubicBezTo>
                  <a:cubicBezTo>
                    <a:pt x="27" y="0"/>
                    <a:pt x="27" y="0"/>
                    <a:pt x="27" y="0"/>
                  </a:cubicBezTo>
                  <a:cubicBezTo>
                    <a:pt x="27" y="1"/>
                    <a:pt x="27" y="1"/>
                    <a:pt x="27" y="1"/>
                  </a:cubicBezTo>
                  <a:close/>
                  <a:moveTo>
                    <a:pt x="10" y="3"/>
                  </a:moveTo>
                  <a:cubicBezTo>
                    <a:pt x="13" y="0"/>
                    <a:pt x="13" y="0"/>
                    <a:pt x="13" y="0"/>
                  </a:cubicBezTo>
                  <a:cubicBezTo>
                    <a:pt x="10" y="0"/>
                    <a:pt x="10" y="0"/>
                    <a:pt x="10" y="0"/>
                  </a:cubicBezTo>
                  <a:cubicBezTo>
                    <a:pt x="10" y="3"/>
                    <a:pt x="10" y="3"/>
                    <a:pt x="10" y="3"/>
                  </a:cubicBezTo>
                  <a:close/>
                  <a:moveTo>
                    <a:pt x="27" y="0"/>
                  </a:moveTo>
                  <a:cubicBezTo>
                    <a:pt x="27" y="1"/>
                    <a:pt x="27" y="1"/>
                    <a:pt x="27" y="1"/>
                  </a:cubicBezTo>
                  <a:cubicBezTo>
                    <a:pt x="26" y="0"/>
                    <a:pt x="26" y="0"/>
                    <a:pt x="26" y="0"/>
                  </a:cubicBezTo>
                  <a:cubicBezTo>
                    <a:pt x="27" y="0"/>
                    <a:pt x="27" y="0"/>
                    <a:pt x="27" y="0"/>
                  </a:cubicBezTo>
                  <a:close/>
                  <a:moveTo>
                    <a:pt x="27" y="15"/>
                  </a:moveTo>
                  <a:cubicBezTo>
                    <a:pt x="27" y="29"/>
                    <a:pt x="27" y="29"/>
                    <a:pt x="27" y="29"/>
                  </a:cubicBezTo>
                  <a:cubicBezTo>
                    <a:pt x="19" y="37"/>
                    <a:pt x="19" y="37"/>
                    <a:pt x="19" y="37"/>
                  </a:cubicBezTo>
                  <a:cubicBezTo>
                    <a:pt x="14" y="32"/>
                    <a:pt x="14" y="32"/>
                    <a:pt x="14" y="32"/>
                  </a:cubicBezTo>
                  <a:cubicBezTo>
                    <a:pt x="24" y="22"/>
                    <a:pt x="24" y="22"/>
                    <a:pt x="24" y="22"/>
                  </a:cubicBezTo>
                  <a:cubicBezTo>
                    <a:pt x="10" y="22"/>
                    <a:pt x="10" y="22"/>
                    <a:pt x="10" y="22"/>
                  </a:cubicBezTo>
                  <a:cubicBezTo>
                    <a:pt x="10" y="15"/>
                    <a:pt x="10" y="15"/>
                    <a:pt x="10" y="15"/>
                  </a:cubicBezTo>
                  <a:lnTo>
                    <a:pt x="27" y="15"/>
                  </a:lnTo>
                  <a:close/>
                  <a:moveTo>
                    <a:pt x="3" y="0"/>
                  </a:moveTo>
                  <a:cubicBezTo>
                    <a:pt x="0" y="3"/>
                    <a:pt x="0" y="3"/>
                    <a:pt x="0" y="3"/>
                  </a:cubicBezTo>
                  <a:cubicBezTo>
                    <a:pt x="5" y="8"/>
                    <a:pt x="5" y="8"/>
                    <a:pt x="5" y="8"/>
                  </a:cubicBezTo>
                  <a:cubicBezTo>
                    <a:pt x="10" y="3"/>
                    <a:pt x="10" y="3"/>
                    <a:pt x="10" y="3"/>
                  </a:cubicBezTo>
                  <a:cubicBezTo>
                    <a:pt x="10" y="0"/>
                    <a:pt x="10" y="0"/>
                    <a:pt x="10" y="0"/>
                  </a:cubicBezTo>
                  <a:cubicBezTo>
                    <a:pt x="3" y="0"/>
                    <a:pt x="3" y="0"/>
                    <a:pt x="3" y="0"/>
                  </a:cubicBezTo>
                  <a:close/>
                  <a:moveTo>
                    <a:pt x="10" y="15"/>
                  </a:moveTo>
                  <a:cubicBezTo>
                    <a:pt x="10" y="22"/>
                    <a:pt x="10" y="22"/>
                    <a:pt x="10" y="22"/>
                  </a:cubicBezTo>
                  <a:cubicBezTo>
                    <a:pt x="7" y="22"/>
                    <a:pt x="7" y="22"/>
                    <a:pt x="7" y="22"/>
                  </a:cubicBezTo>
                  <a:cubicBezTo>
                    <a:pt x="7" y="15"/>
                    <a:pt x="7" y="15"/>
                    <a:pt x="7" y="15"/>
                  </a:cubicBezTo>
                  <a:lnTo>
                    <a:pt x="10" y="1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8" name="Freeform 225"/>
            <p:cNvSpPr>
              <a:spLocks/>
            </p:cNvSpPr>
            <p:nvPr/>
          </p:nvSpPr>
          <p:spPr bwMode="auto">
            <a:xfrm>
              <a:off x="8682038" y="2805113"/>
              <a:ext cx="203200" cy="123825"/>
            </a:xfrm>
            <a:custGeom>
              <a:avLst/>
              <a:gdLst>
                <a:gd name="T0" fmla="*/ 128 w 128"/>
                <a:gd name="T1" fmla="*/ 0 h 78"/>
                <a:gd name="T2" fmla="*/ 10 w 128"/>
                <a:gd name="T3" fmla="*/ 0 h 78"/>
                <a:gd name="T4" fmla="*/ 10 w 128"/>
                <a:gd name="T5" fmla="*/ 23 h 78"/>
                <a:gd name="T6" fmla="*/ 0 w 128"/>
                <a:gd name="T7" fmla="*/ 23 h 78"/>
                <a:gd name="T8" fmla="*/ 0 w 128"/>
                <a:gd name="T9" fmla="*/ 56 h 78"/>
                <a:gd name="T10" fmla="*/ 10 w 128"/>
                <a:gd name="T11" fmla="*/ 56 h 78"/>
                <a:gd name="T12" fmla="*/ 10 w 128"/>
                <a:gd name="T13" fmla="*/ 78 h 78"/>
                <a:gd name="T14" fmla="*/ 128 w 128"/>
                <a:gd name="T15" fmla="*/ 78 h 78"/>
                <a:gd name="T16" fmla="*/ 128 w 1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8">
                  <a:moveTo>
                    <a:pt x="128" y="0"/>
                  </a:moveTo>
                  <a:lnTo>
                    <a:pt x="10" y="0"/>
                  </a:lnTo>
                  <a:lnTo>
                    <a:pt x="10" y="23"/>
                  </a:lnTo>
                  <a:lnTo>
                    <a:pt x="0" y="23"/>
                  </a:lnTo>
                  <a:lnTo>
                    <a:pt x="0" y="56"/>
                  </a:lnTo>
                  <a:lnTo>
                    <a:pt x="10" y="56"/>
                  </a:lnTo>
                  <a:lnTo>
                    <a:pt x="10" y="78"/>
                  </a:lnTo>
                  <a:lnTo>
                    <a:pt x="128" y="78"/>
                  </a:lnTo>
                  <a:lnTo>
                    <a:pt x="1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69" name="Rectangle 226"/>
            <p:cNvSpPr>
              <a:spLocks noChangeArrowheads="1"/>
            </p:cNvSpPr>
            <p:nvPr/>
          </p:nvSpPr>
          <p:spPr bwMode="auto">
            <a:xfrm>
              <a:off x="8521700" y="2751138"/>
              <a:ext cx="28575" cy="158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0" name="Oval 227"/>
            <p:cNvSpPr>
              <a:spLocks noChangeArrowheads="1"/>
            </p:cNvSpPr>
            <p:nvPr/>
          </p:nvSpPr>
          <p:spPr bwMode="auto">
            <a:xfrm>
              <a:off x="8555038" y="2830513"/>
              <a:ext cx="63500" cy="635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1" name="Freeform 228"/>
            <p:cNvSpPr>
              <a:spLocks noEditPoints="1"/>
            </p:cNvSpPr>
            <p:nvPr/>
          </p:nvSpPr>
          <p:spPr bwMode="auto">
            <a:xfrm>
              <a:off x="8497888" y="2778125"/>
              <a:ext cx="173038" cy="330200"/>
            </a:xfrm>
            <a:custGeom>
              <a:avLst/>
              <a:gdLst>
                <a:gd name="T0" fmla="*/ 24 w 46"/>
                <a:gd name="T1" fmla="*/ 88 h 88"/>
                <a:gd name="T2" fmla="*/ 46 w 46"/>
                <a:gd name="T3" fmla="*/ 88 h 88"/>
                <a:gd name="T4" fmla="*/ 46 w 46"/>
                <a:gd name="T5" fmla="*/ 31 h 88"/>
                <a:gd name="T6" fmla="*/ 46 w 46"/>
                <a:gd name="T7" fmla="*/ 17 h 88"/>
                <a:gd name="T8" fmla="*/ 46 w 46"/>
                <a:gd name="T9" fmla="*/ 0 h 88"/>
                <a:gd name="T10" fmla="*/ 24 w 46"/>
                <a:gd name="T11" fmla="*/ 0 h 88"/>
                <a:gd name="T12" fmla="*/ 24 w 46"/>
                <a:gd name="T13" fmla="*/ 5 h 88"/>
                <a:gd name="T14" fmla="*/ 24 w 46"/>
                <a:gd name="T15" fmla="*/ 5 h 88"/>
                <a:gd name="T16" fmla="*/ 24 w 46"/>
                <a:gd name="T17" fmla="*/ 5 h 88"/>
                <a:gd name="T18" fmla="*/ 41 w 46"/>
                <a:gd name="T19" fmla="*/ 22 h 88"/>
                <a:gd name="T20" fmla="*/ 24 w 46"/>
                <a:gd name="T21" fmla="*/ 40 h 88"/>
                <a:gd name="T22" fmla="*/ 24 w 46"/>
                <a:gd name="T23" fmla="*/ 40 h 88"/>
                <a:gd name="T24" fmla="*/ 24 w 46"/>
                <a:gd name="T25" fmla="*/ 88 h 88"/>
                <a:gd name="T26" fmla="*/ 0 w 46"/>
                <a:gd name="T27" fmla="*/ 88 h 88"/>
                <a:gd name="T28" fmla="*/ 24 w 46"/>
                <a:gd name="T29" fmla="*/ 88 h 88"/>
                <a:gd name="T30" fmla="*/ 24 w 46"/>
                <a:gd name="T31" fmla="*/ 40 h 88"/>
                <a:gd name="T32" fmla="*/ 6 w 46"/>
                <a:gd name="T33" fmla="*/ 22 h 88"/>
                <a:gd name="T34" fmla="*/ 24 w 46"/>
                <a:gd name="T35" fmla="*/ 5 h 88"/>
                <a:gd name="T36" fmla="*/ 24 w 46"/>
                <a:gd name="T37" fmla="*/ 0 h 88"/>
                <a:gd name="T38" fmla="*/ 0 w 46"/>
                <a:gd name="T39" fmla="*/ 0 h 88"/>
                <a:gd name="T40" fmla="*/ 0 w 46"/>
                <a:gd name="T4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88">
                  <a:moveTo>
                    <a:pt x="24" y="88"/>
                  </a:moveTo>
                  <a:cubicBezTo>
                    <a:pt x="46" y="88"/>
                    <a:pt x="46" y="88"/>
                    <a:pt x="46" y="88"/>
                  </a:cubicBezTo>
                  <a:cubicBezTo>
                    <a:pt x="46" y="31"/>
                    <a:pt x="46" y="31"/>
                    <a:pt x="46" y="31"/>
                  </a:cubicBezTo>
                  <a:cubicBezTo>
                    <a:pt x="46" y="17"/>
                    <a:pt x="46" y="17"/>
                    <a:pt x="46" y="17"/>
                  </a:cubicBezTo>
                  <a:cubicBezTo>
                    <a:pt x="46" y="0"/>
                    <a:pt x="46" y="0"/>
                    <a:pt x="46" y="0"/>
                  </a:cubicBezTo>
                  <a:cubicBezTo>
                    <a:pt x="24" y="0"/>
                    <a:pt x="24" y="0"/>
                    <a:pt x="24" y="0"/>
                  </a:cubicBezTo>
                  <a:cubicBezTo>
                    <a:pt x="24" y="5"/>
                    <a:pt x="24" y="5"/>
                    <a:pt x="24" y="5"/>
                  </a:cubicBezTo>
                  <a:cubicBezTo>
                    <a:pt x="24" y="5"/>
                    <a:pt x="24" y="5"/>
                    <a:pt x="24" y="5"/>
                  </a:cubicBezTo>
                  <a:cubicBezTo>
                    <a:pt x="24" y="5"/>
                    <a:pt x="24" y="5"/>
                    <a:pt x="24" y="5"/>
                  </a:cubicBezTo>
                  <a:cubicBezTo>
                    <a:pt x="33" y="5"/>
                    <a:pt x="41" y="13"/>
                    <a:pt x="41" y="22"/>
                  </a:cubicBezTo>
                  <a:cubicBezTo>
                    <a:pt x="41" y="32"/>
                    <a:pt x="33" y="40"/>
                    <a:pt x="24" y="40"/>
                  </a:cubicBezTo>
                  <a:cubicBezTo>
                    <a:pt x="24" y="40"/>
                    <a:pt x="24" y="40"/>
                    <a:pt x="24" y="40"/>
                  </a:cubicBezTo>
                  <a:lnTo>
                    <a:pt x="24" y="88"/>
                  </a:lnTo>
                  <a:close/>
                  <a:moveTo>
                    <a:pt x="0" y="88"/>
                  </a:moveTo>
                  <a:cubicBezTo>
                    <a:pt x="24" y="88"/>
                    <a:pt x="24" y="88"/>
                    <a:pt x="24" y="88"/>
                  </a:cubicBezTo>
                  <a:cubicBezTo>
                    <a:pt x="24" y="40"/>
                    <a:pt x="24" y="40"/>
                    <a:pt x="24" y="40"/>
                  </a:cubicBezTo>
                  <a:cubicBezTo>
                    <a:pt x="14" y="40"/>
                    <a:pt x="6" y="32"/>
                    <a:pt x="6" y="22"/>
                  </a:cubicBezTo>
                  <a:cubicBezTo>
                    <a:pt x="6" y="13"/>
                    <a:pt x="14" y="5"/>
                    <a:pt x="24" y="5"/>
                  </a:cubicBezTo>
                  <a:cubicBezTo>
                    <a:pt x="24" y="0"/>
                    <a:pt x="24" y="0"/>
                    <a:pt x="24" y="0"/>
                  </a:cubicBezTo>
                  <a:cubicBezTo>
                    <a:pt x="0" y="0"/>
                    <a:pt x="0" y="0"/>
                    <a:pt x="0" y="0"/>
                  </a:cubicBezTo>
                  <a:lnTo>
                    <a:pt x="0" y="8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2" name="Freeform 229"/>
            <p:cNvSpPr>
              <a:spLocks noEditPoints="1"/>
            </p:cNvSpPr>
            <p:nvPr/>
          </p:nvSpPr>
          <p:spPr bwMode="auto">
            <a:xfrm>
              <a:off x="8326438" y="2470150"/>
              <a:ext cx="423863" cy="198438"/>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3" name="Freeform 230"/>
            <p:cNvSpPr>
              <a:spLocks/>
            </p:cNvSpPr>
            <p:nvPr/>
          </p:nvSpPr>
          <p:spPr bwMode="auto">
            <a:xfrm>
              <a:off x="8404225" y="2379663"/>
              <a:ext cx="244475" cy="60325"/>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4" name="Freeform 231"/>
            <p:cNvSpPr>
              <a:spLocks/>
            </p:cNvSpPr>
            <p:nvPr/>
          </p:nvSpPr>
          <p:spPr bwMode="auto">
            <a:xfrm>
              <a:off x="8362950" y="2312988"/>
              <a:ext cx="327025" cy="71438"/>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5" name="Freeform 232"/>
            <p:cNvSpPr>
              <a:spLocks/>
            </p:cNvSpPr>
            <p:nvPr/>
          </p:nvSpPr>
          <p:spPr bwMode="auto">
            <a:xfrm>
              <a:off x="5529263" y="9525"/>
              <a:ext cx="333375" cy="169863"/>
            </a:xfrm>
            <a:custGeom>
              <a:avLst/>
              <a:gdLst>
                <a:gd name="T0" fmla="*/ 0 w 89"/>
                <a:gd name="T1" fmla="*/ 0 h 45"/>
                <a:gd name="T2" fmla="*/ 0 w 89"/>
                <a:gd name="T3" fmla="*/ 2 h 45"/>
                <a:gd name="T4" fmla="*/ 3 w 89"/>
                <a:gd name="T5" fmla="*/ 17 h 45"/>
                <a:gd name="T6" fmla="*/ 13 w 89"/>
                <a:gd name="T7" fmla="*/ 35 h 45"/>
                <a:gd name="T8" fmla="*/ 13 w 89"/>
                <a:gd name="T9" fmla="*/ 35 h 45"/>
                <a:gd name="T10" fmla="*/ 19 w 89"/>
                <a:gd name="T11" fmla="*/ 42 h 45"/>
                <a:gd name="T12" fmla="*/ 21 w 89"/>
                <a:gd name="T13" fmla="*/ 43 h 45"/>
                <a:gd name="T14" fmla="*/ 31 w 89"/>
                <a:gd name="T15" fmla="*/ 44 h 45"/>
                <a:gd name="T16" fmla="*/ 31 w 89"/>
                <a:gd name="T17" fmla="*/ 44 h 45"/>
                <a:gd name="T18" fmla="*/ 36 w 89"/>
                <a:gd name="T19" fmla="*/ 42 h 45"/>
                <a:gd name="T20" fmla="*/ 39 w 89"/>
                <a:gd name="T21" fmla="*/ 41 h 45"/>
                <a:gd name="T22" fmla="*/ 44 w 89"/>
                <a:gd name="T23" fmla="*/ 40 h 45"/>
                <a:gd name="T24" fmla="*/ 45 w 89"/>
                <a:gd name="T25" fmla="*/ 40 h 45"/>
                <a:gd name="T26" fmla="*/ 50 w 89"/>
                <a:gd name="T27" fmla="*/ 41 h 45"/>
                <a:gd name="T28" fmla="*/ 53 w 89"/>
                <a:gd name="T29" fmla="*/ 42 h 45"/>
                <a:gd name="T30" fmla="*/ 58 w 89"/>
                <a:gd name="T31" fmla="*/ 44 h 45"/>
                <a:gd name="T32" fmla="*/ 58 w 89"/>
                <a:gd name="T33" fmla="*/ 44 h 45"/>
                <a:gd name="T34" fmla="*/ 68 w 89"/>
                <a:gd name="T35" fmla="*/ 43 h 45"/>
                <a:gd name="T36" fmla="*/ 70 w 89"/>
                <a:gd name="T37" fmla="*/ 42 h 45"/>
                <a:gd name="T38" fmla="*/ 76 w 89"/>
                <a:gd name="T39" fmla="*/ 35 h 45"/>
                <a:gd name="T40" fmla="*/ 76 w 89"/>
                <a:gd name="T41" fmla="*/ 35 h 45"/>
                <a:gd name="T42" fmla="*/ 86 w 89"/>
                <a:gd name="T43" fmla="*/ 17 h 45"/>
                <a:gd name="T44" fmla="*/ 89 w 89"/>
                <a:gd name="T45" fmla="*/ 2 h 45"/>
                <a:gd name="T46" fmla="*/ 89 w 89"/>
                <a:gd name="T47" fmla="*/ 0 h 45"/>
                <a:gd name="T48" fmla="*/ 0 w 89"/>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45">
                  <a:moveTo>
                    <a:pt x="0" y="0"/>
                  </a:moveTo>
                  <a:cubicBezTo>
                    <a:pt x="0" y="1"/>
                    <a:pt x="0" y="1"/>
                    <a:pt x="0" y="2"/>
                  </a:cubicBezTo>
                  <a:cubicBezTo>
                    <a:pt x="0" y="7"/>
                    <a:pt x="2" y="12"/>
                    <a:pt x="3" y="17"/>
                  </a:cubicBezTo>
                  <a:cubicBezTo>
                    <a:pt x="5" y="23"/>
                    <a:pt x="9" y="29"/>
                    <a:pt x="13" y="35"/>
                  </a:cubicBezTo>
                  <a:cubicBezTo>
                    <a:pt x="13" y="35"/>
                    <a:pt x="13" y="35"/>
                    <a:pt x="13" y="35"/>
                  </a:cubicBezTo>
                  <a:cubicBezTo>
                    <a:pt x="15" y="38"/>
                    <a:pt x="17" y="40"/>
                    <a:pt x="19" y="42"/>
                  </a:cubicBezTo>
                  <a:cubicBezTo>
                    <a:pt x="20" y="42"/>
                    <a:pt x="20" y="42"/>
                    <a:pt x="21" y="43"/>
                  </a:cubicBezTo>
                  <a:cubicBezTo>
                    <a:pt x="24" y="45"/>
                    <a:pt x="27" y="45"/>
                    <a:pt x="31" y="44"/>
                  </a:cubicBezTo>
                  <a:cubicBezTo>
                    <a:pt x="31" y="44"/>
                    <a:pt x="31" y="44"/>
                    <a:pt x="31" y="44"/>
                  </a:cubicBezTo>
                  <a:cubicBezTo>
                    <a:pt x="33" y="44"/>
                    <a:pt x="34" y="43"/>
                    <a:pt x="36" y="42"/>
                  </a:cubicBezTo>
                  <a:cubicBezTo>
                    <a:pt x="37" y="42"/>
                    <a:pt x="38" y="42"/>
                    <a:pt x="39" y="41"/>
                  </a:cubicBezTo>
                  <a:cubicBezTo>
                    <a:pt x="41" y="41"/>
                    <a:pt x="44" y="40"/>
                    <a:pt x="44" y="40"/>
                  </a:cubicBezTo>
                  <a:cubicBezTo>
                    <a:pt x="45" y="40"/>
                    <a:pt x="45" y="40"/>
                    <a:pt x="45" y="40"/>
                  </a:cubicBezTo>
                  <a:cubicBezTo>
                    <a:pt x="47" y="40"/>
                    <a:pt x="48" y="41"/>
                    <a:pt x="50" y="41"/>
                  </a:cubicBezTo>
                  <a:cubicBezTo>
                    <a:pt x="51" y="42"/>
                    <a:pt x="52" y="42"/>
                    <a:pt x="53" y="42"/>
                  </a:cubicBezTo>
                  <a:cubicBezTo>
                    <a:pt x="55" y="43"/>
                    <a:pt x="56" y="44"/>
                    <a:pt x="58" y="44"/>
                  </a:cubicBezTo>
                  <a:cubicBezTo>
                    <a:pt x="58" y="44"/>
                    <a:pt x="58" y="44"/>
                    <a:pt x="58" y="44"/>
                  </a:cubicBezTo>
                  <a:cubicBezTo>
                    <a:pt x="62" y="45"/>
                    <a:pt x="65" y="45"/>
                    <a:pt x="68" y="43"/>
                  </a:cubicBezTo>
                  <a:cubicBezTo>
                    <a:pt x="69" y="42"/>
                    <a:pt x="69" y="42"/>
                    <a:pt x="70" y="42"/>
                  </a:cubicBezTo>
                  <a:cubicBezTo>
                    <a:pt x="72" y="40"/>
                    <a:pt x="74" y="38"/>
                    <a:pt x="76" y="35"/>
                  </a:cubicBezTo>
                  <a:cubicBezTo>
                    <a:pt x="76" y="35"/>
                    <a:pt x="76" y="35"/>
                    <a:pt x="76" y="35"/>
                  </a:cubicBezTo>
                  <a:cubicBezTo>
                    <a:pt x="80" y="29"/>
                    <a:pt x="83" y="23"/>
                    <a:pt x="86" y="17"/>
                  </a:cubicBezTo>
                  <a:cubicBezTo>
                    <a:pt x="87" y="12"/>
                    <a:pt x="89" y="7"/>
                    <a:pt x="89" y="2"/>
                  </a:cubicBezTo>
                  <a:cubicBezTo>
                    <a:pt x="89" y="0"/>
                    <a:pt x="89" y="0"/>
                    <a:pt x="89"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6" name="Freeform 233"/>
            <p:cNvSpPr>
              <a:spLocks/>
            </p:cNvSpPr>
            <p:nvPr/>
          </p:nvSpPr>
          <p:spPr bwMode="auto">
            <a:xfrm>
              <a:off x="4129088" y="5675313"/>
              <a:ext cx="258763" cy="292100"/>
            </a:xfrm>
            <a:custGeom>
              <a:avLst/>
              <a:gdLst>
                <a:gd name="T0" fmla="*/ 8 w 69"/>
                <a:gd name="T1" fmla="*/ 2 h 78"/>
                <a:gd name="T2" fmla="*/ 25 w 69"/>
                <a:gd name="T3" fmla="*/ 12 h 78"/>
                <a:gd name="T4" fmla="*/ 31 w 69"/>
                <a:gd name="T5" fmla="*/ 21 h 78"/>
                <a:gd name="T6" fmla="*/ 63 w 69"/>
                <a:gd name="T7" fmla="*/ 15 h 78"/>
                <a:gd name="T8" fmla="*/ 67 w 69"/>
                <a:gd name="T9" fmla="*/ 22 h 78"/>
                <a:gd name="T10" fmla="*/ 40 w 69"/>
                <a:gd name="T11" fmla="*/ 34 h 78"/>
                <a:gd name="T12" fmla="*/ 49 w 69"/>
                <a:gd name="T13" fmla="*/ 47 h 78"/>
                <a:gd name="T14" fmla="*/ 64 w 69"/>
                <a:gd name="T15" fmla="*/ 48 h 78"/>
                <a:gd name="T16" fmla="*/ 69 w 69"/>
                <a:gd name="T17" fmla="*/ 55 h 78"/>
                <a:gd name="T18" fmla="*/ 47 w 69"/>
                <a:gd name="T19" fmla="*/ 61 h 78"/>
                <a:gd name="T20" fmla="*/ 34 w 69"/>
                <a:gd name="T21" fmla="*/ 78 h 78"/>
                <a:gd name="T22" fmla="*/ 30 w 69"/>
                <a:gd name="T23" fmla="*/ 71 h 78"/>
                <a:gd name="T24" fmla="*/ 35 w 69"/>
                <a:gd name="T25" fmla="*/ 57 h 78"/>
                <a:gd name="T26" fmla="*/ 26 w 69"/>
                <a:gd name="T27" fmla="*/ 43 h 78"/>
                <a:gd name="T28" fmla="*/ 5 w 69"/>
                <a:gd name="T29" fmla="*/ 64 h 78"/>
                <a:gd name="T30" fmla="*/ 0 w 69"/>
                <a:gd name="T31" fmla="*/ 57 h 78"/>
                <a:gd name="T32" fmla="*/ 17 w 69"/>
                <a:gd name="T33" fmla="*/ 31 h 78"/>
                <a:gd name="T34" fmla="*/ 11 w 69"/>
                <a:gd name="T35" fmla="*/ 21 h 78"/>
                <a:gd name="T36" fmla="*/ 8 w 69"/>
                <a:gd name="T37" fmla="*/ 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8">
                  <a:moveTo>
                    <a:pt x="8" y="2"/>
                  </a:moveTo>
                  <a:cubicBezTo>
                    <a:pt x="12" y="0"/>
                    <a:pt x="22" y="8"/>
                    <a:pt x="25" y="12"/>
                  </a:cubicBezTo>
                  <a:cubicBezTo>
                    <a:pt x="31" y="21"/>
                    <a:pt x="31" y="21"/>
                    <a:pt x="31" y="21"/>
                  </a:cubicBezTo>
                  <a:cubicBezTo>
                    <a:pt x="63" y="15"/>
                    <a:pt x="63" y="15"/>
                    <a:pt x="63" y="15"/>
                  </a:cubicBezTo>
                  <a:cubicBezTo>
                    <a:pt x="67" y="22"/>
                    <a:pt x="67" y="22"/>
                    <a:pt x="67" y="22"/>
                  </a:cubicBezTo>
                  <a:cubicBezTo>
                    <a:pt x="40" y="34"/>
                    <a:pt x="40" y="34"/>
                    <a:pt x="40" y="34"/>
                  </a:cubicBezTo>
                  <a:cubicBezTo>
                    <a:pt x="49" y="47"/>
                    <a:pt x="49" y="47"/>
                    <a:pt x="49" y="47"/>
                  </a:cubicBezTo>
                  <a:cubicBezTo>
                    <a:pt x="64" y="48"/>
                    <a:pt x="64" y="48"/>
                    <a:pt x="64" y="48"/>
                  </a:cubicBezTo>
                  <a:cubicBezTo>
                    <a:pt x="69" y="55"/>
                    <a:pt x="69" y="55"/>
                    <a:pt x="69" y="55"/>
                  </a:cubicBezTo>
                  <a:cubicBezTo>
                    <a:pt x="47" y="61"/>
                    <a:pt x="47" y="61"/>
                    <a:pt x="47" y="61"/>
                  </a:cubicBezTo>
                  <a:cubicBezTo>
                    <a:pt x="34" y="78"/>
                    <a:pt x="34" y="78"/>
                    <a:pt x="34" y="78"/>
                  </a:cubicBezTo>
                  <a:cubicBezTo>
                    <a:pt x="30" y="71"/>
                    <a:pt x="30" y="71"/>
                    <a:pt x="30" y="71"/>
                  </a:cubicBezTo>
                  <a:cubicBezTo>
                    <a:pt x="35" y="57"/>
                    <a:pt x="35" y="57"/>
                    <a:pt x="35" y="57"/>
                  </a:cubicBezTo>
                  <a:cubicBezTo>
                    <a:pt x="26" y="43"/>
                    <a:pt x="26" y="43"/>
                    <a:pt x="26" y="43"/>
                  </a:cubicBezTo>
                  <a:cubicBezTo>
                    <a:pt x="5" y="64"/>
                    <a:pt x="5" y="64"/>
                    <a:pt x="5" y="64"/>
                  </a:cubicBezTo>
                  <a:cubicBezTo>
                    <a:pt x="0" y="57"/>
                    <a:pt x="0" y="57"/>
                    <a:pt x="0" y="57"/>
                  </a:cubicBezTo>
                  <a:cubicBezTo>
                    <a:pt x="17" y="31"/>
                    <a:pt x="17" y="31"/>
                    <a:pt x="17" y="31"/>
                  </a:cubicBezTo>
                  <a:cubicBezTo>
                    <a:pt x="11" y="21"/>
                    <a:pt x="11" y="21"/>
                    <a:pt x="11" y="21"/>
                  </a:cubicBezTo>
                  <a:cubicBezTo>
                    <a:pt x="8" y="17"/>
                    <a:pt x="5" y="5"/>
                    <a:pt x="8"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7" name="Freeform 234"/>
            <p:cNvSpPr>
              <a:spLocks/>
            </p:cNvSpPr>
            <p:nvPr/>
          </p:nvSpPr>
          <p:spPr bwMode="auto">
            <a:xfrm>
              <a:off x="3213100" y="5527675"/>
              <a:ext cx="115888" cy="338138"/>
            </a:xfrm>
            <a:custGeom>
              <a:avLst/>
              <a:gdLst>
                <a:gd name="T0" fmla="*/ 4 w 31"/>
                <a:gd name="T1" fmla="*/ 10 h 90"/>
                <a:gd name="T2" fmla="*/ 1 w 31"/>
                <a:gd name="T3" fmla="*/ 21 h 90"/>
                <a:gd name="T4" fmla="*/ 3 w 31"/>
                <a:gd name="T5" fmla="*/ 31 h 90"/>
                <a:gd name="T6" fmla="*/ 11 w 31"/>
                <a:gd name="T7" fmla="*/ 41 h 90"/>
                <a:gd name="T8" fmla="*/ 11 w 31"/>
                <a:gd name="T9" fmla="*/ 90 h 90"/>
                <a:gd name="T10" fmla="*/ 20 w 31"/>
                <a:gd name="T11" fmla="*/ 90 h 90"/>
                <a:gd name="T12" fmla="*/ 20 w 31"/>
                <a:gd name="T13" fmla="*/ 41 h 90"/>
                <a:gd name="T14" fmla="*/ 29 w 31"/>
                <a:gd name="T15" fmla="*/ 31 h 90"/>
                <a:gd name="T16" fmla="*/ 31 w 31"/>
                <a:gd name="T17" fmla="*/ 21 h 90"/>
                <a:gd name="T18" fmla="*/ 28 w 31"/>
                <a:gd name="T19" fmla="*/ 10 h 90"/>
                <a:gd name="T20" fmla="*/ 21 w 31"/>
                <a:gd name="T21" fmla="*/ 0 h 90"/>
                <a:gd name="T22" fmla="*/ 23 w 31"/>
                <a:gd name="T23" fmla="*/ 21 h 90"/>
                <a:gd name="T24" fmla="*/ 20 w 31"/>
                <a:gd name="T25" fmla="*/ 21 h 90"/>
                <a:gd name="T26" fmla="*/ 18 w 31"/>
                <a:gd name="T27" fmla="*/ 0 h 90"/>
                <a:gd name="T28" fmla="*/ 16 w 31"/>
                <a:gd name="T29" fmla="*/ 0 h 90"/>
                <a:gd name="T30" fmla="*/ 14 w 31"/>
                <a:gd name="T31" fmla="*/ 0 h 90"/>
                <a:gd name="T32" fmla="*/ 11 w 31"/>
                <a:gd name="T33" fmla="*/ 21 h 90"/>
                <a:gd name="T34" fmla="*/ 8 w 31"/>
                <a:gd name="T35" fmla="*/ 21 h 90"/>
                <a:gd name="T36" fmla="*/ 11 w 31"/>
                <a:gd name="T37" fmla="*/ 0 h 90"/>
                <a:gd name="T38" fmla="*/ 4 w 31"/>
                <a:gd name="T39"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90">
                  <a:moveTo>
                    <a:pt x="4" y="10"/>
                  </a:moveTo>
                  <a:cubicBezTo>
                    <a:pt x="3" y="14"/>
                    <a:pt x="1" y="18"/>
                    <a:pt x="1" y="21"/>
                  </a:cubicBezTo>
                  <a:cubicBezTo>
                    <a:pt x="0" y="25"/>
                    <a:pt x="1" y="28"/>
                    <a:pt x="3" y="31"/>
                  </a:cubicBezTo>
                  <a:cubicBezTo>
                    <a:pt x="5" y="34"/>
                    <a:pt x="8" y="39"/>
                    <a:pt x="11" y="41"/>
                  </a:cubicBezTo>
                  <a:cubicBezTo>
                    <a:pt x="11" y="90"/>
                    <a:pt x="11" y="90"/>
                    <a:pt x="11" y="90"/>
                  </a:cubicBezTo>
                  <a:cubicBezTo>
                    <a:pt x="20" y="90"/>
                    <a:pt x="20" y="90"/>
                    <a:pt x="20" y="90"/>
                  </a:cubicBezTo>
                  <a:cubicBezTo>
                    <a:pt x="20" y="41"/>
                    <a:pt x="20" y="41"/>
                    <a:pt x="20" y="41"/>
                  </a:cubicBezTo>
                  <a:cubicBezTo>
                    <a:pt x="24" y="39"/>
                    <a:pt x="27" y="34"/>
                    <a:pt x="29" y="31"/>
                  </a:cubicBezTo>
                  <a:cubicBezTo>
                    <a:pt x="31" y="28"/>
                    <a:pt x="31" y="25"/>
                    <a:pt x="31" y="21"/>
                  </a:cubicBezTo>
                  <a:cubicBezTo>
                    <a:pt x="31" y="18"/>
                    <a:pt x="29" y="14"/>
                    <a:pt x="28" y="10"/>
                  </a:cubicBezTo>
                  <a:cubicBezTo>
                    <a:pt x="27" y="7"/>
                    <a:pt x="25" y="0"/>
                    <a:pt x="21" y="0"/>
                  </a:cubicBezTo>
                  <a:cubicBezTo>
                    <a:pt x="23" y="21"/>
                    <a:pt x="23" y="21"/>
                    <a:pt x="23" y="21"/>
                  </a:cubicBezTo>
                  <a:cubicBezTo>
                    <a:pt x="20" y="21"/>
                    <a:pt x="20" y="21"/>
                    <a:pt x="20" y="21"/>
                  </a:cubicBezTo>
                  <a:cubicBezTo>
                    <a:pt x="18" y="0"/>
                    <a:pt x="18" y="0"/>
                    <a:pt x="18" y="0"/>
                  </a:cubicBezTo>
                  <a:cubicBezTo>
                    <a:pt x="16" y="0"/>
                    <a:pt x="16" y="0"/>
                    <a:pt x="16" y="0"/>
                  </a:cubicBezTo>
                  <a:cubicBezTo>
                    <a:pt x="14" y="0"/>
                    <a:pt x="14" y="0"/>
                    <a:pt x="14" y="0"/>
                  </a:cubicBezTo>
                  <a:cubicBezTo>
                    <a:pt x="11" y="21"/>
                    <a:pt x="11" y="21"/>
                    <a:pt x="11" y="21"/>
                  </a:cubicBezTo>
                  <a:cubicBezTo>
                    <a:pt x="8" y="21"/>
                    <a:pt x="8" y="21"/>
                    <a:pt x="8" y="21"/>
                  </a:cubicBezTo>
                  <a:cubicBezTo>
                    <a:pt x="11" y="0"/>
                    <a:pt x="11" y="0"/>
                    <a:pt x="11" y="0"/>
                  </a:cubicBezTo>
                  <a:cubicBezTo>
                    <a:pt x="7" y="0"/>
                    <a:pt x="5" y="7"/>
                    <a:pt x="4" y="1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8" name="Freeform 235"/>
            <p:cNvSpPr>
              <a:spLocks/>
            </p:cNvSpPr>
            <p:nvPr/>
          </p:nvSpPr>
          <p:spPr bwMode="auto">
            <a:xfrm>
              <a:off x="3367088" y="5521325"/>
              <a:ext cx="123825" cy="344488"/>
            </a:xfrm>
            <a:custGeom>
              <a:avLst/>
              <a:gdLst>
                <a:gd name="T0" fmla="*/ 21 w 33"/>
                <a:gd name="T1" fmla="*/ 92 h 92"/>
                <a:gd name="T2" fmla="*/ 21 w 33"/>
                <a:gd name="T3" fmla="*/ 44 h 92"/>
                <a:gd name="T4" fmla="*/ 33 w 33"/>
                <a:gd name="T5" fmla="*/ 24 h 92"/>
                <a:gd name="T6" fmla="*/ 17 w 33"/>
                <a:gd name="T7" fmla="*/ 0 h 92"/>
                <a:gd name="T8" fmla="*/ 0 w 33"/>
                <a:gd name="T9" fmla="*/ 24 h 92"/>
                <a:gd name="T10" fmla="*/ 12 w 33"/>
                <a:gd name="T11" fmla="*/ 44 h 92"/>
                <a:gd name="T12" fmla="*/ 12 w 33"/>
                <a:gd name="T13" fmla="*/ 92 h 92"/>
                <a:gd name="T14" fmla="*/ 21 w 33"/>
                <a:gd name="T15" fmla="*/ 9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2">
                  <a:moveTo>
                    <a:pt x="21" y="92"/>
                  </a:moveTo>
                  <a:cubicBezTo>
                    <a:pt x="21" y="44"/>
                    <a:pt x="21" y="44"/>
                    <a:pt x="21" y="44"/>
                  </a:cubicBezTo>
                  <a:cubicBezTo>
                    <a:pt x="28" y="41"/>
                    <a:pt x="33" y="34"/>
                    <a:pt x="33" y="24"/>
                  </a:cubicBezTo>
                  <a:cubicBezTo>
                    <a:pt x="33" y="13"/>
                    <a:pt x="26" y="0"/>
                    <a:pt x="17" y="0"/>
                  </a:cubicBezTo>
                  <a:cubicBezTo>
                    <a:pt x="7" y="0"/>
                    <a:pt x="0" y="13"/>
                    <a:pt x="0" y="24"/>
                  </a:cubicBezTo>
                  <a:cubicBezTo>
                    <a:pt x="0" y="33"/>
                    <a:pt x="5" y="41"/>
                    <a:pt x="12" y="44"/>
                  </a:cubicBezTo>
                  <a:cubicBezTo>
                    <a:pt x="12" y="92"/>
                    <a:pt x="12" y="92"/>
                    <a:pt x="12" y="92"/>
                  </a:cubicBezTo>
                  <a:lnTo>
                    <a:pt x="21" y="9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79" name="Oval 236"/>
            <p:cNvSpPr>
              <a:spLocks noChangeArrowheads="1"/>
            </p:cNvSpPr>
            <p:nvPr/>
          </p:nvSpPr>
          <p:spPr bwMode="auto">
            <a:xfrm>
              <a:off x="3724275" y="6403975"/>
              <a:ext cx="168275" cy="16827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0" name="Rectangle 237"/>
            <p:cNvSpPr>
              <a:spLocks noChangeArrowheads="1"/>
            </p:cNvSpPr>
            <p:nvPr/>
          </p:nvSpPr>
          <p:spPr bwMode="auto">
            <a:xfrm>
              <a:off x="3798888" y="6362700"/>
              <a:ext cx="19050" cy="301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1" name="Rectangle 239"/>
            <p:cNvSpPr>
              <a:spLocks noChangeArrowheads="1"/>
            </p:cNvSpPr>
            <p:nvPr/>
          </p:nvSpPr>
          <p:spPr bwMode="auto">
            <a:xfrm>
              <a:off x="3903663" y="6478588"/>
              <a:ext cx="30163" cy="190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2" name="Rectangle 240"/>
            <p:cNvSpPr>
              <a:spLocks noChangeArrowheads="1"/>
            </p:cNvSpPr>
            <p:nvPr/>
          </p:nvSpPr>
          <p:spPr bwMode="auto">
            <a:xfrm>
              <a:off x="3798888" y="6583363"/>
              <a:ext cx="19050" cy="3016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3" name="Rectangle 241"/>
            <p:cNvSpPr>
              <a:spLocks noChangeArrowheads="1"/>
            </p:cNvSpPr>
            <p:nvPr/>
          </p:nvSpPr>
          <p:spPr bwMode="auto">
            <a:xfrm>
              <a:off x="3683000" y="6478588"/>
              <a:ext cx="30163" cy="190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4" name="Freeform 242"/>
            <p:cNvSpPr>
              <a:spLocks/>
            </p:cNvSpPr>
            <p:nvPr/>
          </p:nvSpPr>
          <p:spPr bwMode="auto">
            <a:xfrm>
              <a:off x="3870325" y="6392863"/>
              <a:ext cx="33338" cy="33338"/>
            </a:xfrm>
            <a:custGeom>
              <a:avLst/>
              <a:gdLst>
                <a:gd name="T0" fmla="*/ 21 w 21"/>
                <a:gd name="T1" fmla="*/ 9 h 21"/>
                <a:gd name="T2" fmla="*/ 9 w 21"/>
                <a:gd name="T3" fmla="*/ 21 h 21"/>
                <a:gd name="T4" fmla="*/ 0 w 21"/>
                <a:gd name="T5" fmla="*/ 11 h 21"/>
                <a:gd name="T6" fmla="*/ 12 w 21"/>
                <a:gd name="T7" fmla="*/ 0 h 21"/>
                <a:gd name="T8" fmla="*/ 21 w 21"/>
                <a:gd name="T9" fmla="*/ 9 h 21"/>
              </a:gdLst>
              <a:ahLst/>
              <a:cxnLst>
                <a:cxn ang="0">
                  <a:pos x="T0" y="T1"/>
                </a:cxn>
                <a:cxn ang="0">
                  <a:pos x="T2" y="T3"/>
                </a:cxn>
                <a:cxn ang="0">
                  <a:pos x="T4" y="T5"/>
                </a:cxn>
                <a:cxn ang="0">
                  <a:pos x="T6" y="T7"/>
                </a:cxn>
                <a:cxn ang="0">
                  <a:pos x="T8" y="T9"/>
                </a:cxn>
              </a:cxnLst>
              <a:rect l="0" t="0" r="r" b="b"/>
              <a:pathLst>
                <a:path w="21" h="21">
                  <a:moveTo>
                    <a:pt x="21" y="9"/>
                  </a:moveTo>
                  <a:lnTo>
                    <a:pt x="9" y="21"/>
                  </a:lnTo>
                  <a:lnTo>
                    <a:pt x="0" y="11"/>
                  </a:lnTo>
                  <a:lnTo>
                    <a:pt x="12" y="0"/>
                  </a:lnTo>
                  <a:lnTo>
                    <a:pt x="21" y="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5" name="Freeform 243"/>
            <p:cNvSpPr>
              <a:spLocks/>
            </p:cNvSpPr>
            <p:nvPr/>
          </p:nvSpPr>
          <p:spPr bwMode="auto">
            <a:xfrm>
              <a:off x="3870325" y="6550025"/>
              <a:ext cx="33338" cy="33338"/>
            </a:xfrm>
            <a:custGeom>
              <a:avLst/>
              <a:gdLst>
                <a:gd name="T0" fmla="*/ 9 w 21"/>
                <a:gd name="T1" fmla="*/ 0 h 21"/>
                <a:gd name="T2" fmla="*/ 21 w 21"/>
                <a:gd name="T3" fmla="*/ 12 h 21"/>
                <a:gd name="T4" fmla="*/ 12 w 21"/>
                <a:gd name="T5" fmla="*/ 21 h 21"/>
                <a:gd name="T6" fmla="*/ 0 w 21"/>
                <a:gd name="T7" fmla="*/ 9 h 21"/>
                <a:gd name="T8" fmla="*/ 9 w 21"/>
                <a:gd name="T9" fmla="*/ 0 h 21"/>
              </a:gdLst>
              <a:ahLst/>
              <a:cxnLst>
                <a:cxn ang="0">
                  <a:pos x="T0" y="T1"/>
                </a:cxn>
                <a:cxn ang="0">
                  <a:pos x="T2" y="T3"/>
                </a:cxn>
                <a:cxn ang="0">
                  <a:pos x="T4" y="T5"/>
                </a:cxn>
                <a:cxn ang="0">
                  <a:pos x="T6" y="T7"/>
                </a:cxn>
                <a:cxn ang="0">
                  <a:pos x="T8" y="T9"/>
                </a:cxn>
              </a:cxnLst>
              <a:rect l="0" t="0" r="r" b="b"/>
              <a:pathLst>
                <a:path w="21" h="21">
                  <a:moveTo>
                    <a:pt x="9" y="0"/>
                  </a:moveTo>
                  <a:lnTo>
                    <a:pt x="21" y="12"/>
                  </a:lnTo>
                  <a:lnTo>
                    <a:pt x="12" y="21"/>
                  </a:lnTo>
                  <a:lnTo>
                    <a:pt x="0" y="9"/>
                  </a:lnTo>
                  <a:lnTo>
                    <a:pt x="9"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6" name="Freeform 244"/>
            <p:cNvSpPr>
              <a:spLocks/>
            </p:cNvSpPr>
            <p:nvPr/>
          </p:nvSpPr>
          <p:spPr bwMode="auto">
            <a:xfrm>
              <a:off x="3713163" y="6550025"/>
              <a:ext cx="33338" cy="33338"/>
            </a:xfrm>
            <a:custGeom>
              <a:avLst/>
              <a:gdLst>
                <a:gd name="T0" fmla="*/ 11 w 21"/>
                <a:gd name="T1" fmla="*/ 0 h 21"/>
                <a:gd name="T2" fmla="*/ 21 w 21"/>
                <a:gd name="T3" fmla="*/ 9 h 21"/>
                <a:gd name="T4" fmla="*/ 9 w 21"/>
                <a:gd name="T5" fmla="*/ 21 h 21"/>
                <a:gd name="T6" fmla="*/ 0 w 21"/>
                <a:gd name="T7" fmla="*/ 12 h 21"/>
                <a:gd name="T8" fmla="*/ 11 w 21"/>
                <a:gd name="T9" fmla="*/ 0 h 21"/>
              </a:gdLst>
              <a:ahLst/>
              <a:cxnLst>
                <a:cxn ang="0">
                  <a:pos x="T0" y="T1"/>
                </a:cxn>
                <a:cxn ang="0">
                  <a:pos x="T2" y="T3"/>
                </a:cxn>
                <a:cxn ang="0">
                  <a:pos x="T4" y="T5"/>
                </a:cxn>
                <a:cxn ang="0">
                  <a:pos x="T6" y="T7"/>
                </a:cxn>
                <a:cxn ang="0">
                  <a:pos x="T8" y="T9"/>
                </a:cxn>
              </a:cxnLst>
              <a:rect l="0" t="0" r="r" b="b"/>
              <a:pathLst>
                <a:path w="21" h="21">
                  <a:moveTo>
                    <a:pt x="11" y="0"/>
                  </a:moveTo>
                  <a:lnTo>
                    <a:pt x="21" y="9"/>
                  </a:lnTo>
                  <a:lnTo>
                    <a:pt x="9" y="21"/>
                  </a:lnTo>
                  <a:lnTo>
                    <a:pt x="0" y="12"/>
                  </a:lnTo>
                  <a:lnTo>
                    <a:pt x="11"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7" name="Freeform 245"/>
            <p:cNvSpPr>
              <a:spLocks/>
            </p:cNvSpPr>
            <p:nvPr/>
          </p:nvSpPr>
          <p:spPr bwMode="auto">
            <a:xfrm>
              <a:off x="3713163" y="6392863"/>
              <a:ext cx="33338" cy="33338"/>
            </a:xfrm>
            <a:custGeom>
              <a:avLst/>
              <a:gdLst>
                <a:gd name="T0" fmla="*/ 21 w 21"/>
                <a:gd name="T1" fmla="*/ 11 h 21"/>
                <a:gd name="T2" fmla="*/ 11 w 21"/>
                <a:gd name="T3" fmla="*/ 21 h 21"/>
                <a:gd name="T4" fmla="*/ 0 w 21"/>
                <a:gd name="T5" fmla="*/ 9 h 21"/>
                <a:gd name="T6" fmla="*/ 9 w 21"/>
                <a:gd name="T7" fmla="*/ 0 h 21"/>
                <a:gd name="T8" fmla="*/ 21 w 21"/>
                <a:gd name="T9" fmla="*/ 11 h 21"/>
              </a:gdLst>
              <a:ahLst/>
              <a:cxnLst>
                <a:cxn ang="0">
                  <a:pos x="T0" y="T1"/>
                </a:cxn>
                <a:cxn ang="0">
                  <a:pos x="T2" y="T3"/>
                </a:cxn>
                <a:cxn ang="0">
                  <a:pos x="T4" y="T5"/>
                </a:cxn>
                <a:cxn ang="0">
                  <a:pos x="T6" y="T7"/>
                </a:cxn>
                <a:cxn ang="0">
                  <a:pos x="T8" y="T9"/>
                </a:cxn>
              </a:cxnLst>
              <a:rect l="0" t="0" r="r" b="b"/>
              <a:pathLst>
                <a:path w="21" h="21">
                  <a:moveTo>
                    <a:pt x="21" y="11"/>
                  </a:moveTo>
                  <a:lnTo>
                    <a:pt x="11" y="21"/>
                  </a:lnTo>
                  <a:lnTo>
                    <a:pt x="0" y="9"/>
                  </a:lnTo>
                  <a:lnTo>
                    <a:pt x="9" y="0"/>
                  </a:lnTo>
                  <a:lnTo>
                    <a:pt x="21"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8" name="Freeform 246"/>
            <p:cNvSpPr>
              <a:spLocks/>
            </p:cNvSpPr>
            <p:nvPr/>
          </p:nvSpPr>
          <p:spPr bwMode="auto">
            <a:xfrm>
              <a:off x="3836988" y="6365875"/>
              <a:ext cx="28575" cy="38100"/>
            </a:xfrm>
            <a:custGeom>
              <a:avLst/>
              <a:gdLst>
                <a:gd name="T0" fmla="*/ 18 w 18"/>
                <a:gd name="T1" fmla="*/ 5 h 24"/>
                <a:gd name="T2" fmla="*/ 11 w 18"/>
                <a:gd name="T3" fmla="*/ 24 h 24"/>
                <a:gd name="T4" fmla="*/ 0 w 18"/>
                <a:gd name="T5" fmla="*/ 19 h 24"/>
                <a:gd name="T6" fmla="*/ 7 w 18"/>
                <a:gd name="T7" fmla="*/ 0 h 24"/>
                <a:gd name="T8" fmla="*/ 18 w 18"/>
                <a:gd name="T9" fmla="*/ 5 h 24"/>
              </a:gdLst>
              <a:ahLst/>
              <a:cxnLst>
                <a:cxn ang="0">
                  <a:pos x="T0" y="T1"/>
                </a:cxn>
                <a:cxn ang="0">
                  <a:pos x="T2" y="T3"/>
                </a:cxn>
                <a:cxn ang="0">
                  <a:pos x="T4" y="T5"/>
                </a:cxn>
                <a:cxn ang="0">
                  <a:pos x="T6" y="T7"/>
                </a:cxn>
                <a:cxn ang="0">
                  <a:pos x="T8" y="T9"/>
                </a:cxn>
              </a:cxnLst>
              <a:rect l="0" t="0" r="r" b="b"/>
              <a:pathLst>
                <a:path w="18" h="24">
                  <a:moveTo>
                    <a:pt x="18" y="5"/>
                  </a:moveTo>
                  <a:lnTo>
                    <a:pt x="11" y="24"/>
                  </a:lnTo>
                  <a:lnTo>
                    <a:pt x="0" y="19"/>
                  </a:lnTo>
                  <a:lnTo>
                    <a:pt x="7" y="0"/>
                  </a:lnTo>
                  <a:lnTo>
                    <a:pt x="18"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89" name="Freeform 247"/>
            <p:cNvSpPr>
              <a:spLocks/>
            </p:cNvSpPr>
            <p:nvPr/>
          </p:nvSpPr>
          <p:spPr bwMode="auto">
            <a:xfrm>
              <a:off x="3892550" y="6516688"/>
              <a:ext cx="38100" cy="30163"/>
            </a:xfrm>
            <a:custGeom>
              <a:avLst/>
              <a:gdLst>
                <a:gd name="T0" fmla="*/ 5 w 24"/>
                <a:gd name="T1" fmla="*/ 0 h 19"/>
                <a:gd name="T2" fmla="*/ 24 w 24"/>
                <a:gd name="T3" fmla="*/ 7 h 19"/>
                <a:gd name="T4" fmla="*/ 19 w 24"/>
                <a:gd name="T5" fmla="*/ 19 h 19"/>
                <a:gd name="T6" fmla="*/ 0 w 24"/>
                <a:gd name="T7" fmla="*/ 11 h 19"/>
                <a:gd name="T8" fmla="*/ 5 w 24"/>
                <a:gd name="T9" fmla="*/ 0 h 19"/>
              </a:gdLst>
              <a:ahLst/>
              <a:cxnLst>
                <a:cxn ang="0">
                  <a:pos x="T0" y="T1"/>
                </a:cxn>
                <a:cxn ang="0">
                  <a:pos x="T2" y="T3"/>
                </a:cxn>
                <a:cxn ang="0">
                  <a:pos x="T4" y="T5"/>
                </a:cxn>
                <a:cxn ang="0">
                  <a:pos x="T6" y="T7"/>
                </a:cxn>
                <a:cxn ang="0">
                  <a:pos x="T8" y="T9"/>
                </a:cxn>
              </a:cxnLst>
              <a:rect l="0" t="0" r="r" b="b"/>
              <a:pathLst>
                <a:path w="24" h="19">
                  <a:moveTo>
                    <a:pt x="5" y="0"/>
                  </a:moveTo>
                  <a:lnTo>
                    <a:pt x="24" y="7"/>
                  </a:lnTo>
                  <a:lnTo>
                    <a:pt x="19" y="19"/>
                  </a:lnTo>
                  <a:lnTo>
                    <a:pt x="0" y="11"/>
                  </a:lnTo>
                  <a:lnTo>
                    <a:pt x="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0" name="Freeform 248"/>
            <p:cNvSpPr>
              <a:spLocks/>
            </p:cNvSpPr>
            <p:nvPr/>
          </p:nvSpPr>
          <p:spPr bwMode="auto">
            <a:xfrm>
              <a:off x="3749675" y="6572250"/>
              <a:ext cx="33338" cy="38100"/>
            </a:xfrm>
            <a:custGeom>
              <a:avLst/>
              <a:gdLst>
                <a:gd name="T0" fmla="*/ 21 w 21"/>
                <a:gd name="T1" fmla="*/ 5 h 24"/>
                <a:gd name="T2" fmla="*/ 12 w 21"/>
                <a:gd name="T3" fmla="*/ 24 h 24"/>
                <a:gd name="T4" fmla="*/ 0 w 21"/>
                <a:gd name="T5" fmla="*/ 19 h 24"/>
                <a:gd name="T6" fmla="*/ 7 w 21"/>
                <a:gd name="T7" fmla="*/ 0 h 24"/>
                <a:gd name="T8" fmla="*/ 21 w 21"/>
                <a:gd name="T9" fmla="*/ 5 h 24"/>
              </a:gdLst>
              <a:ahLst/>
              <a:cxnLst>
                <a:cxn ang="0">
                  <a:pos x="T0" y="T1"/>
                </a:cxn>
                <a:cxn ang="0">
                  <a:pos x="T2" y="T3"/>
                </a:cxn>
                <a:cxn ang="0">
                  <a:pos x="T4" y="T5"/>
                </a:cxn>
                <a:cxn ang="0">
                  <a:pos x="T6" y="T7"/>
                </a:cxn>
                <a:cxn ang="0">
                  <a:pos x="T8" y="T9"/>
                </a:cxn>
              </a:cxnLst>
              <a:rect l="0" t="0" r="r" b="b"/>
              <a:pathLst>
                <a:path w="21" h="24">
                  <a:moveTo>
                    <a:pt x="21" y="5"/>
                  </a:moveTo>
                  <a:lnTo>
                    <a:pt x="12" y="24"/>
                  </a:lnTo>
                  <a:lnTo>
                    <a:pt x="0" y="19"/>
                  </a:lnTo>
                  <a:lnTo>
                    <a:pt x="7" y="0"/>
                  </a:lnTo>
                  <a:lnTo>
                    <a:pt x="21"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1" name="Freeform 249"/>
            <p:cNvSpPr>
              <a:spLocks/>
            </p:cNvSpPr>
            <p:nvPr/>
          </p:nvSpPr>
          <p:spPr bwMode="auto">
            <a:xfrm>
              <a:off x="3686175" y="6429375"/>
              <a:ext cx="38100" cy="30163"/>
            </a:xfrm>
            <a:custGeom>
              <a:avLst/>
              <a:gdLst>
                <a:gd name="T0" fmla="*/ 19 w 24"/>
                <a:gd name="T1" fmla="*/ 19 h 19"/>
                <a:gd name="T2" fmla="*/ 0 w 24"/>
                <a:gd name="T3" fmla="*/ 12 h 19"/>
                <a:gd name="T4" fmla="*/ 7 w 24"/>
                <a:gd name="T5" fmla="*/ 0 h 19"/>
                <a:gd name="T6" fmla="*/ 24 w 24"/>
                <a:gd name="T7" fmla="*/ 7 h 19"/>
                <a:gd name="T8" fmla="*/ 19 w 24"/>
                <a:gd name="T9" fmla="*/ 19 h 19"/>
              </a:gdLst>
              <a:ahLst/>
              <a:cxnLst>
                <a:cxn ang="0">
                  <a:pos x="T0" y="T1"/>
                </a:cxn>
                <a:cxn ang="0">
                  <a:pos x="T2" y="T3"/>
                </a:cxn>
                <a:cxn ang="0">
                  <a:pos x="T4" y="T5"/>
                </a:cxn>
                <a:cxn ang="0">
                  <a:pos x="T6" y="T7"/>
                </a:cxn>
                <a:cxn ang="0">
                  <a:pos x="T8" y="T9"/>
                </a:cxn>
              </a:cxnLst>
              <a:rect l="0" t="0" r="r" b="b"/>
              <a:pathLst>
                <a:path w="24" h="19">
                  <a:moveTo>
                    <a:pt x="19" y="19"/>
                  </a:moveTo>
                  <a:lnTo>
                    <a:pt x="0" y="12"/>
                  </a:lnTo>
                  <a:lnTo>
                    <a:pt x="7" y="0"/>
                  </a:lnTo>
                  <a:lnTo>
                    <a:pt x="24" y="7"/>
                  </a:lnTo>
                  <a:lnTo>
                    <a:pt x="19"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2" name="Freeform 250"/>
            <p:cNvSpPr>
              <a:spLocks/>
            </p:cNvSpPr>
            <p:nvPr/>
          </p:nvSpPr>
          <p:spPr bwMode="auto">
            <a:xfrm>
              <a:off x="3892550" y="6429375"/>
              <a:ext cx="38100" cy="30163"/>
            </a:xfrm>
            <a:custGeom>
              <a:avLst/>
              <a:gdLst>
                <a:gd name="T0" fmla="*/ 0 w 24"/>
                <a:gd name="T1" fmla="*/ 7 h 19"/>
                <a:gd name="T2" fmla="*/ 19 w 24"/>
                <a:gd name="T3" fmla="*/ 0 h 19"/>
                <a:gd name="T4" fmla="*/ 24 w 24"/>
                <a:gd name="T5" fmla="*/ 12 h 19"/>
                <a:gd name="T6" fmla="*/ 5 w 24"/>
                <a:gd name="T7" fmla="*/ 19 h 19"/>
                <a:gd name="T8" fmla="*/ 0 w 24"/>
                <a:gd name="T9" fmla="*/ 7 h 19"/>
              </a:gdLst>
              <a:ahLst/>
              <a:cxnLst>
                <a:cxn ang="0">
                  <a:pos x="T0" y="T1"/>
                </a:cxn>
                <a:cxn ang="0">
                  <a:pos x="T2" y="T3"/>
                </a:cxn>
                <a:cxn ang="0">
                  <a:pos x="T4" y="T5"/>
                </a:cxn>
                <a:cxn ang="0">
                  <a:pos x="T6" y="T7"/>
                </a:cxn>
                <a:cxn ang="0">
                  <a:pos x="T8" y="T9"/>
                </a:cxn>
              </a:cxnLst>
              <a:rect l="0" t="0" r="r" b="b"/>
              <a:pathLst>
                <a:path w="24" h="19">
                  <a:moveTo>
                    <a:pt x="0" y="7"/>
                  </a:moveTo>
                  <a:lnTo>
                    <a:pt x="19" y="0"/>
                  </a:lnTo>
                  <a:lnTo>
                    <a:pt x="24" y="12"/>
                  </a:lnTo>
                  <a:lnTo>
                    <a:pt x="5" y="19"/>
                  </a:lnTo>
                  <a:lnTo>
                    <a:pt x="0" y="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3" name="Freeform 251"/>
            <p:cNvSpPr>
              <a:spLocks/>
            </p:cNvSpPr>
            <p:nvPr/>
          </p:nvSpPr>
          <p:spPr bwMode="auto">
            <a:xfrm>
              <a:off x="3836988" y="6572250"/>
              <a:ext cx="28575" cy="38100"/>
            </a:xfrm>
            <a:custGeom>
              <a:avLst/>
              <a:gdLst>
                <a:gd name="T0" fmla="*/ 18 w 18"/>
                <a:gd name="T1" fmla="*/ 17 h 24"/>
                <a:gd name="T2" fmla="*/ 7 w 18"/>
                <a:gd name="T3" fmla="*/ 24 h 24"/>
                <a:gd name="T4" fmla="*/ 0 w 18"/>
                <a:gd name="T5" fmla="*/ 5 h 24"/>
                <a:gd name="T6" fmla="*/ 11 w 18"/>
                <a:gd name="T7" fmla="*/ 0 h 24"/>
                <a:gd name="T8" fmla="*/ 18 w 18"/>
                <a:gd name="T9" fmla="*/ 17 h 24"/>
              </a:gdLst>
              <a:ahLst/>
              <a:cxnLst>
                <a:cxn ang="0">
                  <a:pos x="T0" y="T1"/>
                </a:cxn>
                <a:cxn ang="0">
                  <a:pos x="T2" y="T3"/>
                </a:cxn>
                <a:cxn ang="0">
                  <a:pos x="T4" y="T5"/>
                </a:cxn>
                <a:cxn ang="0">
                  <a:pos x="T6" y="T7"/>
                </a:cxn>
                <a:cxn ang="0">
                  <a:pos x="T8" y="T9"/>
                </a:cxn>
              </a:cxnLst>
              <a:rect l="0" t="0" r="r" b="b"/>
              <a:pathLst>
                <a:path w="18" h="24">
                  <a:moveTo>
                    <a:pt x="18" y="17"/>
                  </a:moveTo>
                  <a:lnTo>
                    <a:pt x="7" y="24"/>
                  </a:lnTo>
                  <a:lnTo>
                    <a:pt x="0" y="5"/>
                  </a:lnTo>
                  <a:lnTo>
                    <a:pt x="11" y="0"/>
                  </a:lnTo>
                  <a:lnTo>
                    <a:pt x="18" y="1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4" name="Freeform 252"/>
            <p:cNvSpPr>
              <a:spLocks/>
            </p:cNvSpPr>
            <p:nvPr/>
          </p:nvSpPr>
          <p:spPr bwMode="auto">
            <a:xfrm>
              <a:off x="3686175" y="6516688"/>
              <a:ext cx="38100" cy="30163"/>
            </a:xfrm>
            <a:custGeom>
              <a:avLst/>
              <a:gdLst>
                <a:gd name="T0" fmla="*/ 24 w 24"/>
                <a:gd name="T1" fmla="*/ 11 h 19"/>
                <a:gd name="T2" fmla="*/ 7 w 24"/>
                <a:gd name="T3" fmla="*/ 19 h 19"/>
                <a:gd name="T4" fmla="*/ 0 w 24"/>
                <a:gd name="T5" fmla="*/ 7 h 19"/>
                <a:gd name="T6" fmla="*/ 19 w 24"/>
                <a:gd name="T7" fmla="*/ 0 h 19"/>
                <a:gd name="T8" fmla="*/ 24 w 24"/>
                <a:gd name="T9" fmla="*/ 11 h 19"/>
              </a:gdLst>
              <a:ahLst/>
              <a:cxnLst>
                <a:cxn ang="0">
                  <a:pos x="T0" y="T1"/>
                </a:cxn>
                <a:cxn ang="0">
                  <a:pos x="T2" y="T3"/>
                </a:cxn>
                <a:cxn ang="0">
                  <a:pos x="T4" y="T5"/>
                </a:cxn>
                <a:cxn ang="0">
                  <a:pos x="T6" y="T7"/>
                </a:cxn>
                <a:cxn ang="0">
                  <a:pos x="T8" y="T9"/>
                </a:cxn>
              </a:cxnLst>
              <a:rect l="0" t="0" r="r" b="b"/>
              <a:pathLst>
                <a:path w="24" h="19">
                  <a:moveTo>
                    <a:pt x="24" y="11"/>
                  </a:moveTo>
                  <a:lnTo>
                    <a:pt x="7" y="19"/>
                  </a:lnTo>
                  <a:lnTo>
                    <a:pt x="0" y="7"/>
                  </a:lnTo>
                  <a:lnTo>
                    <a:pt x="19" y="0"/>
                  </a:lnTo>
                  <a:lnTo>
                    <a:pt x="24"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395" name="Freeform 253"/>
            <p:cNvSpPr>
              <a:spLocks/>
            </p:cNvSpPr>
            <p:nvPr/>
          </p:nvSpPr>
          <p:spPr bwMode="auto">
            <a:xfrm>
              <a:off x="3749675" y="6365875"/>
              <a:ext cx="30163" cy="38100"/>
            </a:xfrm>
            <a:custGeom>
              <a:avLst/>
              <a:gdLst>
                <a:gd name="T0" fmla="*/ 19 w 19"/>
                <a:gd name="T1" fmla="*/ 19 h 24"/>
                <a:gd name="T2" fmla="*/ 7 w 19"/>
                <a:gd name="T3" fmla="*/ 24 h 24"/>
                <a:gd name="T4" fmla="*/ 0 w 19"/>
                <a:gd name="T5" fmla="*/ 7 h 24"/>
                <a:gd name="T6" fmla="*/ 12 w 19"/>
                <a:gd name="T7" fmla="*/ 0 h 24"/>
                <a:gd name="T8" fmla="*/ 19 w 19"/>
                <a:gd name="T9" fmla="*/ 19 h 24"/>
              </a:gdLst>
              <a:ahLst/>
              <a:cxnLst>
                <a:cxn ang="0">
                  <a:pos x="T0" y="T1"/>
                </a:cxn>
                <a:cxn ang="0">
                  <a:pos x="T2" y="T3"/>
                </a:cxn>
                <a:cxn ang="0">
                  <a:pos x="T4" y="T5"/>
                </a:cxn>
                <a:cxn ang="0">
                  <a:pos x="T6" y="T7"/>
                </a:cxn>
                <a:cxn ang="0">
                  <a:pos x="T8" y="T9"/>
                </a:cxn>
              </a:cxnLst>
              <a:rect l="0" t="0" r="r" b="b"/>
              <a:pathLst>
                <a:path w="19" h="24">
                  <a:moveTo>
                    <a:pt x="19" y="19"/>
                  </a:moveTo>
                  <a:lnTo>
                    <a:pt x="7" y="24"/>
                  </a:lnTo>
                  <a:lnTo>
                    <a:pt x="0" y="7"/>
                  </a:lnTo>
                  <a:lnTo>
                    <a:pt x="12" y="0"/>
                  </a:lnTo>
                  <a:lnTo>
                    <a:pt x="19" y="1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grpSp>
        <p:nvGrpSpPr>
          <p:cNvPr id="19" name="Group 18"/>
          <p:cNvGrpSpPr/>
          <p:nvPr/>
        </p:nvGrpSpPr>
        <p:grpSpPr>
          <a:xfrm>
            <a:off x="185507" y="0"/>
            <a:ext cx="6775282" cy="4448248"/>
            <a:chOff x="295275" y="0"/>
            <a:chExt cx="10628313" cy="7366000"/>
          </a:xfrm>
          <a:solidFill>
            <a:schemeClr val="accent2"/>
          </a:solidFill>
        </p:grpSpPr>
        <p:sp>
          <p:nvSpPr>
            <p:cNvPr id="127" name="Freeform 257"/>
            <p:cNvSpPr>
              <a:spLocks/>
            </p:cNvSpPr>
            <p:nvPr/>
          </p:nvSpPr>
          <p:spPr bwMode="auto">
            <a:xfrm>
              <a:off x="3749675" y="6727825"/>
              <a:ext cx="247650" cy="427038"/>
            </a:xfrm>
            <a:custGeom>
              <a:avLst/>
              <a:gdLst>
                <a:gd name="T0" fmla="*/ 0 w 66"/>
                <a:gd name="T1" fmla="*/ 79 h 114"/>
                <a:gd name="T2" fmla="*/ 0 w 66"/>
                <a:gd name="T3" fmla="*/ 95 h 114"/>
                <a:gd name="T4" fmla="*/ 19 w 66"/>
                <a:gd name="T5" fmla="*/ 114 h 114"/>
                <a:gd name="T6" fmla="*/ 47 w 66"/>
                <a:gd name="T7" fmla="*/ 114 h 114"/>
                <a:gd name="T8" fmla="*/ 66 w 66"/>
                <a:gd name="T9" fmla="*/ 95 h 114"/>
                <a:gd name="T10" fmla="*/ 66 w 66"/>
                <a:gd name="T11" fmla="*/ 79 h 114"/>
                <a:gd name="T12" fmla="*/ 42 w 66"/>
                <a:gd name="T13" fmla="*/ 79 h 114"/>
                <a:gd name="T14" fmla="*/ 42 w 66"/>
                <a:gd name="T15" fmla="*/ 65 h 114"/>
                <a:gd name="T16" fmla="*/ 66 w 66"/>
                <a:gd name="T17" fmla="*/ 65 h 114"/>
                <a:gd name="T18" fmla="*/ 66 w 66"/>
                <a:gd name="T19" fmla="*/ 43 h 114"/>
                <a:gd name="T20" fmla="*/ 42 w 66"/>
                <a:gd name="T21" fmla="*/ 43 h 114"/>
                <a:gd name="T22" fmla="*/ 42 w 66"/>
                <a:gd name="T23" fmla="*/ 29 h 114"/>
                <a:gd name="T24" fmla="*/ 66 w 66"/>
                <a:gd name="T25" fmla="*/ 29 h 114"/>
                <a:gd name="T26" fmla="*/ 66 w 66"/>
                <a:gd name="T27" fmla="*/ 19 h 114"/>
                <a:gd name="T28" fmla="*/ 47 w 66"/>
                <a:gd name="T29" fmla="*/ 0 h 114"/>
                <a:gd name="T30" fmla="*/ 19 w 66"/>
                <a:gd name="T31" fmla="*/ 0 h 114"/>
                <a:gd name="T32" fmla="*/ 0 w 66"/>
                <a:gd name="T33" fmla="*/ 19 h 114"/>
                <a:gd name="T34" fmla="*/ 0 w 66"/>
                <a:gd name="T35" fmla="*/ 29 h 114"/>
                <a:gd name="T36" fmla="*/ 23 w 66"/>
                <a:gd name="T37" fmla="*/ 29 h 114"/>
                <a:gd name="T38" fmla="*/ 23 w 66"/>
                <a:gd name="T39" fmla="*/ 43 h 114"/>
                <a:gd name="T40" fmla="*/ 0 w 66"/>
                <a:gd name="T41" fmla="*/ 43 h 114"/>
                <a:gd name="T42" fmla="*/ 0 w 66"/>
                <a:gd name="T43" fmla="*/ 65 h 114"/>
                <a:gd name="T44" fmla="*/ 23 w 66"/>
                <a:gd name="T45" fmla="*/ 65 h 114"/>
                <a:gd name="T46" fmla="*/ 23 w 66"/>
                <a:gd name="T47" fmla="*/ 79 h 114"/>
                <a:gd name="T48" fmla="*/ 0 w 66"/>
                <a:gd name="T49" fmla="*/ 7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114">
                  <a:moveTo>
                    <a:pt x="0" y="79"/>
                  </a:moveTo>
                  <a:cubicBezTo>
                    <a:pt x="0" y="95"/>
                    <a:pt x="0" y="95"/>
                    <a:pt x="0" y="95"/>
                  </a:cubicBezTo>
                  <a:cubicBezTo>
                    <a:pt x="0" y="105"/>
                    <a:pt x="8" y="114"/>
                    <a:pt x="19" y="114"/>
                  </a:cubicBezTo>
                  <a:cubicBezTo>
                    <a:pt x="47" y="114"/>
                    <a:pt x="47" y="114"/>
                    <a:pt x="47" y="114"/>
                  </a:cubicBezTo>
                  <a:cubicBezTo>
                    <a:pt x="58" y="114"/>
                    <a:pt x="66" y="105"/>
                    <a:pt x="66" y="95"/>
                  </a:cubicBezTo>
                  <a:cubicBezTo>
                    <a:pt x="66" y="79"/>
                    <a:pt x="66" y="79"/>
                    <a:pt x="66" y="79"/>
                  </a:cubicBezTo>
                  <a:cubicBezTo>
                    <a:pt x="42" y="79"/>
                    <a:pt x="42" y="79"/>
                    <a:pt x="42" y="79"/>
                  </a:cubicBezTo>
                  <a:cubicBezTo>
                    <a:pt x="42" y="65"/>
                    <a:pt x="42" y="65"/>
                    <a:pt x="42" y="65"/>
                  </a:cubicBezTo>
                  <a:cubicBezTo>
                    <a:pt x="66" y="65"/>
                    <a:pt x="66" y="65"/>
                    <a:pt x="66" y="65"/>
                  </a:cubicBezTo>
                  <a:cubicBezTo>
                    <a:pt x="66" y="43"/>
                    <a:pt x="66" y="43"/>
                    <a:pt x="66" y="43"/>
                  </a:cubicBezTo>
                  <a:cubicBezTo>
                    <a:pt x="42" y="43"/>
                    <a:pt x="42" y="43"/>
                    <a:pt x="42" y="43"/>
                  </a:cubicBezTo>
                  <a:cubicBezTo>
                    <a:pt x="42" y="29"/>
                    <a:pt x="42" y="29"/>
                    <a:pt x="42" y="29"/>
                  </a:cubicBezTo>
                  <a:cubicBezTo>
                    <a:pt x="66" y="29"/>
                    <a:pt x="66" y="29"/>
                    <a:pt x="66" y="29"/>
                  </a:cubicBezTo>
                  <a:cubicBezTo>
                    <a:pt x="66" y="19"/>
                    <a:pt x="66" y="19"/>
                    <a:pt x="66" y="19"/>
                  </a:cubicBezTo>
                  <a:cubicBezTo>
                    <a:pt x="66" y="9"/>
                    <a:pt x="58" y="0"/>
                    <a:pt x="47" y="0"/>
                  </a:cubicBezTo>
                  <a:cubicBezTo>
                    <a:pt x="19" y="0"/>
                    <a:pt x="19" y="0"/>
                    <a:pt x="19" y="0"/>
                  </a:cubicBezTo>
                  <a:cubicBezTo>
                    <a:pt x="8" y="0"/>
                    <a:pt x="0" y="9"/>
                    <a:pt x="0" y="19"/>
                  </a:cubicBezTo>
                  <a:cubicBezTo>
                    <a:pt x="0" y="29"/>
                    <a:pt x="0" y="29"/>
                    <a:pt x="0" y="29"/>
                  </a:cubicBezTo>
                  <a:cubicBezTo>
                    <a:pt x="23" y="29"/>
                    <a:pt x="23" y="29"/>
                    <a:pt x="23" y="29"/>
                  </a:cubicBezTo>
                  <a:cubicBezTo>
                    <a:pt x="23" y="43"/>
                    <a:pt x="23" y="43"/>
                    <a:pt x="23" y="43"/>
                  </a:cubicBezTo>
                  <a:cubicBezTo>
                    <a:pt x="0" y="43"/>
                    <a:pt x="0" y="43"/>
                    <a:pt x="0" y="43"/>
                  </a:cubicBezTo>
                  <a:cubicBezTo>
                    <a:pt x="0" y="65"/>
                    <a:pt x="0" y="65"/>
                    <a:pt x="0" y="65"/>
                  </a:cubicBezTo>
                  <a:cubicBezTo>
                    <a:pt x="23" y="65"/>
                    <a:pt x="23" y="65"/>
                    <a:pt x="23" y="65"/>
                  </a:cubicBezTo>
                  <a:cubicBezTo>
                    <a:pt x="23" y="79"/>
                    <a:pt x="23" y="79"/>
                    <a:pt x="23" y="79"/>
                  </a:cubicBezTo>
                  <a:lnTo>
                    <a:pt x="0" y="79"/>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28" name="Freeform 258"/>
            <p:cNvSpPr>
              <a:spLocks/>
            </p:cNvSpPr>
            <p:nvPr/>
          </p:nvSpPr>
          <p:spPr bwMode="auto">
            <a:xfrm>
              <a:off x="3675063" y="7105650"/>
              <a:ext cx="396875" cy="260350"/>
            </a:xfrm>
            <a:custGeom>
              <a:avLst/>
              <a:gdLst>
                <a:gd name="T0" fmla="*/ 0 w 106"/>
                <a:gd name="T1" fmla="*/ 3 h 69"/>
                <a:gd name="T2" fmla="*/ 35 w 106"/>
                <a:gd name="T3" fmla="*/ 33 h 69"/>
                <a:gd name="T4" fmla="*/ 46 w 106"/>
                <a:gd name="T5" fmla="*/ 33 h 69"/>
                <a:gd name="T6" fmla="*/ 46 w 106"/>
                <a:gd name="T7" fmla="*/ 55 h 69"/>
                <a:gd name="T8" fmla="*/ 32 w 106"/>
                <a:gd name="T9" fmla="*/ 55 h 69"/>
                <a:gd name="T10" fmla="*/ 32 w 106"/>
                <a:gd name="T11" fmla="*/ 69 h 69"/>
                <a:gd name="T12" fmla="*/ 74 w 106"/>
                <a:gd name="T13" fmla="*/ 69 h 69"/>
                <a:gd name="T14" fmla="*/ 74 w 106"/>
                <a:gd name="T15" fmla="*/ 55 h 69"/>
                <a:gd name="T16" fmla="*/ 60 w 106"/>
                <a:gd name="T17" fmla="*/ 55 h 69"/>
                <a:gd name="T18" fmla="*/ 60 w 106"/>
                <a:gd name="T19" fmla="*/ 33 h 69"/>
                <a:gd name="T20" fmla="*/ 71 w 106"/>
                <a:gd name="T21" fmla="*/ 33 h 69"/>
                <a:gd name="T22" fmla="*/ 106 w 106"/>
                <a:gd name="T23" fmla="*/ 3 h 69"/>
                <a:gd name="T24" fmla="*/ 92 w 106"/>
                <a:gd name="T25" fmla="*/ 0 h 69"/>
                <a:gd name="T26" fmla="*/ 71 w 106"/>
                <a:gd name="T27" fmla="*/ 19 h 69"/>
                <a:gd name="T28" fmla="*/ 35 w 106"/>
                <a:gd name="T29" fmla="*/ 19 h 69"/>
                <a:gd name="T30" fmla="*/ 14 w 106"/>
                <a:gd name="T31" fmla="*/ 0 h 69"/>
                <a:gd name="T32" fmla="*/ 0 w 106"/>
                <a:gd name="T3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69">
                  <a:moveTo>
                    <a:pt x="0" y="3"/>
                  </a:moveTo>
                  <a:cubicBezTo>
                    <a:pt x="3" y="20"/>
                    <a:pt x="18" y="33"/>
                    <a:pt x="35" y="33"/>
                  </a:cubicBezTo>
                  <a:cubicBezTo>
                    <a:pt x="46" y="33"/>
                    <a:pt x="46" y="33"/>
                    <a:pt x="46" y="33"/>
                  </a:cubicBezTo>
                  <a:cubicBezTo>
                    <a:pt x="46" y="55"/>
                    <a:pt x="46" y="55"/>
                    <a:pt x="46" y="55"/>
                  </a:cubicBezTo>
                  <a:cubicBezTo>
                    <a:pt x="32" y="55"/>
                    <a:pt x="32" y="55"/>
                    <a:pt x="32" y="55"/>
                  </a:cubicBezTo>
                  <a:cubicBezTo>
                    <a:pt x="32" y="69"/>
                    <a:pt x="32" y="69"/>
                    <a:pt x="32" y="69"/>
                  </a:cubicBezTo>
                  <a:cubicBezTo>
                    <a:pt x="74" y="69"/>
                    <a:pt x="74" y="69"/>
                    <a:pt x="74" y="69"/>
                  </a:cubicBezTo>
                  <a:cubicBezTo>
                    <a:pt x="74" y="55"/>
                    <a:pt x="74" y="55"/>
                    <a:pt x="74" y="55"/>
                  </a:cubicBezTo>
                  <a:cubicBezTo>
                    <a:pt x="60" y="55"/>
                    <a:pt x="60" y="55"/>
                    <a:pt x="60" y="55"/>
                  </a:cubicBezTo>
                  <a:cubicBezTo>
                    <a:pt x="60" y="33"/>
                    <a:pt x="60" y="33"/>
                    <a:pt x="60" y="33"/>
                  </a:cubicBezTo>
                  <a:cubicBezTo>
                    <a:pt x="71" y="33"/>
                    <a:pt x="71" y="33"/>
                    <a:pt x="71" y="33"/>
                  </a:cubicBezTo>
                  <a:cubicBezTo>
                    <a:pt x="88" y="33"/>
                    <a:pt x="103" y="18"/>
                    <a:pt x="106" y="3"/>
                  </a:cubicBezTo>
                  <a:cubicBezTo>
                    <a:pt x="92" y="0"/>
                    <a:pt x="92" y="0"/>
                    <a:pt x="92" y="0"/>
                  </a:cubicBezTo>
                  <a:cubicBezTo>
                    <a:pt x="90" y="9"/>
                    <a:pt x="81" y="19"/>
                    <a:pt x="71" y="19"/>
                  </a:cubicBezTo>
                  <a:cubicBezTo>
                    <a:pt x="35" y="19"/>
                    <a:pt x="35" y="19"/>
                    <a:pt x="35" y="19"/>
                  </a:cubicBezTo>
                  <a:cubicBezTo>
                    <a:pt x="25" y="19"/>
                    <a:pt x="16" y="10"/>
                    <a:pt x="14" y="0"/>
                  </a:cubicBezTo>
                  <a:lnTo>
                    <a:pt x="0" y="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29" name="Freeform 259"/>
            <p:cNvSpPr>
              <a:spLocks/>
            </p:cNvSpPr>
            <p:nvPr/>
          </p:nvSpPr>
          <p:spPr bwMode="auto">
            <a:xfrm>
              <a:off x="5307013" y="3019425"/>
              <a:ext cx="601663" cy="563563"/>
            </a:xfrm>
            <a:custGeom>
              <a:avLst/>
              <a:gdLst>
                <a:gd name="T0" fmla="*/ 27 w 160"/>
                <a:gd name="T1" fmla="*/ 150 h 150"/>
                <a:gd name="T2" fmla="*/ 55 w 160"/>
                <a:gd name="T3" fmla="*/ 123 h 150"/>
                <a:gd name="T4" fmla="*/ 55 w 160"/>
                <a:gd name="T5" fmla="*/ 123 h 150"/>
                <a:gd name="T6" fmla="*/ 55 w 160"/>
                <a:gd name="T7" fmla="*/ 34 h 150"/>
                <a:gd name="T8" fmla="*/ 143 w 160"/>
                <a:gd name="T9" fmla="*/ 34 h 150"/>
                <a:gd name="T10" fmla="*/ 143 w 160"/>
                <a:gd name="T11" fmla="*/ 97 h 150"/>
                <a:gd name="T12" fmla="*/ 132 w 160"/>
                <a:gd name="T13" fmla="*/ 96 h 150"/>
                <a:gd name="T14" fmla="*/ 105 w 160"/>
                <a:gd name="T15" fmla="*/ 123 h 150"/>
                <a:gd name="T16" fmla="*/ 132 w 160"/>
                <a:gd name="T17" fmla="*/ 150 h 150"/>
                <a:gd name="T18" fmla="*/ 160 w 160"/>
                <a:gd name="T19" fmla="*/ 123 h 150"/>
                <a:gd name="T20" fmla="*/ 160 w 160"/>
                <a:gd name="T21" fmla="*/ 123 h 150"/>
                <a:gd name="T22" fmla="*/ 160 w 160"/>
                <a:gd name="T23" fmla="*/ 123 h 150"/>
                <a:gd name="T24" fmla="*/ 160 w 160"/>
                <a:gd name="T25" fmla="*/ 34 h 150"/>
                <a:gd name="T26" fmla="*/ 160 w 160"/>
                <a:gd name="T27" fmla="*/ 0 h 150"/>
                <a:gd name="T28" fmla="*/ 143 w 160"/>
                <a:gd name="T29" fmla="*/ 0 h 150"/>
                <a:gd name="T30" fmla="*/ 55 w 160"/>
                <a:gd name="T31" fmla="*/ 0 h 150"/>
                <a:gd name="T32" fmla="*/ 37 w 160"/>
                <a:gd name="T33" fmla="*/ 0 h 150"/>
                <a:gd name="T34" fmla="*/ 37 w 160"/>
                <a:gd name="T35" fmla="*/ 34 h 150"/>
                <a:gd name="T36" fmla="*/ 37 w 160"/>
                <a:gd name="T37" fmla="*/ 97 h 150"/>
                <a:gd name="T38" fmla="*/ 27 w 160"/>
                <a:gd name="T39" fmla="*/ 96 h 150"/>
                <a:gd name="T40" fmla="*/ 0 w 160"/>
                <a:gd name="T41" fmla="*/ 123 h 150"/>
                <a:gd name="T42" fmla="*/ 27 w 160"/>
                <a:gd name="T4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50">
                  <a:moveTo>
                    <a:pt x="27" y="150"/>
                  </a:moveTo>
                  <a:cubicBezTo>
                    <a:pt x="42" y="150"/>
                    <a:pt x="55" y="138"/>
                    <a:pt x="55" y="123"/>
                  </a:cubicBezTo>
                  <a:cubicBezTo>
                    <a:pt x="55" y="123"/>
                    <a:pt x="55" y="123"/>
                    <a:pt x="55" y="123"/>
                  </a:cubicBezTo>
                  <a:cubicBezTo>
                    <a:pt x="55" y="34"/>
                    <a:pt x="55" y="34"/>
                    <a:pt x="55" y="34"/>
                  </a:cubicBezTo>
                  <a:cubicBezTo>
                    <a:pt x="143" y="34"/>
                    <a:pt x="143" y="34"/>
                    <a:pt x="143" y="34"/>
                  </a:cubicBezTo>
                  <a:cubicBezTo>
                    <a:pt x="143" y="97"/>
                    <a:pt x="143" y="97"/>
                    <a:pt x="143" y="97"/>
                  </a:cubicBezTo>
                  <a:cubicBezTo>
                    <a:pt x="139" y="96"/>
                    <a:pt x="136" y="96"/>
                    <a:pt x="132" y="96"/>
                  </a:cubicBezTo>
                  <a:cubicBezTo>
                    <a:pt x="117" y="96"/>
                    <a:pt x="105" y="108"/>
                    <a:pt x="105" y="123"/>
                  </a:cubicBezTo>
                  <a:cubicBezTo>
                    <a:pt x="105" y="138"/>
                    <a:pt x="117" y="150"/>
                    <a:pt x="132" y="150"/>
                  </a:cubicBezTo>
                  <a:cubicBezTo>
                    <a:pt x="147" y="150"/>
                    <a:pt x="160" y="138"/>
                    <a:pt x="160" y="123"/>
                  </a:cubicBezTo>
                  <a:cubicBezTo>
                    <a:pt x="160" y="123"/>
                    <a:pt x="160" y="123"/>
                    <a:pt x="160" y="123"/>
                  </a:cubicBezTo>
                  <a:cubicBezTo>
                    <a:pt x="160" y="123"/>
                    <a:pt x="160" y="123"/>
                    <a:pt x="160" y="123"/>
                  </a:cubicBezTo>
                  <a:cubicBezTo>
                    <a:pt x="160" y="34"/>
                    <a:pt x="160" y="34"/>
                    <a:pt x="160" y="34"/>
                  </a:cubicBezTo>
                  <a:cubicBezTo>
                    <a:pt x="160" y="0"/>
                    <a:pt x="160" y="0"/>
                    <a:pt x="160" y="0"/>
                  </a:cubicBezTo>
                  <a:cubicBezTo>
                    <a:pt x="143" y="0"/>
                    <a:pt x="143" y="0"/>
                    <a:pt x="143" y="0"/>
                  </a:cubicBezTo>
                  <a:cubicBezTo>
                    <a:pt x="55" y="0"/>
                    <a:pt x="55" y="0"/>
                    <a:pt x="55" y="0"/>
                  </a:cubicBezTo>
                  <a:cubicBezTo>
                    <a:pt x="37" y="0"/>
                    <a:pt x="37" y="0"/>
                    <a:pt x="37" y="0"/>
                  </a:cubicBezTo>
                  <a:cubicBezTo>
                    <a:pt x="37" y="34"/>
                    <a:pt x="37" y="34"/>
                    <a:pt x="37" y="34"/>
                  </a:cubicBezTo>
                  <a:cubicBezTo>
                    <a:pt x="37" y="97"/>
                    <a:pt x="37" y="97"/>
                    <a:pt x="37" y="97"/>
                  </a:cubicBezTo>
                  <a:cubicBezTo>
                    <a:pt x="34" y="96"/>
                    <a:pt x="31" y="96"/>
                    <a:pt x="27" y="96"/>
                  </a:cubicBezTo>
                  <a:cubicBezTo>
                    <a:pt x="12" y="96"/>
                    <a:pt x="0" y="108"/>
                    <a:pt x="0" y="123"/>
                  </a:cubicBezTo>
                  <a:cubicBezTo>
                    <a:pt x="0" y="138"/>
                    <a:pt x="12" y="150"/>
                    <a:pt x="27" y="15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0" name="Oval 260"/>
            <p:cNvSpPr>
              <a:spLocks noChangeArrowheads="1"/>
            </p:cNvSpPr>
            <p:nvPr/>
          </p:nvSpPr>
          <p:spPr bwMode="auto">
            <a:xfrm>
              <a:off x="2795588" y="2185988"/>
              <a:ext cx="139700" cy="1397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1" name="Freeform 261"/>
            <p:cNvSpPr>
              <a:spLocks/>
            </p:cNvSpPr>
            <p:nvPr/>
          </p:nvSpPr>
          <p:spPr bwMode="auto">
            <a:xfrm>
              <a:off x="2693988" y="2351088"/>
              <a:ext cx="338138" cy="514350"/>
            </a:xfrm>
            <a:custGeom>
              <a:avLst/>
              <a:gdLst>
                <a:gd name="T0" fmla="*/ 38 w 213"/>
                <a:gd name="T1" fmla="*/ 59 h 324"/>
                <a:gd name="T2" fmla="*/ 50 w 213"/>
                <a:gd name="T3" fmla="*/ 59 h 324"/>
                <a:gd name="T4" fmla="*/ 50 w 213"/>
                <a:gd name="T5" fmla="*/ 166 h 324"/>
                <a:gd name="T6" fmla="*/ 50 w 213"/>
                <a:gd name="T7" fmla="*/ 166 h 324"/>
                <a:gd name="T8" fmla="*/ 50 w 213"/>
                <a:gd name="T9" fmla="*/ 324 h 324"/>
                <a:gd name="T10" fmla="*/ 100 w 213"/>
                <a:gd name="T11" fmla="*/ 324 h 324"/>
                <a:gd name="T12" fmla="*/ 100 w 213"/>
                <a:gd name="T13" fmla="*/ 154 h 324"/>
                <a:gd name="T14" fmla="*/ 116 w 213"/>
                <a:gd name="T15" fmla="*/ 154 h 324"/>
                <a:gd name="T16" fmla="*/ 116 w 213"/>
                <a:gd name="T17" fmla="*/ 324 h 324"/>
                <a:gd name="T18" fmla="*/ 166 w 213"/>
                <a:gd name="T19" fmla="*/ 324 h 324"/>
                <a:gd name="T20" fmla="*/ 166 w 213"/>
                <a:gd name="T21" fmla="*/ 154 h 324"/>
                <a:gd name="T22" fmla="*/ 166 w 213"/>
                <a:gd name="T23" fmla="*/ 154 h 324"/>
                <a:gd name="T24" fmla="*/ 166 w 213"/>
                <a:gd name="T25" fmla="*/ 59 h 324"/>
                <a:gd name="T26" fmla="*/ 178 w 213"/>
                <a:gd name="T27" fmla="*/ 59 h 324"/>
                <a:gd name="T28" fmla="*/ 178 w 213"/>
                <a:gd name="T29" fmla="*/ 154 h 324"/>
                <a:gd name="T30" fmla="*/ 213 w 213"/>
                <a:gd name="T31" fmla="*/ 154 h 324"/>
                <a:gd name="T32" fmla="*/ 213 w 213"/>
                <a:gd name="T33" fmla="*/ 0 h 324"/>
                <a:gd name="T34" fmla="*/ 0 w 213"/>
                <a:gd name="T35" fmla="*/ 0 h 324"/>
                <a:gd name="T36" fmla="*/ 0 w 213"/>
                <a:gd name="T37" fmla="*/ 154 h 324"/>
                <a:gd name="T38" fmla="*/ 38 w 213"/>
                <a:gd name="T39" fmla="*/ 154 h 324"/>
                <a:gd name="T40" fmla="*/ 38 w 213"/>
                <a:gd name="T41" fmla="*/ 5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 h="324">
                  <a:moveTo>
                    <a:pt x="38" y="59"/>
                  </a:moveTo>
                  <a:lnTo>
                    <a:pt x="50" y="59"/>
                  </a:lnTo>
                  <a:lnTo>
                    <a:pt x="50" y="166"/>
                  </a:lnTo>
                  <a:lnTo>
                    <a:pt x="50" y="166"/>
                  </a:lnTo>
                  <a:lnTo>
                    <a:pt x="50" y="324"/>
                  </a:lnTo>
                  <a:lnTo>
                    <a:pt x="100" y="324"/>
                  </a:lnTo>
                  <a:lnTo>
                    <a:pt x="100" y="154"/>
                  </a:lnTo>
                  <a:lnTo>
                    <a:pt x="116" y="154"/>
                  </a:lnTo>
                  <a:lnTo>
                    <a:pt x="116" y="324"/>
                  </a:lnTo>
                  <a:lnTo>
                    <a:pt x="166" y="324"/>
                  </a:lnTo>
                  <a:lnTo>
                    <a:pt x="166" y="154"/>
                  </a:lnTo>
                  <a:lnTo>
                    <a:pt x="166" y="154"/>
                  </a:lnTo>
                  <a:lnTo>
                    <a:pt x="166" y="59"/>
                  </a:lnTo>
                  <a:lnTo>
                    <a:pt x="178" y="59"/>
                  </a:lnTo>
                  <a:lnTo>
                    <a:pt x="178" y="154"/>
                  </a:lnTo>
                  <a:lnTo>
                    <a:pt x="213" y="154"/>
                  </a:lnTo>
                  <a:lnTo>
                    <a:pt x="213" y="0"/>
                  </a:lnTo>
                  <a:lnTo>
                    <a:pt x="0" y="0"/>
                  </a:lnTo>
                  <a:lnTo>
                    <a:pt x="0" y="154"/>
                  </a:lnTo>
                  <a:lnTo>
                    <a:pt x="38" y="154"/>
                  </a:lnTo>
                  <a:lnTo>
                    <a:pt x="38" y="59"/>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2" name="Oval 262"/>
            <p:cNvSpPr>
              <a:spLocks noChangeArrowheads="1"/>
            </p:cNvSpPr>
            <p:nvPr/>
          </p:nvSpPr>
          <p:spPr bwMode="auto">
            <a:xfrm>
              <a:off x="3175000" y="2185988"/>
              <a:ext cx="139700" cy="13970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3" name="Freeform 263"/>
            <p:cNvSpPr>
              <a:spLocks/>
            </p:cNvSpPr>
            <p:nvPr/>
          </p:nvSpPr>
          <p:spPr bwMode="auto">
            <a:xfrm>
              <a:off x="3051175" y="2351088"/>
              <a:ext cx="387350" cy="514350"/>
            </a:xfrm>
            <a:custGeom>
              <a:avLst/>
              <a:gdLst>
                <a:gd name="T0" fmla="*/ 210 w 244"/>
                <a:gd name="T1" fmla="*/ 154 h 324"/>
                <a:gd name="T2" fmla="*/ 244 w 244"/>
                <a:gd name="T3" fmla="*/ 154 h 324"/>
                <a:gd name="T4" fmla="*/ 201 w 244"/>
                <a:gd name="T5" fmla="*/ 0 h 324"/>
                <a:gd name="T6" fmla="*/ 45 w 244"/>
                <a:gd name="T7" fmla="*/ 0 h 324"/>
                <a:gd name="T8" fmla="*/ 0 w 244"/>
                <a:gd name="T9" fmla="*/ 154 h 324"/>
                <a:gd name="T10" fmla="*/ 35 w 244"/>
                <a:gd name="T11" fmla="*/ 154 h 324"/>
                <a:gd name="T12" fmla="*/ 62 w 244"/>
                <a:gd name="T13" fmla="*/ 59 h 324"/>
                <a:gd name="T14" fmla="*/ 71 w 244"/>
                <a:gd name="T15" fmla="*/ 59 h 324"/>
                <a:gd name="T16" fmla="*/ 26 w 244"/>
                <a:gd name="T17" fmla="*/ 232 h 324"/>
                <a:gd name="T18" fmla="*/ 64 w 244"/>
                <a:gd name="T19" fmla="*/ 232 h 324"/>
                <a:gd name="T20" fmla="*/ 64 w 244"/>
                <a:gd name="T21" fmla="*/ 324 h 324"/>
                <a:gd name="T22" fmla="*/ 114 w 244"/>
                <a:gd name="T23" fmla="*/ 324 h 324"/>
                <a:gd name="T24" fmla="*/ 114 w 244"/>
                <a:gd name="T25" fmla="*/ 232 h 324"/>
                <a:gd name="T26" fmla="*/ 130 w 244"/>
                <a:gd name="T27" fmla="*/ 232 h 324"/>
                <a:gd name="T28" fmla="*/ 130 w 244"/>
                <a:gd name="T29" fmla="*/ 324 h 324"/>
                <a:gd name="T30" fmla="*/ 180 w 244"/>
                <a:gd name="T31" fmla="*/ 324 h 324"/>
                <a:gd name="T32" fmla="*/ 180 w 244"/>
                <a:gd name="T33" fmla="*/ 232 h 324"/>
                <a:gd name="T34" fmla="*/ 218 w 244"/>
                <a:gd name="T35" fmla="*/ 232 h 324"/>
                <a:gd name="T36" fmla="*/ 170 w 244"/>
                <a:gd name="T37" fmla="*/ 62 h 324"/>
                <a:gd name="T38" fmla="*/ 182 w 244"/>
                <a:gd name="T39" fmla="*/ 62 h 324"/>
                <a:gd name="T40" fmla="*/ 210 w 244"/>
                <a:gd name="T41" fmla="*/ 15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4" h="324">
                  <a:moveTo>
                    <a:pt x="210" y="154"/>
                  </a:moveTo>
                  <a:lnTo>
                    <a:pt x="244" y="154"/>
                  </a:lnTo>
                  <a:lnTo>
                    <a:pt x="201" y="0"/>
                  </a:lnTo>
                  <a:lnTo>
                    <a:pt x="45" y="0"/>
                  </a:lnTo>
                  <a:lnTo>
                    <a:pt x="0" y="154"/>
                  </a:lnTo>
                  <a:lnTo>
                    <a:pt x="35" y="154"/>
                  </a:lnTo>
                  <a:lnTo>
                    <a:pt x="62" y="59"/>
                  </a:lnTo>
                  <a:lnTo>
                    <a:pt x="71" y="59"/>
                  </a:lnTo>
                  <a:lnTo>
                    <a:pt x="26" y="232"/>
                  </a:lnTo>
                  <a:lnTo>
                    <a:pt x="64" y="232"/>
                  </a:lnTo>
                  <a:lnTo>
                    <a:pt x="64" y="324"/>
                  </a:lnTo>
                  <a:lnTo>
                    <a:pt x="114" y="324"/>
                  </a:lnTo>
                  <a:lnTo>
                    <a:pt x="114" y="232"/>
                  </a:lnTo>
                  <a:lnTo>
                    <a:pt x="130" y="232"/>
                  </a:lnTo>
                  <a:lnTo>
                    <a:pt x="130" y="324"/>
                  </a:lnTo>
                  <a:lnTo>
                    <a:pt x="180" y="324"/>
                  </a:lnTo>
                  <a:lnTo>
                    <a:pt x="180" y="232"/>
                  </a:lnTo>
                  <a:lnTo>
                    <a:pt x="218" y="232"/>
                  </a:lnTo>
                  <a:lnTo>
                    <a:pt x="170" y="62"/>
                  </a:lnTo>
                  <a:lnTo>
                    <a:pt x="182" y="62"/>
                  </a:lnTo>
                  <a:lnTo>
                    <a:pt x="210" y="154"/>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4" name="Freeform 264"/>
            <p:cNvSpPr>
              <a:spLocks noEditPoints="1"/>
            </p:cNvSpPr>
            <p:nvPr/>
          </p:nvSpPr>
          <p:spPr bwMode="auto">
            <a:xfrm>
              <a:off x="4478338" y="1476375"/>
              <a:ext cx="727075" cy="731838"/>
            </a:xfrm>
            <a:custGeom>
              <a:avLst/>
              <a:gdLst>
                <a:gd name="T0" fmla="*/ 146 w 194"/>
                <a:gd name="T1" fmla="*/ 182 h 195"/>
                <a:gd name="T2" fmla="*/ 182 w 194"/>
                <a:gd name="T3" fmla="*/ 146 h 195"/>
                <a:gd name="T4" fmla="*/ 193 w 194"/>
                <a:gd name="T5" fmla="*/ 117 h 195"/>
                <a:gd name="T6" fmla="*/ 193 w 194"/>
                <a:gd name="T7" fmla="*/ 78 h 195"/>
                <a:gd name="T8" fmla="*/ 182 w 194"/>
                <a:gd name="T9" fmla="*/ 49 h 195"/>
                <a:gd name="T10" fmla="*/ 146 w 194"/>
                <a:gd name="T11" fmla="*/ 13 h 195"/>
                <a:gd name="T12" fmla="*/ 133 w 194"/>
                <a:gd name="T13" fmla="*/ 7 h 195"/>
                <a:gd name="T14" fmla="*/ 104 w 194"/>
                <a:gd name="T15" fmla="*/ 0 h 195"/>
                <a:gd name="T16" fmla="*/ 108 w 194"/>
                <a:gd name="T17" fmla="*/ 10 h 195"/>
                <a:gd name="T18" fmla="*/ 120 w 194"/>
                <a:gd name="T19" fmla="*/ 10 h 195"/>
                <a:gd name="T20" fmla="*/ 131 w 194"/>
                <a:gd name="T21" fmla="*/ 13 h 195"/>
                <a:gd name="T22" fmla="*/ 128 w 194"/>
                <a:gd name="T23" fmla="*/ 15 h 195"/>
                <a:gd name="T24" fmla="*/ 113 w 194"/>
                <a:gd name="T25" fmla="*/ 21 h 195"/>
                <a:gd name="T26" fmla="*/ 115 w 194"/>
                <a:gd name="T27" fmla="*/ 31 h 195"/>
                <a:gd name="T28" fmla="*/ 124 w 194"/>
                <a:gd name="T29" fmla="*/ 37 h 195"/>
                <a:gd name="T30" fmla="*/ 138 w 194"/>
                <a:gd name="T31" fmla="*/ 19 h 195"/>
                <a:gd name="T32" fmla="*/ 148 w 194"/>
                <a:gd name="T33" fmla="*/ 23 h 195"/>
                <a:gd name="T34" fmla="*/ 156 w 194"/>
                <a:gd name="T35" fmla="*/ 27 h 195"/>
                <a:gd name="T36" fmla="*/ 160 w 194"/>
                <a:gd name="T37" fmla="*/ 40 h 195"/>
                <a:gd name="T38" fmla="*/ 157 w 194"/>
                <a:gd name="T39" fmla="*/ 47 h 195"/>
                <a:gd name="T40" fmla="*/ 152 w 194"/>
                <a:gd name="T41" fmla="*/ 42 h 195"/>
                <a:gd name="T42" fmla="*/ 140 w 194"/>
                <a:gd name="T43" fmla="*/ 43 h 195"/>
                <a:gd name="T44" fmla="*/ 149 w 194"/>
                <a:gd name="T45" fmla="*/ 48 h 195"/>
                <a:gd name="T46" fmla="*/ 128 w 194"/>
                <a:gd name="T47" fmla="*/ 56 h 195"/>
                <a:gd name="T48" fmla="*/ 118 w 194"/>
                <a:gd name="T49" fmla="*/ 63 h 195"/>
                <a:gd name="T50" fmla="*/ 105 w 194"/>
                <a:gd name="T51" fmla="*/ 75 h 195"/>
                <a:gd name="T52" fmla="*/ 112 w 194"/>
                <a:gd name="T53" fmla="*/ 115 h 195"/>
                <a:gd name="T54" fmla="*/ 123 w 194"/>
                <a:gd name="T55" fmla="*/ 118 h 195"/>
                <a:gd name="T56" fmla="*/ 134 w 194"/>
                <a:gd name="T57" fmla="*/ 122 h 195"/>
                <a:gd name="T58" fmla="*/ 152 w 194"/>
                <a:gd name="T59" fmla="*/ 131 h 195"/>
                <a:gd name="T60" fmla="*/ 162 w 194"/>
                <a:gd name="T61" fmla="*/ 141 h 195"/>
                <a:gd name="T62" fmla="*/ 176 w 194"/>
                <a:gd name="T63" fmla="*/ 146 h 195"/>
                <a:gd name="T64" fmla="*/ 111 w 194"/>
                <a:gd name="T65" fmla="*/ 170 h 195"/>
                <a:gd name="T66" fmla="*/ 1 w 194"/>
                <a:gd name="T67" fmla="*/ 83 h 195"/>
                <a:gd name="T68" fmla="*/ 3 w 194"/>
                <a:gd name="T69" fmla="*/ 122 h 195"/>
                <a:gd name="T70" fmla="*/ 21 w 194"/>
                <a:gd name="T71" fmla="*/ 157 h 195"/>
                <a:gd name="T72" fmla="*/ 62 w 194"/>
                <a:gd name="T73" fmla="*/ 188 h 195"/>
                <a:gd name="T74" fmla="*/ 99 w 194"/>
                <a:gd name="T75" fmla="*/ 155 h 195"/>
                <a:gd name="T76" fmla="*/ 96 w 194"/>
                <a:gd name="T77" fmla="*/ 139 h 195"/>
                <a:gd name="T78" fmla="*/ 101 w 194"/>
                <a:gd name="T79" fmla="*/ 124 h 195"/>
                <a:gd name="T80" fmla="*/ 89 w 194"/>
                <a:gd name="T81" fmla="*/ 120 h 195"/>
                <a:gd name="T82" fmla="*/ 76 w 194"/>
                <a:gd name="T83" fmla="*/ 112 h 195"/>
                <a:gd name="T84" fmla="*/ 56 w 194"/>
                <a:gd name="T85" fmla="*/ 103 h 195"/>
                <a:gd name="T86" fmla="*/ 47 w 194"/>
                <a:gd name="T87" fmla="*/ 87 h 195"/>
                <a:gd name="T88" fmla="*/ 42 w 194"/>
                <a:gd name="T89" fmla="*/ 85 h 195"/>
                <a:gd name="T90" fmla="*/ 42 w 194"/>
                <a:gd name="T91" fmla="*/ 88 h 195"/>
                <a:gd name="T92" fmla="*/ 35 w 194"/>
                <a:gd name="T93" fmla="*/ 72 h 195"/>
                <a:gd name="T94" fmla="*/ 35 w 194"/>
                <a:gd name="T95" fmla="*/ 56 h 195"/>
                <a:gd name="T96" fmla="*/ 43 w 194"/>
                <a:gd name="T97" fmla="*/ 38 h 195"/>
                <a:gd name="T98" fmla="*/ 41 w 194"/>
                <a:gd name="T99" fmla="*/ 28 h 195"/>
                <a:gd name="T100" fmla="*/ 87 w 194"/>
                <a:gd name="T101" fmla="*/ 7 h 195"/>
                <a:gd name="T102" fmla="*/ 104 w 194"/>
                <a:gd name="T103" fmla="*/ 0 h 195"/>
                <a:gd name="T104" fmla="*/ 60 w 194"/>
                <a:gd name="T105" fmla="*/ 7 h 195"/>
                <a:gd name="T106" fmla="*/ 28 w 194"/>
                <a:gd name="T107" fmla="*/ 29 h 195"/>
                <a:gd name="T108" fmla="*/ 7 w 194"/>
                <a:gd name="T109" fmla="*/ 62 h 195"/>
                <a:gd name="T110" fmla="*/ 103 w 194"/>
                <a:gd name="T111" fmla="*/ 122 h 195"/>
                <a:gd name="T112" fmla="*/ 90 w 194"/>
                <a:gd name="T113" fmla="*/ 108 h 195"/>
                <a:gd name="T114" fmla="*/ 86 w 194"/>
                <a:gd name="T115" fmla="*/ 99 h 195"/>
                <a:gd name="T116" fmla="*/ 69 w 194"/>
                <a:gd name="T117" fmla="*/ 102 h 195"/>
                <a:gd name="T118" fmla="*/ 78 w 194"/>
                <a:gd name="T119" fmla="*/ 81 h 195"/>
                <a:gd name="T120" fmla="*/ 96 w 194"/>
                <a:gd name="T121" fmla="*/ 81 h 195"/>
                <a:gd name="T122" fmla="*/ 101 w 194"/>
                <a:gd name="T123" fmla="*/ 8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195">
                  <a:moveTo>
                    <a:pt x="104" y="194"/>
                  </a:moveTo>
                  <a:cubicBezTo>
                    <a:pt x="109" y="194"/>
                    <a:pt x="114" y="193"/>
                    <a:pt x="119" y="192"/>
                  </a:cubicBezTo>
                  <a:cubicBezTo>
                    <a:pt x="122" y="191"/>
                    <a:pt x="125" y="191"/>
                    <a:pt x="128" y="190"/>
                  </a:cubicBezTo>
                  <a:cubicBezTo>
                    <a:pt x="130" y="189"/>
                    <a:pt x="131" y="188"/>
                    <a:pt x="133" y="188"/>
                  </a:cubicBezTo>
                  <a:cubicBezTo>
                    <a:pt x="136" y="187"/>
                    <a:pt x="139" y="185"/>
                    <a:pt x="141" y="184"/>
                  </a:cubicBezTo>
                  <a:cubicBezTo>
                    <a:pt x="143" y="183"/>
                    <a:pt x="144" y="183"/>
                    <a:pt x="146" y="182"/>
                  </a:cubicBezTo>
                  <a:cubicBezTo>
                    <a:pt x="152" y="178"/>
                    <a:pt x="157" y="174"/>
                    <a:pt x="163" y="169"/>
                  </a:cubicBezTo>
                  <a:cubicBezTo>
                    <a:pt x="164" y="168"/>
                    <a:pt x="165" y="167"/>
                    <a:pt x="166" y="166"/>
                  </a:cubicBezTo>
                  <a:cubicBezTo>
                    <a:pt x="167" y="165"/>
                    <a:pt x="168" y="164"/>
                    <a:pt x="169" y="163"/>
                  </a:cubicBezTo>
                  <a:cubicBezTo>
                    <a:pt x="171" y="161"/>
                    <a:pt x="172" y="159"/>
                    <a:pt x="174" y="157"/>
                  </a:cubicBezTo>
                  <a:cubicBezTo>
                    <a:pt x="176" y="155"/>
                    <a:pt x="178" y="151"/>
                    <a:pt x="180" y="148"/>
                  </a:cubicBezTo>
                  <a:cubicBezTo>
                    <a:pt x="181" y="147"/>
                    <a:pt x="181" y="147"/>
                    <a:pt x="182" y="146"/>
                  </a:cubicBezTo>
                  <a:cubicBezTo>
                    <a:pt x="182" y="144"/>
                    <a:pt x="183" y="143"/>
                    <a:pt x="184" y="142"/>
                  </a:cubicBezTo>
                  <a:cubicBezTo>
                    <a:pt x="184" y="141"/>
                    <a:pt x="185" y="140"/>
                    <a:pt x="185" y="140"/>
                  </a:cubicBezTo>
                  <a:cubicBezTo>
                    <a:pt x="186" y="138"/>
                    <a:pt x="186" y="137"/>
                    <a:pt x="187" y="135"/>
                  </a:cubicBezTo>
                  <a:cubicBezTo>
                    <a:pt x="187" y="134"/>
                    <a:pt x="188" y="132"/>
                    <a:pt x="189" y="131"/>
                  </a:cubicBezTo>
                  <a:cubicBezTo>
                    <a:pt x="190" y="128"/>
                    <a:pt x="191" y="125"/>
                    <a:pt x="191" y="122"/>
                  </a:cubicBezTo>
                  <a:cubicBezTo>
                    <a:pt x="192" y="120"/>
                    <a:pt x="192" y="119"/>
                    <a:pt x="193" y="117"/>
                  </a:cubicBezTo>
                  <a:cubicBezTo>
                    <a:pt x="193" y="115"/>
                    <a:pt x="193" y="114"/>
                    <a:pt x="193" y="112"/>
                  </a:cubicBezTo>
                  <a:cubicBezTo>
                    <a:pt x="194" y="111"/>
                    <a:pt x="194" y="109"/>
                    <a:pt x="194" y="107"/>
                  </a:cubicBezTo>
                  <a:cubicBezTo>
                    <a:pt x="194" y="104"/>
                    <a:pt x="194" y="101"/>
                    <a:pt x="194" y="97"/>
                  </a:cubicBezTo>
                  <a:cubicBezTo>
                    <a:pt x="194" y="94"/>
                    <a:pt x="194" y="91"/>
                    <a:pt x="194" y="87"/>
                  </a:cubicBezTo>
                  <a:cubicBezTo>
                    <a:pt x="194" y="86"/>
                    <a:pt x="194" y="84"/>
                    <a:pt x="193" y="83"/>
                  </a:cubicBezTo>
                  <a:cubicBezTo>
                    <a:pt x="193" y="81"/>
                    <a:pt x="193" y="79"/>
                    <a:pt x="193" y="78"/>
                  </a:cubicBezTo>
                  <a:cubicBezTo>
                    <a:pt x="192" y="76"/>
                    <a:pt x="192" y="75"/>
                    <a:pt x="191" y="73"/>
                  </a:cubicBezTo>
                  <a:cubicBezTo>
                    <a:pt x="191" y="70"/>
                    <a:pt x="190" y="67"/>
                    <a:pt x="189" y="64"/>
                  </a:cubicBezTo>
                  <a:cubicBezTo>
                    <a:pt x="188" y="63"/>
                    <a:pt x="188" y="62"/>
                    <a:pt x="188" y="62"/>
                  </a:cubicBezTo>
                  <a:cubicBezTo>
                    <a:pt x="187" y="59"/>
                    <a:pt x="186" y="57"/>
                    <a:pt x="185" y="55"/>
                  </a:cubicBezTo>
                  <a:cubicBezTo>
                    <a:pt x="185" y="54"/>
                    <a:pt x="184" y="54"/>
                    <a:pt x="184" y="53"/>
                  </a:cubicBezTo>
                  <a:cubicBezTo>
                    <a:pt x="183" y="52"/>
                    <a:pt x="182" y="50"/>
                    <a:pt x="182" y="49"/>
                  </a:cubicBezTo>
                  <a:cubicBezTo>
                    <a:pt x="179" y="45"/>
                    <a:pt x="177" y="41"/>
                    <a:pt x="174" y="37"/>
                  </a:cubicBezTo>
                  <a:cubicBezTo>
                    <a:pt x="172" y="35"/>
                    <a:pt x="171" y="34"/>
                    <a:pt x="169" y="32"/>
                  </a:cubicBezTo>
                  <a:cubicBezTo>
                    <a:pt x="168" y="31"/>
                    <a:pt x="167" y="30"/>
                    <a:pt x="166" y="29"/>
                  </a:cubicBezTo>
                  <a:cubicBezTo>
                    <a:pt x="165" y="27"/>
                    <a:pt x="164" y="26"/>
                    <a:pt x="163" y="25"/>
                  </a:cubicBezTo>
                  <a:cubicBezTo>
                    <a:pt x="160" y="23"/>
                    <a:pt x="158" y="21"/>
                    <a:pt x="156" y="20"/>
                  </a:cubicBezTo>
                  <a:cubicBezTo>
                    <a:pt x="152" y="17"/>
                    <a:pt x="149" y="15"/>
                    <a:pt x="146" y="13"/>
                  </a:cubicBezTo>
                  <a:cubicBezTo>
                    <a:pt x="144" y="12"/>
                    <a:pt x="143" y="11"/>
                    <a:pt x="141" y="11"/>
                  </a:cubicBezTo>
                  <a:cubicBezTo>
                    <a:pt x="141" y="10"/>
                    <a:pt x="140" y="10"/>
                    <a:pt x="140" y="10"/>
                  </a:cubicBezTo>
                  <a:cubicBezTo>
                    <a:pt x="139" y="9"/>
                    <a:pt x="138" y="9"/>
                    <a:pt x="137" y="9"/>
                  </a:cubicBezTo>
                  <a:cubicBezTo>
                    <a:pt x="137" y="9"/>
                    <a:pt x="137" y="8"/>
                    <a:pt x="136" y="8"/>
                  </a:cubicBezTo>
                  <a:cubicBezTo>
                    <a:pt x="135" y="8"/>
                    <a:pt x="134" y="7"/>
                    <a:pt x="133" y="7"/>
                  </a:cubicBezTo>
                  <a:cubicBezTo>
                    <a:pt x="133" y="7"/>
                    <a:pt x="133" y="7"/>
                    <a:pt x="133" y="7"/>
                  </a:cubicBezTo>
                  <a:cubicBezTo>
                    <a:pt x="132" y="6"/>
                    <a:pt x="130" y="6"/>
                    <a:pt x="129" y="5"/>
                  </a:cubicBezTo>
                  <a:cubicBezTo>
                    <a:pt x="129" y="5"/>
                    <a:pt x="129" y="5"/>
                    <a:pt x="128" y="5"/>
                  </a:cubicBezTo>
                  <a:cubicBezTo>
                    <a:pt x="126" y="4"/>
                    <a:pt x="123" y="3"/>
                    <a:pt x="120" y="3"/>
                  </a:cubicBezTo>
                  <a:cubicBezTo>
                    <a:pt x="119" y="2"/>
                    <a:pt x="118" y="2"/>
                    <a:pt x="117" y="2"/>
                  </a:cubicBezTo>
                  <a:cubicBezTo>
                    <a:pt x="116" y="2"/>
                    <a:pt x="115" y="2"/>
                    <a:pt x="115" y="2"/>
                  </a:cubicBezTo>
                  <a:cubicBezTo>
                    <a:pt x="111" y="1"/>
                    <a:pt x="108" y="1"/>
                    <a:pt x="104" y="0"/>
                  </a:cubicBezTo>
                  <a:cubicBezTo>
                    <a:pt x="104" y="6"/>
                    <a:pt x="104" y="6"/>
                    <a:pt x="104" y="6"/>
                  </a:cubicBezTo>
                  <a:cubicBezTo>
                    <a:pt x="108" y="6"/>
                    <a:pt x="112" y="6"/>
                    <a:pt x="116" y="7"/>
                  </a:cubicBezTo>
                  <a:cubicBezTo>
                    <a:pt x="115" y="8"/>
                    <a:pt x="115" y="7"/>
                    <a:pt x="114" y="8"/>
                  </a:cubicBezTo>
                  <a:cubicBezTo>
                    <a:pt x="113" y="8"/>
                    <a:pt x="113" y="9"/>
                    <a:pt x="112" y="9"/>
                  </a:cubicBezTo>
                  <a:cubicBezTo>
                    <a:pt x="110" y="9"/>
                    <a:pt x="109" y="8"/>
                    <a:pt x="107" y="8"/>
                  </a:cubicBezTo>
                  <a:cubicBezTo>
                    <a:pt x="107" y="9"/>
                    <a:pt x="108" y="10"/>
                    <a:pt x="108" y="10"/>
                  </a:cubicBezTo>
                  <a:cubicBezTo>
                    <a:pt x="110" y="11"/>
                    <a:pt x="111" y="10"/>
                    <a:pt x="113" y="10"/>
                  </a:cubicBezTo>
                  <a:cubicBezTo>
                    <a:pt x="114" y="10"/>
                    <a:pt x="116" y="11"/>
                    <a:pt x="116" y="10"/>
                  </a:cubicBezTo>
                  <a:cubicBezTo>
                    <a:pt x="117" y="10"/>
                    <a:pt x="117" y="9"/>
                    <a:pt x="117" y="8"/>
                  </a:cubicBezTo>
                  <a:cubicBezTo>
                    <a:pt x="118" y="8"/>
                    <a:pt x="118" y="8"/>
                    <a:pt x="118" y="8"/>
                  </a:cubicBezTo>
                  <a:cubicBezTo>
                    <a:pt x="119" y="8"/>
                    <a:pt x="120" y="8"/>
                    <a:pt x="121" y="9"/>
                  </a:cubicBezTo>
                  <a:cubicBezTo>
                    <a:pt x="121" y="9"/>
                    <a:pt x="120" y="9"/>
                    <a:pt x="120" y="10"/>
                  </a:cubicBezTo>
                  <a:cubicBezTo>
                    <a:pt x="121" y="10"/>
                    <a:pt x="123" y="10"/>
                    <a:pt x="123" y="9"/>
                  </a:cubicBezTo>
                  <a:cubicBezTo>
                    <a:pt x="123" y="9"/>
                    <a:pt x="124" y="9"/>
                    <a:pt x="124" y="9"/>
                  </a:cubicBezTo>
                  <a:cubicBezTo>
                    <a:pt x="125" y="10"/>
                    <a:pt x="127" y="10"/>
                    <a:pt x="128" y="11"/>
                  </a:cubicBezTo>
                  <a:cubicBezTo>
                    <a:pt x="130" y="11"/>
                    <a:pt x="132" y="12"/>
                    <a:pt x="134" y="13"/>
                  </a:cubicBezTo>
                  <a:cubicBezTo>
                    <a:pt x="134" y="13"/>
                    <a:pt x="134" y="14"/>
                    <a:pt x="133" y="14"/>
                  </a:cubicBezTo>
                  <a:cubicBezTo>
                    <a:pt x="132" y="14"/>
                    <a:pt x="132" y="12"/>
                    <a:pt x="131" y="13"/>
                  </a:cubicBezTo>
                  <a:cubicBezTo>
                    <a:pt x="131" y="14"/>
                    <a:pt x="132" y="14"/>
                    <a:pt x="133" y="15"/>
                  </a:cubicBezTo>
                  <a:cubicBezTo>
                    <a:pt x="134" y="16"/>
                    <a:pt x="135" y="16"/>
                    <a:pt x="135" y="17"/>
                  </a:cubicBezTo>
                  <a:cubicBezTo>
                    <a:pt x="134" y="19"/>
                    <a:pt x="133" y="17"/>
                    <a:pt x="132" y="17"/>
                  </a:cubicBezTo>
                  <a:cubicBezTo>
                    <a:pt x="130" y="17"/>
                    <a:pt x="128" y="20"/>
                    <a:pt x="127" y="18"/>
                  </a:cubicBezTo>
                  <a:cubicBezTo>
                    <a:pt x="127" y="16"/>
                    <a:pt x="128" y="16"/>
                    <a:pt x="129" y="15"/>
                  </a:cubicBezTo>
                  <a:cubicBezTo>
                    <a:pt x="128" y="15"/>
                    <a:pt x="128" y="15"/>
                    <a:pt x="128" y="15"/>
                  </a:cubicBezTo>
                  <a:cubicBezTo>
                    <a:pt x="127" y="15"/>
                    <a:pt x="127" y="16"/>
                    <a:pt x="126" y="16"/>
                  </a:cubicBezTo>
                  <a:cubicBezTo>
                    <a:pt x="126" y="16"/>
                    <a:pt x="125" y="17"/>
                    <a:pt x="124" y="17"/>
                  </a:cubicBezTo>
                  <a:cubicBezTo>
                    <a:pt x="123" y="17"/>
                    <a:pt x="123" y="17"/>
                    <a:pt x="122" y="17"/>
                  </a:cubicBezTo>
                  <a:cubicBezTo>
                    <a:pt x="121" y="17"/>
                    <a:pt x="120" y="18"/>
                    <a:pt x="119" y="19"/>
                  </a:cubicBezTo>
                  <a:cubicBezTo>
                    <a:pt x="118" y="19"/>
                    <a:pt x="118" y="19"/>
                    <a:pt x="117" y="19"/>
                  </a:cubicBezTo>
                  <a:cubicBezTo>
                    <a:pt x="116" y="20"/>
                    <a:pt x="114" y="20"/>
                    <a:pt x="113" y="21"/>
                  </a:cubicBezTo>
                  <a:cubicBezTo>
                    <a:pt x="112" y="22"/>
                    <a:pt x="110" y="23"/>
                    <a:pt x="109" y="23"/>
                  </a:cubicBezTo>
                  <a:cubicBezTo>
                    <a:pt x="109" y="24"/>
                    <a:pt x="108" y="25"/>
                    <a:pt x="108" y="25"/>
                  </a:cubicBezTo>
                  <a:cubicBezTo>
                    <a:pt x="108" y="26"/>
                    <a:pt x="109" y="26"/>
                    <a:pt x="109" y="27"/>
                  </a:cubicBezTo>
                  <a:cubicBezTo>
                    <a:pt x="109" y="27"/>
                    <a:pt x="108" y="28"/>
                    <a:pt x="109" y="29"/>
                  </a:cubicBezTo>
                  <a:cubicBezTo>
                    <a:pt x="109" y="29"/>
                    <a:pt x="110" y="29"/>
                    <a:pt x="111" y="29"/>
                  </a:cubicBezTo>
                  <a:cubicBezTo>
                    <a:pt x="113" y="29"/>
                    <a:pt x="114" y="30"/>
                    <a:pt x="115" y="31"/>
                  </a:cubicBezTo>
                  <a:cubicBezTo>
                    <a:pt x="116" y="32"/>
                    <a:pt x="117" y="32"/>
                    <a:pt x="118" y="32"/>
                  </a:cubicBezTo>
                  <a:cubicBezTo>
                    <a:pt x="120" y="32"/>
                    <a:pt x="121" y="32"/>
                    <a:pt x="121" y="33"/>
                  </a:cubicBezTo>
                  <a:cubicBezTo>
                    <a:pt x="122" y="34"/>
                    <a:pt x="120" y="35"/>
                    <a:pt x="120" y="35"/>
                  </a:cubicBezTo>
                  <a:cubicBezTo>
                    <a:pt x="121" y="36"/>
                    <a:pt x="119" y="37"/>
                    <a:pt x="119" y="38"/>
                  </a:cubicBezTo>
                  <a:cubicBezTo>
                    <a:pt x="119" y="38"/>
                    <a:pt x="120" y="39"/>
                    <a:pt x="121" y="40"/>
                  </a:cubicBezTo>
                  <a:cubicBezTo>
                    <a:pt x="122" y="40"/>
                    <a:pt x="124" y="38"/>
                    <a:pt x="124" y="37"/>
                  </a:cubicBezTo>
                  <a:cubicBezTo>
                    <a:pt x="125" y="36"/>
                    <a:pt x="124" y="34"/>
                    <a:pt x="125" y="34"/>
                  </a:cubicBezTo>
                  <a:cubicBezTo>
                    <a:pt x="130" y="34"/>
                    <a:pt x="134" y="31"/>
                    <a:pt x="134" y="26"/>
                  </a:cubicBezTo>
                  <a:cubicBezTo>
                    <a:pt x="134" y="26"/>
                    <a:pt x="134" y="25"/>
                    <a:pt x="134" y="25"/>
                  </a:cubicBezTo>
                  <a:cubicBezTo>
                    <a:pt x="134" y="24"/>
                    <a:pt x="135" y="23"/>
                    <a:pt x="135" y="22"/>
                  </a:cubicBezTo>
                  <a:cubicBezTo>
                    <a:pt x="136" y="22"/>
                    <a:pt x="136" y="22"/>
                    <a:pt x="136" y="21"/>
                  </a:cubicBezTo>
                  <a:cubicBezTo>
                    <a:pt x="137" y="20"/>
                    <a:pt x="137" y="20"/>
                    <a:pt x="138" y="19"/>
                  </a:cubicBezTo>
                  <a:cubicBezTo>
                    <a:pt x="138" y="19"/>
                    <a:pt x="138" y="19"/>
                    <a:pt x="138" y="19"/>
                  </a:cubicBezTo>
                  <a:cubicBezTo>
                    <a:pt x="138" y="19"/>
                    <a:pt x="139" y="19"/>
                    <a:pt x="139" y="19"/>
                  </a:cubicBezTo>
                  <a:cubicBezTo>
                    <a:pt x="140" y="20"/>
                    <a:pt x="141" y="20"/>
                    <a:pt x="142" y="20"/>
                  </a:cubicBezTo>
                  <a:cubicBezTo>
                    <a:pt x="142" y="20"/>
                    <a:pt x="143" y="20"/>
                    <a:pt x="144" y="20"/>
                  </a:cubicBezTo>
                  <a:cubicBezTo>
                    <a:pt x="145" y="20"/>
                    <a:pt x="145" y="21"/>
                    <a:pt x="146" y="22"/>
                  </a:cubicBezTo>
                  <a:cubicBezTo>
                    <a:pt x="147" y="22"/>
                    <a:pt x="147" y="22"/>
                    <a:pt x="148" y="23"/>
                  </a:cubicBezTo>
                  <a:cubicBezTo>
                    <a:pt x="147" y="24"/>
                    <a:pt x="147" y="24"/>
                    <a:pt x="147" y="25"/>
                  </a:cubicBezTo>
                  <a:cubicBezTo>
                    <a:pt x="147" y="25"/>
                    <a:pt x="147" y="25"/>
                    <a:pt x="147" y="25"/>
                  </a:cubicBezTo>
                  <a:cubicBezTo>
                    <a:pt x="147" y="26"/>
                    <a:pt x="148" y="27"/>
                    <a:pt x="148" y="27"/>
                  </a:cubicBezTo>
                  <a:cubicBezTo>
                    <a:pt x="149" y="27"/>
                    <a:pt x="150" y="26"/>
                    <a:pt x="151" y="26"/>
                  </a:cubicBezTo>
                  <a:cubicBezTo>
                    <a:pt x="152" y="26"/>
                    <a:pt x="152" y="25"/>
                    <a:pt x="153" y="24"/>
                  </a:cubicBezTo>
                  <a:cubicBezTo>
                    <a:pt x="154" y="25"/>
                    <a:pt x="155" y="26"/>
                    <a:pt x="156" y="27"/>
                  </a:cubicBezTo>
                  <a:cubicBezTo>
                    <a:pt x="156" y="27"/>
                    <a:pt x="156" y="28"/>
                    <a:pt x="156" y="28"/>
                  </a:cubicBezTo>
                  <a:cubicBezTo>
                    <a:pt x="157" y="29"/>
                    <a:pt x="156" y="30"/>
                    <a:pt x="156" y="31"/>
                  </a:cubicBezTo>
                  <a:cubicBezTo>
                    <a:pt x="156" y="33"/>
                    <a:pt x="159" y="32"/>
                    <a:pt x="160" y="33"/>
                  </a:cubicBezTo>
                  <a:cubicBezTo>
                    <a:pt x="160" y="34"/>
                    <a:pt x="160" y="34"/>
                    <a:pt x="160" y="35"/>
                  </a:cubicBezTo>
                  <a:cubicBezTo>
                    <a:pt x="161" y="35"/>
                    <a:pt x="162" y="35"/>
                    <a:pt x="162" y="36"/>
                  </a:cubicBezTo>
                  <a:cubicBezTo>
                    <a:pt x="162" y="38"/>
                    <a:pt x="160" y="38"/>
                    <a:pt x="160" y="40"/>
                  </a:cubicBezTo>
                  <a:cubicBezTo>
                    <a:pt x="160" y="41"/>
                    <a:pt x="159" y="41"/>
                    <a:pt x="159" y="42"/>
                  </a:cubicBezTo>
                  <a:cubicBezTo>
                    <a:pt x="159" y="44"/>
                    <a:pt x="161" y="42"/>
                    <a:pt x="162" y="44"/>
                  </a:cubicBezTo>
                  <a:cubicBezTo>
                    <a:pt x="162" y="44"/>
                    <a:pt x="162" y="45"/>
                    <a:pt x="162" y="46"/>
                  </a:cubicBezTo>
                  <a:cubicBezTo>
                    <a:pt x="163" y="47"/>
                    <a:pt x="163" y="48"/>
                    <a:pt x="161" y="48"/>
                  </a:cubicBezTo>
                  <a:cubicBezTo>
                    <a:pt x="160" y="48"/>
                    <a:pt x="160" y="47"/>
                    <a:pt x="159" y="47"/>
                  </a:cubicBezTo>
                  <a:cubicBezTo>
                    <a:pt x="159" y="47"/>
                    <a:pt x="158" y="47"/>
                    <a:pt x="157" y="47"/>
                  </a:cubicBezTo>
                  <a:cubicBezTo>
                    <a:pt x="157" y="47"/>
                    <a:pt x="156" y="47"/>
                    <a:pt x="156" y="47"/>
                  </a:cubicBezTo>
                  <a:cubicBezTo>
                    <a:pt x="154" y="46"/>
                    <a:pt x="153" y="47"/>
                    <a:pt x="152" y="46"/>
                  </a:cubicBezTo>
                  <a:cubicBezTo>
                    <a:pt x="154" y="44"/>
                    <a:pt x="155" y="43"/>
                    <a:pt x="157" y="41"/>
                  </a:cubicBezTo>
                  <a:cubicBezTo>
                    <a:pt x="157" y="41"/>
                    <a:pt x="158" y="41"/>
                    <a:pt x="158" y="40"/>
                  </a:cubicBezTo>
                  <a:cubicBezTo>
                    <a:pt x="157" y="39"/>
                    <a:pt x="156" y="40"/>
                    <a:pt x="155" y="40"/>
                  </a:cubicBezTo>
                  <a:cubicBezTo>
                    <a:pt x="154" y="41"/>
                    <a:pt x="153" y="42"/>
                    <a:pt x="152" y="42"/>
                  </a:cubicBezTo>
                  <a:cubicBezTo>
                    <a:pt x="151" y="42"/>
                    <a:pt x="148" y="41"/>
                    <a:pt x="147" y="42"/>
                  </a:cubicBezTo>
                  <a:cubicBezTo>
                    <a:pt x="147" y="43"/>
                    <a:pt x="148" y="43"/>
                    <a:pt x="148" y="44"/>
                  </a:cubicBezTo>
                  <a:cubicBezTo>
                    <a:pt x="148" y="44"/>
                    <a:pt x="147" y="44"/>
                    <a:pt x="146" y="43"/>
                  </a:cubicBezTo>
                  <a:cubicBezTo>
                    <a:pt x="146" y="43"/>
                    <a:pt x="146" y="42"/>
                    <a:pt x="146" y="42"/>
                  </a:cubicBezTo>
                  <a:cubicBezTo>
                    <a:pt x="145" y="42"/>
                    <a:pt x="143" y="42"/>
                    <a:pt x="142" y="42"/>
                  </a:cubicBezTo>
                  <a:cubicBezTo>
                    <a:pt x="141" y="42"/>
                    <a:pt x="140" y="43"/>
                    <a:pt x="140" y="43"/>
                  </a:cubicBezTo>
                  <a:cubicBezTo>
                    <a:pt x="141" y="44"/>
                    <a:pt x="144" y="43"/>
                    <a:pt x="144" y="44"/>
                  </a:cubicBezTo>
                  <a:cubicBezTo>
                    <a:pt x="143" y="46"/>
                    <a:pt x="142" y="46"/>
                    <a:pt x="142" y="48"/>
                  </a:cubicBezTo>
                  <a:cubicBezTo>
                    <a:pt x="142" y="49"/>
                    <a:pt x="143" y="50"/>
                    <a:pt x="143" y="50"/>
                  </a:cubicBezTo>
                  <a:cubicBezTo>
                    <a:pt x="144" y="50"/>
                    <a:pt x="144" y="49"/>
                    <a:pt x="145" y="49"/>
                  </a:cubicBezTo>
                  <a:cubicBezTo>
                    <a:pt x="145" y="49"/>
                    <a:pt x="145" y="50"/>
                    <a:pt x="146" y="50"/>
                  </a:cubicBezTo>
                  <a:cubicBezTo>
                    <a:pt x="147" y="50"/>
                    <a:pt x="148" y="48"/>
                    <a:pt x="149" y="48"/>
                  </a:cubicBezTo>
                  <a:cubicBezTo>
                    <a:pt x="150" y="50"/>
                    <a:pt x="148" y="51"/>
                    <a:pt x="146" y="51"/>
                  </a:cubicBezTo>
                  <a:cubicBezTo>
                    <a:pt x="144" y="52"/>
                    <a:pt x="142" y="52"/>
                    <a:pt x="141" y="53"/>
                  </a:cubicBezTo>
                  <a:cubicBezTo>
                    <a:pt x="140" y="53"/>
                    <a:pt x="138" y="55"/>
                    <a:pt x="137" y="54"/>
                  </a:cubicBezTo>
                  <a:cubicBezTo>
                    <a:pt x="137" y="52"/>
                    <a:pt x="139" y="53"/>
                    <a:pt x="139" y="52"/>
                  </a:cubicBezTo>
                  <a:cubicBezTo>
                    <a:pt x="137" y="51"/>
                    <a:pt x="136" y="52"/>
                    <a:pt x="134" y="53"/>
                  </a:cubicBezTo>
                  <a:cubicBezTo>
                    <a:pt x="132" y="54"/>
                    <a:pt x="129" y="54"/>
                    <a:pt x="128" y="56"/>
                  </a:cubicBezTo>
                  <a:cubicBezTo>
                    <a:pt x="128" y="57"/>
                    <a:pt x="128" y="58"/>
                    <a:pt x="128" y="58"/>
                  </a:cubicBezTo>
                  <a:cubicBezTo>
                    <a:pt x="128" y="58"/>
                    <a:pt x="126" y="58"/>
                    <a:pt x="126" y="59"/>
                  </a:cubicBezTo>
                  <a:cubicBezTo>
                    <a:pt x="125" y="59"/>
                    <a:pt x="124" y="60"/>
                    <a:pt x="123" y="60"/>
                  </a:cubicBezTo>
                  <a:cubicBezTo>
                    <a:pt x="123" y="60"/>
                    <a:pt x="122" y="60"/>
                    <a:pt x="122" y="60"/>
                  </a:cubicBezTo>
                  <a:cubicBezTo>
                    <a:pt x="121" y="60"/>
                    <a:pt x="121" y="62"/>
                    <a:pt x="120" y="62"/>
                  </a:cubicBezTo>
                  <a:cubicBezTo>
                    <a:pt x="119" y="63"/>
                    <a:pt x="118" y="63"/>
                    <a:pt x="118" y="63"/>
                  </a:cubicBezTo>
                  <a:cubicBezTo>
                    <a:pt x="117" y="64"/>
                    <a:pt x="117" y="65"/>
                    <a:pt x="116" y="65"/>
                  </a:cubicBezTo>
                  <a:cubicBezTo>
                    <a:pt x="116" y="65"/>
                    <a:pt x="115" y="65"/>
                    <a:pt x="115" y="65"/>
                  </a:cubicBezTo>
                  <a:cubicBezTo>
                    <a:pt x="115" y="66"/>
                    <a:pt x="115" y="68"/>
                    <a:pt x="115" y="70"/>
                  </a:cubicBezTo>
                  <a:cubicBezTo>
                    <a:pt x="113" y="71"/>
                    <a:pt x="112" y="71"/>
                    <a:pt x="110" y="72"/>
                  </a:cubicBezTo>
                  <a:cubicBezTo>
                    <a:pt x="110" y="73"/>
                    <a:pt x="109" y="73"/>
                    <a:pt x="108" y="73"/>
                  </a:cubicBezTo>
                  <a:cubicBezTo>
                    <a:pt x="107" y="74"/>
                    <a:pt x="106" y="75"/>
                    <a:pt x="105" y="75"/>
                  </a:cubicBezTo>
                  <a:cubicBezTo>
                    <a:pt x="105" y="75"/>
                    <a:pt x="104" y="76"/>
                    <a:pt x="104" y="76"/>
                  </a:cubicBezTo>
                  <a:cubicBezTo>
                    <a:pt x="104" y="121"/>
                    <a:pt x="104" y="121"/>
                    <a:pt x="104" y="121"/>
                  </a:cubicBezTo>
                  <a:cubicBezTo>
                    <a:pt x="104" y="121"/>
                    <a:pt x="105" y="120"/>
                    <a:pt x="105" y="120"/>
                  </a:cubicBezTo>
                  <a:cubicBezTo>
                    <a:pt x="106" y="119"/>
                    <a:pt x="106" y="118"/>
                    <a:pt x="107" y="117"/>
                  </a:cubicBezTo>
                  <a:cubicBezTo>
                    <a:pt x="108" y="117"/>
                    <a:pt x="109" y="117"/>
                    <a:pt x="110" y="117"/>
                  </a:cubicBezTo>
                  <a:cubicBezTo>
                    <a:pt x="111" y="116"/>
                    <a:pt x="112" y="116"/>
                    <a:pt x="112" y="115"/>
                  </a:cubicBezTo>
                  <a:cubicBezTo>
                    <a:pt x="113" y="115"/>
                    <a:pt x="113" y="114"/>
                    <a:pt x="114" y="115"/>
                  </a:cubicBezTo>
                  <a:cubicBezTo>
                    <a:pt x="115" y="116"/>
                    <a:pt x="113" y="116"/>
                    <a:pt x="114" y="117"/>
                  </a:cubicBezTo>
                  <a:cubicBezTo>
                    <a:pt x="115" y="118"/>
                    <a:pt x="116" y="116"/>
                    <a:pt x="117" y="116"/>
                  </a:cubicBezTo>
                  <a:cubicBezTo>
                    <a:pt x="117" y="116"/>
                    <a:pt x="118" y="116"/>
                    <a:pt x="119" y="117"/>
                  </a:cubicBezTo>
                  <a:cubicBezTo>
                    <a:pt x="120" y="117"/>
                    <a:pt x="120" y="118"/>
                    <a:pt x="121" y="118"/>
                  </a:cubicBezTo>
                  <a:cubicBezTo>
                    <a:pt x="121" y="118"/>
                    <a:pt x="122" y="118"/>
                    <a:pt x="123" y="118"/>
                  </a:cubicBezTo>
                  <a:cubicBezTo>
                    <a:pt x="124" y="118"/>
                    <a:pt x="125" y="119"/>
                    <a:pt x="126" y="119"/>
                  </a:cubicBezTo>
                  <a:cubicBezTo>
                    <a:pt x="127" y="119"/>
                    <a:pt x="127" y="118"/>
                    <a:pt x="128" y="118"/>
                  </a:cubicBezTo>
                  <a:cubicBezTo>
                    <a:pt x="130" y="117"/>
                    <a:pt x="130" y="118"/>
                    <a:pt x="131" y="119"/>
                  </a:cubicBezTo>
                  <a:cubicBezTo>
                    <a:pt x="132" y="119"/>
                    <a:pt x="132" y="118"/>
                    <a:pt x="133" y="118"/>
                  </a:cubicBezTo>
                  <a:cubicBezTo>
                    <a:pt x="133" y="119"/>
                    <a:pt x="133" y="120"/>
                    <a:pt x="134" y="121"/>
                  </a:cubicBezTo>
                  <a:cubicBezTo>
                    <a:pt x="134" y="121"/>
                    <a:pt x="134" y="121"/>
                    <a:pt x="134" y="122"/>
                  </a:cubicBezTo>
                  <a:cubicBezTo>
                    <a:pt x="135" y="122"/>
                    <a:pt x="135" y="122"/>
                    <a:pt x="136" y="123"/>
                  </a:cubicBezTo>
                  <a:cubicBezTo>
                    <a:pt x="137" y="123"/>
                    <a:pt x="137" y="124"/>
                    <a:pt x="138" y="125"/>
                  </a:cubicBezTo>
                  <a:cubicBezTo>
                    <a:pt x="139" y="126"/>
                    <a:pt x="141" y="127"/>
                    <a:pt x="142" y="127"/>
                  </a:cubicBezTo>
                  <a:cubicBezTo>
                    <a:pt x="143" y="127"/>
                    <a:pt x="144" y="127"/>
                    <a:pt x="145" y="127"/>
                  </a:cubicBezTo>
                  <a:cubicBezTo>
                    <a:pt x="147" y="127"/>
                    <a:pt x="148" y="128"/>
                    <a:pt x="150" y="129"/>
                  </a:cubicBezTo>
                  <a:cubicBezTo>
                    <a:pt x="151" y="130"/>
                    <a:pt x="152" y="131"/>
                    <a:pt x="152" y="131"/>
                  </a:cubicBezTo>
                  <a:cubicBezTo>
                    <a:pt x="152" y="132"/>
                    <a:pt x="152" y="133"/>
                    <a:pt x="152" y="133"/>
                  </a:cubicBezTo>
                  <a:cubicBezTo>
                    <a:pt x="153" y="135"/>
                    <a:pt x="155" y="135"/>
                    <a:pt x="154" y="137"/>
                  </a:cubicBezTo>
                  <a:cubicBezTo>
                    <a:pt x="154" y="138"/>
                    <a:pt x="155" y="138"/>
                    <a:pt x="156" y="139"/>
                  </a:cubicBezTo>
                  <a:cubicBezTo>
                    <a:pt x="156" y="139"/>
                    <a:pt x="157" y="140"/>
                    <a:pt x="157" y="140"/>
                  </a:cubicBezTo>
                  <a:cubicBezTo>
                    <a:pt x="158" y="140"/>
                    <a:pt x="158" y="140"/>
                    <a:pt x="159" y="140"/>
                  </a:cubicBezTo>
                  <a:cubicBezTo>
                    <a:pt x="160" y="140"/>
                    <a:pt x="161" y="140"/>
                    <a:pt x="162" y="141"/>
                  </a:cubicBezTo>
                  <a:cubicBezTo>
                    <a:pt x="162" y="141"/>
                    <a:pt x="163" y="141"/>
                    <a:pt x="164" y="141"/>
                  </a:cubicBezTo>
                  <a:cubicBezTo>
                    <a:pt x="164" y="142"/>
                    <a:pt x="164" y="143"/>
                    <a:pt x="165" y="143"/>
                  </a:cubicBezTo>
                  <a:cubicBezTo>
                    <a:pt x="165" y="144"/>
                    <a:pt x="166" y="143"/>
                    <a:pt x="167" y="143"/>
                  </a:cubicBezTo>
                  <a:cubicBezTo>
                    <a:pt x="168" y="143"/>
                    <a:pt x="170" y="144"/>
                    <a:pt x="171" y="144"/>
                  </a:cubicBezTo>
                  <a:cubicBezTo>
                    <a:pt x="171" y="144"/>
                    <a:pt x="172" y="144"/>
                    <a:pt x="172" y="144"/>
                  </a:cubicBezTo>
                  <a:cubicBezTo>
                    <a:pt x="174" y="144"/>
                    <a:pt x="175" y="145"/>
                    <a:pt x="176" y="146"/>
                  </a:cubicBezTo>
                  <a:cubicBezTo>
                    <a:pt x="163" y="166"/>
                    <a:pt x="143" y="181"/>
                    <a:pt x="119" y="187"/>
                  </a:cubicBezTo>
                  <a:cubicBezTo>
                    <a:pt x="119" y="186"/>
                    <a:pt x="118" y="185"/>
                    <a:pt x="118" y="184"/>
                  </a:cubicBezTo>
                  <a:cubicBezTo>
                    <a:pt x="118" y="182"/>
                    <a:pt x="119" y="181"/>
                    <a:pt x="118" y="179"/>
                  </a:cubicBezTo>
                  <a:cubicBezTo>
                    <a:pt x="118" y="178"/>
                    <a:pt x="118" y="175"/>
                    <a:pt x="117" y="175"/>
                  </a:cubicBezTo>
                  <a:cubicBezTo>
                    <a:pt x="117" y="174"/>
                    <a:pt x="115" y="172"/>
                    <a:pt x="113" y="171"/>
                  </a:cubicBezTo>
                  <a:cubicBezTo>
                    <a:pt x="113" y="171"/>
                    <a:pt x="112" y="171"/>
                    <a:pt x="111" y="170"/>
                  </a:cubicBezTo>
                  <a:cubicBezTo>
                    <a:pt x="109" y="170"/>
                    <a:pt x="106" y="168"/>
                    <a:pt x="105" y="166"/>
                  </a:cubicBezTo>
                  <a:cubicBezTo>
                    <a:pt x="105" y="166"/>
                    <a:pt x="105" y="165"/>
                    <a:pt x="105" y="164"/>
                  </a:cubicBezTo>
                  <a:cubicBezTo>
                    <a:pt x="105" y="164"/>
                    <a:pt x="104" y="163"/>
                    <a:pt x="104" y="163"/>
                  </a:cubicBezTo>
                  <a:lnTo>
                    <a:pt x="104" y="194"/>
                  </a:lnTo>
                  <a:close/>
                  <a:moveTo>
                    <a:pt x="2" y="78"/>
                  </a:moveTo>
                  <a:cubicBezTo>
                    <a:pt x="2" y="79"/>
                    <a:pt x="1" y="81"/>
                    <a:pt x="1" y="83"/>
                  </a:cubicBezTo>
                  <a:cubicBezTo>
                    <a:pt x="1" y="84"/>
                    <a:pt x="1" y="86"/>
                    <a:pt x="0" y="87"/>
                  </a:cubicBezTo>
                  <a:cubicBezTo>
                    <a:pt x="0" y="91"/>
                    <a:pt x="0" y="94"/>
                    <a:pt x="0" y="97"/>
                  </a:cubicBezTo>
                  <a:cubicBezTo>
                    <a:pt x="0" y="101"/>
                    <a:pt x="0" y="104"/>
                    <a:pt x="0" y="107"/>
                  </a:cubicBezTo>
                  <a:cubicBezTo>
                    <a:pt x="1" y="109"/>
                    <a:pt x="1" y="111"/>
                    <a:pt x="1" y="112"/>
                  </a:cubicBezTo>
                  <a:cubicBezTo>
                    <a:pt x="1" y="114"/>
                    <a:pt x="2" y="115"/>
                    <a:pt x="2" y="117"/>
                  </a:cubicBezTo>
                  <a:cubicBezTo>
                    <a:pt x="2" y="119"/>
                    <a:pt x="3" y="120"/>
                    <a:pt x="3" y="122"/>
                  </a:cubicBezTo>
                  <a:cubicBezTo>
                    <a:pt x="4" y="125"/>
                    <a:pt x="5" y="128"/>
                    <a:pt x="6" y="131"/>
                  </a:cubicBezTo>
                  <a:cubicBezTo>
                    <a:pt x="6" y="132"/>
                    <a:pt x="7" y="134"/>
                    <a:pt x="8" y="135"/>
                  </a:cubicBezTo>
                  <a:cubicBezTo>
                    <a:pt x="8" y="137"/>
                    <a:pt x="9" y="138"/>
                    <a:pt x="10" y="140"/>
                  </a:cubicBezTo>
                  <a:cubicBezTo>
                    <a:pt x="10" y="140"/>
                    <a:pt x="10" y="141"/>
                    <a:pt x="11" y="142"/>
                  </a:cubicBezTo>
                  <a:cubicBezTo>
                    <a:pt x="11" y="143"/>
                    <a:pt x="12" y="144"/>
                    <a:pt x="13" y="146"/>
                  </a:cubicBezTo>
                  <a:cubicBezTo>
                    <a:pt x="15" y="150"/>
                    <a:pt x="18" y="154"/>
                    <a:pt x="21" y="157"/>
                  </a:cubicBezTo>
                  <a:cubicBezTo>
                    <a:pt x="22" y="159"/>
                    <a:pt x="24" y="161"/>
                    <a:pt x="25" y="163"/>
                  </a:cubicBezTo>
                  <a:cubicBezTo>
                    <a:pt x="26" y="164"/>
                    <a:pt x="27" y="165"/>
                    <a:pt x="28" y="166"/>
                  </a:cubicBezTo>
                  <a:cubicBezTo>
                    <a:pt x="30" y="167"/>
                    <a:pt x="31" y="168"/>
                    <a:pt x="32" y="169"/>
                  </a:cubicBezTo>
                  <a:cubicBezTo>
                    <a:pt x="37" y="174"/>
                    <a:pt x="43" y="178"/>
                    <a:pt x="49" y="182"/>
                  </a:cubicBezTo>
                  <a:cubicBezTo>
                    <a:pt x="50" y="183"/>
                    <a:pt x="52" y="183"/>
                    <a:pt x="53" y="184"/>
                  </a:cubicBezTo>
                  <a:cubicBezTo>
                    <a:pt x="56" y="185"/>
                    <a:pt x="59" y="187"/>
                    <a:pt x="62" y="188"/>
                  </a:cubicBezTo>
                  <a:cubicBezTo>
                    <a:pt x="63" y="188"/>
                    <a:pt x="64" y="189"/>
                    <a:pt x="66" y="190"/>
                  </a:cubicBezTo>
                  <a:cubicBezTo>
                    <a:pt x="76" y="193"/>
                    <a:pt x="86" y="195"/>
                    <a:pt x="97" y="195"/>
                  </a:cubicBezTo>
                  <a:cubicBezTo>
                    <a:pt x="99" y="195"/>
                    <a:pt x="102" y="195"/>
                    <a:pt x="104" y="194"/>
                  </a:cubicBezTo>
                  <a:cubicBezTo>
                    <a:pt x="104" y="163"/>
                    <a:pt x="104" y="163"/>
                    <a:pt x="104" y="163"/>
                  </a:cubicBezTo>
                  <a:cubicBezTo>
                    <a:pt x="104" y="162"/>
                    <a:pt x="103" y="162"/>
                    <a:pt x="103" y="161"/>
                  </a:cubicBezTo>
                  <a:cubicBezTo>
                    <a:pt x="101" y="159"/>
                    <a:pt x="100" y="157"/>
                    <a:pt x="99" y="155"/>
                  </a:cubicBezTo>
                  <a:cubicBezTo>
                    <a:pt x="98" y="154"/>
                    <a:pt x="98" y="153"/>
                    <a:pt x="97" y="152"/>
                  </a:cubicBezTo>
                  <a:cubicBezTo>
                    <a:pt x="97" y="151"/>
                    <a:pt x="95" y="151"/>
                    <a:pt x="95" y="150"/>
                  </a:cubicBezTo>
                  <a:cubicBezTo>
                    <a:pt x="95" y="149"/>
                    <a:pt x="94" y="148"/>
                    <a:pt x="94" y="147"/>
                  </a:cubicBezTo>
                  <a:cubicBezTo>
                    <a:pt x="94" y="146"/>
                    <a:pt x="96" y="145"/>
                    <a:pt x="96" y="144"/>
                  </a:cubicBezTo>
                  <a:cubicBezTo>
                    <a:pt x="96" y="144"/>
                    <a:pt x="95" y="143"/>
                    <a:pt x="95" y="143"/>
                  </a:cubicBezTo>
                  <a:cubicBezTo>
                    <a:pt x="95" y="141"/>
                    <a:pt x="95" y="140"/>
                    <a:pt x="96" y="139"/>
                  </a:cubicBezTo>
                  <a:cubicBezTo>
                    <a:pt x="96" y="138"/>
                    <a:pt x="96" y="138"/>
                    <a:pt x="97" y="137"/>
                  </a:cubicBezTo>
                  <a:cubicBezTo>
                    <a:pt x="97" y="137"/>
                    <a:pt x="98" y="137"/>
                    <a:pt x="98" y="136"/>
                  </a:cubicBezTo>
                  <a:cubicBezTo>
                    <a:pt x="99" y="136"/>
                    <a:pt x="99" y="135"/>
                    <a:pt x="99" y="134"/>
                  </a:cubicBezTo>
                  <a:cubicBezTo>
                    <a:pt x="100" y="133"/>
                    <a:pt x="101" y="133"/>
                    <a:pt x="102" y="132"/>
                  </a:cubicBezTo>
                  <a:cubicBezTo>
                    <a:pt x="102" y="131"/>
                    <a:pt x="102" y="127"/>
                    <a:pt x="102" y="126"/>
                  </a:cubicBezTo>
                  <a:cubicBezTo>
                    <a:pt x="102" y="125"/>
                    <a:pt x="101" y="125"/>
                    <a:pt x="101" y="124"/>
                  </a:cubicBezTo>
                  <a:cubicBezTo>
                    <a:pt x="100" y="123"/>
                    <a:pt x="100" y="121"/>
                    <a:pt x="99" y="121"/>
                  </a:cubicBezTo>
                  <a:cubicBezTo>
                    <a:pt x="98" y="121"/>
                    <a:pt x="97" y="122"/>
                    <a:pt x="97" y="123"/>
                  </a:cubicBezTo>
                  <a:cubicBezTo>
                    <a:pt x="97" y="124"/>
                    <a:pt x="97" y="124"/>
                    <a:pt x="96" y="125"/>
                  </a:cubicBezTo>
                  <a:cubicBezTo>
                    <a:pt x="95" y="125"/>
                    <a:pt x="94" y="123"/>
                    <a:pt x="93" y="123"/>
                  </a:cubicBezTo>
                  <a:cubicBezTo>
                    <a:pt x="92" y="123"/>
                    <a:pt x="92" y="123"/>
                    <a:pt x="91" y="123"/>
                  </a:cubicBezTo>
                  <a:cubicBezTo>
                    <a:pt x="90" y="122"/>
                    <a:pt x="90" y="121"/>
                    <a:pt x="89" y="120"/>
                  </a:cubicBezTo>
                  <a:cubicBezTo>
                    <a:pt x="88" y="120"/>
                    <a:pt x="87" y="120"/>
                    <a:pt x="87" y="119"/>
                  </a:cubicBezTo>
                  <a:cubicBezTo>
                    <a:pt x="86" y="119"/>
                    <a:pt x="87" y="118"/>
                    <a:pt x="86" y="117"/>
                  </a:cubicBezTo>
                  <a:cubicBezTo>
                    <a:pt x="85" y="116"/>
                    <a:pt x="84" y="114"/>
                    <a:pt x="83" y="113"/>
                  </a:cubicBezTo>
                  <a:cubicBezTo>
                    <a:pt x="82" y="113"/>
                    <a:pt x="81" y="113"/>
                    <a:pt x="80" y="112"/>
                  </a:cubicBezTo>
                  <a:cubicBezTo>
                    <a:pt x="79" y="112"/>
                    <a:pt x="79" y="112"/>
                    <a:pt x="78" y="112"/>
                  </a:cubicBezTo>
                  <a:cubicBezTo>
                    <a:pt x="78" y="112"/>
                    <a:pt x="77" y="112"/>
                    <a:pt x="76" y="112"/>
                  </a:cubicBezTo>
                  <a:cubicBezTo>
                    <a:pt x="74" y="110"/>
                    <a:pt x="73" y="107"/>
                    <a:pt x="71" y="107"/>
                  </a:cubicBezTo>
                  <a:cubicBezTo>
                    <a:pt x="69" y="107"/>
                    <a:pt x="68" y="108"/>
                    <a:pt x="67" y="108"/>
                  </a:cubicBezTo>
                  <a:cubicBezTo>
                    <a:pt x="66" y="108"/>
                    <a:pt x="65" y="107"/>
                    <a:pt x="64" y="107"/>
                  </a:cubicBezTo>
                  <a:cubicBezTo>
                    <a:pt x="62" y="106"/>
                    <a:pt x="61" y="106"/>
                    <a:pt x="60" y="105"/>
                  </a:cubicBezTo>
                  <a:cubicBezTo>
                    <a:pt x="59" y="105"/>
                    <a:pt x="58" y="104"/>
                    <a:pt x="58" y="104"/>
                  </a:cubicBezTo>
                  <a:cubicBezTo>
                    <a:pt x="57" y="104"/>
                    <a:pt x="56" y="104"/>
                    <a:pt x="56" y="103"/>
                  </a:cubicBezTo>
                  <a:cubicBezTo>
                    <a:pt x="55" y="103"/>
                    <a:pt x="54" y="102"/>
                    <a:pt x="54" y="102"/>
                  </a:cubicBezTo>
                  <a:cubicBezTo>
                    <a:pt x="53" y="101"/>
                    <a:pt x="52" y="100"/>
                    <a:pt x="52" y="100"/>
                  </a:cubicBezTo>
                  <a:cubicBezTo>
                    <a:pt x="52" y="99"/>
                    <a:pt x="53" y="98"/>
                    <a:pt x="53" y="97"/>
                  </a:cubicBezTo>
                  <a:cubicBezTo>
                    <a:pt x="53" y="95"/>
                    <a:pt x="51" y="93"/>
                    <a:pt x="50" y="92"/>
                  </a:cubicBezTo>
                  <a:cubicBezTo>
                    <a:pt x="49" y="91"/>
                    <a:pt x="48" y="90"/>
                    <a:pt x="47" y="89"/>
                  </a:cubicBezTo>
                  <a:cubicBezTo>
                    <a:pt x="47" y="88"/>
                    <a:pt x="47" y="88"/>
                    <a:pt x="47" y="87"/>
                  </a:cubicBezTo>
                  <a:cubicBezTo>
                    <a:pt x="47" y="87"/>
                    <a:pt x="46" y="86"/>
                    <a:pt x="45" y="85"/>
                  </a:cubicBezTo>
                  <a:cubicBezTo>
                    <a:pt x="45" y="84"/>
                    <a:pt x="44" y="83"/>
                    <a:pt x="43" y="82"/>
                  </a:cubicBezTo>
                  <a:cubicBezTo>
                    <a:pt x="43" y="81"/>
                    <a:pt x="44" y="80"/>
                    <a:pt x="43" y="79"/>
                  </a:cubicBezTo>
                  <a:cubicBezTo>
                    <a:pt x="43" y="77"/>
                    <a:pt x="40" y="78"/>
                    <a:pt x="40" y="80"/>
                  </a:cubicBezTo>
                  <a:cubicBezTo>
                    <a:pt x="40" y="81"/>
                    <a:pt x="41" y="82"/>
                    <a:pt x="42" y="82"/>
                  </a:cubicBezTo>
                  <a:cubicBezTo>
                    <a:pt x="42" y="83"/>
                    <a:pt x="42" y="84"/>
                    <a:pt x="42" y="85"/>
                  </a:cubicBezTo>
                  <a:cubicBezTo>
                    <a:pt x="43" y="86"/>
                    <a:pt x="43" y="86"/>
                    <a:pt x="44" y="87"/>
                  </a:cubicBezTo>
                  <a:cubicBezTo>
                    <a:pt x="44" y="89"/>
                    <a:pt x="44" y="90"/>
                    <a:pt x="44" y="91"/>
                  </a:cubicBezTo>
                  <a:cubicBezTo>
                    <a:pt x="45" y="92"/>
                    <a:pt x="46" y="93"/>
                    <a:pt x="45" y="94"/>
                  </a:cubicBezTo>
                  <a:cubicBezTo>
                    <a:pt x="44" y="94"/>
                    <a:pt x="44" y="93"/>
                    <a:pt x="43" y="92"/>
                  </a:cubicBezTo>
                  <a:cubicBezTo>
                    <a:pt x="43" y="92"/>
                    <a:pt x="42" y="91"/>
                    <a:pt x="42" y="91"/>
                  </a:cubicBezTo>
                  <a:cubicBezTo>
                    <a:pt x="41" y="90"/>
                    <a:pt x="42" y="89"/>
                    <a:pt x="42" y="88"/>
                  </a:cubicBezTo>
                  <a:cubicBezTo>
                    <a:pt x="41" y="87"/>
                    <a:pt x="38" y="87"/>
                    <a:pt x="38" y="85"/>
                  </a:cubicBezTo>
                  <a:cubicBezTo>
                    <a:pt x="38" y="84"/>
                    <a:pt x="40" y="84"/>
                    <a:pt x="40" y="83"/>
                  </a:cubicBezTo>
                  <a:cubicBezTo>
                    <a:pt x="40" y="82"/>
                    <a:pt x="38" y="81"/>
                    <a:pt x="38" y="81"/>
                  </a:cubicBezTo>
                  <a:cubicBezTo>
                    <a:pt x="38" y="80"/>
                    <a:pt x="38" y="79"/>
                    <a:pt x="38" y="77"/>
                  </a:cubicBezTo>
                  <a:cubicBezTo>
                    <a:pt x="38" y="76"/>
                    <a:pt x="38" y="75"/>
                    <a:pt x="37" y="74"/>
                  </a:cubicBezTo>
                  <a:cubicBezTo>
                    <a:pt x="37" y="74"/>
                    <a:pt x="36" y="73"/>
                    <a:pt x="35" y="72"/>
                  </a:cubicBezTo>
                  <a:cubicBezTo>
                    <a:pt x="35" y="72"/>
                    <a:pt x="34" y="72"/>
                    <a:pt x="33" y="71"/>
                  </a:cubicBezTo>
                  <a:cubicBezTo>
                    <a:pt x="33" y="71"/>
                    <a:pt x="33" y="69"/>
                    <a:pt x="33" y="69"/>
                  </a:cubicBezTo>
                  <a:cubicBezTo>
                    <a:pt x="32" y="67"/>
                    <a:pt x="33" y="66"/>
                    <a:pt x="33" y="65"/>
                  </a:cubicBezTo>
                  <a:cubicBezTo>
                    <a:pt x="32" y="63"/>
                    <a:pt x="32" y="62"/>
                    <a:pt x="33" y="61"/>
                  </a:cubicBezTo>
                  <a:cubicBezTo>
                    <a:pt x="33" y="60"/>
                    <a:pt x="34" y="59"/>
                    <a:pt x="35" y="58"/>
                  </a:cubicBezTo>
                  <a:cubicBezTo>
                    <a:pt x="35" y="57"/>
                    <a:pt x="35" y="57"/>
                    <a:pt x="35" y="56"/>
                  </a:cubicBezTo>
                  <a:cubicBezTo>
                    <a:pt x="36" y="54"/>
                    <a:pt x="38" y="53"/>
                    <a:pt x="39" y="52"/>
                  </a:cubicBezTo>
                  <a:cubicBezTo>
                    <a:pt x="40" y="50"/>
                    <a:pt x="41" y="49"/>
                    <a:pt x="42" y="47"/>
                  </a:cubicBezTo>
                  <a:cubicBezTo>
                    <a:pt x="42" y="47"/>
                    <a:pt x="43" y="45"/>
                    <a:pt x="43" y="45"/>
                  </a:cubicBezTo>
                  <a:cubicBezTo>
                    <a:pt x="43" y="44"/>
                    <a:pt x="41" y="43"/>
                    <a:pt x="41" y="42"/>
                  </a:cubicBezTo>
                  <a:cubicBezTo>
                    <a:pt x="41" y="41"/>
                    <a:pt x="42" y="41"/>
                    <a:pt x="42" y="40"/>
                  </a:cubicBezTo>
                  <a:cubicBezTo>
                    <a:pt x="43" y="40"/>
                    <a:pt x="43" y="39"/>
                    <a:pt x="43" y="38"/>
                  </a:cubicBezTo>
                  <a:cubicBezTo>
                    <a:pt x="43" y="37"/>
                    <a:pt x="42" y="36"/>
                    <a:pt x="42" y="35"/>
                  </a:cubicBezTo>
                  <a:cubicBezTo>
                    <a:pt x="43" y="34"/>
                    <a:pt x="44" y="34"/>
                    <a:pt x="43" y="33"/>
                  </a:cubicBezTo>
                  <a:cubicBezTo>
                    <a:pt x="42" y="32"/>
                    <a:pt x="41" y="33"/>
                    <a:pt x="40" y="33"/>
                  </a:cubicBezTo>
                  <a:cubicBezTo>
                    <a:pt x="40" y="32"/>
                    <a:pt x="41" y="32"/>
                    <a:pt x="41" y="30"/>
                  </a:cubicBezTo>
                  <a:cubicBezTo>
                    <a:pt x="41" y="30"/>
                    <a:pt x="40" y="30"/>
                    <a:pt x="40" y="29"/>
                  </a:cubicBezTo>
                  <a:cubicBezTo>
                    <a:pt x="41" y="29"/>
                    <a:pt x="41" y="28"/>
                    <a:pt x="41" y="28"/>
                  </a:cubicBezTo>
                  <a:cubicBezTo>
                    <a:pt x="41" y="27"/>
                    <a:pt x="40" y="26"/>
                    <a:pt x="40" y="25"/>
                  </a:cubicBezTo>
                  <a:cubicBezTo>
                    <a:pt x="51" y="16"/>
                    <a:pt x="65" y="10"/>
                    <a:pt x="81" y="7"/>
                  </a:cubicBezTo>
                  <a:cubicBezTo>
                    <a:pt x="81" y="7"/>
                    <a:pt x="81" y="7"/>
                    <a:pt x="81" y="7"/>
                  </a:cubicBezTo>
                  <a:cubicBezTo>
                    <a:pt x="81" y="7"/>
                    <a:pt x="81" y="7"/>
                    <a:pt x="82" y="8"/>
                  </a:cubicBezTo>
                  <a:cubicBezTo>
                    <a:pt x="82" y="7"/>
                    <a:pt x="83" y="8"/>
                    <a:pt x="84" y="8"/>
                  </a:cubicBezTo>
                  <a:cubicBezTo>
                    <a:pt x="85" y="8"/>
                    <a:pt x="86" y="7"/>
                    <a:pt x="87" y="7"/>
                  </a:cubicBezTo>
                  <a:cubicBezTo>
                    <a:pt x="89" y="8"/>
                    <a:pt x="92" y="9"/>
                    <a:pt x="93" y="8"/>
                  </a:cubicBezTo>
                  <a:cubicBezTo>
                    <a:pt x="94" y="8"/>
                    <a:pt x="94" y="8"/>
                    <a:pt x="94" y="7"/>
                  </a:cubicBezTo>
                  <a:cubicBezTo>
                    <a:pt x="94" y="7"/>
                    <a:pt x="95" y="6"/>
                    <a:pt x="95" y="5"/>
                  </a:cubicBezTo>
                  <a:cubicBezTo>
                    <a:pt x="96" y="5"/>
                    <a:pt x="96" y="5"/>
                    <a:pt x="97" y="5"/>
                  </a:cubicBezTo>
                  <a:cubicBezTo>
                    <a:pt x="99" y="5"/>
                    <a:pt x="102" y="5"/>
                    <a:pt x="104" y="6"/>
                  </a:cubicBezTo>
                  <a:cubicBezTo>
                    <a:pt x="104" y="0"/>
                    <a:pt x="104" y="0"/>
                    <a:pt x="104" y="0"/>
                  </a:cubicBezTo>
                  <a:cubicBezTo>
                    <a:pt x="102" y="0"/>
                    <a:pt x="101" y="0"/>
                    <a:pt x="99" y="0"/>
                  </a:cubicBezTo>
                  <a:cubicBezTo>
                    <a:pt x="98" y="0"/>
                    <a:pt x="98" y="0"/>
                    <a:pt x="97" y="0"/>
                  </a:cubicBezTo>
                  <a:cubicBezTo>
                    <a:pt x="96" y="0"/>
                    <a:pt x="95" y="0"/>
                    <a:pt x="94" y="0"/>
                  </a:cubicBezTo>
                  <a:cubicBezTo>
                    <a:pt x="84" y="0"/>
                    <a:pt x="75" y="2"/>
                    <a:pt x="66" y="5"/>
                  </a:cubicBezTo>
                  <a:cubicBezTo>
                    <a:pt x="64" y="6"/>
                    <a:pt x="63" y="6"/>
                    <a:pt x="62" y="7"/>
                  </a:cubicBezTo>
                  <a:cubicBezTo>
                    <a:pt x="61" y="7"/>
                    <a:pt x="61" y="7"/>
                    <a:pt x="60" y="7"/>
                  </a:cubicBezTo>
                  <a:cubicBezTo>
                    <a:pt x="59" y="8"/>
                    <a:pt x="58" y="8"/>
                    <a:pt x="57" y="9"/>
                  </a:cubicBezTo>
                  <a:cubicBezTo>
                    <a:pt x="56" y="9"/>
                    <a:pt x="54" y="10"/>
                    <a:pt x="53" y="11"/>
                  </a:cubicBezTo>
                  <a:cubicBezTo>
                    <a:pt x="52" y="11"/>
                    <a:pt x="50" y="12"/>
                    <a:pt x="49" y="13"/>
                  </a:cubicBezTo>
                  <a:cubicBezTo>
                    <a:pt x="43" y="16"/>
                    <a:pt x="38" y="20"/>
                    <a:pt x="33" y="24"/>
                  </a:cubicBezTo>
                  <a:cubicBezTo>
                    <a:pt x="33" y="24"/>
                    <a:pt x="32" y="25"/>
                    <a:pt x="32" y="25"/>
                  </a:cubicBezTo>
                  <a:cubicBezTo>
                    <a:pt x="31" y="26"/>
                    <a:pt x="30" y="27"/>
                    <a:pt x="28" y="29"/>
                  </a:cubicBezTo>
                  <a:cubicBezTo>
                    <a:pt x="27" y="30"/>
                    <a:pt x="26" y="31"/>
                    <a:pt x="25" y="32"/>
                  </a:cubicBezTo>
                  <a:cubicBezTo>
                    <a:pt x="24" y="34"/>
                    <a:pt x="22" y="35"/>
                    <a:pt x="21" y="37"/>
                  </a:cubicBezTo>
                  <a:cubicBezTo>
                    <a:pt x="18" y="41"/>
                    <a:pt x="15" y="45"/>
                    <a:pt x="13" y="49"/>
                  </a:cubicBezTo>
                  <a:cubicBezTo>
                    <a:pt x="12" y="50"/>
                    <a:pt x="11" y="52"/>
                    <a:pt x="11" y="53"/>
                  </a:cubicBezTo>
                  <a:cubicBezTo>
                    <a:pt x="10" y="54"/>
                    <a:pt x="10" y="54"/>
                    <a:pt x="10" y="55"/>
                  </a:cubicBezTo>
                  <a:cubicBezTo>
                    <a:pt x="8" y="57"/>
                    <a:pt x="8" y="59"/>
                    <a:pt x="7" y="62"/>
                  </a:cubicBezTo>
                  <a:cubicBezTo>
                    <a:pt x="6" y="62"/>
                    <a:pt x="6" y="63"/>
                    <a:pt x="6" y="64"/>
                  </a:cubicBezTo>
                  <a:cubicBezTo>
                    <a:pt x="5" y="67"/>
                    <a:pt x="4" y="70"/>
                    <a:pt x="3" y="73"/>
                  </a:cubicBezTo>
                  <a:cubicBezTo>
                    <a:pt x="3" y="75"/>
                    <a:pt x="2" y="76"/>
                    <a:pt x="2" y="78"/>
                  </a:cubicBezTo>
                  <a:close/>
                  <a:moveTo>
                    <a:pt x="104" y="76"/>
                  </a:moveTo>
                  <a:cubicBezTo>
                    <a:pt x="104" y="121"/>
                    <a:pt x="104" y="121"/>
                    <a:pt x="104" y="121"/>
                  </a:cubicBezTo>
                  <a:cubicBezTo>
                    <a:pt x="104" y="122"/>
                    <a:pt x="103" y="122"/>
                    <a:pt x="103" y="122"/>
                  </a:cubicBezTo>
                  <a:cubicBezTo>
                    <a:pt x="102" y="122"/>
                    <a:pt x="101" y="121"/>
                    <a:pt x="100" y="120"/>
                  </a:cubicBezTo>
                  <a:cubicBezTo>
                    <a:pt x="98" y="119"/>
                    <a:pt x="97" y="121"/>
                    <a:pt x="95" y="121"/>
                  </a:cubicBezTo>
                  <a:cubicBezTo>
                    <a:pt x="93" y="121"/>
                    <a:pt x="90" y="118"/>
                    <a:pt x="91" y="117"/>
                  </a:cubicBezTo>
                  <a:cubicBezTo>
                    <a:pt x="91" y="116"/>
                    <a:pt x="91" y="114"/>
                    <a:pt x="91" y="113"/>
                  </a:cubicBezTo>
                  <a:cubicBezTo>
                    <a:pt x="91" y="112"/>
                    <a:pt x="92" y="111"/>
                    <a:pt x="92" y="110"/>
                  </a:cubicBezTo>
                  <a:cubicBezTo>
                    <a:pt x="92" y="109"/>
                    <a:pt x="90" y="108"/>
                    <a:pt x="90" y="108"/>
                  </a:cubicBezTo>
                  <a:cubicBezTo>
                    <a:pt x="88" y="107"/>
                    <a:pt x="85" y="109"/>
                    <a:pt x="83" y="108"/>
                  </a:cubicBezTo>
                  <a:cubicBezTo>
                    <a:pt x="82" y="107"/>
                    <a:pt x="83" y="106"/>
                    <a:pt x="83" y="106"/>
                  </a:cubicBezTo>
                  <a:cubicBezTo>
                    <a:pt x="84" y="105"/>
                    <a:pt x="83" y="105"/>
                    <a:pt x="84" y="104"/>
                  </a:cubicBezTo>
                  <a:cubicBezTo>
                    <a:pt x="84" y="104"/>
                    <a:pt x="85" y="103"/>
                    <a:pt x="85" y="103"/>
                  </a:cubicBezTo>
                  <a:cubicBezTo>
                    <a:pt x="85" y="102"/>
                    <a:pt x="85" y="101"/>
                    <a:pt x="85" y="101"/>
                  </a:cubicBezTo>
                  <a:cubicBezTo>
                    <a:pt x="86" y="100"/>
                    <a:pt x="86" y="99"/>
                    <a:pt x="86" y="99"/>
                  </a:cubicBezTo>
                  <a:cubicBezTo>
                    <a:pt x="86" y="98"/>
                    <a:pt x="86" y="97"/>
                    <a:pt x="86" y="97"/>
                  </a:cubicBezTo>
                  <a:cubicBezTo>
                    <a:pt x="84" y="97"/>
                    <a:pt x="83" y="97"/>
                    <a:pt x="82" y="97"/>
                  </a:cubicBezTo>
                  <a:cubicBezTo>
                    <a:pt x="79" y="98"/>
                    <a:pt x="80" y="101"/>
                    <a:pt x="78" y="102"/>
                  </a:cubicBezTo>
                  <a:cubicBezTo>
                    <a:pt x="77" y="102"/>
                    <a:pt x="76" y="102"/>
                    <a:pt x="75" y="103"/>
                  </a:cubicBezTo>
                  <a:cubicBezTo>
                    <a:pt x="74" y="103"/>
                    <a:pt x="73" y="103"/>
                    <a:pt x="72" y="103"/>
                  </a:cubicBezTo>
                  <a:cubicBezTo>
                    <a:pt x="72" y="103"/>
                    <a:pt x="70" y="102"/>
                    <a:pt x="69" y="102"/>
                  </a:cubicBezTo>
                  <a:cubicBezTo>
                    <a:pt x="69" y="101"/>
                    <a:pt x="68" y="99"/>
                    <a:pt x="68" y="98"/>
                  </a:cubicBezTo>
                  <a:cubicBezTo>
                    <a:pt x="67" y="95"/>
                    <a:pt x="68" y="92"/>
                    <a:pt x="69" y="90"/>
                  </a:cubicBezTo>
                  <a:cubicBezTo>
                    <a:pt x="69" y="90"/>
                    <a:pt x="70" y="89"/>
                    <a:pt x="70" y="89"/>
                  </a:cubicBezTo>
                  <a:cubicBezTo>
                    <a:pt x="70" y="88"/>
                    <a:pt x="70" y="87"/>
                    <a:pt x="70" y="86"/>
                  </a:cubicBezTo>
                  <a:cubicBezTo>
                    <a:pt x="70" y="85"/>
                    <a:pt x="72" y="84"/>
                    <a:pt x="74" y="83"/>
                  </a:cubicBezTo>
                  <a:cubicBezTo>
                    <a:pt x="75" y="82"/>
                    <a:pt x="77" y="81"/>
                    <a:pt x="78" y="81"/>
                  </a:cubicBezTo>
                  <a:cubicBezTo>
                    <a:pt x="79" y="81"/>
                    <a:pt x="80" y="81"/>
                    <a:pt x="81" y="81"/>
                  </a:cubicBezTo>
                  <a:cubicBezTo>
                    <a:pt x="82" y="82"/>
                    <a:pt x="83" y="82"/>
                    <a:pt x="83" y="82"/>
                  </a:cubicBezTo>
                  <a:cubicBezTo>
                    <a:pt x="85" y="82"/>
                    <a:pt x="86" y="81"/>
                    <a:pt x="87" y="80"/>
                  </a:cubicBezTo>
                  <a:cubicBezTo>
                    <a:pt x="89" y="80"/>
                    <a:pt x="90" y="80"/>
                    <a:pt x="92" y="80"/>
                  </a:cubicBezTo>
                  <a:cubicBezTo>
                    <a:pt x="93" y="80"/>
                    <a:pt x="93" y="81"/>
                    <a:pt x="94" y="81"/>
                  </a:cubicBezTo>
                  <a:cubicBezTo>
                    <a:pt x="95" y="81"/>
                    <a:pt x="95" y="80"/>
                    <a:pt x="96" y="81"/>
                  </a:cubicBezTo>
                  <a:cubicBezTo>
                    <a:pt x="97" y="81"/>
                    <a:pt x="98" y="82"/>
                    <a:pt x="98" y="83"/>
                  </a:cubicBezTo>
                  <a:cubicBezTo>
                    <a:pt x="98" y="84"/>
                    <a:pt x="97" y="84"/>
                    <a:pt x="97" y="86"/>
                  </a:cubicBezTo>
                  <a:cubicBezTo>
                    <a:pt x="98" y="87"/>
                    <a:pt x="100" y="87"/>
                    <a:pt x="102" y="87"/>
                  </a:cubicBezTo>
                  <a:cubicBezTo>
                    <a:pt x="102" y="87"/>
                    <a:pt x="102" y="85"/>
                    <a:pt x="102" y="84"/>
                  </a:cubicBezTo>
                  <a:cubicBezTo>
                    <a:pt x="101" y="84"/>
                    <a:pt x="102" y="83"/>
                    <a:pt x="102" y="83"/>
                  </a:cubicBezTo>
                  <a:cubicBezTo>
                    <a:pt x="101" y="82"/>
                    <a:pt x="101" y="81"/>
                    <a:pt x="101" y="81"/>
                  </a:cubicBezTo>
                  <a:cubicBezTo>
                    <a:pt x="101" y="78"/>
                    <a:pt x="102" y="77"/>
                    <a:pt x="104" y="7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5" name="Freeform 265"/>
            <p:cNvSpPr>
              <a:spLocks/>
            </p:cNvSpPr>
            <p:nvPr/>
          </p:nvSpPr>
          <p:spPr bwMode="auto">
            <a:xfrm>
              <a:off x="10240963" y="1768475"/>
              <a:ext cx="490538" cy="425450"/>
            </a:xfrm>
            <a:custGeom>
              <a:avLst/>
              <a:gdLst>
                <a:gd name="T0" fmla="*/ 33 w 309"/>
                <a:gd name="T1" fmla="*/ 268 h 268"/>
                <a:gd name="T2" fmla="*/ 87 w 309"/>
                <a:gd name="T3" fmla="*/ 209 h 268"/>
                <a:gd name="T4" fmla="*/ 309 w 309"/>
                <a:gd name="T5" fmla="*/ 209 h 268"/>
                <a:gd name="T6" fmla="*/ 309 w 309"/>
                <a:gd name="T7" fmla="*/ 147 h 268"/>
                <a:gd name="T8" fmla="*/ 108 w 309"/>
                <a:gd name="T9" fmla="*/ 147 h 268"/>
                <a:gd name="T10" fmla="*/ 96 w 309"/>
                <a:gd name="T11" fmla="*/ 147 h 268"/>
                <a:gd name="T12" fmla="*/ 96 w 309"/>
                <a:gd name="T13" fmla="*/ 135 h 268"/>
                <a:gd name="T14" fmla="*/ 96 w 309"/>
                <a:gd name="T15" fmla="*/ 0 h 268"/>
                <a:gd name="T16" fmla="*/ 0 w 309"/>
                <a:gd name="T17" fmla="*/ 0 h 268"/>
                <a:gd name="T18" fmla="*/ 0 w 309"/>
                <a:gd name="T19" fmla="*/ 209 h 268"/>
                <a:gd name="T20" fmla="*/ 33 w 309"/>
                <a:gd name="T21" fmla="*/ 209 h 268"/>
                <a:gd name="T22" fmla="*/ 33 w 309"/>
                <a:gd name="T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9" h="268">
                  <a:moveTo>
                    <a:pt x="33" y="268"/>
                  </a:moveTo>
                  <a:lnTo>
                    <a:pt x="87" y="209"/>
                  </a:lnTo>
                  <a:lnTo>
                    <a:pt x="309" y="209"/>
                  </a:lnTo>
                  <a:lnTo>
                    <a:pt x="309" y="147"/>
                  </a:lnTo>
                  <a:lnTo>
                    <a:pt x="108" y="147"/>
                  </a:lnTo>
                  <a:lnTo>
                    <a:pt x="96" y="147"/>
                  </a:lnTo>
                  <a:lnTo>
                    <a:pt x="96" y="135"/>
                  </a:lnTo>
                  <a:lnTo>
                    <a:pt x="96" y="0"/>
                  </a:lnTo>
                  <a:lnTo>
                    <a:pt x="0" y="0"/>
                  </a:lnTo>
                  <a:lnTo>
                    <a:pt x="0" y="209"/>
                  </a:lnTo>
                  <a:lnTo>
                    <a:pt x="33" y="209"/>
                  </a:lnTo>
                  <a:lnTo>
                    <a:pt x="33" y="268"/>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6" name="Freeform 266"/>
            <p:cNvSpPr>
              <a:spLocks/>
            </p:cNvSpPr>
            <p:nvPr/>
          </p:nvSpPr>
          <p:spPr bwMode="auto">
            <a:xfrm>
              <a:off x="10412413" y="1641475"/>
              <a:ext cx="511175" cy="439738"/>
            </a:xfrm>
            <a:custGeom>
              <a:avLst/>
              <a:gdLst>
                <a:gd name="T0" fmla="*/ 322 w 322"/>
                <a:gd name="T1" fmla="*/ 0 h 277"/>
                <a:gd name="T2" fmla="*/ 0 w 322"/>
                <a:gd name="T3" fmla="*/ 0 h 277"/>
                <a:gd name="T4" fmla="*/ 0 w 322"/>
                <a:gd name="T5" fmla="*/ 80 h 277"/>
                <a:gd name="T6" fmla="*/ 0 w 322"/>
                <a:gd name="T7" fmla="*/ 215 h 277"/>
                <a:gd name="T8" fmla="*/ 201 w 322"/>
                <a:gd name="T9" fmla="*/ 215 h 277"/>
                <a:gd name="T10" fmla="*/ 232 w 322"/>
                <a:gd name="T11" fmla="*/ 215 h 277"/>
                <a:gd name="T12" fmla="*/ 289 w 322"/>
                <a:gd name="T13" fmla="*/ 277 h 277"/>
                <a:gd name="T14" fmla="*/ 289 w 322"/>
                <a:gd name="T15" fmla="*/ 215 h 277"/>
                <a:gd name="T16" fmla="*/ 322 w 322"/>
                <a:gd name="T17" fmla="*/ 215 h 277"/>
                <a:gd name="T18" fmla="*/ 322 w 322"/>
                <a:gd name="T19"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277">
                  <a:moveTo>
                    <a:pt x="322" y="0"/>
                  </a:moveTo>
                  <a:lnTo>
                    <a:pt x="0" y="0"/>
                  </a:lnTo>
                  <a:lnTo>
                    <a:pt x="0" y="80"/>
                  </a:lnTo>
                  <a:lnTo>
                    <a:pt x="0" y="215"/>
                  </a:lnTo>
                  <a:lnTo>
                    <a:pt x="201" y="215"/>
                  </a:lnTo>
                  <a:lnTo>
                    <a:pt x="232" y="215"/>
                  </a:lnTo>
                  <a:lnTo>
                    <a:pt x="289" y="277"/>
                  </a:lnTo>
                  <a:lnTo>
                    <a:pt x="289" y="215"/>
                  </a:lnTo>
                  <a:lnTo>
                    <a:pt x="322" y="215"/>
                  </a:lnTo>
                  <a:lnTo>
                    <a:pt x="32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7" name="Freeform 267"/>
            <p:cNvSpPr>
              <a:spLocks/>
            </p:cNvSpPr>
            <p:nvPr/>
          </p:nvSpPr>
          <p:spPr bwMode="auto">
            <a:xfrm>
              <a:off x="5818188" y="2306638"/>
              <a:ext cx="649288" cy="484188"/>
            </a:xfrm>
            <a:custGeom>
              <a:avLst/>
              <a:gdLst>
                <a:gd name="T0" fmla="*/ 87 w 173"/>
                <a:gd name="T1" fmla="*/ 0 h 129"/>
                <a:gd name="T2" fmla="*/ 0 w 173"/>
                <a:gd name="T3" fmla="*/ 87 h 129"/>
                <a:gd name="T4" fmla="*/ 11 w 173"/>
                <a:gd name="T5" fmla="*/ 128 h 129"/>
                <a:gd name="T6" fmla="*/ 11 w 173"/>
                <a:gd name="T7" fmla="*/ 105 h 129"/>
                <a:gd name="T8" fmla="*/ 15 w 173"/>
                <a:gd name="T9" fmla="*/ 94 h 129"/>
                <a:gd name="T10" fmla="*/ 15 w 173"/>
                <a:gd name="T11" fmla="*/ 87 h 129"/>
                <a:gd name="T12" fmla="*/ 87 w 173"/>
                <a:gd name="T13" fmla="*/ 15 h 129"/>
                <a:gd name="T14" fmla="*/ 159 w 173"/>
                <a:gd name="T15" fmla="*/ 87 h 129"/>
                <a:gd name="T16" fmla="*/ 158 w 173"/>
                <a:gd name="T17" fmla="*/ 94 h 129"/>
                <a:gd name="T18" fmla="*/ 162 w 173"/>
                <a:gd name="T19" fmla="*/ 105 h 129"/>
                <a:gd name="T20" fmla="*/ 162 w 173"/>
                <a:gd name="T21" fmla="*/ 129 h 129"/>
                <a:gd name="T22" fmla="*/ 173 w 173"/>
                <a:gd name="T23" fmla="*/ 87 h 129"/>
                <a:gd name="T24" fmla="*/ 87 w 173"/>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29">
                  <a:moveTo>
                    <a:pt x="87" y="0"/>
                  </a:moveTo>
                  <a:cubicBezTo>
                    <a:pt x="39" y="1"/>
                    <a:pt x="0" y="39"/>
                    <a:pt x="0" y="87"/>
                  </a:cubicBezTo>
                  <a:cubicBezTo>
                    <a:pt x="0" y="101"/>
                    <a:pt x="4" y="115"/>
                    <a:pt x="11" y="128"/>
                  </a:cubicBezTo>
                  <a:cubicBezTo>
                    <a:pt x="11" y="105"/>
                    <a:pt x="11" y="105"/>
                    <a:pt x="11" y="105"/>
                  </a:cubicBezTo>
                  <a:cubicBezTo>
                    <a:pt x="11" y="101"/>
                    <a:pt x="12" y="97"/>
                    <a:pt x="15" y="94"/>
                  </a:cubicBezTo>
                  <a:cubicBezTo>
                    <a:pt x="15" y="91"/>
                    <a:pt x="15" y="89"/>
                    <a:pt x="15" y="87"/>
                  </a:cubicBezTo>
                  <a:cubicBezTo>
                    <a:pt x="15" y="47"/>
                    <a:pt x="47" y="15"/>
                    <a:pt x="87" y="15"/>
                  </a:cubicBezTo>
                  <a:cubicBezTo>
                    <a:pt x="126" y="15"/>
                    <a:pt x="159" y="47"/>
                    <a:pt x="159" y="87"/>
                  </a:cubicBezTo>
                  <a:cubicBezTo>
                    <a:pt x="159" y="89"/>
                    <a:pt x="158" y="92"/>
                    <a:pt x="158" y="94"/>
                  </a:cubicBezTo>
                  <a:cubicBezTo>
                    <a:pt x="160" y="98"/>
                    <a:pt x="162" y="101"/>
                    <a:pt x="162" y="105"/>
                  </a:cubicBezTo>
                  <a:cubicBezTo>
                    <a:pt x="162" y="129"/>
                    <a:pt x="162" y="129"/>
                    <a:pt x="162" y="129"/>
                  </a:cubicBezTo>
                  <a:cubicBezTo>
                    <a:pt x="169" y="116"/>
                    <a:pt x="173" y="102"/>
                    <a:pt x="173" y="87"/>
                  </a:cubicBezTo>
                  <a:cubicBezTo>
                    <a:pt x="173" y="39"/>
                    <a:pt x="134" y="1"/>
                    <a:pt x="87"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8" name="Freeform 268"/>
            <p:cNvSpPr>
              <a:spLocks/>
            </p:cNvSpPr>
            <p:nvPr/>
          </p:nvSpPr>
          <p:spPr bwMode="auto">
            <a:xfrm>
              <a:off x="5878513" y="2633663"/>
              <a:ext cx="138113" cy="258763"/>
            </a:xfrm>
            <a:custGeom>
              <a:avLst/>
              <a:gdLst>
                <a:gd name="T0" fmla="*/ 0 w 37"/>
                <a:gd name="T1" fmla="*/ 15 h 69"/>
                <a:gd name="T2" fmla="*/ 0 w 37"/>
                <a:gd name="T3" fmla="*/ 18 h 69"/>
                <a:gd name="T4" fmla="*/ 0 w 37"/>
                <a:gd name="T5" fmla="*/ 40 h 69"/>
                <a:gd name="T6" fmla="*/ 0 w 37"/>
                <a:gd name="T7" fmla="*/ 51 h 69"/>
                <a:gd name="T8" fmla="*/ 26 w 37"/>
                <a:gd name="T9" fmla="*/ 69 h 69"/>
                <a:gd name="T10" fmla="*/ 37 w 37"/>
                <a:gd name="T11" fmla="*/ 69 h 69"/>
                <a:gd name="T12" fmla="*/ 37 w 37"/>
                <a:gd name="T13" fmla="*/ 0 h 69"/>
                <a:gd name="T14" fmla="*/ 26 w 37"/>
                <a:gd name="T15" fmla="*/ 0 h 69"/>
                <a:gd name="T16" fmla="*/ 0 w 37"/>
                <a:gd name="T17"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9">
                  <a:moveTo>
                    <a:pt x="0" y="15"/>
                  </a:moveTo>
                  <a:cubicBezTo>
                    <a:pt x="0" y="16"/>
                    <a:pt x="0" y="17"/>
                    <a:pt x="0" y="18"/>
                  </a:cubicBezTo>
                  <a:cubicBezTo>
                    <a:pt x="0" y="40"/>
                    <a:pt x="0" y="40"/>
                    <a:pt x="0" y="40"/>
                  </a:cubicBezTo>
                  <a:cubicBezTo>
                    <a:pt x="0" y="51"/>
                    <a:pt x="0" y="51"/>
                    <a:pt x="0" y="51"/>
                  </a:cubicBezTo>
                  <a:cubicBezTo>
                    <a:pt x="0" y="60"/>
                    <a:pt x="12" y="69"/>
                    <a:pt x="26" y="69"/>
                  </a:cubicBezTo>
                  <a:cubicBezTo>
                    <a:pt x="37" y="69"/>
                    <a:pt x="37" y="69"/>
                    <a:pt x="37" y="69"/>
                  </a:cubicBezTo>
                  <a:cubicBezTo>
                    <a:pt x="37" y="0"/>
                    <a:pt x="37" y="0"/>
                    <a:pt x="37" y="0"/>
                  </a:cubicBezTo>
                  <a:cubicBezTo>
                    <a:pt x="26" y="0"/>
                    <a:pt x="26" y="0"/>
                    <a:pt x="26" y="0"/>
                  </a:cubicBezTo>
                  <a:cubicBezTo>
                    <a:pt x="13" y="0"/>
                    <a:pt x="3" y="6"/>
                    <a:pt x="0"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39" name="Freeform 269"/>
            <p:cNvSpPr>
              <a:spLocks/>
            </p:cNvSpPr>
            <p:nvPr/>
          </p:nvSpPr>
          <p:spPr bwMode="auto">
            <a:xfrm>
              <a:off x="6264275" y="2633663"/>
              <a:ext cx="142875" cy="258763"/>
            </a:xfrm>
            <a:custGeom>
              <a:avLst/>
              <a:gdLst>
                <a:gd name="T0" fmla="*/ 38 w 38"/>
                <a:gd name="T1" fmla="*/ 51 h 69"/>
                <a:gd name="T2" fmla="*/ 38 w 38"/>
                <a:gd name="T3" fmla="*/ 40 h 69"/>
                <a:gd name="T4" fmla="*/ 38 w 38"/>
                <a:gd name="T5" fmla="*/ 18 h 69"/>
                <a:gd name="T6" fmla="*/ 38 w 38"/>
                <a:gd name="T7" fmla="*/ 16 h 69"/>
                <a:gd name="T8" fmla="*/ 11 w 38"/>
                <a:gd name="T9" fmla="*/ 0 h 69"/>
                <a:gd name="T10" fmla="*/ 0 w 38"/>
                <a:gd name="T11" fmla="*/ 0 h 69"/>
                <a:gd name="T12" fmla="*/ 0 w 38"/>
                <a:gd name="T13" fmla="*/ 69 h 69"/>
                <a:gd name="T14" fmla="*/ 11 w 38"/>
                <a:gd name="T15" fmla="*/ 69 h 69"/>
                <a:gd name="T16" fmla="*/ 38 w 38"/>
                <a:gd name="T17" fmla="*/ 5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69">
                  <a:moveTo>
                    <a:pt x="38" y="51"/>
                  </a:moveTo>
                  <a:cubicBezTo>
                    <a:pt x="38" y="40"/>
                    <a:pt x="38" y="40"/>
                    <a:pt x="38" y="40"/>
                  </a:cubicBezTo>
                  <a:cubicBezTo>
                    <a:pt x="38" y="18"/>
                    <a:pt x="38" y="18"/>
                    <a:pt x="38" y="18"/>
                  </a:cubicBezTo>
                  <a:cubicBezTo>
                    <a:pt x="38" y="17"/>
                    <a:pt x="38" y="17"/>
                    <a:pt x="38" y="16"/>
                  </a:cubicBezTo>
                  <a:cubicBezTo>
                    <a:pt x="36" y="7"/>
                    <a:pt x="25" y="0"/>
                    <a:pt x="11" y="0"/>
                  </a:cubicBezTo>
                  <a:cubicBezTo>
                    <a:pt x="0" y="0"/>
                    <a:pt x="0" y="0"/>
                    <a:pt x="0" y="0"/>
                  </a:cubicBezTo>
                  <a:cubicBezTo>
                    <a:pt x="0" y="69"/>
                    <a:pt x="0" y="69"/>
                    <a:pt x="0" y="69"/>
                  </a:cubicBezTo>
                  <a:cubicBezTo>
                    <a:pt x="11" y="69"/>
                    <a:pt x="11" y="69"/>
                    <a:pt x="11" y="69"/>
                  </a:cubicBezTo>
                  <a:cubicBezTo>
                    <a:pt x="26" y="69"/>
                    <a:pt x="38" y="60"/>
                    <a:pt x="38" y="5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0" name="Freeform 270"/>
            <p:cNvSpPr>
              <a:spLocks noEditPoints="1"/>
            </p:cNvSpPr>
            <p:nvPr/>
          </p:nvSpPr>
          <p:spPr bwMode="auto">
            <a:xfrm>
              <a:off x="614363" y="2479675"/>
              <a:ext cx="461963" cy="517525"/>
            </a:xfrm>
            <a:custGeom>
              <a:avLst/>
              <a:gdLst>
                <a:gd name="T0" fmla="*/ 270 w 291"/>
                <a:gd name="T1" fmla="*/ 326 h 326"/>
                <a:gd name="T2" fmla="*/ 270 w 291"/>
                <a:gd name="T3" fmla="*/ 0 h 326"/>
                <a:gd name="T4" fmla="*/ 253 w 291"/>
                <a:gd name="T5" fmla="*/ 35 h 326"/>
                <a:gd name="T6" fmla="*/ 253 w 291"/>
                <a:gd name="T7" fmla="*/ 66 h 326"/>
                <a:gd name="T8" fmla="*/ 270 w 291"/>
                <a:gd name="T9" fmla="*/ 123 h 326"/>
                <a:gd name="T10" fmla="*/ 270 w 291"/>
                <a:gd name="T11" fmla="*/ 146 h 326"/>
                <a:gd name="T12" fmla="*/ 253 w 291"/>
                <a:gd name="T13" fmla="*/ 203 h 326"/>
                <a:gd name="T14" fmla="*/ 253 w 291"/>
                <a:gd name="T15" fmla="*/ 234 h 326"/>
                <a:gd name="T16" fmla="*/ 270 w 291"/>
                <a:gd name="T17" fmla="*/ 288 h 326"/>
                <a:gd name="T18" fmla="*/ 145 w 291"/>
                <a:gd name="T19" fmla="*/ 239 h 326"/>
                <a:gd name="T20" fmla="*/ 237 w 291"/>
                <a:gd name="T21" fmla="*/ 326 h 326"/>
                <a:gd name="T22" fmla="*/ 253 w 291"/>
                <a:gd name="T23" fmla="*/ 288 h 326"/>
                <a:gd name="T24" fmla="*/ 237 w 291"/>
                <a:gd name="T25" fmla="*/ 260 h 326"/>
                <a:gd name="T26" fmla="*/ 237 w 291"/>
                <a:gd name="T27" fmla="*/ 234 h 326"/>
                <a:gd name="T28" fmla="*/ 253 w 291"/>
                <a:gd name="T29" fmla="*/ 203 h 326"/>
                <a:gd name="T30" fmla="*/ 237 w 291"/>
                <a:gd name="T31" fmla="*/ 146 h 326"/>
                <a:gd name="T32" fmla="*/ 253 w 291"/>
                <a:gd name="T33" fmla="*/ 123 h 326"/>
                <a:gd name="T34" fmla="*/ 237 w 291"/>
                <a:gd name="T35" fmla="*/ 92 h 326"/>
                <a:gd name="T36" fmla="*/ 237 w 291"/>
                <a:gd name="T37" fmla="*/ 66 h 326"/>
                <a:gd name="T38" fmla="*/ 253 w 291"/>
                <a:gd name="T39" fmla="*/ 35 h 326"/>
                <a:gd name="T40" fmla="*/ 237 w 291"/>
                <a:gd name="T41" fmla="*/ 0 h 326"/>
                <a:gd name="T42" fmla="*/ 145 w 291"/>
                <a:gd name="T43" fmla="*/ 87 h 326"/>
                <a:gd name="T44" fmla="*/ 215 w 291"/>
                <a:gd name="T45" fmla="*/ 118 h 326"/>
                <a:gd name="T46" fmla="*/ 145 w 291"/>
                <a:gd name="T47" fmla="*/ 239 h 326"/>
                <a:gd name="T48" fmla="*/ 38 w 291"/>
                <a:gd name="T49" fmla="*/ 11 h 326"/>
                <a:gd name="T50" fmla="*/ 55 w 291"/>
                <a:gd name="T51" fmla="*/ 66 h 326"/>
                <a:gd name="T52" fmla="*/ 38 w 291"/>
                <a:gd name="T53" fmla="*/ 92 h 326"/>
                <a:gd name="T54" fmla="*/ 55 w 291"/>
                <a:gd name="T55" fmla="*/ 123 h 326"/>
                <a:gd name="T56" fmla="*/ 55 w 291"/>
                <a:gd name="T57" fmla="*/ 146 h 326"/>
                <a:gd name="T58" fmla="*/ 38 w 291"/>
                <a:gd name="T59" fmla="*/ 177 h 326"/>
                <a:gd name="T60" fmla="*/ 55 w 291"/>
                <a:gd name="T61" fmla="*/ 234 h 326"/>
                <a:gd name="T62" fmla="*/ 38 w 291"/>
                <a:gd name="T63" fmla="*/ 260 h 326"/>
                <a:gd name="T64" fmla="*/ 55 w 291"/>
                <a:gd name="T65" fmla="*/ 288 h 326"/>
                <a:gd name="T66" fmla="*/ 55 w 291"/>
                <a:gd name="T67" fmla="*/ 314 h 326"/>
                <a:gd name="T68" fmla="*/ 76 w 291"/>
                <a:gd name="T69" fmla="*/ 239 h 326"/>
                <a:gd name="T70" fmla="*/ 76 w 291"/>
                <a:gd name="T71" fmla="*/ 208 h 326"/>
                <a:gd name="T72" fmla="*/ 145 w 291"/>
                <a:gd name="T73" fmla="*/ 87 h 326"/>
                <a:gd name="T74" fmla="*/ 55 w 291"/>
                <a:gd name="T75" fmla="*/ 0 h 326"/>
                <a:gd name="T76" fmla="*/ 19 w 291"/>
                <a:gd name="T77" fmla="*/ 0 h 326"/>
                <a:gd name="T78" fmla="*/ 19 w 291"/>
                <a:gd name="T79" fmla="*/ 326 h 326"/>
                <a:gd name="T80" fmla="*/ 38 w 291"/>
                <a:gd name="T81" fmla="*/ 288 h 326"/>
                <a:gd name="T82" fmla="*/ 38 w 291"/>
                <a:gd name="T83" fmla="*/ 260 h 326"/>
                <a:gd name="T84" fmla="*/ 19 w 291"/>
                <a:gd name="T85" fmla="*/ 203 h 326"/>
                <a:gd name="T86" fmla="*/ 19 w 291"/>
                <a:gd name="T87" fmla="*/ 177 h 326"/>
                <a:gd name="T88" fmla="*/ 38 w 291"/>
                <a:gd name="T89" fmla="*/ 123 h 326"/>
                <a:gd name="T90" fmla="*/ 38 w 291"/>
                <a:gd name="T91" fmla="*/ 92 h 326"/>
                <a:gd name="T92" fmla="*/ 19 w 291"/>
                <a:gd name="T93" fmla="*/ 3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1" h="326">
                  <a:moveTo>
                    <a:pt x="253" y="314"/>
                  </a:moveTo>
                  <a:lnTo>
                    <a:pt x="270" y="314"/>
                  </a:lnTo>
                  <a:lnTo>
                    <a:pt x="270" y="326"/>
                  </a:lnTo>
                  <a:lnTo>
                    <a:pt x="291" y="326"/>
                  </a:lnTo>
                  <a:lnTo>
                    <a:pt x="291" y="0"/>
                  </a:lnTo>
                  <a:lnTo>
                    <a:pt x="270" y="0"/>
                  </a:lnTo>
                  <a:lnTo>
                    <a:pt x="270" y="11"/>
                  </a:lnTo>
                  <a:lnTo>
                    <a:pt x="253" y="11"/>
                  </a:lnTo>
                  <a:lnTo>
                    <a:pt x="253" y="35"/>
                  </a:lnTo>
                  <a:lnTo>
                    <a:pt x="270" y="35"/>
                  </a:lnTo>
                  <a:lnTo>
                    <a:pt x="270" y="66"/>
                  </a:lnTo>
                  <a:lnTo>
                    <a:pt x="253" y="66"/>
                  </a:lnTo>
                  <a:lnTo>
                    <a:pt x="253" y="92"/>
                  </a:lnTo>
                  <a:lnTo>
                    <a:pt x="270" y="92"/>
                  </a:lnTo>
                  <a:lnTo>
                    <a:pt x="270" y="123"/>
                  </a:lnTo>
                  <a:lnTo>
                    <a:pt x="253" y="123"/>
                  </a:lnTo>
                  <a:lnTo>
                    <a:pt x="253" y="146"/>
                  </a:lnTo>
                  <a:lnTo>
                    <a:pt x="270" y="146"/>
                  </a:lnTo>
                  <a:lnTo>
                    <a:pt x="270" y="177"/>
                  </a:lnTo>
                  <a:lnTo>
                    <a:pt x="253" y="177"/>
                  </a:lnTo>
                  <a:lnTo>
                    <a:pt x="253" y="203"/>
                  </a:lnTo>
                  <a:lnTo>
                    <a:pt x="270" y="203"/>
                  </a:lnTo>
                  <a:lnTo>
                    <a:pt x="270" y="234"/>
                  </a:lnTo>
                  <a:lnTo>
                    <a:pt x="253" y="234"/>
                  </a:lnTo>
                  <a:lnTo>
                    <a:pt x="253" y="260"/>
                  </a:lnTo>
                  <a:lnTo>
                    <a:pt x="270" y="260"/>
                  </a:lnTo>
                  <a:lnTo>
                    <a:pt x="270" y="288"/>
                  </a:lnTo>
                  <a:lnTo>
                    <a:pt x="253" y="288"/>
                  </a:lnTo>
                  <a:lnTo>
                    <a:pt x="253" y="314"/>
                  </a:lnTo>
                  <a:close/>
                  <a:moveTo>
                    <a:pt x="145" y="239"/>
                  </a:moveTo>
                  <a:lnTo>
                    <a:pt x="215" y="239"/>
                  </a:lnTo>
                  <a:lnTo>
                    <a:pt x="215" y="326"/>
                  </a:lnTo>
                  <a:lnTo>
                    <a:pt x="237" y="326"/>
                  </a:lnTo>
                  <a:lnTo>
                    <a:pt x="237" y="314"/>
                  </a:lnTo>
                  <a:lnTo>
                    <a:pt x="253" y="314"/>
                  </a:lnTo>
                  <a:lnTo>
                    <a:pt x="253" y="288"/>
                  </a:lnTo>
                  <a:lnTo>
                    <a:pt x="237" y="288"/>
                  </a:lnTo>
                  <a:lnTo>
                    <a:pt x="237" y="260"/>
                  </a:lnTo>
                  <a:lnTo>
                    <a:pt x="237" y="260"/>
                  </a:lnTo>
                  <a:lnTo>
                    <a:pt x="253" y="260"/>
                  </a:lnTo>
                  <a:lnTo>
                    <a:pt x="253" y="234"/>
                  </a:lnTo>
                  <a:lnTo>
                    <a:pt x="237" y="234"/>
                  </a:lnTo>
                  <a:lnTo>
                    <a:pt x="237" y="203"/>
                  </a:lnTo>
                  <a:lnTo>
                    <a:pt x="237" y="203"/>
                  </a:lnTo>
                  <a:lnTo>
                    <a:pt x="253" y="203"/>
                  </a:lnTo>
                  <a:lnTo>
                    <a:pt x="253" y="177"/>
                  </a:lnTo>
                  <a:lnTo>
                    <a:pt x="237" y="177"/>
                  </a:lnTo>
                  <a:lnTo>
                    <a:pt x="237" y="146"/>
                  </a:lnTo>
                  <a:lnTo>
                    <a:pt x="237" y="146"/>
                  </a:lnTo>
                  <a:lnTo>
                    <a:pt x="253" y="146"/>
                  </a:lnTo>
                  <a:lnTo>
                    <a:pt x="253" y="123"/>
                  </a:lnTo>
                  <a:lnTo>
                    <a:pt x="237" y="123"/>
                  </a:lnTo>
                  <a:lnTo>
                    <a:pt x="237" y="92"/>
                  </a:lnTo>
                  <a:lnTo>
                    <a:pt x="237" y="92"/>
                  </a:lnTo>
                  <a:lnTo>
                    <a:pt x="253" y="92"/>
                  </a:lnTo>
                  <a:lnTo>
                    <a:pt x="253" y="66"/>
                  </a:lnTo>
                  <a:lnTo>
                    <a:pt x="237" y="66"/>
                  </a:lnTo>
                  <a:lnTo>
                    <a:pt x="237" y="35"/>
                  </a:lnTo>
                  <a:lnTo>
                    <a:pt x="237" y="35"/>
                  </a:lnTo>
                  <a:lnTo>
                    <a:pt x="253" y="35"/>
                  </a:lnTo>
                  <a:lnTo>
                    <a:pt x="253" y="11"/>
                  </a:lnTo>
                  <a:lnTo>
                    <a:pt x="237" y="11"/>
                  </a:lnTo>
                  <a:lnTo>
                    <a:pt x="237" y="0"/>
                  </a:lnTo>
                  <a:lnTo>
                    <a:pt x="215" y="0"/>
                  </a:lnTo>
                  <a:lnTo>
                    <a:pt x="215" y="87"/>
                  </a:lnTo>
                  <a:lnTo>
                    <a:pt x="145" y="87"/>
                  </a:lnTo>
                  <a:lnTo>
                    <a:pt x="145" y="118"/>
                  </a:lnTo>
                  <a:lnTo>
                    <a:pt x="215" y="118"/>
                  </a:lnTo>
                  <a:lnTo>
                    <a:pt x="215" y="118"/>
                  </a:lnTo>
                  <a:lnTo>
                    <a:pt x="215" y="208"/>
                  </a:lnTo>
                  <a:lnTo>
                    <a:pt x="145" y="208"/>
                  </a:lnTo>
                  <a:lnTo>
                    <a:pt x="145" y="239"/>
                  </a:lnTo>
                  <a:close/>
                  <a:moveTo>
                    <a:pt x="55" y="0"/>
                  </a:moveTo>
                  <a:lnTo>
                    <a:pt x="55" y="11"/>
                  </a:lnTo>
                  <a:lnTo>
                    <a:pt x="38" y="11"/>
                  </a:lnTo>
                  <a:lnTo>
                    <a:pt x="38" y="35"/>
                  </a:lnTo>
                  <a:lnTo>
                    <a:pt x="55" y="35"/>
                  </a:lnTo>
                  <a:lnTo>
                    <a:pt x="55" y="66"/>
                  </a:lnTo>
                  <a:lnTo>
                    <a:pt x="55" y="66"/>
                  </a:lnTo>
                  <a:lnTo>
                    <a:pt x="38" y="66"/>
                  </a:lnTo>
                  <a:lnTo>
                    <a:pt x="38" y="92"/>
                  </a:lnTo>
                  <a:lnTo>
                    <a:pt x="55" y="92"/>
                  </a:lnTo>
                  <a:lnTo>
                    <a:pt x="55" y="123"/>
                  </a:lnTo>
                  <a:lnTo>
                    <a:pt x="55" y="123"/>
                  </a:lnTo>
                  <a:lnTo>
                    <a:pt x="38" y="123"/>
                  </a:lnTo>
                  <a:lnTo>
                    <a:pt x="38" y="146"/>
                  </a:lnTo>
                  <a:lnTo>
                    <a:pt x="55" y="146"/>
                  </a:lnTo>
                  <a:lnTo>
                    <a:pt x="55" y="177"/>
                  </a:lnTo>
                  <a:lnTo>
                    <a:pt x="55" y="177"/>
                  </a:lnTo>
                  <a:lnTo>
                    <a:pt x="38" y="177"/>
                  </a:lnTo>
                  <a:lnTo>
                    <a:pt x="38" y="203"/>
                  </a:lnTo>
                  <a:lnTo>
                    <a:pt x="55" y="203"/>
                  </a:lnTo>
                  <a:lnTo>
                    <a:pt x="55" y="234"/>
                  </a:lnTo>
                  <a:lnTo>
                    <a:pt x="55" y="234"/>
                  </a:lnTo>
                  <a:lnTo>
                    <a:pt x="38" y="234"/>
                  </a:lnTo>
                  <a:lnTo>
                    <a:pt x="38" y="260"/>
                  </a:lnTo>
                  <a:lnTo>
                    <a:pt x="55" y="260"/>
                  </a:lnTo>
                  <a:lnTo>
                    <a:pt x="55" y="288"/>
                  </a:lnTo>
                  <a:lnTo>
                    <a:pt x="55" y="288"/>
                  </a:lnTo>
                  <a:lnTo>
                    <a:pt x="38" y="288"/>
                  </a:lnTo>
                  <a:lnTo>
                    <a:pt x="38" y="314"/>
                  </a:lnTo>
                  <a:lnTo>
                    <a:pt x="55" y="314"/>
                  </a:lnTo>
                  <a:lnTo>
                    <a:pt x="55" y="326"/>
                  </a:lnTo>
                  <a:lnTo>
                    <a:pt x="76" y="326"/>
                  </a:lnTo>
                  <a:lnTo>
                    <a:pt x="76" y="239"/>
                  </a:lnTo>
                  <a:lnTo>
                    <a:pt x="145" y="239"/>
                  </a:lnTo>
                  <a:lnTo>
                    <a:pt x="145" y="208"/>
                  </a:lnTo>
                  <a:lnTo>
                    <a:pt x="76" y="208"/>
                  </a:lnTo>
                  <a:lnTo>
                    <a:pt x="76" y="118"/>
                  </a:lnTo>
                  <a:lnTo>
                    <a:pt x="145" y="118"/>
                  </a:lnTo>
                  <a:lnTo>
                    <a:pt x="145" y="87"/>
                  </a:lnTo>
                  <a:lnTo>
                    <a:pt x="76" y="87"/>
                  </a:lnTo>
                  <a:lnTo>
                    <a:pt x="76" y="0"/>
                  </a:lnTo>
                  <a:lnTo>
                    <a:pt x="55" y="0"/>
                  </a:lnTo>
                  <a:close/>
                  <a:moveTo>
                    <a:pt x="38" y="11"/>
                  </a:moveTo>
                  <a:lnTo>
                    <a:pt x="19" y="11"/>
                  </a:lnTo>
                  <a:lnTo>
                    <a:pt x="19" y="0"/>
                  </a:lnTo>
                  <a:lnTo>
                    <a:pt x="0" y="0"/>
                  </a:lnTo>
                  <a:lnTo>
                    <a:pt x="0" y="326"/>
                  </a:lnTo>
                  <a:lnTo>
                    <a:pt x="19" y="326"/>
                  </a:lnTo>
                  <a:lnTo>
                    <a:pt x="19" y="314"/>
                  </a:lnTo>
                  <a:lnTo>
                    <a:pt x="38" y="314"/>
                  </a:lnTo>
                  <a:lnTo>
                    <a:pt x="38" y="288"/>
                  </a:lnTo>
                  <a:lnTo>
                    <a:pt x="19" y="288"/>
                  </a:lnTo>
                  <a:lnTo>
                    <a:pt x="19" y="260"/>
                  </a:lnTo>
                  <a:lnTo>
                    <a:pt x="38" y="260"/>
                  </a:lnTo>
                  <a:lnTo>
                    <a:pt x="38" y="234"/>
                  </a:lnTo>
                  <a:lnTo>
                    <a:pt x="19" y="234"/>
                  </a:lnTo>
                  <a:lnTo>
                    <a:pt x="19" y="203"/>
                  </a:lnTo>
                  <a:lnTo>
                    <a:pt x="38" y="203"/>
                  </a:lnTo>
                  <a:lnTo>
                    <a:pt x="38" y="177"/>
                  </a:lnTo>
                  <a:lnTo>
                    <a:pt x="19" y="177"/>
                  </a:lnTo>
                  <a:lnTo>
                    <a:pt x="19" y="146"/>
                  </a:lnTo>
                  <a:lnTo>
                    <a:pt x="38" y="146"/>
                  </a:lnTo>
                  <a:lnTo>
                    <a:pt x="38" y="123"/>
                  </a:lnTo>
                  <a:lnTo>
                    <a:pt x="19" y="123"/>
                  </a:lnTo>
                  <a:lnTo>
                    <a:pt x="19" y="92"/>
                  </a:lnTo>
                  <a:lnTo>
                    <a:pt x="38" y="92"/>
                  </a:lnTo>
                  <a:lnTo>
                    <a:pt x="38" y="66"/>
                  </a:lnTo>
                  <a:lnTo>
                    <a:pt x="19" y="66"/>
                  </a:lnTo>
                  <a:lnTo>
                    <a:pt x="19" y="35"/>
                  </a:lnTo>
                  <a:lnTo>
                    <a:pt x="38" y="35"/>
                  </a:lnTo>
                  <a:lnTo>
                    <a:pt x="38" y="11"/>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1" name="Freeform 271"/>
            <p:cNvSpPr>
              <a:spLocks/>
            </p:cNvSpPr>
            <p:nvPr/>
          </p:nvSpPr>
          <p:spPr bwMode="auto">
            <a:xfrm>
              <a:off x="311150" y="3252788"/>
              <a:ext cx="52388" cy="522288"/>
            </a:xfrm>
            <a:custGeom>
              <a:avLst/>
              <a:gdLst>
                <a:gd name="T0" fmla="*/ 0 w 14"/>
                <a:gd name="T1" fmla="*/ 0 h 139"/>
                <a:gd name="T2" fmla="*/ 0 w 14"/>
                <a:gd name="T3" fmla="*/ 139 h 139"/>
                <a:gd name="T4" fmla="*/ 14 w 14"/>
                <a:gd name="T5" fmla="*/ 139 h 139"/>
                <a:gd name="T6" fmla="*/ 14 w 14"/>
                <a:gd name="T7" fmla="*/ 0 h 139"/>
                <a:gd name="T8" fmla="*/ 7 w 14"/>
                <a:gd name="T9" fmla="*/ 2 h 139"/>
                <a:gd name="T10" fmla="*/ 0 w 14"/>
                <a:gd name="T11" fmla="*/ 0 h 139"/>
              </a:gdLst>
              <a:ahLst/>
              <a:cxnLst>
                <a:cxn ang="0">
                  <a:pos x="T0" y="T1"/>
                </a:cxn>
                <a:cxn ang="0">
                  <a:pos x="T2" y="T3"/>
                </a:cxn>
                <a:cxn ang="0">
                  <a:pos x="T4" y="T5"/>
                </a:cxn>
                <a:cxn ang="0">
                  <a:pos x="T6" y="T7"/>
                </a:cxn>
                <a:cxn ang="0">
                  <a:pos x="T8" y="T9"/>
                </a:cxn>
                <a:cxn ang="0">
                  <a:pos x="T10" y="T11"/>
                </a:cxn>
              </a:cxnLst>
              <a:rect l="0" t="0" r="r" b="b"/>
              <a:pathLst>
                <a:path w="14" h="139">
                  <a:moveTo>
                    <a:pt x="0" y="0"/>
                  </a:moveTo>
                  <a:cubicBezTo>
                    <a:pt x="0" y="139"/>
                    <a:pt x="0" y="139"/>
                    <a:pt x="0" y="139"/>
                  </a:cubicBezTo>
                  <a:cubicBezTo>
                    <a:pt x="14" y="139"/>
                    <a:pt x="14" y="139"/>
                    <a:pt x="14" y="139"/>
                  </a:cubicBezTo>
                  <a:cubicBezTo>
                    <a:pt x="14" y="0"/>
                    <a:pt x="14" y="0"/>
                    <a:pt x="14" y="0"/>
                  </a:cubicBezTo>
                  <a:cubicBezTo>
                    <a:pt x="12" y="1"/>
                    <a:pt x="10" y="2"/>
                    <a:pt x="7" y="2"/>
                  </a:cubicBezTo>
                  <a:cubicBezTo>
                    <a:pt x="5" y="2"/>
                    <a:pt x="2" y="1"/>
                    <a:pt x="0"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2" name="Oval 272"/>
            <p:cNvSpPr>
              <a:spLocks noChangeArrowheads="1"/>
            </p:cNvSpPr>
            <p:nvPr/>
          </p:nvSpPr>
          <p:spPr bwMode="auto">
            <a:xfrm>
              <a:off x="295275" y="3159125"/>
              <a:ext cx="82550" cy="8255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3" name="Rectangle 273"/>
            <p:cNvSpPr>
              <a:spLocks noChangeArrowheads="1"/>
            </p:cNvSpPr>
            <p:nvPr/>
          </p:nvSpPr>
          <p:spPr bwMode="auto">
            <a:xfrm>
              <a:off x="396875" y="3255963"/>
              <a:ext cx="450850" cy="3238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4" name="Freeform 274"/>
            <p:cNvSpPr>
              <a:spLocks/>
            </p:cNvSpPr>
            <p:nvPr/>
          </p:nvSpPr>
          <p:spPr bwMode="auto">
            <a:xfrm>
              <a:off x="4038600" y="0"/>
              <a:ext cx="439738" cy="363538"/>
            </a:xfrm>
            <a:custGeom>
              <a:avLst/>
              <a:gdLst>
                <a:gd name="T0" fmla="*/ 277 w 277"/>
                <a:gd name="T1" fmla="*/ 104 h 229"/>
                <a:gd name="T2" fmla="*/ 277 w 277"/>
                <a:gd name="T3" fmla="*/ 76 h 229"/>
                <a:gd name="T4" fmla="*/ 208 w 277"/>
                <a:gd name="T5" fmla="*/ 21 h 229"/>
                <a:gd name="T6" fmla="*/ 182 w 277"/>
                <a:gd name="T7" fmla="*/ 0 h 229"/>
                <a:gd name="T8" fmla="*/ 95 w 277"/>
                <a:gd name="T9" fmla="*/ 0 h 229"/>
                <a:gd name="T10" fmla="*/ 0 w 277"/>
                <a:gd name="T11" fmla="*/ 76 h 229"/>
                <a:gd name="T12" fmla="*/ 0 w 277"/>
                <a:gd name="T13" fmla="*/ 229 h 229"/>
                <a:gd name="T14" fmla="*/ 87 w 277"/>
                <a:gd name="T15" fmla="*/ 229 h 229"/>
                <a:gd name="T16" fmla="*/ 87 w 277"/>
                <a:gd name="T17" fmla="*/ 78 h 229"/>
                <a:gd name="T18" fmla="*/ 189 w 277"/>
                <a:gd name="T19" fmla="*/ 78 h 229"/>
                <a:gd name="T20" fmla="*/ 189 w 277"/>
                <a:gd name="T21" fmla="*/ 229 h 229"/>
                <a:gd name="T22" fmla="*/ 277 w 277"/>
                <a:gd name="T23" fmla="*/ 229 h 229"/>
                <a:gd name="T24" fmla="*/ 277 w 277"/>
                <a:gd name="T25" fmla="*/ 10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229">
                  <a:moveTo>
                    <a:pt x="277" y="104"/>
                  </a:moveTo>
                  <a:lnTo>
                    <a:pt x="277" y="76"/>
                  </a:lnTo>
                  <a:lnTo>
                    <a:pt x="208" y="21"/>
                  </a:lnTo>
                  <a:lnTo>
                    <a:pt x="182" y="0"/>
                  </a:lnTo>
                  <a:lnTo>
                    <a:pt x="95" y="0"/>
                  </a:lnTo>
                  <a:lnTo>
                    <a:pt x="0" y="76"/>
                  </a:lnTo>
                  <a:lnTo>
                    <a:pt x="0" y="229"/>
                  </a:lnTo>
                  <a:lnTo>
                    <a:pt x="87" y="229"/>
                  </a:lnTo>
                  <a:lnTo>
                    <a:pt x="87" y="78"/>
                  </a:lnTo>
                  <a:lnTo>
                    <a:pt x="189" y="78"/>
                  </a:lnTo>
                  <a:lnTo>
                    <a:pt x="189" y="229"/>
                  </a:lnTo>
                  <a:lnTo>
                    <a:pt x="277" y="229"/>
                  </a:lnTo>
                  <a:lnTo>
                    <a:pt x="277" y="104"/>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5" name="Freeform 275"/>
            <p:cNvSpPr>
              <a:spLocks noEditPoints="1"/>
            </p:cNvSpPr>
            <p:nvPr/>
          </p:nvSpPr>
          <p:spPr bwMode="auto">
            <a:xfrm>
              <a:off x="3933825" y="0"/>
              <a:ext cx="644525" cy="139700"/>
            </a:xfrm>
            <a:custGeom>
              <a:avLst/>
              <a:gdLst>
                <a:gd name="T0" fmla="*/ 66 w 406"/>
                <a:gd name="T1" fmla="*/ 62 h 88"/>
                <a:gd name="T2" fmla="*/ 142 w 406"/>
                <a:gd name="T3" fmla="*/ 0 h 88"/>
                <a:gd name="T4" fmla="*/ 54 w 406"/>
                <a:gd name="T5" fmla="*/ 0 h 88"/>
                <a:gd name="T6" fmla="*/ 0 w 406"/>
                <a:gd name="T7" fmla="*/ 45 h 88"/>
                <a:gd name="T8" fmla="*/ 35 w 406"/>
                <a:gd name="T9" fmla="*/ 88 h 88"/>
                <a:gd name="T10" fmla="*/ 66 w 406"/>
                <a:gd name="T11" fmla="*/ 62 h 88"/>
                <a:gd name="T12" fmla="*/ 66 w 406"/>
                <a:gd name="T13" fmla="*/ 62 h 88"/>
                <a:gd name="T14" fmla="*/ 265 w 406"/>
                <a:gd name="T15" fmla="*/ 0 h 88"/>
                <a:gd name="T16" fmla="*/ 274 w 406"/>
                <a:gd name="T17" fmla="*/ 7 h 88"/>
                <a:gd name="T18" fmla="*/ 343 w 406"/>
                <a:gd name="T19" fmla="*/ 62 h 88"/>
                <a:gd name="T20" fmla="*/ 371 w 406"/>
                <a:gd name="T21" fmla="*/ 88 h 88"/>
                <a:gd name="T22" fmla="*/ 406 w 406"/>
                <a:gd name="T23" fmla="*/ 45 h 88"/>
                <a:gd name="T24" fmla="*/ 354 w 406"/>
                <a:gd name="T25" fmla="*/ 0 h 88"/>
                <a:gd name="T26" fmla="*/ 265 w 406"/>
                <a:gd name="T2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6" h="88">
                  <a:moveTo>
                    <a:pt x="66" y="62"/>
                  </a:moveTo>
                  <a:lnTo>
                    <a:pt x="142" y="0"/>
                  </a:lnTo>
                  <a:lnTo>
                    <a:pt x="54" y="0"/>
                  </a:lnTo>
                  <a:lnTo>
                    <a:pt x="0" y="45"/>
                  </a:lnTo>
                  <a:lnTo>
                    <a:pt x="35" y="88"/>
                  </a:lnTo>
                  <a:lnTo>
                    <a:pt x="66" y="62"/>
                  </a:lnTo>
                  <a:lnTo>
                    <a:pt x="66" y="62"/>
                  </a:lnTo>
                  <a:close/>
                  <a:moveTo>
                    <a:pt x="265" y="0"/>
                  </a:moveTo>
                  <a:lnTo>
                    <a:pt x="274" y="7"/>
                  </a:lnTo>
                  <a:lnTo>
                    <a:pt x="343" y="62"/>
                  </a:lnTo>
                  <a:lnTo>
                    <a:pt x="371" y="88"/>
                  </a:lnTo>
                  <a:lnTo>
                    <a:pt x="406" y="45"/>
                  </a:lnTo>
                  <a:lnTo>
                    <a:pt x="354" y="0"/>
                  </a:lnTo>
                  <a:lnTo>
                    <a:pt x="26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6" name="Freeform 276"/>
            <p:cNvSpPr>
              <a:spLocks/>
            </p:cNvSpPr>
            <p:nvPr/>
          </p:nvSpPr>
          <p:spPr bwMode="auto">
            <a:xfrm>
              <a:off x="10033000" y="239713"/>
              <a:ext cx="571500" cy="354013"/>
            </a:xfrm>
            <a:custGeom>
              <a:avLst/>
              <a:gdLst>
                <a:gd name="T0" fmla="*/ 152 w 152"/>
                <a:gd name="T1" fmla="*/ 77 h 94"/>
                <a:gd name="T2" fmla="*/ 136 w 152"/>
                <a:gd name="T3" fmla="*/ 61 h 94"/>
                <a:gd name="T4" fmla="*/ 138 w 152"/>
                <a:gd name="T5" fmla="*/ 47 h 94"/>
                <a:gd name="T6" fmla="*/ 91 w 152"/>
                <a:gd name="T7" fmla="*/ 0 h 94"/>
                <a:gd name="T8" fmla="*/ 45 w 152"/>
                <a:gd name="T9" fmla="*/ 46 h 94"/>
                <a:gd name="T10" fmla="*/ 27 w 152"/>
                <a:gd name="T11" fmla="*/ 40 h 94"/>
                <a:gd name="T12" fmla="*/ 0 w 152"/>
                <a:gd name="T13" fmla="*/ 67 h 94"/>
                <a:gd name="T14" fmla="*/ 27 w 152"/>
                <a:gd name="T15" fmla="*/ 94 h 94"/>
                <a:gd name="T16" fmla="*/ 89 w 152"/>
                <a:gd name="T17" fmla="*/ 94 h 94"/>
                <a:gd name="T18" fmla="*/ 91 w 152"/>
                <a:gd name="T19" fmla="*/ 94 h 94"/>
                <a:gd name="T20" fmla="*/ 136 w 152"/>
                <a:gd name="T21" fmla="*/ 94 h 94"/>
                <a:gd name="T22" fmla="*/ 152 w 152"/>
                <a:gd name="T23"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2" h="94">
                  <a:moveTo>
                    <a:pt x="152" y="77"/>
                  </a:moveTo>
                  <a:cubicBezTo>
                    <a:pt x="152" y="68"/>
                    <a:pt x="145" y="61"/>
                    <a:pt x="136" y="61"/>
                  </a:cubicBezTo>
                  <a:cubicBezTo>
                    <a:pt x="137" y="56"/>
                    <a:pt x="138" y="52"/>
                    <a:pt x="138" y="47"/>
                  </a:cubicBezTo>
                  <a:cubicBezTo>
                    <a:pt x="138" y="21"/>
                    <a:pt x="117" y="0"/>
                    <a:pt x="91" y="0"/>
                  </a:cubicBezTo>
                  <a:cubicBezTo>
                    <a:pt x="66" y="0"/>
                    <a:pt x="45" y="20"/>
                    <a:pt x="45" y="46"/>
                  </a:cubicBezTo>
                  <a:cubicBezTo>
                    <a:pt x="40" y="42"/>
                    <a:pt x="34" y="40"/>
                    <a:pt x="27" y="40"/>
                  </a:cubicBezTo>
                  <a:cubicBezTo>
                    <a:pt x="12" y="40"/>
                    <a:pt x="0" y="52"/>
                    <a:pt x="0" y="67"/>
                  </a:cubicBezTo>
                  <a:cubicBezTo>
                    <a:pt x="0" y="81"/>
                    <a:pt x="12" y="94"/>
                    <a:pt x="27" y="94"/>
                  </a:cubicBezTo>
                  <a:cubicBezTo>
                    <a:pt x="89" y="94"/>
                    <a:pt x="89" y="94"/>
                    <a:pt x="89" y="94"/>
                  </a:cubicBezTo>
                  <a:cubicBezTo>
                    <a:pt x="91" y="94"/>
                    <a:pt x="91" y="94"/>
                    <a:pt x="91" y="94"/>
                  </a:cubicBezTo>
                  <a:cubicBezTo>
                    <a:pt x="136" y="94"/>
                    <a:pt x="136" y="94"/>
                    <a:pt x="136" y="94"/>
                  </a:cubicBezTo>
                  <a:cubicBezTo>
                    <a:pt x="145" y="94"/>
                    <a:pt x="152" y="86"/>
                    <a:pt x="152" y="7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7" name="Rectangle 277"/>
            <p:cNvSpPr>
              <a:spLocks noChangeArrowheads="1"/>
            </p:cNvSpPr>
            <p:nvPr/>
          </p:nvSpPr>
          <p:spPr bwMode="auto">
            <a:xfrm>
              <a:off x="10115550" y="623888"/>
              <a:ext cx="49213" cy="107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8" name="Rectangle 278"/>
            <p:cNvSpPr>
              <a:spLocks noChangeArrowheads="1"/>
            </p:cNvSpPr>
            <p:nvPr/>
          </p:nvSpPr>
          <p:spPr bwMode="auto">
            <a:xfrm>
              <a:off x="10236200" y="684213"/>
              <a:ext cx="49213" cy="1047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49" name="Rectangle 279"/>
            <p:cNvSpPr>
              <a:spLocks noChangeArrowheads="1"/>
            </p:cNvSpPr>
            <p:nvPr/>
          </p:nvSpPr>
          <p:spPr bwMode="auto">
            <a:xfrm>
              <a:off x="10356850" y="623888"/>
              <a:ext cx="49213" cy="10795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0" name="Rectangle 280"/>
            <p:cNvSpPr>
              <a:spLocks noChangeArrowheads="1"/>
            </p:cNvSpPr>
            <p:nvPr/>
          </p:nvSpPr>
          <p:spPr bwMode="auto">
            <a:xfrm>
              <a:off x="10472738" y="684213"/>
              <a:ext cx="49213" cy="1047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1" name="Oval 281"/>
            <p:cNvSpPr>
              <a:spLocks noChangeArrowheads="1"/>
            </p:cNvSpPr>
            <p:nvPr/>
          </p:nvSpPr>
          <p:spPr bwMode="auto">
            <a:xfrm>
              <a:off x="3144838" y="5202238"/>
              <a:ext cx="60325" cy="6032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2" name="Oval 282"/>
            <p:cNvSpPr>
              <a:spLocks noChangeArrowheads="1"/>
            </p:cNvSpPr>
            <p:nvPr/>
          </p:nvSpPr>
          <p:spPr bwMode="auto">
            <a:xfrm>
              <a:off x="3205163" y="5141913"/>
              <a:ext cx="44450" cy="44450"/>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3" name="Oval 283"/>
            <p:cNvSpPr>
              <a:spLocks noChangeArrowheads="1"/>
            </p:cNvSpPr>
            <p:nvPr/>
          </p:nvSpPr>
          <p:spPr bwMode="auto">
            <a:xfrm>
              <a:off x="3160713" y="5059363"/>
              <a:ext cx="30163" cy="333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4" name="Oval 284"/>
            <p:cNvSpPr>
              <a:spLocks noChangeArrowheads="1"/>
            </p:cNvSpPr>
            <p:nvPr/>
          </p:nvSpPr>
          <p:spPr bwMode="auto">
            <a:xfrm>
              <a:off x="3144838" y="4927600"/>
              <a:ext cx="60325" cy="60325"/>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5" name="Freeform 285"/>
            <p:cNvSpPr>
              <a:spLocks noEditPoints="1"/>
            </p:cNvSpPr>
            <p:nvPr/>
          </p:nvSpPr>
          <p:spPr bwMode="auto">
            <a:xfrm>
              <a:off x="3062288" y="4660900"/>
              <a:ext cx="296863" cy="668338"/>
            </a:xfrm>
            <a:custGeom>
              <a:avLst/>
              <a:gdLst>
                <a:gd name="T0" fmla="*/ 43 w 79"/>
                <a:gd name="T1" fmla="*/ 9 h 178"/>
                <a:gd name="T2" fmla="*/ 41 w 79"/>
                <a:gd name="T3" fmla="*/ 15 h 178"/>
                <a:gd name="T4" fmla="*/ 41 w 79"/>
                <a:gd name="T5" fmla="*/ 27 h 178"/>
                <a:gd name="T6" fmla="*/ 38 w 79"/>
                <a:gd name="T7" fmla="*/ 27 h 178"/>
                <a:gd name="T8" fmla="*/ 38 w 79"/>
                <a:gd name="T9" fmla="*/ 58 h 178"/>
                <a:gd name="T10" fmla="*/ 41 w 79"/>
                <a:gd name="T11" fmla="*/ 58 h 178"/>
                <a:gd name="T12" fmla="*/ 41 w 79"/>
                <a:gd name="T13" fmla="*/ 82 h 178"/>
                <a:gd name="T14" fmla="*/ 41 w 79"/>
                <a:gd name="T15" fmla="*/ 93 h 178"/>
                <a:gd name="T16" fmla="*/ 48 w 79"/>
                <a:gd name="T17" fmla="*/ 100 h 178"/>
                <a:gd name="T18" fmla="*/ 50 w 79"/>
                <a:gd name="T19" fmla="*/ 100 h 178"/>
                <a:gd name="T20" fmla="*/ 55 w 79"/>
                <a:gd name="T21" fmla="*/ 93 h 178"/>
                <a:gd name="T22" fmla="*/ 55 w 79"/>
                <a:gd name="T23" fmla="*/ 58 h 178"/>
                <a:gd name="T24" fmla="*/ 60 w 79"/>
                <a:gd name="T25" fmla="*/ 58 h 178"/>
                <a:gd name="T26" fmla="*/ 60 w 79"/>
                <a:gd name="T27" fmla="*/ 58 h 178"/>
                <a:gd name="T28" fmla="*/ 60 w 79"/>
                <a:gd name="T29" fmla="*/ 162 h 178"/>
                <a:gd name="T30" fmla="*/ 38 w 79"/>
                <a:gd name="T31" fmla="*/ 162 h 178"/>
                <a:gd name="T32" fmla="*/ 38 w 79"/>
                <a:gd name="T33" fmla="*/ 178 h 178"/>
                <a:gd name="T34" fmla="*/ 75 w 79"/>
                <a:gd name="T35" fmla="*/ 178 h 178"/>
                <a:gd name="T36" fmla="*/ 75 w 79"/>
                <a:gd name="T37" fmla="*/ 27 h 178"/>
                <a:gd name="T38" fmla="*/ 55 w 79"/>
                <a:gd name="T39" fmla="*/ 27 h 178"/>
                <a:gd name="T40" fmla="*/ 55 w 79"/>
                <a:gd name="T41" fmla="*/ 19 h 178"/>
                <a:gd name="T42" fmla="*/ 73 w 79"/>
                <a:gd name="T43" fmla="*/ 15 h 178"/>
                <a:gd name="T44" fmla="*/ 79 w 79"/>
                <a:gd name="T45" fmla="*/ 6 h 178"/>
                <a:gd name="T46" fmla="*/ 70 w 79"/>
                <a:gd name="T47" fmla="*/ 1 h 178"/>
                <a:gd name="T48" fmla="*/ 48 w 79"/>
                <a:gd name="T49" fmla="*/ 6 h 178"/>
                <a:gd name="T50" fmla="*/ 43 w 79"/>
                <a:gd name="T51" fmla="*/ 9 h 178"/>
                <a:gd name="T52" fmla="*/ 38 w 79"/>
                <a:gd name="T53" fmla="*/ 27 h 178"/>
                <a:gd name="T54" fmla="*/ 0 w 79"/>
                <a:gd name="T55" fmla="*/ 27 h 178"/>
                <a:gd name="T56" fmla="*/ 0 w 79"/>
                <a:gd name="T57" fmla="*/ 178 h 178"/>
                <a:gd name="T58" fmla="*/ 38 w 79"/>
                <a:gd name="T59" fmla="*/ 178 h 178"/>
                <a:gd name="T60" fmla="*/ 38 w 79"/>
                <a:gd name="T61" fmla="*/ 162 h 178"/>
                <a:gd name="T62" fmla="*/ 16 w 79"/>
                <a:gd name="T63" fmla="*/ 162 h 178"/>
                <a:gd name="T64" fmla="*/ 16 w 79"/>
                <a:gd name="T65" fmla="*/ 58 h 178"/>
                <a:gd name="T66" fmla="*/ 38 w 79"/>
                <a:gd name="T67" fmla="*/ 58 h 178"/>
                <a:gd name="T68" fmla="*/ 38 w 79"/>
                <a:gd name="T6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78">
                  <a:moveTo>
                    <a:pt x="43" y="9"/>
                  </a:moveTo>
                  <a:cubicBezTo>
                    <a:pt x="41" y="11"/>
                    <a:pt x="41" y="13"/>
                    <a:pt x="41" y="15"/>
                  </a:cubicBezTo>
                  <a:cubicBezTo>
                    <a:pt x="41" y="16"/>
                    <a:pt x="41" y="20"/>
                    <a:pt x="41" y="27"/>
                  </a:cubicBezTo>
                  <a:cubicBezTo>
                    <a:pt x="38" y="27"/>
                    <a:pt x="38" y="27"/>
                    <a:pt x="38" y="27"/>
                  </a:cubicBezTo>
                  <a:cubicBezTo>
                    <a:pt x="38" y="58"/>
                    <a:pt x="38" y="58"/>
                    <a:pt x="38" y="58"/>
                  </a:cubicBezTo>
                  <a:cubicBezTo>
                    <a:pt x="41" y="58"/>
                    <a:pt x="41" y="58"/>
                    <a:pt x="41" y="58"/>
                  </a:cubicBezTo>
                  <a:cubicBezTo>
                    <a:pt x="41" y="71"/>
                    <a:pt x="41" y="81"/>
                    <a:pt x="41" y="82"/>
                  </a:cubicBezTo>
                  <a:cubicBezTo>
                    <a:pt x="41" y="84"/>
                    <a:pt x="41" y="93"/>
                    <a:pt x="41" y="93"/>
                  </a:cubicBezTo>
                  <a:cubicBezTo>
                    <a:pt x="41" y="97"/>
                    <a:pt x="44" y="100"/>
                    <a:pt x="48" y="100"/>
                  </a:cubicBezTo>
                  <a:cubicBezTo>
                    <a:pt x="49" y="100"/>
                    <a:pt x="49" y="100"/>
                    <a:pt x="50" y="100"/>
                  </a:cubicBezTo>
                  <a:cubicBezTo>
                    <a:pt x="53" y="99"/>
                    <a:pt x="55" y="96"/>
                    <a:pt x="55" y="93"/>
                  </a:cubicBezTo>
                  <a:cubicBezTo>
                    <a:pt x="55" y="58"/>
                    <a:pt x="55" y="58"/>
                    <a:pt x="55" y="58"/>
                  </a:cubicBezTo>
                  <a:cubicBezTo>
                    <a:pt x="60" y="58"/>
                    <a:pt x="60" y="58"/>
                    <a:pt x="60" y="58"/>
                  </a:cubicBezTo>
                  <a:cubicBezTo>
                    <a:pt x="60" y="58"/>
                    <a:pt x="60" y="58"/>
                    <a:pt x="60" y="58"/>
                  </a:cubicBezTo>
                  <a:cubicBezTo>
                    <a:pt x="60" y="162"/>
                    <a:pt x="60" y="162"/>
                    <a:pt x="60" y="162"/>
                  </a:cubicBezTo>
                  <a:cubicBezTo>
                    <a:pt x="38" y="162"/>
                    <a:pt x="38" y="162"/>
                    <a:pt x="38" y="162"/>
                  </a:cubicBezTo>
                  <a:cubicBezTo>
                    <a:pt x="38" y="178"/>
                    <a:pt x="38" y="178"/>
                    <a:pt x="38" y="178"/>
                  </a:cubicBezTo>
                  <a:cubicBezTo>
                    <a:pt x="75" y="178"/>
                    <a:pt x="75" y="178"/>
                    <a:pt x="75" y="178"/>
                  </a:cubicBezTo>
                  <a:cubicBezTo>
                    <a:pt x="75" y="27"/>
                    <a:pt x="75" y="27"/>
                    <a:pt x="75" y="27"/>
                  </a:cubicBezTo>
                  <a:cubicBezTo>
                    <a:pt x="55" y="27"/>
                    <a:pt x="55" y="27"/>
                    <a:pt x="55" y="27"/>
                  </a:cubicBezTo>
                  <a:cubicBezTo>
                    <a:pt x="55" y="19"/>
                    <a:pt x="55" y="19"/>
                    <a:pt x="55" y="19"/>
                  </a:cubicBezTo>
                  <a:cubicBezTo>
                    <a:pt x="73" y="15"/>
                    <a:pt x="73" y="15"/>
                    <a:pt x="73" y="15"/>
                  </a:cubicBezTo>
                  <a:cubicBezTo>
                    <a:pt x="77" y="14"/>
                    <a:pt x="79" y="10"/>
                    <a:pt x="79" y="6"/>
                  </a:cubicBezTo>
                  <a:cubicBezTo>
                    <a:pt x="78" y="3"/>
                    <a:pt x="74" y="0"/>
                    <a:pt x="70" y="1"/>
                  </a:cubicBezTo>
                  <a:cubicBezTo>
                    <a:pt x="69" y="2"/>
                    <a:pt x="50" y="6"/>
                    <a:pt x="48" y="6"/>
                  </a:cubicBezTo>
                  <a:cubicBezTo>
                    <a:pt x="46" y="7"/>
                    <a:pt x="44" y="7"/>
                    <a:pt x="43" y="9"/>
                  </a:cubicBezTo>
                  <a:close/>
                  <a:moveTo>
                    <a:pt x="38" y="27"/>
                  </a:moveTo>
                  <a:cubicBezTo>
                    <a:pt x="0" y="27"/>
                    <a:pt x="0" y="27"/>
                    <a:pt x="0" y="27"/>
                  </a:cubicBezTo>
                  <a:cubicBezTo>
                    <a:pt x="0" y="178"/>
                    <a:pt x="0" y="178"/>
                    <a:pt x="0" y="178"/>
                  </a:cubicBezTo>
                  <a:cubicBezTo>
                    <a:pt x="38" y="178"/>
                    <a:pt x="38" y="178"/>
                    <a:pt x="38" y="178"/>
                  </a:cubicBezTo>
                  <a:cubicBezTo>
                    <a:pt x="38" y="162"/>
                    <a:pt x="38" y="162"/>
                    <a:pt x="38" y="162"/>
                  </a:cubicBezTo>
                  <a:cubicBezTo>
                    <a:pt x="16" y="162"/>
                    <a:pt x="16" y="162"/>
                    <a:pt x="16" y="162"/>
                  </a:cubicBezTo>
                  <a:cubicBezTo>
                    <a:pt x="16" y="58"/>
                    <a:pt x="16" y="58"/>
                    <a:pt x="16" y="58"/>
                  </a:cubicBezTo>
                  <a:cubicBezTo>
                    <a:pt x="38" y="58"/>
                    <a:pt x="38" y="58"/>
                    <a:pt x="38" y="58"/>
                  </a:cubicBezTo>
                  <a:lnTo>
                    <a:pt x="38" y="27"/>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6" name="Freeform 286"/>
            <p:cNvSpPr>
              <a:spLocks noEditPoints="1"/>
            </p:cNvSpPr>
            <p:nvPr/>
          </p:nvSpPr>
          <p:spPr bwMode="auto">
            <a:xfrm>
              <a:off x="1643063" y="3621088"/>
              <a:ext cx="530225" cy="533400"/>
            </a:xfrm>
            <a:custGeom>
              <a:avLst/>
              <a:gdLst>
                <a:gd name="T0" fmla="*/ 70 w 141"/>
                <a:gd name="T1" fmla="*/ 142 h 142"/>
                <a:gd name="T2" fmla="*/ 141 w 141"/>
                <a:gd name="T3" fmla="*/ 71 h 142"/>
                <a:gd name="T4" fmla="*/ 70 w 141"/>
                <a:gd name="T5" fmla="*/ 0 h 142"/>
                <a:gd name="T6" fmla="*/ 70 w 141"/>
                <a:gd name="T7" fmla="*/ 0 h 142"/>
                <a:gd name="T8" fmla="*/ 70 w 141"/>
                <a:gd name="T9" fmla="*/ 51 h 142"/>
                <a:gd name="T10" fmla="*/ 107 w 141"/>
                <a:gd name="T11" fmla="*/ 35 h 142"/>
                <a:gd name="T12" fmla="*/ 85 w 141"/>
                <a:gd name="T13" fmla="*/ 85 h 142"/>
                <a:gd name="T14" fmla="*/ 70 w 141"/>
                <a:gd name="T15" fmla="*/ 91 h 142"/>
                <a:gd name="T16" fmla="*/ 70 w 141"/>
                <a:gd name="T17" fmla="*/ 142 h 142"/>
                <a:gd name="T18" fmla="*/ 70 w 141"/>
                <a:gd name="T19" fmla="*/ 0 h 142"/>
                <a:gd name="T20" fmla="*/ 0 w 141"/>
                <a:gd name="T21" fmla="*/ 71 h 142"/>
                <a:gd name="T22" fmla="*/ 70 w 141"/>
                <a:gd name="T23" fmla="*/ 142 h 142"/>
                <a:gd name="T24" fmla="*/ 70 w 141"/>
                <a:gd name="T25" fmla="*/ 91 h 142"/>
                <a:gd name="T26" fmla="*/ 34 w 141"/>
                <a:gd name="T27" fmla="*/ 107 h 142"/>
                <a:gd name="T28" fmla="*/ 56 w 141"/>
                <a:gd name="T29" fmla="*/ 57 h 142"/>
                <a:gd name="T30" fmla="*/ 56 w 141"/>
                <a:gd name="T31" fmla="*/ 57 h 142"/>
                <a:gd name="T32" fmla="*/ 70 w 141"/>
                <a:gd name="T33" fmla="*/ 51 h 142"/>
                <a:gd name="T34" fmla="*/ 70 w 141"/>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42">
                  <a:moveTo>
                    <a:pt x="70" y="142"/>
                  </a:moveTo>
                  <a:cubicBezTo>
                    <a:pt x="110" y="142"/>
                    <a:pt x="141" y="110"/>
                    <a:pt x="141" y="71"/>
                  </a:cubicBezTo>
                  <a:cubicBezTo>
                    <a:pt x="141" y="32"/>
                    <a:pt x="110" y="0"/>
                    <a:pt x="70" y="0"/>
                  </a:cubicBezTo>
                  <a:cubicBezTo>
                    <a:pt x="70" y="0"/>
                    <a:pt x="70" y="0"/>
                    <a:pt x="70" y="0"/>
                  </a:cubicBezTo>
                  <a:cubicBezTo>
                    <a:pt x="70" y="51"/>
                    <a:pt x="70" y="51"/>
                    <a:pt x="70" y="51"/>
                  </a:cubicBezTo>
                  <a:cubicBezTo>
                    <a:pt x="107" y="35"/>
                    <a:pt x="107" y="35"/>
                    <a:pt x="107" y="35"/>
                  </a:cubicBezTo>
                  <a:cubicBezTo>
                    <a:pt x="85" y="85"/>
                    <a:pt x="85" y="85"/>
                    <a:pt x="85" y="85"/>
                  </a:cubicBezTo>
                  <a:cubicBezTo>
                    <a:pt x="70" y="91"/>
                    <a:pt x="70" y="91"/>
                    <a:pt x="70" y="91"/>
                  </a:cubicBezTo>
                  <a:cubicBezTo>
                    <a:pt x="70" y="142"/>
                    <a:pt x="70" y="142"/>
                    <a:pt x="70" y="142"/>
                  </a:cubicBezTo>
                  <a:close/>
                  <a:moveTo>
                    <a:pt x="70" y="0"/>
                  </a:moveTo>
                  <a:cubicBezTo>
                    <a:pt x="31" y="0"/>
                    <a:pt x="0" y="32"/>
                    <a:pt x="0" y="71"/>
                  </a:cubicBezTo>
                  <a:cubicBezTo>
                    <a:pt x="0" y="110"/>
                    <a:pt x="31" y="142"/>
                    <a:pt x="70" y="142"/>
                  </a:cubicBezTo>
                  <a:cubicBezTo>
                    <a:pt x="70" y="91"/>
                    <a:pt x="70" y="91"/>
                    <a:pt x="70" y="91"/>
                  </a:cubicBezTo>
                  <a:cubicBezTo>
                    <a:pt x="34" y="107"/>
                    <a:pt x="34" y="107"/>
                    <a:pt x="34" y="107"/>
                  </a:cubicBezTo>
                  <a:cubicBezTo>
                    <a:pt x="56" y="57"/>
                    <a:pt x="56" y="57"/>
                    <a:pt x="56" y="57"/>
                  </a:cubicBezTo>
                  <a:cubicBezTo>
                    <a:pt x="56" y="57"/>
                    <a:pt x="56" y="57"/>
                    <a:pt x="56" y="57"/>
                  </a:cubicBezTo>
                  <a:cubicBezTo>
                    <a:pt x="70" y="51"/>
                    <a:pt x="70" y="51"/>
                    <a:pt x="70" y="51"/>
                  </a:cubicBezTo>
                  <a:lnTo>
                    <a:pt x="7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7" name="Oval 287"/>
            <p:cNvSpPr>
              <a:spLocks noChangeArrowheads="1"/>
            </p:cNvSpPr>
            <p:nvPr/>
          </p:nvSpPr>
          <p:spPr bwMode="auto">
            <a:xfrm>
              <a:off x="1876425" y="3854450"/>
              <a:ext cx="63500" cy="58738"/>
            </a:xfrm>
            <a:prstGeom prst="ellipse">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8" name="Freeform 288"/>
            <p:cNvSpPr>
              <a:spLocks noEditPoints="1"/>
            </p:cNvSpPr>
            <p:nvPr/>
          </p:nvSpPr>
          <p:spPr bwMode="auto">
            <a:xfrm>
              <a:off x="8686800" y="879475"/>
              <a:ext cx="584200" cy="547688"/>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59" name="Freeform 289"/>
            <p:cNvSpPr>
              <a:spLocks/>
            </p:cNvSpPr>
            <p:nvPr/>
          </p:nvSpPr>
          <p:spPr bwMode="auto">
            <a:xfrm>
              <a:off x="5881688" y="206375"/>
              <a:ext cx="134938" cy="123825"/>
            </a:xfrm>
            <a:custGeom>
              <a:avLst/>
              <a:gdLst>
                <a:gd name="T0" fmla="*/ 25 w 36"/>
                <a:gd name="T1" fmla="*/ 0 h 33"/>
                <a:gd name="T2" fmla="*/ 0 w 36"/>
                <a:gd name="T3" fmla="*/ 33 h 33"/>
                <a:gd name="T4" fmla="*/ 16 w 36"/>
                <a:gd name="T5" fmla="*/ 33 h 33"/>
                <a:gd name="T6" fmla="*/ 36 w 36"/>
                <a:gd name="T7" fmla="*/ 8 h 33"/>
                <a:gd name="T8" fmla="*/ 25 w 36"/>
                <a:gd name="T9" fmla="*/ 0 h 33"/>
              </a:gdLst>
              <a:ahLst/>
              <a:cxnLst>
                <a:cxn ang="0">
                  <a:pos x="T0" y="T1"/>
                </a:cxn>
                <a:cxn ang="0">
                  <a:pos x="T2" y="T3"/>
                </a:cxn>
                <a:cxn ang="0">
                  <a:pos x="T4" y="T5"/>
                </a:cxn>
                <a:cxn ang="0">
                  <a:pos x="T6" y="T7"/>
                </a:cxn>
                <a:cxn ang="0">
                  <a:pos x="T8" y="T9"/>
                </a:cxn>
              </a:cxnLst>
              <a:rect l="0" t="0" r="r" b="b"/>
              <a:pathLst>
                <a:path w="36" h="33">
                  <a:moveTo>
                    <a:pt x="25" y="0"/>
                  </a:moveTo>
                  <a:cubicBezTo>
                    <a:pt x="0" y="33"/>
                    <a:pt x="0" y="33"/>
                    <a:pt x="0" y="33"/>
                  </a:cubicBezTo>
                  <a:cubicBezTo>
                    <a:pt x="16" y="33"/>
                    <a:pt x="16" y="33"/>
                    <a:pt x="16" y="33"/>
                  </a:cubicBezTo>
                  <a:cubicBezTo>
                    <a:pt x="36" y="8"/>
                    <a:pt x="36" y="8"/>
                    <a:pt x="36" y="8"/>
                  </a:cubicBezTo>
                  <a:cubicBezTo>
                    <a:pt x="31" y="7"/>
                    <a:pt x="27" y="4"/>
                    <a:pt x="25"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0" name="Freeform 290"/>
            <p:cNvSpPr>
              <a:spLocks/>
            </p:cNvSpPr>
            <p:nvPr/>
          </p:nvSpPr>
          <p:spPr bwMode="auto">
            <a:xfrm>
              <a:off x="5986463" y="150813"/>
              <a:ext cx="71438" cy="71438"/>
            </a:xfrm>
            <a:custGeom>
              <a:avLst/>
              <a:gdLst>
                <a:gd name="T0" fmla="*/ 10 w 19"/>
                <a:gd name="T1" fmla="*/ 19 h 19"/>
                <a:gd name="T2" fmla="*/ 11 w 19"/>
                <a:gd name="T3" fmla="*/ 19 h 19"/>
                <a:gd name="T4" fmla="*/ 12 w 19"/>
                <a:gd name="T5" fmla="*/ 18 h 19"/>
                <a:gd name="T6" fmla="*/ 19 w 19"/>
                <a:gd name="T7" fmla="*/ 9 h 19"/>
                <a:gd name="T8" fmla="*/ 19 w 19"/>
                <a:gd name="T9" fmla="*/ 9 h 19"/>
                <a:gd name="T10" fmla="*/ 19 w 19"/>
                <a:gd name="T11" fmla="*/ 7 h 19"/>
                <a:gd name="T12" fmla="*/ 10 w 19"/>
                <a:gd name="T13" fmla="*/ 0 h 19"/>
                <a:gd name="T14" fmla="*/ 8 w 19"/>
                <a:gd name="T15" fmla="*/ 1 h 19"/>
                <a:gd name="T16" fmla="*/ 1 w 19"/>
                <a:gd name="T17" fmla="*/ 11 h 19"/>
                <a:gd name="T18" fmla="*/ 1 w 19"/>
                <a:gd name="T19" fmla="*/ 12 h 19"/>
                <a:gd name="T20" fmla="*/ 10 w 19"/>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0" y="19"/>
                  </a:moveTo>
                  <a:cubicBezTo>
                    <a:pt x="10" y="19"/>
                    <a:pt x="10" y="19"/>
                    <a:pt x="11" y="19"/>
                  </a:cubicBezTo>
                  <a:cubicBezTo>
                    <a:pt x="11" y="19"/>
                    <a:pt x="11" y="19"/>
                    <a:pt x="12" y="18"/>
                  </a:cubicBezTo>
                  <a:cubicBezTo>
                    <a:pt x="16" y="17"/>
                    <a:pt x="19" y="14"/>
                    <a:pt x="19" y="9"/>
                  </a:cubicBezTo>
                  <a:cubicBezTo>
                    <a:pt x="19" y="9"/>
                    <a:pt x="19" y="9"/>
                    <a:pt x="19" y="9"/>
                  </a:cubicBezTo>
                  <a:cubicBezTo>
                    <a:pt x="19" y="9"/>
                    <a:pt x="19" y="8"/>
                    <a:pt x="19" y="7"/>
                  </a:cubicBezTo>
                  <a:cubicBezTo>
                    <a:pt x="18" y="3"/>
                    <a:pt x="14" y="0"/>
                    <a:pt x="10" y="0"/>
                  </a:cubicBezTo>
                  <a:cubicBezTo>
                    <a:pt x="9" y="0"/>
                    <a:pt x="8" y="0"/>
                    <a:pt x="8" y="1"/>
                  </a:cubicBezTo>
                  <a:cubicBezTo>
                    <a:pt x="3" y="2"/>
                    <a:pt x="0" y="6"/>
                    <a:pt x="1" y="11"/>
                  </a:cubicBezTo>
                  <a:cubicBezTo>
                    <a:pt x="1" y="11"/>
                    <a:pt x="1" y="11"/>
                    <a:pt x="1" y="12"/>
                  </a:cubicBezTo>
                  <a:cubicBezTo>
                    <a:pt x="2" y="16"/>
                    <a:pt x="5" y="19"/>
                    <a:pt x="10" y="1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1" name="Freeform 291"/>
            <p:cNvSpPr>
              <a:spLocks/>
            </p:cNvSpPr>
            <p:nvPr/>
          </p:nvSpPr>
          <p:spPr bwMode="auto">
            <a:xfrm>
              <a:off x="6115050" y="206375"/>
              <a:ext cx="134938" cy="123825"/>
            </a:xfrm>
            <a:custGeom>
              <a:avLst/>
              <a:gdLst>
                <a:gd name="T0" fmla="*/ 20 w 36"/>
                <a:gd name="T1" fmla="*/ 33 h 33"/>
                <a:gd name="T2" fmla="*/ 36 w 36"/>
                <a:gd name="T3" fmla="*/ 33 h 33"/>
                <a:gd name="T4" fmla="*/ 11 w 36"/>
                <a:gd name="T5" fmla="*/ 0 h 33"/>
                <a:gd name="T6" fmla="*/ 0 w 36"/>
                <a:gd name="T7" fmla="*/ 8 h 33"/>
                <a:gd name="T8" fmla="*/ 20 w 36"/>
                <a:gd name="T9" fmla="*/ 33 h 33"/>
              </a:gdLst>
              <a:ahLst/>
              <a:cxnLst>
                <a:cxn ang="0">
                  <a:pos x="T0" y="T1"/>
                </a:cxn>
                <a:cxn ang="0">
                  <a:pos x="T2" y="T3"/>
                </a:cxn>
                <a:cxn ang="0">
                  <a:pos x="T4" y="T5"/>
                </a:cxn>
                <a:cxn ang="0">
                  <a:pos x="T6" y="T7"/>
                </a:cxn>
                <a:cxn ang="0">
                  <a:pos x="T8" y="T9"/>
                </a:cxn>
              </a:cxnLst>
              <a:rect l="0" t="0" r="r" b="b"/>
              <a:pathLst>
                <a:path w="36" h="33">
                  <a:moveTo>
                    <a:pt x="20" y="33"/>
                  </a:moveTo>
                  <a:cubicBezTo>
                    <a:pt x="36" y="33"/>
                    <a:pt x="36" y="33"/>
                    <a:pt x="36" y="33"/>
                  </a:cubicBezTo>
                  <a:cubicBezTo>
                    <a:pt x="11" y="0"/>
                    <a:pt x="11" y="0"/>
                    <a:pt x="11" y="0"/>
                  </a:cubicBezTo>
                  <a:cubicBezTo>
                    <a:pt x="9" y="4"/>
                    <a:pt x="5" y="7"/>
                    <a:pt x="0" y="8"/>
                  </a:cubicBezTo>
                  <a:lnTo>
                    <a:pt x="20" y="3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2" name="Freeform 292"/>
            <p:cNvSpPr>
              <a:spLocks/>
            </p:cNvSpPr>
            <p:nvPr/>
          </p:nvSpPr>
          <p:spPr bwMode="auto">
            <a:xfrm>
              <a:off x="6073775" y="150813"/>
              <a:ext cx="71438" cy="71438"/>
            </a:xfrm>
            <a:custGeom>
              <a:avLst/>
              <a:gdLst>
                <a:gd name="T0" fmla="*/ 11 w 19"/>
                <a:gd name="T1" fmla="*/ 1 h 19"/>
                <a:gd name="T2" fmla="*/ 9 w 19"/>
                <a:gd name="T3" fmla="*/ 0 h 19"/>
                <a:gd name="T4" fmla="*/ 0 w 19"/>
                <a:gd name="T5" fmla="*/ 7 h 19"/>
                <a:gd name="T6" fmla="*/ 0 w 19"/>
                <a:gd name="T7" fmla="*/ 9 h 19"/>
                <a:gd name="T8" fmla="*/ 0 w 19"/>
                <a:gd name="T9" fmla="*/ 9 h 19"/>
                <a:gd name="T10" fmla="*/ 7 w 19"/>
                <a:gd name="T11" fmla="*/ 18 h 19"/>
                <a:gd name="T12" fmla="*/ 8 w 19"/>
                <a:gd name="T13" fmla="*/ 19 h 19"/>
                <a:gd name="T14" fmla="*/ 9 w 19"/>
                <a:gd name="T15" fmla="*/ 19 h 19"/>
                <a:gd name="T16" fmla="*/ 18 w 19"/>
                <a:gd name="T17" fmla="*/ 12 h 19"/>
                <a:gd name="T18" fmla="*/ 18 w 19"/>
                <a:gd name="T19" fmla="*/ 11 h 19"/>
                <a:gd name="T20" fmla="*/ 11 w 19"/>
                <a:gd name="T2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11" y="1"/>
                  </a:moveTo>
                  <a:cubicBezTo>
                    <a:pt x="11" y="0"/>
                    <a:pt x="10" y="0"/>
                    <a:pt x="9" y="0"/>
                  </a:cubicBezTo>
                  <a:cubicBezTo>
                    <a:pt x="5" y="0"/>
                    <a:pt x="1" y="3"/>
                    <a:pt x="0" y="7"/>
                  </a:cubicBezTo>
                  <a:cubicBezTo>
                    <a:pt x="0" y="8"/>
                    <a:pt x="0" y="9"/>
                    <a:pt x="0" y="9"/>
                  </a:cubicBezTo>
                  <a:cubicBezTo>
                    <a:pt x="0" y="9"/>
                    <a:pt x="0" y="9"/>
                    <a:pt x="0" y="9"/>
                  </a:cubicBezTo>
                  <a:cubicBezTo>
                    <a:pt x="0" y="14"/>
                    <a:pt x="3" y="17"/>
                    <a:pt x="7" y="18"/>
                  </a:cubicBezTo>
                  <a:cubicBezTo>
                    <a:pt x="8" y="19"/>
                    <a:pt x="8" y="19"/>
                    <a:pt x="8" y="19"/>
                  </a:cubicBezTo>
                  <a:cubicBezTo>
                    <a:pt x="9" y="19"/>
                    <a:pt x="9" y="19"/>
                    <a:pt x="9" y="19"/>
                  </a:cubicBezTo>
                  <a:cubicBezTo>
                    <a:pt x="14" y="19"/>
                    <a:pt x="17" y="16"/>
                    <a:pt x="18" y="12"/>
                  </a:cubicBezTo>
                  <a:cubicBezTo>
                    <a:pt x="18" y="11"/>
                    <a:pt x="18" y="11"/>
                    <a:pt x="18" y="11"/>
                  </a:cubicBezTo>
                  <a:cubicBezTo>
                    <a:pt x="19" y="6"/>
                    <a:pt x="16" y="2"/>
                    <a:pt x="11" y="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3" name="Freeform 293"/>
            <p:cNvSpPr>
              <a:spLocks/>
            </p:cNvSpPr>
            <p:nvPr/>
          </p:nvSpPr>
          <p:spPr bwMode="auto">
            <a:xfrm>
              <a:off x="5821363" y="346075"/>
              <a:ext cx="488950" cy="239713"/>
            </a:xfrm>
            <a:custGeom>
              <a:avLst/>
              <a:gdLst>
                <a:gd name="T0" fmla="*/ 0 w 308"/>
                <a:gd name="T1" fmla="*/ 0 h 151"/>
                <a:gd name="T2" fmla="*/ 40 w 308"/>
                <a:gd name="T3" fmla="*/ 151 h 151"/>
                <a:gd name="T4" fmla="*/ 267 w 308"/>
                <a:gd name="T5" fmla="*/ 151 h 151"/>
                <a:gd name="T6" fmla="*/ 308 w 308"/>
                <a:gd name="T7" fmla="*/ 0 h 151"/>
                <a:gd name="T8" fmla="*/ 275 w 308"/>
                <a:gd name="T9" fmla="*/ 0 h 151"/>
                <a:gd name="T10" fmla="*/ 237 w 308"/>
                <a:gd name="T11" fmla="*/ 0 h 151"/>
                <a:gd name="T12" fmla="*/ 71 w 308"/>
                <a:gd name="T13" fmla="*/ 0 h 151"/>
                <a:gd name="T14" fmla="*/ 33 w 308"/>
                <a:gd name="T15" fmla="*/ 0 h 151"/>
                <a:gd name="T16" fmla="*/ 0 w 308"/>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 h="151">
                  <a:moveTo>
                    <a:pt x="0" y="0"/>
                  </a:moveTo>
                  <a:lnTo>
                    <a:pt x="40" y="151"/>
                  </a:lnTo>
                  <a:lnTo>
                    <a:pt x="267" y="151"/>
                  </a:lnTo>
                  <a:lnTo>
                    <a:pt x="308" y="0"/>
                  </a:lnTo>
                  <a:lnTo>
                    <a:pt x="275" y="0"/>
                  </a:lnTo>
                  <a:lnTo>
                    <a:pt x="237" y="0"/>
                  </a:lnTo>
                  <a:lnTo>
                    <a:pt x="71" y="0"/>
                  </a:lnTo>
                  <a:lnTo>
                    <a:pt x="33" y="0"/>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4" name="Freeform 294"/>
            <p:cNvSpPr>
              <a:spLocks/>
            </p:cNvSpPr>
            <p:nvPr/>
          </p:nvSpPr>
          <p:spPr bwMode="auto">
            <a:xfrm>
              <a:off x="2424113" y="5227638"/>
              <a:ext cx="558800" cy="571500"/>
            </a:xfrm>
            <a:custGeom>
              <a:avLst/>
              <a:gdLst>
                <a:gd name="T0" fmla="*/ 146 w 149"/>
                <a:gd name="T1" fmla="*/ 107 h 152"/>
                <a:gd name="T2" fmla="*/ 116 w 149"/>
                <a:gd name="T3" fmla="*/ 77 h 152"/>
                <a:gd name="T4" fmla="*/ 112 w 149"/>
                <a:gd name="T5" fmla="*/ 72 h 152"/>
                <a:gd name="T6" fmla="*/ 82 w 149"/>
                <a:gd name="T7" fmla="*/ 38 h 152"/>
                <a:gd name="T8" fmla="*/ 70 w 149"/>
                <a:gd name="T9" fmla="*/ 9 h 152"/>
                <a:gd name="T10" fmla="*/ 54 w 149"/>
                <a:gd name="T11" fmla="*/ 8 h 152"/>
                <a:gd name="T12" fmla="*/ 48 w 149"/>
                <a:gd name="T13" fmla="*/ 21 h 152"/>
                <a:gd name="T14" fmla="*/ 57 w 149"/>
                <a:gd name="T15" fmla="*/ 43 h 152"/>
                <a:gd name="T16" fmla="*/ 58 w 149"/>
                <a:gd name="T17" fmla="*/ 58 h 152"/>
                <a:gd name="T18" fmla="*/ 14 w 149"/>
                <a:gd name="T19" fmla="*/ 58 h 152"/>
                <a:gd name="T20" fmla="*/ 3 w 149"/>
                <a:gd name="T21" fmla="*/ 73 h 152"/>
                <a:gd name="T22" fmla="*/ 26 w 149"/>
                <a:gd name="T23" fmla="*/ 136 h 152"/>
                <a:gd name="T24" fmla="*/ 35 w 149"/>
                <a:gd name="T25" fmla="*/ 142 h 152"/>
                <a:gd name="T26" fmla="*/ 89 w 149"/>
                <a:gd name="T27" fmla="*/ 142 h 152"/>
                <a:gd name="T28" fmla="*/ 100 w 149"/>
                <a:gd name="T29" fmla="*/ 147 h 152"/>
                <a:gd name="T30" fmla="*/ 103 w 149"/>
                <a:gd name="T31" fmla="*/ 150 h 152"/>
                <a:gd name="T32" fmla="*/ 113 w 149"/>
                <a:gd name="T33" fmla="*/ 150 h 152"/>
                <a:gd name="T34" fmla="*/ 146 w 149"/>
                <a:gd name="T35" fmla="*/ 116 h 152"/>
                <a:gd name="T36" fmla="*/ 146 w 149"/>
                <a:gd name="T3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9" h="152">
                  <a:moveTo>
                    <a:pt x="146" y="107"/>
                  </a:moveTo>
                  <a:cubicBezTo>
                    <a:pt x="116" y="77"/>
                    <a:pt x="116" y="77"/>
                    <a:pt x="116" y="77"/>
                  </a:cubicBezTo>
                  <a:cubicBezTo>
                    <a:pt x="114" y="75"/>
                    <a:pt x="112" y="72"/>
                    <a:pt x="112" y="72"/>
                  </a:cubicBezTo>
                  <a:cubicBezTo>
                    <a:pt x="112" y="72"/>
                    <a:pt x="100" y="50"/>
                    <a:pt x="82" y="38"/>
                  </a:cubicBezTo>
                  <a:cubicBezTo>
                    <a:pt x="65" y="27"/>
                    <a:pt x="70" y="19"/>
                    <a:pt x="70" y="9"/>
                  </a:cubicBezTo>
                  <a:cubicBezTo>
                    <a:pt x="70" y="2"/>
                    <a:pt x="60" y="0"/>
                    <a:pt x="54" y="8"/>
                  </a:cubicBezTo>
                  <a:cubicBezTo>
                    <a:pt x="51" y="11"/>
                    <a:pt x="49" y="17"/>
                    <a:pt x="48" y="21"/>
                  </a:cubicBezTo>
                  <a:cubicBezTo>
                    <a:pt x="47" y="32"/>
                    <a:pt x="55" y="39"/>
                    <a:pt x="57" y="43"/>
                  </a:cubicBezTo>
                  <a:cubicBezTo>
                    <a:pt x="59" y="46"/>
                    <a:pt x="60" y="51"/>
                    <a:pt x="58" y="58"/>
                  </a:cubicBezTo>
                  <a:cubicBezTo>
                    <a:pt x="14" y="58"/>
                    <a:pt x="14" y="58"/>
                    <a:pt x="14" y="58"/>
                  </a:cubicBezTo>
                  <a:cubicBezTo>
                    <a:pt x="5" y="58"/>
                    <a:pt x="0" y="65"/>
                    <a:pt x="3" y="73"/>
                  </a:cubicBezTo>
                  <a:cubicBezTo>
                    <a:pt x="26" y="136"/>
                    <a:pt x="26" y="136"/>
                    <a:pt x="26" y="136"/>
                  </a:cubicBezTo>
                  <a:cubicBezTo>
                    <a:pt x="27" y="139"/>
                    <a:pt x="31" y="142"/>
                    <a:pt x="35" y="142"/>
                  </a:cubicBezTo>
                  <a:cubicBezTo>
                    <a:pt x="89" y="142"/>
                    <a:pt x="89" y="142"/>
                    <a:pt x="89" y="142"/>
                  </a:cubicBezTo>
                  <a:cubicBezTo>
                    <a:pt x="92" y="142"/>
                    <a:pt x="98" y="144"/>
                    <a:pt x="100" y="147"/>
                  </a:cubicBezTo>
                  <a:cubicBezTo>
                    <a:pt x="103" y="150"/>
                    <a:pt x="103" y="150"/>
                    <a:pt x="103" y="150"/>
                  </a:cubicBezTo>
                  <a:cubicBezTo>
                    <a:pt x="106" y="152"/>
                    <a:pt x="110" y="152"/>
                    <a:pt x="113" y="150"/>
                  </a:cubicBezTo>
                  <a:cubicBezTo>
                    <a:pt x="146" y="116"/>
                    <a:pt x="146" y="116"/>
                    <a:pt x="146" y="116"/>
                  </a:cubicBezTo>
                  <a:cubicBezTo>
                    <a:pt x="149" y="114"/>
                    <a:pt x="149" y="109"/>
                    <a:pt x="146" y="107"/>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5" name="Freeform 295"/>
            <p:cNvSpPr>
              <a:spLocks/>
            </p:cNvSpPr>
            <p:nvPr/>
          </p:nvSpPr>
          <p:spPr bwMode="auto">
            <a:xfrm>
              <a:off x="2852738" y="5672138"/>
              <a:ext cx="179388" cy="179388"/>
            </a:xfrm>
            <a:custGeom>
              <a:avLst/>
              <a:gdLst>
                <a:gd name="T0" fmla="*/ 21 w 113"/>
                <a:gd name="T1" fmla="*/ 113 h 113"/>
                <a:gd name="T2" fmla="*/ 0 w 113"/>
                <a:gd name="T3" fmla="*/ 92 h 113"/>
                <a:gd name="T4" fmla="*/ 92 w 113"/>
                <a:gd name="T5" fmla="*/ 0 h 113"/>
                <a:gd name="T6" fmla="*/ 113 w 113"/>
                <a:gd name="T7" fmla="*/ 21 h 113"/>
                <a:gd name="T8" fmla="*/ 21 w 113"/>
                <a:gd name="T9" fmla="*/ 113 h 113"/>
              </a:gdLst>
              <a:ahLst/>
              <a:cxnLst>
                <a:cxn ang="0">
                  <a:pos x="T0" y="T1"/>
                </a:cxn>
                <a:cxn ang="0">
                  <a:pos x="T2" y="T3"/>
                </a:cxn>
                <a:cxn ang="0">
                  <a:pos x="T4" y="T5"/>
                </a:cxn>
                <a:cxn ang="0">
                  <a:pos x="T6" y="T7"/>
                </a:cxn>
                <a:cxn ang="0">
                  <a:pos x="T8" y="T9"/>
                </a:cxn>
              </a:cxnLst>
              <a:rect l="0" t="0" r="r" b="b"/>
              <a:pathLst>
                <a:path w="113" h="113">
                  <a:moveTo>
                    <a:pt x="21" y="113"/>
                  </a:moveTo>
                  <a:lnTo>
                    <a:pt x="0" y="92"/>
                  </a:lnTo>
                  <a:lnTo>
                    <a:pt x="92" y="0"/>
                  </a:lnTo>
                  <a:lnTo>
                    <a:pt x="113" y="21"/>
                  </a:lnTo>
                  <a:lnTo>
                    <a:pt x="21" y="11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6" name="Freeform 296"/>
            <p:cNvSpPr>
              <a:spLocks noEditPoints="1"/>
            </p:cNvSpPr>
            <p:nvPr/>
          </p:nvSpPr>
          <p:spPr bwMode="auto">
            <a:xfrm>
              <a:off x="2476500" y="195263"/>
              <a:ext cx="577850" cy="536575"/>
            </a:xfrm>
            <a:custGeom>
              <a:avLst/>
              <a:gdLst>
                <a:gd name="T0" fmla="*/ 138 w 154"/>
                <a:gd name="T1" fmla="*/ 23 h 143"/>
                <a:gd name="T2" fmla="*/ 115 w 154"/>
                <a:gd name="T3" fmla="*/ 0 h 143"/>
                <a:gd name="T4" fmla="*/ 77 w 154"/>
                <a:gd name="T5" fmla="*/ 0 h 143"/>
                <a:gd name="T6" fmla="*/ 77 w 154"/>
                <a:gd name="T7" fmla="*/ 18 h 143"/>
                <a:gd name="T8" fmla="*/ 115 w 154"/>
                <a:gd name="T9" fmla="*/ 18 h 143"/>
                <a:gd name="T10" fmla="*/ 120 w 154"/>
                <a:gd name="T11" fmla="*/ 23 h 143"/>
                <a:gd name="T12" fmla="*/ 120 w 154"/>
                <a:gd name="T13" fmla="*/ 61 h 143"/>
                <a:gd name="T14" fmla="*/ 77 w 154"/>
                <a:gd name="T15" fmla="*/ 61 h 143"/>
                <a:gd name="T16" fmla="*/ 77 w 154"/>
                <a:gd name="T17" fmla="*/ 79 h 143"/>
                <a:gd name="T18" fmla="*/ 77 w 154"/>
                <a:gd name="T19" fmla="*/ 79 h 143"/>
                <a:gd name="T20" fmla="*/ 91 w 154"/>
                <a:gd name="T21" fmla="*/ 93 h 143"/>
                <a:gd name="T22" fmla="*/ 85 w 154"/>
                <a:gd name="T23" fmla="*/ 104 h 143"/>
                <a:gd name="T24" fmla="*/ 83 w 154"/>
                <a:gd name="T25" fmla="*/ 105 h 143"/>
                <a:gd name="T26" fmla="*/ 83 w 154"/>
                <a:gd name="T27" fmla="*/ 122 h 143"/>
                <a:gd name="T28" fmla="*/ 83 w 154"/>
                <a:gd name="T29" fmla="*/ 126 h 143"/>
                <a:gd name="T30" fmla="*/ 83 w 154"/>
                <a:gd name="T31" fmla="*/ 126 h 143"/>
                <a:gd name="T32" fmla="*/ 77 w 154"/>
                <a:gd name="T33" fmla="*/ 126 h 143"/>
                <a:gd name="T34" fmla="*/ 77 w 154"/>
                <a:gd name="T35" fmla="*/ 143 h 143"/>
                <a:gd name="T36" fmla="*/ 154 w 154"/>
                <a:gd name="T37" fmla="*/ 143 h 143"/>
                <a:gd name="T38" fmla="*/ 154 w 154"/>
                <a:gd name="T39" fmla="*/ 61 h 143"/>
                <a:gd name="T40" fmla="*/ 138 w 154"/>
                <a:gd name="T41" fmla="*/ 61 h 143"/>
                <a:gd name="T42" fmla="*/ 138 w 154"/>
                <a:gd name="T43" fmla="*/ 23 h 143"/>
                <a:gd name="T44" fmla="*/ 77 w 154"/>
                <a:gd name="T45" fmla="*/ 0 h 143"/>
                <a:gd name="T46" fmla="*/ 39 w 154"/>
                <a:gd name="T47" fmla="*/ 0 h 143"/>
                <a:gd name="T48" fmla="*/ 16 w 154"/>
                <a:gd name="T49" fmla="*/ 23 h 143"/>
                <a:gd name="T50" fmla="*/ 16 w 154"/>
                <a:gd name="T51" fmla="*/ 61 h 143"/>
                <a:gd name="T52" fmla="*/ 0 w 154"/>
                <a:gd name="T53" fmla="*/ 61 h 143"/>
                <a:gd name="T54" fmla="*/ 0 w 154"/>
                <a:gd name="T55" fmla="*/ 143 h 143"/>
                <a:gd name="T56" fmla="*/ 77 w 154"/>
                <a:gd name="T57" fmla="*/ 143 h 143"/>
                <a:gd name="T58" fmla="*/ 77 w 154"/>
                <a:gd name="T59" fmla="*/ 126 h 143"/>
                <a:gd name="T60" fmla="*/ 71 w 154"/>
                <a:gd name="T61" fmla="*/ 126 h 143"/>
                <a:gd name="T62" fmla="*/ 71 w 154"/>
                <a:gd name="T63" fmla="*/ 122 h 143"/>
                <a:gd name="T64" fmla="*/ 71 w 154"/>
                <a:gd name="T65" fmla="*/ 105 h 143"/>
                <a:gd name="T66" fmla="*/ 69 w 154"/>
                <a:gd name="T67" fmla="*/ 104 h 143"/>
                <a:gd name="T68" fmla="*/ 63 w 154"/>
                <a:gd name="T69" fmla="*/ 93 h 143"/>
                <a:gd name="T70" fmla="*/ 77 w 154"/>
                <a:gd name="T71" fmla="*/ 79 h 143"/>
                <a:gd name="T72" fmla="*/ 77 w 154"/>
                <a:gd name="T73" fmla="*/ 61 h 143"/>
                <a:gd name="T74" fmla="*/ 34 w 154"/>
                <a:gd name="T75" fmla="*/ 61 h 143"/>
                <a:gd name="T76" fmla="*/ 34 w 154"/>
                <a:gd name="T77" fmla="*/ 61 h 143"/>
                <a:gd name="T78" fmla="*/ 34 w 154"/>
                <a:gd name="T79" fmla="*/ 23 h 143"/>
                <a:gd name="T80" fmla="*/ 39 w 154"/>
                <a:gd name="T81" fmla="*/ 18 h 143"/>
                <a:gd name="T82" fmla="*/ 77 w 154"/>
                <a:gd name="T83" fmla="*/ 18 h 143"/>
                <a:gd name="T84" fmla="*/ 77 w 154"/>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43">
                  <a:moveTo>
                    <a:pt x="138" y="23"/>
                  </a:moveTo>
                  <a:cubicBezTo>
                    <a:pt x="138" y="10"/>
                    <a:pt x="128" y="0"/>
                    <a:pt x="115" y="0"/>
                  </a:cubicBezTo>
                  <a:cubicBezTo>
                    <a:pt x="77" y="0"/>
                    <a:pt x="77" y="0"/>
                    <a:pt x="77" y="0"/>
                  </a:cubicBezTo>
                  <a:cubicBezTo>
                    <a:pt x="77" y="18"/>
                    <a:pt x="77" y="18"/>
                    <a:pt x="77" y="18"/>
                  </a:cubicBezTo>
                  <a:cubicBezTo>
                    <a:pt x="115" y="18"/>
                    <a:pt x="115" y="18"/>
                    <a:pt x="115" y="18"/>
                  </a:cubicBezTo>
                  <a:cubicBezTo>
                    <a:pt x="118" y="18"/>
                    <a:pt x="120" y="20"/>
                    <a:pt x="120" y="23"/>
                  </a:cubicBezTo>
                  <a:cubicBezTo>
                    <a:pt x="120" y="61"/>
                    <a:pt x="120" y="61"/>
                    <a:pt x="120" y="61"/>
                  </a:cubicBezTo>
                  <a:cubicBezTo>
                    <a:pt x="77" y="61"/>
                    <a:pt x="77" y="61"/>
                    <a:pt x="77" y="61"/>
                  </a:cubicBezTo>
                  <a:cubicBezTo>
                    <a:pt x="77" y="79"/>
                    <a:pt x="77" y="79"/>
                    <a:pt x="77" y="79"/>
                  </a:cubicBezTo>
                  <a:cubicBezTo>
                    <a:pt x="77" y="79"/>
                    <a:pt x="77" y="79"/>
                    <a:pt x="77" y="79"/>
                  </a:cubicBezTo>
                  <a:cubicBezTo>
                    <a:pt x="85" y="79"/>
                    <a:pt x="91" y="85"/>
                    <a:pt x="91" y="93"/>
                  </a:cubicBezTo>
                  <a:cubicBezTo>
                    <a:pt x="91" y="97"/>
                    <a:pt x="89" y="102"/>
                    <a:pt x="85" y="104"/>
                  </a:cubicBezTo>
                  <a:cubicBezTo>
                    <a:pt x="85" y="105"/>
                    <a:pt x="84" y="105"/>
                    <a:pt x="83" y="105"/>
                  </a:cubicBezTo>
                  <a:cubicBezTo>
                    <a:pt x="83" y="122"/>
                    <a:pt x="83" y="122"/>
                    <a:pt x="83" y="122"/>
                  </a:cubicBezTo>
                  <a:cubicBezTo>
                    <a:pt x="83" y="126"/>
                    <a:pt x="83" y="126"/>
                    <a:pt x="83" y="126"/>
                  </a:cubicBezTo>
                  <a:cubicBezTo>
                    <a:pt x="83" y="126"/>
                    <a:pt x="83" y="126"/>
                    <a:pt x="83" y="126"/>
                  </a:cubicBezTo>
                  <a:cubicBezTo>
                    <a:pt x="77" y="126"/>
                    <a:pt x="77" y="126"/>
                    <a:pt x="77" y="126"/>
                  </a:cubicBezTo>
                  <a:cubicBezTo>
                    <a:pt x="77" y="143"/>
                    <a:pt x="77" y="143"/>
                    <a:pt x="77" y="143"/>
                  </a:cubicBezTo>
                  <a:cubicBezTo>
                    <a:pt x="154" y="143"/>
                    <a:pt x="154" y="143"/>
                    <a:pt x="154" y="143"/>
                  </a:cubicBezTo>
                  <a:cubicBezTo>
                    <a:pt x="154" y="61"/>
                    <a:pt x="154" y="61"/>
                    <a:pt x="154" y="61"/>
                  </a:cubicBezTo>
                  <a:cubicBezTo>
                    <a:pt x="138" y="61"/>
                    <a:pt x="138" y="61"/>
                    <a:pt x="138" y="61"/>
                  </a:cubicBezTo>
                  <a:lnTo>
                    <a:pt x="138" y="23"/>
                  </a:lnTo>
                  <a:close/>
                  <a:moveTo>
                    <a:pt x="77" y="0"/>
                  </a:moveTo>
                  <a:cubicBezTo>
                    <a:pt x="39" y="0"/>
                    <a:pt x="39" y="0"/>
                    <a:pt x="39" y="0"/>
                  </a:cubicBezTo>
                  <a:cubicBezTo>
                    <a:pt x="26" y="0"/>
                    <a:pt x="16" y="10"/>
                    <a:pt x="16" y="23"/>
                  </a:cubicBezTo>
                  <a:cubicBezTo>
                    <a:pt x="16" y="61"/>
                    <a:pt x="16" y="61"/>
                    <a:pt x="16" y="61"/>
                  </a:cubicBezTo>
                  <a:cubicBezTo>
                    <a:pt x="0" y="61"/>
                    <a:pt x="0" y="61"/>
                    <a:pt x="0" y="61"/>
                  </a:cubicBezTo>
                  <a:cubicBezTo>
                    <a:pt x="0" y="143"/>
                    <a:pt x="0" y="143"/>
                    <a:pt x="0" y="143"/>
                  </a:cubicBezTo>
                  <a:cubicBezTo>
                    <a:pt x="77" y="143"/>
                    <a:pt x="77" y="143"/>
                    <a:pt x="77" y="143"/>
                  </a:cubicBezTo>
                  <a:cubicBezTo>
                    <a:pt x="77" y="126"/>
                    <a:pt x="77" y="126"/>
                    <a:pt x="77" y="126"/>
                  </a:cubicBezTo>
                  <a:cubicBezTo>
                    <a:pt x="71" y="126"/>
                    <a:pt x="71" y="126"/>
                    <a:pt x="71" y="126"/>
                  </a:cubicBezTo>
                  <a:cubicBezTo>
                    <a:pt x="71" y="122"/>
                    <a:pt x="71" y="122"/>
                    <a:pt x="71" y="122"/>
                  </a:cubicBezTo>
                  <a:cubicBezTo>
                    <a:pt x="71" y="105"/>
                    <a:pt x="71" y="105"/>
                    <a:pt x="71" y="105"/>
                  </a:cubicBezTo>
                  <a:cubicBezTo>
                    <a:pt x="70" y="105"/>
                    <a:pt x="70" y="105"/>
                    <a:pt x="69" y="104"/>
                  </a:cubicBezTo>
                  <a:cubicBezTo>
                    <a:pt x="66" y="102"/>
                    <a:pt x="63" y="97"/>
                    <a:pt x="63" y="93"/>
                  </a:cubicBezTo>
                  <a:cubicBezTo>
                    <a:pt x="63" y="85"/>
                    <a:pt x="69" y="79"/>
                    <a:pt x="77" y="79"/>
                  </a:cubicBezTo>
                  <a:cubicBezTo>
                    <a:pt x="77" y="61"/>
                    <a:pt x="77" y="61"/>
                    <a:pt x="77" y="61"/>
                  </a:cubicBezTo>
                  <a:cubicBezTo>
                    <a:pt x="34" y="61"/>
                    <a:pt x="34" y="61"/>
                    <a:pt x="34" y="61"/>
                  </a:cubicBezTo>
                  <a:cubicBezTo>
                    <a:pt x="34" y="61"/>
                    <a:pt x="34" y="61"/>
                    <a:pt x="34" y="61"/>
                  </a:cubicBezTo>
                  <a:cubicBezTo>
                    <a:pt x="34" y="23"/>
                    <a:pt x="34" y="23"/>
                    <a:pt x="34" y="23"/>
                  </a:cubicBezTo>
                  <a:cubicBezTo>
                    <a:pt x="34" y="20"/>
                    <a:pt x="36" y="18"/>
                    <a:pt x="39" y="18"/>
                  </a:cubicBezTo>
                  <a:cubicBezTo>
                    <a:pt x="77" y="18"/>
                    <a:pt x="77" y="18"/>
                    <a:pt x="77" y="18"/>
                  </a:cubicBezTo>
                  <a:lnTo>
                    <a:pt x="77"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7" name="Freeform 297"/>
            <p:cNvSpPr>
              <a:spLocks/>
            </p:cNvSpPr>
            <p:nvPr/>
          </p:nvSpPr>
          <p:spPr bwMode="auto">
            <a:xfrm>
              <a:off x="8869363" y="1573213"/>
              <a:ext cx="615950" cy="514350"/>
            </a:xfrm>
            <a:custGeom>
              <a:avLst/>
              <a:gdLst>
                <a:gd name="T0" fmla="*/ 109 w 164"/>
                <a:gd name="T1" fmla="*/ 0 h 137"/>
                <a:gd name="T2" fmla="*/ 58 w 164"/>
                <a:gd name="T3" fmla="*/ 0 h 137"/>
                <a:gd name="T4" fmla="*/ 0 w 164"/>
                <a:gd name="T5" fmla="*/ 48 h 137"/>
                <a:gd name="T6" fmla="*/ 16 w 164"/>
                <a:gd name="T7" fmla="*/ 71 h 137"/>
                <a:gd name="T8" fmla="*/ 37 w 164"/>
                <a:gd name="T9" fmla="*/ 50 h 137"/>
                <a:gd name="T10" fmla="*/ 36 w 164"/>
                <a:gd name="T11" fmla="*/ 137 h 137"/>
                <a:gd name="T12" fmla="*/ 82 w 164"/>
                <a:gd name="T13" fmla="*/ 137 h 137"/>
                <a:gd name="T14" fmla="*/ 127 w 164"/>
                <a:gd name="T15" fmla="*/ 137 h 137"/>
                <a:gd name="T16" fmla="*/ 127 w 164"/>
                <a:gd name="T17" fmla="*/ 50 h 137"/>
                <a:gd name="T18" fmla="*/ 148 w 164"/>
                <a:gd name="T19" fmla="*/ 71 h 137"/>
                <a:gd name="T20" fmla="*/ 164 w 164"/>
                <a:gd name="T21" fmla="*/ 48 h 137"/>
                <a:gd name="T22" fmla="*/ 109 w 164"/>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137">
                  <a:moveTo>
                    <a:pt x="109" y="0"/>
                  </a:moveTo>
                  <a:cubicBezTo>
                    <a:pt x="101" y="14"/>
                    <a:pt x="67" y="14"/>
                    <a:pt x="58" y="0"/>
                  </a:cubicBezTo>
                  <a:cubicBezTo>
                    <a:pt x="58" y="0"/>
                    <a:pt x="8" y="28"/>
                    <a:pt x="0" y="48"/>
                  </a:cubicBezTo>
                  <a:cubicBezTo>
                    <a:pt x="16" y="71"/>
                    <a:pt x="16" y="71"/>
                    <a:pt x="16" y="71"/>
                  </a:cubicBezTo>
                  <a:cubicBezTo>
                    <a:pt x="16" y="71"/>
                    <a:pt x="30" y="56"/>
                    <a:pt x="37" y="50"/>
                  </a:cubicBezTo>
                  <a:cubicBezTo>
                    <a:pt x="36" y="137"/>
                    <a:pt x="36" y="137"/>
                    <a:pt x="36" y="137"/>
                  </a:cubicBezTo>
                  <a:cubicBezTo>
                    <a:pt x="82" y="137"/>
                    <a:pt x="82" y="137"/>
                    <a:pt x="82" y="137"/>
                  </a:cubicBezTo>
                  <a:cubicBezTo>
                    <a:pt x="127" y="137"/>
                    <a:pt x="127" y="137"/>
                    <a:pt x="127" y="137"/>
                  </a:cubicBezTo>
                  <a:cubicBezTo>
                    <a:pt x="127" y="50"/>
                    <a:pt x="127" y="50"/>
                    <a:pt x="127" y="50"/>
                  </a:cubicBezTo>
                  <a:cubicBezTo>
                    <a:pt x="134" y="56"/>
                    <a:pt x="148" y="71"/>
                    <a:pt x="148" y="71"/>
                  </a:cubicBezTo>
                  <a:cubicBezTo>
                    <a:pt x="164" y="48"/>
                    <a:pt x="164" y="48"/>
                    <a:pt x="164" y="48"/>
                  </a:cubicBezTo>
                  <a:cubicBezTo>
                    <a:pt x="155" y="28"/>
                    <a:pt x="109" y="0"/>
                    <a:pt x="10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8" name="Freeform 298"/>
            <p:cNvSpPr>
              <a:spLocks/>
            </p:cNvSpPr>
            <p:nvPr/>
          </p:nvSpPr>
          <p:spPr bwMode="auto">
            <a:xfrm>
              <a:off x="9099550" y="1547813"/>
              <a:ext cx="171450" cy="49213"/>
            </a:xfrm>
            <a:custGeom>
              <a:avLst/>
              <a:gdLst>
                <a:gd name="T0" fmla="*/ 23 w 46"/>
                <a:gd name="T1" fmla="*/ 13 h 13"/>
                <a:gd name="T2" fmla="*/ 45 w 46"/>
                <a:gd name="T3" fmla="*/ 4 h 13"/>
                <a:gd name="T4" fmla="*/ 44 w 46"/>
                <a:gd name="T5" fmla="*/ 1 h 13"/>
                <a:gd name="T6" fmla="*/ 41 w 46"/>
                <a:gd name="T7" fmla="*/ 2 h 13"/>
                <a:gd name="T8" fmla="*/ 23 w 46"/>
                <a:gd name="T9" fmla="*/ 9 h 13"/>
                <a:gd name="T10" fmla="*/ 4 w 46"/>
                <a:gd name="T11" fmla="*/ 2 h 13"/>
                <a:gd name="T12" fmla="*/ 1 w 46"/>
                <a:gd name="T13" fmla="*/ 1 h 13"/>
                <a:gd name="T14" fmla="*/ 0 w 46"/>
                <a:gd name="T15" fmla="*/ 4 h 13"/>
                <a:gd name="T16" fmla="*/ 23 w 4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
                  <a:moveTo>
                    <a:pt x="23" y="13"/>
                  </a:moveTo>
                  <a:cubicBezTo>
                    <a:pt x="33" y="13"/>
                    <a:pt x="42" y="10"/>
                    <a:pt x="45" y="4"/>
                  </a:cubicBezTo>
                  <a:cubicBezTo>
                    <a:pt x="46" y="3"/>
                    <a:pt x="45" y="1"/>
                    <a:pt x="44" y="1"/>
                  </a:cubicBezTo>
                  <a:cubicBezTo>
                    <a:pt x="43" y="0"/>
                    <a:pt x="41" y="1"/>
                    <a:pt x="41" y="2"/>
                  </a:cubicBezTo>
                  <a:cubicBezTo>
                    <a:pt x="39" y="5"/>
                    <a:pt x="32" y="9"/>
                    <a:pt x="23" y="9"/>
                  </a:cubicBezTo>
                  <a:cubicBezTo>
                    <a:pt x="13" y="9"/>
                    <a:pt x="6" y="5"/>
                    <a:pt x="4" y="2"/>
                  </a:cubicBezTo>
                  <a:cubicBezTo>
                    <a:pt x="4" y="1"/>
                    <a:pt x="2" y="0"/>
                    <a:pt x="1" y="1"/>
                  </a:cubicBezTo>
                  <a:cubicBezTo>
                    <a:pt x="0" y="1"/>
                    <a:pt x="0" y="3"/>
                    <a:pt x="0" y="4"/>
                  </a:cubicBezTo>
                  <a:cubicBezTo>
                    <a:pt x="3" y="10"/>
                    <a:pt x="12" y="13"/>
                    <a:pt x="23" y="1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69" name="Freeform 299"/>
            <p:cNvSpPr>
              <a:spLocks/>
            </p:cNvSpPr>
            <p:nvPr/>
          </p:nvSpPr>
          <p:spPr bwMode="auto">
            <a:xfrm>
              <a:off x="2066925" y="2906713"/>
              <a:ext cx="395288" cy="244475"/>
            </a:xfrm>
            <a:custGeom>
              <a:avLst/>
              <a:gdLst>
                <a:gd name="T0" fmla="*/ 105 w 105"/>
                <a:gd name="T1" fmla="*/ 65 h 65"/>
                <a:gd name="T2" fmla="*/ 105 w 105"/>
                <a:gd name="T3" fmla="*/ 20 h 65"/>
                <a:gd name="T4" fmla="*/ 85 w 105"/>
                <a:gd name="T5" fmla="*/ 0 h 65"/>
                <a:gd name="T6" fmla="*/ 20 w 105"/>
                <a:gd name="T7" fmla="*/ 0 h 65"/>
                <a:gd name="T8" fmla="*/ 0 w 105"/>
                <a:gd name="T9" fmla="*/ 20 h 65"/>
                <a:gd name="T10" fmla="*/ 0 w 105"/>
                <a:gd name="T11" fmla="*/ 45 h 65"/>
                <a:gd name="T12" fmla="*/ 16 w 105"/>
                <a:gd name="T13" fmla="*/ 45 h 65"/>
                <a:gd name="T14" fmla="*/ 16 w 105"/>
                <a:gd name="T15" fmla="*/ 20 h 65"/>
                <a:gd name="T16" fmla="*/ 20 w 105"/>
                <a:gd name="T17" fmla="*/ 16 h 65"/>
                <a:gd name="T18" fmla="*/ 85 w 105"/>
                <a:gd name="T19" fmla="*/ 16 h 65"/>
                <a:gd name="T20" fmla="*/ 89 w 105"/>
                <a:gd name="T21" fmla="*/ 20 h 65"/>
                <a:gd name="T22" fmla="*/ 89 w 105"/>
                <a:gd name="T23" fmla="*/ 65 h 65"/>
                <a:gd name="T24" fmla="*/ 105 w 105"/>
                <a:gd name="T2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65">
                  <a:moveTo>
                    <a:pt x="105" y="65"/>
                  </a:moveTo>
                  <a:cubicBezTo>
                    <a:pt x="105" y="20"/>
                    <a:pt x="105" y="20"/>
                    <a:pt x="105" y="20"/>
                  </a:cubicBezTo>
                  <a:cubicBezTo>
                    <a:pt x="105" y="9"/>
                    <a:pt x="96" y="0"/>
                    <a:pt x="85" y="0"/>
                  </a:cubicBezTo>
                  <a:cubicBezTo>
                    <a:pt x="20" y="0"/>
                    <a:pt x="20" y="0"/>
                    <a:pt x="20" y="0"/>
                  </a:cubicBezTo>
                  <a:cubicBezTo>
                    <a:pt x="9" y="0"/>
                    <a:pt x="0" y="9"/>
                    <a:pt x="0" y="20"/>
                  </a:cubicBezTo>
                  <a:cubicBezTo>
                    <a:pt x="0" y="45"/>
                    <a:pt x="0" y="45"/>
                    <a:pt x="0" y="45"/>
                  </a:cubicBezTo>
                  <a:cubicBezTo>
                    <a:pt x="16" y="45"/>
                    <a:pt x="16" y="45"/>
                    <a:pt x="16" y="45"/>
                  </a:cubicBezTo>
                  <a:cubicBezTo>
                    <a:pt x="16" y="20"/>
                    <a:pt x="16" y="20"/>
                    <a:pt x="16" y="20"/>
                  </a:cubicBezTo>
                  <a:cubicBezTo>
                    <a:pt x="16" y="18"/>
                    <a:pt x="18" y="16"/>
                    <a:pt x="20" y="16"/>
                  </a:cubicBezTo>
                  <a:cubicBezTo>
                    <a:pt x="85" y="16"/>
                    <a:pt x="85" y="16"/>
                    <a:pt x="85" y="16"/>
                  </a:cubicBezTo>
                  <a:cubicBezTo>
                    <a:pt x="88" y="16"/>
                    <a:pt x="89" y="18"/>
                    <a:pt x="89" y="20"/>
                  </a:cubicBezTo>
                  <a:cubicBezTo>
                    <a:pt x="89" y="65"/>
                    <a:pt x="89" y="65"/>
                    <a:pt x="89" y="65"/>
                  </a:cubicBezTo>
                  <a:lnTo>
                    <a:pt x="105" y="65"/>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0" name="Freeform 300"/>
            <p:cNvSpPr>
              <a:spLocks noEditPoints="1"/>
            </p:cNvSpPr>
            <p:nvPr/>
          </p:nvSpPr>
          <p:spPr bwMode="auto">
            <a:xfrm>
              <a:off x="2014538" y="3167063"/>
              <a:ext cx="495300" cy="280988"/>
            </a:xfrm>
            <a:custGeom>
              <a:avLst/>
              <a:gdLst>
                <a:gd name="T0" fmla="*/ 103 w 132"/>
                <a:gd name="T1" fmla="*/ 0 h 75"/>
                <a:gd name="T2" fmla="*/ 66 w 132"/>
                <a:gd name="T3" fmla="*/ 0 h 75"/>
                <a:gd name="T4" fmla="*/ 66 w 132"/>
                <a:gd name="T5" fmla="*/ 20 h 75"/>
                <a:gd name="T6" fmla="*/ 78 w 132"/>
                <a:gd name="T7" fmla="*/ 32 h 75"/>
                <a:gd name="T8" fmla="*/ 71 w 132"/>
                <a:gd name="T9" fmla="*/ 43 h 75"/>
                <a:gd name="T10" fmla="*/ 71 w 132"/>
                <a:gd name="T11" fmla="*/ 43 h 75"/>
                <a:gd name="T12" fmla="*/ 71 w 132"/>
                <a:gd name="T13" fmla="*/ 61 h 75"/>
                <a:gd name="T14" fmla="*/ 66 w 132"/>
                <a:gd name="T15" fmla="*/ 61 h 75"/>
                <a:gd name="T16" fmla="*/ 66 w 132"/>
                <a:gd name="T17" fmla="*/ 75 h 75"/>
                <a:gd name="T18" fmla="*/ 132 w 132"/>
                <a:gd name="T19" fmla="*/ 75 h 75"/>
                <a:gd name="T20" fmla="*/ 132 w 132"/>
                <a:gd name="T21" fmla="*/ 0 h 75"/>
                <a:gd name="T22" fmla="*/ 119 w 132"/>
                <a:gd name="T23" fmla="*/ 0 h 75"/>
                <a:gd name="T24" fmla="*/ 103 w 132"/>
                <a:gd name="T25" fmla="*/ 0 h 75"/>
                <a:gd name="T26" fmla="*/ 66 w 132"/>
                <a:gd name="T27" fmla="*/ 0 h 75"/>
                <a:gd name="T28" fmla="*/ 0 w 132"/>
                <a:gd name="T29" fmla="*/ 0 h 75"/>
                <a:gd name="T30" fmla="*/ 0 w 132"/>
                <a:gd name="T31" fmla="*/ 75 h 75"/>
                <a:gd name="T32" fmla="*/ 66 w 132"/>
                <a:gd name="T33" fmla="*/ 75 h 75"/>
                <a:gd name="T34" fmla="*/ 66 w 132"/>
                <a:gd name="T35" fmla="*/ 61 h 75"/>
                <a:gd name="T36" fmla="*/ 61 w 132"/>
                <a:gd name="T37" fmla="*/ 61 h 75"/>
                <a:gd name="T38" fmla="*/ 61 w 132"/>
                <a:gd name="T39" fmla="*/ 43 h 75"/>
                <a:gd name="T40" fmla="*/ 54 w 132"/>
                <a:gd name="T41" fmla="*/ 32 h 75"/>
                <a:gd name="T42" fmla="*/ 66 w 132"/>
                <a:gd name="T43" fmla="*/ 20 h 75"/>
                <a:gd name="T44" fmla="*/ 66 w 132"/>
                <a:gd name="T45" fmla="*/ 20 h 75"/>
                <a:gd name="T46" fmla="*/ 66 w 132"/>
                <a:gd name="T4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75">
                  <a:moveTo>
                    <a:pt x="103" y="0"/>
                  </a:moveTo>
                  <a:cubicBezTo>
                    <a:pt x="66" y="0"/>
                    <a:pt x="66" y="0"/>
                    <a:pt x="66" y="0"/>
                  </a:cubicBezTo>
                  <a:cubicBezTo>
                    <a:pt x="66" y="20"/>
                    <a:pt x="66" y="20"/>
                    <a:pt x="66" y="20"/>
                  </a:cubicBezTo>
                  <a:cubicBezTo>
                    <a:pt x="73" y="20"/>
                    <a:pt x="78" y="26"/>
                    <a:pt x="78" y="32"/>
                  </a:cubicBezTo>
                  <a:cubicBezTo>
                    <a:pt x="78" y="37"/>
                    <a:pt x="75" y="41"/>
                    <a:pt x="71" y="43"/>
                  </a:cubicBezTo>
                  <a:cubicBezTo>
                    <a:pt x="71" y="43"/>
                    <a:pt x="71" y="43"/>
                    <a:pt x="71" y="43"/>
                  </a:cubicBezTo>
                  <a:cubicBezTo>
                    <a:pt x="71" y="61"/>
                    <a:pt x="71" y="61"/>
                    <a:pt x="71" y="61"/>
                  </a:cubicBezTo>
                  <a:cubicBezTo>
                    <a:pt x="66" y="61"/>
                    <a:pt x="66" y="61"/>
                    <a:pt x="66" y="61"/>
                  </a:cubicBezTo>
                  <a:cubicBezTo>
                    <a:pt x="66" y="75"/>
                    <a:pt x="66" y="75"/>
                    <a:pt x="66" y="75"/>
                  </a:cubicBezTo>
                  <a:cubicBezTo>
                    <a:pt x="132" y="75"/>
                    <a:pt x="132" y="75"/>
                    <a:pt x="132" y="75"/>
                  </a:cubicBezTo>
                  <a:cubicBezTo>
                    <a:pt x="132" y="0"/>
                    <a:pt x="132" y="0"/>
                    <a:pt x="132" y="0"/>
                  </a:cubicBezTo>
                  <a:cubicBezTo>
                    <a:pt x="119" y="0"/>
                    <a:pt x="119" y="0"/>
                    <a:pt x="119" y="0"/>
                  </a:cubicBezTo>
                  <a:lnTo>
                    <a:pt x="103" y="0"/>
                  </a:lnTo>
                  <a:close/>
                  <a:moveTo>
                    <a:pt x="66" y="0"/>
                  </a:moveTo>
                  <a:cubicBezTo>
                    <a:pt x="0" y="0"/>
                    <a:pt x="0" y="0"/>
                    <a:pt x="0" y="0"/>
                  </a:cubicBezTo>
                  <a:cubicBezTo>
                    <a:pt x="0" y="75"/>
                    <a:pt x="0" y="75"/>
                    <a:pt x="0" y="75"/>
                  </a:cubicBezTo>
                  <a:cubicBezTo>
                    <a:pt x="66" y="75"/>
                    <a:pt x="66" y="75"/>
                    <a:pt x="66" y="75"/>
                  </a:cubicBezTo>
                  <a:cubicBezTo>
                    <a:pt x="66" y="61"/>
                    <a:pt x="66" y="61"/>
                    <a:pt x="66" y="61"/>
                  </a:cubicBezTo>
                  <a:cubicBezTo>
                    <a:pt x="61" y="61"/>
                    <a:pt x="61" y="61"/>
                    <a:pt x="61" y="61"/>
                  </a:cubicBezTo>
                  <a:cubicBezTo>
                    <a:pt x="61" y="43"/>
                    <a:pt x="61" y="43"/>
                    <a:pt x="61" y="43"/>
                  </a:cubicBezTo>
                  <a:cubicBezTo>
                    <a:pt x="57" y="41"/>
                    <a:pt x="54" y="37"/>
                    <a:pt x="54" y="32"/>
                  </a:cubicBezTo>
                  <a:cubicBezTo>
                    <a:pt x="54" y="26"/>
                    <a:pt x="60" y="20"/>
                    <a:pt x="66" y="20"/>
                  </a:cubicBezTo>
                  <a:cubicBezTo>
                    <a:pt x="66" y="20"/>
                    <a:pt x="66" y="20"/>
                    <a:pt x="66" y="20"/>
                  </a:cubicBezTo>
                  <a:lnTo>
                    <a:pt x="66"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1" name="Freeform 301"/>
            <p:cNvSpPr>
              <a:spLocks/>
            </p:cNvSpPr>
            <p:nvPr/>
          </p:nvSpPr>
          <p:spPr bwMode="auto">
            <a:xfrm>
              <a:off x="5983288" y="3854450"/>
              <a:ext cx="717550" cy="671513"/>
            </a:xfrm>
            <a:custGeom>
              <a:avLst/>
              <a:gdLst>
                <a:gd name="T0" fmla="*/ 27 w 191"/>
                <a:gd name="T1" fmla="*/ 144 h 179"/>
                <a:gd name="T2" fmla="*/ 79 w 191"/>
                <a:gd name="T3" fmla="*/ 117 h 179"/>
                <a:gd name="T4" fmla="*/ 89 w 191"/>
                <a:gd name="T5" fmla="*/ 116 h 179"/>
                <a:gd name="T6" fmla="*/ 90 w 191"/>
                <a:gd name="T7" fmla="*/ 126 h 179"/>
                <a:gd name="T8" fmla="*/ 89 w 191"/>
                <a:gd name="T9" fmla="*/ 148 h 179"/>
                <a:gd name="T10" fmla="*/ 87 w 191"/>
                <a:gd name="T11" fmla="*/ 179 h 179"/>
                <a:gd name="T12" fmla="*/ 103 w 191"/>
                <a:gd name="T13" fmla="*/ 179 h 179"/>
                <a:gd name="T14" fmla="*/ 102 w 191"/>
                <a:gd name="T15" fmla="*/ 148 h 179"/>
                <a:gd name="T16" fmla="*/ 101 w 191"/>
                <a:gd name="T17" fmla="*/ 126 h 179"/>
                <a:gd name="T18" fmla="*/ 102 w 191"/>
                <a:gd name="T19" fmla="*/ 116 h 179"/>
                <a:gd name="T20" fmla="*/ 111 w 191"/>
                <a:gd name="T21" fmla="*/ 117 h 179"/>
                <a:gd name="T22" fmla="*/ 163 w 191"/>
                <a:gd name="T23" fmla="*/ 144 h 179"/>
                <a:gd name="T24" fmla="*/ 184 w 191"/>
                <a:gd name="T25" fmla="*/ 123 h 179"/>
                <a:gd name="T26" fmla="*/ 171 w 191"/>
                <a:gd name="T27" fmla="*/ 58 h 179"/>
                <a:gd name="T28" fmla="*/ 106 w 191"/>
                <a:gd name="T29" fmla="*/ 99 h 179"/>
                <a:gd name="T30" fmla="*/ 103 w 191"/>
                <a:gd name="T31" fmla="*/ 93 h 179"/>
                <a:gd name="T32" fmla="*/ 115 w 191"/>
                <a:gd name="T33" fmla="*/ 72 h 179"/>
                <a:gd name="T34" fmla="*/ 136 w 191"/>
                <a:gd name="T35" fmla="*/ 22 h 179"/>
                <a:gd name="T36" fmla="*/ 95 w 191"/>
                <a:gd name="T37" fmla="*/ 0 h 179"/>
                <a:gd name="T38" fmla="*/ 54 w 191"/>
                <a:gd name="T39" fmla="*/ 22 h 179"/>
                <a:gd name="T40" fmla="*/ 76 w 191"/>
                <a:gd name="T41" fmla="*/ 72 h 179"/>
                <a:gd name="T42" fmla="*/ 87 w 191"/>
                <a:gd name="T43" fmla="*/ 93 h 179"/>
                <a:gd name="T44" fmla="*/ 85 w 191"/>
                <a:gd name="T45" fmla="*/ 99 h 179"/>
                <a:gd name="T46" fmla="*/ 20 w 191"/>
                <a:gd name="T47" fmla="*/ 58 h 179"/>
                <a:gd name="T48" fmla="*/ 7 w 191"/>
                <a:gd name="T49" fmla="*/ 123 h 179"/>
                <a:gd name="T50" fmla="*/ 27 w 191"/>
                <a:gd name="T51" fmla="*/ 14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179">
                  <a:moveTo>
                    <a:pt x="27" y="144"/>
                  </a:moveTo>
                  <a:cubicBezTo>
                    <a:pt x="47" y="146"/>
                    <a:pt x="64" y="126"/>
                    <a:pt x="79" y="117"/>
                  </a:cubicBezTo>
                  <a:cubicBezTo>
                    <a:pt x="81" y="116"/>
                    <a:pt x="87" y="113"/>
                    <a:pt x="89" y="116"/>
                  </a:cubicBezTo>
                  <a:cubicBezTo>
                    <a:pt x="91" y="118"/>
                    <a:pt x="90" y="123"/>
                    <a:pt x="90" y="126"/>
                  </a:cubicBezTo>
                  <a:cubicBezTo>
                    <a:pt x="89" y="133"/>
                    <a:pt x="89" y="140"/>
                    <a:pt x="89" y="148"/>
                  </a:cubicBezTo>
                  <a:cubicBezTo>
                    <a:pt x="88" y="156"/>
                    <a:pt x="88" y="170"/>
                    <a:pt x="87" y="179"/>
                  </a:cubicBezTo>
                  <a:cubicBezTo>
                    <a:pt x="103" y="179"/>
                    <a:pt x="103" y="179"/>
                    <a:pt x="103" y="179"/>
                  </a:cubicBezTo>
                  <a:cubicBezTo>
                    <a:pt x="103" y="170"/>
                    <a:pt x="102" y="156"/>
                    <a:pt x="102" y="148"/>
                  </a:cubicBezTo>
                  <a:cubicBezTo>
                    <a:pt x="102" y="140"/>
                    <a:pt x="101" y="133"/>
                    <a:pt x="101" y="126"/>
                  </a:cubicBezTo>
                  <a:cubicBezTo>
                    <a:pt x="101" y="123"/>
                    <a:pt x="100" y="118"/>
                    <a:pt x="102" y="116"/>
                  </a:cubicBezTo>
                  <a:cubicBezTo>
                    <a:pt x="104" y="113"/>
                    <a:pt x="109" y="116"/>
                    <a:pt x="111" y="117"/>
                  </a:cubicBezTo>
                  <a:cubicBezTo>
                    <a:pt x="127" y="126"/>
                    <a:pt x="143" y="146"/>
                    <a:pt x="163" y="144"/>
                  </a:cubicBezTo>
                  <a:cubicBezTo>
                    <a:pt x="174" y="143"/>
                    <a:pt x="181" y="133"/>
                    <a:pt x="184" y="123"/>
                  </a:cubicBezTo>
                  <a:cubicBezTo>
                    <a:pt x="190" y="105"/>
                    <a:pt x="191" y="70"/>
                    <a:pt x="171" y="58"/>
                  </a:cubicBezTo>
                  <a:cubicBezTo>
                    <a:pt x="141" y="40"/>
                    <a:pt x="131" y="97"/>
                    <a:pt x="106" y="99"/>
                  </a:cubicBezTo>
                  <a:cubicBezTo>
                    <a:pt x="101" y="100"/>
                    <a:pt x="102" y="98"/>
                    <a:pt x="103" y="93"/>
                  </a:cubicBezTo>
                  <a:cubicBezTo>
                    <a:pt x="106" y="86"/>
                    <a:pt x="110" y="78"/>
                    <a:pt x="115" y="72"/>
                  </a:cubicBezTo>
                  <a:cubicBezTo>
                    <a:pt x="125" y="58"/>
                    <a:pt x="139" y="40"/>
                    <a:pt x="136" y="22"/>
                  </a:cubicBezTo>
                  <a:cubicBezTo>
                    <a:pt x="134" y="5"/>
                    <a:pt x="113" y="0"/>
                    <a:pt x="95" y="0"/>
                  </a:cubicBezTo>
                  <a:cubicBezTo>
                    <a:pt x="77" y="0"/>
                    <a:pt x="57" y="5"/>
                    <a:pt x="54" y="22"/>
                  </a:cubicBezTo>
                  <a:cubicBezTo>
                    <a:pt x="51" y="40"/>
                    <a:pt x="65" y="58"/>
                    <a:pt x="76" y="72"/>
                  </a:cubicBezTo>
                  <a:cubicBezTo>
                    <a:pt x="81" y="78"/>
                    <a:pt x="85" y="86"/>
                    <a:pt x="87" y="93"/>
                  </a:cubicBezTo>
                  <a:cubicBezTo>
                    <a:pt x="89" y="98"/>
                    <a:pt x="89" y="100"/>
                    <a:pt x="85" y="99"/>
                  </a:cubicBezTo>
                  <a:cubicBezTo>
                    <a:pt x="59" y="97"/>
                    <a:pt x="49" y="40"/>
                    <a:pt x="20" y="58"/>
                  </a:cubicBezTo>
                  <a:cubicBezTo>
                    <a:pt x="0" y="70"/>
                    <a:pt x="0" y="105"/>
                    <a:pt x="7" y="123"/>
                  </a:cubicBezTo>
                  <a:cubicBezTo>
                    <a:pt x="10" y="133"/>
                    <a:pt x="17" y="143"/>
                    <a:pt x="27" y="14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2" name="Freeform 302"/>
            <p:cNvSpPr>
              <a:spLocks/>
            </p:cNvSpPr>
            <p:nvPr/>
          </p:nvSpPr>
          <p:spPr bwMode="auto">
            <a:xfrm>
              <a:off x="1271588" y="2366963"/>
              <a:ext cx="511175" cy="547688"/>
            </a:xfrm>
            <a:custGeom>
              <a:avLst/>
              <a:gdLst>
                <a:gd name="T0" fmla="*/ 112 w 136"/>
                <a:gd name="T1" fmla="*/ 100 h 146"/>
                <a:gd name="T2" fmla="*/ 122 w 136"/>
                <a:gd name="T3" fmla="*/ 95 h 146"/>
                <a:gd name="T4" fmla="*/ 134 w 136"/>
                <a:gd name="T5" fmla="*/ 90 h 146"/>
                <a:gd name="T6" fmla="*/ 136 w 136"/>
                <a:gd name="T7" fmla="*/ 73 h 146"/>
                <a:gd name="T8" fmla="*/ 132 w 136"/>
                <a:gd name="T9" fmla="*/ 43 h 146"/>
                <a:gd name="T10" fmla="*/ 101 w 136"/>
                <a:gd name="T11" fmla="*/ 69 h 146"/>
                <a:gd name="T12" fmla="*/ 91 w 136"/>
                <a:gd name="T13" fmla="*/ 79 h 146"/>
                <a:gd name="T14" fmla="*/ 92 w 136"/>
                <a:gd name="T15" fmla="*/ 68 h 146"/>
                <a:gd name="T16" fmla="*/ 102 w 136"/>
                <a:gd name="T17" fmla="*/ 48 h 146"/>
                <a:gd name="T18" fmla="*/ 93 w 136"/>
                <a:gd name="T19" fmla="*/ 29 h 146"/>
                <a:gd name="T20" fmla="*/ 68 w 136"/>
                <a:gd name="T21" fmla="*/ 0 h 146"/>
                <a:gd name="T22" fmla="*/ 68 w 136"/>
                <a:gd name="T23" fmla="*/ 0 h 146"/>
                <a:gd name="T24" fmla="*/ 68 w 136"/>
                <a:gd name="T25" fmla="*/ 0 h 146"/>
                <a:gd name="T26" fmla="*/ 68 w 136"/>
                <a:gd name="T27" fmla="*/ 0 h 146"/>
                <a:gd name="T28" fmla="*/ 68 w 136"/>
                <a:gd name="T29" fmla="*/ 0 h 146"/>
                <a:gd name="T30" fmla="*/ 43 w 136"/>
                <a:gd name="T31" fmla="*/ 29 h 146"/>
                <a:gd name="T32" fmla="*/ 34 w 136"/>
                <a:gd name="T33" fmla="*/ 48 h 146"/>
                <a:gd name="T34" fmla="*/ 44 w 136"/>
                <a:gd name="T35" fmla="*/ 68 h 146"/>
                <a:gd name="T36" fmla="*/ 45 w 136"/>
                <a:gd name="T37" fmla="*/ 79 h 146"/>
                <a:gd name="T38" fmla="*/ 35 w 136"/>
                <a:gd name="T39" fmla="*/ 69 h 146"/>
                <a:gd name="T40" fmla="*/ 4 w 136"/>
                <a:gd name="T41" fmla="*/ 43 h 146"/>
                <a:gd name="T42" fmla="*/ 0 w 136"/>
                <a:gd name="T43" fmla="*/ 73 h 146"/>
                <a:gd name="T44" fmla="*/ 2 w 136"/>
                <a:gd name="T45" fmla="*/ 90 h 146"/>
                <a:gd name="T46" fmla="*/ 14 w 136"/>
                <a:gd name="T47" fmla="*/ 95 h 146"/>
                <a:gd name="T48" fmla="*/ 24 w 136"/>
                <a:gd name="T49" fmla="*/ 100 h 146"/>
                <a:gd name="T50" fmla="*/ 22 w 136"/>
                <a:gd name="T51" fmla="*/ 107 h 146"/>
                <a:gd name="T52" fmla="*/ 0 w 136"/>
                <a:gd name="T53" fmla="*/ 100 h 146"/>
                <a:gd name="T54" fmla="*/ 31 w 136"/>
                <a:gd name="T55" fmla="*/ 143 h 146"/>
                <a:gd name="T56" fmla="*/ 46 w 136"/>
                <a:gd name="T57" fmla="*/ 140 h 146"/>
                <a:gd name="T58" fmla="*/ 60 w 136"/>
                <a:gd name="T59" fmla="*/ 131 h 146"/>
                <a:gd name="T60" fmla="*/ 65 w 136"/>
                <a:gd name="T61" fmla="*/ 129 h 146"/>
                <a:gd name="T62" fmla="*/ 65 w 136"/>
                <a:gd name="T63" fmla="*/ 123 h 146"/>
                <a:gd name="T64" fmla="*/ 68 w 136"/>
                <a:gd name="T65" fmla="*/ 65 h 146"/>
                <a:gd name="T66" fmla="*/ 71 w 136"/>
                <a:gd name="T67" fmla="*/ 123 h 146"/>
                <a:gd name="T68" fmla="*/ 71 w 136"/>
                <a:gd name="T69" fmla="*/ 129 h 146"/>
                <a:gd name="T70" fmla="*/ 76 w 136"/>
                <a:gd name="T71" fmla="*/ 131 h 146"/>
                <a:gd name="T72" fmla="*/ 90 w 136"/>
                <a:gd name="T73" fmla="*/ 140 h 146"/>
                <a:gd name="T74" fmla="*/ 105 w 136"/>
                <a:gd name="T75" fmla="*/ 143 h 146"/>
                <a:gd name="T76" fmla="*/ 136 w 136"/>
                <a:gd name="T77" fmla="*/ 100 h 146"/>
                <a:gd name="T78" fmla="*/ 114 w 136"/>
                <a:gd name="T79" fmla="*/ 107 h 146"/>
                <a:gd name="T80" fmla="*/ 112 w 136"/>
                <a:gd name="T81" fmla="*/ 10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 h="146">
                  <a:moveTo>
                    <a:pt x="112" y="100"/>
                  </a:moveTo>
                  <a:cubicBezTo>
                    <a:pt x="115" y="97"/>
                    <a:pt x="119" y="96"/>
                    <a:pt x="122" y="95"/>
                  </a:cubicBezTo>
                  <a:cubicBezTo>
                    <a:pt x="126" y="94"/>
                    <a:pt x="130" y="93"/>
                    <a:pt x="134" y="90"/>
                  </a:cubicBezTo>
                  <a:cubicBezTo>
                    <a:pt x="135" y="85"/>
                    <a:pt x="136" y="79"/>
                    <a:pt x="136" y="73"/>
                  </a:cubicBezTo>
                  <a:cubicBezTo>
                    <a:pt x="134" y="63"/>
                    <a:pt x="132" y="53"/>
                    <a:pt x="132" y="43"/>
                  </a:cubicBezTo>
                  <a:cubicBezTo>
                    <a:pt x="120" y="50"/>
                    <a:pt x="105" y="54"/>
                    <a:pt x="101" y="69"/>
                  </a:cubicBezTo>
                  <a:cubicBezTo>
                    <a:pt x="101" y="72"/>
                    <a:pt x="96" y="82"/>
                    <a:pt x="91" y="79"/>
                  </a:cubicBezTo>
                  <a:cubicBezTo>
                    <a:pt x="87" y="76"/>
                    <a:pt x="90" y="71"/>
                    <a:pt x="92" y="68"/>
                  </a:cubicBezTo>
                  <a:cubicBezTo>
                    <a:pt x="96" y="61"/>
                    <a:pt x="102" y="56"/>
                    <a:pt x="102" y="48"/>
                  </a:cubicBezTo>
                  <a:cubicBezTo>
                    <a:pt x="102" y="41"/>
                    <a:pt x="97" y="34"/>
                    <a:pt x="93" y="29"/>
                  </a:cubicBezTo>
                  <a:cubicBezTo>
                    <a:pt x="85" y="19"/>
                    <a:pt x="75" y="11"/>
                    <a:pt x="68" y="0"/>
                  </a:cubicBezTo>
                  <a:cubicBezTo>
                    <a:pt x="68" y="0"/>
                    <a:pt x="68" y="0"/>
                    <a:pt x="68" y="0"/>
                  </a:cubicBezTo>
                  <a:cubicBezTo>
                    <a:pt x="68" y="0"/>
                    <a:pt x="68" y="0"/>
                    <a:pt x="68" y="0"/>
                  </a:cubicBezTo>
                  <a:cubicBezTo>
                    <a:pt x="68" y="0"/>
                    <a:pt x="68" y="0"/>
                    <a:pt x="68" y="0"/>
                  </a:cubicBezTo>
                  <a:cubicBezTo>
                    <a:pt x="68" y="0"/>
                    <a:pt x="68" y="0"/>
                    <a:pt x="68" y="0"/>
                  </a:cubicBezTo>
                  <a:cubicBezTo>
                    <a:pt x="61" y="11"/>
                    <a:pt x="51" y="19"/>
                    <a:pt x="43" y="29"/>
                  </a:cubicBezTo>
                  <a:cubicBezTo>
                    <a:pt x="39" y="34"/>
                    <a:pt x="34" y="41"/>
                    <a:pt x="34" y="48"/>
                  </a:cubicBezTo>
                  <a:cubicBezTo>
                    <a:pt x="34" y="56"/>
                    <a:pt x="40" y="61"/>
                    <a:pt x="44" y="68"/>
                  </a:cubicBezTo>
                  <a:cubicBezTo>
                    <a:pt x="46" y="71"/>
                    <a:pt x="49" y="76"/>
                    <a:pt x="45" y="79"/>
                  </a:cubicBezTo>
                  <a:cubicBezTo>
                    <a:pt x="40" y="82"/>
                    <a:pt x="35" y="72"/>
                    <a:pt x="35" y="69"/>
                  </a:cubicBezTo>
                  <a:cubicBezTo>
                    <a:pt x="31" y="54"/>
                    <a:pt x="16" y="50"/>
                    <a:pt x="4" y="43"/>
                  </a:cubicBezTo>
                  <a:cubicBezTo>
                    <a:pt x="4" y="53"/>
                    <a:pt x="2" y="63"/>
                    <a:pt x="0" y="73"/>
                  </a:cubicBezTo>
                  <a:cubicBezTo>
                    <a:pt x="0" y="79"/>
                    <a:pt x="1" y="85"/>
                    <a:pt x="2" y="90"/>
                  </a:cubicBezTo>
                  <a:cubicBezTo>
                    <a:pt x="6" y="93"/>
                    <a:pt x="10" y="94"/>
                    <a:pt x="14" y="95"/>
                  </a:cubicBezTo>
                  <a:cubicBezTo>
                    <a:pt x="17" y="96"/>
                    <a:pt x="21" y="97"/>
                    <a:pt x="24" y="100"/>
                  </a:cubicBezTo>
                  <a:cubicBezTo>
                    <a:pt x="27" y="102"/>
                    <a:pt x="27" y="108"/>
                    <a:pt x="22" y="107"/>
                  </a:cubicBezTo>
                  <a:cubicBezTo>
                    <a:pt x="14" y="106"/>
                    <a:pt x="8" y="99"/>
                    <a:pt x="0" y="100"/>
                  </a:cubicBezTo>
                  <a:cubicBezTo>
                    <a:pt x="4" y="118"/>
                    <a:pt x="13" y="135"/>
                    <a:pt x="31" y="143"/>
                  </a:cubicBezTo>
                  <a:cubicBezTo>
                    <a:pt x="38" y="146"/>
                    <a:pt x="40" y="144"/>
                    <a:pt x="46" y="140"/>
                  </a:cubicBezTo>
                  <a:cubicBezTo>
                    <a:pt x="51" y="136"/>
                    <a:pt x="54" y="133"/>
                    <a:pt x="60" y="131"/>
                  </a:cubicBezTo>
                  <a:cubicBezTo>
                    <a:pt x="62" y="131"/>
                    <a:pt x="64" y="132"/>
                    <a:pt x="65" y="129"/>
                  </a:cubicBezTo>
                  <a:cubicBezTo>
                    <a:pt x="65" y="127"/>
                    <a:pt x="65" y="125"/>
                    <a:pt x="65" y="123"/>
                  </a:cubicBezTo>
                  <a:cubicBezTo>
                    <a:pt x="66" y="100"/>
                    <a:pt x="67" y="87"/>
                    <a:pt x="68" y="65"/>
                  </a:cubicBezTo>
                  <a:cubicBezTo>
                    <a:pt x="69" y="87"/>
                    <a:pt x="70" y="100"/>
                    <a:pt x="71" y="123"/>
                  </a:cubicBezTo>
                  <a:cubicBezTo>
                    <a:pt x="71" y="125"/>
                    <a:pt x="71" y="127"/>
                    <a:pt x="71" y="129"/>
                  </a:cubicBezTo>
                  <a:cubicBezTo>
                    <a:pt x="72" y="132"/>
                    <a:pt x="74" y="131"/>
                    <a:pt x="76" y="131"/>
                  </a:cubicBezTo>
                  <a:cubicBezTo>
                    <a:pt x="82" y="133"/>
                    <a:pt x="85" y="136"/>
                    <a:pt x="90" y="140"/>
                  </a:cubicBezTo>
                  <a:cubicBezTo>
                    <a:pt x="96" y="144"/>
                    <a:pt x="98" y="146"/>
                    <a:pt x="105" y="143"/>
                  </a:cubicBezTo>
                  <a:cubicBezTo>
                    <a:pt x="123" y="135"/>
                    <a:pt x="132" y="118"/>
                    <a:pt x="136" y="100"/>
                  </a:cubicBezTo>
                  <a:cubicBezTo>
                    <a:pt x="128" y="99"/>
                    <a:pt x="122" y="106"/>
                    <a:pt x="114" y="107"/>
                  </a:cubicBezTo>
                  <a:cubicBezTo>
                    <a:pt x="109" y="108"/>
                    <a:pt x="109" y="102"/>
                    <a:pt x="112" y="10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3" name="Rectangle 303"/>
            <p:cNvSpPr>
              <a:spLocks noChangeArrowheads="1"/>
            </p:cNvSpPr>
            <p:nvPr/>
          </p:nvSpPr>
          <p:spPr bwMode="auto">
            <a:xfrm>
              <a:off x="1508125" y="2873375"/>
              <a:ext cx="38100" cy="165100"/>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4" name="Freeform 304"/>
            <p:cNvSpPr>
              <a:spLocks noEditPoints="1"/>
            </p:cNvSpPr>
            <p:nvPr/>
          </p:nvSpPr>
          <p:spPr bwMode="auto">
            <a:xfrm>
              <a:off x="885825" y="3767138"/>
              <a:ext cx="608013" cy="585788"/>
            </a:xfrm>
            <a:custGeom>
              <a:avLst/>
              <a:gdLst>
                <a:gd name="T0" fmla="*/ 83 w 162"/>
                <a:gd name="T1" fmla="*/ 153 h 156"/>
                <a:gd name="T2" fmla="*/ 111 w 162"/>
                <a:gd name="T3" fmla="*/ 151 h 156"/>
                <a:gd name="T4" fmla="*/ 138 w 162"/>
                <a:gd name="T5" fmla="*/ 108 h 156"/>
                <a:gd name="T6" fmla="*/ 162 w 162"/>
                <a:gd name="T7" fmla="*/ 0 h 156"/>
                <a:gd name="T8" fmla="*/ 83 w 162"/>
                <a:gd name="T9" fmla="*/ 17 h 156"/>
                <a:gd name="T10" fmla="*/ 83 w 162"/>
                <a:gd name="T11" fmla="*/ 33 h 156"/>
                <a:gd name="T12" fmla="*/ 142 w 162"/>
                <a:gd name="T13" fmla="*/ 20 h 156"/>
                <a:gd name="T14" fmla="*/ 123 w 162"/>
                <a:gd name="T15" fmla="*/ 101 h 156"/>
                <a:gd name="T16" fmla="*/ 109 w 162"/>
                <a:gd name="T17" fmla="*/ 132 h 156"/>
                <a:gd name="T18" fmla="*/ 83 w 162"/>
                <a:gd name="T19" fmla="*/ 135 h 156"/>
                <a:gd name="T20" fmla="*/ 83 w 162"/>
                <a:gd name="T21" fmla="*/ 153 h 156"/>
                <a:gd name="T22" fmla="*/ 83 w 162"/>
                <a:gd name="T23" fmla="*/ 115 h 156"/>
                <a:gd name="T24" fmla="*/ 83 w 162"/>
                <a:gd name="T25" fmla="*/ 100 h 156"/>
                <a:gd name="T26" fmla="*/ 111 w 162"/>
                <a:gd name="T27" fmla="*/ 100 h 156"/>
                <a:gd name="T28" fmla="*/ 107 w 162"/>
                <a:gd name="T29" fmla="*/ 113 h 156"/>
                <a:gd name="T30" fmla="*/ 100 w 162"/>
                <a:gd name="T31" fmla="*/ 115 h 156"/>
                <a:gd name="T32" fmla="*/ 83 w 162"/>
                <a:gd name="T33" fmla="*/ 115 h 156"/>
                <a:gd name="T34" fmla="*/ 83 w 162"/>
                <a:gd name="T35" fmla="*/ 90 h 156"/>
                <a:gd name="T36" fmla="*/ 83 w 162"/>
                <a:gd name="T37" fmla="*/ 47 h 156"/>
                <a:gd name="T38" fmla="*/ 92 w 162"/>
                <a:gd name="T39" fmla="*/ 44 h 156"/>
                <a:gd name="T40" fmla="*/ 91 w 162"/>
                <a:gd name="T41" fmla="*/ 60 h 156"/>
                <a:gd name="T42" fmla="*/ 110 w 162"/>
                <a:gd name="T43" fmla="*/ 42 h 156"/>
                <a:gd name="T44" fmla="*/ 126 w 162"/>
                <a:gd name="T45" fmla="*/ 36 h 156"/>
                <a:gd name="T46" fmla="*/ 120 w 162"/>
                <a:gd name="T47" fmla="*/ 53 h 156"/>
                <a:gd name="T48" fmla="*/ 102 w 162"/>
                <a:gd name="T49" fmla="*/ 71 h 156"/>
                <a:gd name="T50" fmla="*/ 118 w 162"/>
                <a:gd name="T51" fmla="*/ 71 h 156"/>
                <a:gd name="T52" fmla="*/ 114 w 162"/>
                <a:gd name="T53" fmla="*/ 86 h 156"/>
                <a:gd name="T54" fmla="*/ 99 w 162"/>
                <a:gd name="T55" fmla="*/ 87 h 156"/>
                <a:gd name="T56" fmla="*/ 85 w 162"/>
                <a:gd name="T57" fmla="*/ 88 h 156"/>
                <a:gd name="T58" fmla="*/ 83 w 162"/>
                <a:gd name="T59" fmla="*/ 90 h 156"/>
                <a:gd name="T60" fmla="*/ 20 w 162"/>
                <a:gd name="T61" fmla="*/ 143 h 156"/>
                <a:gd name="T62" fmla="*/ 25 w 162"/>
                <a:gd name="T63" fmla="*/ 148 h 156"/>
                <a:gd name="T64" fmla="*/ 53 w 162"/>
                <a:gd name="T65" fmla="*/ 120 h 156"/>
                <a:gd name="T66" fmla="*/ 83 w 162"/>
                <a:gd name="T67" fmla="*/ 153 h 156"/>
                <a:gd name="T68" fmla="*/ 83 w 162"/>
                <a:gd name="T69" fmla="*/ 135 h 156"/>
                <a:gd name="T70" fmla="*/ 69 w 162"/>
                <a:gd name="T71" fmla="*/ 115 h 156"/>
                <a:gd name="T72" fmla="*/ 83 w 162"/>
                <a:gd name="T73" fmla="*/ 115 h 156"/>
                <a:gd name="T74" fmla="*/ 83 w 162"/>
                <a:gd name="T75" fmla="*/ 100 h 156"/>
                <a:gd name="T76" fmla="*/ 73 w 162"/>
                <a:gd name="T77" fmla="*/ 100 h 156"/>
                <a:gd name="T78" fmla="*/ 83 w 162"/>
                <a:gd name="T79" fmla="*/ 90 h 156"/>
                <a:gd name="T80" fmla="*/ 83 w 162"/>
                <a:gd name="T81" fmla="*/ 47 h 156"/>
                <a:gd name="T82" fmla="*/ 76 w 162"/>
                <a:gd name="T83" fmla="*/ 49 h 156"/>
                <a:gd name="T84" fmla="*/ 75 w 162"/>
                <a:gd name="T85" fmla="*/ 63 h 156"/>
                <a:gd name="T86" fmla="*/ 75 w 162"/>
                <a:gd name="T87" fmla="*/ 77 h 156"/>
                <a:gd name="T88" fmla="*/ 63 w 162"/>
                <a:gd name="T89" fmla="*/ 89 h 156"/>
                <a:gd name="T90" fmla="*/ 63 w 162"/>
                <a:gd name="T91" fmla="*/ 51 h 156"/>
                <a:gd name="T92" fmla="*/ 49 w 162"/>
                <a:gd name="T93" fmla="*/ 55 h 156"/>
                <a:gd name="T94" fmla="*/ 47 w 162"/>
                <a:gd name="T95" fmla="*/ 63 h 156"/>
                <a:gd name="T96" fmla="*/ 47 w 162"/>
                <a:gd name="T97" fmla="*/ 93 h 156"/>
                <a:gd name="T98" fmla="*/ 30 w 162"/>
                <a:gd name="T99" fmla="*/ 53 h 156"/>
                <a:gd name="T100" fmla="*/ 30 w 162"/>
                <a:gd name="T101" fmla="*/ 53 h 156"/>
                <a:gd name="T102" fmla="*/ 62 w 162"/>
                <a:gd name="T103" fmla="*/ 39 h 156"/>
                <a:gd name="T104" fmla="*/ 83 w 162"/>
                <a:gd name="T105" fmla="*/ 33 h 156"/>
                <a:gd name="T106" fmla="*/ 83 w 162"/>
                <a:gd name="T107" fmla="*/ 17 h 156"/>
                <a:gd name="T108" fmla="*/ 54 w 162"/>
                <a:gd name="T109" fmla="*/ 24 h 156"/>
                <a:gd name="T110" fmla="*/ 11 w 162"/>
                <a:gd name="T111" fmla="*/ 51 h 156"/>
                <a:gd name="T112" fmla="*/ 42 w 162"/>
                <a:gd name="T113" fmla="*/ 110 h 156"/>
                <a:gd name="T114" fmla="*/ 14 w 162"/>
                <a:gd name="T115" fmla="*/ 138 h 156"/>
                <a:gd name="T116" fmla="*/ 20 w 162"/>
                <a:gd name="T117" fmla="*/ 14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2" h="156">
                  <a:moveTo>
                    <a:pt x="83" y="153"/>
                  </a:moveTo>
                  <a:cubicBezTo>
                    <a:pt x="92" y="156"/>
                    <a:pt x="102" y="155"/>
                    <a:pt x="111" y="151"/>
                  </a:cubicBezTo>
                  <a:cubicBezTo>
                    <a:pt x="129" y="143"/>
                    <a:pt x="133" y="125"/>
                    <a:pt x="138" y="108"/>
                  </a:cubicBezTo>
                  <a:cubicBezTo>
                    <a:pt x="147" y="72"/>
                    <a:pt x="155" y="36"/>
                    <a:pt x="162" y="0"/>
                  </a:cubicBezTo>
                  <a:cubicBezTo>
                    <a:pt x="136" y="5"/>
                    <a:pt x="109" y="11"/>
                    <a:pt x="83" y="17"/>
                  </a:cubicBezTo>
                  <a:cubicBezTo>
                    <a:pt x="83" y="33"/>
                    <a:pt x="83" y="33"/>
                    <a:pt x="83" y="33"/>
                  </a:cubicBezTo>
                  <a:cubicBezTo>
                    <a:pt x="103" y="28"/>
                    <a:pt x="122" y="24"/>
                    <a:pt x="142" y="20"/>
                  </a:cubicBezTo>
                  <a:cubicBezTo>
                    <a:pt x="138" y="47"/>
                    <a:pt x="130" y="74"/>
                    <a:pt x="123" y="101"/>
                  </a:cubicBezTo>
                  <a:cubicBezTo>
                    <a:pt x="121" y="112"/>
                    <a:pt x="119" y="125"/>
                    <a:pt x="109" y="132"/>
                  </a:cubicBezTo>
                  <a:cubicBezTo>
                    <a:pt x="101" y="139"/>
                    <a:pt x="91" y="139"/>
                    <a:pt x="83" y="135"/>
                  </a:cubicBezTo>
                  <a:cubicBezTo>
                    <a:pt x="83" y="153"/>
                    <a:pt x="83" y="153"/>
                    <a:pt x="83" y="153"/>
                  </a:cubicBezTo>
                  <a:close/>
                  <a:moveTo>
                    <a:pt x="83" y="115"/>
                  </a:moveTo>
                  <a:cubicBezTo>
                    <a:pt x="83" y="100"/>
                    <a:pt x="83" y="100"/>
                    <a:pt x="83" y="100"/>
                  </a:cubicBezTo>
                  <a:cubicBezTo>
                    <a:pt x="111" y="100"/>
                    <a:pt x="111" y="100"/>
                    <a:pt x="111" y="100"/>
                  </a:cubicBezTo>
                  <a:cubicBezTo>
                    <a:pt x="110" y="104"/>
                    <a:pt x="109" y="109"/>
                    <a:pt x="107" y="113"/>
                  </a:cubicBezTo>
                  <a:cubicBezTo>
                    <a:pt x="106" y="117"/>
                    <a:pt x="103" y="115"/>
                    <a:pt x="100" y="115"/>
                  </a:cubicBezTo>
                  <a:cubicBezTo>
                    <a:pt x="83" y="115"/>
                    <a:pt x="83" y="115"/>
                    <a:pt x="83" y="115"/>
                  </a:cubicBezTo>
                  <a:close/>
                  <a:moveTo>
                    <a:pt x="83" y="90"/>
                  </a:moveTo>
                  <a:cubicBezTo>
                    <a:pt x="83" y="47"/>
                    <a:pt x="83" y="47"/>
                    <a:pt x="83" y="47"/>
                  </a:cubicBezTo>
                  <a:cubicBezTo>
                    <a:pt x="92" y="44"/>
                    <a:pt x="92" y="44"/>
                    <a:pt x="92" y="44"/>
                  </a:cubicBezTo>
                  <a:cubicBezTo>
                    <a:pt x="91" y="60"/>
                    <a:pt x="91" y="60"/>
                    <a:pt x="91" y="60"/>
                  </a:cubicBezTo>
                  <a:cubicBezTo>
                    <a:pt x="98" y="54"/>
                    <a:pt x="104" y="48"/>
                    <a:pt x="110" y="42"/>
                  </a:cubicBezTo>
                  <a:cubicBezTo>
                    <a:pt x="114" y="38"/>
                    <a:pt x="120" y="38"/>
                    <a:pt x="126" y="36"/>
                  </a:cubicBezTo>
                  <a:cubicBezTo>
                    <a:pt x="125" y="42"/>
                    <a:pt x="125" y="48"/>
                    <a:pt x="120" y="53"/>
                  </a:cubicBezTo>
                  <a:cubicBezTo>
                    <a:pt x="114" y="59"/>
                    <a:pt x="108" y="65"/>
                    <a:pt x="102" y="71"/>
                  </a:cubicBezTo>
                  <a:cubicBezTo>
                    <a:pt x="118" y="71"/>
                    <a:pt x="118" y="71"/>
                    <a:pt x="118" y="71"/>
                  </a:cubicBezTo>
                  <a:cubicBezTo>
                    <a:pt x="117" y="76"/>
                    <a:pt x="115" y="81"/>
                    <a:pt x="114" y="86"/>
                  </a:cubicBezTo>
                  <a:cubicBezTo>
                    <a:pt x="113" y="89"/>
                    <a:pt x="102" y="87"/>
                    <a:pt x="99" y="87"/>
                  </a:cubicBezTo>
                  <a:cubicBezTo>
                    <a:pt x="97" y="87"/>
                    <a:pt x="87" y="86"/>
                    <a:pt x="85" y="88"/>
                  </a:cubicBezTo>
                  <a:lnTo>
                    <a:pt x="83" y="90"/>
                  </a:lnTo>
                  <a:close/>
                  <a:moveTo>
                    <a:pt x="20" y="143"/>
                  </a:moveTo>
                  <a:cubicBezTo>
                    <a:pt x="25" y="148"/>
                    <a:pt x="25" y="148"/>
                    <a:pt x="25" y="148"/>
                  </a:cubicBezTo>
                  <a:cubicBezTo>
                    <a:pt x="53" y="120"/>
                    <a:pt x="53" y="120"/>
                    <a:pt x="53" y="120"/>
                  </a:cubicBezTo>
                  <a:cubicBezTo>
                    <a:pt x="56" y="137"/>
                    <a:pt x="69" y="149"/>
                    <a:pt x="83" y="153"/>
                  </a:cubicBezTo>
                  <a:cubicBezTo>
                    <a:pt x="83" y="135"/>
                    <a:pt x="83" y="135"/>
                    <a:pt x="83" y="135"/>
                  </a:cubicBezTo>
                  <a:cubicBezTo>
                    <a:pt x="76" y="132"/>
                    <a:pt x="70" y="125"/>
                    <a:pt x="69" y="115"/>
                  </a:cubicBezTo>
                  <a:cubicBezTo>
                    <a:pt x="83" y="115"/>
                    <a:pt x="83" y="115"/>
                    <a:pt x="83" y="115"/>
                  </a:cubicBezTo>
                  <a:cubicBezTo>
                    <a:pt x="83" y="100"/>
                    <a:pt x="83" y="100"/>
                    <a:pt x="83" y="100"/>
                  </a:cubicBezTo>
                  <a:cubicBezTo>
                    <a:pt x="73" y="100"/>
                    <a:pt x="73" y="100"/>
                    <a:pt x="73" y="100"/>
                  </a:cubicBezTo>
                  <a:cubicBezTo>
                    <a:pt x="83" y="90"/>
                    <a:pt x="83" y="90"/>
                    <a:pt x="83" y="90"/>
                  </a:cubicBezTo>
                  <a:cubicBezTo>
                    <a:pt x="83" y="47"/>
                    <a:pt x="83" y="47"/>
                    <a:pt x="83" y="47"/>
                  </a:cubicBezTo>
                  <a:cubicBezTo>
                    <a:pt x="76" y="49"/>
                    <a:pt x="76" y="49"/>
                    <a:pt x="76" y="49"/>
                  </a:cubicBezTo>
                  <a:cubicBezTo>
                    <a:pt x="74" y="49"/>
                    <a:pt x="75" y="61"/>
                    <a:pt x="75" y="63"/>
                  </a:cubicBezTo>
                  <a:cubicBezTo>
                    <a:pt x="75" y="65"/>
                    <a:pt x="77" y="75"/>
                    <a:pt x="75" y="77"/>
                  </a:cubicBezTo>
                  <a:cubicBezTo>
                    <a:pt x="71" y="81"/>
                    <a:pt x="67" y="85"/>
                    <a:pt x="63" y="89"/>
                  </a:cubicBezTo>
                  <a:cubicBezTo>
                    <a:pt x="63" y="51"/>
                    <a:pt x="63" y="51"/>
                    <a:pt x="63" y="51"/>
                  </a:cubicBezTo>
                  <a:cubicBezTo>
                    <a:pt x="58" y="52"/>
                    <a:pt x="54" y="54"/>
                    <a:pt x="49" y="55"/>
                  </a:cubicBezTo>
                  <a:cubicBezTo>
                    <a:pt x="46" y="56"/>
                    <a:pt x="47" y="60"/>
                    <a:pt x="47" y="63"/>
                  </a:cubicBezTo>
                  <a:cubicBezTo>
                    <a:pt x="47" y="73"/>
                    <a:pt x="47" y="83"/>
                    <a:pt x="47" y="93"/>
                  </a:cubicBezTo>
                  <a:cubicBezTo>
                    <a:pt x="27" y="91"/>
                    <a:pt x="18" y="69"/>
                    <a:pt x="30" y="53"/>
                  </a:cubicBezTo>
                  <a:cubicBezTo>
                    <a:pt x="30" y="53"/>
                    <a:pt x="30" y="53"/>
                    <a:pt x="30" y="53"/>
                  </a:cubicBezTo>
                  <a:cubicBezTo>
                    <a:pt x="38" y="44"/>
                    <a:pt x="50" y="42"/>
                    <a:pt x="62" y="39"/>
                  </a:cubicBezTo>
                  <a:cubicBezTo>
                    <a:pt x="69" y="37"/>
                    <a:pt x="76" y="35"/>
                    <a:pt x="83" y="33"/>
                  </a:cubicBezTo>
                  <a:cubicBezTo>
                    <a:pt x="83" y="17"/>
                    <a:pt x="83" y="17"/>
                    <a:pt x="83" y="17"/>
                  </a:cubicBezTo>
                  <a:cubicBezTo>
                    <a:pt x="74" y="19"/>
                    <a:pt x="64" y="22"/>
                    <a:pt x="54" y="24"/>
                  </a:cubicBezTo>
                  <a:cubicBezTo>
                    <a:pt x="37" y="29"/>
                    <a:pt x="20" y="34"/>
                    <a:pt x="11" y="51"/>
                  </a:cubicBezTo>
                  <a:cubicBezTo>
                    <a:pt x="0" y="76"/>
                    <a:pt x="16" y="104"/>
                    <a:pt x="42" y="110"/>
                  </a:cubicBezTo>
                  <a:cubicBezTo>
                    <a:pt x="14" y="138"/>
                    <a:pt x="14" y="138"/>
                    <a:pt x="14" y="138"/>
                  </a:cubicBezTo>
                  <a:lnTo>
                    <a:pt x="20" y="143"/>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5" name="Freeform 305"/>
            <p:cNvSpPr>
              <a:spLocks noEditPoints="1"/>
            </p:cNvSpPr>
            <p:nvPr/>
          </p:nvSpPr>
          <p:spPr bwMode="auto">
            <a:xfrm>
              <a:off x="1962150" y="1644650"/>
              <a:ext cx="676275" cy="338138"/>
            </a:xfrm>
            <a:custGeom>
              <a:avLst/>
              <a:gdLst>
                <a:gd name="T0" fmla="*/ 154 w 180"/>
                <a:gd name="T1" fmla="*/ 63 h 90"/>
                <a:gd name="T2" fmla="*/ 180 w 180"/>
                <a:gd name="T3" fmla="*/ 32 h 90"/>
                <a:gd name="T4" fmla="*/ 154 w 180"/>
                <a:gd name="T5" fmla="*/ 1 h 90"/>
                <a:gd name="T6" fmla="*/ 154 w 180"/>
                <a:gd name="T7" fmla="*/ 15 h 90"/>
                <a:gd name="T8" fmla="*/ 166 w 180"/>
                <a:gd name="T9" fmla="*/ 32 h 90"/>
                <a:gd name="T10" fmla="*/ 154 w 180"/>
                <a:gd name="T11" fmla="*/ 49 h 90"/>
                <a:gd name="T12" fmla="*/ 154 w 180"/>
                <a:gd name="T13" fmla="*/ 63 h 90"/>
                <a:gd name="T14" fmla="*/ 76 w 180"/>
                <a:gd name="T15" fmla="*/ 90 h 90"/>
                <a:gd name="T16" fmla="*/ 135 w 180"/>
                <a:gd name="T17" fmla="*/ 61 h 90"/>
                <a:gd name="T18" fmla="*/ 148 w 180"/>
                <a:gd name="T19" fmla="*/ 64 h 90"/>
                <a:gd name="T20" fmla="*/ 154 w 180"/>
                <a:gd name="T21" fmla="*/ 63 h 90"/>
                <a:gd name="T22" fmla="*/ 154 w 180"/>
                <a:gd name="T23" fmla="*/ 49 h 90"/>
                <a:gd name="T24" fmla="*/ 148 w 180"/>
                <a:gd name="T25" fmla="*/ 50 h 90"/>
                <a:gd name="T26" fmla="*/ 143 w 180"/>
                <a:gd name="T27" fmla="*/ 49 h 90"/>
                <a:gd name="T28" fmla="*/ 151 w 180"/>
                <a:gd name="T29" fmla="*/ 14 h 90"/>
                <a:gd name="T30" fmla="*/ 151 w 180"/>
                <a:gd name="T31" fmla="*/ 14 h 90"/>
                <a:gd name="T32" fmla="*/ 151 w 180"/>
                <a:gd name="T33" fmla="*/ 14 h 90"/>
                <a:gd name="T34" fmla="*/ 154 w 180"/>
                <a:gd name="T35" fmla="*/ 15 h 90"/>
                <a:gd name="T36" fmla="*/ 154 w 180"/>
                <a:gd name="T37" fmla="*/ 1 h 90"/>
                <a:gd name="T38" fmla="*/ 150 w 180"/>
                <a:gd name="T39" fmla="*/ 0 h 90"/>
                <a:gd name="T40" fmla="*/ 150 w 180"/>
                <a:gd name="T41" fmla="*/ 0 h 90"/>
                <a:gd name="T42" fmla="*/ 1 w 180"/>
                <a:gd name="T43" fmla="*/ 0 h 90"/>
                <a:gd name="T44" fmla="*/ 0 w 180"/>
                <a:gd name="T45" fmla="*/ 14 h 90"/>
                <a:gd name="T46" fmla="*/ 76 w 180"/>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 h="90">
                  <a:moveTo>
                    <a:pt x="154" y="63"/>
                  </a:moveTo>
                  <a:cubicBezTo>
                    <a:pt x="169" y="60"/>
                    <a:pt x="180" y="48"/>
                    <a:pt x="180" y="32"/>
                  </a:cubicBezTo>
                  <a:cubicBezTo>
                    <a:pt x="180" y="17"/>
                    <a:pt x="169" y="4"/>
                    <a:pt x="154" y="1"/>
                  </a:cubicBezTo>
                  <a:cubicBezTo>
                    <a:pt x="154" y="15"/>
                    <a:pt x="154" y="15"/>
                    <a:pt x="154" y="15"/>
                  </a:cubicBezTo>
                  <a:cubicBezTo>
                    <a:pt x="161" y="18"/>
                    <a:pt x="166" y="24"/>
                    <a:pt x="166" y="32"/>
                  </a:cubicBezTo>
                  <a:cubicBezTo>
                    <a:pt x="166" y="40"/>
                    <a:pt x="161" y="46"/>
                    <a:pt x="154" y="49"/>
                  </a:cubicBezTo>
                  <a:lnTo>
                    <a:pt x="154" y="63"/>
                  </a:lnTo>
                  <a:close/>
                  <a:moveTo>
                    <a:pt x="76" y="90"/>
                  </a:moveTo>
                  <a:cubicBezTo>
                    <a:pt x="100" y="90"/>
                    <a:pt x="121" y="78"/>
                    <a:pt x="135" y="61"/>
                  </a:cubicBezTo>
                  <a:cubicBezTo>
                    <a:pt x="139" y="63"/>
                    <a:pt x="144" y="64"/>
                    <a:pt x="148" y="64"/>
                  </a:cubicBezTo>
                  <a:cubicBezTo>
                    <a:pt x="150" y="64"/>
                    <a:pt x="152" y="64"/>
                    <a:pt x="154" y="63"/>
                  </a:cubicBezTo>
                  <a:cubicBezTo>
                    <a:pt x="154" y="49"/>
                    <a:pt x="154" y="49"/>
                    <a:pt x="154" y="49"/>
                  </a:cubicBezTo>
                  <a:cubicBezTo>
                    <a:pt x="153" y="50"/>
                    <a:pt x="150" y="50"/>
                    <a:pt x="148" y="50"/>
                  </a:cubicBezTo>
                  <a:cubicBezTo>
                    <a:pt x="146" y="50"/>
                    <a:pt x="144" y="50"/>
                    <a:pt x="143" y="49"/>
                  </a:cubicBezTo>
                  <a:cubicBezTo>
                    <a:pt x="148" y="39"/>
                    <a:pt x="151" y="27"/>
                    <a:pt x="151" y="14"/>
                  </a:cubicBezTo>
                  <a:cubicBezTo>
                    <a:pt x="151" y="14"/>
                    <a:pt x="151" y="14"/>
                    <a:pt x="151" y="14"/>
                  </a:cubicBezTo>
                  <a:cubicBezTo>
                    <a:pt x="151" y="14"/>
                    <a:pt x="151" y="14"/>
                    <a:pt x="151" y="14"/>
                  </a:cubicBezTo>
                  <a:cubicBezTo>
                    <a:pt x="152" y="14"/>
                    <a:pt x="153" y="15"/>
                    <a:pt x="154" y="15"/>
                  </a:cubicBezTo>
                  <a:cubicBezTo>
                    <a:pt x="154" y="1"/>
                    <a:pt x="154" y="1"/>
                    <a:pt x="154" y="1"/>
                  </a:cubicBezTo>
                  <a:cubicBezTo>
                    <a:pt x="153" y="0"/>
                    <a:pt x="151" y="0"/>
                    <a:pt x="150" y="0"/>
                  </a:cubicBezTo>
                  <a:cubicBezTo>
                    <a:pt x="150" y="0"/>
                    <a:pt x="150" y="0"/>
                    <a:pt x="150" y="0"/>
                  </a:cubicBezTo>
                  <a:cubicBezTo>
                    <a:pt x="1" y="0"/>
                    <a:pt x="1" y="0"/>
                    <a:pt x="1" y="0"/>
                  </a:cubicBezTo>
                  <a:cubicBezTo>
                    <a:pt x="1" y="5"/>
                    <a:pt x="0" y="9"/>
                    <a:pt x="0" y="14"/>
                  </a:cubicBezTo>
                  <a:cubicBezTo>
                    <a:pt x="0" y="56"/>
                    <a:pt x="34" y="90"/>
                    <a:pt x="76" y="9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6" name="Rectangle 306"/>
            <p:cNvSpPr>
              <a:spLocks noChangeArrowheads="1"/>
            </p:cNvSpPr>
            <p:nvPr/>
          </p:nvSpPr>
          <p:spPr bwMode="auto">
            <a:xfrm>
              <a:off x="1962150" y="2012950"/>
              <a:ext cx="612775" cy="49213"/>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7" name="Freeform 307"/>
            <p:cNvSpPr>
              <a:spLocks/>
            </p:cNvSpPr>
            <p:nvPr/>
          </p:nvSpPr>
          <p:spPr bwMode="auto">
            <a:xfrm>
              <a:off x="2101850" y="1347788"/>
              <a:ext cx="112713" cy="277813"/>
            </a:xfrm>
            <a:custGeom>
              <a:avLst/>
              <a:gdLst>
                <a:gd name="T0" fmla="*/ 11 w 30"/>
                <a:gd name="T1" fmla="*/ 56 h 74"/>
                <a:gd name="T2" fmla="*/ 15 w 30"/>
                <a:gd name="T3" fmla="*/ 71 h 74"/>
                <a:gd name="T4" fmla="*/ 27 w 30"/>
                <a:gd name="T5" fmla="*/ 45 h 74"/>
                <a:gd name="T6" fmla="*/ 20 w 30"/>
                <a:gd name="T7" fmla="*/ 30 h 74"/>
                <a:gd name="T8" fmla="*/ 19 w 30"/>
                <a:gd name="T9" fmla="*/ 18 h 74"/>
                <a:gd name="T10" fmla="*/ 11 w 30"/>
                <a:gd name="T11" fmla="*/ 5 h 74"/>
                <a:gd name="T12" fmla="*/ 4 w 30"/>
                <a:gd name="T13" fmla="*/ 31 h 74"/>
                <a:gd name="T14" fmla="*/ 11 w 30"/>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74">
                  <a:moveTo>
                    <a:pt x="11" y="56"/>
                  </a:moveTo>
                  <a:cubicBezTo>
                    <a:pt x="1" y="59"/>
                    <a:pt x="5" y="74"/>
                    <a:pt x="15" y="71"/>
                  </a:cubicBezTo>
                  <a:cubicBezTo>
                    <a:pt x="26" y="67"/>
                    <a:pt x="30" y="56"/>
                    <a:pt x="27" y="45"/>
                  </a:cubicBezTo>
                  <a:cubicBezTo>
                    <a:pt x="26" y="40"/>
                    <a:pt x="22" y="35"/>
                    <a:pt x="20" y="30"/>
                  </a:cubicBezTo>
                  <a:cubicBezTo>
                    <a:pt x="18" y="27"/>
                    <a:pt x="15" y="21"/>
                    <a:pt x="19" y="18"/>
                  </a:cubicBezTo>
                  <a:cubicBezTo>
                    <a:pt x="28" y="13"/>
                    <a:pt x="20" y="0"/>
                    <a:pt x="11" y="5"/>
                  </a:cubicBezTo>
                  <a:cubicBezTo>
                    <a:pt x="2" y="11"/>
                    <a:pt x="0" y="22"/>
                    <a:pt x="4" y="31"/>
                  </a:cubicBezTo>
                  <a:cubicBezTo>
                    <a:pt x="5" y="35"/>
                    <a:pt x="18" y="54"/>
                    <a:pt x="11" y="5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8" name="Freeform 308"/>
            <p:cNvSpPr>
              <a:spLocks/>
            </p:cNvSpPr>
            <p:nvPr/>
          </p:nvSpPr>
          <p:spPr bwMode="auto">
            <a:xfrm>
              <a:off x="2262188" y="1347788"/>
              <a:ext cx="109538" cy="277813"/>
            </a:xfrm>
            <a:custGeom>
              <a:avLst/>
              <a:gdLst>
                <a:gd name="T0" fmla="*/ 10 w 29"/>
                <a:gd name="T1" fmla="*/ 56 h 74"/>
                <a:gd name="T2" fmla="*/ 14 w 29"/>
                <a:gd name="T3" fmla="*/ 71 h 74"/>
                <a:gd name="T4" fmla="*/ 26 w 29"/>
                <a:gd name="T5" fmla="*/ 45 h 74"/>
                <a:gd name="T6" fmla="*/ 19 w 29"/>
                <a:gd name="T7" fmla="*/ 30 h 74"/>
                <a:gd name="T8" fmla="*/ 19 w 29"/>
                <a:gd name="T9" fmla="*/ 18 h 74"/>
                <a:gd name="T10" fmla="*/ 11 w 29"/>
                <a:gd name="T11" fmla="*/ 5 h 74"/>
                <a:gd name="T12" fmla="*/ 3 w 29"/>
                <a:gd name="T13" fmla="*/ 31 h 74"/>
                <a:gd name="T14" fmla="*/ 10 w 29"/>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4">
                  <a:moveTo>
                    <a:pt x="10" y="56"/>
                  </a:moveTo>
                  <a:cubicBezTo>
                    <a:pt x="1" y="59"/>
                    <a:pt x="5" y="74"/>
                    <a:pt x="14" y="71"/>
                  </a:cubicBezTo>
                  <a:cubicBezTo>
                    <a:pt x="25" y="67"/>
                    <a:pt x="29" y="56"/>
                    <a:pt x="26" y="45"/>
                  </a:cubicBezTo>
                  <a:cubicBezTo>
                    <a:pt x="25" y="40"/>
                    <a:pt x="22" y="35"/>
                    <a:pt x="19" y="30"/>
                  </a:cubicBezTo>
                  <a:cubicBezTo>
                    <a:pt x="18" y="27"/>
                    <a:pt x="15" y="21"/>
                    <a:pt x="19" y="18"/>
                  </a:cubicBezTo>
                  <a:cubicBezTo>
                    <a:pt x="27" y="13"/>
                    <a:pt x="19" y="0"/>
                    <a:pt x="11" y="5"/>
                  </a:cubicBezTo>
                  <a:cubicBezTo>
                    <a:pt x="2" y="11"/>
                    <a:pt x="0" y="22"/>
                    <a:pt x="3" y="31"/>
                  </a:cubicBezTo>
                  <a:cubicBezTo>
                    <a:pt x="4" y="35"/>
                    <a:pt x="17" y="54"/>
                    <a:pt x="10" y="5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79" name="Freeform 309"/>
            <p:cNvSpPr>
              <a:spLocks/>
            </p:cNvSpPr>
            <p:nvPr/>
          </p:nvSpPr>
          <p:spPr bwMode="auto">
            <a:xfrm>
              <a:off x="1703388" y="0"/>
              <a:ext cx="574675" cy="401638"/>
            </a:xfrm>
            <a:custGeom>
              <a:avLst/>
              <a:gdLst>
                <a:gd name="T0" fmla="*/ 45 w 153"/>
                <a:gd name="T1" fmla="*/ 0 h 107"/>
                <a:gd name="T2" fmla="*/ 0 w 153"/>
                <a:gd name="T3" fmla="*/ 70 h 107"/>
                <a:gd name="T4" fmla="*/ 10 w 153"/>
                <a:gd name="T5" fmla="*/ 106 h 107"/>
                <a:gd name="T6" fmla="*/ 10 w 153"/>
                <a:gd name="T7" fmla="*/ 86 h 107"/>
                <a:gd name="T8" fmla="*/ 13 w 153"/>
                <a:gd name="T9" fmla="*/ 76 h 107"/>
                <a:gd name="T10" fmla="*/ 13 w 153"/>
                <a:gd name="T11" fmla="*/ 70 h 107"/>
                <a:gd name="T12" fmla="*/ 76 w 153"/>
                <a:gd name="T13" fmla="*/ 6 h 107"/>
                <a:gd name="T14" fmla="*/ 140 w 153"/>
                <a:gd name="T15" fmla="*/ 70 h 107"/>
                <a:gd name="T16" fmla="*/ 140 w 153"/>
                <a:gd name="T17" fmla="*/ 76 h 107"/>
                <a:gd name="T18" fmla="*/ 143 w 153"/>
                <a:gd name="T19" fmla="*/ 86 h 107"/>
                <a:gd name="T20" fmla="*/ 143 w 153"/>
                <a:gd name="T21" fmla="*/ 107 h 107"/>
                <a:gd name="T22" fmla="*/ 153 w 153"/>
                <a:gd name="T23" fmla="*/ 70 h 107"/>
                <a:gd name="T24" fmla="*/ 108 w 153"/>
                <a:gd name="T25" fmla="*/ 0 h 107"/>
                <a:gd name="T26" fmla="*/ 45 w 153"/>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107">
                  <a:moveTo>
                    <a:pt x="45" y="0"/>
                  </a:moveTo>
                  <a:cubicBezTo>
                    <a:pt x="19" y="12"/>
                    <a:pt x="0" y="39"/>
                    <a:pt x="0" y="70"/>
                  </a:cubicBezTo>
                  <a:cubicBezTo>
                    <a:pt x="0" y="82"/>
                    <a:pt x="4" y="95"/>
                    <a:pt x="10" y="106"/>
                  </a:cubicBezTo>
                  <a:cubicBezTo>
                    <a:pt x="10" y="86"/>
                    <a:pt x="10" y="86"/>
                    <a:pt x="10" y="86"/>
                  </a:cubicBezTo>
                  <a:cubicBezTo>
                    <a:pt x="10" y="82"/>
                    <a:pt x="11" y="79"/>
                    <a:pt x="13" y="76"/>
                  </a:cubicBezTo>
                  <a:cubicBezTo>
                    <a:pt x="13" y="74"/>
                    <a:pt x="13" y="72"/>
                    <a:pt x="13" y="70"/>
                  </a:cubicBezTo>
                  <a:cubicBezTo>
                    <a:pt x="13" y="34"/>
                    <a:pt x="41" y="6"/>
                    <a:pt x="76" y="6"/>
                  </a:cubicBezTo>
                  <a:cubicBezTo>
                    <a:pt x="111" y="6"/>
                    <a:pt x="140" y="34"/>
                    <a:pt x="140" y="70"/>
                  </a:cubicBezTo>
                  <a:cubicBezTo>
                    <a:pt x="140" y="72"/>
                    <a:pt x="140" y="74"/>
                    <a:pt x="140" y="76"/>
                  </a:cubicBezTo>
                  <a:cubicBezTo>
                    <a:pt x="142" y="79"/>
                    <a:pt x="143" y="82"/>
                    <a:pt x="143" y="86"/>
                  </a:cubicBezTo>
                  <a:cubicBezTo>
                    <a:pt x="143" y="107"/>
                    <a:pt x="143" y="107"/>
                    <a:pt x="143" y="107"/>
                  </a:cubicBezTo>
                  <a:cubicBezTo>
                    <a:pt x="149" y="96"/>
                    <a:pt x="153" y="83"/>
                    <a:pt x="153" y="70"/>
                  </a:cubicBezTo>
                  <a:cubicBezTo>
                    <a:pt x="153" y="39"/>
                    <a:pt x="134" y="12"/>
                    <a:pt x="108" y="0"/>
                  </a:cubicBezTo>
                  <a:lnTo>
                    <a:pt x="4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0" name="Freeform 310"/>
            <p:cNvSpPr>
              <a:spLocks/>
            </p:cNvSpPr>
            <p:nvPr/>
          </p:nvSpPr>
          <p:spPr bwMode="auto">
            <a:xfrm>
              <a:off x="1755775" y="263525"/>
              <a:ext cx="123825" cy="225425"/>
            </a:xfrm>
            <a:custGeom>
              <a:avLst/>
              <a:gdLst>
                <a:gd name="T0" fmla="*/ 0 w 33"/>
                <a:gd name="T1" fmla="*/ 12 h 60"/>
                <a:gd name="T2" fmla="*/ 0 w 33"/>
                <a:gd name="T3" fmla="*/ 16 h 60"/>
                <a:gd name="T4" fmla="*/ 0 w 33"/>
                <a:gd name="T5" fmla="*/ 35 h 60"/>
                <a:gd name="T6" fmla="*/ 0 w 33"/>
                <a:gd name="T7" fmla="*/ 44 h 60"/>
                <a:gd name="T8" fmla="*/ 23 w 33"/>
                <a:gd name="T9" fmla="*/ 60 h 60"/>
                <a:gd name="T10" fmla="*/ 33 w 33"/>
                <a:gd name="T11" fmla="*/ 60 h 60"/>
                <a:gd name="T12" fmla="*/ 33 w 33"/>
                <a:gd name="T13" fmla="*/ 0 h 60"/>
                <a:gd name="T14" fmla="*/ 23 w 33"/>
                <a:gd name="T15" fmla="*/ 0 h 60"/>
                <a:gd name="T16" fmla="*/ 0 w 33"/>
                <a:gd name="T17"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0">
                  <a:moveTo>
                    <a:pt x="0" y="12"/>
                  </a:moveTo>
                  <a:cubicBezTo>
                    <a:pt x="0" y="14"/>
                    <a:pt x="0" y="15"/>
                    <a:pt x="0" y="16"/>
                  </a:cubicBezTo>
                  <a:cubicBezTo>
                    <a:pt x="0" y="35"/>
                    <a:pt x="0" y="35"/>
                    <a:pt x="0" y="35"/>
                  </a:cubicBezTo>
                  <a:cubicBezTo>
                    <a:pt x="0" y="44"/>
                    <a:pt x="0" y="44"/>
                    <a:pt x="0" y="44"/>
                  </a:cubicBezTo>
                  <a:cubicBezTo>
                    <a:pt x="0" y="53"/>
                    <a:pt x="10" y="60"/>
                    <a:pt x="23" y="60"/>
                  </a:cubicBezTo>
                  <a:cubicBezTo>
                    <a:pt x="33" y="60"/>
                    <a:pt x="33" y="60"/>
                    <a:pt x="33" y="60"/>
                  </a:cubicBezTo>
                  <a:cubicBezTo>
                    <a:pt x="33" y="0"/>
                    <a:pt x="33" y="0"/>
                    <a:pt x="33" y="0"/>
                  </a:cubicBezTo>
                  <a:cubicBezTo>
                    <a:pt x="23" y="0"/>
                    <a:pt x="23" y="0"/>
                    <a:pt x="23" y="0"/>
                  </a:cubicBezTo>
                  <a:cubicBezTo>
                    <a:pt x="12" y="0"/>
                    <a:pt x="3" y="5"/>
                    <a:pt x="0"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1" name="Freeform 311"/>
            <p:cNvSpPr>
              <a:spLocks/>
            </p:cNvSpPr>
            <p:nvPr/>
          </p:nvSpPr>
          <p:spPr bwMode="auto">
            <a:xfrm>
              <a:off x="2097088" y="263525"/>
              <a:ext cx="128588" cy="225425"/>
            </a:xfrm>
            <a:custGeom>
              <a:avLst/>
              <a:gdLst>
                <a:gd name="T0" fmla="*/ 34 w 34"/>
                <a:gd name="T1" fmla="*/ 44 h 60"/>
                <a:gd name="T2" fmla="*/ 34 w 34"/>
                <a:gd name="T3" fmla="*/ 35 h 60"/>
                <a:gd name="T4" fmla="*/ 34 w 34"/>
                <a:gd name="T5" fmla="*/ 16 h 60"/>
                <a:gd name="T6" fmla="*/ 33 w 34"/>
                <a:gd name="T7" fmla="*/ 14 h 60"/>
                <a:gd name="T8" fmla="*/ 10 w 34"/>
                <a:gd name="T9" fmla="*/ 0 h 60"/>
                <a:gd name="T10" fmla="*/ 0 w 34"/>
                <a:gd name="T11" fmla="*/ 0 h 60"/>
                <a:gd name="T12" fmla="*/ 0 w 34"/>
                <a:gd name="T13" fmla="*/ 60 h 60"/>
                <a:gd name="T14" fmla="*/ 10 w 34"/>
                <a:gd name="T15" fmla="*/ 60 h 60"/>
                <a:gd name="T16" fmla="*/ 34 w 34"/>
                <a:gd name="T17"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0">
                  <a:moveTo>
                    <a:pt x="34" y="44"/>
                  </a:moveTo>
                  <a:cubicBezTo>
                    <a:pt x="34" y="35"/>
                    <a:pt x="34" y="35"/>
                    <a:pt x="34" y="35"/>
                  </a:cubicBezTo>
                  <a:cubicBezTo>
                    <a:pt x="34" y="16"/>
                    <a:pt x="34" y="16"/>
                    <a:pt x="34" y="16"/>
                  </a:cubicBezTo>
                  <a:cubicBezTo>
                    <a:pt x="34" y="15"/>
                    <a:pt x="33" y="14"/>
                    <a:pt x="33" y="14"/>
                  </a:cubicBezTo>
                  <a:cubicBezTo>
                    <a:pt x="32" y="6"/>
                    <a:pt x="22" y="0"/>
                    <a:pt x="10" y="0"/>
                  </a:cubicBezTo>
                  <a:cubicBezTo>
                    <a:pt x="0" y="0"/>
                    <a:pt x="0" y="0"/>
                    <a:pt x="0" y="0"/>
                  </a:cubicBezTo>
                  <a:cubicBezTo>
                    <a:pt x="0" y="60"/>
                    <a:pt x="0" y="60"/>
                    <a:pt x="0" y="60"/>
                  </a:cubicBezTo>
                  <a:cubicBezTo>
                    <a:pt x="10" y="60"/>
                    <a:pt x="10" y="60"/>
                    <a:pt x="10" y="60"/>
                  </a:cubicBezTo>
                  <a:cubicBezTo>
                    <a:pt x="23" y="60"/>
                    <a:pt x="34" y="53"/>
                    <a:pt x="34" y="4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2" name="Freeform 312"/>
            <p:cNvSpPr>
              <a:spLocks/>
            </p:cNvSpPr>
            <p:nvPr/>
          </p:nvSpPr>
          <p:spPr bwMode="auto">
            <a:xfrm>
              <a:off x="3994150" y="6043613"/>
              <a:ext cx="611188" cy="514350"/>
            </a:xfrm>
            <a:custGeom>
              <a:avLst/>
              <a:gdLst>
                <a:gd name="T0" fmla="*/ 109 w 163"/>
                <a:gd name="T1" fmla="*/ 0 h 137"/>
                <a:gd name="T2" fmla="*/ 58 w 163"/>
                <a:gd name="T3" fmla="*/ 0 h 137"/>
                <a:gd name="T4" fmla="*/ 0 w 163"/>
                <a:gd name="T5" fmla="*/ 48 h 137"/>
                <a:gd name="T6" fmla="*/ 15 w 163"/>
                <a:gd name="T7" fmla="*/ 71 h 137"/>
                <a:gd name="T8" fmla="*/ 36 w 163"/>
                <a:gd name="T9" fmla="*/ 50 h 137"/>
                <a:gd name="T10" fmla="*/ 36 w 163"/>
                <a:gd name="T11" fmla="*/ 137 h 137"/>
                <a:gd name="T12" fmla="*/ 81 w 163"/>
                <a:gd name="T13" fmla="*/ 137 h 137"/>
                <a:gd name="T14" fmla="*/ 127 w 163"/>
                <a:gd name="T15" fmla="*/ 137 h 137"/>
                <a:gd name="T16" fmla="*/ 127 w 163"/>
                <a:gd name="T17" fmla="*/ 50 h 137"/>
                <a:gd name="T18" fmla="*/ 148 w 163"/>
                <a:gd name="T19" fmla="*/ 71 h 137"/>
                <a:gd name="T20" fmla="*/ 163 w 163"/>
                <a:gd name="T21" fmla="*/ 48 h 137"/>
                <a:gd name="T22" fmla="*/ 109 w 163"/>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3" h="137">
                  <a:moveTo>
                    <a:pt x="109" y="0"/>
                  </a:moveTo>
                  <a:cubicBezTo>
                    <a:pt x="100" y="14"/>
                    <a:pt x="66" y="14"/>
                    <a:pt x="58" y="0"/>
                  </a:cubicBezTo>
                  <a:cubicBezTo>
                    <a:pt x="58" y="0"/>
                    <a:pt x="8" y="28"/>
                    <a:pt x="0" y="48"/>
                  </a:cubicBezTo>
                  <a:cubicBezTo>
                    <a:pt x="15" y="71"/>
                    <a:pt x="15" y="71"/>
                    <a:pt x="15" y="71"/>
                  </a:cubicBezTo>
                  <a:cubicBezTo>
                    <a:pt x="15" y="71"/>
                    <a:pt x="30" y="56"/>
                    <a:pt x="36" y="50"/>
                  </a:cubicBezTo>
                  <a:cubicBezTo>
                    <a:pt x="36" y="137"/>
                    <a:pt x="36" y="137"/>
                    <a:pt x="36" y="137"/>
                  </a:cubicBezTo>
                  <a:cubicBezTo>
                    <a:pt x="81" y="137"/>
                    <a:pt x="81" y="137"/>
                    <a:pt x="81" y="137"/>
                  </a:cubicBezTo>
                  <a:cubicBezTo>
                    <a:pt x="127" y="137"/>
                    <a:pt x="127" y="137"/>
                    <a:pt x="127" y="137"/>
                  </a:cubicBezTo>
                  <a:cubicBezTo>
                    <a:pt x="127" y="50"/>
                    <a:pt x="127" y="50"/>
                    <a:pt x="127" y="50"/>
                  </a:cubicBezTo>
                  <a:cubicBezTo>
                    <a:pt x="133" y="56"/>
                    <a:pt x="148" y="71"/>
                    <a:pt x="148" y="71"/>
                  </a:cubicBezTo>
                  <a:cubicBezTo>
                    <a:pt x="163" y="48"/>
                    <a:pt x="163" y="48"/>
                    <a:pt x="163" y="48"/>
                  </a:cubicBezTo>
                  <a:cubicBezTo>
                    <a:pt x="155" y="28"/>
                    <a:pt x="109" y="0"/>
                    <a:pt x="10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3" name="Freeform 313"/>
            <p:cNvSpPr>
              <a:spLocks/>
            </p:cNvSpPr>
            <p:nvPr/>
          </p:nvSpPr>
          <p:spPr bwMode="auto">
            <a:xfrm>
              <a:off x="4217988" y="6016625"/>
              <a:ext cx="173038" cy="52388"/>
            </a:xfrm>
            <a:custGeom>
              <a:avLst/>
              <a:gdLst>
                <a:gd name="T0" fmla="*/ 23 w 46"/>
                <a:gd name="T1" fmla="*/ 14 h 14"/>
                <a:gd name="T2" fmla="*/ 46 w 46"/>
                <a:gd name="T3" fmla="*/ 4 h 14"/>
                <a:gd name="T4" fmla="*/ 45 w 46"/>
                <a:gd name="T5" fmla="*/ 1 h 14"/>
                <a:gd name="T6" fmla="*/ 41 w 46"/>
                <a:gd name="T7" fmla="*/ 2 h 14"/>
                <a:gd name="T8" fmla="*/ 23 w 46"/>
                <a:gd name="T9" fmla="*/ 9 h 14"/>
                <a:gd name="T10" fmla="*/ 5 w 46"/>
                <a:gd name="T11" fmla="*/ 2 h 14"/>
                <a:gd name="T12" fmla="*/ 2 w 46"/>
                <a:gd name="T13" fmla="*/ 1 h 14"/>
                <a:gd name="T14" fmla="*/ 1 w 46"/>
                <a:gd name="T15" fmla="*/ 4 h 14"/>
                <a:gd name="T16" fmla="*/ 23 w 46"/>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4">
                  <a:moveTo>
                    <a:pt x="23" y="14"/>
                  </a:moveTo>
                  <a:cubicBezTo>
                    <a:pt x="33" y="14"/>
                    <a:pt x="42" y="10"/>
                    <a:pt x="46" y="4"/>
                  </a:cubicBezTo>
                  <a:cubicBezTo>
                    <a:pt x="46" y="3"/>
                    <a:pt x="46" y="2"/>
                    <a:pt x="45" y="1"/>
                  </a:cubicBezTo>
                  <a:cubicBezTo>
                    <a:pt x="43" y="0"/>
                    <a:pt x="42" y="1"/>
                    <a:pt x="41" y="2"/>
                  </a:cubicBezTo>
                  <a:cubicBezTo>
                    <a:pt x="39" y="5"/>
                    <a:pt x="33" y="9"/>
                    <a:pt x="23" y="9"/>
                  </a:cubicBezTo>
                  <a:cubicBezTo>
                    <a:pt x="14" y="9"/>
                    <a:pt x="7" y="5"/>
                    <a:pt x="5" y="2"/>
                  </a:cubicBezTo>
                  <a:cubicBezTo>
                    <a:pt x="4" y="1"/>
                    <a:pt x="3" y="0"/>
                    <a:pt x="2" y="1"/>
                  </a:cubicBezTo>
                  <a:cubicBezTo>
                    <a:pt x="0" y="2"/>
                    <a:pt x="0" y="3"/>
                    <a:pt x="1" y="4"/>
                  </a:cubicBezTo>
                  <a:cubicBezTo>
                    <a:pt x="4" y="10"/>
                    <a:pt x="13" y="14"/>
                    <a:pt x="23" y="1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4" name="Freeform 314"/>
            <p:cNvSpPr>
              <a:spLocks/>
            </p:cNvSpPr>
            <p:nvPr/>
          </p:nvSpPr>
          <p:spPr bwMode="auto">
            <a:xfrm>
              <a:off x="8367713" y="198438"/>
              <a:ext cx="490538" cy="304800"/>
            </a:xfrm>
            <a:custGeom>
              <a:avLst/>
              <a:gdLst>
                <a:gd name="T0" fmla="*/ 14 w 131"/>
                <a:gd name="T1" fmla="*/ 81 h 81"/>
                <a:gd name="T2" fmla="*/ 47 w 131"/>
                <a:gd name="T3" fmla="*/ 81 h 81"/>
                <a:gd name="T4" fmla="*/ 92 w 131"/>
                <a:gd name="T5" fmla="*/ 53 h 81"/>
                <a:gd name="T6" fmla="*/ 127 w 131"/>
                <a:gd name="T7" fmla="*/ 68 h 81"/>
                <a:gd name="T8" fmla="*/ 128 w 131"/>
                <a:gd name="T9" fmla="*/ 69 h 81"/>
                <a:gd name="T10" fmla="*/ 131 w 131"/>
                <a:gd name="T11" fmla="*/ 57 h 81"/>
                <a:gd name="T12" fmla="*/ 108 w 131"/>
                <a:gd name="T13" fmla="*/ 34 h 81"/>
                <a:gd name="T14" fmla="*/ 93 w 131"/>
                <a:gd name="T15" fmla="*/ 39 h 81"/>
                <a:gd name="T16" fmla="*/ 52 w 131"/>
                <a:gd name="T17" fmla="*/ 0 h 81"/>
                <a:gd name="T18" fmla="*/ 12 w 131"/>
                <a:gd name="T19" fmla="*/ 40 h 81"/>
                <a:gd name="T20" fmla="*/ 14 w 131"/>
                <a:gd name="T21" fmla="*/ 52 h 81"/>
                <a:gd name="T22" fmla="*/ 0 w 131"/>
                <a:gd name="T23" fmla="*/ 66 h 81"/>
                <a:gd name="T24" fmla="*/ 14 w 131"/>
                <a:gd name="T2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81">
                  <a:moveTo>
                    <a:pt x="14" y="81"/>
                  </a:moveTo>
                  <a:cubicBezTo>
                    <a:pt x="47" y="81"/>
                    <a:pt x="47" y="81"/>
                    <a:pt x="47" y="81"/>
                  </a:cubicBezTo>
                  <a:cubicBezTo>
                    <a:pt x="56" y="64"/>
                    <a:pt x="72" y="53"/>
                    <a:pt x="92" y="53"/>
                  </a:cubicBezTo>
                  <a:cubicBezTo>
                    <a:pt x="105" y="53"/>
                    <a:pt x="118" y="58"/>
                    <a:pt x="127" y="68"/>
                  </a:cubicBezTo>
                  <a:cubicBezTo>
                    <a:pt x="128" y="68"/>
                    <a:pt x="128" y="68"/>
                    <a:pt x="128" y="69"/>
                  </a:cubicBezTo>
                  <a:cubicBezTo>
                    <a:pt x="130" y="65"/>
                    <a:pt x="131" y="61"/>
                    <a:pt x="131" y="57"/>
                  </a:cubicBezTo>
                  <a:cubicBezTo>
                    <a:pt x="131" y="44"/>
                    <a:pt x="121" y="34"/>
                    <a:pt x="108" y="34"/>
                  </a:cubicBezTo>
                  <a:cubicBezTo>
                    <a:pt x="102" y="34"/>
                    <a:pt x="97" y="36"/>
                    <a:pt x="93" y="39"/>
                  </a:cubicBezTo>
                  <a:cubicBezTo>
                    <a:pt x="92" y="18"/>
                    <a:pt x="74" y="0"/>
                    <a:pt x="52" y="0"/>
                  </a:cubicBezTo>
                  <a:cubicBezTo>
                    <a:pt x="30" y="0"/>
                    <a:pt x="12" y="18"/>
                    <a:pt x="12" y="40"/>
                  </a:cubicBezTo>
                  <a:cubicBezTo>
                    <a:pt x="12" y="44"/>
                    <a:pt x="13" y="48"/>
                    <a:pt x="14" y="52"/>
                  </a:cubicBezTo>
                  <a:cubicBezTo>
                    <a:pt x="6" y="52"/>
                    <a:pt x="0" y="59"/>
                    <a:pt x="0" y="66"/>
                  </a:cubicBezTo>
                  <a:cubicBezTo>
                    <a:pt x="0" y="74"/>
                    <a:pt x="6" y="81"/>
                    <a:pt x="14" y="8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sp>
          <p:nvSpPr>
            <p:cNvPr id="185" name="Freeform 315"/>
            <p:cNvSpPr>
              <a:spLocks/>
            </p:cNvSpPr>
            <p:nvPr/>
          </p:nvSpPr>
          <p:spPr bwMode="auto">
            <a:xfrm>
              <a:off x="8486775" y="417513"/>
              <a:ext cx="560388" cy="344488"/>
            </a:xfrm>
            <a:custGeom>
              <a:avLst/>
              <a:gdLst>
                <a:gd name="T0" fmla="*/ 123 w 149"/>
                <a:gd name="T1" fmla="*/ 39 h 92"/>
                <a:gd name="T2" fmla="*/ 106 w 149"/>
                <a:gd name="T3" fmla="*/ 45 h 92"/>
                <a:gd name="T4" fmla="*/ 93 w 149"/>
                <a:gd name="T5" fmla="*/ 15 h 92"/>
                <a:gd name="T6" fmla="*/ 60 w 149"/>
                <a:gd name="T7" fmla="*/ 0 h 92"/>
                <a:gd name="T8" fmla="*/ 21 w 149"/>
                <a:gd name="T9" fmla="*/ 23 h 92"/>
                <a:gd name="T10" fmla="*/ 14 w 149"/>
                <a:gd name="T11" fmla="*/ 46 h 92"/>
                <a:gd name="T12" fmla="*/ 16 w 149"/>
                <a:gd name="T13" fmla="*/ 59 h 92"/>
                <a:gd name="T14" fmla="*/ 0 w 149"/>
                <a:gd name="T15" fmla="*/ 76 h 92"/>
                <a:gd name="T16" fmla="*/ 17 w 149"/>
                <a:gd name="T17" fmla="*/ 92 h 92"/>
                <a:gd name="T18" fmla="*/ 60 w 149"/>
                <a:gd name="T19" fmla="*/ 92 h 92"/>
                <a:gd name="T20" fmla="*/ 62 w 149"/>
                <a:gd name="T21" fmla="*/ 92 h 92"/>
                <a:gd name="T22" fmla="*/ 123 w 149"/>
                <a:gd name="T23" fmla="*/ 92 h 92"/>
                <a:gd name="T24" fmla="*/ 149 w 149"/>
                <a:gd name="T25" fmla="*/ 65 h 92"/>
                <a:gd name="T26" fmla="*/ 123 w 149"/>
                <a:gd name="T27" fmla="*/ 3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92">
                  <a:moveTo>
                    <a:pt x="123" y="39"/>
                  </a:moveTo>
                  <a:cubicBezTo>
                    <a:pt x="116" y="39"/>
                    <a:pt x="110" y="41"/>
                    <a:pt x="106" y="45"/>
                  </a:cubicBezTo>
                  <a:cubicBezTo>
                    <a:pt x="106" y="33"/>
                    <a:pt x="101" y="23"/>
                    <a:pt x="93" y="15"/>
                  </a:cubicBezTo>
                  <a:cubicBezTo>
                    <a:pt x="85" y="6"/>
                    <a:pt x="73" y="0"/>
                    <a:pt x="60" y="0"/>
                  </a:cubicBezTo>
                  <a:cubicBezTo>
                    <a:pt x="43" y="0"/>
                    <a:pt x="29" y="9"/>
                    <a:pt x="21" y="23"/>
                  </a:cubicBezTo>
                  <a:cubicBezTo>
                    <a:pt x="16" y="29"/>
                    <a:pt x="14" y="37"/>
                    <a:pt x="14" y="46"/>
                  </a:cubicBezTo>
                  <a:cubicBezTo>
                    <a:pt x="14" y="51"/>
                    <a:pt x="15" y="55"/>
                    <a:pt x="16" y="59"/>
                  </a:cubicBezTo>
                  <a:cubicBezTo>
                    <a:pt x="7" y="60"/>
                    <a:pt x="0" y="67"/>
                    <a:pt x="0" y="76"/>
                  </a:cubicBezTo>
                  <a:cubicBezTo>
                    <a:pt x="0" y="85"/>
                    <a:pt x="8" y="92"/>
                    <a:pt x="17" y="92"/>
                  </a:cubicBezTo>
                  <a:cubicBezTo>
                    <a:pt x="60" y="92"/>
                    <a:pt x="60" y="92"/>
                    <a:pt x="60" y="92"/>
                  </a:cubicBezTo>
                  <a:cubicBezTo>
                    <a:pt x="62" y="92"/>
                    <a:pt x="62" y="92"/>
                    <a:pt x="62" y="92"/>
                  </a:cubicBezTo>
                  <a:cubicBezTo>
                    <a:pt x="123" y="92"/>
                    <a:pt x="123" y="92"/>
                    <a:pt x="123" y="92"/>
                  </a:cubicBezTo>
                  <a:cubicBezTo>
                    <a:pt x="137" y="92"/>
                    <a:pt x="149" y="80"/>
                    <a:pt x="149" y="65"/>
                  </a:cubicBezTo>
                  <a:cubicBezTo>
                    <a:pt x="149" y="51"/>
                    <a:pt x="137" y="39"/>
                    <a:pt x="123" y="3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srgbClr val="358FCB"/>
                </a:solidFill>
                <a:latin typeface="Calibri" panose="020F0502020204030204"/>
                <a:cs typeface="+mn-cs"/>
              </a:endParaRPr>
            </a:p>
          </p:txBody>
        </p:sp>
      </p:grpSp>
      <p:grpSp>
        <p:nvGrpSpPr>
          <p:cNvPr id="20" name="Group 19"/>
          <p:cNvGrpSpPr/>
          <p:nvPr/>
        </p:nvGrpSpPr>
        <p:grpSpPr>
          <a:xfrm>
            <a:off x="-13855" y="7671"/>
            <a:ext cx="7299255" cy="3953571"/>
            <a:chOff x="-17463" y="12700"/>
            <a:chExt cx="11753852" cy="6546851"/>
          </a:xfrm>
          <a:solidFill>
            <a:schemeClr val="accent1"/>
          </a:solidFill>
        </p:grpSpPr>
        <p:sp>
          <p:nvSpPr>
            <p:cNvPr id="51" name="Freeform 319"/>
            <p:cNvSpPr>
              <a:spLocks/>
            </p:cNvSpPr>
            <p:nvPr/>
          </p:nvSpPr>
          <p:spPr bwMode="auto">
            <a:xfrm>
              <a:off x="4257675" y="2344738"/>
              <a:ext cx="484188" cy="436563"/>
            </a:xfrm>
            <a:custGeom>
              <a:avLst/>
              <a:gdLst>
                <a:gd name="T0" fmla="*/ 13 w 129"/>
                <a:gd name="T1" fmla="*/ 12 h 116"/>
                <a:gd name="T2" fmla="*/ 1 w 129"/>
                <a:gd name="T3" fmla="*/ 35 h 116"/>
                <a:gd name="T4" fmla="*/ 0 w 129"/>
                <a:gd name="T5" fmla="*/ 42 h 116"/>
                <a:gd name="T6" fmla="*/ 0 w 129"/>
                <a:gd name="T7" fmla="*/ 43 h 116"/>
                <a:gd name="T8" fmla="*/ 0 w 129"/>
                <a:gd name="T9" fmla="*/ 50 h 116"/>
                <a:gd name="T10" fmla="*/ 1 w 129"/>
                <a:gd name="T11" fmla="*/ 54 h 116"/>
                <a:gd name="T12" fmla="*/ 6 w 129"/>
                <a:gd name="T13" fmla="*/ 76 h 116"/>
                <a:gd name="T14" fmla="*/ 19 w 129"/>
                <a:gd name="T15" fmla="*/ 101 h 116"/>
                <a:gd name="T16" fmla="*/ 20 w 129"/>
                <a:gd name="T17" fmla="*/ 102 h 116"/>
                <a:gd name="T18" fmla="*/ 29 w 129"/>
                <a:gd name="T19" fmla="*/ 111 h 116"/>
                <a:gd name="T20" fmla="*/ 31 w 129"/>
                <a:gd name="T21" fmla="*/ 113 h 116"/>
                <a:gd name="T22" fmla="*/ 45 w 129"/>
                <a:gd name="T23" fmla="*/ 115 h 116"/>
                <a:gd name="T24" fmla="*/ 45 w 129"/>
                <a:gd name="T25" fmla="*/ 115 h 116"/>
                <a:gd name="T26" fmla="*/ 52 w 129"/>
                <a:gd name="T27" fmla="*/ 112 h 116"/>
                <a:gd name="T28" fmla="*/ 56 w 129"/>
                <a:gd name="T29" fmla="*/ 111 h 116"/>
                <a:gd name="T30" fmla="*/ 65 w 129"/>
                <a:gd name="T31" fmla="*/ 109 h 116"/>
                <a:gd name="T32" fmla="*/ 65 w 129"/>
                <a:gd name="T33" fmla="*/ 109 h 116"/>
                <a:gd name="T34" fmla="*/ 73 w 129"/>
                <a:gd name="T35" fmla="*/ 111 h 116"/>
                <a:gd name="T36" fmla="*/ 77 w 129"/>
                <a:gd name="T37" fmla="*/ 112 h 116"/>
                <a:gd name="T38" fmla="*/ 84 w 129"/>
                <a:gd name="T39" fmla="*/ 115 h 116"/>
                <a:gd name="T40" fmla="*/ 84 w 129"/>
                <a:gd name="T41" fmla="*/ 115 h 116"/>
                <a:gd name="T42" fmla="*/ 98 w 129"/>
                <a:gd name="T43" fmla="*/ 113 h 116"/>
                <a:gd name="T44" fmla="*/ 101 w 129"/>
                <a:gd name="T45" fmla="*/ 111 h 116"/>
                <a:gd name="T46" fmla="*/ 109 w 129"/>
                <a:gd name="T47" fmla="*/ 102 h 116"/>
                <a:gd name="T48" fmla="*/ 110 w 129"/>
                <a:gd name="T49" fmla="*/ 101 h 116"/>
                <a:gd name="T50" fmla="*/ 124 w 129"/>
                <a:gd name="T51" fmla="*/ 76 h 116"/>
                <a:gd name="T52" fmla="*/ 129 w 129"/>
                <a:gd name="T53" fmla="*/ 54 h 116"/>
                <a:gd name="T54" fmla="*/ 129 w 129"/>
                <a:gd name="T55" fmla="*/ 50 h 116"/>
                <a:gd name="T56" fmla="*/ 129 w 129"/>
                <a:gd name="T57" fmla="*/ 43 h 116"/>
                <a:gd name="T58" fmla="*/ 129 w 129"/>
                <a:gd name="T59" fmla="*/ 42 h 116"/>
                <a:gd name="T60" fmla="*/ 128 w 129"/>
                <a:gd name="T61" fmla="*/ 35 h 116"/>
                <a:gd name="T62" fmla="*/ 116 w 129"/>
                <a:gd name="T63" fmla="*/ 12 h 116"/>
                <a:gd name="T64" fmla="*/ 113 w 129"/>
                <a:gd name="T65" fmla="*/ 9 h 116"/>
                <a:gd name="T66" fmla="*/ 95 w 129"/>
                <a:gd name="T67" fmla="*/ 1 h 116"/>
                <a:gd name="T68" fmla="*/ 75 w 129"/>
                <a:gd name="T69" fmla="*/ 4 h 116"/>
                <a:gd name="T70" fmla="*/ 65 w 129"/>
                <a:gd name="T71" fmla="*/ 8 h 116"/>
                <a:gd name="T72" fmla="*/ 54 w 129"/>
                <a:gd name="T73" fmla="*/ 4 h 116"/>
                <a:gd name="T74" fmla="*/ 34 w 129"/>
                <a:gd name="T75" fmla="*/ 1 h 116"/>
                <a:gd name="T76" fmla="*/ 16 w 129"/>
                <a:gd name="T77" fmla="*/ 9 h 116"/>
                <a:gd name="T78" fmla="*/ 13 w 129"/>
                <a:gd name="T79" fmla="*/ 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 h="116">
                  <a:moveTo>
                    <a:pt x="13" y="12"/>
                  </a:moveTo>
                  <a:cubicBezTo>
                    <a:pt x="7" y="18"/>
                    <a:pt x="3" y="26"/>
                    <a:pt x="1" y="35"/>
                  </a:cubicBezTo>
                  <a:cubicBezTo>
                    <a:pt x="1" y="38"/>
                    <a:pt x="1" y="40"/>
                    <a:pt x="0" y="42"/>
                  </a:cubicBezTo>
                  <a:cubicBezTo>
                    <a:pt x="0" y="42"/>
                    <a:pt x="0" y="43"/>
                    <a:pt x="0" y="43"/>
                  </a:cubicBezTo>
                  <a:cubicBezTo>
                    <a:pt x="0" y="45"/>
                    <a:pt x="0" y="47"/>
                    <a:pt x="0" y="50"/>
                  </a:cubicBezTo>
                  <a:cubicBezTo>
                    <a:pt x="0" y="51"/>
                    <a:pt x="0" y="53"/>
                    <a:pt x="1" y="54"/>
                  </a:cubicBezTo>
                  <a:cubicBezTo>
                    <a:pt x="1" y="62"/>
                    <a:pt x="3" y="69"/>
                    <a:pt x="6" y="76"/>
                  </a:cubicBezTo>
                  <a:cubicBezTo>
                    <a:pt x="9" y="85"/>
                    <a:pt x="13" y="93"/>
                    <a:pt x="19" y="101"/>
                  </a:cubicBezTo>
                  <a:cubicBezTo>
                    <a:pt x="20" y="101"/>
                    <a:pt x="20" y="102"/>
                    <a:pt x="20" y="102"/>
                  </a:cubicBezTo>
                  <a:cubicBezTo>
                    <a:pt x="23" y="105"/>
                    <a:pt x="25" y="109"/>
                    <a:pt x="29" y="111"/>
                  </a:cubicBezTo>
                  <a:cubicBezTo>
                    <a:pt x="29" y="112"/>
                    <a:pt x="30" y="112"/>
                    <a:pt x="31" y="113"/>
                  </a:cubicBezTo>
                  <a:cubicBezTo>
                    <a:pt x="35" y="116"/>
                    <a:pt x="40" y="116"/>
                    <a:pt x="45" y="115"/>
                  </a:cubicBezTo>
                  <a:cubicBezTo>
                    <a:pt x="45" y="115"/>
                    <a:pt x="45" y="115"/>
                    <a:pt x="45" y="115"/>
                  </a:cubicBezTo>
                  <a:cubicBezTo>
                    <a:pt x="48" y="114"/>
                    <a:pt x="50" y="113"/>
                    <a:pt x="52" y="112"/>
                  </a:cubicBezTo>
                  <a:cubicBezTo>
                    <a:pt x="53" y="112"/>
                    <a:pt x="55" y="111"/>
                    <a:pt x="56" y="111"/>
                  </a:cubicBezTo>
                  <a:cubicBezTo>
                    <a:pt x="59" y="110"/>
                    <a:pt x="64" y="109"/>
                    <a:pt x="65" y="109"/>
                  </a:cubicBezTo>
                  <a:cubicBezTo>
                    <a:pt x="65" y="109"/>
                    <a:pt x="65" y="109"/>
                    <a:pt x="65" y="109"/>
                  </a:cubicBezTo>
                  <a:cubicBezTo>
                    <a:pt x="68" y="109"/>
                    <a:pt x="70" y="110"/>
                    <a:pt x="73" y="111"/>
                  </a:cubicBezTo>
                  <a:cubicBezTo>
                    <a:pt x="74" y="111"/>
                    <a:pt x="76" y="112"/>
                    <a:pt x="77" y="112"/>
                  </a:cubicBezTo>
                  <a:cubicBezTo>
                    <a:pt x="79" y="113"/>
                    <a:pt x="82" y="114"/>
                    <a:pt x="84" y="115"/>
                  </a:cubicBezTo>
                  <a:cubicBezTo>
                    <a:pt x="84" y="115"/>
                    <a:pt x="84" y="115"/>
                    <a:pt x="84" y="115"/>
                  </a:cubicBezTo>
                  <a:cubicBezTo>
                    <a:pt x="89" y="116"/>
                    <a:pt x="94" y="116"/>
                    <a:pt x="98" y="113"/>
                  </a:cubicBezTo>
                  <a:cubicBezTo>
                    <a:pt x="99" y="112"/>
                    <a:pt x="100" y="112"/>
                    <a:pt x="101" y="111"/>
                  </a:cubicBezTo>
                  <a:cubicBezTo>
                    <a:pt x="104" y="109"/>
                    <a:pt x="107" y="105"/>
                    <a:pt x="109" y="102"/>
                  </a:cubicBezTo>
                  <a:cubicBezTo>
                    <a:pt x="109" y="102"/>
                    <a:pt x="110" y="101"/>
                    <a:pt x="110" y="101"/>
                  </a:cubicBezTo>
                  <a:cubicBezTo>
                    <a:pt x="116" y="93"/>
                    <a:pt x="120" y="85"/>
                    <a:pt x="124" y="76"/>
                  </a:cubicBezTo>
                  <a:cubicBezTo>
                    <a:pt x="126" y="69"/>
                    <a:pt x="128" y="62"/>
                    <a:pt x="129" y="54"/>
                  </a:cubicBezTo>
                  <a:cubicBezTo>
                    <a:pt x="129" y="53"/>
                    <a:pt x="129" y="51"/>
                    <a:pt x="129" y="50"/>
                  </a:cubicBezTo>
                  <a:cubicBezTo>
                    <a:pt x="129" y="47"/>
                    <a:pt x="129" y="45"/>
                    <a:pt x="129" y="43"/>
                  </a:cubicBezTo>
                  <a:cubicBezTo>
                    <a:pt x="129" y="43"/>
                    <a:pt x="129" y="42"/>
                    <a:pt x="129" y="42"/>
                  </a:cubicBezTo>
                  <a:cubicBezTo>
                    <a:pt x="129" y="40"/>
                    <a:pt x="129" y="38"/>
                    <a:pt x="128" y="35"/>
                  </a:cubicBezTo>
                  <a:cubicBezTo>
                    <a:pt x="126" y="26"/>
                    <a:pt x="123" y="18"/>
                    <a:pt x="116" y="12"/>
                  </a:cubicBezTo>
                  <a:cubicBezTo>
                    <a:pt x="115" y="11"/>
                    <a:pt x="114" y="10"/>
                    <a:pt x="113" y="9"/>
                  </a:cubicBezTo>
                  <a:cubicBezTo>
                    <a:pt x="108" y="5"/>
                    <a:pt x="102" y="2"/>
                    <a:pt x="95" y="1"/>
                  </a:cubicBezTo>
                  <a:cubicBezTo>
                    <a:pt x="88" y="0"/>
                    <a:pt x="81" y="2"/>
                    <a:pt x="75" y="4"/>
                  </a:cubicBezTo>
                  <a:cubicBezTo>
                    <a:pt x="72" y="5"/>
                    <a:pt x="65" y="8"/>
                    <a:pt x="65" y="8"/>
                  </a:cubicBezTo>
                  <a:cubicBezTo>
                    <a:pt x="64" y="8"/>
                    <a:pt x="57" y="5"/>
                    <a:pt x="54" y="4"/>
                  </a:cubicBezTo>
                  <a:cubicBezTo>
                    <a:pt x="48" y="2"/>
                    <a:pt x="41" y="0"/>
                    <a:pt x="34" y="1"/>
                  </a:cubicBezTo>
                  <a:cubicBezTo>
                    <a:pt x="27" y="2"/>
                    <a:pt x="21" y="5"/>
                    <a:pt x="16" y="9"/>
                  </a:cubicBezTo>
                  <a:cubicBezTo>
                    <a:pt x="15" y="10"/>
                    <a:pt x="14" y="11"/>
                    <a:pt x="13" y="1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2" name="Freeform 320"/>
            <p:cNvSpPr>
              <a:spLocks/>
            </p:cNvSpPr>
            <p:nvPr/>
          </p:nvSpPr>
          <p:spPr bwMode="auto">
            <a:xfrm>
              <a:off x="4384675" y="2209800"/>
              <a:ext cx="115888" cy="131763"/>
            </a:xfrm>
            <a:custGeom>
              <a:avLst/>
              <a:gdLst>
                <a:gd name="T0" fmla="*/ 10 w 31"/>
                <a:gd name="T1" fmla="*/ 26 h 35"/>
                <a:gd name="T2" fmla="*/ 22 w 31"/>
                <a:gd name="T3" fmla="*/ 35 h 35"/>
                <a:gd name="T4" fmla="*/ 30 w 31"/>
                <a:gd name="T5" fmla="*/ 35 h 35"/>
                <a:gd name="T6" fmla="*/ 31 w 31"/>
                <a:gd name="T7" fmla="*/ 35 h 35"/>
                <a:gd name="T8" fmla="*/ 24 w 31"/>
                <a:gd name="T9" fmla="*/ 14 h 35"/>
                <a:gd name="T10" fmla="*/ 3 w 31"/>
                <a:gd name="T11" fmla="*/ 1 h 35"/>
                <a:gd name="T12" fmla="*/ 1 w 31"/>
                <a:gd name="T13" fmla="*/ 0 h 35"/>
                <a:gd name="T14" fmla="*/ 0 w 31"/>
                <a:gd name="T15" fmla="*/ 0 h 35"/>
                <a:gd name="T16" fmla="*/ 1 w 31"/>
                <a:gd name="T17" fmla="*/ 9 h 35"/>
                <a:gd name="T18" fmla="*/ 10 w 31"/>
                <a:gd name="T19"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5">
                  <a:moveTo>
                    <a:pt x="10" y="26"/>
                  </a:moveTo>
                  <a:cubicBezTo>
                    <a:pt x="13" y="30"/>
                    <a:pt x="17" y="33"/>
                    <a:pt x="22" y="35"/>
                  </a:cubicBezTo>
                  <a:cubicBezTo>
                    <a:pt x="25" y="35"/>
                    <a:pt x="27" y="35"/>
                    <a:pt x="30" y="35"/>
                  </a:cubicBezTo>
                  <a:cubicBezTo>
                    <a:pt x="30" y="35"/>
                    <a:pt x="30" y="35"/>
                    <a:pt x="31" y="35"/>
                  </a:cubicBezTo>
                  <a:cubicBezTo>
                    <a:pt x="31" y="27"/>
                    <a:pt x="29" y="20"/>
                    <a:pt x="24" y="14"/>
                  </a:cubicBezTo>
                  <a:cubicBezTo>
                    <a:pt x="19" y="7"/>
                    <a:pt x="11" y="2"/>
                    <a:pt x="3" y="1"/>
                  </a:cubicBezTo>
                  <a:cubicBezTo>
                    <a:pt x="2" y="1"/>
                    <a:pt x="2" y="1"/>
                    <a:pt x="1" y="0"/>
                  </a:cubicBezTo>
                  <a:cubicBezTo>
                    <a:pt x="1" y="0"/>
                    <a:pt x="1" y="0"/>
                    <a:pt x="0" y="0"/>
                  </a:cubicBezTo>
                  <a:cubicBezTo>
                    <a:pt x="0" y="3"/>
                    <a:pt x="0" y="6"/>
                    <a:pt x="1" y="9"/>
                  </a:cubicBezTo>
                  <a:cubicBezTo>
                    <a:pt x="2" y="16"/>
                    <a:pt x="5" y="22"/>
                    <a:pt x="10" y="2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3" name="Freeform 321"/>
            <p:cNvSpPr>
              <a:spLocks/>
            </p:cNvSpPr>
            <p:nvPr/>
          </p:nvSpPr>
          <p:spPr bwMode="auto">
            <a:xfrm>
              <a:off x="3473450" y="3798888"/>
              <a:ext cx="520700" cy="123825"/>
            </a:xfrm>
            <a:custGeom>
              <a:avLst/>
              <a:gdLst>
                <a:gd name="T0" fmla="*/ 328 w 328"/>
                <a:gd name="T1" fmla="*/ 0 h 78"/>
                <a:gd name="T2" fmla="*/ 298 w 328"/>
                <a:gd name="T3" fmla="*/ 0 h 78"/>
                <a:gd name="T4" fmla="*/ 298 w 328"/>
                <a:gd name="T5" fmla="*/ 47 h 78"/>
                <a:gd name="T6" fmla="*/ 28 w 328"/>
                <a:gd name="T7" fmla="*/ 47 h 78"/>
                <a:gd name="T8" fmla="*/ 28 w 328"/>
                <a:gd name="T9" fmla="*/ 0 h 78"/>
                <a:gd name="T10" fmla="*/ 0 w 328"/>
                <a:gd name="T11" fmla="*/ 0 h 78"/>
                <a:gd name="T12" fmla="*/ 0 w 328"/>
                <a:gd name="T13" fmla="*/ 78 h 78"/>
                <a:gd name="T14" fmla="*/ 328 w 328"/>
                <a:gd name="T15" fmla="*/ 78 h 78"/>
                <a:gd name="T16" fmla="*/ 328 w 3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78">
                  <a:moveTo>
                    <a:pt x="328" y="0"/>
                  </a:moveTo>
                  <a:lnTo>
                    <a:pt x="298" y="0"/>
                  </a:lnTo>
                  <a:lnTo>
                    <a:pt x="298" y="47"/>
                  </a:lnTo>
                  <a:lnTo>
                    <a:pt x="28" y="47"/>
                  </a:lnTo>
                  <a:lnTo>
                    <a:pt x="28" y="0"/>
                  </a:lnTo>
                  <a:lnTo>
                    <a:pt x="0" y="0"/>
                  </a:lnTo>
                  <a:lnTo>
                    <a:pt x="0" y="78"/>
                  </a:lnTo>
                  <a:lnTo>
                    <a:pt x="328" y="78"/>
                  </a:lnTo>
                  <a:lnTo>
                    <a:pt x="328"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4" name="Freeform 322"/>
            <p:cNvSpPr>
              <a:spLocks/>
            </p:cNvSpPr>
            <p:nvPr/>
          </p:nvSpPr>
          <p:spPr bwMode="auto">
            <a:xfrm>
              <a:off x="3544887" y="3427413"/>
              <a:ext cx="385763" cy="412750"/>
            </a:xfrm>
            <a:custGeom>
              <a:avLst/>
              <a:gdLst>
                <a:gd name="T0" fmla="*/ 42 w 243"/>
                <a:gd name="T1" fmla="*/ 109 h 260"/>
                <a:gd name="T2" fmla="*/ 0 w 243"/>
                <a:gd name="T3" fmla="*/ 109 h 260"/>
                <a:gd name="T4" fmla="*/ 120 w 243"/>
                <a:gd name="T5" fmla="*/ 260 h 260"/>
                <a:gd name="T6" fmla="*/ 243 w 243"/>
                <a:gd name="T7" fmla="*/ 109 h 260"/>
                <a:gd name="T8" fmla="*/ 201 w 243"/>
                <a:gd name="T9" fmla="*/ 109 h 260"/>
                <a:gd name="T10" fmla="*/ 201 w 243"/>
                <a:gd name="T11" fmla="*/ 0 h 260"/>
                <a:gd name="T12" fmla="*/ 42 w 243"/>
                <a:gd name="T13" fmla="*/ 0 h 260"/>
                <a:gd name="T14" fmla="*/ 42 w 243"/>
                <a:gd name="T15" fmla="*/ 109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260">
                  <a:moveTo>
                    <a:pt x="42" y="109"/>
                  </a:moveTo>
                  <a:lnTo>
                    <a:pt x="0" y="109"/>
                  </a:lnTo>
                  <a:lnTo>
                    <a:pt x="120" y="260"/>
                  </a:lnTo>
                  <a:lnTo>
                    <a:pt x="243" y="109"/>
                  </a:lnTo>
                  <a:lnTo>
                    <a:pt x="201" y="109"/>
                  </a:lnTo>
                  <a:lnTo>
                    <a:pt x="201" y="0"/>
                  </a:lnTo>
                  <a:lnTo>
                    <a:pt x="42" y="0"/>
                  </a:lnTo>
                  <a:lnTo>
                    <a:pt x="42" y="10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5" name="Freeform 323"/>
            <p:cNvSpPr>
              <a:spLocks noEditPoints="1"/>
            </p:cNvSpPr>
            <p:nvPr/>
          </p:nvSpPr>
          <p:spPr bwMode="auto">
            <a:xfrm>
              <a:off x="2932112" y="3430588"/>
              <a:ext cx="608013" cy="747713"/>
            </a:xfrm>
            <a:custGeom>
              <a:avLst/>
              <a:gdLst>
                <a:gd name="T0" fmla="*/ 113 w 162"/>
                <a:gd name="T1" fmla="*/ 183 h 199"/>
                <a:gd name="T2" fmla="*/ 162 w 162"/>
                <a:gd name="T3" fmla="*/ 199 h 199"/>
                <a:gd name="T4" fmla="*/ 113 w 162"/>
                <a:gd name="T5" fmla="*/ 114 h 199"/>
                <a:gd name="T6" fmla="*/ 102 w 162"/>
                <a:gd name="T7" fmla="*/ 97 h 199"/>
                <a:gd name="T8" fmla="*/ 93 w 162"/>
                <a:gd name="T9" fmla="*/ 138 h 199"/>
                <a:gd name="T10" fmla="*/ 97 w 162"/>
                <a:gd name="T11" fmla="*/ 151 h 199"/>
                <a:gd name="T12" fmla="*/ 93 w 162"/>
                <a:gd name="T13" fmla="*/ 147 h 199"/>
                <a:gd name="T14" fmla="*/ 100 w 162"/>
                <a:gd name="T15" fmla="*/ 169 h 199"/>
                <a:gd name="T16" fmla="*/ 93 w 162"/>
                <a:gd name="T17" fmla="*/ 183 h 199"/>
                <a:gd name="T18" fmla="*/ 93 w 162"/>
                <a:gd name="T19" fmla="*/ 183 h 199"/>
                <a:gd name="T20" fmla="*/ 81 w 162"/>
                <a:gd name="T21" fmla="*/ 169 h 199"/>
                <a:gd name="T22" fmla="*/ 93 w 162"/>
                <a:gd name="T23" fmla="*/ 53 h 199"/>
                <a:gd name="T24" fmla="*/ 86 w 162"/>
                <a:gd name="T25" fmla="*/ 30 h 199"/>
                <a:gd name="T26" fmla="*/ 81 w 162"/>
                <a:gd name="T27" fmla="*/ 59 h 199"/>
                <a:gd name="T28" fmla="*/ 81 w 162"/>
                <a:gd name="T29" fmla="*/ 97 h 199"/>
                <a:gd name="T30" fmla="*/ 88 w 162"/>
                <a:gd name="T31" fmla="*/ 114 h 199"/>
                <a:gd name="T32" fmla="*/ 81 w 162"/>
                <a:gd name="T33" fmla="*/ 135 h 199"/>
                <a:gd name="T34" fmla="*/ 93 w 162"/>
                <a:gd name="T35" fmla="*/ 161 h 199"/>
                <a:gd name="T36" fmla="*/ 88 w 162"/>
                <a:gd name="T37" fmla="*/ 142 h 199"/>
                <a:gd name="T38" fmla="*/ 93 w 162"/>
                <a:gd name="T39" fmla="*/ 53 h 199"/>
                <a:gd name="T40" fmla="*/ 81 w 162"/>
                <a:gd name="T41" fmla="*/ 183 h 199"/>
                <a:gd name="T42" fmla="*/ 81 w 162"/>
                <a:gd name="T43" fmla="*/ 169 h 199"/>
                <a:gd name="T44" fmla="*/ 81 w 162"/>
                <a:gd name="T45" fmla="*/ 169 h 199"/>
                <a:gd name="T46" fmla="*/ 69 w 162"/>
                <a:gd name="T47" fmla="*/ 183 h 199"/>
                <a:gd name="T48" fmla="*/ 81 w 162"/>
                <a:gd name="T49" fmla="*/ 0 h 199"/>
                <a:gd name="T50" fmla="*/ 73 w 162"/>
                <a:gd name="T51" fmla="*/ 30 h 199"/>
                <a:gd name="T52" fmla="*/ 69 w 162"/>
                <a:gd name="T53" fmla="*/ 138 h 199"/>
                <a:gd name="T54" fmla="*/ 69 w 162"/>
                <a:gd name="T55" fmla="*/ 147 h 199"/>
                <a:gd name="T56" fmla="*/ 81 w 162"/>
                <a:gd name="T57" fmla="*/ 150 h 199"/>
                <a:gd name="T58" fmla="*/ 81 w 162"/>
                <a:gd name="T59" fmla="*/ 135 h 199"/>
                <a:gd name="T60" fmla="*/ 71 w 162"/>
                <a:gd name="T61" fmla="*/ 125 h 199"/>
                <a:gd name="T62" fmla="*/ 81 w 162"/>
                <a:gd name="T63" fmla="*/ 114 h 199"/>
                <a:gd name="T64" fmla="*/ 81 w 162"/>
                <a:gd name="T65" fmla="*/ 114 h 199"/>
                <a:gd name="T66" fmla="*/ 81 w 162"/>
                <a:gd name="T67" fmla="*/ 97 h 199"/>
                <a:gd name="T68" fmla="*/ 81 w 162"/>
                <a:gd name="T69" fmla="*/ 59 h 199"/>
                <a:gd name="T70" fmla="*/ 81 w 162"/>
                <a:gd name="T71" fmla="*/ 59 h 199"/>
                <a:gd name="T72" fmla="*/ 0 w 162"/>
                <a:gd name="T73" fmla="*/ 199 h 199"/>
                <a:gd name="T74" fmla="*/ 49 w 162"/>
                <a:gd name="T75" fmla="*/ 183 h 199"/>
                <a:gd name="T76" fmla="*/ 69 w 162"/>
                <a:gd name="T77" fmla="*/ 169 h 199"/>
                <a:gd name="T78" fmla="*/ 69 w 162"/>
                <a:gd name="T79" fmla="*/ 161 h 199"/>
                <a:gd name="T80" fmla="*/ 65 w 162"/>
                <a:gd name="T81" fmla="*/ 151 h 199"/>
                <a:gd name="T82" fmla="*/ 69 w 162"/>
                <a:gd name="T83" fmla="*/ 137 h 199"/>
                <a:gd name="T84" fmla="*/ 69 w 162"/>
                <a:gd name="T85" fmla="*/ 53 h 199"/>
                <a:gd name="T86" fmla="*/ 49 w 162"/>
                <a:gd name="T87" fmla="*/ 97 h 199"/>
                <a:gd name="T88" fmla="*/ 55 w 162"/>
                <a:gd name="T89" fmla="*/ 11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99">
                  <a:moveTo>
                    <a:pt x="93" y="183"/>
                  </a:moveTo>
                  <a:cubicBezTo>
                    <a:pt x="113" y="183"/>
                    <a:pt x="113" y="183"/>
                    <a:pt x="113" y="183"/>
                  </a:cubicBezTo>
                  <a:cubicBezTo>
                    <a:pt x="129" y="199"/>
                    <a:pt x="129" y="199"/>
                    <a:pt x="129" y="199"/>
                  </a:cubicBezTo>
                  <a:cubicBezTo>
                    <a:pt x="162" y="199"/>
                    <a:pt x="162" y="199"/>
                    <a:pt x="162" y="199"/>
                  </a:cubicBezTo>
                  <a:cubicBezTo>
                    <a:pt x="136" y="185"/>
                    <a:pt x="119" y="149"/>
                    <a:pt x="107" y="114"/>
                  </a:cubicBezTo>
                  <a:cubicBezTo>
                    <a:pt x="113" y="114"/>
                    <a:pt x="113" y="114"/>
                    <a:pt x="113" y="114"/>
                  </a:cubicBezTo>
                  <a:cubicBezTo>
                    <a:pt x="113" y="97"/>
                    <a:pt x="113" y="97"/>
                    <a:pt x="113" y="97"/>
                  </a:cubicBezTo>
                  <a:cubicBezTo>
                    <a:pt x="102" y="97"/>
                    <a:pt x="102" y="97"/>
                    <a:pt x="102" y="97"/>
                  </a:cubicBezTo>
                  <a:cubicBezTo>
                    <a:pt x="98" y="80"/>
                    <a:pt x="95" y="65"/>
                    <a:pt x="93" y="53"/>
                  </a:cubicBezTo>
                  <a:cubicBezTo>
                    <a:pt x="93" y="138"/>
                    <a:pt x="93" y="138"/>
                    <a:pt x="93" y="138"/>
                  </a:cubicBezTo>
                  <a:cubicBezTo>
                    <a:pt x="93" y="137"/>
                    <a:pt x="93" y="137"/>
                    <a:pt x="93" y="137"/>
                  </a:cubicBezTo>
                  <a:cubicBezTo>
                    <a:pt x="94" y="142"/>
                    <a:pt x="96" y="146"/>
                    <a:pt x="97" y="151"/>
                  </a:cubicBezTo>
                  <a:cubicBezTo>
                    <a:pt x="97" y="151"/>
                    <a:pt x="97" y="151"/>
                    <a:pt x="97" y="151"/>
                  </a:cubicBezTo>
                  <a:cubicBezTo>
                    <a:pt x="93" y="147"/>
                    <a:pt x="93" y="147"/>
                    <a:pt x="93" y="147"/>
                  </a:cubicBezTo>
                  <a:cubicBezTo>
                    <a:pt x="93" y="161"/>
                    <a:pt x="93" y="161"/>
                    <a:pt x="93" y="161"/>
                  </a:cubicBezTo>
                  <a:cubicBezTo>
                    <a:pt x="100" y="169"/>
                    <a:pt x="100" y="169"/>
                    <a:pt x="100" y="169"/>
                  </a:cubicBezTo>
                  <a:cubicBezTo>
                    <a:pt x="93" y="169"/>
                    <a:pt x="93" y="169"/>
                    <a:pt x="93" y="169"/>
                  </a:cubicBezTo>
                  <a:lnTo>
                    <a:pt x="93" y="183"/>
                  </a:lnTo>
                  <a:close/>
                  <a:moveTo>
                    <a:pt x="81" y="183"/>
                  </a:moveTo>
                  <a:cubicBezTo>
                    <a:pt x="93" y="183"/>
                    <a:pt x="93" y="183"/>
                    <a:pt x="93" y="183"/>
                  </a:cubicBezTo>
                  <a:cubicBezTo>
                    <a:pt x="93" y="169"/>
                    <a:pt x="93" y="169"/>
                    <a:pt x="93" y="169"/>
                  </a:cubicBezTo>
                  <a:cubicBezTo>
                    <a:pt x="81" y="169"/>
                    <a:pt x="81" y="169"/>
                    <a:pt x="81" y="169"/>
                  </a:cubicBezTo>
                  <a:cubicBezTo>
                    <a:pt x="81" y="183"/>
                    <a:pt x="81" y="183"/>
                    <a:pt x="81" y="183"/>
                  </a:cubicBezTo>
                  <a:close/>
                  <a:moveTo>
                    <a:pt x="93" y="53"/>
                  </a:moveTo>
                  <a:cubicBezTo>
                    <a:pt x="90" y="39"/>
                    <a:pt x="89" y="30"/>
                    <a:pt x="89" y="30"/>
                  </a:cubicBezTo>
                  <a:cubicBezTo>
                    <a:pt x="86" y="30"/>
                    <a:pt x="86" y="30"/>
                    <a:pt x="86" y="30"/>
                  </a:cubicBezTo>
                  <a:cubicBezTo>
                    <a:pt x="81" y="0"/>
                    <a:pt x="81" y="0"/>
                    <a:pt x="81" y="0"/>
                  </a:cubicBezTo>
                  <a:cubicBezTo>
                    <a:pt x="81" y="59"/>
                    <a:pt x="81" y="59"/>
                    <a:pt x="81" y="59"/>
                  </a:cubicBezTo>
                  <a:cubicBezTo>
                    <a:pt x="81" y="61"/>
                    <a:pt x="83" y="88"/>
                    <a:pt x="84" y="97"/>
                  </a:cubicBezTo>
                  <a:cubicBezTo>
                    <a:pt x="81" y="97"/>
                    <a:pt x="81" y="97"/>
                    <a:pt x="81" y="97"/>
                  </a:cubicBezTo>
                  <a:cubicBezTo>
                    <a:pt x="81" y="114"/>
                    <a:pt x="81" y="114"/>
                    <a:pt x="81" y="114"/>
                  </a:cubicBezTo>
                  <a:cubicBezTo>
                    <a:pt x="88" y="114"/>
                    <a:pt x="88" y="114"/>
                    <a:pt x="88" y="114"/>
                  </a:cubicBezTo>
                  <a:cubicBezTo>
                    <a:pt x="88" y="114"/>
                    <a:pt x="89" y="118"/>
                    <a:pt x="91" y="125"/>
                  </a:cubicBezTo>
                  <a:cubicBezTo>
                    <a:pt x="81" y="135"/>
                    <a:pt x="81" y="135"/>
                    <a:pt x="81" y="135"/>
                  </a:cubicBezTo>
                  <a:cubicBezTo>
                    <a:pt x="81" y="150"/>
                    <a:pt x="81" y="150"/>
                    <a:pt x="81" y="150"/>
                  </a:cubicBezTo>
                  <a:cubicBezTo>
                    <a:pt x="93" y="161"/>
                    <a:pt x="93" y="161"/>
                    <a:pt x="93" y="161"/>
                  </a:cubicBezTo>
                  <a:cubicBezTo>
                    <a:pt x="93" y="147"/>
                    <a:pt x="93" y="147"/>
                    <a:pt x="93" y="147"/>
                  </a:cubicBezTo>
                  <a:cubicBezTo>
                    <a:pt x="88" y="142"/>
                    <a:pt x="88" y="142"/>
                    <a:pt x="88" y="142"/>
                  </a:cubicBezTo>
                  <a:cubicBezTo>
                    <a:pt x="93" y="138"/>
                    <a:pt x="93" y="138"/>
                    <a:pt x="93" y="138"/>
                  </a:cubicBezTo>
                  <a:lnTo>
                    <a:pt x="93" y="53"/>
                  </a:lnTo>
                  <a:close/>
                  <a:moveTo>
                    <a:pt x="69" y="183"/>
                  </a:moveTo>
                  <a:cubicBezTo>
                    <a:pt x="81" y="183"/>
                    <a:pt x="81" y="183"/>
                    <a:pt x="81" y="183"/>
                  </a:cubicBezTo>
                  <a:cubicBezTo>
                    <a:pt x="81" y="183"/>
                    <a:pt x="81" y="183"/>
                    <a:pt x="81" y="183"/>
                  </a:cubicBezTo>
                  <a:cubicBezTo>
                    <a:pt x="81" y="169"/>
                    <a:pt x="81" y="169"/>
                    <a:pt x="81" y="169"/>
                  </a:cubicBezTo>
                  <a:cubicBezTo>
                    <a:pt x="81" y="169"/>
                    <a:pt x="81" y="169"/>
                    <a:pt x="81" y="169"/>
                  </a:cubicBezTo>
                  <a:cubicBezTo>
                    <a:pt x="81" y="169"/>
                    <a:pt x="81" y="169"/>
                    <a:pt x="81" y="169"/>
                  </a:cubicBezTo>
                  <a:cubicBezTo>
                    <a:pt x="69" y="169"/>
                    <a:pt x="69" y="169"/>
                    <a:pt x="69" y="169"/>
                  </a:cubicBezTo>
                  <a:cubicBezTo>
                    <a:pt x="69" y="183"/>
                    <a:pt x="69" y="183"/>
                    <a:pt x="69" y="183"/>
                  </a:cubicBezTo>
                  <a:close/>
                  <a:moveTo>
                    <a:pt x="81" y="0"/>
                  </a:moveTo>
                  <a:cubicBezTo>
                    <a:pt x="81" y="0"/>
                    <a:pt x="81" y="0"/>
                    <a:pt x="81" y="0"/>
                  </a:cubicBezTo>
                  <a:cubicBezTo>
                    <a:pt x="76" y="30"/>
                    <a:pt x="76" y="30"/>
                    <a:pt x="76" y="30"/>
                  </a:cubicBezTo>
                  <a:cubicBezTo>
                    <a:pt x="73" y="30"/>
                    <a:pt x="73" y="30"/>
                    <a:pt x="73" y="30"/>
                  </a:cubicBezTo>
                  <a:cubicBezTo>
                    <a:pt x="73" y="30"/>
                    <a:pt x="72" y="39"/>
                    <a:pt x="69" y="53"/>
                  </a:cubicBezTo>
                  <a:cubicBezTo>
                    <a:pt x="69" y="138"/>
                    <a:pt x="69" y="138"/>
                    <a:pt x="69" y="138"/>
                  </a:cubicBezTo>
                  <a:cubicBezTo>
                    <a:pt x="74" y="142"/>
                    <a:pt x="74" y="142"/>
                    <a:pt x="74" y="142"/>
                  </a:cubicBezTo>
                  <a:cubicBezTo>
                    <a:pt x="69" y="147"/>
                    <a:pt x="69" y="147"/>
                    <a:pt x="69" y="147"/>
                  </a:cubicBezTo>
                  <a:cubicBezTo>
                    <a:pt x="69" y="161"/>
                    <a:pt x="69" y="161"/>
                    <a:pt x="69" y="161"/>
                  </a:cubicBezTo>
                  <a:cubicBezTo>
                    <a:pt x="81" y="150"/>
                    <a:pt x="81" y="150"/>
                    <a:pt x="81" y="150"/>
                  </a:cubicBezTo>
                  <a:cubicBezTo>
                    <a:pt x="81" y="150"/>
                    <a:pt x="81" y="150"/>
                    <a:pt x="81" y="150"/>
                  </a:cubicBezTo>
                  <a:cubicBezTo>
                    <a:pt x="81" y="135"/>
                    <a:pt x="81" y="135"/>
                    <a:pt x="81" y="135"/>
                  </a:cubicBezTo>
                  <a:cubicBezTo>
                    <a:pt x="81" y="135"/>
                    <a:pt x="81" y="135"/>
                    <a:pt x="81" y="135"/>
                  </a:cubicBezTo>
                  <a:cubicBezTo>
                    <a:pt x="71" y="125"/>
                    <a:pt x="71" y="125"/>
                    <a:pt x="71" y="125"/>
                  </a:cubicBezTo>
                  <a:cubicBezTo>
                    <a:pt x="73" y="118"/>
                    <a:pt x="73" y="114"/>
                    <a:pt x="73" y="114"/>
                  </a:cubicBezTo>
                  <a:cubicBezTo>
                    <a:pt x="81" y="114"/>
                    <a:pt x="81" y="114"/>
                    <a:pt x="81" y="114"/>
                  </a:cubicBezTo>
                  <a:cubicBezTo>
                    <a:pt x="81" y="114"/>
                    <a:pt x="81" y="114"/>
                    <a:pt x="81" y="114"/>
                  </a:cubicBezTo>
                  <a:cubicBezTo>
                    <a:pt x="81" y="114"/>
                    <a:pt x="81" y="114"/>
                    <a:pt x="81" y="114"/>
                  </a:cubicBezTo>
                  <a:cubicBezTo>
                    <a:pt x="81" y="97"/>
                    <a:pt x="81" y="97"/>
                    <a:pt x="81" y="97"/>
                  </a:cubicBezTo>
                  <a:cubicBezTo>
                    <a:pt x="81" y="97"/>
                    <a:pt x="81" y="97"/>
                    <a:pt x="81" y="97"/>
                  </a:cubicBezTo>
                  <a:cubicBezTo>
                    <a:pt x="78" y="97"/>
                    <a:pt x="78" y="97"/>
                    <a:pt x="78" y="97"/>
                  </a:cubicBezTo>
                  <a:cubicBezTo>
                    <a:pt x="79" y="88"/>
                    <a:pt x="81" y="59"/>
                    <a:pt x="81" y="59"/>
                  </a:cubicBezTo>
                  <a:cubicBezTo>
                    <a:pt x="81" y="59"/>
                    <a:pt x="81" y="59"/>
                    <a:pt x="81" y="59"/>
                  </a:cubicBezTo>
                  <a:cubicBezTo>
                    <a:pt x="81" y="59"/>
                    <a:pt x="81" y="59"/>
                    <a:pt x="81" y="59"/>
                  </a:cubicBezTo>
                  <a:lnTo>
                    <a:pt x="81" y="0"/>
                  </a:lnTo>
                  <a:close/>
                  <a:moveTo>
                    <a:pt x="0" y="199"/>
                  </a:moveTo>
                  <a:cubicBezTo>
                    <a:pt x="32" y="199"/>
                    <a:pt x="32" y="199"/>
                    <a:pt x="32" y="199"/>
                  </a:cubicBezTo>
                  <a:cubicBezTo>
                    <a:pt x="49" y="183"/>
                    <a:pt x="49" y="183"/>
                    <a:pt x="49" y="183"/>
                  </a:cubicBezTo>
                  <a:cubicBezTo>
                    <a:pt x="69" y="183"/>
                    <a:pt x="69" y="183"/>
                    <a:pt x="69" y="183"/>
                  </a:cubicBezTo>
                  <a:cubicBezTo>
                    <a:pt x="69" y="169"/>
                    <a:pt x="69" y="169"/>
                    <a:pt x="69" y="169"/>
                  </a:cubicBezTo>
                  <a:cubicBezTo>
                    <a:pt x="62" y="169"/>
                    <a:pt x="62" y="169"/>
                    <a:pt x="62" y="169"/>
                  </a:cubicBezTo>
                  <a:cubicBezTo>
                    <a:pt x="69" y="161"/>
                    <a:pt x="69" y="161"/>
                    <a:pt x="69" y="161"/>
                  </a:cubicBezTo>
                  <a:cubicBezTo>
                    <a:pt x="69" y="147"/>
                    <a:pt x="69" y="147"/>
                    <a:pt x="69" y="147"/>
                  </a:cubicBezTo>
                  <a:cubicBezTo>
                    <a:pt x="65" y="151"/>
                    <a:pt x="65" y="151"/>
                    <a:pt x="65" y="151"/>
                  </a:cubicBezTo>
                  <a:cubicBezTo>
                    <a:pt x="66" y="146"/>
                    <a:pt x="67" y="142"/>
                    <a:pt x="69" y="137"/>
                  </a:cubicBezTo>
                  <a:cubicBezTo>
                    <a:pt x="69" y="137"/>
                    <a:pt x="69" y="137"/>
                    <a:pt x="69" y="137"/>
                  </a:cubicBezTo>
                  <a:cubicBezTo>
                    <a:pt x="69" y="138"/>
                    <a:pt x="69" y="138"/>
                    <a:pt x="69" y="138"/>
                  </a:cubicBezTo>
                  <a:cubicBezTo>
                    <a:pt x="69" y="53"/>
                    <a:pt x="69" y="53"/>
                    <a:pt x="69" y="53"/>
                  </a:cubicBezTo>
                  <a:cubicBezTo>
                    <a:pt x="67" y="65"/>
                    <a:pt x="64" y="80"/>
                    <a:pt x="59" y="97"/>
                  </a:cubicBezTo>
                  <a:cubicBezTo>
                    <a:pt x="49" y="97"/>
                    <a:pt x="49" y="97"/>
                    <a:pt x="49" y="97"/>
                  </a:cubicBezTo>
                  <a:cubicBezTo>
                    <a:pt x="49" y="114"/>
                    <a:pt x="49" y="114"/>
                    <a:pt x="49" y="114"/>
                  </a:cubicBezTo>
                  <a:cubicBezTo>
                    <a:pt x="55" y="114"/>
                    <a:pt x="55" y="114"/>
                    <a:pt x="55" y="114"/>
                  </a:cubicBezTo>
                  <a:cubicBezTo>
                    <a:pt x="43" y="149"/>
                    <a:pt x="26" y="185"/>
                    <a:pt x="0" y="19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6" name="Freeform 324"/>
            <p:cNvSpPr>
              <a:spLocks noEditPoints="1"/>
            </p:cNvSpPr>
            <p:nvPr/>
          </p:nvSpPr>
          <p:spPr bwMode="auto">
            <a:xfrm>
              <a:off x="3498850" y="1793875"/>
              <a:ext cx="736600" cy="735013"/>
            </a:xfrm>
            <a:custGeom>
              <a:avLst/>
              <a:gdLst>
                <a:gd name="T0" fmla="*/ 98 w 196"/>
                <a:gd name="T1" fmla="*/ 196 h 196"/>
                <a:gd name="T2" fmla="*/ 196 w 196"/>
                <a:gd name="T3" fmla="*/ 98 h 196"/>
                <a:gd name="T4" fmla="*/ 98 w 196"/>
                <a:gd name="T5" fmla="*/ 0 h 196"/>
                <a:gd name="T6" fmla="*/ 98 w 196"/>
                <a:gd name="T7" fmla="*/ 69 h 196"/>
                <a:gd name="T8" fmla="*/ 127 w 196"/>
                <a:gd name="T9" fmla="*/ 98 h 196"/>
                <a:gd name="T10" fmla="*/ 98 w 196"/>
                <a:gd name="T11" fmla="*/ 126 h 196"/>
                <a:gd name="T12" fmla="*/ 98 w 196"/>
                <a:gd name="T13" fmla="*/ 196 h 196"/>
                <a:gd name="T14" fmla="*/ 98 w 196"/>
                <a:gd name="T15" fmla="*/ 0 h 196"/>
                <a:gd name="T16" fmla="*/ 0 w 196"/>
                <a:gd name="T17" fmla="*/ 98 h 196"/>
                <a:gd name="T18" fmla="*/ 98 w 196"/>
                <a:gd name="T19" fmla="*/ 196 h 196"/>
                <a:gd name="T20" fmla="*/ 98 w 196"/>
                <a:gd name="T21" fmla="*/ 196 h 196"/>
                <a:gd name="T22" fmla="*/ 98 w 196"/>
                <a:gd name="T23" fmla="*/ 126 h 196"/>
                <a:gd name="T24" fmla="*/ 98 w 196"/>
                <a:gd name="T25" fmla="*/ 126 h 196"/>
                <a:gd name="T26" fmla="*/ 98 w 196"/>
                <a:gd name="T27" fmla="*/ 126 h 196"/>
                <a:gd name="T28" fmla="*/ 70 w 196"/>
                <a:gd name="T29" fmla="*/ 98 h 196"/>
                <a:gd name="T30" fmla="*/ 98 w 196"/>
                <a:gd name="T31" fmla="*/ 69 h 196"/>
                <a:gd name="T32" fmla="*/ 98 w 196"/>
                <a:gd name="T33" fmla="*/ 69 h 196"/>
                <a:gd name="T34" fmla="*/ 98 w 196"/>
                <a:gd name="T35"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196">
                  <a:moveTo>
                    <a:pt x="98" y="196"/>
                  </a:moveTo>
                  <a:cubicBezTo>
                    <a:pt x="152" y="196"/>
                    <a:pt x="196" y="152"/>
                    <a:pt x="196" y="98"/>
                  </a:cubicBezTo>
                  <a:cubicBezTo>
                    <a:pt x="196" y="44"/>
                    <a:pt x="152" y="0"/>
                    <a:pt x="98" y="0"/>
                  </a:cubicBezTo>
                  <a:cubicBezTo>
                    <a:pt x="98" y="69"/>
                    <a:pt x="98" y="69"/>
                    <a:pt x="98" y="69"/>
                  </a:cubicBezTo>
                  <a:cubicBezTo>
                    <a:pt x="114" y="69"/>
                    <a:pt x="127" y="82"/>
                    <a:pt x="127" y="98"/>
                  </a:cubicBezTo>
                  <a:cubicBezTo>
                    <a:pt x="127" y="113"/>
                    <a:pt x="114" y="126"/>
                    <a:pt x="98" y="126"/>
                  </a:cubicBezTo>
                  <a:lnTo>
                    <a:pt x="98" y="196"/>
                  </a:lnTo>
                  <a:close/>
                  <a:moveTo>
                    <a:pt x="98" y="0"/>
                  </a:moveTo>
                  <a:cubicBezTo>
                    <a:pt x="44" y="0"/>
                    <a:pt x="0" y="44"/>
                    <a:pt x="0" y="98"/>
                  </a:cubicBezTo>
                  <a:cubicBezTo>
                    <a:pt x="0" y="152"/>
                    <a:pt x="44" y="196"/>
                    <a:pt x="98" y="196"/>
                  </a:cubicBezTo>
                  <a:cubicBezTo>
                    <a:pt x="98" y="196"/>
                    <a:pt x="98" y="196"/>
                    <a:pt x="98" y="196"/>
                  </a:cubicBezTo>
                  <a:cubicBezTo>
                    <a:pt x="98" y="126"/>
                    <a:pt x="98" y="126"/>
                    <a:pt x="98" y="126"/>
                  </a:cubicBezTo>
                  <a:cubicBezTo>
                    <a:pt x="98" y="126"/>
                    <a:pt x="98" y="126"/>
                    <a:pt x="98" y="126"/>
                  </a:cubicBezTo>
                  <a:cubicBezTo>
                    <a:pt x="98" y="126"/>
                    <a:pt x="98" y="126"/>
                    <a:pt x="98" y="126"/>
                  </a:cubicBezTo>
                  <a:cubicBezTo>
                    <a:pt x="83" y="126"/>
                    <a:pt x="70" y="113"/>
                    <a:pt x="70" y="98"/>
                  </a:cubicBezTo>
                  <a:cubicBezTo>
                    <a:pt x="70" y="82"/>
                    <a:pt x="83" y="69"/>
                    <a:pt x="98" y="69"/>
                  </a:cubicBezTo>
                  <a:cubicBezTo>
                    <a:pt x="98" y="69"/>
                    <a:pt x="98" y="69"/>
                    <a:pt x="98" y="69"/>
                  </a:cubicBezTo>
                  <a:cubicBezTo>
                    <a:pt x="98" y="0"/>
                    <a:pt x="98" y="0"/>
                    <a:pt x="98"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7" name="Freeform 325"/>
            <p:cNvSpPr>
              <a:spLocks noEditPoints="1"/>
            </p:cNvSpPr>
            <p:nvPr/>
          </p:nvSpPr>
          <p:spPr bwMode="auto">
            <a:xfrm>
              <a:off x="3781425" y="2074863"/>
              <a:ext cx="171450" cy="173038"/>
            </a:xfrm>
            <a:custGeom>
              <a:avLst/>
              <a:gdLst>
                <a:gd name="T0" fmla="*/ 23 w 46"/>
                <a:gd name="T1" fmla="*/ 46 h 46"/>
                <a:gd name="T2" fmla="*/ 46 w 46"/>
                <a:gd name="T3" fmla="*/ 23 h 46"/>
                <a:gd name="T4" fmla="*/ 23 w 46"/>
                <a:gd name="T5" fmla="*/ 0 h 46"/>
                <a:gd name="T6" fmla="*/ 23 w 46"/>
                <a:gd name="T7" fmla="*/ 7 h 46"/>
                <a:gd name="T8" fmla="*/ 39 w 46"/>
                <a:gd name="T9" fmla="*/ 23 h 46"/>
                <a:gd name="T10" fmla="*/ 23 w 46"/>
                <a:gd name="T11" fmla="*/ 39 h 46"/>
                <a:gd name="T12" fmla="*/ 23 w 46"/>
                <a:gd name="T13" fmla="*/ 46 h 46"/>
                <a:gd name="T14" fmla="*/ 23 w 46"/>
                <a:gd name="T15" fmla="*/ 0 h 46"/>
                <a:gd name="T16" fmla="*/ 0 w 46"/>
                <a:gd name="T17" fmla="*/ 23 h 46"/>
                <a:gd name="T18" fmla="*/ 23 w 46"/>
                <a:gd name="T19" fmla="*/ 46 h 46"/>
                <a:gd name="T20" fmla="*/ 23 w 46"/>
                <a:gd name="T21" fmla="*/ 46 h 46"/>
                <a:gd name="T22" fmla="*/ 23 w 46"/>
                <a:gd name="T23" fmla="*/ 39 h 46"/>
                <a:gd name="T24" fmla="*/ 23 w 46"/>
                <a:gd name="T25" fmla="*/ 39 h 46"/>
                <a:gd name="T26" fmla="*/ 23 w 46"/>
                <a:gd name="T27" fmla="*/ 39 h 46"/>
                <a:gd name="T28" fmla="*/ 7 w 46"/>
                <a:gd name="T29" fmla="*/ 23 h 46"/>
                <a:gd name="T30" fmla="*/ 23 w 46"/>
                <a:gd name="T31" fmla="*/ 7 h 46"/>
                <a:gd name="T32" fmla="*/ 23 w 46"/>
                <a:gd name="T33" fmla="*/ 7 h 46"/>
                <a:gd name="T34" fmla="*/ 23 w 46"/>
                <a:gd name="T3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46">
                  <a:moveTo>
                    <a:pt x="23" y="46"/>
                  </a:moveTo>
                  <a:cubicBezTo>
                    <a:pt x="36" y="46"/>
                    <a:pt x="46" y="35"/>
                    <a:pt x="46" y="23"/>
                  </a:cubicBezTo>
                  <a:cubicBezTo>
                    <a:pt x="46" y="10"/>
                    <a:pt x="36" y="0"/>
                    <a:pt x="23" y="0"/>
                  </a:cubicBezTo>
                  <a:cubicBezTo>
                    <a:pt x="23" y="7"/>
                    <a:pt x="23" y="7"/>
                    <a:pt x="23" y="7"/>
                  </a:cubicBezTo>
                  <a:cubicBezTo>
                    <a:pt x="32" y="7"/>
                    <a:pt x="39" y="14"/>
                    <a:pt x="39" y="23"/>
                  </a:cubicBezTo>
                  <a:cubicBezTo>
                    <a:pt x="39" y="32"/>
                    <a:pt x="32" y="39"/>
                    <a:pt x="23" y="39"/>
                  </a:cubicBezTo>
                  <a:lnTo>
                    <a:pt x="23" y="46"/>
                  </a:lnTo>
                  <a:close/>
                  <a:moveTo>
                    <a:pt x="23" y="0"/>
                  </a:moveTo>
                  <a:cubicBezTo>
                    <a:pt x="11" y="0"/>
                    <a:pt x="0" y="10"/>
                    <a:pt x="0" y="23"/>
                  </a:cubicBezTo>
                  <a:cubicBezTo>
                    <a:pt x="0" y="35"/>
                    <a:pt x="11" y="46"/>
                    <a:pt x="23" y="46"/>
                  </a:cubicBezTo>
                  <a:cubicBezTo>
                    <a:pt x="23" y="46"/>
                    <a:pt x="23" y="46"/>
                    <a:pt x="23" y="46"/>
                  </a:cubicBezTo>
                  <a:cubicBezTo>
                    <a:pt x="23" y="39"/>
                    <a:pt x="23" y="39"/>
                    <a:pt x="23" y="39"/>
                  </a:cubicBezTo>
                  <a:cubicBezTo>
                    <a:pt x="23" y="39"/>
                    <a:pt x="23" y="39"/>
                    <a:pt x="23" y="39"/>
                  </a:cubicBezTo>
                  <a:cubicBezTo>
                    <a:pt x="23" y="39"/>
                    <a:pt x="23" y="39"/>
                    <a:pt x="23" y="39"/>
                  </a:cubicBezTo>
                  <a:cubicBezTo>
                    <a:pt x="14" y="39"/>
                    <a:pt x="7" y="32"/>
                    <a:pt x="7" y="23"/>
                  </a:cubicBezTo>
                  <a:cubicBezTo>
                    <a:pt x="7" y="14"/>
                    <a:pt x="14" y="7"/>
                    <a:pt x="23" y="7"/>
                  </a:cubicBezTo>
                  <a:cubicBezTo>
                    <a:pt x="23" y="7"/>
                    <a:pt x="23" y="7"/>
                    <a:pt x="23" y="7"/>
                  </a:cubicBezTo>
                  <a:cubicBezTo>
                    <a:pt x="23" y="0"/>
                    <a:pt x="23" y="0"/>
                    <a:pt x="23"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8" name="Freeform 326"/>
            <p:cNvSpPr>
              <a:spLocks noEditPoints="1"/>
            </p:cNvSpPr>
            <p:nvPr/>
          </p:nvSpPr>
          <p:spPr bwMode="auto">
            <a:xfrm>
              <a:off x="7597775" y="2435225"/>
              <a:ext cx="266700" cy="555625"/>
            </a:xfrm>
            <a:custGeom>
              <a:avLst/>
              <a:gdLst>
                <a:gd name="T0" fmla="*/ 36 w 71"/>
                <a:gd name="T1" fmla="*/ 127 h 148"/>
                <a:gd name="T2" fmla="*/ 71 w 71"/>
                <a:gd name="T3" fmla="*/ 143 h 148"/>
                <a:gd name="T4" fmla="*/ 69 w 71"/>
                <a:gd name="T5" fmla="*/ 15 h 148"/>
                <a:gd name="T6" fmla="*/ 36 w 71"/>
                <a:gd name="T7" fmla="*/ 0 h 148"/>
                <a:gd name="T8" fmla="*/ 36 w 71"/>
                <a:gd name="T9" fmla="*/ 20 h 148"/>
                <a:gd name="T10" fmla="*/ 61 w 71"/>
                <a:gd name="T11" fmla="*/ 27 h 148"/>
                <a:gd name="T12" fmla="*/ 58 w 71"/>
                <a:gd name="T13" fmla="*/ 28 h 148"/>
                <a:gd name="T14" fmla="*/ 36 w 71"/>
                <a:gd name="T15" fmla="*/ 24 h 148"/>
                <a:gd name="T16" fmla="*/ 36 w 71"/>
                <a:gd name="T17" fmla="*/ 40 h 148"/>
                <a:gd name="T18" fmla="*/ 60 w 71"/>
                <a:gd name="T19" fmla="*/ 44 h 148"/>
                <a:gd name="T20" fmla="*/ 59 w 71"/>
                <a:gd name="T21" fmla="*/ 48 h 148"/>
                <a:gd name="T22" fmla="*/ 53 w 71"/>
                <a:gd name="T23" fmla="*/ 46 h 148"/>
                <a:gd name="T24" fmla="*/ 36 w 71"/>
                <a:gd name="T25" fmla="*/ 44 h 148"/>
                <a:gd name="T26" fmla="*/ 36 w 71"/>
                <a:gd name="T27" fmla="*/ 60 h 148"/>
                <a:gd name="T28" fmla="*/ 61 w 71"/>
                <a:gd name="T29" fmla="*/ 67 h 148"/>
                <a:gd name="T30" fmla="*/ 58 w 71"/>
                <a:gd name="T31" fmla="*/ 68 h 148"/>
                <a:gd name="T32" fmla="*/ 36 w 71"/>
                <a:gd name="T33" fmla="*/ 64 h 148"/>
                <a:gd name="T34" fmla="*/ 36 w 71"/>
                <a:gd name="T35" fmla="*/ 127 h 148"/>
                <a:gd name="T36" fmla="*/ 36 w 71"/>
                <a:gd name="T37" fmla="*/ 127 h 148"/>
                <a:gd name="T38" fmla="*/ 18 w 71"/>
                <a:gd name="T39" fmla="*/ 66 h 148"/>
                <a:gd name="T40" fmla="*/ 11 w 71"/>
                <a:gd name="T41" fmla="*/ 67 h 148"/>
                <a:gd name="T42" fmla="*/ 12 w 71"/>
                <a:gd name="T43" fmla="*/ 64 h 148"/>
                <a:gd name="T44" fmla="*/ 36 w 71"/>
                <a:gd name="T45" fmla="*/ 44 h 148"/>
                <a:gd name="T46" fmla="*/ 13 w 71"/>
                <a:gd name="T47" fmla="*/ 48 h 148"/>
                <a:gd name="T48" fmla="*/ 12 w 71"/>
                <a:gd name="T49" fmla="*/ 44 h 148"/>
                <a:gd name="T50" fmla="*/ 36 w 71"/>
                <a:gd name="T51" fmla="*/ 40 h 148"/>
                <a:gd name="T52" fmla="*/ 18 w 71"/>
                <a:gd name="T53" fmla="*/ 26 h 148"/>
                <a:gd name="T54" fmla="*/ 11 w 71"/>
                <a:gd name="T55" fmla="*/ 27 h 148"/>
                <a:gd name="T56" fmla="*/ 12 w 71"/>
                <a:gd name="T57" fmla="*/ 24 h 148"/>
                <a:gd name="T58" fmla="*/ 36 w 71"/>
                <a:gd name="T59" fmla="*/ 0 h 148"/>
                <a:gd name="T60" fmla="*/ 1 w 71"/>
                <a:gd name="T61" fmla="*/ 32 h 148"/>
                <a:gd name="T62" fmla="*/ 2 w 71"/>
                <a:gd name="T63" fmla="*/ 14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48">
                  <a:moveTo>
                    <a:pt x="36" y="127"/>
                  </a:moveTo>
                  <a:cubicBezTo>
                    <a:pt x="36" y="127"/>
                    <a:pt x="36" y="127"/>
                    <a:pt x="36" y="127"/>
                  </a:cubicBezTo>
                  <a:cubicBezTo>
                    <a:pt x="52" y="127"/>
                    <a:pt x="66" y="131"/>
                    <a:pt x="70" y="143"/>
                  </a:cubicBezTo>
                  <a:cubicBezTo>
                    <a:pt x="71" y="148"/>
                    <a:pt x="71" y="148"/>
                    <a:pt x="71" y="143"/>
                  </a:cubicBezTo>
                  <a:cubicBezTo>
                    <a:pt x="71" y="120"/>
                    <a:pt x="71" y="55"/>
                    <a:pt x="71" y="32"/>
                  </a:cubicBezTo>
                  <a:cubicBezTo>
                    <a:pt x="71" y="27"/>
                    <a:pt x="71" y="20"/>
                    <a:pt x="69" y="15"/>
                  </a:cubicBezTo>
                  <a:cubicBezTo>
                    <a:pt x="65" y="3"/>
                    <a:pt x="52" y="0"/>
                    <a:pt x="36" y="0"/>
                  </a:cubicBezTo>
                  <a:cubicBezTo>
                    <a:pt x="36" y="0"/>
                    <a:pt x="36" y="0"/>
                    <a:pt x="36" y="0"/>
                  </a:cubicBezTo>
                  <a:cubicBezTo>
                    <a:pt x="36" y="20"/>
                    <a:pt x="36" y="20"/>
                    <a:pt x="36" y="20"/>
                  </a:cubicBezTo>
                  <a:cubicBezTo>
                    <a:pt x="36" y="20"/>
                    <a:pt x="36" y="20"/>
                    <a:pt x="36" y="20"/>
                  </a:cubicBezTo>
                  <a:cubicBezTo>
                    <a:pt x="46" y="20"/>
                    <a:pt x="54" y="21"/>
                    <a:pt x="60" y="24"/>
                  </a:cubicBezTo>
                  <a:cubicBezTo>
                    <a:pt x="61" y="25"/>
                    <a:pt x="61" y="26"/>
                    <a:pt x="61" y="27"/>
                  </a:cubicBezTo>
                  <a:cubicBezTo>
                    <a:pt x="60" y="28"/>
                    <a:pt x="60" y="28"/>
                    <a:pt x="59" y="28"/>
                  </a:cubicBezTo>
                  <a:cubicBezTo>
                    <a:pt x="59" y="28"/>
                    <a:pt x="58" y="28"/>
                    <a:pt x="58" y="28"/>
                  </a:cubicBezTo>
                  <a:cubicBezTo>
                    <a:pt x="57" y="27"/>
                    <a:pt x="55" y="26"/>
                    <a:pt x="53" y="26"/>
                  </a:cubicBezTo>
                  <a:cubicBezTo>
                    <a:pt x="49" y="25"/>
                    <a:pt x="43" y="24"/>
                    <a:pt x="36" y="24"/>
                  </a:cubicBezTo>
                  <a:cubicBezTo>
                    <a:pt x="36" y="24"/>
                    <a:pt x="36" y="24"/>
                    <a:pt x="36" y="24"/>
                  </a:cubicBezTo>
                  <a:cubicBezTo>
                    <a:pt x="36" y="40"/>
                    <a:pt x="36" y="40"/>
                    <a:pt x="36" y="40"/>
                  </a:cubicBezTo>
                  <a:cubicBezTo>
                    <a:pt x="36" y="40"/>
                    <a:pt x="36" y="40"/>
                    <a:pt x="36" y="40"/>
                  </a:cubicBezTo>
                  <a:cubicBezTo>
                    <a:pt x="46" y="40"/>
                    <a:pt x="54" y="41"/>
                    <a:pt x="60" y="44"/>
                  </a:cubicBezTo>
                  <a:cubicBezTo>
                    <a:pt x="61" y="45"/>
                    <a:pt x="61" y="46"/>
                    <a:pt x="61" y="47"/>
                  </a:cubicBezTo>
                  <a:cubicBezTo>
                    <a:pt x="60" y="47"/>
                    <a:pt x="60" y="48"/>
                    <a:pt x="59" y="48"/>
                  </a:cubicBezTo>
                  <a:cubicBezTo>
                    <a:pt x="59" y="48"/>
                    <a:pt x="58" y="48"/>
                    <a:pt x="58" y="48"/>
                  </a:cubicBezTo>
                  <a:cubicBezTo>
                    <a:pt x="57" y="47"/>
                    <a:pt x="55" y="46"/>
                    <a:pt x="53" y="46"/>
                  </a:cubicBezTo>
                  <a:cubicBezTo>
                    <a:pt x="49" y="44"/>
                    <a:pt x="43" y="44"/>
                    <a:pt x="36" y="44"/>
                  </a:cubicBezTo>
                  <a:cubicBezTo>
                    <a:pt x="36" y="44"/>
                    <a:pt x="36" y="44"/>
                    <a:pt x="36" y="44"/>
                  </a:cubicBezTo>
                  <a:cubicBezTo>
                    <a:pt x="36" y="60"/>
                    <a:pt x="36" y="60"/>
                    <a:pt x="36" y="60"/>
                  </a:cubicBezTo>
                  <a:cubicBezTo>
                    <a:pt x="36" y="60"/>
                    <a:pt x="36" y="60"/>
                    <a:pt x="36" y="60"/>
                  </a:cubicBezTo>
                  <a:cubicBezTo>
                    <a:pt x="46" y="60"/>
                    <a:pt x="54" y="61"/>
                    <a:pt x="60" y="64"/>
                  </a:cubicBezTo>
                  <a:cubicBezTo>
                    <a:pt x="61" y="64"/>
                    <a:pt x="61" y="66"/>
                    <a:pt x="61" y="67"/>
                  </a:cubicBezTo>
                  <a:cubicBezTo>
                    <a:pt x="60" y="67"/>
                    <a:pt x="60" y="68"/>
                    <a:pt x="59" y="68"/>
                  </a:cubicBezTo>
                  <a:cubicBezTo>
                    <a:pt x="59" y="68"/>
                    <a:pt x="58" y="68"/>
                    <a:pt x="58" y="68"/>
                  </a:cubicBezTo>
                  <a:cubicBezTo>
                    <a:pt x="57" y="67"/>
                    <a:pt x="55" y="66"/>
                    <a:pt x="53" y="66"/>
                  </a:cubicBezTo>
                  <a:cubicBezTo>
                    <a:pt x="49" y="64"/>
                    <a:pt x="43" y="64"/>
                    <a:pt x="36" y="64"/>
                  </a:cubicBezTo>
                  <a:cubicBezTo>
                    <a:pt x="36" y="64"/>
                    <a:pt x="36" y="64"/>
                    <a:pt x="36" y="64"/>
                  </a:cubicBezTo>
                  <a:lnTo>
                    <a:pt x="36" y="127"/>
                  </a:lnTo>
                  <a:close/>
                  <a:moveTo>
                    <a:pt x="2" y="143"/>
                  </a:moveTo>
                  <a:cubicBezTo>
                    <a:pt x="6" y="131"/>
                    <a:pt x="19" y="127"/>
                    <a:pt x="36" y="127"/>
                  </a:cubicBezTo>
                  <a:cubicBezTo>
                    <a:pt x="36" y="64"/>
                    <a:pt x="36" y="64"/>
                    <a:pt x="36" y="64"/>
                  </a:cubicBezTo>
                  <a:cubicBezTo>
                    <a:pt x="29" y="64"/>
                    <a:pt x="23" y="64"/>
                    <a:pt x="18" y="66"/>
                  </a:cubicBezTo>
                  <a:cubicBezTo>
                    <a:pt x="16" y="66"/>
                    <a:pt x="15" y="67"/>
                    <a:pt x="13" y="68"/>
                  </a:cubicBezTo>
                  <a:cubicBezTo>
                    <a:pt x="12" y="68"/>
                    <a:pt x="11" y="68"/>
                    <a:pt x="11" y="67"/>
                  </a:cubicBezTo>
                  <a:cubicBezTo>
                    <a:pt x="10" y="66"/>
                    <a:pt x="11" y="64"/>
                    <a:pt x="12" y="64"/>
                  </a:cubicBezTo>
                  <a:cubicBezTo>
                    <a:pt x="12" y="64"/>
                    <a:pt x="12" y="64"/>
                    <a:pt x="12" y="64"/>
                  </a:cubicBezTo>
                  <a:cubicBezTo>
                    <a:pt x="18" y="61"/>
                    <a:pt x="25" y="60"/>
                    <a:pt x="36" y="60"/>
                  </a:cubicBezTo>
                  <a:cubicBezTo>
                    <a:pt x="36" y="44"/>
                    <a:pt x="36" y="44"/>
                    <a:pt x="36" y="44"/>
                  </a:cubicBezTo>
                  <a:cubicBezTo>
                    <a:pt x="29" y="44"/>
                    <a:pt x="23" y="44"/>
                    <a:pt x="18" y="46"/>
                  </a:cubicBezTo>
                  <a:cubicBezTo>
                    <a:pt x="16" y="46"/>
                    <a:pt x="15" y="47"/>
                    <a:pt x="13" y="48"/>
                  </a:cubicBezTo>
                  <a:cubicBezTo>
                    <a:pt x="12" y="48"/>
                    <a:pt x="11" y="48"/>
                    <a:pt x="11" y="47"/>
                  </a:cubicBezTo>
                  <a:cubicBezTo>
                    <a:pt x="10" y="46"/>
                    <a:pt x="11" y="45"/>
                    <a:pt x="12" y="44"/>
                  </a:cubicBezTo>
                  <a:cubicBezTo>
                    <a:pt x="12" y="44"/>
                    <a:pt x="12" y="44"/>
                    <a:pt x="12" y="44"/>
                  </a:cubicBezTo>
                  <a:cubicBezTo>
                    <a:pt x="18" y="41"/>
                    <a:pt x="25" y="40"/>
                    <a:pt x="36" y="40"/>
                  </a:cubicBezTo>
                  <a:cubicBezTo>
                    <a:pt x="36" y="24"/>
                    <a:pt x="36" y="24"/>
                    <a:pt x="36" y="24"/>
                  </a:cubicBezTo>
                  <a:cubicBezTo>
                    <a:pt x="29" y="24"/>
                    <a:pt x="23" y="25"/>
                    <a:pt x="18" y="26"/>
                  </a:cubicBezTo>
                  <a:cubicBezTo>
                    <a:pt x="16" y="26"/>
                    <a:pt x="15" y="27"/>
                    <a:pt x="13" y="28"/>
                  </a:cubicBezTo>
                  <a:cubicBezTo>
                    <a:pt x="12" y="28"/>
                    <a:pt x="11" y="28"/>
                    <a:pt x="11" y="27"/>
                  </a:cubicBezTo>
                  <a:cubicBezTo>
                    <a:pt x="10" y="26"/>
                    <a:pt x="11" y="25"/>
                    <a:pt x="12" y="24"/>
                  </a:cubicBezTo>
                  <a:cubicBezTo>
                    <a:pt x="12" y="24"/>
                    <a:pt x="12" y="24"/>
                    <a:pt x="12" y="24"/>
                  </a:cubicBezTo>
                  <a:cubicBezTo>
                    <a:pt x="18" y="21"/>
                    <a:pt x="25" y="20"/>
                    <a:pt x="36" y="20"/>
                  </a:cubicBezTo>
                  <a:cubicBezTo>
                    <a:pt x="36" y="0"/>
                    <a:pt x="36" y="0"/>
                    <a:pt x="36" y="0"/>
                  </a:cubicBezTo>
                  <a:cubicBezTo>
                    <a:pt x="20" y="0"/>
                    <a:pt x="6" y="3"/>
                    <a:pt x="2" y="15"/>
                  </a:cubicBezTo>
                  <a:cubicBezTo>
                    <a:pt x="1" y="20"/>
                    <a:pt x="1" y="27"/>
                    <a:pt x="1" y="32"/>
                  </a:cubicBezTo>
                  <a:cubicBezTo>
                    <a:pt x="1" y="55"/>
                    <a:pt x="1" y="120"/>
                    <a:pt x="1" y="143"/>
                  </a:cubicBezTo>
                  <a:cubicBezTo>
                    <a:pt x="1" y="148"/>
                    <a:pt x="0" y="148"/>
                    <a:pt x="2" y="14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59" name="Freeform 327"/>
            <p:cNvSpPr>
              <a:spLocks noEditPoints="1"/>
            </p:cNvSpPr>
            <p:nvPr/>
          </p:nvSpPr>
          <p:spPr bwMode="auto">
            <a:xfrm>
              <a:off x="7886700" y="2435225"/>
              <a:ext cx="261938" cy="555625"/>
            </a:xfrm>
            <a:custGeom>
              <a:avLst/>
              <a:gdLst>
                <a:gd name="T0" fmla="*/ 70 w 70"/>
                <a:gd name="T1" fmla="*/ 143 h 148"/>
                <a:gd name="T2" fmla="*/ 69 w 70"/>
                <a:gd name="T3" fmla="*/ 15 h 148"/>
                <a:gd name="T4" fmla="*/ 35 w 70"/>
                <a:gd name="T5" fmla="*/ 20 h 148"/>
                <a:gd name="T6" fmla="*/ 60 w 70"/>
                <a:gd name="T7" fmla="*/ 27 h 148"/>
                <a:gd name="T8" fmla="*/ 58 w 70"/>
                <a:gd name="T9" fmla="*/ 28 h 148"/>
                <a:gd name="T10" fmla="*/ 53 w 70"/>
                <a:gd name="T11" fmla="*/ 26 h 148"/>
                <a:gd name="T12" fmla="*/ 35 w 70"/>
                <a:gd name="T13" fmla="*/ 40 h 148"/>
                <a:gd name="T14" fmla="*/ 60 w 70"/>
                <a:gd name="T15" fmla="*/ 47 h 148"/>
                <a:gd name="T16" fmla="*/ 58 w 70"/>
                <a:gd name="T17" fmla="*/ 48 h 148"/>
                <a:gd name="T18" fmla="*/ 53 w 70"/>
                <a:gd name="T19" fmla="*/ 46 h 148"/>
                <a:gd name="T20" fmla="*/ 35 w 70"/>
                <a:gd name="T21" fmla="*/ 60 h 148"/>
                <a:gd name="T22" fmla="*/ 60 w 70"/>
                <a:gd name="T23" fmla="*/ 67 h 148"/>
                <a:gd name="T24" fmla="*/ 58 w 70"/>
                <a:gd name="T25" fmla="*/ 68 h 148"/>
                <a:gd name="T26" fmla="*/ 53 w 70"/>
                <a:gd name="T27" fmla="*/ 66 h 148"/>
                <a:gd name="T28" fmla="*/ 35 w 70"/>
                <a:gd name="T29" fmla="*/ 127 h 148"/>
                <a:gd name="T30" fmla="*/ 69 w 70"/>
                <a:gd name="T31" fmla="*/ 143 h 148"/>
                <a:gd name="T32" fmla="*/ 35 w 70"/>
                <a:gd name="T33" fmla="*/ 0 h 148"/>
                <a:gd name="T34" fmla="*/ 0 w 70"/>
                <a:gd name="T35" fmla="*/ 32 h 148"/>
                <a:gd name="T36" fmla="*/ 1 w 70"/>
                <a:gd name="T37" fmla="*/ 143 h 148"/>
                <a:gd name="T38" fmla="*/ 35 w 70"/>
                <a:gd name="T39" fmla="*/ 64 h 148"/>
                <a:gd name="T40" fmla="*/ 18 w 70"/>
                <a:gd name="T41" fmla="*/ 66 h 148"/>
                <a:gd name="T42" fmla="*/ 10 w 70"/>
                <a:gd name="T43" fmla="*/ 67 h 148"/>
                <a:gd name="T44" fmla="*/ 35 w 70"/>
                <a:gd name="T45" fmla="*/ 60 h 148"/>
                <a:gd name="T46" fmla="*/ 35 w 70"/>
                <a:gd name="T47" fmla="*/ 44 h 148"/>
                <a:gd name="T48" fmla="*/ 18 w 70"/>
                <a:gd name="T49" fmla="*/ 46 h 148"/>
                <a:gd name="T50" fmla="*/ 10 w 70"/>
                <a:gd name="T51" fmla="*/ 47 h 148"/>
                <a:gd name="T52" fmla="*/ 35 w 70"/>
                <a:gd name="T53" fmla="*/ 40 h 148"/>
                <a:gd name="T54" fmla="*/ 35 w 70"/>
                <a:gd name="T55" fmla="*/ 24 h 148"/>
                <a:gd name="T56" fmla="*/ 18 w 70"/>
                <a:gd name="T57" fmla="*/ 26 h 148"/>
                <a:gd name="T58" fmla="*/ 10 w 70"/>
                <a:gd name="T59" fmla="*/ 27 h 148"/>
                <a:gd name="T60" fmla="*/ 35 w 70"/>
                <a:gd name="T61" fmla="*/ 20 h 148"/>
                <a:gd name="T62" fmla="*/ 35 w 70"/>
                <a:gd name="T6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148">
                  <a:moveTo>
                    <a:pt x="69" y="143"/>
                  </a:moveTo>
                  <a:cubicBezTo>
                    <a:pt x="70" y="148"/>
                    <a:pt x="70" y="148"/>
                    <a:pt x="70" y="143"/>
                  </a:cubicBezTo>
                  <a:cubicBezTo>
                    <a:pt x="70" y="120"/>
                    <a:pt x="70" y="55"/>
                    <a:pt x="70" y="32"/>
                  </a:cubicBezTo>
                  <a:cubicBezTo>
                    <a:pt x="70" y="27"/>
                    <a:pt x="70" y="20"/>
                    <a:pt x="69" y="15"/>
                  </a:cubicBezTo>
                  <a:cubicBezTo>
                    <a:pt x="65" y="3"/>
                    <a:pt x="51" y="0"/>
                    <a:pt x="35" y="0"/>
                  </a:cubicBezTo>
                  <a:cubicBezTo>
                    <a:pt x="35" y="20"/>
                    <a:pt x="35" y="20"/>
                    <a:pt x="35" y="20"/>
                  </a:cubicBezTo>
                  <a:cubicBezTo>
                    <a:pt x="46" y="20"/>
                    <a:pt x="53" y="21"/>
                    <a:pt x="59" y="24"/>
                  </a:cubicBezTo>
                  <a:cubicBezTo>
                    <a:pt x="60" y="25"/>
                    <a:pt x="61" y="26"/>
                    <a:pt x="60" y="27"/>
                  </a:cubicBezTo>
                  <a:cubicBezTo>
                    <a:pt x="60" y="27"/>
                    <a:pt x="60" y="27"/>
                    <a:pt x="60" y="27"/>
                  </a:cubicBezTo>
                  <a:cubicBezTo>
                    <a:pt x="60" y="28"/>
                    <a:pt x="59" y="28"/>
                    <a:pt x="58" y="28"/>
                  </a:cubicBezTo>
                  <a:cubicBezTo>
                    <a:pt x="58" y="28"/>
                    <a:pt x="58" y="28"/>
                    <a:pt x="57" y="28"/>
                  </a:cubicBezTo>
                  <a:cubicBezTo>
                    <a:pt x="56" y="27"/>
                    <a:pt x="54" y="26"/>
                    <a:pt x="53" y="26"/>
                  </a:cubicBezTo>
                  <a:cubicBezTo>
                    <a:pt x="48" y="25"/>
                    <a:pt x="42" y="24"/>
                    <a:pt x="35" y="24"/>
                  </a:cubicBezTo>
                  <a:cubicBezTo>
                    <a:pt x="35" y="40"/>
                    <a:pt x="35" y="40"/>
                    <a:pt x="35" y="40"/>
                  </a:cubicBezTo>
                  <a:cubicBezTo>
                    <a:pt x="46" y="40"/>
                    <a:pt x="53" y="41"/>
                    <a:pt x="59" y="44"/>
                  </a:cubicBezTo>
                  <a:cubicBezTo>
                    <a:pt x="60" y="45"/>
                    <a:pt x="61" y="46"/>
                    <a:pt x="60" y="47"/>
                  </a:cubicBezTo>
                  <a:cubicBezTo>
                    <a:pt x="60" y="47"/>
                    <a:pt x="60" y="47"/>
                    <a:pt x="60" y="47"/>
                  </a:cubicBezTo>
                  <a:cubicBezTo>
                    <a:pt x="60" y="47"/>
                    <a:pt x="59" y="48"/>
                    <a:pt x="58" y="48"/>
                  </a:cubicBezTo>
                  <a:cubicBezTo>
                    <a:pt x="58" y="48"/>
                    <a:pt x="58" y="48"/>
                    <a:pt x="57" y="48"/>
                  </a:cubicBezTo>
                  <a:cubicBezTo>
                    <a:pt x="56" y="47"/>
                    <a:pt x="54" y="46"/>
                    <a:pt x="53" y="46"/>
                  </a:cubicBezTo>
                  <a:cubicBezTo>
                    <a:pt x="48" y="44"/>
                    <a:pt x="42" y="44"/>
                    <a:pt x="35" y="44"/>
                  </a:cubicBezTo>
                  <a:cubicBezTo>
                    <a:pt x="35" y="60"/>
                    <a:pt x="35" y="60"/>
                    <a:pt x="35" y="60"/>
                  </a:cubicBezTo>
                  <a:cubicBezTo>
                    <a:pt x="46" y="60"/>
                    <a:pt x="53" y="61"/>
                    <a:pt x="59" y="64"/>
                  </a:cubicBezTo>
                  <a:cubicBezTo>
                    <a:pt x="60" y="64"/>
                    <a:pt x="61" y="66"/>
                    <a:pt x="60" y="67"/>
                  </a:cubicBezTo>
                  <a:cubicBezTo>
                    <a:pt x="60" y="67"/>
                    <a:pt x="60" y="67"/>
                    <a:pt x="60" y="67"/>
                  </a:cubicBezTo>
                  <a:cubicBezTo>
                    <a:pt x="60" y="67"/>
                    <a:pt x="59" y="68"/>
                    <a:pt x="58" y="68"/>
                  </a:cubicBezTo>
                  <a:cubicBezTo>
                    <a:pt x="58" y="68"/>
                    <a:pt x="58" y="68"/>
                    <a:pt x="57" y="68"/>
                  </a:cubicBezTo>
                  <a:cubicBezTo>
                    <a:pt x="56" y="67"/>
                    <a:pt x="54" y="66"/>
                    <a:pt x="53" y="66"/>
                  </a:cubicBezTo>
                  <a:cubicBezTo>
                    <a:pt x="48" y="64"/>
                    <a:pt x="42" y="64"/>
                    <a:pt x="35" y="64"/>
                  </a:cubicBezTo>
                  <a:cubicBezTo>
                    <a:pt x="35" y="127"/>
                    <a:pt x="35" y="127"/>
                    <a:pt x="35" y="127"/>
                  </a:cubicBezTo>
                  <a:cubicBezTo>
                    <a:pt x="35" y="127"/>
                    <a:pt x="35" y="127"/>
                    <a:pt x="35" y="127"/>
                  </a:cubicBezTo>
                  <a:cubicBezTo>
                    <a:pt x="52" y="127"/>
                    <a:pt x="65" y="131"/>
                    <a:pt x="69" y="143"/>
                  </a:cubicBezTo>
                  <a:close/>
                  <a:moveTo>
                    <a:pt x="35" y="0"/>
                  </a:moveTo>
                  <a:cubicBezTo>
                    <a:pt x="35" y="0"/>
                    <a:pt x="35" y="0"/>
                    <a:pt x="35" y="0"/>
                  </a:cubicBezTo>
                  <a:cubicBezTo>
                    <a:pt x="19" y="0"/>
                    <a:pt x="6" y="3"/>
                    <a:pt x="2" y="15"/>
                  </a:cubicBezTo>
                  <a:cubicBezTo>
                    <a:pt x="0" y="20"/>
                    <a:pt x="0" y="27"/>
                    <a:pt x="0" y="32"/>
                  </a:cubicBezTo>
                  <a:cubicBezTo>
                    <a:pt x="0" y="55"/>
                    <a:pt x="0" y="120"/>
                    <a:pt x="0" y="143"/>
                  </a:cubicBezTo>
                  <a:cubicBezTo>
                    <a:pt x="0" y="148"/>
                    <a:pt x="0" y="148"/>
                    <a:pt x="1" y="143"/>
                  </a:cubicBezTo>
                  <a:cubicBezTo>
                    <a:pt x="5" y="131"/>
                    <a:pt x="19" y="127"/>
                    <a:pt x="35" y="127"/>
                  </a:cubicBezTo>
                  <a:cubicBezTo>
                    <a:pt x="35" y="64"/>
                    <a:pt x="35" y="64"/>
                    <a:pt x="35" y="64"/>
                  </a:cubicBezTo>
                  <a:cubicBezTo>
                    <a:pt x="35" y="64"/>
                    <a:pt x="35" y="64"/>
                    <a:pt x="35" y="64"/>
                  </a:cubicBezTo>
                  <a:cubicBezTo>
                    <a:pt x="28" y="64"/>
                    <a:pt x="22" y="64"/>
                    <a:pt x="18" y="66"/>
                  </a:cubicBezTo>
                  <a:cubicBezTo>
                    <a:pt x="16" y="66"/>
                    <a:pt x="14" y="67"/>
                    <a:pt x="13" y="68"/>
                  </a:cubicBezTo>
                  <a:cubicBezTo>
                    <a:pt x="12" y="68"/>
                    <a:pt x="11" y="68"/>
                    <a:pt x="10" y="67"/>
                  </a:cubicBezTo>
                  <a:cubicBezTo>
                    <a:pt x="10" y="66"/>
                    <a:pt x="10" y="64"/>
                    <a:pt x="11" y="64"/>
                  </a:cubicBezTo>
                  <a:cubicBezTo>
                    <a:pt x="17" y="61"/>
                    <a:pt x="25" y="60"/>
                    <a:pt x="35" y="60"/>
                  </a:cubicBezTo>
                  <a:cubicBezTo>
                    <a:pt x="35" y="60"/>
                    <a:pt x="35" y="60"/>
                    <a:pt x="35" y="60"/>
                  </a:cubicBezTo>
                  <a:cubicBezTo>
                    <a:pt x="35" y="44"/>
                    <a:pt x="35" y="44"/>
                    <a:pt x="35" y="44"/>
                  </a:cubicBezTo>
                  <a:cubicBezTo>
                    <a:pt x="35" y="44"/>
                    <a:pt x="35" y="44"/>
                    <a:pt x="35" y="44"/>
                  </a:cubicBezTo>
                  <a:cubicBezTo>
                    <a:pt x="28" y="44"/>
                    <a:pt x="22" y="44"/>
                    <a:pt x="18" y="46"/>
                  </a:cubicBezTo>
                  <a:cubicBezTo>
                    <a:pt x="16" y="46"/>
                    <a:pt x="14" y="47"/>
                    <a:pt x="13" y="48"/>
                  </a:cubicBezTo>
                  <a:cubicBezTo>
                    <a:pt x="12" y="48"/>
                    <a:pt x="11" y="48"/>
                    <a:pt x="10" y="47"/>
                  </a:cubicBezTo>
                  <a:cubicBezTo>
                    <a:pt x="10" y="46"/>
                    <a:pt x="10" y="45"/>
                    <a:pt x="11" y="44"/>
                  </a:cubicBezTo>
                  <a:cubicBezTo>
                    <a:pt x="17" y="41"/>
                    <a:pt x="25" y="40"/>
                    <a:pt x="35" y="40"/>
                  </a:cubicBezTo>
                  <a:cubicBezTo>
                    <a:pt x="35" y="40"/>
                    <a:pt x="35" y="40"/>
                    <a:pt x="35" y="40"/>
                  </a:cubicBezTo>
                  <a:cubicBezTo>
                    <a:pt x="35" y="24"/>
                    <a:pt x="35" y="24"/>
                    <a:pt x="35" y="24"/>
                  </a:cubicBezTo>
                  <a:cubicBezTo>
                    <a:pt x="35" y="24"/>
                    <a:pt x="35" y="24"/>
                    <a:pt x="35" y="24"/>
                  </a:cubicBezTo>
                  <a:cubicBezTo>
                    <a:pt x="28" y="24"/>
                    <a:pt x="22" y="25"/>
                    <a:pt x="18" y="26"/>
                  </a:cubicBezTo>
                  <a:cubicBezTo>
                    <a:pt x="16" y="26"/>
                    <a:pt x="14" y="27"/>
                    <a:pt x="13" y="28"/>
                  </a:cubicBezTo>
                  <a:cubicBezTo>
                    <a:pt x="12" y="28"/>
                    <a:pt x="11" y="28"/>
                    <a:pt x="10" y="27"/>
                  </a:cubicBezTo>
                  <a:cubicBezTo>
                    <a:pt x="10" y="26"/>
                    <a:pt x="10" y="25"/>
                    <a:pt x="11" y="24"/>
                  </a:cubicBezTo>
                  <a:cubicBezTo>
                    <a:pt x="17" y="21"/>
                    <a:pt x="25" y="20"/>
                    <a:pt x="35" y="20"/>
                  </a:cubicBezTo>
                  <a:cubicBezTo>
                    <a:pt x="35" y="20"/>
                    <a:pt x="35" y="20"/>
                    <a:pt x="35" y="20"/>
                  </a:cubicBezTo>
                  <a:lnTo>
                    <a:pt x="35"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0" name="Freeform 328"/>
            <p:cNvSpPr>
              <a:spLocks/>
            </p:cNvSpPr>
            <p:nvPr/>
          </p:nvSpPr>
          <p:spPr bwMode="auto">
            <a:xfrm>
              <a:off x="57150" y="2638425"/>
              <a:ext cx="390525" cy="93663"/>
            </a:xfrm>
            <a:custGeom>
              <a:avLst/>
              <a:gdLst>
                <a:gd name="T0" fmla="*/ 104 w 104"/>
                <a:gd name="T1" fmla="*/ 4 h 25"/>
                <a:gd name="T2" fmla="*/ 94 w 104"/>
                <a:gd name="T3" fmla="*/ 7 h 25"/>
                <a:gd name="T4" fmla="*/ 80 w 104"/>
                <a:gd name="T5" fmla="*/ 0 h 25"/>
                <a:gd name="T6" fmla="*/ 66 w 104"/>
                <a:gd name="T7" fmla="*/ 7 h 25"/>
                <a:gd name="T8" fmla="*/ 52 w 104"/>
                <a:gd name="T9" fmla="*/ 0 h 25"/>
                <a:gd name="T10" fmla="*/ 38 w 104"/>
                <a:gd name="T11" fmla="*/ 7 h 25"/>
                <a:gd name="T12" fmla="*/ 24 w 104"/>
                <a:gd name="T13" fmla="*/ 0 h 25"/>
                <a:gd name="T14" fmla="*/ 10 w 104"/>
                <a:gd name="T15" fmla="*/ 7 h 25"/>
                <a:gd name="T16" fmla="*/ 0 w 104"/>
                <a:gd name="T17" fmla="*/ 4 h 25"/>
                <a:gd name="T18" fmla="*/ 0 w 104"/>
                <a:gd name="T19" fmla="*/ 18 h 25"/>
                <a:gd name="T20" fmla="*/ 7 w 104"/>
                <a:gd name="T21" fmla="*/ 16 h 25"/>
                <a:gd name="T22" fmla="*/ 24 w 104"/>
                <a:gd name="T23" fmla="*/ 20 h 25"/>
                <a:gd name="T24" fmla="*/ 32 w 104"/>
                <a:gd name="T25" fmla="*/ 23 h 25"/>
                <a:gd name="T26" fmla="*/ 39 w 104"/>
                <a:gd name="T27" fmla="*/ 21 h 25"/>
                <a:gd name="T28" fmla="*/ 54 w 104"/>
                <a:gd name="T29" fmla="*/ 16 h 25"/>
                <a:gd name="T30" fmla="*/ 70 w 104"/>
                <a:gd name="T31" fmla="*/ 21 h 25"/>
                <a:gd name="T32" fmla="*/ 84 w 104"/>
                <a:gd name="T33" fmla="*/ 23 h 25"/>
                <a:gd name="T34" fmla="*/ 101 w 104"/>
                <a:gd name="T35" fmla="*/ 15 h 25"/>
                <a:gd name="T36" fmla="*/ 104 w 104"/>
                <a:gd name="T37" fmla="*/ 15 h 25"/>
                <a:gd name="T38" fmla="*/ 104 w 104"/>
                <a:gd name="T3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5">
                  <a:moveTo>
                    <a:pt x="104" y="4"/>
                  </a:moveTo>
                  <a:cubicBezTo>
                    <a:pt x="102" y="6"/>
                    <a:pt x="98" y="7"/>
                    <a:pt x="94" y="7"/>
                  </a:cubicBezTo>
                  <a:cubicBezTo>
                    <a:pt x="89" y="7"/>
                    <a:pt x="84" y="5"/>
                    <a:pt x="80" y="0"/>
                  </a:cubicBezTo>
                  <a:cubicBezTo>
                    <a:pt x="77" y="5"/>
                    <a:pt x="72" y="7"/>
                    <a:pt x="66" y="7"/>
                  </a:cubicBezTo>
                  <a:cubicBezTo>
                    <a:pt x="61" y="7"/>
                    <a:pt x="55" y="5"/>
                    <a:pt x="52" y="0"/>
                  </a:cubicBezTo>
                  <a:cubicBezTo>
                    <a:pt x="49" y="5"/>
                    <a:pt x="44" y="7"/>
                    <a:pt x="38" y="7"/>
                  </a:cubicBezTo>
                  <a:cubicBezTo>
                    <a:pt x="32" y="7"/>
                    <a:pt x="27" y="5"/>
                    <a:pt x="24" y="0"/>
                  </a:cubicBezTo>
                  <a:cubicBezTo>
                    <a:pt x="21" y="5"/>
                    <a:pt x="16" y="7"/>
                    <a:pt x="10" y="7"/>
                  </a:cubicBezTo>
                  <a:cubicBezTo>
                    <a:pt x="6" y="7"/>
                    <a:pt x="3" y="6"/>
                    <a:pt x="0" y="4"/>
                  </a:cubicBezTo>
                  <a:cubicBezTo>
                    <a:pt x="0" y="18"/>
                    <a:pt x="0" y="18"/>
                    <a:pt x="0" y="18"/>
                  </a:cubicBezTo>
                  <a:cubicBezTo>
                    <a:pt x="2" y="17"/>
                    <a:pt x="4" y="17"/>
                    <a:pt x="7" y="16"/>
                  </a:cubicBezTo>
                  <a:cubicBezTo>
                    <a:pt x="13" y="16"/>
                    <a:pt x="18" y="17"/>
                    <a:pt x="24" y="20"/>
                  </a:cubicBezTo>
                  <a:cubicBezTo>
                    <a:pt x="26" y="21"/>
                    <a:pt x="29" y="23"/>
                    <a:pt x="32" y="23"/>
                  </a:cubicBezTo>
                  <a:cubicBezTo>
                    <a:pt x="34" y="23"/>
                    <a:pt x="37" y="22"/>
                    <a:pt x="39" y="21"/>
                  </a:cubicBezTo>
                  <a:cubicBezTo>
                    <a:pt x="44" y="18"/>
                    <a:pt x="49" y="16"/>
                    <a:pt x="54" y="16"/>
                  </a:cubicBezTo>
                  <a:cubicBezTo>
                    <a:pt x="60" y="16"/>
                    <a:pt x="65" y="18"/>
                    <a:pt x="70" y="21"/>
                  </a:cubicBezTo>
                  <a:cubicBezTo>
                    <a:pt x="74" y="23"/>
                    <a:pt x="79" y="25"/>
                    <a:pt x="84" y="23"/>
                  </a:cubicBezTo>
                  <a:cubicBezTo>
                    <a:pt x="89" y="20"/>
                    <a:pt x="94" y="16"/>
                    <a:pt x="101" y="15"/>
                  </a:cubicBezTo>
                  <a:cubicBezTo>
                    <a:pt x="102" y="15"/>
                    <a:pt x="103" y="15"/>
                    <a:pt x="104" y="15"/>
                  </a:cubicBezTo>
                  <a:lnTo>
                    <a:pt x="104" y="4"/>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1" name="Freeform 329"/>
            <p:cNvSpPr>
              <a:spLocks/>
            </p:cNvSpPr>
            <p:nvPr/>
          </p:nvSpPr>
          <p:spPr bwMode="auto">
            <a:xfrm>
              <a:off x="57150" y="2732088"/>
              <a:ext cx="390525" cy="63500"/>
            </a:xfrm>
            <a:custGeom>
              <a:avLst/>
              <a:gdLst>
                <a:gd name="T0" fmla="*/ 95 w 104"/>
                <a:gd name="T1" fmla="*/ 3 h 17"/>
                <a:gd name="T2" fmla="*/ 80 w 104"/>
                <a:gd name="T3" fmla="*/ 9 h 17"/>
                <a:gd name="T4" fmla="*/ 66 w 104"/>
                <a:gd name="T5" fmla="*/ 6 h 17"/>
                <a:gd name="T6" fmla="*/ 54 w 104"/>
                <a:gd name="T7" fmla="*/ 1 h 17"/>
                <a:gd name="T8" fmla="*/ 40 w 104"/>
                <a:gd name="T9" fmla="*/ 7 h 17"/>
                <a:gd name="T10" fmla="*/ 25 w 104"/>
                <a:gd name="T11" fmla="*/ 7 h 17"/>
                <a:gd name="T12" fmla="*/ 11 w 104"/>
                <a:gd name="T13" fmla="*/ 2 h 17"/>
                <a:gd name="T14" fmla="*/ 0 w 104"/>
                <a:gd name="T15" fmla="*/ 7 h 17"/>
                <a:gd name="T16" fmla="*/ 0 w 104"/>
                <a:gd name="T17" fmla="*/ 17 h 17"/>
                <a:gd name="T18" fmla="*/ 104 w 104"/>
                <a:gd name="T19" fmla="*/ 17 h 17"/>
                <a:gd name="T20" fmla="*/ 104 w 104"/>
                <a:gd name="T21" fmla="*/ 0 h 17"/>
                <a:gd name="T22" fmla="*/ 95 w 104"/>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7">
                  <a:moveTo>
                    <a:pt x="95" y="3"/>
                  </a:moveTo>
                  <a:cubicBezTo>
                    <a:pt x="90" y="6"/>
                    <a:pt x="86" y="9"/>
                    <a:pt x="80" y="9"/>
                  </a:cubicBezTo>
                  <a:cubicBezTo>
                    <a:pt x="75" y="10"/>
                    <a:pt x="70" y="8"/>
                    <a:pt x="66" y="6"/>
                  </a:cubicBezTo>
                  <a:cubicBezTo>
                    <a:pt x="62" y="4"/>
                    <a:pt x="58" y="1"/>
                    <a:pt x="54" y="1"/>
                  </a:cubicBezTo>
                  <a:cubicBezTo>
                    <a:pt x="49" y="2"/>
                    <a:pt x="44" y="5"/>
                    <a:pt x="40" y="7"/>
                  </a:cubicBezTo>
                  <a:cubicBezTo>
                    <a:pt x="35" y="8"/>
                    <a:pt x="30" y="9"/>
                    <a:pt x="25" y="7"/>
                  </a:cubicBezTo>
                  <a:cubicBezTo>
                    <a:pt x="20" y="5"/>
                    <a:pt x="16" y="2"/>
                    <a:pt x="11" y="2"/>
                  </a:cubicBezTo>
                  <a:cubicBezTo>
                    <a:pt x="6" y="2"/>
                    <a:pt x="3" y="3"/>
                    <a:pt x="0" y="7"/>
                  </a:cubicBezTo>
                  <a:cubicBezTo>
                    <a:pt x="0" y="17"/>
                    <a:pt x="0" y="17"/>
                    <a:pt x="0" y="17"/>
                  </a:cubicBezTo>
                  <a:cubicBezTo>
                    <a:pt x="104" y="17"/>
                    <a:pt x="104" y="17"/>
                    <a:pt x="104" y="17"/>
                  </a:cubicBezTo>
                  <a:cubicBezTo>
                    <a:pt x="104" y="0"/>
                    <a:pt x="104" y="0"/>
                    <a:pt x="104" y="0"/>
                  </a:cubicBezTo>
                  <a:cubicBezTo>
                    <a:pt x="101" y="0"/>
                    <a:pt x="98" y="2"/>
                    <a:pt x="95"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2" name="Freeform 330"/>
            <p:cNvSpPr>
              <a:spLocks/>
            </p:cNvSpPr>
            <p:nvPr/>
          </p:nvSpPr>
          <p:spPr bwMode="auto">
            <a:xfrm>
              <a:off x="42862" y="2465388"/>
              <a:ext cx="420688" cy="187325"/>
            </a:xfrm>
            <a:custGeom>
              <a:avLst/>
              <a:gdLst>
                <a:gd name="T0" fmla="*/ 109 w 112"/>
                <a:gd name="T1" fmla="*/ 45 h 50"/>
                <a:gd name="T2" fmla="*/ 109 w 112"/>
                <a:gd name="T3" fmla="*/ 45 h 50"/>
                <a:gd name="T4" fmla="*/ 112 w 112"/>
                <a:gd name="T5" fmla="*/ 36 h 50"/>
                <a:gd name="T6" fmla="*/ 112 w 112"/>
                <a:gd name="T7" fmla="*/ 12 h 50"/>
                <a:gd name="T8" fmla="*/ 62 w 112"/>
                <a:gd name="T9" fmla="*/ 12 h 50"/>
                <a:gd name="T10" fmla="*/ 62 w 112"/>
                <a:gd name="T11" fmla="*/ 11 h 50"/>
                <a:gd name="T12" fmla="*/ 62 w 112"/>
                <a:gd name="T13" fmla="*/ 9 h 50"/>
                <a:gd name="T14" fmla="*/ 62 w 112"/>
                <a:gd name="T15" fmla="*/ 0 h 50"/>
                <a:gd name="T16" fmla="*/ 56 w 112"/>
                <a:gd name="T17" fmla="*/ 1 h 50"/>
                <a:gd name="T18" fmla="*/ 51 w 112"/>
                <a:gd name="T19" fmla="*/ 0 h 50"/>
                <a:gd name="T20" fmla="*/ 51 w 112"/>
                <a:gd name="T21" fmla="*/ 9 h 50"/>
                <a:gd name="T22" fmla="*/ 51 w 112"/>
                <a:gd name="T23" fmla="*/ 11 h 50"/>
                <a:gd name="T24" fmla="*/ 51 w 112"/>
                <a:gd name="T25" fmla="*/ 12 h 50"/>
                <a:gd name="T26" fmla="*/ 0 w 112"/>
                <a:gd name="T27" fmla="*/ 12 h 50"/>
                <a:gd name="T28" fmla="*/ 0 w 112"/>
                <a:gd name="T29" fmla="*/ 36 h 50"/>
                <a:gd name="T30" fmla="*/ 3 w 112"/>
                <a:gd name="T31" fmla="*/ 45 h 50"/>
                <a:gd name="T32" fmla="*/ 4 w 112"/>
                <a:gd name="T33" fmla="*/ 45 h 50"/>
                <a:gd name="T34" fmla="*/ 4 w 112"/>
                <a:gd name="T35" fmla="*/ 46 h 50"/>
                <a:gd name="T36" fmla="*/ 14 w 112"/>
                <a:gd name="T37" fmla="*/ 50 h 50"/>
                <a:gd name="T38" fmla="*/ 28 w 112"/>
                <a:gd name="T39" fmla="*/ 36 h 50"/>
                <a:gd name="T40" fmla="*/ 42 w 112"/>
                <a:gd name="T41" fmla="*/ 50 h 50"/>
                <a:gd name="T42" fmla="*/ 56 w 112"/>
                <a:gd name="T43" fmla="*/ 36 h 50"/>
                <a:gd name="T44" fmla="*/ 70 w 112"/>
                <a:gd name="T45" fmla="*/ 50 h 50"/>
                <a:gd name="T46" fmla="*/ 84 w 112"/>
                <a:gd name="T47" fmla="*/ 36 h 50"/>
                <a:gd name="T48" fmla="*/ 98 w 112"/>
                <a:gd name="T49" fmla="*/ 50 h 50"/>
                <a:gd name="T50" fmla="*/ 108 w 112"/>
                <a:gd name="T51" fmla="*/ 46 h 50"/>
                <a:gd name="T52" fmla="*/ 109 w 112"/>
                <a:gd name="T53"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50">
                  <a:moveTo>
                    <a:pt x="109" y="45"/>
                  </a:moveTo>
                  <a:cubicBezTo>
                    <a:pt x="109" y="45"/>
                    <a:pt x="109" y="45"/>
                    <a:pt x="109" y="45"/>
                  </a:cubicBezTo>
                  <a:cubicBezTo>
                    <a:pt x="111" y="42"/>
                    <a:pt x="112" y="39"/>
                    <a:pt x="112" y="36"/>
                  </a:cubicBezTo>
                  <a:cubicBezTo>
                    <a:pt x="112" y="12"/>
                    <a:pt x="112" y="12"/>
                    <a:pt x="112" y="12"/>
                  </a:cubicBezTo>
                  <a:cubicBezTo>
                    <a:pt x="62" y="12"/>
                    <a:pt x="62" y="12"/>
                    <a:pt x="62" y="12"/>
                  </a:cubicBezTo>
                  <a:cubicBezTo>
                    <a:pt x="62" y="11"/>
                    <a:pt x="62" y="11"/>
                    <a:pt x="62" y="11"/>
                  </a:cubicBezTo>
                  <a:cubicBezTo>
                    <a:pt x="62" y="9"/>
                    <a:pt x="62" y="9"/>
                    <a:pt x="62" y="9"/>
                  </a:cubicBezTo>
                  <a:cubicBezTo>
                    <a:pt x="62" y="0"/>
                    <a:pt x="62" y="0"/>
                    <a:pt x="62" y="0"/>
                  </a:cubicBezTo>
                  <a:cubicBezTo>
                    <a:pt x="60" y="1"/>
                    <a:pt x="58" y="1"/>
                    <a:pt x="56" y="1"/>
                  </a:cubicBezTo>
                  <a:cubicBezTo>
                    <a:pt x="54" y="1"/>
                    <a:pt x="52" y="1"/>
                    <a:pt x="51" y="0"/>
                  </a:cubicBezTo>
                  <a:cubicBezTo>
                    <a:pt x="51" y="9"/>
                    <a:pt x="51" y="9"/>
                    <a:pt x="51" y="9"/>
                  </a:cubicBezTo>
                  <a:cubicBezTo>
                    <a:pt x="51" y="11"/>
                    <a:pt x="51" y="11"/>
                    <a:pt x="51" y="11"/>
                  </a:cubicBezTo>
                  <a:cubicBezTo>
                    <a:pt x="51" y="12"/>
                    <a:pt x="51" y="12"/>
                    <a:pt x="51" y="12"/>
                  </a:cubicBezTo>
                  <a:cubicBezTo>
                    <a:pt x="0" y="12"/>
                    <a:pt x="0" y="12"/>
                    <a:pt x="0" y="12"/>
                  </a:cubicBezTo>
                  <a:cubicBezTo>
                    <a:pt x="0" y="36"/>
                    <a:pt x="0" y="36"/>
                    <a:pt x="0" y="36"/>
                  </a:cubicBezTo>
                  <a:cubicBezTo>
                    <a:pt x="0" y="39"/>
                    <a:pt x="1" y="42"/>
                    <a:pt x="3" y="45"/>
                  </a:cubicBezTo>
                  <a:cubicBezTo>
                    <a:pt x="3" y="45"/>
                    <a:pt x="4" y="45"/>
                    <a:pt x="4" y="45"/>
                  </a:cubicBezTo>
                  <a:cubicBezTo>
                    <a:pt x="4" y="45"/>
                    <a:pt x="4" y="46"/>
                    <a:pt x="4" y="46"/>
                  </a:cubicBezTo>
                  <a:cubicBezTo>
                    <a:pt x="7" y="48"/>
                    <a:pt x="10" y="50"/>
                    <a:pt x="14" y="50"/>
                  </a:cubicBezTo>
                  <a:cubicBezTo>
                    <a:pt x="22" y="50"/>
                    <a:pt x="28" y="44"/>
                    <a:pt x="28" y="36"/>
                  </a:cubicBezTo>
                  <a:cubicBezTo>
                    <a:pt x="28" y="44"/>
                    <a:pt x="34" y="50"/>
                    <a:pt x="42" y="50"/>
                  </a:cubicBezTo>
                  <a:cubicBezTo>
                    <a:pt x="50" y="50"/>
                    <a:pt x="56" y="44"/>
                    <a:pt x="56" y="36"/>
                  </a:cubicBezTo>
                  <a:cubicBezTo>
                    <a:pt x="56" y="44"/>
                    <a:pt x="63" y="50"/>
                    <a:pt x="70" y="50"/>
                  </a:cubicBezTo>
                  <a:cubicBezTo>
                    <a:pt x="78" y="50"/>
                    <a:pt x="84" y="44"/>
                    <a:pt x="84" y="36"/>
                  </a:cubicBezTo>
                  <a:cubicBezTo>
                    <a:pt x="84" y="44"/>
                    <a:pt x="91" y="50"/>
                    <a:pt x="98" y="50"/>
                  </a:cubicBezTo>
                  <a:cubicBezTo>
                    <a:pt x="102" y="50"/>
                    <a:pt x="106" y="48"/>
                    <a:pt x="108" y="46"/>
                  </a:cubicBezTo>
                  <a:cubicBezTo>
                    <a:pt x="109" y="46"/>
                    <a:pt x="109" y="45"/>
                    <a:pt x="109" y="4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3" name="Freeform 331"/>
            <p:cNvSpPr>
              <a:spLocks/>
            </p:cNvSpPr>
            <p:nvPr/>
          </p:nvSpPr>
          <p:spPr bwMode="auto">
            <a:xfrm>
              <a:off x="15875" y="2806700"/>
              <a:ext cx="473075" cy="57150"/>
            </a:xfrm>
            <a:custGeom>
              <a:avLst/>
              <a:gdLst>
                <a:gd name="T0" fmla="*/ 63 w 126"/>
                <a:gd name="T1" fmla="*/ 15 h 15"/>
                <a:gd name="T2" fmla="*/ 126 w 126"/>
                <a:gd name="T3" fmla="*/ 0 h 15"/>
                <a:gd name="T4" fmla="*/ 116 w 126"/>
                <a:gd name="T5" fmla="*/ 0 h 15"/>
                <a:gd name="T6" fmla="*/ 116 w 126"/>
                <a:gd name="T7" fmla="*/ 0 h 15"/>
                <a:gd name="T8" fmla="*/ 115 w 126"/>
                <a:gd name="T9" fmla="*/ 0 h 15"/>
                <a:gd name="T10" fmla="*/ 11 w 126"/>
                <a:gd name="T11" fmla="*/ 0 h 15"/>
                <a:gd name="T12" fmla="*/ 11 w 126"/>
                <a:gd name="T13" fmla="*/ 0 h 15"/>
                <a:gd name="T14" fmla="*/ 10 w 126"/>
                <a:gd name="T15" fmla="*/ 0 h 15"/>
                <a:gd name="T16" fmla="*/ 0 w 126"/>
                <a:gd name="T17" fmla="*/ 0 h 15"/>
                <a:gd name="T18" fmla="*/ 63 w 126"/>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5">
                  <a:moveTo>
                    <a:pt x="63" y="15"/>
                  </a:moveTo>
                  <a:cubicBezTo>
                    <a:pt x="98" y="15"/>
                    <a:pt x="126" y="8"/>
                    <a:pt x="126" y="0"/>
                  </a:cubicBezTo>
                  <a:cubicBezTo>
                    <a:pt x="116" y="0"/>
                    <a:pt x="116" y="0"/>
                    <a:pt x="116" y="0"/>
                  </a:cubicBezTo>
                  <a:cubicBezTo>
                    <a:pt x="116" y="0"/>
                    <a:pt x="116" y="0"/>
                    <a:pt x="116" y="0"/>
                  </a:cubicBezTo>
                  <a:cubicBezTo>
                    <a:pt x="115" y="0"/>
                    <a:pt x="115" y="0"/>
                    <a:pt x="115" y="0"/>
                  </a:cubicBezTo>
                  <a:cubicBezTo>
                    <a:pt x="11" y="0"/>
                    <a:pt x="11" y="0"/>
                    <a:pt x="11" y="0"/>
                  </a:cubicBezTo>
                  <a:cubicBezTo>
                    <a:pt x="11" y="0"/>
                    <a:pt x="11" y="0"/>
                    <a:pt x="11" y="0"/>
                  </a:cubicBezTo>
                  <a:cubicBezTo>
                    <a:pt x="10" y="0"/>
                    <a:pt x="10" y="0"/>
                    <a:pt x="10" y="0"/>
                  </a:cubicBezTo>
                  <a:cubicBezTo>
                    <a:pt x="0" y="0"/>
                    <a:pt x="0" y="0"/>
                    <a:pt x="0" y="0"/>
                  </a:cubicBezTo>
                  <a:cubicBezTo>
                    <a:pt x="0" y="8"/>
                    <a:pt x="29" y="15"/>
                    <a:pt x="63"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4" name="Freeform 332"/>
            <p:cNvSpPr>
              <a:spLocks/>
            </p:cNvSpPr>
            <p:nvPr/>
          </p:nvSpPr>
          <p:spPr bwMode="auto">
            <a:xfrm>
              <a:off x="222250" y="2360613"/>
              <a:ext cx="60325" cy="96838"/>
            </a:xfrm>
            <a:custGeom>
              <a:avLst/>
              <a:gdLst>
                <a:gd name="T0" fmla="*/ 5 w 16"/>
                <a:gd name="T1" fmla="*/ 25 h 26"/>
                <a:gd name="T2" fmla="*/ 8 w 16"/>
                <a:gd name="T3" fmla="*/ 26 h 26"/>
                <a:gd name="T4" fmla="*/ 12 w 16"/>
                <a:gd name="T5" fmla="*/ 25 h 26"/>
                <a:gd name="T6" fmla="*/ 16 w 16"/>
                <a:gd name="T7" fmla="*/ 17 h 26"/>
                <a:gd name="T8" fmla="*/ 8 w 16"/>
                <a:gd name="T9" fmla="*/ 0 h 26"/>
                <a:gd name="T10" fmla="*/ 8 w 16"/>
                <a:gd name="T11" fmla="*/ 0 h 26"/>
                <a:gd name="T12" fmla="*/ 0 w 16"/>
                <a:gd name="T13" fmla="*/ 17 h 26"/>
                <a:gd name="T14" fmla="*/ 5 w 16"/>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6">
                  <a:moveTo>
                    <a:pt x="5" y="25"/>
                  </a:moveTo>
                  <a:cubicBezTo>
                    <a:pt x="6" y="25"/>
                    <a:pt x="7" y="26"/>
                    <a:pt x="8" y="26"/>
                  </a:cubicBezTo>
                  <a:cubicBezTo>
                    <a:pt x="10" y="26"/>
                    <a:pt x="11" y="25"/>
                    <a:pt x="12" y="25"/>
                  </a:cubicBezTo>
                  <a:cubicBezTo>
                    <a:pt x="14" y="23"/>
                    <a:pt x="16" y="20"/>
                    <a:pt x="16" y="17"/>
                  </a:cubicBezTo>
                  <a:cubicBezTo>
                    <a:pt x="16" y="14"/>
                    <a:pt x="12" y="0"/>
                    <a:pt x="8" y="0"/>
                  </a:cubicBezTo>
                  <a:cubicBezTo>
                    <a:pt x="8" y="0"/>
                    <a:pt x="8" y="0"/>
                    <a:pt x="8" y="0"/>
                  </a:cubicBezTo>
                  <a:cubicBezTo>
                    <a:pt x="4" y="0"/>
                    <a:pt x="0" y="14"/>
                    <a:pt x="0" y="17"/>
                  </a:cubicBezTo>
                  <a:cubicBezTo>
                    <a:pt x="0" y="20"/>
                    <a:pt x="2" y="23"/>
                    <a:pt x="5" y="2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5" name="Freeform 333"/>
            <p:cNvSpPr>
              <a:spLocks/>
            </p:cNvSpPr>
            <p:nvPr/>
          </p:nvSpPr>
          <p:spPr bwMode="auto">
            <a:xfrm>
              <a:off x="1314450" y="1609725"/>
              <a:ext cx="323850" cy="322263"/>
            </a:xfrm>
            <a:custGeom>
              <a:avLst/>
              <a:gdLst>
                <a:gd name="T0" fmla="*/ 41 w 86"/>
                <a:gd name="T1" fmla="*/ 86 h 86"/>
                <a:gd name="T2" fmla="*/ 43 w 86"/>
                <a:gd name="T3" fmla="*/ 86 h 86"/>
                <a:gd name="T4" fmla="*/ 86 w 86"/>
                <a:gd name="T5" fmla="*/ 43 h 86"/>
                <a:gd name="T6" fmla="*/ 43 w 86"/>
                <a:gd name="T7" fmla="*/ 0 h 86"/>
                <a:gd name="T8" fmla="*/ 0 w 86"/>
                <a:gd name="T9" fmla="*/ 42 h 86"/>
                <a:gd name="T10" fmla="*/ 24 w 86"/>
                <a:gd name="T11" fmla="*/ 57 h 86"/>
                <a:gd name="T12" fmla="*/ 41 w 86"/>
                <a:gd name="T13" fmla="*/ 86 h 86"/>
              </a:gdLst>
              <a:ahLst/>
              <a:cxnLst>
                <a:cxn ang="0">
                  <a:pos x="T0" y="T1"/>
                </a:cxn>
                <a:cxn ang="0">
                  <a:pos x="T2" y="T3"/>
                </a:cxn>
                <a:cxn ang="0">
                  <a:pos x="T4" y="T5"/>
                </a:cxn>
                <a:cxn ang="0">
                  <a:pos x="T6" y="T7"/>
                </a:cxn>
                <a:cxn ang="0">
                  <a:pos x="T8" y="T9"/>
                </a:cxn>
                <a:cxn ang="0">
                  <a:pos x="T10" y="T11"/>
                </a:cxn>
                <a:cxn ang="0">
                  <a:pos x="T12" y="T13"/>
                </a:cxn>
              </a:cxnLst>
              <a:rect l="0" t="0" r="r" b="b"/>
              <a:pathLst>
                <a:path w="86" h="86">
                  <a:moveTo>
                    <a:pt x="41" y="86"/>
                  </a:moveTo>
                  <a:cubicBezTo>
                    <a:pt x="42" y="86"/>
                    <a:pt x="43" y="86"/>
                    <a:pt x="43" y="86"/>
                  </a:cubicBezTo>
                  <a:cubicBezTo>
                    <a:pt x="67" y="86"/>
                    <a:pt x="86" y="67"/>
                    <a:pt x="86" y="43"/>
                  </a:cubicBezTo>
                  <a:cubicBezTo>
                    <a:pt x="86" y="19"/>
                    <a:pt x="67" y="0"/>
                    <a:pt x="43" y="0"/>
                  </a:cubicBezTo>
                  <a:cubicBezTo>
                    <a:pt x="20" y="0"/>
                    <a:pt x="1" y="19"/>
                    <a:pt x="0" y="42"/>
                  </a:cubicBezTo>
                  <a:cubicBezTo>
                    <a:pt x="9" y="45"/>
                    <a:pt x="17" y="50"/>
                    <a:pt x="24" y="57"/>
                  </a:cubicBezTo>
                  <a:cubicBezTo>
                    <a:pt x="32" y="65"/>
                    <a:pt x="38" y="75"/>
                    <a:pt x="41" y="8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6" name="Freeform 334"/>
            <p:cNvSpPr>
              <a:spLocks/>
            </p:cNvSpPr>
            <p:nvPr/>
          </p:nvSpPr>
          <p:spPr bwMode="auto">
            <a:xfrm>
              <a:off x="1431925" y="1514475"/>
              <a:ext cx="88900" cy="71438"/>
            </a:xfrm>
            <a:custGeom>
              <a:avLst/>
              <a:gdLst>
                <a:gd name="T0" fmla="*/ 56 w 56"/>
                <a:gd name="T1" fmla="*/ 45 h 45"/>
                <a:gd name="T2" fmla="*/ 28 w 56"/>
                <a:gd name="T3" fmla="*/ 0 h 45"/>
                <a:gd name="T4" fmla="*/ 0 w 56"/>
                <a:gd name="T5" fmla="*/ 45 h 45"/>
                <a:gd name="T6" fmla="*/ 56 w 56"/>
                <a:gd name="T7" fmla="*/ 45 h 45"/>
              </a:gdLst>
              <a:ahLst/>
              <a:cxnLst>
                <a:cxn ang="0">
                  <a:pos x="T0" y="T1"/>
                </a:cxn>
                <a:cxn ang="0">
                  <a:pos x="T2" y="T3"/>
                </a:cxn>
                <a:cxn ang="0">
                  <a:pos x="T4" y="T5"/>
                </a:cxn>
                <a:cxn ang="0">
                  <a:pos x="T6" y="T7"/>
                </a:cxn>
              </a:cxnLst>
              <a:rect l="0" t="0" r="r" b="b"/>
              <a:pathLst>
                <a:path w="56" h="45">
                  <a:moveTo>
                    <a:pt x="56" y="45"/>
                  </a:moveTo>
                  <a:lnTo>
                    <a:pt x="28" y="0"/>
                  </a:lnTo>
                  <a:lnTo>
                    <a:pt x="0" y="45"/>
                  </a:lnTo>
                  <a:lnTo>
                    <a:pt x="56" y="4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7" name="Freeform 335"/>
            <p:cNvSpPr>
              <a:spLocks/>
            </p:cNvSpPr>
            <p:nvPr/>
          </p:nvSpPr>
          <p:spPr bwMode="auto">
            <a:xfrm>
              <a:off x="1660525" y="1725613"/>
              <a:ext cx="71438" cy="90488"/>
            </a:xfrm>
            <a:custGeom>
              <a:avLst/>
              <a:gdLst>
                <a:gd name="T0" fmla="*/ 0 w 45"/>
                <a:gd name="T1" fmla="*/ 57 h 57"/>
                <a:gd name="T2" fmla="*/ 45 w 45"/>
                <a:gd name="T3" fmla="*/ 28 h 57"/>
                <a:gd name="T4" fmla="*/ 0 w 45"/>
                <a:gd name="T5" fmla="*/ 0 h 57"/>
                <a:gd name="T6" fmla="*/ 0 w 45"/>
                <a:gd name="T7" fmla="*/ 57 h 57"/>
              </a:gdLst>
              <a:ahLst/>
              <a:cxnLst>
                <a:cxn ang="0">
                  <a:pos x="T0" y="T1"/>
                </a:cxn>
                <a:cxn ang="0">
                  <a:pos x="T2" y="T3"/>
                </a:cxn>
                <a:cxn ang="0">
                  <a:pos x="T4" y="T5"/>
                </a:cxn>
                <a:cxn ang="0">
                  <a:pos x="T6" y="T7"/>
                </a:cxn>
              </a:cxnLst>
              <a:rect l="0" t="0" r="r" b="b"/>
              <a:pathLst>
                <a:path w="45" h="57">
                  <a:moveTo>
                    <a:pt x="0" y="57"/>
                  </a:moveTo>
                  <a:lnTo>
                    <a:pt x="45" y="28"/>
                  </a:lnTo>
                  <a:lnTo>
                    <a:pt x="0" y="0"/>
                  </a:lnTo>
                  <a:lnTo>
                    <a:pt x="0" y="5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8" name="Freeform 336"/>
            <p:cNvSpPr>
              <a:spLocks/>
            </p:cNvSpPr>
            <p:nvPr/>
          </p:nvSpPr>
          <p:spPr bwMode="auto">
            <a:xfrm>
              <a:off x="1250950" y="1725613"/>
              <a:ext cx="44450" cy="33338"/>
            </a:xfrm>
            <a:custGeom>
              <a:avLst/>
              <a:gdLst>
                <a:gd name="T0" fmla="*/ 12 w 12"/>
                <a:gd name="T1" fmla="*/ 0 h 9"/>
                <a:gd name="T2" fmla="*/ 0 w 12"/>
                <a:gd name="T3" fmla="*/ 7 h 9"/>
                <a:gd name="T4" fmla="*/ 12 w 12"/>
                <a:gd name="T5" fmla="*/ 9 h 9"/>
                <a:gd name="T6" fmla="*/ 12 w 12"/>
                <a:gd name="T7" fmla="*/ 0 h 9"/>
              </a:gdLst>
              <a:ahLst/>
              <a:cxnLst>
                <a:cxn ang="0">
                  <a:pos x="T0" y="T1"/>
                </a:cxn>
                <a:cxn ang="0">
                  <a:pos x="T2" y="T3"/>
                </a:cxn>
                <a:cxn ang="0">
                  <a:pos x="T4" y="T5"/>
                </a:cxn>
                <a:cxn ang="0">
                  <a:pos x="T6" y="T7"/>
                </a:cxn>
              </a:cxnLst>
              <a:rect l="0" t="0" r="r" b="b"/>
              <a:pathLst>
                <a:path w="12" h="9">
                  <a:moveTo>
                    <a:pt x="12" y="0"/>
                  </a:moveTo>
                  <a:cubicBezTo>
                    <a:pt x="0" y="7"/>
                    <a:pt x="0" y="7"/>
                    <a:pt x="0" y="7"/>
                  </a:cubicBezTo>
                  <a:cubicBezTo>
                    <a:pt x="4" y="8"/>
                    <a:pt x="8" y="8"/>
                    <a:pt x="12" y="9"/>
                  </a:cubicBezTo>
                  <a:lnTo>
                    <a:pt x="12"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69" name="Freeform 337"/>
            <p:cNvSpPr>
              <a:spLocks/>
            </p:cNvSpPr>
            <p:nvPr/>
          </p:nvSpPr>
          <p:spPr bwMode="auto">
            <a:xfrm>
              <a:off x="1573212" y="1590675"/>
              <a:ext cx="82550" cy="82550"/>
            </a:xfrm>
            <a:custGeom>
              <a:avLst/>
              <a:gdLst>
                <a:gd name="T0" fmla="*/ 0 w 52"/>
                <a:gd name="T1" fmla="*/ 12 h 52"/>
                <a:gd name="T2" fmla="*/ 41 w 52"/>
                <a:gd name="T3" fmla="*/ 52 h 52"/>
                <a:gd name="T4" fmla="*/ 52 w 52"/>
                <a:gd name="T5" fmla="*/ 0 h 52"/>
                <a:gd name="T6" fmla="*/ 0 w 52"/>
                <a:gd name="T7" fmla="*/ 12 h 52"/>
              </a:gdLst>
              <a:ahLst/>
              <a:cxnLst>
                <a:cxn ang="0">
                  <a:pos x="T0" y="T1"/>
                </a:cxn>
                <a:cxn ang="0">
                  <a:pos x="T2" y="T3"/>
                </a:cxn>
                <a:cxn ang="0">
                  <a:pos x="T4" y="T5"/>
                </a:cxn>
                <a:cxn ang="0">
                  <a:pos x="T6" y="T7"/>
                </a:cxn>
              </a:cxnLst>
              <a:rect l="0" t="0" r="r" b="b"/>
              <a:pathLst>
                <a:path w="52" h="52">
                  <a:moveTo>
                    <a:pt x="0" y="12"/>
                  </a:moveTo>
                  <a:lnTo>
                    <a:pt x="41" y="52"/>
                  </a:lnTo>
                  <a:lnTo>
                    <a:pt x="52" y="0"/>
                  </a:lnTo>
                  <a:lnTo>
                    <a:pt x="0" y="1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0" name="Freeform 338"/>
            <p:cNvSpPr>
              <a:spLocks/>
            </p:cNvSpPr>
            <p:nvPr/>
          </p:nvSpPr>
          <p:spPr bwMode="auto">
            <a:xfrm>
              <a:off x="1573212" y="1868488"/>
              <a:ext cx="82550" cy="82550"/>
            </a:xfrm>
            <a:custGeom>
              <a:avLst/>
              <a:gdLst>
                <a:gd name="T0" fmla="*/ 41 w 52"/>
                <a:gd name="T1" fmla="*/ 0 h 52"/>
                <a:gd name="T2" fmla="*/ 0 w 52"/>
                <a:gd name="T3" fmla="*/ 40 h 52"/>
                <a:gd name="T4" fmla="*/ 52 w 52"/>
                <a:gd name="T5" fmla="*/ 52 h 52"/>
                <a:gd name="T6" fmla="*/ 41 w 52"/>
                <a:gd name="T7" fmla="*/ 0 h 52"/>
              </a:gdLst>
              <a:ahLst/>
              <a:cxnLst>
                <a:cxn ang="0">
                  <a:pos x="T0" y="T1"/>
                </a:cxn>
                <a:cxn ang="0">
                  <a:pos x="T2" y="T3"/>
                </a:cxn>
                <a:cxn ang="0">
                  <a:pos x="T4" y="T5"/>
                </a:cxn>
                <a:cxn ang="0">
                  <a:pos x="T6" y="T7"/>
                </a:cxn>
              </a:cxnLst>
              <a:rect l="0" t="0" r="r" b="b"/>
              <a:pathLst>
                <a:path w="52" h="52">
                  <a:moveTo>
                    <a:pt x="41" y="0"/>
                  </a:moveTo>
                  <a:lnTo>
                    <a:pt x="0" y="40"/>
                  </a:lnTo>
                  <a:lnTo>
                    <a:pt x="52" y="52"/>
                  </a:lnTo>
                  <a:lnTo>
                    <a:pt x="41"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1" name="Freeform 339"/>
            <p:cNvSpPr>
              <a:spLocks/>
            </p:cNvSpPr>
            <p:nvPr/>
          </p:nvSpPr>
          <p:spPr bwMode="auto">
            <a:xfrm>
              <a:off x="1295400" y="1590675"/>
              <a:ext cx="82550" cy="82550"/>
            </a:xfrm>
            <a:custGeom>
              <a:avLst/>
              <a:gdLst>
                <a:gd name="T0" fmla="*/ 12 w 52"/>
                <a:gd name="T1" fmla="*/ 52 h 52"/>
                <a:gd name="T2" fmla="*/ 52 w 52"/>
                <a:gd name="T3" fmla="*/ 12 h 52"/>
                <a:gd name="T4" fmla="*/ 0 w 52"/>
                <a:gd name="T5" fmla="*/ 0 h 52"/>
                <a:gd name="T6" fmla="*/ 12 w 52"/>
                <a:gd name="T7" fmla="*/ 52 h 52"/>
              </a:gdLst>
              <a:ahLst/>
              <a:cxnLst>
                <a:cxn ang="0">
                  <a:pos x="T0" y="T1"/>
                </a:cxn>
                <a:cxn ang="0">
                  <a:pos x="T2" y="T3"/>
                </a:cxn>
                <a:cxn ang="0">
                  <a:pos x="T4" y="T5"/>
                </a:cxn>
                <a:cxn ang="0">
                  <a:pos x="T6" y="T7"/>
                </a:cxn>
              </a:cxnLst>
              <a:rect l="0" t="0" r="r" b="b"/>
              <a:pathLst>
                <a:path w="52" h="52">
                  <a:moveTo>
                    <a:pt x="12" y="52"/>
                  </a:moveTo>
                  <a:lnTo>
                    <a:pt x="52" y="12"/>
                  </a:lnTo>
                  <a:lnTo>
                    <a:pt x="0" y="0"/>
                  </a:lnTo>
                  <a:lnTo>
                    <a:pt x="12" y="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2" name="Freeform 340"/>
            <p:cNvSpPr>
              <a:spLocks/>
            </p:cNvSpPr>
            <p:nvPr/>
          </p:nvSpPr>
          <p:spPr bwMode="auto">
            <a:xfrm>
              <a:off x="954087" y="1774825"/>
              <a:ext cx="709613" cy="434975"/>
            </a:xfrm>
            <a:custGeom>
              <a:avLst/>
              <a:gdLst>
                <a:gd name="T0" fmla="*/ 155 w 189"/>
                <a:gd name="T1" fmla="*/ 49 h 116"/>
                <a:gd name="T2" fmla="*/ 150 w 189"/>
                <a:gd name="T3" fmla="*/ 49 h 116"/>
                <a:gd name="T4" fmla="*/ 134 w 189"/>
                <a:gd name="T5" fmla="*/ 57 h 116"/>
                <a:gd name="T6" fmla="*/ 133 w 189"/>
                <a:gd name="T7" fmla="*/ 48 h 116"/>
                <a:gd name="T8" fmla="*/ 131 w 189"/>
                <a:gd name="T9" fmla="*/ 41 h 116"/>
                <a:gd name="T10" fmla="*/ 96 w 189"/>
                <a:gd name="T11" fmla="*/ 4 h 116"/>
                <a:gd name="T12" fmla="*/ 91 w 189"/>
                <a:gd name="T13" fmla="*/ 2 h 116"/>
                <a:gd name="T14" fmla="*/ 76 w 189"/>
                <a:gd name="T15" fmla="*/ 0 h 116"/>
                <a:gd name="T16" fmla="*/ 73 w 189"/>
                <a:gd name="T17" fmla="*/ 0 h 116"/>
                <a:gd name="T18" fmla="*/ 17 w 189"/>
                <a:gd name="T19" fmla="*/ 58 h 116"/>
                <a:gd name="T20" fmla="*/ 20 w 189"/>
                <a:gd name="T21" fmla="*/ 75 h 116"/>
                <a:gd name="T22" fmla="*/ 0 w 189"/>
                <a:gd name="T23" fmla="*/ 95 h 116"/>
                <a:gd name="T24" fmla="*/ 21 w 189"/>
                <a:gd name="T25" fmla="*/ 116 h 116"/>
                <a:gd name="T26" fmla="*/ 76 w 189"/>
                <a:gd name="T27" fmla="*/ 116 h 116"/>
                <a:gd name="T28" fmla="*/ 78 w 189"/>
                <a:gd name="T29" fmla="*/ 116 h 116"/>
                <a:gd name="T30" fmla="*/ 155 w 189"/>
                <a:gd name="T31" fmla="*/ 116 h 116"/>
                <a:gd name="T32" fmla="*/ 189 w 189"/>
                <a:gd name="T33" fmla="*/ 82 h 116"/>
                <a:gd name="T34" fmla="*/ 155 w 189"/>
                <a:gd name="T35" fmla="*/ 4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16">
                  <a:moveTo>
                    <a:pt x="155" y="49"/>
                  </a:moveTo>
                  <a:cubicBezTo>
                    <a:pt x="154" y="49"/>
                    <a:pt x="152" y="49"/>
                    <a:pt x="150" y="49"/>
                  </a:cubicBezTo>
                  <a:cubicBezTo>
                    <a:pt x="144" y="50"/>
                    <a:pt x="138" y="53"/>
                    <a:pt x="134" y="57"/>
                  </a:cubicBezTo>
                  <a:cubicBezTo>
                    <a:pt x="134" y="54"/>
                    <a:pt x="133" y="51"/>
                    <a:pt x="133" y="48"/>
                  </a:cubicBezTo>
                  <a:cubicBezTo>
                    <a:pt x="132" y="45"/>
                    <a:pt x="132" y="43"/>
                    <a:pt x="131" y="41"/>
                  </a:cubicBezTo>
                  <a:cubicBezTo>
                    <a:pt x="126" y="24"/>
                    <a:pt x="113" y="10"/>
                    <a:pt x="96" y="4"/>
                  </a:cubicBezTo>
                  <a:cubicBezTo>
                    <a:pt x="95" y="3"/>
                    <a:pt x="93" y="2"/>
                    <a:pt x="91" y="2"/>
                  </a:cubicBezTo>
                  <a:cubicBezTo>
                    <a:pt x="86" y="1"/>
                    <a:pt x="81" y="0"/>
                    <a:pt x="76" y="0"/>
                  </a:cubicBezTo>
                  <a:cubicBezTo>
                    <a:pt x="75" y="0"/>
                    <a:pt x="74" y="0"/>
                    <a:pt x="73" y="0"/>
                  </a:cubicBezTo>
                  <a:cubicBezTo>
                    <a:pt x="42" y="1"/>
                    <a:pt x="17" y="27"/>
                    <a:pt x="17" y="58"/>
                  </a:cubicBezTo>
                  <a:cubicBezTo>
                    <a:pt x="17" y="64"/>
                    <a:pt x="18" y="70"/>
                    <a:pt x="20" y="75"/>
                  </a:cubicBezTo>
                  <a:cubicBezTo>
                    <a:pt x="9" y="75"/>
                    <a:pt x="0" y="84"/>
                    <a:pt x="0" y="95"/>
                  </a:cubicBezTo>
                  <a:cubicBezTo>
                    <a:pt x="0" y="107"/>
                    <a:pt x="9" y="116"/>
                    <a:pt x="21" y="116"/>
                  </a:cubicBezTo>
                  <a:cubicBezTo>
                    <a:pt x="76" y="116"/>
                    <a:pt x="76" y="116"/>
                    <a:pt x="76" y="116"/>
                  </a:cubicBezTo>
                  <a:cubicBezTo>
                    <a:pt x="78" y="116"/>
                    <a:pt x="78" y="116"/>
                    <a:pt x="78" y="116"/>
                  </a:cubicBezTo>
                  <a:cubicBezTo>
                    <a:pt x="155" y="116"/>
                    <a:pt x="155" y="116"/>
                    <a:pt x="155" y="116"/>
                  </a:cubicBezTo>
                  <a:cubicBezTo>
                    <a:pt x="174" y="116"/>
                    <a:pt x="189" y="101"/>
                    <a:pt x="189" y="82"/>
                  </a:cubicBezTo>
                  <a:cubicBezTo>
                    <a:pt x="189" y="64"/>
                    <a:pt x="174" y="49"/>
                    <a:pt x="155" y="4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3" name="Rectangle 341"/>
            <p:cNvSpPr>
              <a:spLocks noChangeArrowheads="1"/>
            </p:cNvSpPr>
            <p:nvPr/>
          </p:nvSpPr>
          <p:spPr bwMode="auto">
            <a:xfrm>
              <a:off x="673100" y="169863"/>
              <a:ext cx="698500" cy="4476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4" name="Freeform 342"/>
            <p:cNvSpPr>
              <a:spLocks/>
            </p:cNvSpPr>
            <p:nvPr/>
          </p:nvSpPr>
          <p:spPr bwMode="auto">
            <a:xfrm>
              <a:off x="728662" y="681038"/>
              <a:ext cx="109538" cy="71438"/>
            </a:xfrm>
            <a:custGeom>
              <a:avLst/>
              <a:gdLst>
                <a:gd name="T0" fmla="*/ 2 w 29"/>
                <a:gd name="T1" fmla="*/ 18 h 19"/>
                <a:gd name="T2" fmla="*/ 3 w 29"/>
                <a:gd name="T3" fmla="*/ 19 h 19"/>
                <a:gd name="T4" fmla="*/ 26 w 29"/>
                <a:gd name="T5" fmla="*/ 19 h 19"/>
                <a:gd name="T6" fmla="*/ 27 w 29"/>
                <a:gd name="T7" fmla="*/ 18 h 19"/>
                <a:gd name="T8" fmla="*/ 29 w 29"/>
                <a:gd name="T9" fmla="*/ 16 h 19"/>
                <a:gd name="T10" fmla="*/ 29 w 29"/>
                <a:gd name="T11" fmla="*/ 14 h 19"/>
                <a:gd name="T12" fmla="*/ 14 w 29"/>
                <a:gd name="T13" fmla="*/ 0 h 19"/>
                <a:gd name="T14" fmla="*/ 0 w 29"/>
                <a:gd name="T15" fmla="*/ 14 h 19"/>
                <a:gd name="T16" fmla="*/ 0 w 29"/>
                <a:gd name="T17" fmla="*/ 16 h 19"/>
                <a:gd name="T18" fmla="*/ 2 w 29"/>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9">
                  <a:moveTo>
                    <a:pt x="2" y="18"/>
                  </a:moveTo>
                  <a:cubicBezTo>
                    <a:pt x="2" y="19"/>
                    <a:pt x="2" y="19"/>
                    <a:pt x="3" y="19"/>
                  </a:cubicBezTo>
                  <a:cubicBezTo>
                    <a:pt x="26" y="19"/>
                    <a:pt x="26" y="19"/>
                    <a:pt x="26" y="19"/>
                  </a:cubicBezTo>
                  <a:cubicBezTo>
                    <a:pt x="27" y="19"/>
                    <a:pt x="27" y="19"/>
                    <a:pt x="27" y="18"/>
                  </a:cubicBezTo>
                  <a:cubicBezTo>
                    <a:pt x="28" y="18"/>
                    <a:pt x="28" y="17"/>
                    <a:pt x="29" y="16"/>
                  </a:cubicBezTo>
                  <a:cubicBezTo>
                    <a:pt x="29" y="16"/>
                    <a:pt x="29" y="15"/>
                    <a:pt x="29" y="14"/>
                  </a:cubicBezTo>
                  <a:cubicBezTo>
                    <a:pt x="29" y="6"/>
                    <a:pt x="23" y="0"/>
                    <a:pt x="14" y="0"/>
                  </a:cubicBezTo>
                  <a:cubicBezTo>
                    <a:pt x="6" y="0"/>
                    <a:pt x="0" y="6"/>
                    <a:pt x="0" y="14"/>
                  </a:cubicBezTo>
                  <a:cubicBezTo>
                    <a:pt x="0" y="15"/>
                    <a:pt x="0" y="16"/>
                    <a:pt x="0" y="16"/>
                  </a:cubicBezTo>
                  <a:cubicBezTo>
                    <a:pt x="0" y="17"/>
                    <a:pt x="1" y="18"/>
                    <a:pt x="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5" name="Freeform 343"/>
            <p:cNvSpPr>
              <a:spLocks/>
            </p:cNvSpPr>
            <p:nvPr/>
          </p:nvSpPr>
          <p:spPr bwMode="auto">
            <a:xfrm>
              <a:off x="965200" y="681038"/>
              <a:ext cx="112713" cy="71438"/>
            </a:xfrm>
            <a:custGeom>
              <a:avLst/>
              <a:gdLst>
                <a:gd name="T0" fmla="*/ 2 w 30"/>
                <a:gd name="T1" fmla="*/ 18 h 19"/>
                <a:gd name="T2" fmla="*/ 3 w 30"/>
                <a:gd name="T3" fmla="*/ 19 h 19"/>
                <a:gd name="T4" fmla="*/ 27 w 30"/>
                <a:gd name="T5" fmla="*/ 19 h 19"/>
                <a:gd name="T6" fmla="*/ 27 w 30"/>
                <a:gd name="T7" fmla="*/ 18 h 19"/>
                <a:gd name="T8" fmla="*/ 30 w 30"/>
                <a:gd name="T9" fmla="*/ 16 h 19"/>
                <a:gd name="T10" fmla="*/ 30 w 30"/>
                <a:gd name="T11" fmla="*/ 14 h 19"/>
                <a:gd name="T12" fmla="*/ 15 w 30"/>
                <a:gd name="T13" fmla="*/ 0 h 19"/>
                <a:gd name="T14" fmla="*/ 0 w 30"/>
                <a:gd name="T15" fmla="*/ 14 h 19"/>
                <a:gd name="T16" fmla="*/ 0 w 30"/>
                <a:gd name="T17" fmla="*/ 16 h 19"/>
                <a:gd name="T18" fmla="*/ 2 w 30"/>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8"/>
                  </a:moveTo>
                  <a:cubicBezTo>
                    <a:pt x="2" y="19"/>
                    <a:pt x="3" y="19"/>
                    <a:pt x="3" y="19"/>
                  </a:cubicBezTo>
                  <a:cubicBezTo>
                    <a:pt x="27" y="19"/>
                    <a:pt x="27" y="19"/>
                    <a:pt x="27" y="19"/>
                  </a:cubicBezTo>
                  <a:cubicBezTo>
                    <a:pt x="27" y="19"/>
                    <a:pt x="27" y="19"/>
                    <a:pt x="27" y="18"/>
                  </a:cubicBezTo>
                  <a:cubicBezTo>
                    <a:pt x="28" y="18"/>
                    <a:pt x="29" y="17"/>
                    <a:pt x="30" y="16"/>
                  </a:cubicBezTo>
                  <a:cubicBezTo>
                    <a:pt x="30" y="16"/>
                    <a:pt x="30" y="15"/>
                    <a:pt x="30" y="14"/>
                  </a:cubicBezTo>
                  <a:cubicBezTo>
                    <a:pt x="30" y="6"/>
                    <a:pt x="23" y="0"/>
                    <a:pt x="15" y="0"/>
                  </a:cubicBezTo>
                  <a:cubicBezTo>
                    <a:pt x="7" y="0"/>
                    <a:pt x="0" y="6"/>
                    <a:pt x="0" y="14"/>
                  </a:cubicBezTo>
                  <a:cubicBezTo>
                    <a:pt x="0" y="15"/>
                    <a:pt x="0" y="16"/>
                    <a:pt x="0" y="16"/>
                  </a:cubicBezTo>
                  <a:cubicBezTo>
                    <a:pt x="1" y="17"/>
                    <a:pt x="2" y="18"/>
                    <a:pt x="2" y="1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6" name="Freeform 344"/>
            <p:cNvSpPr>
              <a:spLocks/>
            </p:cNvSpPr>
            <p:nvPr/>
          </p:nvSpPr>
          <p:spPr bwMode="auto">
            <a:xfrm>
              <a:off x="1206500" y="681038"/>
              <a:ext cx="112713" cy="71438"/>
            </a:xfrm>
            <a:custGeom>
              <a:avLst/>
              <a:gdLst>
                <a:gd name="T0" fmla="*/ 2 w 30"/>
                <a:gd name="T1" fmla="*/ 19 h 19"/>
                <a:gd name="T2" fmla="*/ 26 w 30"/>
                <a:gd name="T3" fmla="*/ 19 h 19"/>
                <a:gd name="T4" fmla="*/ 27 w 30"/>
                <a:gd name="T5" fmla="*/ 18 h 19"/>
                <a:gd name="T6" fmla="*/ 30 w 30"/>
                <a:gd name="T7" fmla="*/ 16 h 19"/>
                <a:gd name="T8" fmla="*/ 30 w 30"/>
                <a:gd name="T9" fmla="*/ 14 h 19"/>
                <a:gd name="T10" fmla="*/ 15 w 30"/>
                <a:gd name="T11" fmla="*/ 0 h 19"/>
                <a:gd name="T12" fmla="*/ 0 w 30"/>
                <a:gd name="T13" fmla="*/ 14 h 19"/>
                <a:gd name="T14" fmla="*/ 1 w 30"/>
                <a:gd name="T15" fmla="*/ 17 h 19"/>
                <a:gd name="T16" fmla="*/ 2 w 30"/>
                <a:gd name="T17" fmla="*/ 18 h 19"/>
                <a:gd name="T18" fmla="*/ 2 w 30"/>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9"/>
                  </a:moveTo>
                  <a:cubicBezTo>
                    <a:pt x="26" y="19"/>
                    <a:pt x="26" y="19"/>
                    <a:pt x="26" y="19"/>
                  </a:cubicBezTo>
                  <a:cubicBezTo>
                    <a:pt x="26" y="19"/>
                    <a:pt x="27" y="19"/>
                    <a:pt x="27" y="18"/>
                  </a:cubicBezTo>
                  <a:cubicBezTo>
                    <a:pt x="28" y="17"/>
                    <a:pt x="29" y="16"/>
                    <a:pt x="30" y="16"/>
                  </a:cubicBezTo>
                  <a:cubicBezTo>
                    <a:pt x="30" y="15"/>
                    <a:pt x="30" y="15"/>
                    <a:pt x="30" y="14"/>
                  </a:cubicBezTo>
                  <a:cubicBezTo>
                    <a:pt x="30" y="6"/>
                    <a:pt x="23" y="0"/>
                    <a:pt x="15" y="0"/>
                  </a:cubicBezTo>
                  <a:cubicBezTo>
                    <a:pt x="7" y="0"/>
                    <a:pt x="0" y="6"/>
                    <a:pt x="0" y="14"/>
                  </a:cubicBezTo>
                  <a:cubicBezTo>
                    <a:pt x="0" y="15"/>
                    <a:pt x="0" y="16"/>
                    <a:pt x="1" y="17"/>
                  </a:cubicBezTo>
                  <a:cubicBezTo>
                    <a:pt x="1" y="18"/>
                    <a:pt x="1" y="18"/>
                    <a:pt x="2" y="18"/>
                  </a:cubicBezTo>
                  <a:cubicBezTo>
                    <a:pt x="2" y="19"/>
                    <a:pt x="2" y="19"/>
                    <a:pt x="2" y="19"/>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7" name="Freeform 345"/>
            <p:cNvSpPr>
              <a:spLocks/>
            </p:cNvSpPr>
            <p:nvPr/>
          </p:nvSpPr>
          <p:spPr bwMode="auto">
            <a:xfrm>
              <a:off x="669925" y="749300"/>
              <a:ext cx="228600" cy="74613"/>
            </a:xfrm>
            <a:custGeom>
              <a:avLst/>
              <a:gdLst>
                <a:gd name="T0" fmla="*/ 9 w 61"/>
                <a:gd name="T1" fmla="*/ 0 h 20"/>
                <a:gd name="T2" fmla="*/ 4 w 61"/>
                <a:gd name="T3" fmla="*/ 2 h 20"/>
                <a:gd name="T4" fmla="*/ 3 w 61"/>
                <a:gd name="T5" fmla="*/ 13 h 20"/>
                <a:gd name="T6" fmla="*/ 19 w 61"/>
                <a:gd name="T7" fmla="*/ 20 h 20"/>
                <a:gd name="T8" fmla="*/ 42 w 61"/>
                <a:gd name="T9" fmla="*/ 20 h 20"/>
                <a:gd name="T10" fmla="*/ 58 w 61"/>
                <a:gd name="T11" fmla="*/ 13 h 20"/>
                <a:gd name="T12" fmla="*/ 57 w 61"/>
                <a:gd name="T13" fmla="*/ 2 h 20"/>
                <a:gd name="T14" fmla="*/ 52 w 61"/>
                <a:gd name="T15" fmla="*/ 0 h 20"/>
                <a:gd name="T16" fmla="*/ 46 w 61"/>
                <a:gd name="T17" fmla="*/ 3 h 20"/>
                <a:gd name="T18" fmla="*/ 43 w 61"/>
                <a:gd name="T19" fmla="*/ 5 h 20"/>
                <a:gd name="T20" fmla="*/ 42 w 61"/>
                <a:gd name="T21" fmla="*/ 5 h 20"/>
                <a:gd name="T22" fmla="*/ 19 w 61"/>
                <a:gd name="T23" fmla="*/ 5 h 20"/>
                <a:gd name="T24" fmla="*/ 18 w 61"/>
                <a:gd name="T25" fmla="*/ 5 h 20"/>
                <a:gd name="T26" fmla="*/ 15 w 61"/>
                <a:gd name="T27" fmla="*/ 3 h 20"/>
                <a:gd name="T28" fmla="*/ 9 w 6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20">
                  <a:moveTo>
                    <a:pt x="9" y="0"/>
                  </a:moveTo>
                  <a:cubicBezTo>
                    <a:pt x="7" y="0"/>
                    <a:pt x="5" y="1"/>
                    <a:pt x="4" y="2"/>
                  </a:cubicBezTo>
                  <a:cubicBezTo>
                    <a:pt x="1" y="5"/>
                    <a:pt x="0" y="10"/>
                    <a:pt x="3" y="13"/>
                  </a:cubicBezTo>
                  <a:cubicBezTo>
                    <a:pt x="7" y="18"/>
                    <a:pt x="13" y="20"/>
                    <a:pt x="19" y="20"/>
                  </a:cubicBezTo>
                  <a:cubicBezTo>
                    <a:pt x="42" y="20"/>
                    <a:pt x="42" y="20"/>
                    <a:pt x="42" y="20"/>
                  </a:cubicBezTo>
                  <a:cubicBezTo>
                    <a:pt x="48" y="20"/>
                    <a:pt x="54" y="18"/>
                    <a:pt x="58" y="13"/>
                  </a:cubicBezTo>
                  <a:cubicBezTo>
                    <a:pt x="61" y="10"/>
                    <a:pt x="60" y="5"/>
                    <a:pt x="57" y="2"/>
                  </a:cubicBezTo>
                  <a:cubicBezTo>
                    <a:pt x="56" y="1"/>
                    <a:pt x="54" y="0"/>
                    <a:pt x="52" y="0"/>
                  </a:cubicBezTo>
                  <a:cubicBezTo>
                    <a:pt x="50" y="0"/>
                    <a:pt x="48" y="1"/>
                    <a:pt x="46" y="3"/>
                  </a:cubicBezTo>
                  <a:cubicBezTo>
                    <a:pt x="45" y="4"/>
                    <a:pt x="44" y="5"/>
                    <a:pt x="43" y="5"/>
                  </a:cubicBezTo>
                  <a:cubicBezTo>
                    <a:pt x="43" y="5"/>
                    <a:pt x="42" y="5"/>
                    <a:pt x="42" y="5"/>
                  </a:cubicBezTo>
                  <a:cubicBezTo>
                    <a:pt x="19" y="5"/>
                    <a:pt x="19" y="5"/>
                    <a:pt x="19" y="5"/>
                  </a:cubicBezTo>
                  <a:cubicBezTo>
                    <a:pt x="18" y="5"/>
                    <a:pt x="18" y="5"/>
                    <a:pt x="18" y="5"/>
                  </a:cubicBezTo>
                  <a:cubicBezTo>
                    <a:pt x="17" y="5"/>
                    <a:pt x="16" y="4"/>
                    <a:pt x="15" y="3"/>
                  </a:cubicBezTo>
                  <a:cubicBezTo>
                    <a:pt x="13" y="1"/>
                    <a:pt x="11" y="0"/>
                    <a:pt x="9"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8" name="Freeform 346"/>
            <p:cNvSpPr>
              <a:spLocks/>
            </p:cNvSpPr>
            <p:nvPr/>
          </p:nvSpPr>
          <p:spPr bwMode="auto">
            <a:xfrm>
              <a:off x="909637" y="749300"/>
              <a:ext cx="225425" cy="74613"/>
            </a:xfrm>
            <a:custGeom>
              <a:avLst/>
              <a:gdLst>
                <a:gd name="T0" fmla="*/ 14 w 60"/>
                <a:gd name="T1" fmla="*/ 2 h 20"/>
                <a:gd name="T2" fmla="*/ 13 w 60"/>
                <a:gd name="T3" fmla="*/ 2 h 20"/>
                <a:gd name="T4" fmla="*/ 13 w 60"/>
                <a:gd name="T5" fmla="*/ 2 h 20"/>
                <a:gd name="T6" fmla="*/ 13 w 60"/>
                <a:gd name="T7" fmla="*/ 2 h 20"/>
                <a:gd name="T8" fmla="*/ 12 w 60"/>
                <a:gd name="T9" fmla="*/ 1 h 20"/>
                <a:gd name="T10" fmla="*/ 12 w 60"/>
                <a:gd name="T11" fmla="*/ 1 h 20"/>
                <a:gd name="T12" fmla="*/ 12 w 60"/>
                <a:gd name="T13" fmla="*/ 1 h 20"/>
                <a:gd name="T14" fmla="*/ 11 w 60"/>
                <a:gd name="T15" fmla="*/ 1 h 20"/>
                <a:gd name="T16" fmla="*/ 11 w 60"/>
                <a:gd name="T17" fmla="*/ 1 h 20"/>
                <a:gd name="T18" fmla="*/ 10 w 60"/>
                <a:gd name="T19" fmla="*/ 1 h 20"/>
                <a:gd name="T20" fmla="*/ 10 w 60"/>
                <a:gd name="T21" fmla="*/ 0 h 20"/>
                <a:gd name="T22" fmla="*/ 10 w 60"/>
                <a:gd name="T23" fmla="*/ 0 h 20"/>
                <a:gd name="T24" fmla="*/ 9 w 60"/>
                <a:gd name="T25" fmla="*/ 0 h 20"/>
                <a:gd name="T26" fmla="*/ 9 w 60"/>
                <a:gd name="T27" fmla="*/ 0 h 20"/>
                <a:gd name="T28" fmla="*/ 8 w 60"/>
                <a:gd name="T29" fmla="*/ 0 h 20"/>
                <a:gd name="T30" fmla="*/ 8 w 60"/>
                <a:gd name="T31" fmla="*/ 0 h 20"/>
                <a:gd name="T32" fmla="*/ 8 w 60"/>
                <a:gd name="T33" fmla="*/ 0 h 20"/>
                <a:gd name="T34" fmla="*/ 7 w 60"/>
                <a:gd name="T35" fmla="*/ 0 h 20"/>
                <a:gd name="T36" fmla="*/ 7 w 60"/>
                <a:gd name="T37" fmla="*/ 0 h 20"/>
                <a:gd name="T38" fmla="*/ 6 w 60"/>
                <a:gd name="T39" fmla="*/ 1 h 20"/>
                <a:gd name="T40" fmla="*/ 6 w 60"/>
                <a:gd name="T41" fmla="*/ 1 h 20"/>
                <a:gd name="T42" fmla="*/ 4 w 60"/>
                <a:gd name="T43" fmla="*/ 1 h 20"/>
                <a:gd name="T44" fmla="*/ 4 w 60"/>
                <a:gd name="T45" fmla="*/ 1 h 20"/>
                <a:gd name="T46" fmla="*/ 3 w 60"/>
                <a:gd name="T47" fmla="*/ 2 h 20"/>
                <a:gd name="T48" fmla="*/ 2 w 60"/>
                <a:gd name="T49" fmla="*/ 13 h 20"/>
                <a:gd name="T50" fmla="*/ 18 w 60"/>
                <a:gd name="T51" fmla="*/ 20 h 20"/>
                <a:gd name="T52" fmla="*/ 42 w 60"/>
                <a:gd name="T53" fmla="*/ 20 h 20"/>
                <a:gd name="T54" fmla="*/ 57 w 60"/>
                <a:gd name="T55" fmla="*/ 13 h 20"/>
                <a:gd name="T56" fmla="*/ 56 w 60"/>
                <a:gd name="T57" fmla="*/ 2 h 20"/>
                <a:gd name="T58" fmla="*/ 55 w 60"/>
                <a:gd name="T59" fmla="*/ 1 h 20"/>
                <a:gd name="T60" fmla="*/ 55 w 60"/>
                <a:gd name="T61" fmla="*/ 1 h 20"/>
                <a:gd name="T62" fmla="*/ 54 w 60"/>
                <a:gd name="T63" fmla="*/ 1 h 20"/>
                <a:gd name="T64" fmla="*/ 54 w 60"/>
                <a:gd name="T65" fmla="*/ 1 h 20"/>
                <a:gd name="T66" fmla="*/ 53 w 60"/>
                <a:gd name="T67" fmla="*/ 0 h 20"/>
                <a:gd name="T68" fmla="*/ 53 w 60"/>
                <a:gd name="T69" fmla="*/ 0 h 20"/>
                <a:gd name="T70" fmla="*/ 51 w 60"/>
                <a:gd name="T71" fmla="*/ 0 h 20"/>
                <a:gd name="T72" fmla="*/ 51 w 60"/>
                <a:gd name="T73" fmla="*/ 0 h 20"/>
                <a:gd name="T74" fmla="*/ 51 w 60"/>
                <a:gd name="T75" fmla="*/ 0 h 20"/>
                <a:gd name="T76" fmla="*/ 51 w 60"/>
                <a:gd name="T77" fmla="*/ 0 h 20"/>
                <a:gd name="T78" fmla="*/ 50 w 60"/>
                <a:gd name="T79" fmla="*/ 0 h 20"/>
                <a:gd name="T80" fmla="*/ 50 w 60"/>
                <a:gd name="T81" fmla="*/ 0 h 20"/>
                <a:gd name="T82" fmla="*/ 50 w 60"/>
                <a:gd name="T83" fmla="*/ 0 h 20"/>
                <a:gd name="T84" fmla="*/ 49 w 60"/>
                <a:gd name="T85" fmla="*/ 1 h 20"/>
                <a:gd name="T86" fmla="*/ 49 w 60"/>
                <a:gd name="T87" fmla="*/ 1 h 20"/>
                <a:gd name="T88" fmla="*/ 48 w 60"/>
                <a:gd name="T89" fmla="*/ 1 h 20"/>
                <a:gd name="T90" fmla="*/ 48 w 60"/>
                <a:gd name="T91" fmla="*/ 1 h 20"/>
                <a:gd name="T92" fmla="*/ 48 w 60"/>
                <a:gd name="T93" fmla="*/ 1 h 20"/>
                <a:gd name="T94" fmla="*/ 47 w 60"/>
                <a:gd name="T95" fmla="*/ 1 h 20"/>
                <a:gd name="T96" fmla="*/ 47 w 60"/>
                <a:gd name="T97" fmla="*/ 2 h 20"/>
                <a:gd name="T98" fmla="*/ 47 w 60"/>
                <a:gd name="T99" fmla="*/ 2 h 20"/>
                <a:gd name="T100" fmla="*/ 46 w 60"/>
                <a:gd name="T101" fmla="*/ 2 h 20"/>
                <a:gd name="T102" fmla="*/ 46 w 60"/>
                <a:gd name="T103" fmla="*/ 2 h 20"/>
                <a:gd name="T104" fmla="*/ 46 w 60"/>
                <a:gd name="T105" fmla="*/ 3 h 20"/>
                <a:gd name="T106" fmla="*/ 42 w 60"/>
                <a:gd name="T107" fmla="*/ 5 h 20"/>
                <a:gd name="T108" fmla="*/ 42 w 60"/>
                <a:gd name="T109" fmla="*/ 5 h 20"/>
                <a:gd name="T110" fmla="*/ 18 w 60"/>
                <a:gd name="T111" fmla="*/ 5 h 20"/>
                <a:gd name="T112" fmla="*/ 18 w 60"/>
                <a:gd name="T113" fmla="*/ 5 h 20"/>
                <a:gd name="T114" fmla="*/ 14 w 60"/>
                <a:gd name="T115" fmla="*/ 3 h 20"/>
                <a:gd name="T116" fmla="*/ 14 w 60"/>
                <a:gd name="T1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 h="20">
                  <a:moveTo>
                    <a:pt x="14" y="2"/>
                  </a:moveTo>
                  <a:cubicBezTo>
                    <a:pt x="13" y="2"/>
                    <a:pt x="13" y="2"/>
                    <a:pt x="13" y="2"/>
                  </a:cubicBezTo>
                  <a:cubicBezTo>
                    <a:pt x="13" y="2"/>
                    <a:pt x="13" y="2"/>
                    <a:pt x="13" y="2"/>
                  </a:cubicBezTo>
                  <a:cubicBezTo>
                    <a:pt x="13" y="2"/>
                    <a:pt x="13" y="2"/>
                    <a:pt x="13" y="2"/>
                  </a:cubicBezTo>
                  <a:cubicBezTo>
                    <a:pt x="13" y="2"/>
                    <a:pt x="12" y="2"/>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0" y="1"/>
                  </a:cubicBezTo>
                  <a:cubicBezTo>
                    <a:pt x="10" y="1"/>
                    <a:pt x="10" y="1"/>
                    <a:pt x="10" y="0"/>
                  </a:cubicBezTo>
                  <a:cubicBezTo>
                    <a:pt x="10" y="0"/>
                    <a:pt x="10" y="0"/>
                    <a:pt x="10" y="0"/>
                  </a:cubicBezTo>
                  <a:cubicBezTo>
                    <a:pt x="10" y="0"/>
                    <a:pt x="9" y="0"/>
                    <a:pt x="9" y="0"/>
                  </a:cubicBezTo>
                  <a:cubicBezTo>
                    <a:pt x="9" y="0"/>
                    <a:pt x="9" y="0"/>
                    <a:pt x="9" y="0"/>
                  </a:cubicBezTo>
                  <a:cubicBezTo>
                    <a:pt x="9" y="0"/>
                    <a:pt x="9" y="0"/>
                    <a:pt x="8" y="0"/>
                  </a:cubicBezTo>
                  <a:cubicBezTo>
                    <a:pt x="8" y="0"/>
                    <a:pt x="8" y="0"/>
                    <a:pt x="8" y="0"/>
                  </a:cubicBezTo>
                  <a:cubicBezTo>
                    <a:pt x="8" y="0"/>
                    <a:pt x="8" y="0"/>
                    <a:pt x="8" y="0"/>
                  </a:cubicBezTo>
                  <a:cubicBezTo>
                    <a:pt x="8" y="0"/>
                    <a:pt x="7" y="0"/>
                    <a:pt x="7" y="0"/>
                  </a:cubicBezTo>
                  <a:cubicBezTo>
                    <a:pt x="7" y="0"/>
                    <a:pt x="7" y="0"/>
                    <a:pt x="7" y="0"/>
                  </a:cubicBezTo>
                  <a:cubicBezTo>
                    <a:pt x="6" y="0"/>
                    <a:pt x="6" y="1"/>
                    <a:pt x="6" y="1"/>
                  </a:cubicBezTo>
                  <a:cubicBezTo>
                    <a:pt x="6" y="1"/>
                    <a:pt x="6" y="1"/>
                    <a:pt x="6" y="1"/>
                  </a:cubicBezTo>
                  <a:cubicBezTo>
                    <a:pt x="5" y="1"/>
                    <a:pt x="5" y="1"/>
                    <a:pt x="4" y="1"/>
                  </a:cubicBezTo>
                  <a:cubicBezTo>
                    <a:pt x="4" y="1"/>
                    <a:pt x="4" y="1"/>
                    <a:pt x="4" y="1"/>
                  </a:cubicBezTo>
                  <a:cubicBezTo>
                    <a:pt x="4" y="2"/>
                    <a:pt x="4" y="2"/>
                    <a:pt x="3" y="2"/>
                  </a:cubicBezTo>
                  <a:cubicBezTo>
                    <a:pt x="0" y="5"/>
                    <a:pt x="0" y="10"/>
                    <a:pt x="2" y="13"/>
                  </a:cubicBezTo>
                  <a:cubicBezTo>
                    <a:pt x="6" y="18"/>
                    <a:pt x="12" y="20"/>
                    <a:pt x="18" y="20"/>
                  </a:cubicBezTo>
                  <a:cubicBezTo>
                    <a:pt x="42" y="20"/>
                    <a:pt x="42" y="20"/>
                    <a:pt x="42" y="20"/>
                  </a:cubicBezTo>
                  <a:cubicBezTo>
                    <a:pt x="48" y="20"/>
                    <a:pt x="53" y="18"/>
                    <a:pt x="57" y="13"/>
                  </a:cubicBezTo>
                  <a:cubicBezTo>
                    <a:pt x="60" y="10"/>
                    <a:pt x="60" y="5"/>
                    <a:pt x="56" y="2"/>
                  </a:cubicBezTo>
                  <a:cubicBezTo>
                    <a:pt x="56" y="2"/>
                    <a:pt x="56" y="2"/>
                    <a:pt x="55" y="1"/>
                  </a:cubicBezTo>
                  <a:cubicBezTo>
                    <a:pt x="55" y="1"/>
                    <a:pt x="55" y="1"/>
                    <a:pt x="55" y="1"/>
                  </a:cubicBezTo>
                  <a:cubicBezTo>
                    <a:pt x="55" y="1"/>
                    <a:pt x="54" y="1"/>
                    <a:pt x="54" y="1"/>
                  </a:cubicBezTo>
                  <a:cubicBezTo>
                    <a:pt x="54" y="1"/>
                    <a:pt x="54" y="1"/>
                    <a:pt x="54" y="1"/>
                  </a:cubicBezTo>
                  <a:cubicBezTo>
                    <a:pt x="54" y="1"/>
                    <a:pt x="53" y="0"/>
                    <a:pt x="53" y="0"/>
                  </a:cubicBezTo>
                  <a:cubicBezTo>
                    <a:pt x="53" y="0"/>
                    <a:pt x="53" y="0"/>
                    <a:pt x="53" y="0"/>
                  </a:cubicBezTo>
                  <a:cubicBezTo>
                    <a:pt x="52" y="0"/>
                    <a:pt x="52" y="0"/>
                    <a:pt x="51" y="0"/>
                  </a:cubicBezTo>
                  <a:cubicBezTo>
                    <a:pt x="51" y="0"/>
                    <a:pt x="51" y="0"/>
                    <a:pt x="51" y="0"/>
                  </a:cubicBezTo>
                  <a:cubicBezTo>
                    <a:pt x="51" y="0"/>
                    <a:pt x="51" y="0"/>
                    <a:pt x="51" y="0"/>
                  </a:cubicBezTo>
                  <a:cubicBezTo>
                    <a:pt x="51" y="0"/>
                    <a:pt x="51" y="0"/>
                    <a:pt x="51" y="0"/>
                  </a:cubicBezTo>
                  <a:cubicBezTo>
                    <a:pt x="51" y="0"/>
                    <a:pt x="50" y="0"/>
                    <a:pt x="50" y="0"/>
                  </a:cubicBezTo>
                  <a:cubicBezTo>
                    <a:pt x="50" y="0"/>
                    <a:pt x="50" y="0"/>
                    <a:pt x="50" y="0"/>
                  </a:cubicBezTo>
                  <a:cubicBezTo>
                    <a:pt x="50" y="0"/>
                    <a:pt x="50" y="0"/>
                    <a:pt x="50" y="0"/>
                  </a:cubicBezTo>
                  <a:cubicBezTo>
                    <a:pt x="49" y="1"/>
                    <a:pt x="49" y="1"/>
                    <a:pt x="49" y="1"/>
                  </a:cubicBezTo>
                  <a:cubicBezTo>
                    <a:pt x="49" y="1"/>
                    <a:pt x="49" y="1"/>
                    <a:pt x="49" y="1"/>
                  </a:cubicBezTo>
                  <a:cubicBezTo>
                    <a:pt x="49" y="1"/>
                    <a:pt x="49" y="1"/>
                    <a:pt x="48" y="1"/>
                  </a:cubicBezTo>
                  <a:cubicBezTo>
                    <a:pt x="48" y="1"/>
                    <a:pt x="48" y="1"/>
                    <a:pt x="48" y="1"/>
                  </a:cubicBezTo>
                  <a:cubicBezTo>
                    <a:pt x="48" y="1"/>
                    <a:pt x="48" y="1"/>
                    <a:pt x="48" y="1"/>
                  </a:cubicBezTo>
                  <a:cubicBezTo>
                    <a:pt x="48" y="1"/>
                    <a:pt x="47" y="1"/>
                    <a:pt x="47" y="1"/>
                  </a:cubicBezTo>
                  <a:cubicBezTo>
                    <a:pt x="47" y="2"/>
                    <a:pt x="47" y="2"/>
                    <a:pt x="47" y="2"/>
                  </a:cubicBezTo>
                  <a:cubicBezTo>
                    <a:pt x="47" y="2"/>
                    <a:pt x="47" y="2"/>
                    <a:pt x="47" y="2"/>
                  </a:cubicBezTo>
                  <a:cubicBezTo>
                    <a:pt x="47" y="2"/>
                    <a:pt x="46" y="2"/>
                    <a:pt x="46" y="2"/>
                  </a:cubicBezTo>
                  <a:cubicBezTo>
                    <a:pt x="46" y="2"/>
                    <a:pt x="46" y="2"/>
                    <a:pt x="46" y="2"/>
                  </a:cubicBezTo>
                  <a:cubicBezTo>
                    <a:pt x="46" y="3"/>
                    <a:pt x="46" y="3"/>
                    <a:pt x="46" y="3"/>
                  </a:cubicBezTo>
                  <a:cubicBezTo>
                    <a:pt x="45" y="4"/>
                    <a:pt x="43" y="5"/>
                    <a:pt x="42" y="5"/>
                  </a:cubicBezTo>
                  <a:cubicBezTo>
                    <a:pt x="42" y="5"/>
                    <a:pt x="42" y="5"/>
                    <a:pt x="42" y="5"/>
                  </a:cubicBezTo>
                  <a:cubicBezTo>
                    <a:pt x="18" y="5"/>
                    <a:pt x="18" y="5"/>
                    <a:pt x="18" y="5"/>
                  </a:cubicBezTo>
                  <a:cubicBezTo>
                    <a:pt x="18" y="5"/>
                    <a:pt x="18" y="5"/>
                    <a:pt x="18" y="5"/>
                  </a:cubicBezTo>
                  <a:cubicBezTo>
                    <a:pt x="16" y="5"/>
                    <a:pt x="15" y="4"/>
                    <a:pt x="14" y="3"/>
                  </a:cubicBezTo>
                  <a:cubicBezTo>
                    <a:pt x="14" y="3"/>
                    <a:pt x="14" y="3"/>
                    <a:pt x="14" y="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79" name="Freeform 347"/>
            <p:cNvSpPr>
              <a:spLocks/>
            </p:cNvSpPr>
            <p:nvPr/>
          </p:nvSpPr>
          <p:spPr bwMode="auto">
            <a:xfrm>
              <a:off x="1146175" y="749300"/>
              <a:ext cx="225425" cy="74613"/>
            </a:xfrm>
            <a:custGeom>
              <a:avLst/>
              <a:gdLst>
                <a:gd name="T0" fmla="*/ 14 w 60"/>
                <a:gd name="T1" fmla="*/ 3 h 20"/>
                <a:gd name="T2" fmla="*/ 9 w 60"/>
                <a:gd name="T3" fmla="*/ 0 h 20"/>
                <a:gd name="T4" fmla="*/ 4 w 60"/>
                <a:gd name="T5" fmla="*/ 2 h 20"/>
                <a:gd name="T6" fmla="*/ 3 w 60"/>
                <a:gd name="T7" fmla="*/ 13 h 20"/>
                <a:gd name="T8" fmla="*/ 18 w 60"/>
                <a:gd name="T9" fmla="*/ 20 h 20"/>
                <a:gd name="T10" fmla="*/ 42 w 60"/>
                <a:gd name="T11" fmla="*/ 20 h 20"/>
                <a:gd name="T12" fmla="*/ 58 w 60"/>
                <a:gd name="T13" fmla="*/ 13 h 20"/>
                <a:gd name="T14" fmla="*/ 57 w 60"/>
                <a:gd name="T15" fmla="*/ 2 h 20"/>
                <a:gd name="T16" fmla="*/ 52 w 60"/>
                <a:gd name="T17" fmla="*/ 0 h 20"/>
                <a:gd name="T18" fmla="*/ 46 w 60"/>
                <a:gd name="T19" fmla="*/ 3 h 20"/>
                <a:gd name="T20" fmla="*/ 44 w 60"/>
                <a:gd name="T21" fmla="*/ 5 h 20"/>
                <a:gd name="T22" fmla="*/ 42 w 60"/>
                <a:gd name="T23" fmla="*/ 5 h 20"/>
                <a:gd name="T24" fmla="*/ 19 w 60"/>
                <a:gd name="T25" fmla="*/ 5 h 20"/>
                <a:gd name="T26" fmla="*/ 18 w 60"/>
                <a:gd name="T27" fmla="*/ 5 h 20"/>
                <a:gd name="T28" fmla="*/ 14 w 6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20">
                  <a:moveTo>
                    <a:pt x="14" y="3"/>
                  </a:moveTo>
                  <a:cubicBezTo>
                    <a:pt x="13" y="1"/>
                    <a:pt x="11" y="0"/>
                    <a:pt x="9" y="0"/>
                  </a:cubicBezTo>
                  <a:cubicBezTo>
                    <a:pt x="7" y="0"/>
                    <a:pt x="5" y="1"/>
                    <a:pt x="4" y="2"/>
                  </a:cubicBezTo>
                  <a:cubicBezTo>
                    <a:pt x="0" y="5"/>
                    <a:pt x="0" y="10"/>
                    <a:pt x="3" y="13"/>
                  </a:cubicBezTo>
                  <a:cubicBezTo>
                    <a:pt x="7" y="18"/>
                    <a:pt x="12" y="20"/>
                    <a:pt x="18" y="20"/>
                  </a:cubicBezTo>
                  <a:cubicBezTo>
                    <a:pt x="42" y="20"/>
                    <a:pt x="42" y="20"/>
                    <a:pt x="42" y="20"/>
                  </a:cubicBezTo>
                  <a:cubicBezTo>
                    <a:pt x="48" y="20"/>
                    <a:pt x="54" y="18"/>
                    <a:pt x="58" y="13"/>
                  </a:cubicBezTo>
                  <a:cubicBezTo>
                    <a:pt x="60" y="10"/>
                    <a:pt x="60" y="5"/>
                    <a:pt x="57" y="2"/>
                  </a:cubicBezTo>
                  <a:cubicBezTo>
                    <a:pt x="55" y="1"/>
                    <a:pt x="54" y="0"/>
                    <a:pt x="52" y="0"/>
                  </a:cubicBezTo>
                  <a:cubicBezTo>
                    <a:pt x="50" y="0"/>
                    <a:pt x="47" y="1"/>
                    <a:pt x="46" y="3"/>
                  </a:cubicBezTo>
                  <a:cubicBezTo>
                    <a:pt x="45" y="4"/>
                    <a:pt x="44" y="4"/>
                    <a:pt x="44" y="5"/>
                  </a:cubicBezTo>
                  <a:cubicBezTo>
                    <a:pt x="43" y="5"/>
                    <a:pt x="43" y="5"/>
                    <a:pt x="42" y="5"/>
                  </a:cubicBezTo>
                  <a:cubicBezTo>
                    <a:pt x="19" y="5"/>
                    <a:pt x="19" y="5"/>
                    <a:pt x="19" y="5"/>
                  </a:cubicBezTo>
                  <a:cubicBezTo>
                    <a:pt x="18" y="5"/>
                    <a:pt x="18" y="5"/>
                    <a:pt x="18" y="5"/>
                  </a:cubicBezTo>
                  <a:cubicBezTo>
                    <a:pt x="17" y="5"/>
                    <a:pt x="15" y="4"/>
                    <a:pt x="14"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0" name="Freeform 348"/>
            <p:cNvSpPr>
              <a:spLocks/>
            </p:cNvSpPr>
            <p:nvPr/>
          </p:nvSpPr>
          <p:spPr bwMode="auto">
            <a:xfrm>
              <a:off x="7935912" y="3009900"/>
              <a:ext cx="484188" cy="398463"/>
            </a:xfrm>
            <a:custGeom>
              <a:avLst/>
              <a:gdLst>
                <a:gd name="T0" fmla="*/ 250 w 305"/>
                <a:gd name="T1" fmla="*/ 0 h 251"/>
                <a:gd name="T2" fmla="*/ 108 w 305"/>
                <a:gd name="T3" fmla="*/ 140 h 251"/>
                <a:gd name="T4" fmla="*/ 54 w 305"/>
                <a:gd name="T5" fmla="*/ 88 h 251"/>
                <a:gd name="T6" fmla="*/ 0 w 305"/>
                <a:gd name="T7" fmla="*/ 142 h 251"/>
                <a:gd name="T8" fmla="*/ 54 w 305"/>
                <a:gd name="T9" fmla="*/ 196 h 251"/>
                <a:gd name="T10" fmla="*/ 108 w 305"/>
                <a:gd name="T11" fmla="*/ 251 h 251"/>
                <a:gd name="T12" fmla="*/ 163 w 305"/>
                <a:gd name="T13" fmla="*/ 196 h 251"/>
                <a:gd name="T14" fmla="*/ 305 w 305"/>
                <a:gd name="T15" fmla="*/ 55 h 251"/>
                <a:gd name="T16" fmla="*/ 250 w 305"/>
                <a:gd name="T1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251">
                  <a:moveTo>
                    <a:pt x="250" y="0"/>
                  </a:moveTo>
                  <a:lnTo>
                    <a:pt x="108" y="140"/>
                  </a:lnTo>
                  <a:lnTo>
                    <a:pt x="54" y="88"/>
                  </a:lnTo>
                  <a:lnTo>
                    <a:pt x="0" y="142"/>
                  </a:lnTo>
                  <a:lnTo>
                    <a:pt x="54" y="196"/>
                  </a:lnTo>
                  <a:lnTo>
                    <a:pt x="108" y="251"/>
                  </a:lnTo>
                  <a:lnTo>
                    <a:pt x="163" y="196"/>
                  </a:lnTo>
                  <a:lnTo>
                    <a:pt x="305" y="55"/>
                  </a:lnTo>
                  <a:lnTo>
                    <a:pt x="25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1" name="Freeform 349"/>
            <p:cNvSpPr>
              <a:spLocks noEditPoints="1"/>
            </p:cNvSpPr>
            <p:nvPr/>
          </p:nvSpPr>
          <p:spPr bwMode="auto">
            <a:xfrm>
              <a:off x="11031537" y="1439863"/>
              <a:ext cx="461963" cy="461963"/>
            </a:xfrm>
            <a:custGeom>
              <a:avLst/>
              <a:gdLst>
                <a:gd name="T0" fmla="*/ 62 w 123"/>
                <a:gd name="T1" fmla="*/ 123 h 123"/>
                <a:gd name="T2" fmla="*/ 71 w 123"/>
                <a:gd name="T3" fmla="*/ 123 h 123"/>
                <a:gd name="T4" fmla="*/ 71 w 123"/>
                <a:gd name="T5" fmla="*/ 114 h 123"/>
                <a:gd name="T6" fmla="*/ 92 w 123"/>
                <a:gd name="T7" fmla="*/ 106 h 123"/>
                <a:gd name="T8" fmla="*/ 98 w 123"/>
                <a:gd name="T9" fmla="*/ 112 h 123"/>
                <a:gd name="T10" fmla="*/ 112 w 123"/>
                <a:gd name="T11" fmla="*/ 98 h 123"/>
                <a:gd name="T12" fmla="*/ 106 w 123"/>
                <a:gd name="T13" fmla="*/ 92 h 123"/>
                <a:gd name="T14" fmla="*/ 114 w 123"/>
                <a:gd name="T15" fmla="*/ 71 h 123"/>
                <a:gd name="T16" fmla="*/ 123 w 123"/>
                <a:gd name="T17" fmla="*/ 71 h 123"/>
                <a:gd name="T18" fmla="*/ 123 w 123"/>
                <a:gd name="T19" fmla="*/ 52 h 123"/>
                <a:gd name="T20" fmla="*/ 114 w 123"/>
                <a:gd name="T21" fmla="*/ 52 h 123"/>
                <a:gd name="T22" fmla="*/ 106 w 123"/>
                <a:gd name="T23" fmla="*/ 31 h 123"/>
                <a:gd name="T24" fmla="*/ 112 w 123"/>
                <a:gd name="T25" fmla="*/ 25 h 123"/>
                <a:gd name="T26" fmla="*/ 98 w 123"/>
                <a:gd name="T27" fmla="*/ 11 h 123"/>
                <a:gd name="T28" fmla="*/ 92 w 123"/>
                <a:gd name="T29" fmla="*/ 18 h 123"/>
                <a:gd name="T30" fmla="*/ 71 w 123"/>
                <a:gd name="T31" fmla="*/ 9 h 123"/>
                <a:gd name="T32" fmla="*/ 71 w 123"/>
                <a:gd name="T33" fmla="*/ 0 h 123"/>
                <a:gd name="T34" fmla="*/ 62 w 123"/>
                <a:gd name="T35" fmla="*/ 0 h 123"/>
                <a:gd name="T36" fmla="*/ 62 w 123"/>
                <a:gd name="T37" fmla="*/ 22 h 123"/>
                <a:gd name="T38" fmla="*/ 62 w 123"/>
                <a:gd name="T39" fmla="*/ 22 h 123"/>
                <a:gd name="T40" fmla="*/ 101 w 123"/>
                <a:gd name="T41" fmla="*/ 62 h 123"/>
                <a:gd name="T42" fmla="*/ 62 w 123"/>
                <a:gd name="T43" fmla="*/ 101 h 123"/>
                <a:gd name="T44" fmla="*/ 62 w 123"/>
                <a:gd name="T45" fmla="*/ 123 h 123"/>
                <a:gd name="T46" fmla="*/ 18 w 123"/>
                <a:gd name="T47" fmla="*/ 92 h 123"/>
                <a:gd name="T48" fmla="*/ 11 w 123"/>
                <a:gd name="T49" fmla="*/ 98 h 123"/>
                <a:gd name="T50" fmla="*/ 25 w 123"/>
                <a:gd name="T51" fmla="*/ 112 h 123"/>
                <a:gd name="T52" fmla="*/ 31 w 123"/>
                <a:gd name="T53" fmla="*/ 106 h 123"/>
                <a:gd name="T54" fmla="*/ 52 w 123"/>
                <a:gd name="T55" fmla="*/ 114 h 123"/>
                <a:gd name="T56" fmla="*/ 52 w 123"/>
                <a:gd name="T57" fmla="*/ 123 h 123"/>
                <a:gd name="T58" fmla="*/ 62 w 123"/>
                <a:gd name="T59" fmla="*/ 123 h 123"/>
                <a:gd name="T60" fmla="*/ 62 w 123"/>
                <a:gd name="T61" fmla="*/ 101 h 123"/>
                <a:gd name="T62" fmla="*/ 22 w 123"/>
                <a:gd name="T63" fmla="*/ 62 h 123"/>
                <a:gd name="T64" fmla="*/ 62 w 123"/>
                <a:gd name="T65" fmla="*/ 22 h 123"/>
                <a:gd name="T66" fmla="*/ 62 w 123"/>
                <a:gd name="T67" fmla="*/ 0 h 123"/>
                <a:gd name="T68" fmla="*/ 52 w 123"/>
                <a:gd name="T69" fmla="*/ 0 h 123"/>
                <a:gd name="T70" fmla="*/ 52 w 123"/>
                <a:gd name="T71" fmla="*/ 9 h 123"/>
                <a:gd name="T72" fmla="*/ 31 w 123"/>
                <a:gd name="T73" fmla="*/ 18 h 123"/>
                <a:gd name="T74" fmla="*/ 25 w 123"/>
                <a:gd name="T75" fmla="*/ 11 h 123"/>
                <a:gd name="T76" fmla="*/ 11 w 123"/>
                <a:gd name="T77" fmla="*/ 25 h 123"/>
                <a:gd name="T78" fmla="*/ 18 w 123"/>
                <a:gd name="T79" fmla="*/ 31 h 123"/>
                <a:gd name="T80" fmla="*/ 9 w 123"/>
                <a:gd name="T81" fmla="*/ 52 h 123"/>
                <a:gd name="T82" fmla="*/ 0 w 123"/>
                <a:gd name="T83" fmla="*/ 52 h 123"/>
                <a:gd name="T84" fmla="*/ 0 w 123"/>
                <a:gd name="T85" fmla="*/ 71 h 123"/>
                <a:gd name="T86" fmla="*/ 9 w 123"/>
                <a:gd name="T87" fmla="*/ 71 h 123"/>
                <a:gd name="T88" fmla="*/ 18 w 123"/>
                <a:gd name="T89" fmla="*/ 92 h 123"/>
                <a:gd name="T90" fmla="*/ 62 w 123"/>
                <a:gd name="T91" fmla="*/ 22 h 123"/>
                <a:gd name="T92" fmla="*/ 62 w 123"/>
                <a:gd name="T93" fmla="*/ 2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3" h="123">
                  <a:moveTo>
                    <a:pt x="62" y="123"/>
                  </a:moveTo>
                  <a:cubicBezTo>
                    <a:pt x="71" y="123"/>
                    <a:pt x="71" y="123"/>
                    <a:pt x="71" y="123"/>
                  </a:cubicBezTo>
                  <a:cubicBezTo>
                    <a:pt x="71" y="114"/>
                    <a:pt x="71" y="114"/>
                    <a:pt x="71" y="114"/>
                  </a:cubicBezTo>
                  <a:cubicBezTo>
                    <a:pt x="79" y="113"/>
                    <a:pt x="86" y="110"/>
                    <a:pt x="92" y="106"/>
                  </a:cubicBezTo>
                  <a:cubicBezTo>
                    <a:pt x="98" y="112"/>
                    <a:pt x="98" y="112"/>
                    <a:pt x="98" y="112"/>
                  </a:cubicBezTo>
                  <a:cubicBezTo>
                    <a:pt x="112" y="98"/>
                    <a:pt x="112" y="98"/>
                    <a:pt x="112" y="98"/>
                  </a:cubicBezTo>
                  <a:cubicBezTo>
                    <a:pt x="106" y="92"/>
                    <a:pt x="106" y="92"/>
                    <a:pt x="106" y="92"/>
                  </a:cubicBezTo>
                  <a:cubicBezTo>
                    <a:pt x="110" y="86"/>
                    <a:pt x="113" y="79"/>
                    <a:pt x="114" y="71"/>
                  </a:cubicBezTo>
                  <a:cubicBezTo>
                    <a:pt x="123" y="71"/>
                    <a:pt x="123" y="71"/>
                    <a:pt x="123" y="71"/>
                  </a:cubicBezTo>
                  <a:cubicBezTo>
                    <a:pt x="123" y="52"/>
                    <a:pt x="123" y="52"/>
                    <a:pt x="123" y="52"/>
                  </a:cubicBezTo>
                  <a:cubicBezTo>
                    <a:pt x="114" y="52"/>
                    <a:pt x="114" y="52"/>
                    <a:pt x="114" y="52"/>
                  </a:cubicBezTo>
                  <a:cubicBezTo>
                    <a:pt x="113" y="44"/>
                    <a:pt x="110" y="37"/>
                    <a:pt x="106" y="31"/>
                  </a:cubicBezTo>
                  <a:cubicBezTo>
                    <a:pt x="112" y="25"/>
                    <a:pt x="112" y="25"/>
                    <a:pt x="112" y="25"/>
                  </a:cubicBezTo>
                  <a:cubicBezTo>
                    <a:pt x="98" y="11"/>
                    <a:pt x="98" y="11"/>
                    <a:pt x="98" y="11"/>
                  </a:cubicBezTo>
                  <a:cubicBezTo>
                    <a:pt x="92" y="18"/>
                    <a:pt x="92" y="18"/>
                    <a:pt x="92" y="18"/>
                  </a:cubicBezTo>
                  <a:cubicBezTo>
                    <a:pt x="86" y="13"/>
                    <a:pt x="79" y="11"/>
                    <a:pt x="71" y="9"/>
                  </a:cubicBezTo>
                  <a:cubicBezTo>
                    <a:pt x="71" y="0"/>
                    <a:pt x="71" y="0"/>
                    <a:pt x="71" y="0"/>
                  </a:cubicBezTo>
                  <a:cubicBezTo>
                    <a:pt x="62" y="0"/>
                    <a:pt x="62" y="0"/>
                    <a:pt x="62" y="0"/>
                  </a:cubicBezTo>
                  <a:cubicBezTo>
                    <a:pt x="62" y="22"/>
                    <a:pt x="62" y="22"/>
                    <a:pt x="62" y="22"/>
                  </a:cubicBezTo>
                  <a:cubicBezTo>
                    <a:pt x="62" y="22"/>
                    <a:pt x="62" y="22"/>
                    <a:pt x="62" y="22"/>
                  </a:cubicBezTo>
                  <a:cubicBezTo>
                    <a:pt x="83" y="22"/>
                    <a:pt x="101" y="40"/>
                    <a:pt x="101" y="62"/>
                  </a:cubicBezTo>
                  <a:cubicBezTo>
                    <a:pt x="101" y="83"/>
                    <a:pt x="83" y="101"/>
                    <a:pt x="62" y="101"/>
                  </a:cubicBezTo>
                  <a:lnTo>
                    <a:pt x="62" y="123"/>
                  </a:lnTo>
                  <a:close/>
                  <a:moveTo>
                    <a:pt x="18" y="92"/>
                  </a:moveTo>
                  <a:cubicBezTo>
                    <a:pt x="11" y="98"/>
                    <a:pt x="11" y="98"/>
                    <a:pt x="11" y="98"/>
                  </a:cubicBezTo>
                  <a:cubicBezTo>
                    <a:pt x="25" y="112"/>
                    <a:pt x="25" y="112"/>
                    <a:pt x="25" y="112"/>
                  </a:cubicBezTo>
                  <a:cubicBezTo>
                    <a:pt x="31" y="106"/>
                    <a:pt x="31" y="106"/>
                    <a:pt x="31" y="106"/>
                  </a:cubicBezTo>
                  <a:cubicBezTo>
                    <a:pt x="37" y="110"/>
                    <a:pt x="44" y="113"/>
                    <a:pt x="52" y="114"/>
                  </a:cubicBezTo>
                  <a:cubicBezTo>
                    <a:pt x="52" y="123"/>
                    <a:pt x="52" y="123"/>
                    <a:pt x="52" y="123"/>
                  </a:cubicBezTo>
                  <a:cubicBezTo>
                    <a:pt x="62" y="123"/>
                    <a:pt x="62" y="123"/>
                    <a:pt x="62" y="123"/>
                  </a:cubicBezTo>
                  <a:cubicBezTo>
                    <a:pt x="62" y="101"/>
                    <a:pt x="62" y="101"/>
                    <a:pt x="62" y="101"/>
                  </a:cubicBezTo>
                  <a:cubicBezTo>
                    <a:pt x="40" y="101"/>
                    <a:pt x="22" y="83"/>
                    <a:pt x="22" y="62"/>
                  </a:cubicBezTo>
                  <a:cubicBezTo>
                    <a:pt x="22" y="40"/>
                    <a:pt x="40" y="22"/>
                    <a:pt x="62" y="22"/>
                  </a:cubicBezTo>
                  <a:cubicBezTo>
                    <a:pt x="62" y="0"/>
                    <a:pt x="62" y="0"/>
                    <a:pt x="62" y="0"/>
                  </a:cubicBezTo>
                  <a:cubicBezTo>
                    <a:pt x="52" y="0"/>
                    <a:pt x="52" y="0"/>
                    <a:pt x="52" y="0"/>
                  </a:cubicBezTo>
                  <a:cubicBezTo>
                    <a:pt x="52" y="9"/>
                    <a:pt x="52" y="9"/>
                    <a:pt x="52" y="9"/>
                  </a:cubicBezTo>
                  <a:cubicBezTo>
                    <a:pt x="44" y="11"/>
                    <a:pt x="37" y="13"/>
                    <a:pt x="31" y="18"/>
                  </a:cubicBezTo>
                  <a:cubicBezTo>
                    <a:pt x="25" y="11"/>
                    <a:pt x="25" y="11"/>
                    <a:pt x="25" y="11"/>
                  </a:cubicBezTo>
                  <a:cubicBezTo>
                    <a:pt x="11" y="25"/>
                    <a:pt x="11" y="25"/>
                    <a:pt x="11" y="25"/>
                  </a:cubicBezTo>
                  <a:cubicBezTo>
                    <a:pt x="18" y="31"/>
                    <a:pt x="18" y="31"/>
                    <a:pt x="18" y="31"/>
                  </a:cubicBezTo>
                  <a:cubicBezTo>
                    <a:pt x="13" y="37"/>
                    <a:pt x="10" y="44"/>
                    <a:pt x="9" y="52"/>
                  </a:cubicBezTo>
                  <a:cubicBezTo>
                    <a:pt x="0" y="52"/>
                    <a:pt x="0" y="52"/>
                    <a:pt x="0" y="52"/>
                  </a:cubicBezTo>
                  <a:cubicBezTo>
                    <a:pt x="0" y="71"/>
                    <a:pt x="0" y="71"/>
                    <a:pt x="0" y="71"/>
                  </a:cubicBezTo>
                  <a:cubicBezTo>
                    <a:pt x="9" y="71"/>
                    <a:pt x="9" y="71"/>
                    <a:pt x="9" y="71"/>
                  </a:cubicBezTo>
                  <a:cubicBezTo>
                    <a:pt x="10" y="79"/>
                    <a:pt x="13" y="86"/>
                    <a:pt x="18" y="92"/>
                  </a:cubicBezTo>
                  <a:close/>
                  <a:moveTo>
                    <a:pt x="62" y="22"/>
                  </a:moveTo>
                  <a:cubicBezTo>
                    <a:pt x="62" y="22"/>
                    <a:pt x="62" y="22"/>
                    <a:pt x="62" y="22"/>
                  </a:cubicBez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2" name="Freeform 350"/>
            <p:cNvSpPr>
              <a:spLocks noEditPoints="1"/>
            </p:cNvSpPr>
            <p:nvPr/>
          </p:nvSpPr>
          <p:spPr bwMode="auto">
            <a:xfrm>
              <a:off x="11425239" y="1195680"/>
              <a:ext cx="311150" cy="314325"/>
            </a:xfrm>
            <a:custGeom>
              <a:avLst/>
              <a:gdLst>
                <a:gd name="T0" fmla="*/ 77 w 83"/>
                <a:gd name="T1" fmla="*/ 35 h 84"/>
                <a:gd name="T2" fmla="*/ 83 w 83"/>
                <a:gd name="T3" fmla="*/ 33 h 84"/>
                <a:gd name="T4" fmla="*/ 77 w 83"/>
                <a:gd name="T5" fmla="*/ 18 h 84"/>
                <a:gd name="T6" fmla="*/ 71 w 83"/>
                <a:gd name="T7" fmla="*/ 21 h 84"/>
                <a:gd name="T8" fmla="*/ 62 w 83"/>
                <a:gd name="T9" fmla="*/ 12 h 84"/>
                <a:gd name="T10" fmla="*/ 64 w 83"/>
                <a:gd name="T11" fmla="*/ 6 h 84"/>
                <a:gd name="T12" fmla="*/ 50 w 83"/>
                <a:gd name="T13" fmla="*/ 0 h 84"/>
                <a:gd name="T14" fmla="*/ 47 w 83"/>
                <a:gd name="T15" fmla="*/ 6 h 84"/>
                <a:gd name="T16" fmla="*/ 41 w 83"/>
                <a:gd name="T17" fmla="*/ 5 h 84"/>
                <a:gd name="T18" fmla="*/ 41 w 83"/>
                <a:gd name="T19" fmla="*/ 17 h 84"/>
                <a:gd name="T20" fmla="*/ 64 w 83"/>
                <a:gd name="T21" fmla="*/ 32 h 84"/>
                <a:gd name="T22" fmla="*/ 51 w 83"/>
                <a:gd name="T23" fmla="*/ 64 h 84"/>
                <a:gd name="T24" fmla="*/ 51 w 83"/>
                <a:gd name="T25" fmla="*/ 64 h 84"/>
                <a:gd name="T26" fmla="*/ 41 w 83"/>
                <a:gd name="T27" fmla="*/ 66 h 84"/>
                <a:gd name="T28" fmla="*/ 41 w 83"/>
                <a:gd name="T29" fmla="*/ 66 h 84"/>
                <a:gd name="T30" fmla="*/ 41 w 83"/>
                <a:gd name="T31" fmla="*/ 78 h 84"/>
                <a:gd name="T32" fmla="*/ 48 w 83"/>
                <a:gd name="T33" fmla="*/ 78 h 84"/>
                <a:gd name="T34" fmla="*/ 51 w 83"/>
                <a:gd name="T35" fmla="*/ 84 h 84"/>
                <a:gd name="T36" fmla="*/ 65 w 83"/>
                <a:gd name="T37" fmla="*/ 77 h 84"/>
                <a:gd name="T38" fmla="*/ 63 w 83"/>
                <a:gd name="T39" fmla="*/ 72 h 84"/>
                <a:gd name="T40" fmla="*/ 72 w 83"/>
                <a:gd name="T41" fmla="*/ 62 h 84"/>
                <a:gd name="T42" fmla="*/ 77 w 83"/>
                <a:gd name="T43" fmla="*/ 65 h 84"/>
                <a:gd name="T44" fmla="*/ 83 w 83"/>
                <a:gd name="T45" fmla="*/ 50 h 84"/>
                <a:gd name="T46" fmla="*/ 77 w 83"/>
                <a:gd name="T47" fmla="*/ 48 h 84"/>
                <a:gd name="T48" fmla="*/ 77 w 83"/>
                <a:gd name="T49" fmla="*/ 35 h 84"/>
                <a:gd name="T50" fmla="*/ 41 w 83"/>
                <a:gd name="T51" fmla="*/ 5 h 84"/>
                <a:gd name="T52" fmla="*/ 35 w 83"/>
                <a:gd name="T53" fmla="*/ 6 h 84"/>
                <a:gd name="T54" fmla="*/ 32 w 83"/>
                <a:gd name="T55" fmla="*/ 0 h 84"/>
                <a:gd name="T56" fmla="*/ 18 w 83"/>
                <a:gd name="T57" fmla="*/ 6 h 84"/>
                <a:gd name="T58" fmla="*/ 20 w 83"/>
                <a:gd name="T59" fmla="*/ 12 h 84"/>
                <a:gd name="T60" fmla="*/ 11 w 83"/>
                <a:gd name="T61" fmla="*/ 21 h 84"/>
                <a:gd name="T62" fmla="*/ 5 w 83"/>
                <a:gd name="T63" fmla="*/ 19 h 84"/>
                <a:gd name="T64" fmla="*/ 0 w 83"/>
                <a:gd name="T65" fmla="*/ 34 h 84"/>
                <a:gd name="T66" fmla="*/ 5 w 83"/>
                <a:gd name="T67" fmla="*/ 36 h 84"/>
                <a:gd name="T68" fmla="*/ 6 w 83"/>
                <a:gd name="T69" fmla="*/ 49 h 84"/>
                <a:gd name="T70" fmla="*/ 0 w 83"/>
                <a:gd name="T71" fmla="*/ 51 h 84"/>
                <a:gd name="T72" fmla="*/ 6 w 83"/>
                <a:gd name="T73" fmla="*/ 66 h 84"/>
                <a:gd name="T74" fmla="*/ 12 w 83"/>
                <a:gd name="T75" fmla="*/ 63 h 84"/>
                <a:gd name="T76" fmla="*/ 21 w 83"/>
                <a:gd name="T77" fmla="*/ 72 h 84"/>
                <a:gd name="T78" fmla="*/ 19 w 83"/>
                <a:gd name="T79" fmla="*/ 78 h 84"/>
                <a:gd name="T80" fmla="*/ 33 w 83"/>
                <a:gd name="T81" fmla="*/ 84 h 84"/>
                <a:gd name="T82" fmla="*/ 35 w 83"/>
                <a:gd name="T83" fmla="*/ 78 h 84"/>
                <a:gd name="T84" fmla="*/ 41 w 83"/>
                <a:gd name="T85" fmla="*/ 78 h 84"/>
                <a:gd name="T86" fmla="*/ 41 w 83"/>
                <a:gd name="T87" fmla="*/ 66 h 84"/>
                <a:gd name="T88" fmla="*/ 19 w 83"/>
                <a:gd name="T89" fmla="*/ 51 h 84"/>
                <a:gd name="T90" fmla="*/ 32 w 83"/>
                <a:gd name="T91" fmla="*/ 19 h 84"/>
                <a:gd name="T92" fmla="*/ 41 w 83"/>
                <a:gd name="T93" fmla="*/ 17 h 84"/>
                <a:gd name="T94" fmla="*/ 41 w 83"/>
                <a:gd name="T95" fmla="*/ 17 h 84"/>
                <a:gd name="T96" fmla="*/ 41 w 83"/>
                <a:gd name="T97" fmla="*/ 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 h="84">
                  <a:moveTo>
                    <a:pt x="77" y="35"/>
                  </a:moveTo>
                  <a:cubicBezTo>
                    <a:pt x="83" y="33"/>
                    <a:pt x="83" y="33"/>
                    <a:pt x="83" y="33"/>
                  </a:cubicBezTo>
                  <a:cubicBezTo>
                    <a:pt x="77" y="18"/>
                    <a:pt x="77" y="18"/>
                    <a:pt x="77" y="18"/>
                  </a:cubicBezTo>
                  <a:cubicBezTo>
                    <a:pt x="71" y="21"/>
                    <a:pt x="71" y="21"/>
                    <a:pt x="71" y="21"/>
                  </a:cubicBezTo>
                  <a:cubicBezTo>
                    <a:pt x="69" y="17"/>
                    <a:pt x="65" y="14"/>
                    <a:pt x="62" y="12"/>
                  </a:cubicBezTo>
                  <a:cubicBezTo>
                    <a:pt x="64" y="6"/>
                    <a:pt x="64" y="6"/>
                    <a:pt x="64" y="6"/>
                  </a:cubicBezTo>
                  <a:cubicBezTo>
                    <a:pt x="50" y="0"/>
                    <a:pt x="50" y="0"/>
                    <a:pt x="50" y="0"/>
                  </a:cubicBezTo>
                  <a:cubicBezTo>
                    <a:pt x="47" y="6"/>
                    <a:pt x="47" y="6"/>
                    <a:pt x="47" y="6"/>
                  </a:cubicBezTo>
                  <a:cubicBezTo>
                    <a:pt x="45" y="6"/>
                    <a:pt x="43" y="5"/>
                    <a:pt x="41" y="5"/>
                  </a:cubicBezTo>
                  <a:cubicBezTo>
                    <a:pt x="41" y="17"/>
                    <a:pt x="41" y="17"/>
                    <a:pt x="41" y="17"/>
                  </a:cubicBezTo>
                  <a:cubicBezTo>
                    <a:pt x="51" y="17"/>
                    <a:pt x="60" y="23"/>
                    <a:pt x="64" y="32"/>
                  </a:cubicBezTo>
                  <a:cubicBezTo>
                    <a:pt x="69" y="45"/>
                    <a:pt x="63" y="59"/>
                    <a:pt x="51" y="64"/>
                  </a:cubicBezTo>
                  <a:cubicBezTo>
                    <a:pt x="51" y="64"/>
                    <a:pt x="51" y="64"/>
                    <a:pt x="51" y="64"/>
                  </a:cubicBezTo>
                  <a:cubicBezTo>
                    <a:pt x="48" y="66"/>
                    <a:pt x="45" y="66"/>
                    <a:pt x="41" y="66"/>
                  </a:cubicBezTo>
                  <a:cubicBezTo>
                    <a:pt x="41" y="66"/>
                    <a:pt x="41" y="66"/>
                    <a:pt x="41" y="66"/>
                  </a:cubicBezTo>
                  <a:cubicBezTo>
                    <a:pt x="41" y="78"/>
                    <a:pt x="41" y="78"/>
                    <a:pt x="41" y="78"/>
                  </a:cubicBezTo>
                  <a:cubicBezTo>
                    <a:pt x="44" y="78"/>
                    <a:pt x="46" y="78"/>
                    <a:pt x="48" y="78"/>
                  </a:cubicBezTo>
                  <a:cubicBezTo>
                    <a:pt x="51" y="84"/>
                    <a:pt x="51" y="84"/>
                    <a:pt x="51" y="84"/>
                  </a:cubicBezTo>
                  <a:cubicBezTo>
                    <a:pt x="65" y="77"/>
                    <a:pt x="65" y="77"/>
                    <a:pt x="65" y="77"/>
                  </a:cubicBezTo>
                  <a:cubicBezTo>
                    <a:pt x="63" y="72"/>
                    <a:pt x="63" y="72"/>
                    <a:pt x="63" y="72"/>
                  </a:cubicBezTo>
                  <a:cubicBezTo>
                    <a:pt x="66" y="69"/>
                    <a:pt x="69" y="66"/>
                    <a:pt x="72" y="62"/>
                  </a:cubicBezTo>
                  <a:cubicBezTo>
                    <a:pt x="77" y="65"/>
                    <a:pt x="77" y="65"/>
                    <a:pt x="77" y="65"/>
                  </a:cubicBezTo>
                  <a:cubicBezTo>
                    <a:pt x="83" y="50"/>
                    <a:pt x="83" y="50"/>
                    <a:pt x="83" y="50"/>
                  </a:cubicBezTo>
                  <a:cubicBezTo>
                    <a:pt x="77" y="48"/>
                    <a:pt x="77" y="48"/>
                    <a:pt x="77" y="48"/>
                  </a:cubicBezTo>
                  <a:cubicBezTo>
                    <a:pt x="78" y="44"/>
                    <a:pt x="78" y="39"/>
                    <a:pt x="77" y="35"/>
                  </a:cubicBezTo>
                  <a:close/>
                  <a:moveTo>
                    <a:pt x="41" y="5"/>
                  </a:moveTo>
                  <a:cubicBezTo>
                    <a:pt x="39" y="5"/>
                    <a:pt x="37" y="6"/>
                    <a:pt x="35" y="6"/>
                  </a:cubicBezTo>
                  <a:cubicBezTo>
                    <a:pt x="32" y="0"/>
                    <a:pt x="32" y="0"/>
                    <a:pt x="32" y="0"/>
                  </a:cubicBezTo>
                  <a:cubicBezTo>
                    <a:pt x="18" y="6"/>
                    <a:pt x="18" y="6"/>
                    <a:pt x="18" y="6"/>
                  </a:cubicBezTo>
                  <a:cubicBezTo>
                    <a:pt x="20" y="12"/>
                    <a:pt x="20" y="12"/>
                    <a:pt x="20" y="12"/>
                  </a:cubicBezTo>
                  <a:cubicBezTo>
                    <a:pt x="17" y="15"/>
                    <a:pt x="14" y="18"/>
                    <a:pt x="11" y="21"/>
                  </a:cubicBezTo>
                  <a:cubicBezTo>
                    <a:pt x="5" y="19"/>
                    <a:pt x="5" y="19"/>
                    <a:pt x="5" y="19"/>
                  </a:cubicBezTo>
                  <a:cubicBezTo>
                    <a:pt x="0" y="34"/>
                    <a:pt x="0" y="34"/>
                    <a:pt x="0" y="34"/>
                  </a:cubicBezTo>
                  <a:cubicBezTo>
                    <a:pt x="5" y="36"/>
                    <a:pt x="5" y="36"/>
                    <a:pt x="5" y="36"/>
                  </a:cubicBezTo>
                  <a:cubicBezTo>
                    <a:pt x="5" y="40"/>
                    <a:pt x="5" y="44"/>
                    <a:pt x="6" y="49"/>
                  </a:cubicBezTo>
                  <a:cubicBezTo>
                    <a:pt x="0" y="51"/>
                    <a:pt x="0" y="51"/>
                    <a:pt x="0" y="51"/>
                  </a:cubicBezTo>
                  <a:cubicBezTo>
                    <a:pt x="6" y="66"/>
                    <a:pt x="6" y="66"/>
                    <a:pt x="6" y="66"/>
                  </a:cubicBezTo>
                  <a:cubicBezTo>
                    <a:pt x="12" y="63"/>
                    <a:pt x="12" y="63"/>
                    <a:pt x="12" y="63"/>
                  </a:cubicBezTo>
                  <a:cubicBezTo>
                    <a:pt x="14" y="67"/>
                    <a:pt x="17" y="70"/>
                    <a:pt x="21" y="72"/>
                  </a:cubicBezTo>
                  <a:cubicBezTo>
                    <a:pt x="19" y="78"/>
                    <a:pt x="19" y="78"/>
                    <a:pt x="19" y="78"/>
                  </a:cubicBezTo>
                  <a:cubicBezTo>
                    <a:pt x="33" y="84"/>
                    <a:pt x="33" y="84"/>
                    <a:pt x="33" y="84"/>
                  </a:cubicBezTo>
                  <a:cubicBezTo>
                    <a:pt x="35" y="78"/>
                    <a:pt x="35" y="78"/>
                    <a:pt x="35" y="78"/>
                  </a:cubicBezTo>
                  <a:cubicBezTo>
                    <a:pt x="37" y="78"/>
                    <a:pt x="39" y="78"/>
                    <a:pt x="41" y="78"/>
                  </a:cubicBezTo>
                  <a:cubicBezTo>
                    <a:pt x="41" y="66"/>
                    <a:pt x="41" y="66"/>
                    <a:pt x="41" y="66"/>
                  </a:cubicBezTo>
                  <a:cubicBezTo>
                    <a:pt x="32" y="66"/>
                    <a:pt x="23" y="61"/>
                    <a:pt x="19" y="51"/>
                  </a:cubicBezTo>
                  <a:cubicBezTo>
                    <a:pt x="14" y="39"/>
                    <a:pt x="19" y="25"/>
                    <a:pt x="32" y="19"/>
                  </a:cubicBezTo>
                  <a:cubicBezTo>
                    <a:pt x="35" y="18"/>
                    <a:pt x="38" y="17"/>
                    <a:pt x="41" y="17"/>
                  </a:cubicBezTo>
                  <a:cubicBezTo>
                    <a:pt x="41" y="17"/>
                    <a:pt x="41" y="17"/>
                    <a:pt x="41" y="17"/>
                  </a:cubicBezTo>
                  <a:lnTo>
                    <a:pt x="41" y="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3" name="Freeform 351"/>
            <p:cNvSpPr>
              <a:spLocks/>
            </p:cNvSpPr>
            <p:nvPr/>
          </p:nvSpPr>
          <p:spPr bwMode="auto">
            <a:xfrm>
              <a:off x="3457575" y="6278563"/>
              <a:ext cx="161925" cy="201613"/>
            </a:xfrm>
            <a:custGeom>
              <a:avLst/>
              <a:gdLst>
                <a:gd name="T0" fmla="*/ 0 w 43"/>
                <a:gd name="T1" fmla="*/ 0 h 54"/>
                <a:gd name="T2" fmla="*/ 17 w 43"/>
                <a:gd name="T3" fmla="*/ 54 h 54"/>
                <a:gd name="T4" fmla="*/ 43 w 43"/>
                <a:gd name="T5" fmla="*/ 0 h 54"/>
                <a:gd name="T6" fmla="*/ 0 w 43"/>
                <a:gd name="T7" fmla="*/ 0 h 54"/>
              </a:gdLst>
              <a:ahLst/>
              <a:cxnLst>
                <a:cxn ang="0">
                  <a:pos x="T0" y="T1"/>
                </a:cxn>
                <a:cxn ang="0">
                  <a:pos x="T2" y="T3"/>
                </a:cxn>
                <a:cxn ang="0">
                  <a:pos x="T4" y="T5"/>
                </a:cxn>
                <a:cxn ang="0">
                  <a:pos x="T6" y="T7"/>
                </a:cxn>
              </a:cxnLst>
              <a:rect l="0" t="0" r="r" b="b"/>
              <a:pathLst>
                <a:path w="43" h="54">
                  <a:moveTo>
                    <a:pt x="0" y="0"/>
                  </a:moveTo>
                  <a:cubicBezTo>
                    <a:pt x="1" y="22"/>
                    <a:pt x="8" y="40"/>
                    <a:pt x="17" y="54"/>
                  </a:cubicBezTo>
                  <a:cubicBezTo>
                    <a:pt x="32" y="40"/>
                    <a:pt x="41" y="21"/>
                    <a:pt x="43" y="0"/>
                  </a:cubicBez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4" name="Freeform 352"/>
            <p:cNvSpPr>
              <a:spLocks/>
            </p:cNvSpPr>
            <p:nvPr/>
          </p:nvSpPr>
          <p:spPr bwMode="auto">
            <a:xfrm>
              <a:off x="3457575" y="6026150"/>
              <a:ext cx="161925" cy="198438"/>
            </a:xfrm>
            <a:custGeom>
              <a:avLst/>
              <a:gdLst>
                <a:gd name="T0" fmla="*/ 17 w 43"/>
                <a:gd name="T1" fmla="*/ 0 h 53"/>
                <a:gd name="T2" fmla="*/ 0 w 43"/>
                <a:gd name="T3" fmla="*/ 53 h 53"/>
                <a:gd name="T4" fmla="*/ 43 w 43"/>
                <a:gd name="T5" fmla="*/ 53 h 53"/>
                <a:gd name="T6" fmla="*/ 17 w 43"/>
                <a:gd name="T7" fmla="*/ 0 h 53"/>
              </a:gdLst>
              <a:ahLst/>
              <a:cxnLst>
                <a:cxn ang="0">
                  <a:pos x="T0" y="T1"/>
                </a:cxn>
                <a:cxn ang="0">
                  <a:pos x="T2" y="T3"/>
                </a:cxn>
                <a:cxn ang="0">
                  <a:pos x="T4" y="T5"/>
                </a:cxn>
                <a:cxn ang="0">
                  <a:pos x="T6" y="T7"/>
                </a:cxn>
              </a:cxnLst>
              <a:rect l="0" t="0" r="r" b="b"/>
              <a:pathLst>
                <a:path w="43" h="53">
                  <a:moveTo>
                    <a:pt x="17" y="0"/>
                  </a:moveTo>
                  <a:cubicBezTo>
                    <a:pt x="8" y="13"/>
                    <a:pt x="1" y="32"/>
                    <a:pt x="0" y="53"/>
                  </a:cubicBezTo>
                  <a:cubicBezTo>
                    <a:pt x="43" y="53"/>
                    <a:pt x="43" y="53"/>
                    <a:pt x="43" y="53"/>
                  </a:cubicBezTo>
                  <a:cubicBezTo>
                    <a:pt x="41" y="32"/>
                    <a:pt x="32" y="13"/>
                    <a:pt x="17"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5" name="Freeform 353"/>
            <p:cNvSpPr>
              <a:spLocks/>
            </p:cNvSpPr>
            <p:nvPr/>
          </p:nvSpPr>
          <p:spPr bwMode="auto">
            <a:xfrm>
              <a:off x="3338512" y="5943600"/>
              <a:ext cx="141288" cy="280988"/>
            </a:xfrm>
            <a:custGeom>
              <a:avLst/>
              <a:gdLst>
                <a:gd name="T0" fmla="*/ 0 w 38"/>
                <a:gd name="T1" fmla="*/ 0 h 75"/>
                <a:gd name="T2" fmla="*/ 0 w 38"/>
                <a:gd name="T3" fmla="*/ 75 h 75"/>
                <a:gd name="T4" fmla="*/ 19 w 38"/>
                <a:gd name="T5" fmla="*/ 75 h 75"/>
                <a:gd name="T6" fmla="*/ 38 w 38"/>
                <a:gd name="T7" fmla="*/ 13 h 75"/>
                <a:gd name="T8" fmla="*/ 0 w 38"/>
                <a:gd name="T9" fmla="*/ 0 h 75"/>
              </a:gdLst>
              <a:ahLst/>
              <a:cxnLst>
                <a:cxn ang="0">
                  <a:pos x="T0" y="T1"/>
                </a:cxn>
                <a:cxn ang="0">
                  <a:pos x="T2" y="T3"/>
                </a:cxn>
                <a:cxn ang="0">
                  <a:pos x="T4" y="T5"/>
                </a:cxn>
                <a:cxn ang="0">
                  <a:pos x="T6" y="T7"/>
                </a:cxn>
                <a:cxn ang="0">
                  <a:pos x="T8" y="T9"/>
                </a:cxn>
              </a:cxnLst>
              <a:rect l="0" t="0" r="r" b="b"/>
              <a:pathLst>
                <a:path w="38" h="75">
                  <a:moveTo>
                    <a:pt x="0" y="0"/>
                  </a:moveTo>
                  <a:cubicBezTo>
                    <a:pt x="0" y="75"/>
                    <a:pt x="0" y="75"/>
                    <a:pt x="0" y="75"/>
                  </a:cubicBezTo>
                  <a:cubicBezTo>
                    <a:pt x="19" y="75"/>
                    <a:pt x="19" y="75"/>
                    <a:pt x="19" y="75"/>
                  </a:cubicBezTo>
                  <a:cubicBezTo>
                    <a:pt x="20" y="50"/>
                    <a:pt x="28" y="29"/>
                    <a:pt x="38" y="13"/>
                  </a:cubicBezTo>
                  <a:cubicBezTo>
                    <a:pt x="27" y="6"/>
                    <a:pt x="14" y="1"/>
                    <a:pt x="0"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6" name="Freeform 354"/>
            <p:cNvSpPr>
              <a:spLocks/>
            </p:cNvSpPr>
            <p:nvPr/>
          </p:nvSpPr>
          <p:spPr bwMode="auto">
            <a:xfrm>
              <a:off x="3143250" y="6278563"/>
              <a:ext cx="141288" cy="280988"/>
            </a:xfrm>
            <a:custGeom>
              <a:avLst/>
              <a:gdLst>
                <a:gd name="T0" fmla="*/ 38 w 38"/>
                <a:gd name="T1" fmla="*/ 75 h 75"/>
                <a:gd name="T2" fmla="*/ 38 w 38"/>
                <a:gd name="T3" fmla="*/ 0 h 75"/>
                <a:gd name="T4" fmla="*/ 19 w 38"/>
                <a:gd name="T5" fmla="*/ 0 h 75"/>
                <a:gd name="T6" fmla="*/ 0 w 38"/>
                <a:gd name="T7" fmla="*/ 62 h 75"/>
                <a:gd name="T8" fmla="*/ 38 w 38"/>
                <a:gd name="T9" fmla="*/ 75 h 75"/>
              </a:gdLst>
              <a:ahLst/>
              <a:cxnLst>
                <a:cxn ang="0">
                  <a:pos x="T0" y="T1"/>
                </a:cxn>
                <a:cxn ang="0">
                  <a:pos x="T2" y="T3"/>
                </a:cxn>
                <a:cxn ang="0">
                  <a:pos x="T4" y="T5"/>
                </a:cxn>
                <a:cxn ang="0">
                  <a:pos x="T6" y="T7"/>
                </a:cxn>
                <a:cxn ang="0">
                  <a:pos x="T8" y="T9"/>
                </a:cxn>
              </a:cxnLst>
              <a:rect l="0" t="0" r="r" b="b"/>
              <a:pathLst>
                <a:path w="38" h="75">
                  <a:moveTo>
                    <a:pt x="38" y="75"/>
                  </a:moveTo>
                  <a:cubicBezTo>
                    <a:pt x="38" y="0"/>
                    <a:pt x="38" y="0"/>
                    <a:pt x="38" y="0"/>
                  </a:cubicBezTo>
                  <a:cubicBezTo>
                    <a:pt x="19" y="0"/>
                    <a:pt x="19" y="0"/>
                    <a:pt x="19" y="0"/>
                  </a:cubicBezTo>
                  <a:cubicBezTo>
                    <a:pt x="18" y="25"/>
                    <a:pt x="10" y="46"/>
                    <a:pt x="0" y="62"/>
                  </a:cubicBezTo>
                  <a:cubicBezTo>
                    <a:pt x="11" y="69"/>
                    <a:pt x="24" y="74"/>
                    <a:pt x="38" y="7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7" name="Freeform 355"/>
            <p:cNvSpPr>
              <a:spLocks/>
            </p:cNvSpPr>
            <p:nvPr/>
          </p:nvSpPr>
          <p:spPr bwMode="auto">
            <a:xfrm>
              <a:off x="3143250" y="5943600"/>
              <a:ext cx="141288" cy="280988"/>
            </a:xfrm>
            <a:custGeom>
              <a:avLst/>
              <a:gdLst>
                <a:gd name="T0" fmla="*/ 19 w 38"/>
                <a:gd name="T1" fmla="*/ 75 h 75"/>
                <a:gd name="T2" fmla="*/ 38 w 38"/>
                <a:gd name="T3" fmla="*/ 75 h 75"/>
                <a:gd name="T4" fmla="*/ 38 w 38"/>
                <a:gd name="T5" fmla="*/ 0 h 75"/>
                <a:gd name="T6" fmla="*/ 0 w 38"/>
                <a:gd name="T7" fmla="*/ 14 h 75"/>
                <a:gd name="T8" fmla="*/ 19 w 38"/>
                <a:gd name="T9" fmla="*/ 75 h 75"/>
              </a:gdLst>
              <a:ahLst/>
              <a:cxnLst>
                <a:cxn ang="0">
                  <a:pos x="T0" y="T1"/>
                </a:cxn>
                <a:cxn ang="0">
                  <a:pos x="T2" y="T3"/>
                </a:cxn>
                <a:cxn ang="0">
                  <a:pos x="T4" y="T5"/>
                </a:cxn>
                <a:cxn ang="0">
                  <a:pos x="T6" y="T7"/>
                </a:cxn>
                <a:cxn ang="0">
                  <a:pos x="T8" y="T9"/>
                </a:cxn>
              </a:cxnLst>
              <a:rect l="0" t="0" r="r" b="b"/>
              <a:pathLst>
                <a:path w="38" h="75">
                  <a:moveTo>
                    <a:pt x="19" y="75"/>
                  </a:moveTo>
                  <a:cubicBezTo>
                    <a:pt x="38" y="75"/>
                    <a:pt x="38" y="75"/>
                    <a:pt x="38" y="75"/>
                  </a:cubicBezTo>
                  <a:cubicBezTo>
                    <a:pt x="38" y="0"/>
                    <a:pt x="38" y="0"/>
                    <a:pt x="38" y="0"/>
                  </a:cubicBezTo>
                  <a:cubicBezTo>
                    <a:pt x="24" y="1"/>
                    <a:pt x="11" y="6"/>
                    <a:pt x="0" y="14"/>
                  </a:cubicBezTo>
                  <a:cubicBezTo>
                    <a:pt x="10" y="29"/>
                    <a:pt x="18" y="51"/>
                    <a:pt x="19" y="7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8" name="Freeform 356"/>
            <p:cNvSpPr>
              <a:spLocks/>
            </p:cNvSpPr>
            <p:nvPr/>
          </p:nvSpPr>
          <p:spPr bwMode="auto">
            <a:xfrm>
              <a:off x="3003550" y="6278563"/>
              <a:ext cx="157163" cy="198438"/>
            </a:xfrm>
            <a:custGeom>
              <a:avLst/>
              <a:gdLst>
                <a:gd name="T0" fmla="*/ 26 w 42"/>
                <a:gd name="T1" fmla="*/ 53 h 53"/>
                <a:gd name="T2" fmla="*/ 42 w 42"/>
                <a:gd name="T3" fmla="*/ 0 h 53"/>
                <a:gd name="T4" fmla="*/ 0 w 42"/>
                <a:gd name="T5" fmla="*/ 0 h 53"/>
                <a:gd name="T6" fmla="*/ 26 w 42"/>
                <a:gd name="T7" fmla="*/ 53 h 53"/>
              </a:gdLst>
              <a:ahLst/>
              <a:cxnLst>
                <a:cxn ang="0">
                  <a:pos x="T0" y="T1"/>
                </a:cxn>
                <a:cxn ang="0">
                  <a:pos x="T2" y="T3"/>
                </a:cxn>
                <a:cxn ang="0">
                  <a:pos x="T4" y="T5"/>
                </a:cxn>
                <a:cxn ang="0">
                  <a:pos x="T6" y="T7"/>
                </a:cxn>
              </a:cxnLst>
              <a:rect l="0" t="0" r="r" b="b"/>
              <a:pathLst>
                <a:path w="42" h="53">
                  <a:moveTo>
                    <a:pt x="26" y="53"/>
                  </a:moveTo>
                  <a:cubicBezTo>
                    <a:pt x="35" y="40"/>
                    <a:pt x="41" y="21"/>
                    <a:pt x="42" y="0"/>
                  </a:cubicBezTo>
                  <a:cubicBezTo>
                    <a:pt x="0" y="0"/>
                    <a:pt x="0" y="0"/>
                    <a:pt x="0" y="0"/>
                  </a:cubicBezTo>
                  <a:cubicBezTo>
                    <a:pt x="2" y="21"/>
                    <a:pt x="12" y="40"/>
                    <a:pt x="26"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89" name="Freeform 357"/>
            <p:cNvSpPr>
              <a:spLocks/>
            </p:cNvSpPr>
            <p:nvPr/>
          </p:nvSpPr>
          <p:spPr bwMode="auto">
            <a:xfrm>
              <a:off x="3003550" y="6026150"/>
              <a:ext cx="157163" cy="198438"/>
            </a:xfrm>
            <a:custGeom>
              <a:avLst/>
              <a:gdLst>
                <a:gd name="T0" fmla="*/ 26 w 42"/>
                <a:gd name="T1" fmla="*/ 0 h 53"/>
                <a:gd name="T2" fmla="*/ 0 w 42"/>
                <a:gd name="T3" fmla="*/ 53 h 53"/>
                <a:gd name="T4" fmla="*/ 42 w 42"/>
                <a:gd name="T5" fmla="*/ 53 h 53"/>
                <a:gd name="T6" fmla="*/ 26 w 42"/>
                <a:gd name="T7" fmla="*/ 0 h 53"/>
              </a:gdLst>
              <a:ahLst/>
              <a:cxnLst>
                <a:cxn ang="0">
                  <a:pos x="T0" y="T1"/>
                </a:cxn>
                <a:cxn ang="0">
                  <a:pos x="T2" y="T3"/>
                </a:cxn>
                <a:cxn ang="0">
                  <a:pos x="T4" y="T5"/>
                </a:cxn>
                <a:cxn ang="0">
                  <a:pos x="T6" y="T7"/>
                </a:cxn>
              </a:cxnLst>
              <a:rect l="0" t="0" r="r" b="b"/>
              <a:pathLst>
                <a:path w="42" h="53">
                  <a:moveTo>
                    <a:pt x="26" y="0"/>
                  </a:moveTo>
                  <a:cubicBezTo>
                    <a:pt x="12" y="14"/>
                    <a:pt x="2" y="32"/>
                    <a:pt x="0" y="53"/>
                  </a:cubicBezTo>
                  <a:cubicBezTo>
                    <a:pt x="42" y="53"/>
                    <a:pt x="42" y="53"/>
                    <a:pt x="42" y="53"/>
                  </a:cubicBezTo>
                  <a:cubicBezTo>
                    <a:pt x="41" y="32"/>
                    <a:pt x="35" y="13"/>
                    <a:pt x="26"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0" name="Freeform 358"/>
            <p:cNvSpPr>
              <a:spLocks/>
            </p:cNvSpPr>
            <p:nvPr/>
          </p:nvSpPr>
          <p:spPr bwMode="auto">
            <a:xfrm>
              <a:off x="3338512" y="6278563"/>
              <a:ext cx="141288" cy="280988"/>
            </a:xfrm>
            <a:custGeom>
              <a:avLst/>
              <a:gdLst>
                <a:gd name="T0" fmla="*/ 0 w 38"/>
                <a:gd name="T1" fmla="*/ 75 h 75"/>
                <a:gd name="T2" fmla="*/ 38 w 38"/>
                <a:gd name="T3" fmla="*/ 62 h 75"/>
                <a:gd name="T4" fmla="*/ 19 w 38"/>
                <a:gd name="T5" fmla="*/ 0 h 75"/>
                <a:gd name="T6" fmla="*/ 0 w 38"/>
                <a:gd name="T7" fmla="*/ 0 h 75"/>
                <a:gd name="T8" fmla="*/ 0 w 38"/>
                <a:gd name="T9" fmla="*/ 75 h 75"/>
              </a:gdLst>
              <a:ahLst/>
              <a:cxnLst>
                <a:cxn ang="0">
                  <a:pos x="T0" y="T1"/>
                </a:cxn>
                <a:cxn ang="0">
                  <a:pos x="T2" y="T3"/>
                </a:cxn>
                <a:cxn ang="0">
                  <a:pos x="T4" y="T5"/>
                </a:cxn>
                <a:cxn ang="0">
                  <a:pos x="T6" y="T7"/>
                </a:cxn>
                <a:cxn ang="0">
                  <a:pos x="T8" y="T9"/>
                </a:cxn>
              </a:cxnLst>
              <a:rect l="0" t="0" r="r" b="b"/>
              <a:pathLst>
                <a:path w="38" h="75">
                  <a:moveTo>
                    <a:pt x="0" y="75"/>
                  </a:moveTo>
                  <a:cubicBezTo>
                    <a:pt x="14" y="74"/>
                    <a:pt x="27" y="69"/>
                    <a:pt x="38" y="62"/>
                  </a:cubicBezTo>
                  <a:cubicBezTo>
                    <a:pt x="28" y="47"/>
                    <a:pt x="20" y="25"/>
                    <a:pt x="19" y="0"/>
                  </a:cubicBezTo>
                  <a:cubicBezTo>
                    <a:pt x="0" y="0"/>
                    <a:pt x="0" y="0"/>
                    <a:pt x="0" y="0"/>
                  </a:cubicBezTo>
                  <a:lnTo>
                    <a:pt x="0" y="7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1" name="Freeform 359"/>
            <p:cNvSpPr>
              <a:spLocks noEditPoints="1"/>
            </p:cNvSpPr>
            <p:nvPr/>
          </p:nvSpPr>
          <p:spPr bwMode="auto">
            <a:xfrm>
              <a:off x="2782887" y="1574800"/>
              <a:ext cx="561975" cy="447675"/>
            </a:xfrm>
            <a:custGeom>
              <a:avLst/>
              <a:gdLst>
                <a:gd name="T0" fmla="*/ 135 w 150"/>
                <a:gd name="T1" fmla="*/ 27 h 119"/>
                <a:gd name="T2" fmla="*/ 122 w 150"/>
                <a:gd name="T3" fmla="*/ 27 h 119"/>
                <a:gd name="T4" fmla="*/ 122 w 150"/>
                <a:gd name="T5" fmla="*/ 34 h 119"/>
                <a:gd name="T6" fmla="*/ 137 w 150"/>
                <a:gd name="T7" fmla="*/ 67 h 119"/>
                <a:gd name="T8" fmla="*/ 137 w 150"/>
                <a:gd name="T9" fmla="*/ 83 h 119"/>
                <a:gd name="T10" fmla="*/ 122 w 150"/>
                <a:gd name="T11" fmla="*/ 119 h 119"/>
                <a:gd name="T12" fmla="*/ 150 w 150"/>
                <a:gd name="T13" fmla="*/ 112 h 119"/>
                <a:gd name="T14" fmla="*/ 150 w 150"/>
                <a:gd name="T15" fmla="*/ 43 h 119"/>
                <a:gd name="T16" fmla="*/ 121 w 150"/>
                <a:gd name="T17" fmla="*/ 0 h 119"/>
                <a:gd name="T18" fmla="*/ 75 w 150"/>
                <a:gd name="T19" fmla="*/ 10 h 119"/>
                <a:gd name="T20" fmla="*/ 122 w 150"/>
                <a:gd name="T21" fmla="*/ 27 h 119"/>
                <a:gd name="T22" fmla="*/ 75 w 150"/>
                <a:gd name="T23" fmla="*/ 95 h 119"/>
                <a:gd name="T24" fmla="*/ 114 w 150"/>
                <a:gd name="T25" fmla="*/ 112 h 119"/>
                <a:gd name="T26" fmla="*/ 122 w 150"/>
                <a:gd name="T27" fmla="*/ 119 h 119"/>
                <a:gd name="T28" fmla="*/ 107 w 150"/>
                <a:gd name="T29" fmla="*/ 83 h 119"/>
                <a:gd name="T30" fmla="*/ 122 w 150"/>
                <a:gd name="T31" fmla="*/ 67 h 119"/>
                <a:gd name="T32" fmla="*/ 75 w 150"/>
                <a:gd name="T33" fmla="*/ 34 h 119"/>
                <a:gd name="T34" fmla="*/ 75 w 150"/>
                <a:gd name="T35" fmla="*/ 0 h 119"/>
                <a:gd name="T36" fmla="*/ 29 w 150"/>
                <a:gd name="T37" fmla="*/ 1 h 119"/>
                <a:gd name="T38" fmla="*/ 38 w 150"/>
                <a:gd name="T39" fmla="*/ 10 h 119"/>
                <a:gd name="T40" fmla="*/ 75 w 150"/>
                <a:gd name="T41" fmla="*/ 10 h 119"/>
                <a:gd name="T42" fmla="*/ 29 w 150"/>
                <a:gd name="T43" fmla="*/ 119 h 119"/>
                <a:gd name="T44" fmla="*/ 36 w 150"/>
                <a:gd name="T45" fmla="*/ 112 h 119"/>
                <a:gd name="T46" fmla="*/ 75 w 150"/>
                <a:gd name="T47" fmla="*/ 95 h 119"/>
                <a:gd name="T48" fmla="*/ 29 w 150"/>
                <a:gd name="T49" fmla="*/ 34 h 119"/>
                <a:gd name="T50" fmla="*/ 44 w 150"/>
                <a:gd name="T51" fmla="*/ 67 h 119"/>
                <a:gd name="T52" fmla="*/ 44 w 150"/>
                <a:gd name="T53" fmla="*/ 83 h 119"/>
                <a:gd name="T54" fmla="*/ 29 w 150"/>
                <a:gd name="T55" fmla="*/ 119 h 119"/>
                <a:gd name="T56" fmla="*/ 15 w 150"/>
                <a:gd name="T57" fmla="*/ 27 h 119"/>
                <a:gd name="T58" fmla="*/ 0 w 150"/>
                <a:gd name="T59" fmla="*/ 91 h 119"/>
                <a:gd name="T60" fmla="*/ 0 w 150"/>
                <a:gd name="T61" fmla="*/ 112 h 119"/>
                <a:gd name="T62" fmla="*/ 29 w 150"/>
                <a:gd name="T63" fmla="*/ 119 h 119"/>
                <a:gd name="T64" fmla="*/ 14 w 150"/>
                <a:gd name="T65" fmla="*/ 83 h 119"/>
                <a:gd name="T66" fmla="*/ 29 w 150"/>
                <a:gd name="T67" fmla="*/ 67 h 119"/>
                <a:gd name="T68" fmla="*/ 25 w 150"/>
                <a:gd name="T69" fmla="*/ 34 h 119"/>
                <a:gd name="T70" fmla="*/ 29 w 150"/>
                <a:gd name="T71"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0" h="119">
                  <a:moveTo>
                    <a:pt x="150" y="43"/>
                  </a:moveTo>
                  <a:cubicBezTo>
                    <a:pt x="135" y="27"/>
                    <a:pt x="135" y="27"/>
                    <a:pt x="135" y="27"/>
                  </a:cubicBezTo>
                  <a:cubicBezTo>
                    <a:pt x="122" y="1"/>
                    <a:pt x="122" y="1"/>
                    <a:pt x="122" y="1"/>
                  </a:cubicBezTo>
                  <a:cubicBezTo>
                    <a:pt x="122" y="27"/>
                    <a:pt x="122" y="27"/>
                    <a:pt x="122" y="27"/>
                  </a:cubicBezTo>
                  <a:cubicBezTo>
                    <a:pt x="125" y="34"/>
                    <a:pt x="125" y="34"/>
                    <a:pt x="125" y="34"/>
                  </a:cubicBezTo>
                  <a:cubicBezTo>
                    <a:pt x="122" y="34"/>
                    <a:pt x="122" y="34"/>
                    <a:pt x="122" y="34"/>
                  </a:cubicBezTo>
                  <a:cubicBezTo>
                    <a:pt x="122" y="67"/>
                    <a:pt x="122" y="67"/>
                    <a:pt x="122" y="67"/>
                  </a:cubicBezTo>
                  <a:cubicBezTo>
                    <a:pt x="137" y="67"/>
                    <a:pt x="137" y="67"/>
                    <a:pt x="137" y="67"/>
                  </a:cubicBezTo>
                  <a:cubicBezTo>
                    <a:pt x="137" y="83"/>
                    <a:pt x="137" y="83"/>
                    <a:pt x="137" y="83"/>
                  </a:cubicBezTo>
                  <a:cubicBezTo>
                    <a:pt x="137" y="83"/>
                    <a:pt x="137" y="83"/>
                    <a:pt x="137" y="83"/>
                  </a:cubicBezTo>
                  <a:cubicBezTo>
                    <a:pt x="122" y="83"/>
                    <a:pt x="122" y="83"/>
                    <a:pt x="122" y="83"/>
                  </a:cubicBezTo>
                  <a:cubicBezTo>
                    <a:pt x="122" y="119"/>
                    <a:pt x="122" y="119"/>
                    <a:pt x="122" y="119"/>
                  </a:cubicBezTo>
                  <a:cubicBezTo>
                    <a:pt x="143" y="119"/>
                    <a:pt x="143" y="119"/>
                    <a:pt x="143" y="119"/>
                  </a:cubicBezTo>
                  <a:cubicBezTo>
                    <a:pt x="147" y="119"/>
                    <a:pt x="150" y="116"/>
                    <a:pt x="150" y="112"/>
                  </a:cubicBezTo>
                  <a:cubicBezTo>
                    <a:pt x="150" y="95"/>
                    <a:pt x="150" y="95"/>
                    <a:pt x="150" y="95"/>
                  </a:cubicBezTo>
                  <a:lnTo>
                    <a:pt x="150" y="43"/>
                  </a:lnTo>
                  <a:close/>
                  <a:moveTo>
                    <a:pt x="122" y="1"/>
                  </a:moveTo>
                  <a:cubicBezTo>
                    <a:pt x="121" y="0"/>
                    <a:pt x="121" y="0"/>
                    <a:pt x="121" y="0"/>
                  </a:cubicBezTo>
                  <a:cubicBezTo>
                    <a:pt x="75" y="0"/>
                    <a:pt x="75" y="0"/>
                    <a:pt x="75" y="0"/>
                  </a:cubicBezTo>
                  <a:cubicBezTo>
                    <a:pt x="75" y="10"/>
                    <a:pt x="75" y="10"/>
                    <a:pt x="75" y="10"/>
                  </a:cubicBezTo>
                  <a:cubicBezTo>
                    <a:pt x="113" y="10"/>
                    <a:pt x="113" y="10"/>
                    <a:pt x="113" y="10"/>
                  </a:cubicBezTo>
                  <a:cubicBezTo>
                    <a:pt x="122" y="27"/>
                    <a:pt x="122" y="27"/>
                    <a:pt x="122" y="27"/>
                  </a:cubicBezTo>
                  <a:cubicBezTo>
                    <a:pt x="122" y="1"/>
                    <a:pt x="122" y="1"/>
                    <a:pt x="122" y="1"/>
                  </a:cubicBezTo>
                  <a:close/>
                  <a:moveTo>
                    <a:pt x="75" y="95"/>
                  </a:moveTo>
                  <a:cubicBezTo>
                    <a:pt x="114" y="95"/>
                    <a:pt x="114" y="95"/>
                    <a:pt x="114" y="95"/>
                  </a:cubicBezTo>
                  <a:cubicBezTo>
                    <a:pt x="114" y="112"/>
                    <a:pt x="114" y="112"/>
                    <a:pt x="114" y="112"/>
                  </a:cubicBezTo>
                  <a:cubicBezTo>
                    <a:pt x="114" y="116"/>
                    <a:pt x="117" y="119"/>
                    <a:pt x="121" y="119"/>
                  </a:cubicBezTo>
                  <a:cubicBezTo>
                    <a:pt x="122" y="119"/>
                    <a:pt x="122" y="119"/>
                    <a:pt x="122" y="119"/>
                  </a:cubicBezTo>
                  <a:cubicBezTo>
                    <a:pt x="122" y="83"/>
                    <a:pt x="122" y="83"/>
                    <a:pt x="122" y="83"/>
                  </a:cubicBezTo>
                  <a:cubicBezTo>
                    <a:pt x="107" y="83"/>
                    <a:pt x="107" y="83"/>
                    <a:pt x="107" y="83"/>
                  </a:cubicBezTo>
                  <a:cubicBezTo>
                    <a:pt x="107" y="67"/>
                    <a:pt x="107" y="67"/>
                    <a:pt x="107" y="67"/>
                  </a:cubicBezTo>
                  <a:cubicBezTo>
                    <a:pt x="122" y="67"/>
                    <a:pt x="122" y="67"/>
                    <a:pt x="122" y="67"/>
                  </a:cubicBezTo>
                  <a:cubicBezTo>
                    <a:pt x="122" y="34"/>
                    <a:pt x="122" y="34"/>
                    <a:pt x="122" y="34"/>
                  </a:cubicBezTo>
                  <a:cubicBezTo>
                    <a:pt x="75" y="34"/>
                    <a:pt x="75" y="34"/>
                    <a:pt x="75" y="34"/>
                  </a:cubicBezTo>
                  <a:lnTo>
                    <a:pt x="75" y="95"/>
                  </a:lnTo>
                  <a:close/>
                  <a:moveTo>
                    <a:pt x="75" y="0"/>
                  </a:moveTo>
                  <a:cubicBezTo>
                    <a:pt x="29" y="0"/>
                    <a:pt x="29" y="0"/>
                    <a:pt x="29" y="0"/>
                  </a:cubicBezTo>
                  <a:cubicBezTo>
                    <a:pt x="29" y="1"/>
                    <a:pt x="29" y="1"/>
                    <a:pt x="29" y="1"/>
                  </a:cubicBezTo>
                  <a:cubicBezTo>
                    <a:pt x="29" y="27"/>
                    <a:pt x="29" y="27"/>
                    <a:pt x="29" y="27"/>
                  </a:cubicBezTo>
                  <a:cubicBezTo>
                    <a:pt x="38" y="10"/>
                    <a:pt x="38" y="10"/>
                    <a:pt x="38" y="10"/>
                  </a:cubicBezTo>
                  <a:cubicBezTo>
                    <a:pt x="38" y="10"/>
                    <a:pt x="38" y="10"/>
                    <a:pt x="38" y="10"/>
                  </a:cubicBezTo>
                  <a:cubicBezTo>
                    <a:pt x="75" y="10"/>
                    <a:pt x="75" y="10"/>
                    <a:pt x="75" y="10"/>
                  </a:cubicBezTo>
                  <a:cubicBezTo>
                    <a:pt x="75" y="0"/>
                    <a:pt x="75" y="0"/>
                    <a:pt x="75" y="0"/>
                  </a:cubicBezTo>
                  <a:close/>
                  <a:moveTo>
                    <a:pt x="29" y="119"/>
                  </a:moveTo>
                  <a:cubicBezTo>
                    <a:pt x="29" y="119"/>
                    <a:pt x="29" y="119"/>
                    <a:pt x="29" y="119"/>
                  </a:cubicBezTo>
                  <a:cubicBezTo>
                    <a:pt x="33" y="119"/>
                    <a:pt x="36" y="116"/>
                    <a:pt x="36" y="112"/>
                  </a:cubicBezTo>
                  <a:cubicBezTo>
                    <a:pt x="36" y="95"/>
                    <a:pt x="36" y="95"/>
                    <a:pt x="36" y="95"/>
                  </a:cubicBezTo>
                  <a:cubicBezTo>
                    <a:pt x="75" y="95"/>
                    <a:pt x="75" y="95"/>
                    <a:pt x="75" y="95"/>
                  </a:cubicBezTo>
                  <a:cubicBezTo>
                    <a:pt x="75" y="34"/>
                    <a:pt x="75" y="34"/>
                    <a:pt x="75" y="34"/>
                  </a:cubicBezTo>
                  <a:cubicBezTo>
                    <a:pt x="29" y="34"/>
                    <a:pt x="29" y="34"/>
                    <a:pt x="29" y="34"/>
                  </a:cubicBezTo>
                  <a:cubicBezTo>
                    <a:pt x="29" y="67"/>
                    <a:pt x="29" y="67"/>
                    <a:pt x="29" y="67"/>
                  </a:cubicBezTo>
                  <a:cubicBezTo>
                    <a:pt x="44" y="67"/>
                    <a:pt x="44" y="67"/>
                    <a:pt x="44" y="67"/>
                  </a:cubicBezTo>
                  <a:cubicBezTo>
                    <a:pt x="44" y="83"/>
                    <a:pt x="44" y="83"/>
                    <a:pt x="44" y="83"/>
                  </a:cubicBezTo>
                  <a:cubicBezTo>
                    <a:pt x="44" y="83"/>
                    <a:pt x="44" y="83"/>
                    <a:pt x="44" y="83"/>
                  </a:cubicBezTo>
                  <a:cubicBezTo>
                    <a:pt x="29" y="83"/>
                    <a:pt x="29" y="83"/>
                    <a:pt x="29" y="83"/>
                  </a:cubicBezTo>
                  <a:lnTo>
                    <a:pt x="29" y="119"/>
                  </a:lnTo>
                  <a:close/>
                  <a:moveTo>
                    <a:pt x="29" y="1"/>
                  </a:moveTo>
                  <a:cubicBezTo>
                    <a:pt x="15" y="27"/>
                    <a:pt x="15" y="27"/>
                    <a:pt x="15" y="27"/>
                  </a:cubicBezTo>
                  <a:cubicBezTo>
                    <a:pt x="0" y="43"/>
                    <a:pt x="0" y="43"/>
                    <a:pt x="0" y="43"/>
                  </a:cubicBezTo>
                  <a:cubicBezTo>
                    <a:pt x="0" y="91"/>
                    <a:pt x="0" y="91"/>
                    <a:pt x="0" y="91"/>
                  </a:cubicBezTo>
                  <a:cubicBezTo>
                    <a:pt x="0" y="95"/>
                    <a:pt x="0" y="95"/>
                    <a:pt x="0" y="95"/>
                  </a:cubicBezTo>
                  <a:cubicBezTo>
                    <a:pt x="0" y="112"/>
                    <a:pt x="0" y="112"/>
                    <a:pt x="0" y="112"/>
                  </a:cubicBezTo>
                  <a:cubicBezTo>
                    <a:pt x="0" y="116"/>
                    <a:pt x="3" y="119"/>
                    <a:pt x="7" y="119"/>
                  </a:cubicBezTo>
                  <a:cubicBezTo>
                    <a:pt x="29" y="119"/>
                    <a:pt x="29" y="119"/>
                    <a:pt x="29" y="119"/>
                  </a:cubicBezTo>
                  <a:cubicBezTo>
                    <a:pt x="29" y="83"/>
                    <a:pt x="29" y="83"/>
                    <a:pt x="29" y="83"/>
                  </a:cubicBezTo>
                  <a:cubicBezTo>
                    <a:pt x="14" y="83"/>
                    <a:pt x="14" y="83"/>
                    <a:pt x="14" y="83"/>
                  </a:cubicBezTo>
                  <a:cubicBezTo>
                    <a:pt x="14" y="67"/>
                    <a:pt x="14" y="67"/>
                    <a:pt x="14" y="67"/>
                  </a:cubicBezTo>
                  <a:cubicBezTo>
                    <a:pt x="29" y="67"/>
                    <a:pt x="29" y="67"/>
                    <a:pt x="29" y="67"/>
                  </a:cubicBezTo>
                  <a:cubicBezTo>
                    <a:pt x="29" y="34"/>
                    <a:pt x="29" y="34"/>
                    <a:pt x="29" y="34"/>
                  </a:cubicBezTo>
                  <a:cubicBezTo>
                    <a:pt x="25" y="34"/>
                    <a:pt x="25" y="34"/>
                    <a:pt x="25" y="34"/>
                  </a:cubicBezTo>
                  <a:cubicBezTo>
                    <a:pt x="29" y="27"/>
                    <a:pt x="29" y="27"/>
                    <a:pt x="29" y="27"/>
                  </a:cubicBezTo>
                  <a:lnTo>
                    <a:pt x="29" y="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2" name="Freeform 360"/>
            <p:cNvSpPr>
              <a:spLocks/>
            </p:cNvSpPr>
            <p:nvPr/>
          </p:nvSpPr>
          <p:spPr bwMode="auto">
            <a:xfrm>
              <a:off x="4849812" y="5561013"/>
              <a:ext cx="236538" cy="242888"/>
            </a:xfrm>
            <a:custGeom>
              <a:avLst/>
              <a:gdLst>
                <a:gd name="T0" fmla="*/ 14 w 63"/>
                <a:gd name="T1" fmla="*/ 59 h 65"/>
                <a:gd name="T2" fmla="*/ 31 w 63"/>
                <a:gd name="T3" fmla="*/ 65 h 65"/>
                <a:gd name="T4" fmla="*/ 63 w 63"/>
                <a:gd name="T5" fmla="*/ 33 h 65"/>
                <a:gd name="T6" fmla="*/ 31 w 63"/>
                <a:gd name="T7" fmla="*/ 0 h 65"/>
                <a:gd name="T8" fmla="*/ 0 w 63"/>
                <a:gd name="T9" fmla="*/ 28 h 65"/>
                <a:gd name="T10" fmla="*/ 31 w 63"/>
                <a:gd name="T11" fmla="*/ 28 h 65"/>
                <a:gd name="T12" fmla="*/ 42 w 63"/>
                <a:gd name="T13" fmla="*/ 28 h 65"/>
                <a:gd name="T14" fmla="*/ 35 w 63"/>
                <a:gd name="T15" fmla="*/ 36 h 65"/>
                <a:gd name="T16" fmla="*/ 14 w 63"/>
                <a:gd name="T17"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5">
                  <a:moveTo>
                    <a:pt x="14" y="59"/>
                  </a:moveTo>
                  <a:cubicBezTo>
                    <a:pt x="19" y="63"/>
                    <a:pt x="25" y="65"/>
                    <a:pt x="31" y="65"/>
                  </a:cubicBezTo>
                  <a:cubicBezTo>
                    <a:pt x="49" y="65"/>
                    <a:pt x="63" y="50"/>
                    <a:pt x="63" y="33"/>
                  </a:cubicBezTo>
                  <a:cubicBezTo>
                    <a:pt x="63" y="15"/>
                    <a:pt x="49" y="0"/>
                    <a:pt x="31" y="0"/>
                  </a:cubicBezTo>
                  <a:cubicBezTo>
                    <a:pt x="15" y="0"/>
                    <a:pt x="2" y="12"/>
                    <a:pt x="0" y="28"/>
                  </a:cubicBezTo>
                  <a:cubicBezTo>
                    <a:pt x="31" y="28"/>
                    <a:pt x="31" y="28"/>
                    <a:pt x="31" y="28"/>
                  </a:cubicBezTo>
                  <a:cubicBezTo>
                    <a:pt x="42" y="28"/>
                    <a:pt x="42" y="28"/>
                    <a:pt x="42" y="28"/>
                  </a:cubicBezTo>
                  <a:cubicBezTo>
                    <a:pt x="35" y="36"/>
                    <a:pt x="35" y="36"/>
                    <a:pt x="35" y="36"/>
                  </a:cubicBezTo>
                  <a:lnTo>
                    <a:pt x="14" y="5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3" name="Freeform 361"/>
            <p:cNvSpPr>
              <a:spLocks/>
            </p:cNvSpPr>
            <p:nvPr/>
          </p:nvSpPr>
          <p:spPr bwMode="auto">
            <a:xfrm>
              <a:off x="4471987" y="5684838"/>
              <a:ext cx="495300" cy="465138"/>
            </a:xfrm>
            <a:custGeom>
              <a:avLst/>
              <a:gdLst>
                <a:gd name="T0" fmla="*/ 59 w 132"/>
                <a:gd name="T1" fmla="*/ 66 h 124"/>
                <a:gd name="T2" fmla="*/ 59 w 132"/>
                <a:gd name="T3" fmla="*/ 70 h 124"/>
                <a:gd name="T4" fmla="*/ 59 w 132"/>
                <a:gd name="T5" fmla="*/ 73 h 124"/>
                <a:gd name="T6" fmla="*/ 59 w 132"/>
                <a:gd name="T7" fmla="*/ 113 h 124"/>
                <a:gd name="T8" fmla="*/ 44 w 132"/>
                <a:gd name="T9" fmla="*/ 124 h 124"/>
                <a:gd name="T10" fmla="*/ 87 w 132"/>
                <a:gd name="T11" fmla="*/ 124 h 124"/>
                <a:gd name="T12" fmla="*/ 73 w 132"/>
                <a:gd name="T13" fmla="*/ 113 h 124"/>
                <a:gd name="T14" fmla="*/ 73 w 132"/>
                <a:gd name="T15" fmla="*/ 73 h 124"/>
                <a:gd name="T16" fmla="*/ 73 w 132"/>
                <a:gd name="T17" fmla="*/ 70 h 124"/>
                <a:gd name="T18" fmla="*/ 73 w 132"/>
                <a:gd name="T19" fmla="*/ 66 h 124"/>
                <a:gd name="T20" fmla="*/ 111 w 132"/>
                <a:gd name="T21" fmla="*/ 24 h 124"/>
                <a:gd name="T22" fmla="*/ 132 w 132"/>
                <a:gd name="T23" fmla="*/ 0 h 124"/>
                <a:gd name="T24" fmla="*/ 100 w 132"/>
                <a:gd name="T25" fmla="*/ 0 h 124"/>
                <a:gd name="T26" fmla="*/ 0 w 132"/>
                <a:gd name="T27" fmla="*/ 0 h 124"/>
                <a:gd name="T28" fmla="*/ 59 w 132"/>
                <a:gd name="T29" fmla="*/ 6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124">
                  <a:moveTo>
                    <a:pt x="59" y="66"/>
                  </a:moveTo>
                  <a:cubicBezTo>
                    <a:pt x="59" y="70"/>
                    <a:pt x="59" y="70"/>
                    <a:pt x="59" y="70"/>
                  </a:cubicBezTo>
                  <a:cubicBezTo>
                    <a:pt x="59" y="73"/>
                    <a:pt x="59" y="73"/>
                    <a:pt x="59" y="73"/>
                  </a:cubicBezTo>
                  <a:cubicBezTo>
                    <a:pt x="59" y="113"/>
                    <a:pt x="59" y="113"/>
                    <a:pt x="59" y="113"/>
                  </a:cubicBezTo>
                  <a:cubicBezTo>
                    <a:pt x="50" y="114"/>
                    <a:pt x="44" y="119"/>
                    <a:pt x="44" y="124"/>
                  </a:cubicBezTo>
                  <a:cubicBezTo>
                    <a:pt x="87" y="124"/>
                    <a:pt x="87" y="124"/>
                    <a:pt x="87" y="124"/>
                  </a:cubicBezTo>
                  <a:cubicBezTo>
                    <a:pt x="87" y="119"/>
                    <a:pt x="81" y="115"/>
                    <a:pt x="73" y="113"/>
                  </a:cubicBezTo>
                  <a:cubicBezTo>
                    <a:pt x="73" y="73"/>
                    <a:pt x="73" y="73"/>
                    <a:pt x="73" y="73"/>
                  </a:cubicBezTo>
                  <a:cubicBezTo>
                    <a:pt x="73" y="70"/>
                    <a:pt x="73" y="70"/>
                    <a:pt x="73" y="70"/>
                  </a:cubicBezTo>
                  <a:cubicBezTo>
                    <a:pt x="73" y="66"/>
                    <a:pt x="73" y="66"/>
                    <a:pt x="73" y="66"/>
                  </a:cubicBezTo>
                  <a:cubicBezTo>
                    <a:pt x="111" y="24"/>
                    <a:pt x="111" y="24"/>
                    <a:pt x="111" y="24"/>
                  </a:cubicBezTo>
                  <a:cubicBezTo>
                    <a:pt x="132" y="0"/>
                    <a:pt x="132" y="0"/>
                    <a:pt x="132" y="0"/>
                  </a:cubicBezTo>
                  <a:cubicBezTo>
                    <a:pt x="100" y="0"/>
                    <a:pt x="100" y="0"/>
                    <a:pt x="100" y="0"/>
                  </a:cubicBezTo>
                  <a:cubicBezTo>
                    <a:pt x="0" y="0"/>
                    <a:pt x="0" y="0"/>
                    <a:pt x="0" y="0"/>
                  </a:cubicBezTo>
                  <a:lnTo>
                    <a:pt x="59" y="6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4" name="Rectangle 362"/>
            <p:cNvSpPr>
              <a:spLocks noChangeArrowheads="1"/>
            </p:cNvSpPr>
            <p:nvPr/>
          </p:nvSpPr>
          <p:spPr bwMode="auto">
            <a:xfrm>
              <a:off x="4868862" y="174625"/>
              <a:ext cx="585788" cy="666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5" name="Freeform 363"/>
            <p:cNvSpPr>
              <a:spLocks noEditPoints="1"/>
            </p:cNvSpPr>
            <p:nvPr/>
          </p:nvSpPr>
          <p:spPr bwMode="auto">
            <a:xfrm>
              <a:off x="4868862" y="312738"/>
              <a:ext cx="585788" cy="236538"/>
            </a:xfrm>
            <a:custGeom>
              <a:avLst/>
              <a:gdLst>
                <a:gd name="T0" fmla="*/ 312 w 369"/>
                <a:gd name="T1" fmla="*/ 149 h 149"/>
                <a:gd name="T2" fmla="*/ 369 w 369"/>
                <a:gd name="T3" fmla="*/ 149 h 149"/>
                <a:gd name="T4" fmla="*/ 369 w 369"/>
                <a:gd name="T5" fmla="*/ 0 h 149"/>
                <a:gd name="T6" fmla="*/ 312 w 369"/>
                <a:gd name="T7" fmla="*/ 0 h 149"/>
                <a:gd name="T8" fmla="*/ 312 w 369"/>
                <a:gd name="T9" fmla="*/ 71 h 149"/>
                <a:gd name="T10" fmla="*/ 312 w 369"/>
                <a:gd name="T11" fmla="*/ 71 h 149"/>
                <a:gd name="T12" fmla="*/ 341 w 369"/>
                <a:gd name="T13" fmla="*/ 100 h 149"/>
                <a:gd name="T14" fmla="*/ 312 w 369"/>
                <a:gd name="T15" fmla="*/ 126 h 149"/>
                <a:gd name="T16" fmla="*/ 312 w 369"/>
                <a:gd name="T17" fmla="*/ 149 h 149"/>
                <a:gd name="T18" fmla="*/ 0 w 369"/>
                <a:gd name="T19" fmla="*/ 149 h 149"/>
                <a:gd name="T20" fmla="*/ 312 w 369"/>
                <a:gd name="T21" fmla="*/ 149 h 149"/>
                <a:gd name="T22" fmla="*/ 312 w 369"/>
                <a:gd name="T23" fmla="*/ 126 h 149"/>
                <a:gd name="T24" fmla="*/ 286 w 369"/>
                <a:gd name="T25" fmla="*/ 100 h 149"/>
                <a:gd name="T26" fmla="*/ 312 w 369"/>
                <a:gd name="T27" fmla="*/ 71 h 149"/>
                <a:gd name="T28" fmla="*/ 312 w 369"/>
                <a:gd name="T29" fmla="*/ 0 h 149"/>
                <a:gd name="T30" fmla="*/ 0 w 369"/>
                <a:gd name="T31" fmla="*/ 0 h 149"/>
                <a:gd name="T32" fmla="*/ 0 w 369"/>
                <a:gd name="T33" fmla="*/ 149 h 149"/>
                <a:gd name="T34" fmla="*/ 0 w 369"/>
                <a:gd name="T35" fmla="*/ 149 h 149"/>
                <a:gd name="T36" fmla="*/ 312 w 369"/>
                <a:gd name="T37" fmla="*/ 71 h 149"/>
                <a:gd name="T38" fmla="*/ 312 w 369"/>
                <a:gd name="T39" fmla="*/ 7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9" h="149">
                  <a:moveTo>
                    <a:pt x="312" y="149"/>
                  </a:moveTo>
                  <a:lnTo>
                    <a:pt x="369" y="149"/>
                  </a:lnTo>
                  <a:lnTo>
                    <a:pt x="369" y="0"/>
                  </a:lnTo>
                  <a:lnTo>
                    <a:pt x="312" y="0"/>
                  </a:lnTo>
                  <a:lnTo>
                    <a:pt x="312" y="71"/>
                  </a:lnTo>
                  <a:lnTo>
                    <a:pt x="312" y="71"/>
                  </a:lnTo>
                  <a:lnTo>
                    <a:pt x="341" y="100"/>
                  </a:lnTo>
                  <a:lnTo>
                    <a:pt x="312" y="126"/>
                  </a:lnTo>
                  <a:lnTo>
                    <a:pt x="312" y="149"/>
                  </a:lnTo>
                  <a:close/>
                  <a:moveTo>
                    <a:pt x="0" y="149"/>
                  </a:moveTo>
                  <a:lnTo>
                    <a:pt x="312" y="149"/>
                  </a:lnTo>
                  <a:lnTo>
                    <a:pt x="312" y="126"/>
                  </a:lnTo>
                  <a:lnTo>
                    <a:pt x="286" y="100"/>
                  </a:lnTo>
                  <a:lnTo>
                    <a:pt x="312" y="71"/>
                  </a:lnTo>
                  <a:lnTo>
                    <a:pt x="312" y="0"/>
                  </a:lnTo>
                  <a:lnTo>
                    <a:pt x="0" y="0"/>
                  </a:lnTo>
                  <a:lnTo>
                    <a:pt x="0" y="149"/>
                  </a:lnTo>
                  <a:lnTo>
                    <a:pt x="0" y="149"/>
                  </a:lnTo>
                  <a:close/>
                  <a:moveTo>
                    <a:pt x="312" y="71"/>
                  </a:moveTo>
                  <a:lnTo>
                    <a:pt x="312" y="71"/>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6" name="Freeform 364"/>
            <p:cNvSpPr>
              <a:spLocks noEditPoints="1"/>
            </p:cNvSpPr>
            <p:nvPr/>
          </p:nvSpPr>
          <p:spPr bwMode="auto">
            <a:xfrm>
              <a:off x="4868862" y="312738"/>
              <a:ext cx="585788" cy="236538"/>
            </a:xfrm>
            <a:custGeom>
              <a:avLst/>
              <a:gdLst>
                <a:gd name="T0" fmla="*/ 312 w 369"/>
                <a:gd name="T1" fmla="*/ 149 h 149"/>
                <a:gd name="T2" fmla="*/ 369 w 369"/>
                <a:gd name="T3" fmla="*/ 149 h 149"/>
                <a:gd name="T4" fmla="*/ 369 w 369"/>
                <a:gd name="T5" fmla="*/ 0 h 149"/>
                <a:gd name="T6" fmla="*/ 312 w 369"/>
                <a:gd name="T7" fmla="*/ 0 h 149"/>
                <a:gd name="T8" fmla="*/ 312 w 369"/>
                <a:gd name="T9" fmla="*/ 71 h 149"/>
                <a:gd name="T10" fmla="*/ 312 w 369"/>
                <a:gd name="T11" fmla="*/ 71 h 149"/>
                <a:gd name="T12" fmla="*/ 341 w 369"/>
                <a:gd name="T13" fmla="*/ 100 h 149"/>
                <a:gd name="T14" fmla="*/ 312 w 369"/>
                <a:gd name="T15" fmla="*/ 126 h 149"/>
                <a:gd name="T16" fmla="*/ 312 w 369"/>
                <a:gd name="T17" fmla="*/ 149 h 149"/>
                <a:gd name="T18" fmla="*/ 0 w 369"/>
                <a:gd name="T19" fmla="*/ 149 h 149"/>
                <a:gd name="T20" fmla="*/ 312 w 369"/>
                <a:gd name="T21" fmla="*/ 149 h 149"/>
                <a:gd name="T22" fmla="*/ 312 w 369"/>
                <a:gd name="T23" fmla="*/ 126 h 149"/>
                <a:gd name="T24" fmla="*/ 286 w 369"/>
                <a:gd name="T25" fmla="*/ 100 h 149"/>
                <a:gd name="T26" fmla="*/ 312 w 369"/>
                <a:gd name="T27" fmla="*/ 71 h 149"/>
                <a:gd name="T28" fmla="*/ 312 w 369"/>
                <a:gd name="T29" fmla="*/ 0 h 149"/>
                <a:gd name="T30" fmla="*/ 0 w 369"/>
                <a:gd name="T31" fmla="*/ 0 h 149"/>
                <a:gd name="T32" fmla="*/ 0 w 369"/>
                <a:gd name="T33" fmla="*/ 149 h 149"/>
                <a:gd name="T34" fmla="*/ 0 w 369"/>
                <a:gd name="T35" fmla="*/ 149 h 149"/>
                <a:gd name="T36" fmla="*/ 312 w 369"/>
                <a:gd name="T37" fmla="*/ 71 h 149"/>
                <a:gd name="T38" fmla="*/ 312 w 369"/>
                <a:gd name="T39" fmla="*/ 7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9" h="149">
                  <a:moveTo>
                    <a:pt x="312" y="149"/>
                  </a:moveTo>
                  <a:lnTo>
                    <a:pt x="369" y="149"/>
                  </a:lnTo>
                  <a:lnTo>
                    <a:pt x="369" y="0"/>
                  </a:lnTo>
                  <a:lnTo>
                    <a:pt x="312" y="0"/>
                  </a:lnTo>
                  <a:lnTo>
                    <a:pt x="312" y="71"/>
                  </a:lnTo>
                  <a:lnTo>
                    <a:pt x="312" y="71"/>
                  </a:lnTo>
                  <a:lnTo>
                    <a:pt x="341" y="100"/>
                  </a:lnTo>
                  <a:lnTo>
                    <a:pt x="312" y="126"/>
                  </a:lnTo>
                  <a:lnTo>
                    <a:pt x="312" y="149"/>
                  </a:lnTo>
                  <a:moveTo>
                    <a:pt x="0" y="149"/>
                  </a:moveTo>
                  <a:lnTo>
                    <a:pt x="312" y="149"/>
                  </a:lnTo>
                  <a:lnTo>
                    <a:pt x="312" y="126"/>
                  </a:lnTo>
                  <a:lnTo>
                    <a:pt x="286" y="100"/>
                  </a:lnTo>
                  <a:lnTo>
                    <a:pt x="312" y="71"/>
                  </a:lnTo>
                  <a:lnTo>
                    <a:pt x="312" y="0"/>
                  </a:lnTo>
                  <a:lnTo>
                    <a:pt x="0" y="0"/>
                  </a:lnTo>
                  <a:lnTo>
                    <a:pt x="0" y="149"/>
                  </a:lnTo>
                  <a:lnTo>
                    <a:pt x="0" y="149"/>
                  </a:lnTo>
                  <a:moveTo>
                    <a:pt x="312" y="71"/>
                  </a:moveTo>
                  <a:lnTo>
                    <a:pt x="312" y="71"/>
                  </a:lnTo>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7" name="Freeform 365"/>
            <p:cNvSpPr>
              <a:spLocks/>
            </p:cNvSpPr>
            <p:nvPr/>
          </p:nvSpPr>
          <p:spPr bwMode="auto">
            <a:xfrm>
              <a:off x="7432675" y="1597025"/>
              <a:ext cx="404813" cy="365125"/>
            </a:xfrm>
            <a:custGeom>
              <a:avLst/>
              <a:gdLst>
                <a:gd name="T0" fmla="*/ 0 w 255"/>
                <a:gd name="T1" fmla="*/ 93 h 230"/>
                <a:gd name="T2" fmla="*/ 0 w 255"/>
                <a:gd name="T3" fmla="*/ 197 h 230"/>
                <a:gd name="T4" fmla="*/ 5 w 255"/>
                <a:gd name="T5" fmla="*/ 197 h 230"/>
                <a:gd name="T6" fmla="*/ 40 w 255"/>
                <a:gd name="T7" fmla="*/ 197 h 230"/>
                <a:gd name="T8" fmla="*/ 52 w 255"/>
                <a:gd name="T9" fmla="*/ 197 h 230"/>
                <a:gd name="T10" fmla="*/ 52 w 255"/>
                <a:gd name="T11" fmla="*/ 209 h 230"/>
                <a:gd name="T12" fmla="*/ 52 w 255"/>
                <a:gd name="T13" fmla="*/ 230 h 230"/>
                <a:gd name="T14" fmla="*/ 64 w 255"/>
                <a:gd name="T15" fmla="*/ 230 h 230"/>
                <a:gd name="T16" fmla="*/ 64 w 255"/>
                <a:gd name="T17" fmla="*/ 209 h 230"/>
                <a:gd name="T18" fmla="*/ 64 w 255"/>
                <a:gd name="T19" fmla="*/ 197 h 230"/>
                <a:gd name="T20" fmla="*/ 76 w 255"/>
                <a:gd name="T21" fmla="*/ 197 h 230"/>
                <a:gd name="T22" fmla="*/ 111 w 255"/>
                <a:gd name="T23" fmla="*/ 197 h 230"/>
                <a:gd name="T24" fmla="*/ 120 w 255"/>
                <a:gd name="T25" fmla="*/ 197 h 230"/>
                <a:gd name="T26" fmla="*/ 120 w 255"/>
                <a:gd name="T27" fmla="*/ 209 h 230"/>
                <a:gd name="T28" fmla="*/ 120 w 255"/>
                <a:gd name="T29" fmla="*/ 230 h 230"/>
                <a:gd name="T30" fmla="*/ 135 w 255"/>
                <a:gd name="T31" fmla="*/ 230 h 230"/>
                <a:gd name="T32" fmla="*/ 135 w 255"/>
                <a:gd name="T33" fmla="*/ 209 h 230"/>
                <a:gd name="T34" fmla="*/ 135 w 255"/>
                <a:gd name="T35" fmla="*/ 197 h 230"/>
                <a:gd name="T36" fmla="*/ 144 w 255"/>
                <a:gd name="T37" fmla="*/ 197 h 230"/>
                <a:gd name="T38" fmla="*/ 182 w 255"/>
                <a:gd name="T39" fmla="*/ 197 h 230"/>
                <a:gd name="T40" fmla="*/ 191 w 255"/>
                <a:gd name="T41" fmla="*/ 197 h 230"/>
                <a:gd name="T42" fmla="*/ 191 w 255"/>
                <a:gd name="T43" fmla="*/ 209 h 230"/>
                <a:gd name="T44" fmla="*/ 191 w 255"/>
                <a:gd name="T45" fmla="*/ 230 h 230"/>
                <a:gd name="T46" fmla="*/ 206 w 255"/>
                <a:gd name="T47" fmla="*/ 230 h 230"/>
                <a:gd name="T48" fmla="*/ 206 w 255"/>
                <a:gd name="T49" fmla="*/ 209 h 230"/>
                <a:gd name="T50" fmla="*/ 206 w 255"/>
                <a:gd name="T51" fmla="*/ 197 h 230"/>
                <a:gd name="T52" fmla="*/ 215 w 255"/>
                <a:gd name="T53" fmla="*/ 197 h 230"/>
                <a:gd name="T54" fmla="*/ 251 w 255"/>
                <a:gd name="T55" fmla="*/ 197 h 230"/>
                <a:gd name="T56" fmla="*/ 255 w 255"/>
                <a:gd name="T57" fmla="*/ 197 h 230"/>
                <a:gd name="T58" fmla="*/ 255 w 255"/>
                <a:gd name="T59" fmla="*/ 93 h 230"/>
                <a:gd name="T60" fmla="*/ 239 w 255"/>
                <a:gd name="T61" fmla="*/ 93 h 230"/>
                <a:gd name="T62" fmla="*/ 239 w 255"/>
                <a:gd name="T63" fmla="*/ 116 h 230"/>
                <a:gd name="T64" fmla="*/ 215 w 255"/>
                <a:gd name="T65" fmla="*/ 116 h 230"/>
                <a:gd name="T66" fmla="*/ 215 w 255"/>
                <a:gd name="T67" fmla="*/ 93 h 230"/>
                <a:gd name="T68" fmla="*/ 189 w 255"/>
                <a:gd name="T69" fmla="*/ 93 h 230"/>
                <a:gd name="T70" fmla="*/ 189 w 255"/>
                <a:gd name="T71" fmla="*/ 116 h 230"/>
                <a:gd name="T72" fmla="*/ 165 w 255"/>
                <a:gd name="T73" fmla="*/ 116 h 230"/>
                <a:gd name="T74" fmla="*/ 165 w 255"/>
                <a:gd name="T75" fmla="*/ 93 h 230"/>
                <a:gd name="T76" fmla="*/ 144 w 255"/>
                <a:gd name="T77" fmla="*/ 93 h 230"/>
                <a:gd name="T78" fmla="*/ 144 w 255"/>
                <a:gd name="T79" fmla="*/ 0 h 230"/>
                <a:gd name="T80" fmla="*/ 111 w 255"/>
                <a:gd name="T81" fmla="*/ 0 h 230"/>
                <a:gd name="T82" fmla="*/ 111 w 255"/>
                <a:gd name="T83" fmla="*/ 93 h 230"/>
                <a:gd name="T84" fmla="*/ 90 w 255"/>
                <a:gd name="T85" fmla="*/ 93 h 230"/>
                <a:gd name="T86" fmla="*/ 90 w 255"/>
                <a:gd name="T87" fmla="*/ 116 h 230"/>
                <a:gd name="T88" fmla="*/ 66 w 255"/>
                <a:gd name="T89" fmla="*/ 116 h 230"/>
                <a:gd name="T90" fmla="*/ 66 w 255"/>
                <a:gd name="T91" fmla="*/ 93 h 230"/>
                <a:gd name="T92" fmla="*/ 40 w 255"/>
                <a:gd name="T93" fmla="*/ 93 h 230"/>
                <a:gd name="T94" fmla="*/ 40 w 255"/>
                <a:gd name="T95" fmla="*/ 116 h 230"/>
                <a:gd name="T96" fmla="*/ 16 w 255"/>
                <a:gd name="T97" fmla="*/ 116 h 230"/>
                <a:gd name="T98" fmla="*/ 16 w 255"/>
                <a:gd name="T99" fmla="*/ 93 h 230"/>
                <a:gd name="T100" fmla="*/ 0 w 255"/>
                <a:gd name="T101" fmla="*/ 9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5" h="230">
                  <a:moveTo>
                    <a:pt x="0" y="93"/>
                  </a:moveTo>
                  <a:lnTo>
                    <a:pt x="0" y="197"/>
                  </a:lnTo>
                  <a:lnTo>
                    <a:pt x="5" y="197"/>
                  </a:lnTo>
                  <a:lnTo>
                    <a:pt x="40" y="197"/>
                  </a:lnTo>
                  <a:lnTo>
                    <a:pt x="52" y="197"/>
                  </a:lnTo>
                  <a:lnTo>
                    <a:pt x="52" y="209"/>
                  </a:lnTo>
                  <a:lnTo>
                    <a:pt x="52" y="230"/>
                  </a:lnTo>
                  <a:lnTo>
                    <a:pt x="64" y="230"/>
                  </a:lnTo>
                  <a:lnTo>
                    <a:pt x="64" y="209"/>
                  </a:lnTo>
                  <a:lnTo>
                    <a:pt x="64" y="197"/>
                  </a:lnTo>
                  <a:lnTo>
                    <a:pt x="76" y="197"/>
                  </a:lnTo>
                  <a:lnTo>
                    <a:pt x="111" y="197"/>
                  </a:lnTo>
                  <a:lnTo>
                    <a:pt x="120" y="197"/>
                  </a:lnTo>
                  <a:lnTo>
                    <a:pt x="120" y="209"/>
                  </a:lnTo>
                  <a:lnTo>
                    <a:pt x="120" y="230"/>
                  </a:lnTo>
                  <a:lnTo>
                    <a:pt x="135" y="230"/>
                  </a:lnTo>
                  <a:lnTo>
                    <a:pt x="135" y="209"/>
                  </a:lnTo>
                  <a:lnTo>
                    <a:pt x="135" y="197"/>
                  </a:lnTo>
                  <a:lnTo>
                    <a:pt x="144" y="197"/>
                  </a:lnTo>
                  <a:lnTo>
                    <a:pt x="182" y="197"/>
                  </a:lnTo>
                  <a:lnTo>
                    <a:pt x="191" y="197"/>
                  </a:lnTo>
                  <a:lnTo>
                    <a:pt x="191" y="209"/>
                  </a:lnTo>
                  <a:lnTo>
                    <a:pt x="191" y="230"/>
                  </a:lnTo>
                  <a:lnTo>
                    <a:pt x="206" y="230"/>
                  </a:lnTo>
                  <a:lnTo>
                    <a:pt x="206" y="209"/>
                  </a:lnTo>
                  <a:lnTo>
                    <a:pt x="206" y="197"/>
                  </a:lnTo>
                  <a:lnTo>
                    <a:pt x="215" y="197"/>
                  </a:lnTo>
                  <a:lnTo>
                    <a:pt x="251" y="197"/>
                  </a:lnTo>
                  <a:lnTo>
                    <a:pt x="255" y="197"/>
                  </a:lnTo>
                  <a:lnTo>
                    <a:pt x="255" y="93"/>
                  </a:lnTo>
                  <a:lnTo>
                    <a:pt x="239" y="93"/>
                  </a:lnTo>
                  <a:lnTo>
                    <a:pt x="239" y="116"/>
                  </a:lnTo>
                  <a:lnTo>
                    <a:pt x="215" y="116"/>
                  </a:lnTo>
                  <a:lnTo>
                    <a:pt x="215" y="93"/>
                  </a:lnTo>
                  <a:lnTo>
                    <a:pt x="189" y="93"/>
                  </a:lnTo>
                  <a:lnTo>
                    <a:pt x="189" y="116"/>
                  </a:lnTo>
                  <a:lnTo>
                    <a:pt x="165" y="116"/>
                  </a:lnTo>
                  <a:lnTo>
                    <a:pt x="165" y="93"/>
                  </a:lnTo>
                  <a:lnTo>
                    <a:pt x="144" y="93"/>
                  </a:lnTo>
                  <a:lnTo>
                    <a:pt x="144" y="0"/>
                  </a:lnTo>
                  <a:lnTo>
                    <a:pt x="111" y="0"/>
                  </a:lnTo>
                  <a:lnTo>
                    <a:pt x="111" y="93"/>
                  </a:lnTo>
                  <a:lnTo>
                    <a:pt x="90" y="93"/>
                  </a:lnTo>
                  <a:lnTo>
                    <a:pt x="90" y="116"/>
                  </a:lnTo>
                  <a:lnTo>
                    <a:pt x="66" y="116"/>
                  </a:lnTo>
                  <a:lnTo>
                    <a:pt x="66" y="93"/>
                  </a:lnTo>
                  <a:lnTo>
                    <a:pt x="40" y="93"/>
                  </a:lnTo>
                  <a:lnTo>
                    <a:pt x="40" y="116"/>
                  </a:lnTo>
                  <a:lnTo>
                    <a:pt x="16" y="116"/>
                  </a:lnTo>
                  <a:lnTo>
                    <a:pt x="16" y="93"/>
                  </a:lnTo>
                  <a:lnTo>
                    <a:pt x="0" y="9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8" name="Freeform 366"/>
            <p:cNvSpPr>
              <a:spLocks/>
            </p:cNvSpPr>
            <p:nvPr/>
          </p:nvSpPr>
          <p:spPr bwMode="auto">
            <a:xfrm>
              <a:off x="7346950" y="1928813"/>
              <a:ext cx="577850" cy="296863"/>
            </a:xfrm>
            <a:custGeom>
              <a:avLst/>
              <a:gdLst>
                <a:gd name="T0" fmla="*/ 364 w 364"/>
                <a:gd name="T1" fmla="*/ 0 h 187"/>
                <a:gd name="T2" fmla="*/ 340 w 364"/>
                <a:gd name="T3" fmla="*/ 0 h 187"/>
                <a:gd name="T4" fmla="*/ 340 w 364"/>
                <a:gd name="T5" fmla="*/ 30 h 187"/>
                <a:gd name="T6" fmla="*/ 309 w 364"/>
                <a:gd name="T7" fmla="*/ 30 h 187"/>
                <a:gd name="T8" fmla="*/ 305 w 364"/>
                <a:gd name="T9" fmla="*/ 30 h 187"/>
                <a:gd name="T10" fmla="*/ 305 w 364"/>
                <a:gd name="T11" fmla="*/ 0 h 187"/>
                <a:gd name="T12" fmla="*/ 269 w 364"/>
                <a:gd name="T13" fmla="*/ 0 h 187"/>
                <a:gd name="T14" fmla="*/ 269 w 364"/>
                <a:gd name="T15" fmla="*/ 30 h 187"/>
                <a:gd name="T16" fmla="*/ 236 w 364"/>
                <a:gd name="T17" fmla="*/ 30 h 187"/>
                <a:gd name="T18" fmla="*/ 236 w 364"/>
                <a:gd name="T19" fmla="*/ 0 h 187"/>
                <a:gd name="T20" fmla="*/ 198 w 364"/>
                <a:gd name="T21" fmla="*/ 0 h 187"/>
                <a:gd name="T22" fmla="*/ 198 w 364"/>
                <a:gd name="T23" fmla="*/ 30 h 187"/>
                <a:gd name="T24" fmla="*/ 165 w 364"/>
                <a:gd name="T25" fmla="*/ 30 h 187"/>
                <a:gd name="T26" fmla="*/ 165 w 364"/>
                <a:gd name="T27" fmla="*/ 0 h 187"/>
                <a:gd name="T28" fmla="*/ 130 w 364"/>
                <a:gd name="T29" fmla="*/ 0 h 187"/>
                <a:gd name="T30" fmla="*/ 130 w 364"/>
                <a:gd name="T31" fmla="*/ 30 h 187"/>
                <a:gd name="T32" fmla="*/ 94 w 364"/>
                <a:gd name="T33" fmla="*/ 30 h 187"/>
                <a:gd name="T34" fmla="*/ 94 w 364"/>
                <a:gd name="T35" fmla="*/ 0 h 187"/>
                <a:gd name="T36" fmla="*/ 59 w 364"/>
                <a:gd name="T37" fmla="*/ 0 h 187"/>
                <a:gd name="T38" fmla="*/ 59 w 364"/>
                <a:gd name="T39" fmla="*/ 30 h 187"/>
                <a:gd name="T40" fmla="*/ 54 w 364"/>
                <a:gd name="T41" fmla="*/ 30 h 187"/>
                <a:gd name="T42" fmla="*/ 26 w 364"/>
                <a:gd name="T43" fmla="*/ 30 h 187"/>
                <a:gd name="T44" fmla="*/ 26 w 364"/>
                <a:gd name="T45" fmla="*/ 0 h 187"/>
                <a:gd name="T46" fmla="*/ 0 w 364"/>
                <a:gd name="T47" fmla="*/ 0 h 187"/>
                <a:gd name="T48" fmla="*/ 0 w 364"/>
                <a:gd name="T49" fmla="*/ 187 h 187"/>
                <a:gd name="T50" fmla="*/ 139 w 364"/>
                <a:gd name="T51" fmla="*/ 187 h 187"/>
                <a:gd name="T52" fmla="*/ 139 w 364"/>
                <a:gd name="T53" fmla="*/ 113 h 187"/>
                <a:gd name="T54" fmla="*/ 234 w 364"/>
                <a:gd name="T55" fmla="*/ 113 h 187"/>
                <a:gd name="T56" fmla="*/ 234 w 364"/>
                <a:gd name="T57" fmla="*/ 187 h 187"/>
                <a:gd name="T58" fmla="*/ 364 w 364"/>
                <a:gd name="T59" fmla="*/ 187 h 187"/>
                <a:gd name="T60" fmla="*/ 364 w 364"/>
                <a:gd name="T61"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4" h="187">
                  <a:moveTo>
                    <a:pt x="364" y="0"/>
                  </a:moveTo>
                  <a:lnTo>
                    <a:pt x="340" y="0"/>
                  </a:lnTo>
                  <a:lnTo>
                    <a:pt x="340" y="30"/>
                  </a:lnTo>
                  <a:lnTo>
                    <a:pt x="309" y="30"/>
                  </a:lnTo>
                  <a:lnTo>
                    <a:pt x="305" y="30"/>
                  </a:lnTo>
                  <a:lnTo>
                    <a:pt x="305" y="0"/>
                  </a:lnTo>
                  <a:lnTo>
                    <a:pt x="269" y="0"/>
                  </a:lnTo>
                  <a:lnTo>
                    <a:pt x="269" y="30"/>
                  </a:lnTo>
                  <a:lnTo>
                    <a:pt x="236" y="30"/>
                  </a:lnTo>
                  <a:lnTo>
                    <a:pt x="236" y="0"/>
                  </a:lnTo>
                  <a:lnTo>
                    <a:pt x="198" y="0"/>
                  </a:lnTo>
                  <a:lnTo>
                    <a:pt x="198" y="30"/>
                  </a:lnTo>
                  <a:lnTo>
                    <a:pt x="165" y="30"/>
                  </a:lnTo>
                  <a:lnTo>
                    <a:pt x="165" y="0"/>
                  </a:lnTo>
                  <a:lnTo>
                    <a:pt x="130" y="0"/>
                  </a:lnTo>
                  <a:lnTo>
                    <a:pt x="130" y="30"/>
                  </a:lnTo>
                  <a:lnTo>
                    <a:pt x="94" y="30"/>
                  </a:lnTo>
                  <a:lnTo>
                    <a:pt x="94" y="0"/>
                  </a:lnTo>
                  <a:lnTo>
                    <a:pt x="59" y="0"/>
                  </a:lnTo>
                  <a:lnTo>
                    <a:pt x="59" y="30"/>
                  </a:lnTo>
                  <a:lnTo>
                    <a:pt x="54" y="30"/>
                  </a:lnTo>
                  <a:lnTo>
                    <a:pt x="26" y="30"/>
                  </a:lnTo>
                  <a:lnTo>
                    <a:pt x="26" y="0"/>
                  </a:lnTo>
                  <a:lnTo>
                    <a:pt x="0" y="0"/>
                  </a:lnTo>
                  <a:lnTo>
                    <a:pt x="0" y="187"/>
                  </a:lnTo>
                  <a:lnTo>
                    <a:pt x="139" y="187"/>
                  </a:lnTo>
                  <a:lnTo>
                    <a:pt x="139" y="113"/>
                  </a:lnTo>
                  <a:lnTo>
                    <a:pt x="234" y="113"/>
                  </a:lnTo>
                  <a:lnTo>
                    <a:pt x="234" y="187"/>
                  </a:lnTo>
                  <a:lnTo>
                    <a:pt x="364" y="187"/>
                  </a:lnTo>
                  <a:lnTo>
                    <a:pt x="364"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99" name="Freeform 367"/>
            <p:cNvSpPr>
              <a:spLocks/>
            </p:cNvSpPr>
            <p:nvPr/>
          </p:nvSpPr>
          <p:spPr bwMode="auto">
            <a:xfrm>
              <a:off x="7688262" y="1612900"/>
              <a:ext cx="165100" cy="104775"/>
            </a:xfrm>
            <a:custGeom>
              <a:avLst/>
              <a:gdLst>
                <a:gd name="T0" fmla="*/ 0 w 104"/>
                <a:gd name="T1" fmla="*/ 0 h 66"/>
                <a:gd name="T2" fmla="*/ 0 w 104"/>
                <a:gd name="T3" fmla="*/ 66 h 66"/>
                <a:gd name="T4" fmla="*/ 104 w 104"/>
                <a:gd name="T5" fmla="*/ 33 h 66"/>
                <a:gd name="T6" fmla="*/ 0 w 104"/>
                <a:gd name="T7" fmla="*/ 0 h 66"/>
              </a:gdLst>
              <a:ahLst/>
              <a:cxnLst>
                <a:cxn ang="0">
                  <a:pos x="T0" y="T1"/>
                </a:cxn>
                <a:cxn ang="0">
                  <a:pos x="T2" y="T3"/>
                </a:cxn>
                <a:cxn ang="0">
                  <a:pos x="T4" y="T5"/>
                </a:cxn>
                <a:cxn ang="0">
                  <a:pos x="T6" y="T7"/>
                </a:cxn>
              </a:cxnLst>
              <a:rect l="0" t="0" r="r" b="b"/>
              <a:pathLst>
                <a:path w="104" h="66">
                  <a:moveTo>
                    <a:pt x="0" y="0"/>
                  </a:moveTo>
                  <a:lnTo>
                    <a:pt x="0" y="66"/>
                  </a:lnTo>
                  <a:lnTo>
                    <a:pt x="104" y="33"/>
                  </a:lnTo>
                  <a:lnTo>
                    <a:pt x="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0" name="Freeform 368"/>
            <p:cNvSpPr>
              <a:spLocks/>
            </p:cNvSpPr>
            <p:nvPr/>
          </p:nvSpPr>
          <p:spPr bwMode="auto">
            <a:xfrm>
              <a:off x="6862762" y="1241425"/>
              <a:ext cx="592138" cy="157163"/>
            </a:xfrm>
            <a:custGeom>
              <a:avLst/>
              <a:gdLst>
                <a:gd name="T0" fmla="*/ 49 w 373"/>
                <a:gd name="T1" fmla="*/ 99 h 99"/>
                <a:gd name="T2" fmla="*/ 59 w 373"/>
                <a:gd name="T3" fmla="*/ 99 h 99"/>
                <a:gd name="T4" fmla="*/ 314 w 373"/>
                <a:gd name="T5" fmla="*/ 99 h 99"/>
                <a:gd name="T6" fmla="*/ 319 w 373"/>
                <a:gd name="T7" fmla="*/ 99 h 99"/>
                <a:gd name="T8" fmla="*/ 373 w 373"/>
                <a:gd name="T9" fmla="*/ 0 h 99"/>
                <a:gd name="T10" fmla="*/ 371 w 373"/>
                <a:gd name="T11" fmla="*/ 0 h 99"/>
                <a:gd name="T12" fmla="*/ 316 w 373"/>
                <a:gd name="T13" fmla="*/ 0 h 99"/>
                <a:gd name="T14" fmla="*/ 271 w 373"/>
                <a:gd name="T15" fmla="*/ 0 h 99"/>
                <a:gd name="T16" fmla="*/ 99 w 373"/>
                <a:gd name="T17" fmla="*/ 0 h 99"/>
                <a:gd name="T18" fmla="*/ 56 w 373"/>
                <a:gd name="T19" fmla="*/ 0 h 99"/>
                <a:gd name="T20" fmla="*/ 0 w 373"/>
                <a:gd name="T21" fmla="*/ 0 h 99"/>
                <a:gd name="T22" fmla="*/ 49 w 373"/>
                <a:gd name="T23"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3" h="99">
                  <a:moveTo>
                    <a:pt x="49" y="99"/>
                  </a:moveTo>
                  <a:lnTo>
                    <a:pt x="59" y="99"/>
                  </a:lnTo>
                  <a:lnTo>
                    <a:pt x="314" y="99"/>
                  </a:lnTo>
                  <a:lnTo>
                    <a:pt x="319" y="99"/>
                  </a:lnTo>
                  <a:lnTo>
                    <a:pt x="373" y="0"/>
                  </a:lnTo>
                  <a:lnTo>
                    <a:pt x="371" y="0"/>
                  </a:lnTo>
                  <a:lnTo>
                    <a:pt x="316" y="0"/>
                  </a:lnTo>
                  <a:lnTo>
                    <a:pt x="271" y="0"/>
                  </a:lnTo>
                  <a:lnTo>
                    <a:pt x="99" y="0"/>
                  </a:lnTo>
                  <a:lnTo>
                    <a:pt x="56" y="0"/>
                  </a:lnTo>
                  <a:lnTo>
                    <a:pt x="0" y="0"/>
                  </a:lnTo>
                  <a:lnTo>
                    <a:pt x="49" y="99"/>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1" name="Freeform 369"/>
            <p:cNvSpPr>
              <a:spLocks/>
            </p:cNvSpPr>
            <p:nvPr/>
          </p:nvSpPr>
          <p:spPr bwMode="auto">
            <a:xfrm>
              <a:off x="6858000" y="1274763"/>
              <a:ext cx="593725" cy="280988"/>
            </a:xfrm>
            <a:custGeom>
              <a:avLst/>
              <a:gdLst>
                <a:gd name="T0" fmla="*/ 0 w 158"/>
                <a:gd name="T1" fmla="*/ 75 h 75"/>
                <a:gd name="T2" fmla="*/ 158 w 158"/>
                <a:gd name="T3" fmla="*/ 75 h 75"/>
                <a:gd name="T4" fmla="*/ 158 w 158"/>
                <a:gd name="T5" fmla="*/ 0 h 75"/>
                <a:gd name="T6" fmla="*/ 140 w 158"/>
                <a:gd name="T7" fmla="*/ 35 h 75"/>
                <a:gd name="T8" fmla="*/ 139 w 158"/>
                <a:gd name="T9" fmla="*/ 37 h 75"/>
                <a:gd name="T10" fmla="*/ 136 w 158"/>
                <a:gd name="T11" fmla="*/ 37 h 75"/>
                <a:gd name="T12" fmla="*/ 131 w 158"/>
                <a:gd name="T13" fmla="*/ 37 h 75"/>
                <a:gd name="T14" fmla="*/ 92 w 158"/>
                <a:gd name="T15" fmla="*/ 37 h 75"/>
                <a:gd name="T16" fmla="*/ 92 w 158"/>
                <a:gd name="T17" fmla="*/ 39 h 75"/>
                <a:gd name="T18" fmla="*/ 90 w 158"/>
                <a:gd name="T19" fmla="*/ 46 h 75"/>
                <a:gd name="T20" fmla="*/ 80 w 158"/>
                <a:gd name="T21" fmla="*/ 51 h 75"/>
                <a:gd name="T22" fmla="*/ 69 w 158"/>
                <a:gd name="T23" fmla="*/ 46 h 75"/>
                <a:gd name="T24" fmla="*/ 67 w 158"/>
                <a:gd name="T25" fmla="*/ 39 h 75"/>
                <a:gd name="T26" fmla="*/ 68 w 158"/>
                <a:gd name="T27" fmla="*/ 37 h 75"/>
                <a:gd name="T28" fmla="*/ 29 w 158"/>
                <a:gd name="T29" fmla="*/ 37 h 75"/>
                <a:gd name="T30" fmla="*/ 22 w 158"/>
                <a:gd name="T31" fmla="*/ 37 h 75"/>
                <a:gd name="T32" fmla="*/ 19 w 158"/>
                <a:gd name="T33" fmla="*/ 37 h 75"/>
                <a:gd name="T34" fmla="*/ 18 w 158"/>
                <a:gd name="T35" fmla="*/ 35 h 75"/>
                <a:gd name="T36" fmla="*/ 0 w 158"/>
                <a:gd name="T37" fmla="*/ 1 h 75"/>
                <a:gd name="T38" fmla="*/ 0 w 158"/>
                <a:gd name="T3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75">
                  <a:moveTo>
                    <a:pt x="0" y="75"/>
                  </a:moveTo>
                  <a:cubicBezTo>
                    <a:pt x="158" y="75"/>
                    <a:pt x="158" y="75"/>
                    <a:pt x="158" y="75"/>
                  </a:cubicBezTo>
                  <a:cubicBezTo>
                    <a:pt x="158" y="0"/>
                    <a:pt x="158" y="0"/>
                    <a:pt x="158" y="0"/>
                  </a:cubicBezTo>
                  <a:cubicBezTo>
                    <a:pt x="140" y="35"/>
                    <a:pt x="140" y="35"/>
                    <a:pt x="140" y="35"/>
                  </a:cubicBezTo>
                  <a:cubicBezTo>
                    <a:pt x="139" y="37"/>
                    <a:pt x="139" y="37"/>
                    <a:pt x="139" y="37"/>
                  </a:cubicBezTo>
                  <a:cubicBezTo>
                    <a:pt x="136" y="37"/>
                    <a:pt x="136" y="37"/>
                    <a:pt x="136" y="37"/>
                  </a:cubicBezTo>
                  <a:cubicBezTo>
                    <a:pt x="131" y="37"/>
                    <a:pt x="131" y="37"/>
                    <a:pt x="131" y="37"/>
                  </a:cubicBezTo>
                  <a:cubicBezTo>
                    <a:pt x="92" y="37"/>
                    <a:pt x="92" y="37"/>
                    <a:pt x="92" y="37"/>
                  </a:cubicBezTo>
                  <a:cubicBezTo>
                    <a:pt x="92" y="38"/>
                    <a:pt x="92" y="38"/>
                    <a:pt x="92" y="39"/>
                  </a:cubicBezTo>
                  <a:cubicBezTo>
                    <a:pt x="92" y="42"/>
                    <a:pt x="91" y="44"/>
                    <a:pt x="90" y="46"/>
                  </a:cubicBezTo>
                  <a:cubicBezTo>
                    <a:pt x="88" y="50"/>
                    <a:pt x="84" y="51"/>
                    <a:pt x="80" y="51"/>
                  </a:cubicBezTo>
                  <a:cubicBezTo>
                    <a:pt x="75" y="51"/>
                    <a:pt x="72" y="50"/>
                    <a:pt x="69" y="46"/>
                  </a:cubicBezTo>
                  <a:cubicBezTo>
                    <a:pt x="68" y="44"/>
                    <a:pt x="67" y="42"/>
                    <a:pt x="67" y="39"/>
                  </a:cubicBezTo>
                  <a:cubicBezTo>
                    <a:pt x="67" y="38"/>
                    <a:pt x="68" y="38"/>
                    <a:pt x="68" y="37"/>
                  </a:cubicBezTo>
                  <a:cubicBezTo>
                    <a:pt x="29" y="37"/>
                    <a:pt x="29" y="37"/>
                    <a:pt x="29" y="37"/>
                  </a:cubicBezTo>
                  <a:cubicBezTo>
                    <a:pt x="22" y="37"/>
                    <a:pt x="22" y="37"/>
                    <a:pt x="22" y="37"/>
                  </a:cubicBezTo>
                  <a:cubicBezTo>
                    <a:pt x="19" y="37"/>
                    <a:pt x="19" y="37"/>
                    <a:pt x="19" y="37"/>
                  </a:cubicBezTo>
                  <a:cubicBezTo>
                    <a:pt x="18" y="35"/>
                    <a:pt x="18" y="35"/>
                    <a:pt x="18" y="35"/>
                  </a:cubicBezTo>
                  <a:cubicBezTo>
                    <a:pt x="0" y="1"/>
                    <a:pt x="0" y="1"/>
                    <a:pt x="0" y="1"/>
                  </a:cubicBezTo>
                  <a:lnTo>
                    <a:pt x="0" y="7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2" name="Freeform 370"/>
            <p:cNvSpPr>
              <a:spLocks/>
            </p:cNvSpPr>
            <p:nvPr/>
          </p:nvSpPr>
          <p:spPr bwMode="auto">
            <a:xfrm>
              <a:off x="6951662" y="1027113"/>
              <a:ext cx="412750" cy="195263"/>
            </a:xfrm>
            <a:custGeom>
              <a:avLst/>
              <a:gdLst>
                <a:gd name="T0" fmla="*/ 110 w 110"/>
                <a:gd name="T1" fmla="*/ 52 h 52"/>
                <a:gd name="T2" fmla="*/ 110 w 110"/>
                <a:gd name="T3" fmla="*/ 23 h 52"/>
                <a:gd name="T4" fmla="*/ 89 w 110"/>
                <a:gd name="T5" fmla="*/ 0 h 52"/>
                <a:gd name="T6" fmla="*/ 21 w 110"/>
                <a:gd name="T7" fmla="*/ 0 h 52"/>
                <a:gd name="T8" fmla="*/ 0 w 110"/>
                <a:gd name="T9" fmla="*/ 23 h 52"/>
                <a:gd name="T10" fmla="*/ 0 w 110"/>
                <a:gd name="T11" fmla="*/ 52 h 52"/>
                <a:gd name="T12" fmla="*/ 18 w 110"/>
                <a:gd name="T13" fmla="*/ 52 h 52"/>
                <a:gd name="T14" fmla="*/ 18 w 110"/>
                <a:gd name="T15" fmla="*/ 23 h 52"/>
                <a:gd name="T16" fmla="*/ 21 w 110"/>
                <a:gd name="T17" fmla="*/ 19 h 52"/>
                <a:gd name="T18" fmla="*/ 89 w 110"/>
                <a:gd name="T19" fmla="*/ 19 h 52"/>
                <a:gd name="T20" fmla="*/ 91 w 110"/>
                <a:gd name="T21" fmla="*/ 23 h 52"/>
                <a:gd name="T22" fmla="*/ 91 w 110"/>
                <a:gd name="T23" fmla="*/ 52 h 52"/>
                <a:gd name="T24" fmla="*/ 110 w 110"/>
                <a:gd name="T2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52">
                  <a:moveTo>
                    <a:pt x="110" y="52"/>
                  </a:moveTo>
                  <a:cubicBezTo>
                    <a:pt x="110" y="23"/>
                    <a:pt x="110" y="23"/>
                    <a:pt x="110" y="23"/>
                  </a:cubicBezTo>
                  <a:cubicBezTo>
                    <a:pt x="110" y="11"/>
                    <a:pt x="101" y="0"/>
                    <a:pt x="89" y="0"/>
                  </a:cubicBezTo>
                  <a:cubicBezTo>
                    <a:pt x="21" y="0"/>
                    <a:pt x="21" y="0"/>
                    <a:pt x="21" y="0"/>
                  </a:cubicBezTo>
                  <a:cubicBezTo>
                    <a:pt x="9" y="0"/>
                    <a:pt x="0" y="11"/>
                    <a:pt x="0" y="23"/>
                  </a:cubicBezTo>
                  <a:cubicBezTo>
                    <a:pt x="0" y="52"/>
                    <a:pt x="0" y="52"/>
                    <a:pt x="0" y="52"/>
                  </a:cubicBezTo>
                  <a:cubicBezTo>
                    <a:pt x="18" y="52"/>
                    <a:pt x="18" y="52"/>
                    <a:pt x="18" y="52"/>
                  </a:cubicBezTo>
                  <a:cubicBezTo>
                    <a:pt x="18" y="23"/>
                    <a:pt x="18" y="23"/>
                    <a:pt x="18" y="23"/>
                  </a:cubicBezTo>
                  <a:cubicBezTo>
                    <a:pt x="18" y="21"/>
                    <a:pt x="19" y="19"/>
                    <a:pt x="21" y="19"/>
                  </a:cubicBezTo>
                  <a:cubicBezTo>
                    <a:pt x="89" y="19"/>
                    <a:pt x="89" y="19"/>
                    <a:pt x="89" y="19"/>
                  </a:cubicBezTo>
                  <a:cubicBezTo>
                    <a:pt x="90" y="19"/>
                    <a:pt x="91" y="21"/>
                    <a:pt x="91" y="23"/>
                  </a:cubicBezTo>
                  <a:cubicBezTo>
                    <a:pt x="91" y="52"/>
                    <a:pt x="91" y="52"/>
                    <a:pt x="91" y="52"/>
                  </a:cubicBezTo>
                  <a:lnTo>
                    <a:pt x="110" y="52"/>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3" name="Freeform 371"/>
            <p:cNvSpPr>
              <a:spLocks/>
            </p:cNvSpPr>
            <p:nvPr/>
          </p:nvSpPr>
          <p:spPr bwMode="auto">
            <a:xfrm>
              <a:off x="6711950" y="628650"/>
              <a:ext cx="198438" cy="217488"/>
            </a:xfrm>
            <a:custGeom>
              <a:avLst/>
              <a:gdLst>
                <a:gd name="T0" fmla="*/ 34 w 53"/>
                <a:gd name="T1" fmla="*/ 0 h 58"/>
                <a:gd name="T2" fmla="*/ 15 w 53"/>
                <a:gd name="T3" fmla="*/ 15 h 58"/>
                <a:gd name="T4" fmla="*/ 7 w 53"/>
                <a:gd name="T5" fmla="*/ 17 h 58"/>
                <a:gd name="T6" fmla="*/ 7 w 53"/>
                <a:gd name="T7" fmla="*/ 18 h 58"/>
                <a:gd name="T8" fmla="*/ 15 w 53"/>
                <a:gd name="T9" fmla="*/ 53 h 58"/>
                <a:gd name="T10" fmla="*/ 46 w 53"/>
                <a:gd name="T11" fmla="*/ 36 h 58"/>
                <a:gd name="T12" fmla="*/ 39 w 53"/>
                <a:gd name="T13" fmla="*/ 1 h 58"/>
                <a:gd name="T14" fmla="*/ 34 w 53"/>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8">
                  <a:moveTo>
                    <a:pt x="34" y="0"/>
                  </a:moveTo>
                  <a:cubicBezTo>
                    <a:pt x="30" y="7"/>
                    <a:pt x="23" y="12"/>
                    <a:pt x="15" y="15"/>
                  </a:cubicBezTo>
                  <a:cubicBezTo>
                    <a:pt x="12" y="16"/>
                    <a:pt x="10" y="17"/>
                    <a:pt x="7" y="17"/>
                  </a:cubicBezTo>
                  <a:cubicBezTo>
                    <a:pt x="7" y="17"/>
                    <a:pt x="7" y="18"/>
                    <a:pt x="7" y="18"/>
                  </a:cubicBezTo>
                  <a:cubicBezTo>
                    <a:pt x="0" y="32"/>
                    <a:pt x="4" y="47"/>
                    <a:pt x="15" y="53"/>
                  </a:cubicBezTo>
                  <a:cubicBezTo>
                    <a:pt x="25" y="58"/>
                    <a:pt x="40" y="50"/>
                    <a:pt x="46" y="36"/>
                  </a:cubicBezTo>
                  <a:cubicBezTo>
                    <a:pt x="53" y="22"/>
                    <a:pt x="50" y="7"/>
                    <a:pt x="39" y="1"/>
                  </a:cubicBezTo>
                  <a:cubicBezTo>
                    <a:pt x="37" y="1"/>
                    <a:pt x="36" y="0"/>
                    <a:pt x="34"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4" name="Freeform 372"/>
            <p:cNvSpPr>
              <a:spLocks/>
            </p:cNvSpPr>
            <p:nvPr/>
          </p:nvSpPr>
          <p:spPr bwMode="auto">
            <a:xfrm>
              <a:off x="6467475" y="369888"/>
              <a:ext cx="398463" cy="311150"/>
            </a:xfrm>
            <a:custGeom>
              <a:avLst/>
              <a:gdLst>
                <a:gd name="T0" fmla="*/ 37 w 106"/>
                <a:gd name="T1" fmla="*/ 76 h 83"/>
                <a:gd name="T2" fmla="*/ 76 w 106"/>
                <a:gd name="T3" fmla="*/ 80 h 83"/>
                <a:gd name="T4" fmla="*/ 78 w 106"/>
                <a:gd name="T5" fmla="*/ 79 h 83"/>
                <a:gd name="T6" fmla="*/ 93 w 106"/>
                <a:gd name="T7" fmla="*/ 69 h 83"/>
                <a:gd name="T8" fmla="*/ 97 w 106"/>
                <a:gd name="T9" fmla="*/ 63 h 83"/>
                <a:gd name="T10" fmla="*/ 69 w 106"/>
                <a:gd name="T11" fmla="*/ 8 h 83"/>
                <a:gd name="T12" fmla="*/ 27 w 106"/>
                <a:gd name="T13" fmla="*/ 5 h 83"/>
                <a:gd name="T14" fmla="*/ 8 w 106"/>
                <a:gd name="T15" fmla="*/ 21 h 83"/>
                <a:gd name="T16" fmla="*/ 37 w 106"/>
                <a:gd name="T17" fmla="*/ 7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83">
                  <a:moveTo>
                    <a:pt x="37" y="76"/>
                  </a:moveTo>
                  <a:cubicBezTo>
                    <a:pt x="50" y="82"/>
                    <a:pt x="65" y="83"/>
                    <a:pt x="76" y="80"/>
                  </a:cubicBezTo>
                  <a:cubicBezTo>
                    <a:pt x="77" y="80"/>
                    <a:pt x="77" y="79"/>
                    <a:pt x="78" y="79"/>
                  </a:cubicBezTo>
                  <a:cubicBezTo>
                    <a:pt x="84" y="77"/>
                    <a:pt x="89" y="74"/>
                    <a:pt x="93" y="69"/>
                  </a:cubicBezTo>
                  <a:cubicBezTo>
                    <a:pt x="94" y="67"/>
                    <a:pt x="96" y="65"/>
                    <a:pt x="97" y="63"/>
                  </a:cubicBezTo>
                  <a:cubicBezTo>
                    <a:pt x="106" y="44"/>
                    <a:pt x="93" y="19"/>
                    <a:pt x="69" y="8"/>
                  </a:cubicBezTo>
                  <a:cubicBezTo>
                    <a:pt x="54" y="1"/>
                    <a:pt x="39" y="0"/>
                    <a:pt x="27" y="5"/>
                  </a:cubicBezTo>
                  <a:cubicBezTo>
                    <a:pt x="19" y="8"/>
                    <a:pt x="12" y="13"/>
                    <a:pt x="8" y="21"/>
                  </a:cubicBezTo>
                  <a:cubicBezTo>
                    <a:pt x="0" y="40"/>
                    <a:pt x="12" y="65"/>
                    <a:pt x="37" y="7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5" name="Freeform 373"/>
            <p:cNvSpPr>
              <a:spLocks/>
            </p:cNvSpPr>
            <p:nvPr/>
          </p:nvSpPr>
          <p:spPr bwMode="auto">
            <a:xfrm>
              <a:off x="6956425" y="560388"/>
              <a:ext cx="231775" cy="173038"/>
            </a:xfrm>
            <a:custGeom>
              <a:avLst/>
              <a:gdLst>
                <a:gd name="T0" fmla="*/ 56 w 62"/>
                <a:gd name="T1" fmla="*/ 32 h 46"/>
                <a:gd name="T2" fmla="*/ 40 w 62"/>
                <a:gd name="T3" fmla="*/ 0 h 46"/>
                <a:gd name="T4" fmla="*/ 40 w 62"/>
                <a:gd name="T5" fmla="*/ 0 h 46"/>
                <a:gd name="T6" fmla="*/ 33 w 62"/>
                <a:gd name="T7" fmla="*/ 3 h 46"/>
                <a:gd name="T8" fmla="*/ 8 w 62"/>
                <a:gd name="T9" fmla="*/ 4 h 46"/>
                <a:gd name="T10" fmla="*/ 5 w 62"/>
                <a:gd name="T11" fmla="*/ 8 h 46"/>
                <a:gd name="T12" fmla="*/ 22 w 62"/>
                <a:gd name="T13" fmla="*/ 40 h 46"/>
                <a:gd name="T14" fmla="*/ 56 w 62"/>
                <a:gd name="T15" fmla="*/ 3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46">
                  <a:moveTo>
                    <a:pt x="56" y="32"/>
                  </a:moveTo>
                  <a:cubicBezTo>
                    <a:pt x="62" y="21"/>
                    <a:pt x="54" y="7"/>
                    <a:pt x="40" y="0"/>
                  </a:cubicBezTo>
                  <a:cubicBezTo>
                    <a:pt x="40" y="0"/>
                    <a:pt x="40" y="0"/>
                    <a:pt x="40" y="0"/>
                  </a:cubicBezTo>
                  <a:cubicBezTo>
                    <a:pt x="37" y="1"/>
                    <a:pt x="35" y="2"/>
                    <a:pt x="33" y="3"/>
                  </a:cubicBezTo>
                  <a:cubicBezTo>
                    <a:pt x="24" y="6"/>
                    <a:pt x="16" y="7"/>
                    <a:pt x="8" y="4"/>
                  </a:cubicBezTo>
                  <a:cubicBezTo>
                    <a:pt x="7" y="5"/>
                    <a:pt x="6" y="7"/>
                    <a:pt x="5" y="8"/>
                  </a:cubicBezTo>
                  <a:cubicBezTo>
                    <a:pt x="0" y="19"/>
                    <a:pt x="7" y="33"/>
                    <a:pt x="22" y="40"/>
                  </a:cubicBezTo>
                  <a:cubicBezTo>
                    <a:pt x="36" y="46"/>
                    <a:pt x="51" y="43"/>
                    <a:pt x="56" y="3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6" name="Freeform 374"/>
            <p:cNvSpPr>
              <a:spLocks/>
            </p:cNvSpPr>
            <p:nvPr/>
          </p:nvSpPr>
          <p:spPr bwMode="auto">
            <a:xfrm>
              <a:off x="6884987" y="207963"/>
              <a:ext cx="341313" cy="357188"/>
            </a:xfrm>
            <a:custGeom>
              <a:avLst/>
              <a:gdLst>
                <a:gd name="T0" fmla="*/ 66 w 91"/>
                <a:gd name="T1" fmla="*/ 3 h 95"/>
                <a:gd name="T2" fmla="*/ 41 w 91"/>
                <a:gd name="T3" fmla="*/ 3 h 95"/>
                <a:gd name="T4" fmla="*/ 11 w 91"/>
                <a:gd name="T5" fmla="*/ 31 h 95"/>
                <a:gd name="T6" fmla="*/ 25 w 91"/>
                <a:gd name="T7" fmla="*/ 92 h 95"/>
                <a:gd name="T8" fmla="*/ 32 w 91"/>
                <a:gd name="T9" fmla="*/ 94 h 95"/>
                <a:gd name="T10" fmla="*/ 50 w 91"/>
                <a:gd name="T11" fmla="*/ 92 h 95"/>
                <a:gd name="T12" fmla="*/ 51 w 91"/>
                <a:gd name="T13" fmla="*/ 92 h 95"/>
                <a:gd name="T14" fmla="*/ 80 w 91"/>
                <a:gd name="T15" fmla="*/ 64 h 95"/>
                <a:gd name="T16" fmla="*/ 66 w 91"/>
                <a:gd name="T17"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5">
                  <a:moveTo>
                    <a:pt x="66" y="3"/>
                  </a:moveTo>
                  <a:cubicBezTo>
                    <a:pt x="58" y="0"/>
                    <a:pt x="49" y="0"/>
                    <a:pt x="41" y="3"/>
                  </a:cubicBezTo>
                  <a:cubicBezTo>
                    <a:pt x="29" y="7"/>
                    <a:pt x="18" y="17"/>
                    <a:pt x="11" y="31"/>
                  </a:cubicBezTo>
                  <a:cubicBezTo>
                    <a:pt x="0" y="56"/>
                    <a:pt x="6" y="83"/>
                    <a:pt x="25" y="92"/>
                  </a:cubicBezTo>
                  <a:cubicBezTo>
                    <a:pt x="27" y="93"/>
                    <a:pt x="29" y="94"/>
                    <a:pt x="32" y="94"/>
                  </a:cubicBezTo>
                  <a:cubicBezTo>
                    <a:pt x="38" y="95"/>
                    <a:pt x="44" y="94"/>
                    <a:pt x="50" y="92"/>
                  </a:cubicBezTo>
                  <a:cubicBezTo>
                    <a:pt x="50" y="92"/>
                    <a:pt x="51" y="92"/>
                    <a:pt x="51" y="92"/>
                  </a:cubicBezTo>
                  <a:cubicBezTo>
                    <a:pt x="63" y="87"/>
                    <a:pt x="73" y="77"/>
                    <a:pt x="80" y="64"/>
                  </a:cubicBezTo>
                  <a:cubicBezTo>
                    <a:pt x="91" y="39"/>
                    <a:pt x="85" y="12"/>
                    <a:pt x="66" y="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7" name="Freeform 375"/>
            <p:cNvSpPr>
              <a:spLocks/>
            </p:cNvSpPr>
            <p:nvPr/>
          </p:nvSpPr>
          <p:spPr bwMode="auto">
            <a:xfrm>
              <a:off x="6756400" y="309563"/>
              <a:ext cx="236538" cy="458788"/>
            </a:xfrm>
            <a:custGeom>
              <a:avLst/>
              <a:gdLst>
                <a:gd name="T0" fmla="*/ 31 w 63"/>
                <a:gd name="T1" fmla="*/ 5 h 122"/>
                <a:gd name="T2" fmla="*/ 26 w 63"/>
                <a:gd name="T3" fmla="*/ 3 h 122"/>
                <a:gd name="T4" fmla="*/ 22 w 63"/>
                <a:gd name="T5" fmla="*/ 17 h 122"/>
                <a:gd name="T6" fmla="*/ 20 w 63"/>
                <a:gd name="T7" fmla="*/ 17 h 122"/>
                <a:gd name="T8" fmla="*/ 17 w 63"/>
                <a:gd name="T9" fmla="*/ 19 h 122"/>
                <a:gd name="T10" fmla="*/ 5 w 63"/>
                <a:gd name="T11" fmla="*/ 10 h 122"/>
                <a:gd name="T12" fmla="*/ 3 w 63"/>
                <a:gd name="T13" fmla="*/ 15 h 122"/>
                <a:gd name="T14" fmla="*/ 15 w 63"/>
                <a:gd name="T15" fmla="*/ 23 h 122"/>
                <a:gd name="T16" fmla="*/ 15 w 63"/>
                <a:gd name="T17" fmla="*/ 27 h 122"/>
                <a:gd name="T18" fmla="*/ 21 w 63"/>
                <a:gd name="T19" fmla="*/ 42 h 122"/>
                <a:gd name="T20" fmla="*/ 28 w 63"/>
                <a:gd name="T21" fmla="*/ 61 h 122"/>
                <a:gd name="T22" fmla="*/ 47 w 63"/>
                <a:gd name="T23" fmla="*/ 116 h 122"/>
                <a:gd name="T24" fmla="*/ 57 w 63"/>
                <a:gd name="T25" fmla="*/ 120 h 122"/>
                <a:gd name="T26" fmla="*/ 61 w 63"/>
                <a:gd name="T27" fmla="*/ 111 h 122"/>
                <a:gd name="T28" fmla="*/ 42 w 63"/>
                <a:gd name="T29" fmla="*/ 56 h 122"/>
                <a:gd name="T30" fmla="*/ 35 w 63"/>
                <a:gd name="T31" fmla="*/ 37 h 122"/>
                <a:gd name="T32" fmla="*/ 29 w 63"/>
                <a:gd name="T33" fmla="*/ 22 h 122"/>
                <a:gd name="T34" fmla="*/ 27 w 63"/>
                <a:gd name="T35" fmla="*/ 19 h 122"/>
                <a:gd name="T36" fmla="*/ 31 w 63"/>
                <a:gd name="T37"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22">
                  <a:moveTo>
                    <a:pt x="31" y="5"/>
                  </a:moveTo>
                  <a:cubicBezTo>
                    <a:pt x="32" y="2"/>
                    <a:pt x="28" y="0"/>
                    <a:pt x="26" y="3"/>
                  </a:cubicBezTo>
                  <a:cubicBezTo>
                    <a:pt x="24" y="7"/>
                    <a:pt x="23" y="12"/>
                    <a:pt x="22" y="17"/>
                  </a:cubicBezTo>
                  <a:cubicBezTo>
                    <a:pt x="21" y="17"/>
                    <a:pt x="20" y="17"/>
                    <a:pt x="20" y="17"/>
                  </a:cubicBezTo>
                  <a:cubicBezTo>
                    <a:pt x="19" y="18"/>
                    <a:pt x="18" y="18"/>
                    <a:pt x="17" y="19"/>
                  </a:cubicBezTo>
                  <a:cubicBezTo>
                    <a:pt x="14" y="15"/>
                    <a:pt x="10" y="12"/>
                    <a:pt x="5" y="10"/>
                  </a:cubicBezTo>
                  <a:cubicBezTo>
                    <a:pt x="2" y="9"/>
                    <a:pt x="0" y="14"/>
                    <a:pt x="3" y="15"/>
                  </a:cubicBezTo>
                  <a:cubicBezTo>
                    <a:pt x="8" y="17"/>
                    <a:pt x="11" y="20"/>
                    <a:pt x="15" y="23"/>
                  </a:cubicBezTo>
                  <a:cubicBezTo>
                    <a:pt x="15" y="24"/>
                    <a:pt x="15" y="26"/>
                    <a:pt x="15" y="27"/>
                  </a:cubicBezTo>
                  <a:cubicBezTo>
                    <a:pt x="21" y="42"/>
                    <a:pt x="21" y="42"/>
                    <a:pt x="21" y="42"/>
                  </a:cubicBezTo>
                  <a:cubicBezTo>
                    <a:pt x="28" y="61"/>
                    <a:pt x="28" y="61"/>
                    <a:pt x="28" y="61"/>
                  </a:cubicBezTo>
                  <a:cubicBezTo>
                    <a:pt x="47" y="116"/>
                    <a:pt x="47" y="116"/>
                    <a:pt x="47" y="116"/>
                  </a:cubicBezTo>
                  <a:cubicBezTo>
                    <a:pt x="49" y="120"/>
                    <a:pt x="53" y="122"/>
                    <a:pt x="57" y="120"/>
                  </a:cubicBezTo>
                  <a:cubicBezTo>
                    <a:pt x="61" y="119"/>
                    <a:pt x="63" y="115"/>
                    <a:pt x="61" y="111"/>
                  </a:cubicBezTo>
                  <a:cubicBezTo>
                    <a:pt x="42" y="56"/>
                    <a:pt x="42" y="56"/>
                    <a:pt x="42" y="56"/>
                  </a:cubicBezTo>
                  <a:cubicBezTo>
                    <a:pt x="35" y="37"/>
                    <a:pt x="35" y="37"/>
                    <a:pt x="35" y="37"/>
                  </a:cubicBezTo>
                  <a:cubicBezTo>
                    <a:pt x="29" y="22"/>
                    <a:pt x="29" y="22"/>
                    <a:pt x="29" y="22"/>
                  </a:cubicBezTo>
                  <a:cubicBezTo>
                    <a:pt x="29" y="21"/>
                    <a:pt x="28" y="20"/>
                    <a:pt x="27" y="19"/>
                  </a:cubicBezTo>
                  <a:cubicBezTo>
                    <a:pt x="27" y="14"/>
                    <a:pt x="29" y="10"/>
                    <a:pt x="31" y="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8" name="Freeform 376"/>
            <p:cNvSpPr>
              <a:spLocks noEditPoints="1"/>
            </p:cNvSpPr>
            <p:nvPr/>
          </p:nvSpPr>
          <p:spPr bwMode="auto">
            <a:xfrm>
              <a:off x="10986294" y="605630"/>
              <a:ext cx="601663" cy="436563"/>
            </a:xfrm>
            <a:custGeom>
              <a:avLst/>
              <a:gdLst>
                <a:gd name="T0" fmla="*/ 107 w 160"/>
                <a:gd name="T1" fmla="*/ 116 h 116"/>
                <a:gd name="T2" fmla="*/ 160 w 160"/>
                <a:gd name="T3" fmla="*/ 116 h 116"/>
                <a:gd name="T4" fmla="*/ 160 w 160"/>
                <a:gd name="T5" fmla="*/ 0 h 116"/>
                <a:gd name="T6" fmla="*/ 107 w 160"/>
                <a:gd name="T7" fmla="*/ 0 h 116"/>
                <a:gd name="T8" fmla="*/ 107 w 160"/>
                <a:gd name="T9" fmla="*/ 49 h 116"/>
                <a:gd name="T10" fmla="*/ 145 w 160"/>
                <a:gd name="T11" fmla="*/ 102 h 116"/>
                <a:gd name="T12" fmla="*/ 107 w 160"/>
                <a:gd name="T13" fmla="*/ 102 h 116"/>
                <a:gd name="T14" fmla="*/ 107 w 160"/>
                <a:gd name="T15" fmla="*/ 116 h 116"/>
                <a:gd name="T16" fmla="*/ 73 w 160"/>
                <a:gd name="T17" fmla="*/ 116 h 116"/>
                <a:gd name="T18" fmla="*/ 107 w 160"/>
                <a:gd name="T19" fmla="*/ 116 h 116"/>
                <a:gd name="T20" fmla="*/ 107 w 160"/>
                <a:gd name="T21" fmla="*/ 102 h 116"/>
                <a:gd name="T22" fmla="*/ 83 w 160"/>
                <a:gd name="T23" fmla="*/ 102 h 116"/>
                <a:gd name="T24" fmla="*/ 81 w 160"/>
                <a:gd name="T25" fmla="*/ 100 h 116"/>
                <a:gd name="T26" fmla="*/ 73 w 160"/>
                <a:gd name="T27" fmla="*/ 88 h 116"/>
                <a:gd name="T28" fmla="*/ 73 w 160"/>
                <a:gd name="T29" fmla="*/ 96 h 116"/>
                <a:gd name="T30" fmla="*/ 78 w 160"/>
                <a:gd name="T31" fmla="*/ 102 h 116"/>
                <a:gd name="T32" fmla="*/ 73 w 160"/>
                <a:gd name="T33" fmla="*/ 102 h 116"/>
                <a:gd name="T34" fmla="*/ 73 w 160"/>
                <a:gd name="T35" fmla="*/ 116 h 116"/>
                <a:gd name="T36" fmla="*/ 107 w 160"/>
                <a:gd name="T37" fmla="*/ 0 h 116"/>
                <a:gd name="T38" fmla="*/ 73 w 160"/>
                <a:gd name="T39" fmla="*/ 0 h 116"/>
                <a:gd name="T40" fmla="*/ 73 w 160"/>
                <a:gd name="T41" fmla="*/ 75 h 116"/>
                <a:gd name="T42" fmla="*/ 99 w 160"/>
                <a:gd name="T43" fmla="*/ 38 h 116"/>
                <a:gd name="T44" fmla="*/ 99 w 160"/>
                <a:gd name="T45" fmla="*/ 38 h 116"/>
                <a:gd name="T46" fmla="*/ 107 w 160"/>
                <a:gd name="T47" fmla="*/ 49 h 116"/>
                <a:gd name="T48" fmla="*/ 107 w 160"/>
                <a:gd name="T49" fmla="*/ 0 h 116"/>
                <a:gd name="T50" fmla="*/ 46 w 160"/>
                <a:gd name="T51" fmla="*/ 116 h 116"/>
                <a:gd name="T52" fmla="*/ 73 w 160"/>
                <a:gd name="T53" fmla="*/ 116 h 116"/>
                <a:gd name="T54" fmla="*/ 73 w 160"/>
                <a:gd name="T55" fmla="*/ 102 h 116"/>
                <a:gd name="T56" fmla="*/ 53 w 160"/>
                <a:gd name="T57" fmla="*/ 102 h 116"/>
                <a:gd name="T58" fmla="*/ 46 w 160"/>
                <a:gd name="T59" fmla="*/ 102 h 116"/>
                <a:gd name="T60" fmla="*/ 46 w 160"/>
                <a:gd name="T61" fmla="*/ 116 h 116"/>
                <a:gd name="T62" fmla="*/ 73 w 160"/>
                <a:gd name="T63" fmla="*/ 0 h 116"/>
                <a:gd name="T64" fmla="*/ 46 w 160"/>
                <a:gd name="T65" fmla="*/ 0 h 116"/>
                <a:gd name="T66" fmla="*/ 46 w 160"/>
                <a:gd name="T67" fmla="*/ 20 h 116"/>
                <a:gd name="T68" fmla="*/ 48 w 160"/>
                <a:gd name="T69" fmla="*/ 28 h 116"/>
                <a:gd name="T70" fmla="*/ 46 w 160"/>
                <a:gd name="T71" fmla="*/ 36 h 116"/>
                <a:gd name="T72" fmla="*/ 46 w 160"/>
                <a:gd name="T73" fmla="*/ 58 h 116"/>
                <a:gd name="T74" fmla="*/ 46 w 160"/>
                <a:gd name="T75" fmla="*/ 58 h 116"/>
                <a:gd name="T76" fmla="*/ 65 w 160"/>
                <a:gd name="T77" fmla="*/ 85 h 116"/>
                <a:gd name="T78" fmla="*/ 73 w 160"/>
                <a:gd name="T79" fmla="*/ 96 h 116"/>
                <a:gd name="T80" fmla="*/ 73 w 160"/>
                <a:gd name="T81" fmla="*/ 88 h 116"/>
                <a:gd name="T82" fmla="*/ 68 w 160"/>
                <a:gd name="T83" fmla="*/ 81 h 116"/>
                <a:gd name="T84" fmla="*/ 73 w 160"/>
                <a:gd name="T85" fmla="*/ 75 h 116"/>
                <a:gd name="T86" fmla="*/ 73 w 160"/>
                <a:gd name="T87" fmla="*/ 0 h 116"/>
                <a:gd name="T88" fmla="*/ 0 w 160"/>
                <a:gd name="T89" fmla="*/ 116 h 116"/>
                <a:gd name="T90" fmla="*/ 46 w 160"/>
                <a:gd name="T91" fmla="*/ 116 h 116"/>
                <a:gd name="T92" fmla="*/ 46 w 160"/>
                <a:gd name="T93" fmla="*/ 102 h 116"/>
                <a:gd name="T94" fmla="*/ 14 w 160"/>
                <a:gd name="T95" fmla="*/ 102 h 116"/>
                <a:gd name="T96" fmla="*/ 14 w 160"/>
                <a:gd name="T97" fmla="*/ 102 h 116"/>
                <a:gd name="T98" fmla="*/ 46 w 160"/>
                <a:gd name="T99" fmla="*/ 58 h 116"/>
                <a:gd name="T100" fmla="*/ 46 w 160"/>
                <a:gd name="T101" fmla="*/ 36 h 116"/>
                <a:gd name="T102" fmla="*/ 36 w 160"/>
                <a:gd name="T103" fmla="*/ 40 h 116"/>
                <a:gd name="T104" fmla="*/ 23 w 160"/>
                <a:gd name="T105" fmla="*/ 28 h 116"/>
                <a:gd name="T106" fmla="*/ 36 w 160"/>
                <a:gd name="T107" fmla="*/ 15 h 116"/>
                <a:gd name="T108" fmla="*/ 36 w 160"/>
                <a:gd name="T109" fmla="*/ 15 h 116"/>
                <a:gd name="T110" fmla="*/ 46 w 160"/>
                <a:gd name="T111" fmla="*/ 20 h 116"/>
                <a:gd name="T112" fmla="*/ 46 w 160"/>
                <a:gd name="T113" fmla="*/ 0 h 116"/>
                <a:gd name="T114" fmla="*/ 0 w 160"/>
                <a:gd name="T115" fmla="*/ 0 h 116"/>
                <a:gd name="T116" fmla="*/ 0 w 160"/>
                <a:gd name="T1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116">
                  <a:moveTo>
                    <a:pt x="107" y="116"/>
                  </a:moveTo>
                  <a:cubicBezTo>
                    <a:pt x="160" y="116"/>
                    <a:pt x="160" y="116"/>
                    <a:pt x="160" y="116"/>
                  </a:cubicBezTo>
                  <a:cubicBezTo>
                    <a:pt x="160" y="0"/>
                    <a:pt x="160" y="0"/>
                    <a:pt x="160" y="0"/>
                  </a:cubicBezTo>
                  <a:cubicBezTo>
                    <a:pt x="107" y="0"/>
                    <a:pt x="107" y="0"/>
                    <a:pt x="107" y="0"/>
                  </a:cubicBezTo>
                  <a:cubicBezTo>
                    <a:pt x="107" y="49"/>
                    <a:pt x="107" y="49"/>
                    <a:pt x="107" y="49"/>
                  </a:cubicBezTo>
                  <a:cubicBezTo>
                    <a:pt x="145" y="102"/>
                    <a:pt x="145" y="102"/>
                    <a:pt x="145" y="102"/>
                  </a:cubicBezTo>
                  <a:cubicBezTo>
                    <a:pt x="107" y="102"/>
                    <a:pt x="107" y="102"/>
                    <a:pt x="107" y="102"/>
                  </a:cubicBezTo>
                  <a:lnTo>
                    <a:pt x="107" y="116"/>
                  </a:lnTo>
                  <a:close/>
                  <a:moveTo>
                    <a:pt x="73" y="116"/>
                  </a:moveTo>
                  <a:cubicBezTo>
                    <a:pt x="107" y="116"/>
                    <a:pt x="107" y="116"/>
                    <a:pt x="107" y="116"/>
                  </a:cubicBezTo>
                  <a:cubicBezTo>
                    <a:pt x="107" y="102"/>
                    <a:pt x="107" y="102"/>
                    <a:pt x="107" y="102"/>
                  </a:cubicBezTo>
                  <a:cubicBezTo>
                    <a:pt x="83" y="102"/>
                    <a:pt x="83" y="102"/>
                    <a:pt x="83" y="102"/>
                  </a:cubicBezTo>
                  <a:cubicBezTo>
                    <a:pt x="81" y="100"/>
                    <a:pt x="81" y="100"/>
                    <a:pt x="81" y="100"/>
                  </a:cubicBezTo>
                  <a:cubicBezTo>
                    <a:pt x="73" y="88"/>
                    <a:pt x="73" y="88"/>
                    <a:pt x="73" y="88"/>
                  </a:cubicBezTo>
                  <a:cubicBezTo>
                    <a:pt x="73" y="96"/>
                    <a:pt x="73" y="96"/>
                    <a:pt x="73" y="96"/>
                  </a:cubicBezTo>
                  <a:cubicBezTo>
                    <a:pt x="78" y="102"/>
                    <a:pt x="78" y="102"/>
                    <a:pt x="78" y="102"/>
                  </a:cubicBezTo>
                  <a:cubicBezTo>
                    <a:pt x="73" y="102"/>
                    <a:pt x="73" y="102"/>
                    <a:pt x="73" y="102"/>
                  </a:cubicBezTo>
                  <a:cubicBezTo>
                    <a:pt x="73" y="116"/>
                    <a:pt x="73" y="116"/>
                    <a:pt x="73" y="116"/>
                  </a:cubicBezTo>
                  <a:close/>
                  <a:moveTo>
                    <a:pt x="107" y="0"/>
                  </a:moveTo>
                  <a:cubicBezTo>
                    <a:pt x="73" y="0"/>
                    <a:pt x="73" y="0"/>
                    <a:pt x="73" y="0"/>
                  </a:cubicBezTo>
                  <a:cubicBezTo>
                    <a:pt x="73" y="75"/>
                    <a:pt x="73" y="75"/>
                    <a:pt x="73" y="75"/>
                  </a:cubicBezTo>
                  <a:cubicBezTo>
                    <a:pt x="99" y="38"/>
                    <a:pt x="99" y="38"/>
                    <a:pt x="99" y="38"/>
                  </a:cubicBezTo>
                  <a:cubicBezTo>
                    <a:pt x="99" y="38"/>
                    <a:pt x="99" y="38"/>
                    <a:pt x="99" y="38"/>
                  </a:cubicBezTo>
                  <a:cubicBezTo>
                    <a:pt x="107" y="49"/>
                    <a:pt x="107" y="49"/>
                    <a:pt x="107" y="49"/>
                  </a:cubicBezTo>
                  <a:lnTo>
                    <a:pt x="107" y="0"/>
                  </a:lnTo>
                  <a:close/>
                  <a:moveTo>
                    <a:pt x="46" y="116"/>
                  </a:moveTo>
                  <a:cubicBezTo>
                    <a:pt x="73" y="116"/>
                    <a:pt x="73" y="116"/>
                    <a:pt x="73" y="116"/>
                  </a:cubicBezTo>
                  <a:cubicBezTo>
                    <a:pt x="73" y="102"/>
                    <a:pt x="73" y="102"/>
                    <a:pt x="73" y="102"/>
                  </a:cubicBezTo>
                  <a:cubicBezTo>
                    <a:pt x="53" y="102"/>
                    <a:pt x="53" y="102"/>
                    <a:pt x="53" y="102"/>
                  </a:cubicBezTo>
                  <a:cubicBezTo>
                    <a:pt x="46" y="102"/>
                    <a:pt x="46" y="102"/>
                    <a:pt x="46" y="102"/>
                  </a:cubicBezTo>
                  <a:cubicBezTo>
                    <a:pt x="46" y="116"/>
                    <a:pt x="46" y="116"/>
                    <a:pt x="46" y="116"/>
                  </a:cubicBezTo>
                  <a:close/>
                  <a:moveTo>
                    <a:pt x="73" y="0"/>
                  </a:moveTo>
                  <a:cubicBezTo>
                    <a:pt x="46" y="0"/>
                    <a:pt x="46" y="0"/>
                    <a:pt x="46" y="0"/>
                  </a:cubicBezTo>
                  <a:cubicBezTo>
                    <a:pt x="46" y="20"/>
                    <a:pt x="46" y="20"/>
                    <a:pt x="46" y="20"/>
                  </a:cubicBezTo>
                  <a:cubicBezTo>
                    <a:pt x="47" y="22"/>
                    <a:pt x="48" y="25"/>
                    <a:pt x="48" y="28"/>
                  </a:cubicBezTo>
                  <a:cubicBezTo>
                    <a:pt x="48" y="31"/>
                    <a:pt x="47" y="33"/>
                    <a:pt x="46" y="36"/>
                  </a:cubicBezTo>
                  <a:cubicBezTo>
                    <a:pt x="46" y="58"/>
                    <a:pt x="46" y="58"/>
                    <a:pt x="46" y="58"/>
                  </a:cubicBezTo>
                  <a:cubicBezTo>
                    <a:pt x="46" y="58"/>
                    <a:pt x="46" y="58"/>
                    <a:pt x="46" y="58"/>
                  </a:cubicBezTo>
                  <a:cubicBezTo>
                    <a:pt x="65" y="85"/>
                    <a:pt x="65" y="85"/>
                    <a:pt x="65" y="85"/>
                  </a:cubicBezTo>
                  <a:cubicBezTo>
                    <a:pt x="73" y="96"/>
                    <a:pt x="73" y="96"/>
                    <a:pt x="73" y="96"/>
                  </a:cubicBezTo>
                  <a:cubicBezTo>
                    <a:pt x="73" y="88"/>
                    <a:pt x="73" y="88"/>
                    <a:pt x="73" y="88"/>
                  </a:cubicBezTo>
                  <a:cubicBezTo>
                    <a:pt x="68" y="81"/>
                    <a:pt x="68" y="81"/>
                    <a:pt x="68" y="81"/>
                  </a:cubicBezTo>
                  <a:cubicBezTo>
                    <a:pt x="73" y="75"/>
                    <a:pt x="73" y="75"/>
                    <a:pt x="73" y="75"/>
                  </a:cubicBezTo>
                  <a:lnTo>
                    <a:pt x="73" y="0"/>
                  </a:lnTo>
                  <a:close/>
                  <a:moveTo>
                    <a:pt x="0" y="116"/>
                  </a:moveTo>
                  <a:cubicBezTo>
                    <a:pt x="46" y="116"/>
                    <a:pt x="46" y="116"/>
                    <a:pt x="46" y="116"/>
                  </a:cubicBezTo>
                  <a:cubicBezTo>
                    <a:pt x="46" y="102"/>
                    <a:pt x="46" y="102"/>
                    <a:pt x="46" y="102"/>
                  </a:cubicBezTo>
                  <a:cubicBezTo>
                    <a:pt x="14" y="102"/>
                    <a:pt x="14" y="102"/>
                    <a:pt x="14" y="102"/>
                  </a:cubicBezTo>
                  <a:cubicBezTo>
                    <a:pt x="14" y="102"/>
                    <a:pt x="14" y="102"/>
                    <a:pt x="14" y="102"/>
                  </a:cubicBezTo>
                  <a:cubicBezTo>
                    <a:pt x="46" y="58"/>
                    <a:pt x="46" y="58"/>
                    <a:pt x="46" y="58"/>
                  </a:cubicBezTo>
                  <a:cubicBezTo>
                    <a:pt x="46" y="36"/>
                    <a:pt x="46" y="36"/>
                    <a:pt x="46" y="36"/>
                  </a:cubicBezTo>
                  <a:cubicBezTo>
                    <a:pt x="43" y="39"/>
                    <a:pt x="40" y="40"/>
                    <a:pt x="36" y="40"/>
                  </a:cubicBezTo>
                  <a:cubicBezTo>
                    <a:pt x="29" y="40"/>
                    <a:pt x="23" y="35"/>
                    <a:pt x="23" y="28"/>
                  </a:cubicBezTo>
                  <a:cubicBezTo>
                    <a:pt x="23" y="21"/>
                    <a:pt x="29" y="15"/>
                    <a:pt x="36" y="15"/>
                  </a:cubicBezTo>
                  <a:cubicBezTo>
                    <a:pt x="36" y="15"/>
                    <a:pt x="36" y="15"/>
                    <a:pt x="36" y="15"/>
                  </a:cubicBezTo>
                  <a:cubicBezTo>
                    <a:pt x="40" y="15"/>
                    <a:pt x="43" y="17"/>
                    <a:pt x="46" y="20"/>
                  </a:cubicBezTo>
                  <a:cubicBezTo>
                    <a:pt x="46" y="0"/>
                    <a:pt x="46" y="0"/>
                    <a:pt x="46" y="0"/>
                  </a:cubicBezTo>
                  <a:cubicBezTo>
                    <a:pt x="0" y="0"/>
                    <a:pt x="0" y="0"/>
                    <a:pt x="0" y="0"/>
                  </a:cubicBezTo>
                  <a:lnTo>
                    <a:pt x="0" y="116"/>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09" name="Freeform 377"/>
            <p:cNvSpPr>
              <a:spLocks/>
            </p:cNvSpPr>
            <p:nvPr/>
          </p:nvSpPr>
          <p:spPr bwMode="auto">
            <a:xfrm>
              <a:off x="6224587" y="3460750"/>
              <a:ext cx="212725" cy="319088"/>
            </a:xfrm>
            <a:custGeom>
              <a:avLst/>
              <a:gdLst>
                <a:gd name="T0" fmla="*/ 134 w 134"/>
                <a:gd name="T1" fmla="*/ 38 h 201"/>
                <a:gd name="T2" fmla="*/ 101 w 134"/>
                <a:gd name="T3" fmla="*/ 38 h 201"/>
                <a:gd name="T4" fmla="*/ 120 w 134"/>
                <a:gd name="T5" fmla="*/ 0 h 201"/>
                <a:gd name="T6" fmla="*/ 75 w 134"/>
                <a:gd name="T7" fmla="*/ 0 h 201"/>
                <a:gd name="T8" fmla="*/ 71 w 134"/>
                <a:gd name="T9" fmla="*/ 0 h 201"/>
                <a:gd name="T10" fmla="*/ 52 w 134"/>
                <a:gd name="T11" fmla="*/ 0 h 201"/>
                <a:gd name="T12" fmla="*/ 9 w 134"/>
                <a:gd name="T13" fmla="*/ 85 h 201"/>
                <a:gd name="T14" fmla="*/ 47 w 134"/>
                <a:gd name="T15" fmla="*/ 85 h 201"/>
                <a:gd name="T16" fmla="*/ 0 w 134"/>
                <a:gd name="T17" fmla="*/ 201 h 201"/>
                <a:gd name="T18" fmla="*/ 134 w 134"/>
                <a:gd name="T19"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201">
                  <a:moveTo>
                    <a:pt x="134" y="38"/>
                  </a:moveTo>
                  <a:lnTo>
                    <a:pt x="101" y="38"/>
                  </a:lnTo>
                  <a:lnTo>
                    <a:pt x="120" y="0"/>
                  </a:lnTo>
                  <a:lnTo>
                    <a:pt x="75" y="0"/>
                  </a:lnTo>
                  <a:lnTo>
                    <a:pt x="71" y="0"/>
                  </a:lnTo>
                  <a:lnTo>
                    <a:pt x="52" y="0"/>
                  </a:lnTo>
                  <a:lnTo>
                    <a:pt x="9" y="85"/>
                  </a:lnTo>
                  <a:lnTo>
                    <a:pt x="47" y="85"/>
                  </a:lnTo>
                  <a:lnTo>
                    <a:pt x="0" y="201"/>
                  </a:lnTo>
                  <a:lnTo>
                    <a:pt x="134" y="38"/>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0" name="Freeform 378"/>
            <p:cNvSpPr>
              <a:spLocks/>
            </p:cNvSpPr>
            <p:nvPr/>
          </p:nvSpPr>
          <p:spPr bwMode="auto">
            <a:xfrm>
              <a:off x="6100762" y="3078163"/>
              <a:ext cx="588963" cy="363538"/>
            </a:xfrm>
            <a:custGeom>
              <a:avLst/>
              <a:gdLst>
                <a:gd name="T0" fmla="*/ 0 w 157"/>
                <a:gd name="T1" fmla="*/ 80 h 97"/>
                <a:gd name="T2" fmla="*/ 17 w 157"/>
                <a:gd name="T3" fmla="*/ 97 h 97"/>
                <a:gd name="T4" fmla="*/ 57 w 157"/>
                <a:gd name="T5" fmla="*/ 97 h 97"/>
                <a:gd name="T6" fmla="*/ 63 w 157"/>
                <a:gd name="T7" fmla="*/ 97 h 97"/>
                <a:gd name="T8" fmla="*/ 65 w 157"/>
                <a:gd name="T9" fmla="*/ 97 h 97"/>
                <a:gd name="T10" fmla="*/ 86 w 157"/>
                <a:gd name="T11" fmla="*/ 97 h 97"/>
                <a:gd name="T12" fmla="*/ 129 w 157"/>
                <a:gd name="T13" fmla="*/ 97 h 97"/>
                <a:gd name="T14" fmla="*/ 157 w 157"/>
                <a:gd name="T15" fmla="*/ 69 h 97"/>
                <a:gd name="T16" fmla="*/ 129 w 157"/>
                <a:gd name="T17" fmla="*/ 41 h 97"/>
                <a:gd name="T18" fmla="*/ 111 w 157"/>
                <a:gd name="T19" fmla="*/ 48 h 97"/>
                <a:gd name="T20" fmla="*/ 63 w 157"/>
                <a:gd name="T21" fmla="*/ 0 h 97"/>
                <a:gd name="T22" fmla="*/ 15 w 157"/>
                <a:gd name="T23" fmla="*/ 49 h 97"/>
                <a:gd name="T24" fmla="*/ 17 w 157"/>
                <a:gd name="T25" fmla="*/ 63 h 97"/>
                <a:gd name="T26" fmla="*/ 0 w 157"/>
                <a:gd name="T27"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97">
                  <a:moveTo>
                    <a:pt x="0" y="80"/>
                  </a:moveTo>
                  <a:cubicBezTo>
                    <a:pt x="0" y="89"/>
                    <a:pt x="8" y="97"/>
                    <a:pt x="17" y="97"/>
                  </a:cubicBezTo>
                  <a:cubicBezTo>
                    <a:pt x="57" y="97"/>
                    <a:pt x="57" y="97"/>
                    <a:pt x="57" y="97"/>
                  </a:cubicBezTo>
                  <a:cubicBezTo>
                    <a:pt x="63" y="97"/>
                    <a:pt x="63" y="97"/>
                    <a:pt x="63" y="97"/>
                  </a:cubicBezTo>
                  <a:cubicBezTo>
                    <a:pt x="65" y="97"/>
                    <a:pt x="65" y="97"/>
                    <a:pt x="65" y="97"/>
                  </a:cubicBezTo>
                  <a:cubicBezTo>
                    <a:pt x="86" y="97"/>
                    <a:pt x="86" y="97"/>
                    <a:pt x="86" y="97"/>
                  </a:cubicBezTo>
                  <a:cubicBezTo>
                    <a:pt x="129" y="97"/>
                    <a:pt x="129" y="97"/>
                    <a:pt x="129" y="97"/>
                  </a:cubicBezTo>
                  <a:cubicBezTo>
                    <a:pt x="145" y="97"/>
                    <a:pt x="157" y="84"/>
                    <a:pt x="157" y="69"/>
                  </a:cubicBezTo>
                  <a:cubicBezTo>
                    <a:pt x="157" y="54"/>
                    <a:pt x="145" y="41"/>
                    <a:pt x="129" y="41"/>
                  </a:cubicBezTo>
                  <a:cubicBezTo>
                    <a:pt x="122" y="41"/>
                    <a:pt x="116" y="44"/>
                    <a:pt x="111" y="48"/>
                  </a:cubicBezTo>
                  <a:cubicBezTo>
                    <a:pt x="111" y="21"/>
                    <a:pt x="89" y="0"/>
                    <a:pt x="63" y="0"/>
                  </a:cubicBezTo>
                  <a:cubicBezTo>
                    <a:pt x="36" y="0"/>
                    <a:pt x="15" y="22"/>
                    <a:pt x="15" y="49"/>
                  </a:cubicBezTo>
                  <a:cubicBezTo>
                    <a:pt x="15" y="54"/>
                    <a:pt x="15" y="58"/>
                    <a:pt x="17" y="63"/>
                  </a:cubicBezTo>
                  <a:cubicBezTo>
                    <a:pt x="8" y="63"/>
                    <a:pt x="0" y="70"/>
                    <a:pt x="0" y="8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1" name="Freeform 379"/>
            <p:cNvSpPr>
              <a:spLocks/>
            </p:cNvSpPr>
            <p:nvPr/>
          </p:nvSpPr>
          <p:spPr bwMode="auto">
            <a:xfrm>
              <a:off x="7050087" y="3103563"/>
              <a:ext cx="63500" cy="200025"/>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2" name="Freeform 380"/>
            <p:cNvSpPr>
              <a:spLocks/>
            </p:cNvSpPr>
            <p:nvPr/>
          </p:nvSpPr>
          <p:spPr bwMode="auto">
            <a:xfrm>
              <a:off x="6794500" y="2652713"/>
              <a:ext cx="574675" cy="431800"/>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3" name="Freeform 381"/>
            <p:cNvSpPr>
              <a:spLocks/>
            </p:cNvSpPr>
            <p:nvPr/>
          </p:nvSpPr>
          <p:spPr bwMode="auto">
            <a:xfrm>
              <a:off x="6915150" y="3108325"/>
              <a:ext cx="119063" cy="119063"/>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4" name="Freeform 382"/>
            <p:cNvSpPr>
              <a:spLocks/>
            </p:cNvSpPr>
            <p:nvPr/>
          </p:nvSpPr>
          <p:spPr bwMode="auto">
            <a:xfrm>
              <a:off x="7127875" y="3108325"/>
              <a:ext cx="120650" cy="119063"/>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5" name="Freeform 383"/>
            <p:cNvSpPr>
              <a:spLocks/>
            </p:cNvSpPr>
            <p:nvPr/>
          </p:nvSpPr>
          <p:spPr bwMode="auto">
            <a:xfrm>
              <a:off x="6915150" y="3321050"/>
              <a:ext cx="336550" cy="98425"/>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6" name="Freeform 384"/>
            <p:cNvSpPr>
              <a:spLocks noEditPoints="1"/>
            </p:cNvSpPr>
            <p:nvPr/>
          </p:nvSpPr>
          <p:spPr bwMode="auto">
            <a:xfrm>
              <a:off x="10693400" y="139700"/>
              <a:ext cx="555625" cy="279400"/>
            </a:xfrm>
            <a:custGeom>
              <a:avLst/>
              <a:gdLst>
                <a:gd name="T0" fmla="*/ 127 w 148"/>
                <a:gd name="T1" fmla="*/ 52 h 74"/>
                <a:gd name="T2" fmla="*/ 148 w 148"/>
                <a:gd name="T3" fmla="*/ 27 h 74"/>
                <a:gd name="T4" fmla="*/ 127 w 148"/>
                <a:gd name="T5" fmla="*/ 1 h 74"/>
                <a:gd name="T6" fmla="*/ 127 w 148"/>
                <a:gd name="T7" fmla="*/ 13 h 74"/>
                <a:gd name="T8" fmla="*/ 137 w 148"/>
                <a:gd name="T9" fmla="*/ 27 h 74"/>
                <a:gd name="T10" fmla="*/ 127 w 148"/>
                <a:gd name="T11" fmla="*/ 41 h 74"/>
                <a:gd name="T12" fmla="*/ 127 w 148"/>
                <a:gd name="T13" fmla="*/ 52 h 74"/>
                <a:gd name="T14" fmla="*/ 62 w 148"/>
                <a:gd name="T15" fmla="*/ 74 h 74"/>
                <a:gd name="T16" fmla="*/ 111 w 148"/>
                <a:gd name="T17" fmla="*/ 50 h 74"/>
                <a:gd name="T18" fmla="*/ 122 w 148"/>
                <a:gd name="T19" fmla="*/ 53 h 74"/>
                <a:gd name="T20" fmla="*/ 127 w 148"/>
                <a:gd name="T21" fmla="*/ 52 h 74"/>
                <a:gd name="T22" fmla="*/ 127 w 148"/>
                <a:gd name="T23" fmla="*/ 41 h 74"/>
                <a:gd name="T24" fmla="*/ 122 w 148"/>
                <a:gd name="T25" fmla="*/ 41 h 74"/>
                <a:gd name="T26" fmla="*/ 117 w 148"/>
                <a:gd name="T27" fmla="*/ 41 h 74"/>
                <a:gd name="T28" fmla="*/ 124 w 148"/>
                <a:gd name="T29" fmla="*/ 12 h 74"/>
                <a:gd name="T30" fmla="*/ 124 w 148"/>
                <a:gd name="T31" fmla="*/ 12 h 74"/>
                <a:gd name="T32" fmla="*/ 124 w 148"/>
                <a:gd name="T33" fmla="*/ 12 h 74"/>
                <a:gd name="T34" fmla="*/ 127 w 148"/>
                <a:gd name="T35" fmla="*/ 13 h 74"/>
                <a:gd name="T36" fmla="*/ 127 w 148"/>
                <a:gd name="T37" fmla="*/ 1 h 74"/>
                <a:gd name="T38" fmla="*/ 123 w 148"/>
                <a:gd name="T39" fmla="*/ 0 h 74"/>
                <a:gd name="T40" fmla="*/ 123 w 148"/>
                <a:gd name="T41" fmla="*/ 0 h 74"/>
                <a:gd name="T42" fmla="*/ 1 w 148"/>
                <a:gd name="T43" fmla="*/ 0 h 74"/>
                <a:gd name="T44" fmla="*/ 0 w 148"/>
                <a:gd name="T45" fmla="*/ 12 h 74"/>
                <a:gd name="T46" fmla="*/ 62 w 148"/>
                <a:gd name="T4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74">
                  <a:moveTo>
                    <a:pt x="127" y="52"/>
                  </a:moveTo>
                  <a:cubicBezTo>
                    <a:pt x="139" y="50"/>
                    <a:pt x="148" y="39"/>
                    <a:pt x="148" y="27"/>
                  </a:cubicBezTo>
                  <a:cubicBezTo>
                    <a:pt x="148" y="14"/>
                    <a:pt x="139" y="3"/>
                    <a:pt x="127" y="1"/>
                  </a:cubicBezTo>
                  <a:cubicBezTo>
                    <a:pt x="127" y="13"/>
                    <a:pt x="127" y="13"/>
                    <a:pt x="127" y="13"/>
                  </a:cubicBezTo>
                  <a:cubicBezTo>
                    <a:pt x="133" y="15"/>
                    <a:pt x="137" y="20"/>
                    <a:pt x="137" y="27"/>
                  </a:cubicBezTo>
                  <a:cubicBezTo>
                    <a:pt x="137" y="33"/>
                    <a:pt x="133" y="38"/>
                    <a:pt x="127" y="41"/>
                  </a:cubicBezTo>
                  <a:lnTo>
                    <a:pt x="127" y="52"/>
                  </a:lnTo>
                  <a:close/>
                  <a:moveTo>
                    <a:pt x="62" y="74"/>
                  </a:moveTo>
                  <a:cubicBezTo>
                    <a:pt x="82" y="74"/>
                    <a:pt x="100" y="65"/>
                    <a:pt x="111" y="50"/>
                  </a:cubicBezTo>
                  <a:cubicBezTo>
                    <a:pt x="114" y="52"/>
                    <a:pt x="118" y="53"/>
                    <a:pt x="122" y="53"/>
                  </a:cubicBezTo>
                  <a:cubicBezTo>
                    <a:pt x="124" y="53"/>
                    <a:pt x="125" y="53"/>
                    <a:pt x="127" y="52"/>
                  </a:cubicBezTo>
                  <a:cubicBezTo>
                    <a:pt x="127" y="41"/>
                    <a:pt x="127" y="41"/>
                    <a:pt x="127" y="41"/>
                  </a:cubicBezTo>
                  <a:cubicBezTo>
                    <a:pt x="125" y="41"/>
                    <a:pt x="124" y="41"/>
                    <a:pt x="122" y="41"/>
                  </a:cubicBezTo>
                  <a:cubicBezTo>
                    <a:pt x="120" y="41"/>
                    <a:pt x="119" y="41"/>
                    <a:pt x="117" y="41"/>
                  </a:cubicBezTo>
                  <a:cubicBezTo>
                    <a:pt x="122" y="32"/>
                    <a:pt x="124" y="22"/>
                    <a:pt x="124" y="12"/>
                  </a:cubicBezTo>
                  <a:cubicBezTo>
                    <a:pt x="124" y="12"/>
                    <a:pt x="124" y="12"/>
                    <a:pt x="124" y="12"/>
                  </a:cubicBezTo>
                  <a:cubicBezTo>
                    <a:pt x="124" y="12"/>
                    <a:pt x="124" y="12"/>
                    <a:pt x="124" y="12"/>
                  </a:cubicBezTo>
                  <a:cubicBezTo>
                    <a:pt x="125" y="12"/>
                    <a:pt x="126" y="12"/>
                    <a:pt x="127" y="13"/>
                  </a:cubicBezTo>
                  <a:cubicBezTo>
                    <a:pt x="127" y="1"/>
                    <a:pt x="127" y="1"/>
                    <a:pt x="127" y="1"/>
                  </a:cubicBezTo>
                  <a:cubicBezTo>
                    <a:pt x="126" y="0"/>
                    <a:pt x="124" y="0"/>
                    <a:pt x="123" y="0"/>
                  </a:cubicBezTo>
                  <a:cubicBezTo>
                    <a:pt x="123" y="0"/>
                    <a:pt x="123" y="0"/>
                    <a:pt x="123" y="0"/>
                  </a:cubicBezTo>
                  <a:cubicBezTo>
                    <a:pt x="1" y="0"/>
                    <a:pt x="1" y="0"/>
                    <a:pt x="1" y="0"/>
                  </a:cubicBezTo>
                  <a:cubicBezTo>
                    <a:pt x="0" y="4"/>
                    <a:pt x="0" y="8"/>
                    <a:pt x="0" y="12"/>
                  </a:cubicBezTo>
                  <a:cubicBezTo>
                    <a:pt x="0" y="46"/>
                    <a:pt x="28" y="74"/>
                    <a:pt x="62" y="74"/>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7" name="Rectangle 385"/>
            <p:cNvSpPr>
              <a:spLocks noChangeArrowheads="1"/>
            </p:cNvSpPr>
            <p:nvPr/>
          </p:nvSpPr>
          <p:spPr bwMode="auto">
            <a:xfrm>
              <a:off x="10693400" y="444500"/>
              <a:ext cx="503238" cy="41275"/>
            </a:xfrm>
            <a:prstGeom prst="rect">
              <a:avLst/>
            </a:pr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8" name="Freeform 386"/>
            <p:cNvSpPr>
              <a:spLocks/>
            </p:cNvSpPr>
            <p:nvPr/>
          </p:nvSpPr>
          <p:spPr bwMode="auto">
            <a:xfrm>
              <a:off x="10810875" y="12700"/>
              <a:ext cx="88900" cy="112713"/>
            </a:xfrm>
            <a:custGeom>
              <a:avLst/>
              <a:gdLst>
                <a:gd name="T0" fmla="*/ 8 w 24"/>
                <a:gd name="T1" fmla="*/ 15 h 30"/>
                <a:gd name="T2" fmla="*/ 11 w 24"/>
                <a:gd name="T3" fmla="*/ 28 h 30"/>
                <a:gd name="T4" fmla="*/ 21 w 24"/>
                <a:gd name="T5" fmla="*/ 6 h 30"/>
                <a:gd name="T6" fmla="*/ 19 w 24"/>
                <a:gd name="T7" fmla="*/ 0 h 30"/>
                <a:gd name="T8" fmla="*/ 5 w 24"/>
                <a:gd name="T9" fmla="*/ 0 h 30"/>
                <a:gd name="T10" fmla="*/ 8 w 24"/>
                <a:gd name="T11" fmla="*/ 15 h 30"/>
              </a:gdLst>
              <a:ahLst/>
              <a:cxnLst>
                <a:cxn ang="0">
                  <a:pos x="T0" y="T1"/>
                </a:cxn>
                <a:cxn ang="0">
                  <a:pos x="T2" y="T3"/>
                </a:cxn>
                <a:cxn ang="0">
                  <a:pos x="T4" y="T5"/>
                </a:cxn>
                <a:cxn ang="0">
                  <a:pos x="T6" y="T7"/>
                </a:cxn>
                <a:cxn ang="0">
                  <a:pos x="T8" y="T9"/>
                </a:cxn>
                <a:cxn ang="0">
                  <a:pos x="T10" y="T11"/>
                </a:cxn>
              </a:cxnLst>
              <a:rect l="0" t="0" r="r" b="b"/>
              <a:pathLst>
                <a:path w="24" h="30">
                  <a:moveTo>
                    <a:pt x="8" y="15"/>
                  </a:moveTo>
                  <a:cubicBezTo>
                    <a:pt x="0" y="18"/>
                    <a:pt x="4" y="30"/>
                    <a:pt x="11" y="28"/>
                  </a:cubicBezTo>
                  <a:cubicBezTo>
                    <a:pt x="21" y="24"/>
                    <a:pt x="24" y="15"/>
                    <a:pt x="21" y="6"/>
                  </a:cubicBezTo>
                  <a:cubicBezTo>
                    <a:pt x="21" y="4"/>
                    <a:pt x="20" y="2"/>
                    <a:pt x="19" y="0"/>
                  </a:cubicBezTo>
                  <a:cubicBezTo>
                    <a:pt x="5" y="0"/>
                    <a:pt x="5" y="0"/>
                    <a:pt x="5" y="0"/>
                  </a:cubicBezTo>
                  <a:cubicBezTo>
                    <a:pt x="8" y="6"/>
                    <a:pt x="12" y="14"/>
                    <a:pt x="8"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19" name="Freeform 387"/>
            <p:cNvSpPr>
              <a:spLocks/>
            </p:cNvSpPr>
            <p:nvPr/>
          </p:nvSpPr>
          <p:spPr bwMode="auto">
            <a:xfrm>
              <a:off x="10941050" y="12700"/>
              <a:ext cx="90488" cy="112713"/>
            </a:xfrm>
            <a:custGeom>
              <a:avLst/>
              <a:gdLst>
                <a:gd name="T0" fmla="*/ 8 w 24"/>
                <a:gd name="T1" fmla="*/ 15 h 30"/>
                <a:gd name="T2" fmla="*/ 11 w 24"/>
                <a:gd name="T3" fmla="*/ 28 h 30"/>
                <a:gd name="T4" fmla="*/ 21 w 24"/>
                <a:gd name="T5" fmla="*/ 6 h 30"/>
                <a:gd name="T6" fmla="*/ 19 w 24"/>
                <a:gd name="T7" fmla="*/ 0 h 30"/>
                <a:gd name="T8" fmla="*/ 5 w 24"/>
                <a:gd name="T9" fmla="*/ 0 h 30"/>
                <a:gd name="T10" fmla="*/ 8 w 24"/>
                <a:gd name="T11" fmla="*/ 15 h 30"/>
              </a:gdLst>
              <a:ahLst/>
              <a:cxnLst>
                <a:cxn ang="0">
                  <a:pos x="T0" y="T1"/>
                </a:cxn>
                <a:cxn ang="0">
                  <a:pos x="T2" y="T3"/>
                </a:cxn>
                <a:cxn ang="0">
                  <a:pos x="T4" y="T5"/>
                </a:cxn>
                <a:cxn ang="0">
                  <a:pos x="T6" y="T7"/>
                </a:cxn>
                <a:cxn ang="0">
                  <a:pos x="T8" y="T9"/>
                </a:cxn>
                <a:cxn ang="0">
                  <a:pos x="T10" y="T11"/>
                </a:cxn>
              </a:cxnLst>
              <a:rect l="0" t="0" r="r" b="b"/>
              <a:pathLst>
                <a:path w="24" h="30">
                  <a:moveTo>
                    <a:pt x="8" y="15"/>
                  </a:moveTo>
                  <a:cubicBezTo>
                    <a:pt x="0" y="18"/>
                    <a:pt x="4" y="30"/>
                    <a:pt x="11" y="28"/>
                  </a:cubicBezTo>
                  <a:cubicBezTo>
                    <a:pt x="21" y="24"/>
                    <a:pt x="24" y="15"/>
                    <a:pt x="21" y="6"/>
                  </a:cubicBezTo>
                  <a:cubicBezTo>
                    <a:pt x="21" y="4"/>
                    <a:pt x="20" y="2"/>
                    <a:pt x="19" y="0"/>
                  </a:cubicBezTo>
                  <a:cubicBezTo>
                    <a:pt x="5" y="0"/>
                    <a:pt x="5" y="0"/>
                    <a:pt x="5" y="0"/>
                  </a:cubicBezTo>
                  <a:cubicBezTo>
                    <a:pt x="8" y="6"/>
                    <a:pt x="12" y="14"/>
                    <a:pt x="8" y="15"/>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0" name="Freeform 388"/>
            <p:cNvSpPr>
              <a:spLocks/>
            </p:cNvSpPr>
            <p:nvPr/>
          </p:nvSpPr>
          <p:spPr bwMode="auto">
            <a:xfrm>
              <a:off x="-17463" y="1477963"/>
              <a:ext cx="303213" cy="327025"/>
            </a:xfrm>
            <a:custGeom>
              <a:avLst/>
              <a:gdLst>
                <a:gd name="T0" fmla="*/ 35 w 81"/>
                <a:gd name="T1" fmla="*/ 86 h 87"/>
                <a:gd name="T2" fmla="*/ 38 w 81"/>
                <a:gd name="T3" fmla="*/ 87 h 87"/>
                <a:gd name="T4" fmla="*/ 81 w 81"/>
                <a:gd name="T5" fmla="*/ 43 h 87"/>
                <a:gd name="T6" fmla="*/ 38 w 81"/>
                <a:gd name="T7" fmla="*/ 0 h 87"/>
                <a:gd name="T8" fmla="*/ 0 w 81"/>
                <a:gd name="T9" fmla="*/ 22 h 87"/>
                <a:gd name="T10" fmla="*/ 0 w 81"/>
                <a:gd name="T11" fmla="*/ 45 h 87"/>
                <a:gd name="T12" fmla="*/ 18 w 81"/>
                <a:gd name="T13" fmla="*/ 57 h 87"/>
                <a:gd name="T14" fmla="*/ 35 w 81"/>
                <a:gd name="T15" fmla="*/ 86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7">
                  <a:moveTo>
                    <a:pt x="35" y="86"/>
                  </a:moveTo>
                  <a:cubicBezTo>
                    <a:pt x="36" y="86"/>
                    <a:pt x="37" y="87"/>
                    <a:pt x="38" y="87"/>
                  </a:cubicBezTo>
                  <a:cubicBezTo>
                    <a:pt x="61" y="87"/>
                    <a:pt x="81" y="67"/>
                    <a:pt x="81" y="43"/>
                  </a:cubicBezTo>
                  <a:cubicBezTo>
                    <a:pt x="81" y="20"/>
                    <a:pt x="61" y="0"/>
                    <a:pt x="38" y="0"/>
                  </a:cubicBezTo>
                  <a:cubicBezTo>
                    <a:pt x="22" y="0"/>
                    <a:pt x="8" y="9"/>
                    <a:pt x="0" y="22"/>
                  </a:cubicBezTo>
                  <a:cubicBezTo>
                    <a:pt x="0" y="45"/>
                    <a:pt x="0" y="45"/>
                    <a:pt x="0" y="45"/>
                  </a:cubicBezTo>
                  <a:cubicBezTo>
                    <a:pt x="7" y="48"/>
                    <a:pt x="13" y="52"/>
                    <a:pt x="18" y="57"/>
                  </a:cubicBezTo>
                  <a:cubicBezTo>
                    <a:pt x="27" y="65"/>
                    <a:pt x="33" y="75"/>
                    <a:pt x="35" y="86"/>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1" name="Freeform 389"/>
            <p:cNvSpPr>
              <a:spLocks/>
            </p:cNvSpPr>
            <p:nvPr/>
          </p:nvSpPr>
          <p:spPr bwMode="auto">
            <a:xfrm>
              <a:off x="79375" y="1387475"/>
              <a:ext cx="90488" cy="71438"/>
            </a:xfrm>
            <a:custGeom>
              <a:avLst/>
              <a:gdLst>
                <a:gd name="T0" fmla="*/ 57 w 57"/>
                <a:gd name="T1" fmla="*/ 45 h 45"/>
                <a:gd name="T2" fmla="*/ 29 w 57"/>
                <a:gd name="T3" fmla="*/ 0 h 45"/>
                <a:gd name="T4" fmla="*/ 0 w 57"/>
                <a:gd name="T5" fmla="*/ 45 h 45"/>
                <a:gd name="T6" fmla="*/ 57 w 57"/>
                <a:gd name="T7" fmla="*/ 45 h 45"/>
              </a:gdLst>
              <a:ahLst/>
              <a:cxnLst>
                <a:cxn ang="0">
                  <a:pos x="T0" y="T1"/>
                </a:cxn>
                <a:cxn ang="0">
                  <a:pos x="T2" y="T3"/>
                </a:cxn>
                <a:cxn ang="0">
                  <a:pos x="T4" y="T5"/>
                </a:cxn>
                <a:cxn ang="0">
                  <a:pos x="T6" y="T7"/>
                </a:cxn>
              </a:cxnLst>
              <a:rect l="0" t="0" r="r" b="b"/>
              <a:pathLst>
                <a:path w="57" h="45">
                  <a:moveTo>
                    <a:pt x="57" y="45"/>
                  </a:moveTo>
                  <a:lnTo>
                    <a:pt x="29" y="0"/>
                  </a:lnTo>
                  <a:lnTo>
                    <a:pt x="0" y="45"/>
                  </a:lnTo>
                  <a:lnTo>
                    <a:pt x="57" y="45"/>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2" name="Freeform 390"/>
            <p:cNvSpPr>
              <a:spLocks/>
            </p:cNvSpPr>
            <p:nvPr/>
          </p:nvSpPr>
          <p:spPr bwMode="auto">
            <a:xfrm>
              <a:off x="304800" y="1593850"/>
              <a:ext cx="71438" cy="90488"/>
            </a:xfrm>
            <a:custGeom>
              <a:avLst/>
              <a:gdLst>
                <a:gd name="T0" fmla="*/ 0 w 45"/>
                <a:gd name="T1" fmla="*/ 57 h 57"/>
                <a:gd name="T2" fmla="*/ 45 w 45"/>
                <a:gd name="T3" fmla="*/ 28 h 57"/>
                <a:gd name="T4" fmla="*/ 0 w 45"/>
                <a:gd name="T5" fmla="*/ 0 h 57"/>
                <a:gd name="T6" fmla="*/ 0 w 45"/>
                <a:gd name="T7" fmla="*/ 57 h 57"/>
              </a:gdLst>
              <a:ahLst/>
              <a:cxnLst>
                <a:cxn ang="0">
                  <a:pos x="T0" y="T1"/>
                </a:cxn>
                <a:cxn ang="0">
                  <a:pos x="T2" y="T3"/>
                </a:cxn>
                <a:cxn ang="0">
                  <a:pos x="T4" y="T5"/>
                </a:cxn>
                <a:cxn ang="0">
                  <a:pos x="T6" y="T7"/>
                </a:cxn>
              </a:cxnLst>
              <a:rect l="0" t="0" r="r" b="b"/>
              <a:pathLst>
                <a:path w="45" h="57">
                  <a:moveTo>
                    <a:pt x="0" y="57"/>
                  </a:moveTo>
                  <a:lnTo>
                    <a:pt x="45" y="28"/>
                  </a:lnTo>
                  <a:lnTo>
                    <a:pt x="0" y="0"/>
                  </a:lnTo>
                  <a:lnTo>
                    <a:pt x="0" y="57"/>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3" name="Freeform 391"/>
            <p:cNvSpPr>
              <a:spLocks/>
            </p:cNvSpPr>
            <p:nvPr/>
          </p:nvSpPr>
          <p:spPr bwMode="auto">
            <a:xfrm>
              <a:off x="222250" y="1462088"/>
              <a:ext cx="82550" cy="79375"/>
            </a:xfrm>
            <a:custGeom>
              <a:avLst/>
              <a:gdLst>
                <a:gd name="T0" fmla="*/ 0 w 52"/>
                <a:gd name="T1" fmla="*/ 10 h 50"/>
                <a:gd name="T2" fmla="*/ 40 w 52"/>
                <a:gd name="T3" fmla="*/ 50 h 50"/>
                <a:gd name="T4" fmla="*/ 52 w 52"/>
                <a:gd name="T5" fmla="*/ 0 h 50"/>
                <a:gd name="T6" fmla="*/ 0 w 52"/>
                <a:gd name="T7" fmla="*/ 10 h 50"/>
              </a:gdLst>
              <a:ahLst/>
              <a:cxnLst>
                <a:cxn ang="0">
                  <a:pos x="T0" y="T1"/>
                </a:cxn>
                <a:cxn ang="0">
                  <a:pos x="T2" y="T3"/>
                </a:cxn>
                <a:cxn ang="0">
                  <a:pos x="T4" y="T5"/>
                </a:cxn>
                <a:cxn ang="0">
                  <a:pos x="T6" y="T7"/>
                </a:cxn>
              </a:cxnLst>
              <a:rect l="0" t="0" r="r" b="b"/>
              <a:pathLst>
                <a:path w="52" h="50">
                  <a:moveTo>
                    <a:pt x="0" y="10"/>
                  </a:moveTo>
                  <a:lnTo>
                    <a:pt x="40" y="50"/>
                  </a:lnTo>
                  <a:lnTo>
                    <a:pt x="52" y="0"/>
                  </a:lnTo>
                  <a:lnTo>
                    <a:pt x="0" y="1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4" name="Freeform 392"/>
            <p:cNvSpPr>
              <a:spLocks/>
            </p:cNvSpPr>
            <p:nvPr/>
          </p:nvSpPr>
          <p:spPr bwMode="auto">
            <a:xfrm>
              <a:off x="222250" y="1736725"/>
              <a:ext cx="82550" cy="82550"/>
            </a:xfrm>
            <a:custGeom>
              <a:avLst/>
              <a:gdLst>
                <a:gd name="T0" fmla="*/ 40 w 52"/>
                <a:gd name="T1" fmla="*/ 0 h 52"/>
                <a:gd name="T2" fmla="*/ 0 w 52"/>
                <a:gd name="T3" fmla="*/ 40 h 52"/>
                <a:gd name="T4" fmla="*/ 52 w 52"/>
                <a:gd name="T5" fmla="*/ 52 h 52"/>
                <a:gd name="T6" fmla="*/ 40 w 52"/>
                <a:gd name="T7" fmla="*/ 0 h 52"/>
              </a:gdLst>
              <a:ahLst/>
              <a:cxnLst>
                <a:cxn ang="0">
                  <a:pos x="T0" y="T1"/>
                </a:cxn>
                <a:cxn ang="0">
                  <a:pos x="T2" y="T3"/>
                </a:cxn>
                <a:cxn ang="0">
                  <a:pos x="T4" y="T5"/>
                </a:cxn>
                <a:cxn ang="0">
                  <a:pos x="T6" y="T7"/>
                </a:cxn>
              </a:cxnLst>
              <a:rect l="0" t="0" r="r" b="b"/>
              <a:pathLst>
                <a:path w="52" h="52">
                  <a:moveTo>
                    <a:pt x="40" y="0"/>
                  </a:moveTo>
                  <a:lnTo>
                    <a:pt x="0" y="40"/>
                  </a:lnTo>
                  <a:lnTo>
                    <a:pt x="52" y="52"/>
                  </a:lnTo>
                  <a:lnTo>
                    <a:pt x="40" y="0"/>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5" name="Freeform 393"/>
            <p:cNvSpPr>
              <a:spLocks/>
            </p:cNvSpPr>
            <p:nvPr/>
          </p:nvSpPr>
          <p:spPr bwMode="auto">
            <a:xfrm>
              <a:off x="-17463" y="1470025"/>
              <a:ext cx="44450" cy="52388"/>
            </a:xfrm>
            <a:custGeom>
              <a:avLst/>
              <a:gdLst>
                <a:gd name="T0" fmla="*/ 0 w 28"/>
                <a:gd name="T1" fmla="*/ 33 h 33"/>
                <a:gd name="T2" fmla="*/ 28 w 28"/>
                <a:gd name="T3" fmla="*/ 5 h 33"/>
                <a:gd name="T4" fmla="*/ 0 w 28"/>
                <a:gd name="T5" fmla="*/ 0 h 33"/>
                <a:gd name="T6" fmla="*/ 0 w 28"/>
                <a:gd name="T7" fmla="*/ 33 h 33"/>
              </a:gdLst>
              <a:ahLst/>
              <a:cxnLst>
                <a:cxn ang="0">
                  <a:pos x="T0" y="T1"/>
                </a:cxn>
                <a:cxn ang="0">
                  <a:pos x="T2" y="T3"/>
                </a:cxn>
                <a:cxn ang="0">
                  <a:pos x="T4" y="T5"/>
                </a:cxn>
                <a:cxn ang="0">
                  <a:pos x="T6" y="T7"/>
                </a:cxn>
              </a:cxnLst>
              <a:rect l="0" t="0" r="r" b="b"/>
              <a:pathLst>
                <a:path w="28" h="33">
                  <a:moveTo>
                    <a:pt x="0" y="33"/>
                  </a:moveTo>
                  <a:lnTo>
                    <a:pt x="28" y="5"/>
                  </a:lnTo>
                  <a:lnTo>
                    <a:pt x="0" y="0"/>
                  </a:lnTo>
                  <a:lnTo>
                    <a:pt x="0" y="33"/>
                  </a:ln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sp>
          <p:nvSpPr>
            <p:cNvPr id="126" name="Freeform 394"/>
            <p:cNvSpPr>
              <a:spLocks/>
            </p:cNvSpPr>
            <p:nvPr/>
          </p:nvSpPr>
          <p:spPr bwMode="auto">
            <a:xfrm>
              <a:off x="-17463" y="1668463"/>
              <a:ext cx="327025" cy="409575"/>
            </a:xfrm>
            <a:custGeom>
              <a:avLst/>
              <a:gdLst>
                <a:gd name="T0" fmla="*/ 54 w 87"/>
                <a:gd name="T1" fmla="*/ 42 h 109"/>
                <a:gd name="T2" fmla="*/ 49 w 87"/>
                <a:gd name="T3" fmla="*/ 43 h 109"/>
                <a:gd name="T4" fmla="*/ 32 w 87"/>
                <a:gd name="T5" fmla="*/ 50 h 109"/>
                <a:gd name="T6" fmla="*/ 31 w 87"/>
                <a:gd name="T7" fmla="*/ 41 h 109"/>
                <a:gd name="T8" fmla="*/ 30 w 87"/>
                <a:gd name="T9" fmla="*/ 35 h 109"/>
                <a:gd name="T10" fmla="*/ 0 w 87"/>
                <a:gd name="T11" fmla="*/ 0 h 109"/>
                <a:gd name="T12" fmla="*/ 0 w 87"/>
                <a:gd name="T13" fmla="*/ 109 h 109"/>
                <a:gd name="T14" fmla="*/ 54 w 87"/>
                <a:gd name="T15" fmla="*/ 109 h 109"/>
                <a:gd name="T16" fmla="*/ 87 w 87"/>
                <a:gd name="T17" fmla="*/ 76 h 109"/>
                <a:gd name="T18" fmla="*/ 54 w 87"/>
                <a:gd name="T19" fmla="*/ 4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9">
                  <a:moveTo>
                    <a:pt x="54" y="42"/>
                  </a:moveTo>
                  <a:cubicBezTo>
                    <a:pt x="52" y="42"/>
                    <a:pt x="50" y="42"/>
                    <a:pt x="49" y="43"/>
                  </a:cubicBezTo>
                  <a:cubicBezTo>
                    <a:pt x="42" y="44"/>
                    <a:pt x="37" y="46"/>
                    <a:pt x="32" y="50"/>
                  </a:cubicBezTo>
                  <a:cubicBezTo>
                    <a:pt x="32" y="47"/>
                    <a:pt x="32" y="44"/>
                    <a:pt x="31" y="41"/>
                  </a:cubicBezTo>
                  <a:cubicBezTo>
                    <a:pt x="31" y="39"/>
                    <a:pt x="30" y="37"/>
                    <a:pt x="30" y="35"/>
                  </a:cubicBezTo>
                  <a:cubicBezTo>
                    <a:pt x="25" y="19"/>
                    <a:pt x="14" y="7"/>
                    <a:pt x="0" y="0"/>
                  </a:cubicBezTo>
                  <a:cubicBezTo>
                    <a:pt x="0" y="109"/>
                    <a:pt x="0" y="109"/>
                    <a:pt x="0" y="109"/>
                  </a:cubicBezTo>
                  <a:cubicBezTo>
                    <a:pt x="54" y="109"/>
                    <a:pt x="54" y="109"/>
                    <a:pt x="54" y="109"/>
                  </a:cubicBezTo>
                  <a:cubicBezTo>
                    <a:pt x="72" y="109"/>
                    <a:pt x="87" y="94"/>
                    <a:pt x="87" y="76"/>
                  </a:cubicBezTo>
                  <a:cubicBezTo>
                    <a:pt x="87" y="57"/>
                    <a:pt x="72" y="42"/>
                    <a:pt x="54" y="42"/>
                  </a:cubicBezTo>
                  <a:close/>
                </a:path>
              </a:pathLst>
            </a:custGeom>
            <a:grpFill/>
            <a:ln>
              <a:noFill/>
            </a:ln>
            <a:extLst/>
          </p:spPr>
          <p:txBody>
            <a:bodyPr lIns="68580" tIns="34290" rIns="68580" bIns="34290"/>
            <a:lstStyle/>
            <a:p>
              <a:pPr fontAlgn="auto">
                <a:spcBef>
                  <a:spcPts val="0"/>
                </a:spcBef>
                <a:spcAft>
                  <a:spcPts val="0"/>
                </a:spcAft>
                <a:defRPr/>
              </a:pPr>
              <a:endParaRPr lang="id-ID" sz="1350">
                <a:solidFill>
                  <a:prstClr val="black"/>
                </a:solidFill>
                <a:latin typeface="Calibri" panose="020F0502020204030204"/>
                <a:cs typeface="+mn-cs"/>
              </a:endParaRPr>
            </a:p>
          </p:txBody>
        </p:sp>
      </p:grpSp>
      <p:sp>
        <p:nvSpPr>
          <p:cNvPr id="438" name="Content Placeholder 2"/>
          <p:cNvSpPr txBox="1">
            <a:spLocks/>
          </p:cNvSpPr>
          <p:nvPr/>
        </p:nvSpPr>
        <p:spPr bwMode="auto">
          <a:xfrm>
            <a:off x="7199313" y="554038"/>
            <a:ext cx="4435475" cy="741362"/>
          </a:xfrm>
          <a:prstGeom prst="rect">
            <a:avLst/>
          </a:prstGeom>
          <a:noFill/>
          <a:ln w="9525">
            <a:noFill/>
            <a:miter lim="800000"/>
            <a:headEnd/>
            <a:tailEnd/>
          </a:ln>
        </p:spPr>
        <p:txBody>
          <a:bodyPr/>
          <a:lstStyle/>
          <a:p>
            <a:pPr algn="r">
              <a:spcBef>
                <a:spcPct val="20000"/>
              </a:spcBef>
              <a:buFont typeface="Arial" charset="0"/>
              <a:buNone/>
            </a:pPr>
            <a:r>
              <a:rPr lang="ar-SA" sz="4000" b="1" u="sng" dirty="0">
                <a:solidFill>
                  <a:schemeClr val="accent1"/>
                </a:solidFill>
              </a:rPr>
              <a:t>التدريب التكنولوجي</a:t>
            </a:r>
          </a:p>
        </p:txBody>
      </p:sp>
      <p:sp>
        <p:nvSpPr>
          <p:cNvPr id="442" name="Rectangle 441"/>
          <p:cNvSpPr/>
          <p:nvPr/>
        </p:nvSpPr>
        <p:spPr>
          <a:xfrm>
            <a:off x="11460769" y="3132974"/>
            <a:ext cx="287338" cy="3000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sz="1600"/>
          </a:p>
        </p:txBody>
      </p:sp>
      <p:sp>
        <p:nvSpPr>
          <p:cNvPr id="453" name="TextBox 452"/>
          <p:cNvSpPr txBox="1">
            <a:spLocks noChangeArrowheads="1"/>
          </p:cNvSpPr>
          <p:nvPr/>
        </p:nvSpPr>
        <p:spPr bwMode="auto">
          <a:xfrm>
            <a:off x="4003033" y="3060243"/>
            <a:ext cx="7351713" cy="2062162"/>
          </a:xfrm>
          <a:prstGeom prst="rect">
            <a:avLst/>
          </a:prstGeom>
          <a:noFill/>
          <a:ln w="9525">
            <a:noFill/>
            <a:miter lim="800000"/>
            <a:headEnd/>
            <a:tailEnd/>
          </a:ln>
        </p:spPr>
        <p:txBody>
          <a:bodyPr wrap="none">
            <a:spAutoFit/>
          </a:bodyPr>
          <a:lstStyle/>
          <a:p>
            <a:pPr algn="r" rtl="1" eaLnBrk="0" hangingPunct="0"/>
            <a:r>
              <a:rPr lang="ar-SA" sz="3200" dirty="0"/>
              <a:t>أما تصميم التدريس فهو "ذلك العلم التطبيقي</a:t>
            </a:r>
          </a:p>
          <a:p>
            <a:pPr algn="r" rtl="1" eaLnBrk="0" hangingPunct="0"/>
            <a:r>
              <a:rPr lang="ar-SA" sz="3200" dirty="0"/>
              <a:t>من علوم التدريس الذي يعني بتوصيف القواعد والمبادئ</a:t>
            </a:r>
          </a:p>
          <a:p>
            <a:pPr algn="r" rtl="1" eaLnBrk="0" hangingPunct="0"/>
            <a:r>
              <a:rPr lang="ar-SA" sz="3200" dirty="0"/>
              <a:t>والإجراءات وتخليق النماذج اللازمة</a:t>
            </a:r>
          </a:p>
          <a:p>
            <a:pPr algn="r" rtl="1" eaLnBrk="0" hangingPunct="0"/>
            <a:r>
              <a:rPr lang="ar-SA" sz="3200" dirty="0"/>
              <a:t>لتصميم (تخطيط) منظومات التدريس". </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50"/>
                                        <p:tgtEl>
                                          <p:spTgt spid="17"/>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10"/>
                                        <p:tgtEl>
                                          <p:spTgt spid="18"/>
                                        </p:tgtEl>
                                      </p:cBhvr>
                                    </p:animEffect>
                                  </p:childTnLst>
                                </p:cTn>
                              </p:par>
                              <p:par>
                                <p:cTn id="11" presetID="22" presetClass="entr" presetSubtype="4"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down)">
                                      <p:cBhvr>
                                        <p:cTn id="13" dur="10"/>
                                        <p:tgtEl>
                                          <p:spTgt spid="19"/>
                                        </p:tgtEl>
                                      </p:cBhvr>
                                    </p:animEffect>
                                  </p:childTnLst>
                                </p:cTn>
                              </p:par>
                              <p:par>
                                <p:cTn id="14" presetID="22" presetClass="entr" presetSubtype="4"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down)">
                                      <p:cBhvr>
                                        <p:cTn id="16" dur="10"/>
                                        <p:tgtEl>
                                          <p:spTgt spid="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38"/>
                                        </p:tgtEl>
                                        <p:attrNameLst>
                                          <p:attrName>style.visibility</p:attrName>
                                        </p:attrNameLst>
                                      </p:cBhvr>
                                      <p:to>
                                        <p:strVal val="visible"/>
                                      </p:to>
                                    </p:set>
                                    <p:animEffect transition="in" filter="fade">
                                      <p:cBhvr>
                                        <p:cTn id="19" dur="10"/>
                                        <p:tgtEl>
                                          <p:spTgt spid="438"/>
                                        </p:tgtEl>
                                      </p:cBhvr>
                                    </p:animEffect>
                                  </p:childTnLst>
                                </p:cTn>
                              </p:par>
                            </p:childTnLst>
                          </p:cTn>
                        </p:par>
                        <p:par>
                          <p:cTn id="20" fill="hold">
                            <p:stCondLst>
                              <p:cond delay="250"/>
                            </p:stCondLst>
                            <p:childTnLst>
                              <p:par>
                                <p:cTn id="21" presetID="1" presetClass="entr" presetSubtype="0" fill="hold" grpId="0" nodeType="afterEffect">
                                  <p:stCondLst>
                                    <p:cond delay="0"/>
                                  </p:stCondLst>
                                  <p:childTnLst>
                                    <p:set>
                                      <p:cBhvr>
                                        <p:cTn id="22" dur="1" fill="hold">
                                          <p:stCondLst>
                                            <p:cond delay="0"/>
                                          </p:stCondLst>
                                        </p:cTn>
                                        <p:tgtEl>
                                          <p:spTgt spid="442"/>
                                        </p:tgtEl>
                                        <p:attrNameLst>
                                          <p:attrName>style.visibility</p:attrName>
                                        </p:attrNameLst>
                                      </p:cBhvr>
                                      <p:to>
                                        <p:strVal val="visible"/>
                                      </p:to>
                                    </p:set>
                                  </p:childTnLst>
                                </p:cTn>
                              </p:par>
                            </p:childTnLst>
                          </p:cTn>
                        </p:par>
                        <p:par>
                          <p:cTn id="23" fill="hold">
                            <p:stCondLst>
                              <p:cond delay="250"/>
                            </p:stCondLst>
                            <p:childTnLst>
                              <p:par>
                                <p:cTn id="24" presetID="10" presetClass="entr" presetSubtype="0" fill="hold" grpId="0" nodeType="afterEffect">
                                  <p:stCondLst>
                                    <p:cond delay="250"/>
                                  </p:stCondLst>
                                  <p:childTnLst>
                                    <p:set>
                                      <p:cBhvr>
                                        <p:cTn id="25" dur="1" fill="hold">
                                          <p:stCondLst>
                                            <p:cond delay="0"/>
                                          </p:stCondLst>
                                        </p:cTn>
                                        <p:tgtEl>
                                          <p:spTgt spid="453"/>
                                        </p:tgtEl>
                                        <p:attrNameLst>
                                          <p:attrName>style.visibility</p:attrName>
                                        </p:attrNameLst>
                                      </p:cBhvr>
                                      <p:to>
                                        <p:strVal val="visible"/>
                                      </p:to>
                                    </p:set>
                                    <p:animEffect transition="in" filter="fade">
                                      <p:cBhvr>
                                        <p:cTn id="26" dur="500"/>
                                        <p:tgtEl>
                                          <p:spTgt spid="4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 grpId="0"/>
      <p:bldP spid="442" grpId="0" animBg="1"/>
      <p:bldP spid="45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6146800" y="-3175"/>
            <a:ext cx="0" cy="6848475"/>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78450" y="1303338"/>
            <a:ext cx="660400"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317207" y="900906"/>
            <a:ext cx="801688" cy="803275"/>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2" name="Oval 11"/>
          <p:cNvSpPr/>
          <p:nvPr/>
        </p:nvSpPr>
        <p:spPr>
          <a:xfrm>
            <a:off x="6070600" y="1227138"/>
            <a:ext cx="150813" cy="150812"/>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cxnSp>
        <p:nvCxnSpPr>
          <p:cNvPr id="34" name="Straight Connector 33"/>
          <p:cNvCxnSpPr/>
          <p:nvPr/>
        </p:nvCxnSpPr>
        <p:spPr>
          <a:xfrm>
            <a:off x="6278563" y="2682875"/>
            <a:ext cx="658812"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160419" y="2282031"/>
            <a:ext cx="801688" cy="803275"/>
          </a:xfrm>
          <a:prstGeom prst="teardrop">
            <a:avLst/>
          </a:prstGeom>
          <a:noFill/>
          <a:ln w="57150">
            <a:solidFill>
              <a:srgbClr val="FF860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36" name="Oval 35"/>
          <p:cNvSpPr/>
          <p:nvPr/>
        </p:nvSpPr>
        <p:spPr>
          <a:xfrm>
            <a:off x="6070600" y="2608263"/>
            <a:ext cx="150813" cy="150812"/>
          </a:xfrm>
          <a:prstGeom prst="ellipse">
            <a:avLst/>
          </a:prstGeom>
          <a:solidFill>
            <a:srgbClr val="FF86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cxnSp>
        <p:nvCxnSpPr>
          <p:cNvPr id="49" name="Straight Connector 48"/>
          <p:cNvCxnSpPr/>
          <p:nvPr/>
        </p:nvCxnSpPr>
        <p:spPr>
          <a:xfrm>
            <a:off x="5378450" y="3906838"/>
            <a:ext cx="660400"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317207" y="3505994"/>
            <a:ext cx="801687" cy="803275"/>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1" name="Oval 50"/>
          <p:cNvSpPr/>
          <p:nvPr/>
        </p:nvSpPr>
        <p:spPr>
          <a:xfrm>
            <a:off x="6070600" y="3832225"/>
            <a:ext cx="150813" cy="150813"/>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cxnSp>
        <p:nvCxnSpPr>
          <p:cNvPr id="52" name="Straight Connector 51"/>
          <p:cNvCxnSpPr/>
          <p:nvPr/>
        </p:nvCxnSpPr>
        <p:spPr>
          <a:xfrm>
            <a:off x="6278563" y="5210175"/>
            <a:ext cx="658812"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Teardrop 52"/>
          <p:cNvSpPr/>
          <p:nvPr/>
        </p:nvSpPr>
        <p:spPr>
          <a:xfrm rot="13500000">
            <a:off x="7159625" y="4808538"/>
            <a:ext cx="803275" cy="803275"/>
          </a:xfrm>
          <a:prstGeom prst="teardrop">
            <a:avLst/>
          </a:prstGeom>
          <a:noFill/>
          <a:ln w="57150">
            <a:solidFill>
              <a:srgbClr val="01264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4" name="Oval 53"/>
          <p:cNvSpPr/>
          <p:nvPr/>
        </p:nvSpPr>
        <p:spPr>
          <a:xfrm>
            <a:off x="6070600" y="5135563"/>
            <a:ext cx="150813" cy="150812"/>
          </a:xfrm>
          <a:prstGeom prst="ellipse">
            <a:avLst/>
          </a:prstGeom>
          <a:solidFill>
            <a:srgbClr val="012641"/>
          </a:solid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9" name="TextBox 18"/>
          <p:cNvSpPr txBox="1">
            <a:spLocks noChangeArrowheads="1"/>
          </p:cNvSpPr>
          <p:nvPr/>
        </p:nvSpPr>
        <p:spPr bwMode="auto">
          <a:xfrm>
            <a:off x="4381500" y="1090613"/>
            <a:ext cx="673100" cy="461962"/>
          </a:xfrm>
          <a:prstGeom prst="rect">
            <a:avLst/>
          </a:prstGeom>
          <a:noFill/>
          <a:ln w="9525">
            <a:noFill/>
            <a:miter lim="800000"/>
            <a:headEnd/>
            <a:tailEnd/>
          </a:ln>
        </p:spPr>
        <p:txBody>
          <a:bodyPr>
            <a:spAutoFit/>
          </a:bodyPr>
          <a:lstStyle/>
          <a:p>
            <a:pPr algn="ctr"/>
            <a:r>
              <a:rPr lang="en-US" sz="2400">
                <a:solidFill>
                  <a:srgbClr val="0087B1"/>
                </a:solidFill>
                <a:latin typeface="FontAwesome"/>
              </a:rPr>
              <a:t></a:t>
            </a:r>
            <a:endParaRPr lang="ru-RU" sz="2400">
              <a:solidFill>
                <a:srgbClr val="0087B1"/>
              </a:solidFill>
            </a:endParaRPr>
          </a:p>
        </p:txBody>
      </p:sp>
      <p:sp>
        <p:nvSpPr>
          <p:cNvPr id="55" name="TextBox 54"/>
          <p:cNvSpPr txBox="1">
            <a:spLocks noChangeArrowheads="1"/>
          </p:cNvSpPr>
          <p:nvPr/>
        </p:nvSpPr>
        <p:spPr bwMode="auto">
          <a:xfrm>
            <a:off x="7224713" y="2459038"/>
            <a:ext cx="673100" cy="461962"/>
          </a:xfrm>
          <a:prstGeom prst="rect">
            <a:avLst/>
          </a:prstGeom>
          <a:noFill/>
          <a:ln w="9525">
            <a:noFill/>
            <a:miter lim="800000"/>
            <a:headEnd/>
            <a:tailEnd/>
          </a:ln>
        </p:spPr>
        <p:txBody>
          <a:bodyPr>
            <a:spAutoFit/>
          </a:bodyPr>
          <a:lstStyle/>
          <a:p>
            <a:pPr algn="ctr" defTabSz="912813"/>
            <a:r>
              <a:rPr lang="en-US" sz="2400">
                <a:solidFill>
                  <a:srgbClr val="FF8601"/>
                </a:solidFill>
                <a:latin typeface="FontAwesome"/>
              </a:rPr>
              <a:t></a:t>
            </a:r>
            <a:endParaRPr lang="ru-RU" sz="2400">
              <a:solidFill>
                <a:srgbClr val="FF8601"/>
              </a:solidFill>
            </a:endParaRPr>
          </a:p>
        </p:txBody>
      </p:sp>
      <p:sp>
        <p:nvSpPr>
          <p:cNvPr id="56" name="TextBox 55"/>
          <p:cNvSpPr txBox="1">
            <a:spLocks noChangeArrowheads="1"/>
          </p:cNvSpPr>
          <p:nvPr/>
        </p:nvSpPr>
        <p:spPr bwMode="auto">
          <a:xfrm>
            <a:off x="4371975" y="3695700"/>
            <a:ext cx="673100" cy="461963"/>
          </a:xfrm>
          <a:prstGeom prst="rect">
            <a:avLst/>
          </a:prstGeom>
          <a:noFill/>
          <a:ln w="9525">
            <a:noFill/>
            <a:miter lim="800000"/>
            <a:headEnd/>
            <a:tailEnd/>
          </a:ln>
        </p:spPr>
        <p:txBody>
          <a:bodyPr>
            <a:spAutoFit/>
          </a:bodyPr>
          <a:lstStyle/>
          <a:p>
            <a:pPr algn="ctr" defTabSz="912813"/>
            <a:r>
              <a:rPr lang="en-US" sz="2400">
                <a:solidFill>
                  <a:srgbClr val="A1BB22"/>
                </a:solidFill>
                <a:latin typeface="FontAwesome"/>
              </a:rPr>
              <a:t></a:t>
            </a:r>
            <a:endParaRPr lang="ru-RU" sz="2400">
              <a:solidFill>
                <a:srgbClr val="A1BB22"/>
              </a:solidFill>
            </a:endParaRPr>
          </a:p>
        </p:txBody>
      </p:sp>
      <p:sp>
        <p:nvSpPr>
          <p:cNvPr id="57" name="TextBox 56"/>
          <p:cNvSpPr txBox="1">
            <a:spLocks noChangeArrowheads="1"/>
          </p:cNvSpPr>
          <p:nvPr/>
        </p:nvSpPr>
        <p:spPr bwMode="auto">
          <a:xfrm>
            <a:off x="7224713" y="4979988"/>
            <a:ext cx="673100" cy="460375"/>
          </a:xfrm>
          <a:prstGeom prst="rect">
            <a:avLst/>
          </a:prstGeom>
          <a:noFill/>
          <a:ln w="9525">
            <a:noFill/>
            <a:miter lim="800000"/>
            <a:headEnd/>
            <a:tailEnd/>
          </a:ln>
        </p:spPr>
        <p:txBody>
          <a:bodyPr>
            <a:spAutoFit/>
          </a:bodyPr>
          <a:lstStyle/>
          <a:p>
            <a:pPr algn="ctr" defTabSz="912813"/>
            <a:r>
              <a:rPr lang="en-US" sz="2400">
                <a:solidFill>
                  <a:srgbClr val="012641"/>
                </a:solidFill>
                <a:latin typeface="FontAwesome"/>
              </a:rPr>
              <a:t></a:t>
            </a:r>
            <a:endParaRPr lang="ru-RU" sz="2400">
              <a:solidFill>
                <a:srgbClr val="012641"/>
              </a:solidFill>
            </a:endParaRPr>
          </a:p>
        </p:txBody>
      </p:sp>
      <p:sp>
        <p:nvSpPr>
          <p:cNvPr id="20" name="TextBox 19"/>
          <p:cNvSpPr txBox="1">
            <a:spLocks noChangeArrowheads="1"/>
          </p:cNvSpPr>
          <p:nvPr/>
        </p:nvSpPr>
        <p:spPr bwMode="auto">
          <a:xfrm>
            <a:off x="6353175" y="735013"/>
            <a:ext cx="495300" cy="1016000"/>
          </a:xfrm>
          <a:prstGeom prst="rect">
            <a:avLst/>
          </a:prstGeom>
          <a:noFill/>
          <a:ln w="9525">
            <a:noFill/>
            <a:miter lim="800000"/>
            <a:headEnd/>
            <a:tailEnd/>
          </a:ln>
        </p:spPr>
        <p:txBody>
          <a:bodyPr>
            <a:spAutoFit/>
          </a:bodyPr>
          <a:lstStyle/>
          <a:p>
            <a:r>
              <a:rPr lang="en-US" sz="6000">
                <a:solidFill>
                  <a:srgbClr val="D9D9D9"/>
                </a:solidFill>
                <a:latin typeface="Lato Light"/>
                <a:ea typeface="Lato Light"/>
                <a:cs typeface="Lato Light"/>
              </a:rPr>
              <a:t>1</a:t>
            </a:r>
          </a:p>
        </p:txBody>
      </p:sp>
      <p:sp>
        <p:nvSpPr>
          <p:cNvPr id="58" name="TextBox 57"/>
          <p:cNvSpPr txBox="1">
            <a:spLocks noChangeArrowheads="1"/>
          </p:cNvSpPr>
          <p:nvPr/>
        </p:nvSpPr>
        <p:spPr bwMode="auto">
          <a:xfrm>
            <a:off x="5389563" y="2097088"/>
            <a:ext cx="495300" cy="1016000"/>
          </a:xfrm>
          <a:prstGeom prst="rect">
            <a:avLst/>
          </a:prstGeom>
          <a:noFill/>
          <a:ln w="9525">
            <a:noFill/>
            <a:miter lim="800000"/>
            <a:headEnd/>
            <a:tailEnd/>
          </a:ln>
        </p:spPr>
        <p:txBody>
          <a:bodyPr>
            <a:spAutoFit/>
          </a:bodyPr>
          <a:lstStyle/>
          <a:p>
            <a:r>
              <a:rPr lang="en-US" sz="6000">
                <a:solidFill>
                  <a:srgbClr val="D9D9D9"/>
                </a:solidFill>
                <a:latin typeface="Lato Light"/>
                <a:ea typeface="Lato Light"/>
                <a:cs typeface="Lato Light"/>
              </a:rPr>
              <a:t>2</a:t>
            </a:r>
          </a:p>
        </p:txBody>
      </p:sp>
      <p:sp>
        <p:nvSpPr>
          <p:cNvPr id="59" name="TextBox 58"/>
          <p:cNvSpPr txBox="1">
            <a:spLocks noChangeArrowheads="1"/>
          </p:cNvSpPr>
          <p:nvPr/>
        </p:nvSpPr>
        <p:spPr bwMode="auto">
          <a:xfrm>
            <a:off x="6348413" y="3378200"/>
            <a:ext cx="495300" cy="1014413"/>
          </a:xfrm>
          <a:prstGeom prst="rect">
            <a:avLst/>
          </a:prstGeom>
          <a:noFill/>
          <a:ln w="9525">
            <a:noFill/>
            <a:miter lim="800000"/>
            <a:headEnd/>
            <a:tailEnd/>
          </a:ln>
        </p:spPr>
        <p:txBody>
          <a:bodyPr>
            <a:spAutoFit/>
          </a:bodyPr>
          <a:lstStyle/>
          <a:p>
            <a:r>
              <a:rPr lang="en-US" sz="6000">
                <a:solidFill>
                  <a:srgbClr val="D9D9D9"/>
                </a:solidFill>
                <a:latin typeface="Lato Light"/>
                <a:ea typeface="Lato Light"/>
                <a:cs typeface="Lato Light"/>
              </a:rPr>
              <a:t>3</a:t>
            </a:r>
          </a:p>
        </p:txBody>
      </p:sp>
      <p:sp>
        <p:nvSpPr>
          <p:cNvPr id="60" name="TextBox 59"/>
          <p:cNvSpPr txBox="1">
            <a:spLocks noChangeArrowheads="1"/>
          </p:cNvSpPr>
          <p:nvPr/>
        </p:nvSpPr>
        <p:spPr bwMode="auto">
          <a:xfrm>
            <a:off x="5386388" y="4702175"/>
            <a:ext cx="495300" cy="1014413"/>
          </a:xfrm>
          <a:prstGeom prst="rect">
            <a:avLst/>
          </a:prstGeom>
          <a:noFill/>
          <a:ln w="9525">
            <a:noFill/>
            <a:miter lim="800000"/>
            <a:headEnd/>
            <a:tailEnd/>
          </a:ln>
        </p:spPr>
        <p:txBody>
          <a:bodyPr>
            <a:spAutoFit/>
          </a:bodyPr>
          <a:lstStyle/>
          <a:p>
            <a:r>
              <a:rPr lang="en-US" sz="6000">
                <a:solidFill>
                  <a:srgbClr val="D9D9D9"/>
                </a:solidFill>
                <a:latin typeface="Lato Light"/>
                <a:ea typeface="Lato Light"/>
                <a:cs typeface="Lato Light"/>
              </a:rPr>
              <a:t>4</a:t>
            </a:r>
          </a:p>
        </p:txBody>
      </p:sp>
      <p:sp>
        <p:nvSpPr>
          <p:cNvPr id="61" name="TextBox 60"/>
          <p:cNvSpPr txBox="1">
            <a:spLocks noChangeArrowheads="1"/>
          </p:cNvSpPr>
          <p:nvPr/>
        </p:nvSpPr>
        <p:spPr bwMode="auto">
          <a:xfrm>
            <a:off x="6907213" y="906463"/>
            <a:ext cx="3848100" cy="585787"/>
          </a:xfrm>
          <a:prstGeom prst="rect">
            <a:avLst/>
          </a:prstGeom>
          <a:noFill/>
          <a:ln w="9525">
            <a:noFill/>
            <a:miter lim="800000"/>
            <a:headEnd/>
            <a:tailEnd/>
          </a:ln>
        </p:spPr>
        <p:txBody>
          <a:bodyPr>
            <a:spAutoFit/>
          </a:bodyPr>
          <a:lstStyle/>
          <a:p>
            <a:r>
              <a:rPr lang="ar-SA" sz="3200" b="1"/>
              <a:t>المعلم الضعيف يلقن </a:t>
            </a:r>
            <a:endParaRPr lang="en-US" sz="3200">
              <a:solidFill>
                <a:srgbClr val="262626"/>
              </a:solidFill>
              <a:latin typeface="Lato"/>
              <a:ea typeface="Lato"/>
              <a:cs typeface="Lato"/>
            </a:endParaRPr>
          </a:p>
        </p:txBody>
      </p:sp>
      <p:sp>
        <p:nvSpPr>
          <p:cNvPr id="62" name="TextBox 61"/>
          <p:cNvSpPr txBox="1">
            <a:spLocks noChangeArrowheads="1"/>
          </p:cNvSpPr>
          <p:nvPr/>
        </p:nvSpPr>
        <p:spPr bwMode="auto">
          <a:xfrm>
            <a:off x="6935788" y="1298575"/>
            <a:ext cx="3848100" cy="523875"/>
          </a:xfrm>
          <a:prstGeom prst="rect">
            <a:avLst/>
          </a:prstGeom>
          <a:noFill/>
          <a:ln w="9525">
            <a:noFill/>
            <a:miter lim="800000"/>
            <a:headEnd/>
            <a:tailEnd/>
          </a:ln>
        </p:spPr>
        <p:txBody>
          <a:bodyPr>
            <a:spAutoFit/>
          </a:bodyPr>
          <a:lstStyle/>
          <a:p>
            <a:r>
              <a:rPr lang="en-US" sz="2800" b="1"/>
              <a:t>A Poor teacher tells </a:t>
            </a:r>
            <a:endParaRPr lang="en-US" sz="2800">
              <a:solidFill>
                <a:srgbClr val="A6A6A6"/>
              </a:solidFill>
              <a:latin typeface="Lato Light"/>
              <a:ea typeface="Lato Light"/>
              <a:cs typeface="Lato Light"/>
            </a:endParaRPr>
          </a:p>
        </p:txBody>
      </p:sp>
      <p:sp>
        <p:nvSpPr>
          <p:cNvPr id="63" name="TextBox 62"/>
          <p:cNvSpPr txBox="1">
            <a:spLocks noChangeArrowheads="1"/>
          </p:cNvSpPr>
          <p:nvPr/>
        </p:nvSpPr>
        <p:spPr bwMode="auto">
          <a:xfrm>
            <a:off x="1568450" y="2259013"/>
            <a:ext cx="3848100" cy="584200"/>
          </a:xfrm>
          <a:prstGeom prst="rect">
            <a:avLst/>
          </a:prstGeom>
          <a:noFill/>
          <a:ln w="9525">
            <a:noFill/>
            <a:miter lim="800000"/>
            <a:headEnd/>
            <a:tailEnd/>
          </a:ln>
        </p:spPr>
        <p:txBody>
          <a:bodyPr>
            <a:spAutoFit/>
          </a:bodyPr>
          <a:lstStyle/>
          <a:p>
            <a:pPr algn="r"/>
            <a:r>
              <a:rPr lang="ar-SA" sz="3200" b="1"/>
              <a:t> المعلم المتوسط يفسر</a:t>
            </a:r>
            <a:endParaRPr lang="en-US" sz="3200">
              <a:solidFill>
                <a:srgbClr val="262626"/>
              </a:solidFill>
              <a:latin typeface="Lato"/>
              <a:ea typeface="Lato"/>
              <a:cs typeface="Lato"/>
            </a:endParaRPr>
          </a:p>
        </p:txBody>
      </p:sp>
      <p:sp>
        <p:nvSpPr>
          <p:cNvPr id="64" name="TextBox 63"/>
          <p:cNvSpPr txBox="1">
            <a:spLocks noChangeArrowheads="1"/>
          </p:cNvSpPr>
          <p:nvPr/>
        </p:nvSpPr>
        <p:spPr bwMode="auto">
          <a:xfrm>
            <a:off x="1568450" y="2651125"/>
            <a:ext cx="3848100" cy="461963"/>
          </a:xfrm>
          <a:prstGeom prst="rect">
            <a:avLst/>
          </a:prstGeom>
          <a:noFill/>
          <a:ln w="9525">
            <a:noFill/>
            <a:miter lim="800000"/>
            <a:headEnd/>
            <a:tailEnd/>
          </a:ln>
        </p:spPr>
        <p:txBody>
          <a:bodyPr>
            <a:spAutoFit/>
          </a:bodyPr>
          <a:lstStyle/>
          <a:p>
            <a:pPr algn="r"/>
            <a:r>
              <a:rPr lang="en-US" sz="2400" b="1"/>
              <a:t>An Average teacher explains</a:t>
            </a:r>
            <a:endParaRPr lang="en-US" sz="2400">
              <a:solidFill>
                <a:srgbClr val="A6A6A6"/>
              </a:solidFill>
              <a:latin typeface="Lato Light"/>
              <a:ea typeface="Lato Light"/>
              <a:cs typeface="Lato Light"/>
            </a:endParaRPr>
          </a:p>
        </p:txBody>
      </p:sp>
      <p:sp>
        <p:nvSpPr>
          <p:cNvPr id="65" name="TextBox 64"/>
          <p:cNvSpPr txBox="1">
            <a:spLocks noChangeArrowheads="1"/>
          </p:cNvSpPr>
          <p:nvPr/>
        </p:nvSpPr>
        <p:spPr bwMode="auto">
          <a:xfrm>
            <a:off x="6929438" y="3509963"/>
            <a:ext cx="3848100" cy="584200"/>
          </a:xfrm>
          <a:prstGeom prst="rect">
            <a:avLst/>
          </a:prstGeom>
          <a:noFill/>
          <a:ln w="9525">
            <a:noFill/>
            <a:miter lim="800000"/>
            <a:headEnd/>
            <a:tailEnd/>
          </a:ln>
        </p:spPr>
        <p:txBody>
          <a:bodyPr>
            <a:spAutoFit/>
          </a:bodyPr>
          <a:lstStyle/>
          <a:p>
            <a:r>
              <a:rPr lang="ar-SA" sz="3200" b="1"/>
              <a:t>المعلم الجيد يعرض </a:t>
            </a:r>
            <a:endParaRPr lang="en-US" sz="3200">
              <a:solidFill>
                <a:srgbClr val="262626"/>
              </a:solidFill>
              <a:latin typeface="Lato"/>
              <a:ea typeface="Lato"/>
              <a:cs typeface="Lato"/>
            </a:endParaRPr>
          </a:p>
        </p:txBody>
      </p:sp>
      <p:sp>
        <p:nvSpPr>
          <p:cNvPr id="66" name="TextBox 65"/>
          <p:cNvSpPr txBox="1">
            <a:spLocks noChangeArrowheads="1"/>
          </p:cNvSpPr>
          <p:nvPr/>
        </p:nvSpPr>
        <p:spPr bwMode="auto">
          <a:xfrm>
            <a:off x="6956425" y="3902075"/>
            <a:ext cx="4819650" cy="461963"/>
          </a:xfrm>
          <a:prstGeom prst="rect">
            <a:avLst/>
          </a:prstGeom>
          <a:noFill/>
          <a:ln w="9525">
            <a:noFill/>
            <a:miter lim="800000"/>
            <a:headEnd/>
            <a:tailEnd/>
          </a:ln>
        </p:spPr>
        <p:txBody>
          <a:bodyPr>
            <a:spAutoFit/>
          </a:bodyPr>
          <a:lstStyle/>
          <a:p>
            <a:r>
              <a:rPr lang="en-US" sz="2400" b="1"/>
              <a:t>A Good teacher demonstrates</a:t>
            </a:r>
            <a:endParaRPr lang="en-US" sz="2400">
              <a:solidFill>
                <a:srgbClr val="A6A6A6"/>
              </a:solidFill>
              <a:latin typeface="Lato Light"/>
              <a:ea typeface="Lato Light"/>
              <a:cs typeface="Lato Light"/>
            </a:endParaRPr>
          </a:p>
        </p:txBody>
      </p:sp>
      <p:sp>
        <p:nvSpPr>
          <p:cNvPr id="67" name="TextBox 66"/>
          <p:cNvSpPr txBox="1">
            <a:spLocks noChangeArrowheads="1"/>
          </p:cNvSpPr>
          <p:nvPr/>
        </p:nvSpPr>
        <p:spPr bwMode="auto">
          <a:xfrm>
            <a:off x="1568450" y="4846638"/>
            <a:ext cx="3848100" cy="584200"/>
          </a:xfrm>
          <a:prstGeom prst="rect">
            <a:avLst/>
          </a:prstGeom>
          <a:noFill/>
          <a:ln w="9525">
            <a:noFill/>
            <a:miter lim="800000"/>
            <a:headEnd/>
            <a:tailEnd/>
          </a:ln>
        </p:spPr>
        <p:txBody>
          <a:bodyPr>
            <a:spAutoFit/>
          </a:bodyPr>
          <a:lstStyle/>
          <a:p>
            <a:pPr algn="r"/>
            <a:r>
              <a:rPr lang="ar-SA" sz="3200" b="1"/>
              <a:t>المعلم المتميز يلهم </a:t>
            </a:r>
            <a:endParaRPr lang="en-US" sz="3200">
              <a:solidFill>
                <a:srgbClr val="262626"/>
              </a:solidFill>
              <a:latin typeface="Lato"/>
              <a:ea typeface="Lato"/>
              <a:cs typeface="Lato"/>
            </a:endParaRPr>
          </a:p>
        </p:txBody>
      </p:sp>
      <p:sp>
        <p:nvSpPr>
          <p:cNvPr id="68" name="TextBox 67"/>
          <p:cNvSpPr txBox="1">
            <a:spLocks noChangeArrowheads="1"/>
          </p:cNvSpPr>
          <p:nvPr/>
        </p:nvSpPr>
        <p:spPr bwMode="auto">
          <a:xfrm>
            <a:off x="1568450" y="5238750"/>
            <a:ext cx="3848100" cy="460375"/>
          </a:xfrm>
          <a:prstGeom prst="rect">
            <a:avLst/>
          </a:prstGeom>
          <a:noFill/>
          <a:ln w="9525">
            <a:noFill/>
            <a:miter lim="800000"/>
            <a:headEnd/>
            <a:tailEnd/>
          </a:ln>
        </p:spPr>
        <p:txBody>
          <a:bodyPr>
            <a:spAutoFit/>
          </a:bodyPr>
          <a:lstStyle/>
          <a:p>
            <a:pPr algn="r"/>
            <a:r>
              <a:rPr lang="en-US" sz="2400" b="1"/>
              <a:t>A Great teacher inspires</a:t>
            </a:r>
            <a:endParaRPr lang="en-US" sz="2400">
              <a:solidFill>
                <a:srgbClr val="A6A6A6"/>
              </a:solidFill>
              <a:latin typeface="Lato Light"/>
              <a:ea typeface="Lato Light"/>
              <a:cs typeface="Lato Light"/>
            </a:endParaRPr>
          </a:p>
        </p:txBody>
      </p:sp>
      <p:sp>
        <p:nvSpPr>
          <p:cNvPr id="32" name="Text Placeholder 1"/>
          <p:cNvSpPr txBox="1">
            <a:spLocks/>
          </p:cNvSpPr>
          <p:nvPr/>
        </p:nvSpPr>
        <p:spPr>
          <a:xfrm>
            <a:off x="847725" y="92075"/>
            <a:ext cx="11009313" cy="642938"/>
          </a:xfrm>
          <a:prstGeom prst="rect">
            <a:avLst/>
          </a:prstGeom>
        </p:spPr>
        <p:txBody>
          <a:bodyPr/>
          <a:lstStyle>
            <a:defPPr>
              <a:defRPr lang="en-US"/>
            </a:defPPr>
            <a:lvl1pPr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a:lstStyle>
          <a:p>
            <a:pPr lvl="1" algn="ctr" rtl="1">
              <a:defRPr/>
            </a:pPr>
            <a:r>
              <a:rPr lang="ar-SA" sz="4000" b="1" u="sng" dirty="0">
                <a:effectLst>
                  <a:outerShdw blurRad="38100" dist="38100" dir="2700000" algn="tl">
                    <a:srgbClr val="000000">
                      <a:alpha val="43137"/>
                    </a:srgbClr>
                  </a:outerShdw>
                </a:effectLst>
              </a:rPr>
              <a:t>المعلم والتكنولوجيا</a:t>
            </a:r>
            <a:endParaRPr lang="en-US" sz="4000" u="sng" dirty="0">
              <a:effectLst>
                <a:outerShdw blurRad="38100" dist="38100" dir="2700000" algn="tl">
                  <a:srgbClr val="000000">
                    <a:alpha val="43137"/>
                  </a:srgbClr>
                </a:outerShdw>
              </a:effectLst>
            </a:endParaRPr>
          </a:p>
        </p:txBody>
      </p:sp>
      <p:grpSp>
        <p:nvGrpSpPr>
          <p:cNvPr id="444448" name="Group 32"/>
          <p:cNvGrpSpPr>
            <a:grpSpLocks/>
          </p:cNvGrpSpPr>
          <p:nvPr/>
        </p:nvGrpSpPr>
        <p:grpSpPr bwMode="auto">
          <a:xfrm>
            <a:off x="7810500" y="133350"/>
            <a:ext cx="46038" cy="674688"/>
            <a:chOff x="455000" y="491056"/>
            <a:chExt cx="45720" cy="675713"/>
          </a:xfrm>
        </p:grpSpPr>
        <p:sp>
          <p:nvSpPr>
            <p:cNvPr id="37" name="Rectangle 36"/>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38" name="Rectangle 37"/>
            <p:cNvSpPr/>
            <p:nvPr/>
          </p:nvSpPr>
          <p:spPr>
            <a:xfrm>
              <a:off x="455000" y="961670"/>
              <a:ext cx="45720" cy="205099"/>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grpSp>
      <p:sp>
        <p:nvSpPr>
          <p:cNvPr id="3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3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500"/>
                                        <p:tgtEl>
                                          <p:spTgt spid="62"/>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36"/>
                                        </p:tgtEl>
                                        <p:attrNameLst>
                                          <p:attrName>style.visibility</p:attrName>
                                        </p:attrNameLst>
                                      </p:cBhvr>
                                      <p:to>
                                        <p:strVal val="visible"/>
                                      </p:to>
                                    </p:set>
                                    <p:anim calcmode="lin" valueType="num">
                                      <p:cBhvr>
                                        <p:cTn id="37" dur="500" fill="hold"/>
                                        <p:tgtEl>
                                          <p:spTgt spid="36"/>
                                        </p:tgtEl>
                                        <p:attrNameLst>
                                          <p:attrName>ppt_w</p:attrName>
                                        </p:attrNameLst>
                                      </p:cBhvr>
                                      <p:tavLst>
                                        <p:tav tm="0">
                                          <p:val>
                                            <p:fltVal val="0"/>
                                          </p:val>
                                        </p:tav>
                                        <p:tav tm="100000">
                                          <p:val>
                                            <p:strVal val="#ppt_w"/>
                                          </p:val>
                                        </p:tav>
                                      </p:tavLst>
                                    </p:anim>
                                    <p:anim calcmode="lin" valueType="num">
                                      <p:cBhvr>
                                        <p:cTn id="38" dur="500" fill="hold"/>
                                        <p:tgtEl>
                                          <p:spTgt spid="36"/>
                                        </p:tgtEl>
                                        <p:attrNameLst>
                                          <p:attrName>ppt_h</p:attrName>
                                        </p:attrNameLst>
                                      </p:cBhvr>
                                      <p:tavLst>
                                        <p:tav tm="0">
                                          <p:val>
                                            <p:fltVal val="0"/>
                                          </p:val>
                                        </p:tav>
                                        <p:tav tm="100000">
                                          <p:val>
                                            <p:strVal val="#ppt_h"/>
                                          </p:val>
                                        </p:tav>
                                      </p:tavLst>
                                    </p:anim>
                                    <p:animEffect transition="in" filter="fade">
                                      <p:cBhvr>
                                        <p:cTn id="39" dur="500"/>
                                        <p:tgtEl>
                                          <p:spTgt spid="36"/>
                                        </p:tgtEl>
                                      </p:cBhvr>
                                    </p:animEffect>
                                  </p:childTnLst>
                                </p:cTn>
                              </p:par>
                              <p:par>
                                <p:cTn id="40" presetID="22" presetClass="entr" presetSubtype="8" fill="hold" nodeType="withEffect">
                                  <p:stCondLst>
                                    <p:cond delay="1000"/>
                                  </p:stCondLst>
                                  <p:childTnLst>
                                    <p:set>
                                      <p:cBhvr>
                                        <p:cTn id="41" dur="1" fill="hold">
                                          <p:stCondLst>
                                            <p:cond delay="0"/>
                                          </p:stCondLst>
                                        </p:cTn>
                                        <p:tgtEl>
                                          <p:spTgt spid="34"/>
                                        </p:tgtEl>
                                        <p:attrNameLst>
                                          <p:attrName>style.visibility</p:attrName>
                                        </p:attrNameLst>
                                      </p:cBhvr>
                                      <p:to>
                                        <p:strVal val="visible"/>
                                      </p:to>
                                    </p:set>
                                    <p:animEffect transition="in" filter="wipe(left)">
                                      <p:cBhvr>
                                        <p:cTn id="42" dur="500"/>
                                        <p:tgtEl>
                                          <p:spTgt spid="34"/>
                                        </p:tgtEl>
                                      </p:cBhvr>
                                    </p:animEffect>
                                  </p:childTnLst>
                                </p:cTn>
                              </p:par>
                              <p:par>
                                <p:cTn id="43" presetID="53" presetClass="entr" presetSubtype="16" fill="hold" grpId="0" nodeType="withEffect">
                                  <p:stCondLst>
                                    <p:cond delay="1000"/>
                                  </p:stCondLst>
                                  <p:childTnLst>
                                    <p:set>
                                      <p:cBhvr>
                                        <p:cTn id="44" dur="1" fill="hold">
                                          <p:stCondLst>
                                            <p:cond delay="0"/>
                                          </p:stCondLst>
                                        </p:cTn>
                                        <p:tgtEl>
                                          <p:spTgt spid="35"/>
                                        </p:tgtEl>
                                        <p:attrNameLst>
                                          <p:attrName>style.visibility</p:attrName>
                                        </p:attrNameLst>
                                      </p:cBhvr>
                                      <p:to>
                                        <p:strVal val="visible"/>
                                      </p:to>
                                    </p:set>
                                    <p:anim calcmode="lin" valueType="num">
                                      <p:cBhvr>
                                        <p:cTn id="45" dur="500" fill="hold"/>
                                        <p:tgtEl>
                                          <p:spTgt spid="35"/>
                                        </p:tgtEl>
                                        <p:attrNameLst>
                                          <p:attrName>ppt_w</p:attrName>
                                        </p:attrNameLst>
                                      </p:cBhvr>
                                      <p:tavLst>
                                        <p:tav tm="0">
                                          <p:val>
                                            <p:fltVal val="0"/>
                                          </p:val>
                                        </p:tav>
                                        <p:tav tm="100000">
                                          <p:val>
                                            <p:strVal val="#ppt_w"/>
                                          </p:val>
                                        </p:tav>
                                      </p:tavLst>
                                    </p:anim>
                                    <p:anim calcmode="lin" valueType="num">
                                      <p:cBhvr>
                                        <p:cTn id="46" dur="500" fill="hold"/>
                                        <p:tgtEl>
                                          <p:spTgt spid="35"/>
                                        </p:tgtEl>
                                        <p:attrNameLst>
                                          <p:attrName>ppt_h</p:attrName>
                                        </p:attrNameLst>
                                      </p:cBhvr>
                                      <p:tavLst>
                                        <p:tav tm="0">
                                          <p:val>
                                            <p:fltVal val="0"/>
                                          </p:val>
                                        </p:tav>
                                        <p:tav tm="100000">
                                          <p:val>
                                            <p:strVal val="#ppt_h"/>
                                          </p:val>
                                        </p:tav>
                                      </p:tavLst>
                                    </p:anim>
                                    <p:animEffect transition="in" filter="fade">
                                      <p:cBhvr>
                                        <p:cTn id="47" dur="500"/>
                                        <p:tgtEl>
                                          <p:spTgt spid="35"/>
                                        </p:tgtEl>
                                      </p:cBhvr>
                                    </p:animEffect>
                                  </p:childTnLst>
                                </p:cTn>
                              </p:par>
                              <p:par>
                                <p:cTn id="48" presetID="53" presetClass="entr" presetSubtype="16" fill="hold" grpId="0" nodeType="withEffect">
                                  <p:stCondLst>
                                    <p:cond delay="1000"/>
                                  </p:stCondLst>
                                  <p:childTnLst>
                                    <p:set>
                                      <p:cBhvr>
                                        <p:cTn id="49" dur="1" fill="hold">
                                          <p:stCondLst>
                                            <p:cond delay="0"/>
                                          </p:stCondLst>
                                        </p:cTn>
                                        <p:tgtEl>
                                          <p:spTgt spid="55"/>
                                        </p:tgtEl>
                                        <p:attrNameLst>
                                          <p:attrName>style.visibility</p:attrName>
                                        </p:attrNameLst>
                                      </p:cBhvr>
                                      <p:to>
                                        <p:strVal val="visible"/>
                                      </p:to>
                                    </p:set>
                                    <p:anim calcmode="lin" valueType="num">
                                      <p:cBhvr>
                                        <p:cTn id="50" dur="500" fill="hold"/>
                                        <p:tgtEl>
                                          <p:spTgt spid="55"/>
                                        </p:tgtEl>
                                        <p:attrNameLst>
                                          <p:attrName>ppt_w</p:attrName>
                                        </p:attrNameLst>
                                      </p:cBhvr>
                                      <p:tavLst>
                                        <p:tav tm="0">
                                          <p:val>
                                            <p:fltVal val="0"/>
                                          </p:val>
                                        </p:tav>
                                        <p:tav tm="100000">
                                          <p:val>
                                            <p:strVal val="#ppt_w"/>
                                          </p:val>
                                        </p:tav>
                                      </p:tavLst>
                                    </p:anim>
                                    <p:anim calcmode="lin" valueType="num">
                                      <p:cBhvr>
                                        <p:cTn id="51" dur="500" fill="hold"/>
                                        <p:tgtEl>
                                          <p:spTgt spid="55"/>
                                        </p:tgtEl>
                                        <p:attrNameLst>
                                          <p:attrName>ppt_h</p:attrName>
                                        </p:attrNameLst>
                                      </p:cBhvr>
                                      <p:tavLst>
                                        <p:tav tm="0">
                                          <p:val>
                                            <p:fltVal val="0"/>
                                          </p:val>
                                        </p:tav>
                                        <p:tav tm="100000">
                                          <p:val>
                                            <p:strVal val="#ppt_h"/>
                                          </p:val>
                                        </p:tav>
                                      </p:tavLst>
                                    </p:anim>
                                    <p:animEffect transition="in" filter="fade">
                                      <p:cBhvr>
                                        <p:cTn id="52" dur="500"/>
                                        <p:tgtEl>
                                          <p:spTgt spid="55"/>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58"/>
                                        </p:tgtEl>
                                        <p:attrNameLst>
                                          <p:attrName>style.visibility</p:attrName>
                                        </p:attrNameLst>
                                      </p:cBhvr>
                                      <p:to>
                                        <p:strVal val="visible"/>
                                      </p:to>
                                    </p:set>
                                    <p:animEffect transition="in" filter="fade">
                                      <p:cBhvr>
                                        <p:cTn id="58" dur="500"/>
                                        <p:tgtEl>
                                          <p:spTgt spid="58"/>
                                        </p:tgtEl>
                                      </p:cBhvr>
                                    </p:animEffect>
                                  </p:childTnLst>
                                </p:cTn>
                              </p:par>
                              <p:par>
                                <p:cTn id="59" presetID="10" presetClass="entr" presetSubtype="0" fill="hold" grpId="0" nodeType="withEffect">
                                  <p:stCondLst>
                                    <p:cond delay="10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500"/>
                                        <p:tgtEl>
                                          <p:spTgt spid="63"/>
                                        </p:tgtEl>
                                      </p:cBhvr>
                                    </p:animEffect>
                                  </p:childTnLst>
                                </p:cTn>
                              </p:par>
                              <p:par>
                                <p:cTn id="62" presetID="53" presetClass="entr" presetSubtype="16" fill="hold" grpId="0" nodeType="withEffect">
                                  <p:stCondLst>
                                    <p:cond delay="1250"/>
                                  </p:stCondLst>
                                  <p:childTnLst>
                                    <p:set>
                                      <p:cBhvr>
                                        <p:cTn id="63" dur="1" fill="hold">
                                          <p:stCondLst>
                                            <p:cond delay="0"/>
                                          </p:stCondLst>
                                        </p:cTn>
                                        <p:tgtEl>
                                          <p:spTgt spid="51"/>
                                        </p:tgtEl>
                                        <p:attrNameLst>
                                          <p:attrName>style.visibility</p:attrName>
                                        </p:attrNameLst>
                                      </p:cBhvr>
                                      <p:to>
                                        <p:strVal val="visible"/>
                                      </p:to>
                                    </p:set>
                                    <p:anim calcmode="lin" valueType="num">
                                      <p:cBhvr>
                                        <p:cTn id="64" dur="500" fill="hold"/>
                                        <p:tgtEl>
                                          <p:spTgt spid="51"/>
                                        </p:tgtEl>
                                        <p:attrNameLst>
                                          <p:attrName>ppt_w</p:attrName>
                                        </p:attrNameLst>
                                      </p:cBhvr>
                                      <p:tavLst>
                                        <p:tav tm="0">
                                          <p:val>
                                            <p:fltVal val="0"/>
                                          </p:val>
                                        </p:tav>
                                        <p:tav tm="100000">
                                          <p:val>
                                            <p:strVal val="#ppt_w"/>
                                          </p:val>
                                        </p:tav>
                                      </p:tavLst>
                                    </p:anim>
                                    <p:anim calcmode="lin" valueType="num">
                                      <p:cBhvr>
                                        <p:cTn id="65" dur="500" fill="hold"/>
                                        <p:tgtEl>
                                          <p:spTgt spid="51"/>
                                        </p:tgtEl>
                                        <p:attrNameLst>
                                          <p:attrName>ppt_h</p:attrName>
                                        </p:attrNameLst>
                                      </p:cBhvr>
                                      <p:tavLst>
                                        <p:tav tm="0">
                                          <p:val>
                                            <p:fltVal val="0"/>
                                          </p:val>
                                        </p:tav>
                                        <p:tav tm="100000">
                                          <p:val>
                                            <p:strVal val="#ppt_h"/>
                                          </p:val>
                                        </p:tav>
                                      </p:tavLst>
                                    </p:anim>
                                    <p:animEffect transition="in" filter="fade">
                                      <p:cBhvr>
                                        <p:cTn id="66" dur="500"/>
                                        <p:tgtEl>
                                          <p:spTgt spid="51"/>
                                        </p:tgtEl>
                                      </p:cBhvr>
                                    </p:animEffect>
                                  </p:childTnLst>
                                </p:cTn>
                              </p:par>
                              <p:par>
                                <p:cTn id="67" presetID="22" presetClass="entr" presetSubtype="2" fill="hold" nodeType="withEffect">
                                  <p:stCondLst>
                                    <p:cond delay="1500"/>
                                  </p:stCondLst>
                                  <p:childTnLst>
                                    <p:set>
                                      <p:cBhvr>
                                        <p:cTn id="68" dur="1" fill="hold">
                                          <p:stCondLst>
                                            <p:cond delay="0"/>
                                          </p:stCondLst>
                                        </p:cTn>
                                        <p:tgtEl>
                                          <p:spTgt spid="49"/>
                                        </p:tgtEl>
                                        <p:attrNameLst>
                                          <p:attrName>style.visibility</p:attrName>
                                        </p:attrNameLst>
                                      </p:cBhvr>
                                      <p:to>
                                        <p:strVal val="visible"/>
                                      </p:to>
                                    </p:set>
                                    <p:animEffect transition="in" filter="wipe(right)">
                                      <p:cBhvr>
                                        <p:cTn id="69" dur="500"/>
                                        <p:tgtEl>
                                          <p:spTgt spid="49"/>
                                        </p:tgtEl>
                                      </p:cBhvr>
                                    </p:animEffect>
                                  </p:childTnLst>
                                </p:cTn>
                              </p:par>
                              <p:par>
                                <p:cTn id="70" presetID="53" presetClass="entr" presetSubtype="16" fill="hold" grpId="0" nodeType="withEffect">
                                  <p:stCondLst>
                                    <p:cond delay="1500"/>
                                  </p:stCondLst>
                                  <p:childTnLst>
                                    <p:set>
                                      <p:cBhvr>
                                        <p:cTn id="71" dur="1" fill="hold">
                                          <p:stCondLst>
                                            <p:cond delay="0"/>
                                          </p:stCondLst>
                                        </p:cTn>
                                        <p:tgtEl>
                                          <p:spTgt spid="50"/>
                                        </p:tgtEl>
                                        <p:attrNameLst>
                                          <p:attrName>style.visibility</p:attrName>
                                        </p:attrNameLst>
                                      </p:cBhvr>
                                      <p:to>
                                        <p:strVal val="visible"/>
                                      </p:to>
                                    </p:set>
                                    <p:anim calcmode="lin" valueType="num">
                                      <p:cBhvr>
                                        <p:cTn id="72" dur="500" fill="hold"/>
                                        <p:tgtEl>
                                          <p:spTgt spid="50"/>
                                        </p:tgtEl>
                                        <p:attrNameLst>
                                          <p:attrName>ppt_w</p:attrName>
                                        </p:attrNameLst>
                                      </p:cBhvr>
                                      <p:tavLst>
                                        <p:tav tm="0">
                                          <p:val>
                                            <p:fltVal val="0"/>
                                          </p:val>
                                        </p:tav>
                                        <p:tav tm="100000">
                                          <p:val>
                                            <p:strVal val="#ppt_w"/>
                                          </p:val>
                                        </p:tav>
                                      </p:tavLst>
                                    </p:anim>
                                    <p:anim calcmode="lin" valueType="num">
                                      <p:cBhvr>
                                        <p:cTn id="73" dur="500" fill="hold"/>
                                        <p:tgtEl>
                                          <p:spTgt spid="50"/>
                                        </p:tgtEl>
                                        <p:attrNameLst>
                                          <p:attrName>ppt_h</p:attrName>
                                        </p:attrNameLst>
                                      </p:cBhvr>
                                      <p:tavLst>
                                        <p:tav tm="0">
                                          <p:val>
                                            <p:fltVal val="0"/>
                                          </p:val>
                                        </p:tav>
                                        <p:tav tm="100000">
                                          <p:val>
                                            <p:strVal val="#ppt_h"/>
                                          </p:val>
                                        </p:tav>
                                      </p:tavLst>
                                    </p:anim>
                                    <p:animEffect transition="in" filter="fade">
                                      <p:cBhvr>
                                        <p:cTn id="74" dur="500"/>
                                        <p:tgtEl>
                                          <p:spTgt spid="50"/>
                                        </p:tgtEl>
                                      </p:cBhvr>
                                    </p:animEffect>
                                  </p:childTnLst>
                                </p:cTn>
                              </p:par>
                              <p:par>
                                <p:cTn id="75" presetID="53" presetClass="entr" presetSubtype="16" fill="hold" grpId="0" nodeType="withEffect">
                                  <p:stCondLst>
                                    <p:cond delay="1500"/>
                                  </p:stCondLst>
                                  <p:childTnLst>
                                    <p:set>
                                      <p:cBhvr>
                                        <p:cTn id="76" dur="1" fill="hold">
                                          <p:stCondLst>
                                            <p:cond delay="0"/>
                                          </p:stCondLst>
                                        </p:cTn>
                                        <p:tgtEl>
                                          <p:spTgt spid="56"/>
                                        </p:tgtEl>
                                        <p:attrNameLst>
                                          <p:attrName>style.visibility</p:attrName>
                                        </p:attrNameLst>
                                      </p:cBhvr>
                                      <p:to>
                                        <p:strVal val="visible"/>
                                      </p:to>
                                    </p:set>
                                    <p:anim calcmode="lin" valueType="num">
                                      <p:cBhvr>
                                        <p:cTn id="77" dur="500" fill="hold"/>
                                        <p:tgtEl>
                                          <p:spTgt spid="56"/>
                                        </p:tgtEl>
                                        <p:attrNameLst>
                                          <p:attrName>ppt_w</p:attrName>
                                        </p:attrNameLst>
                                      </p:cBhvr>
                                      <p:tavLst>
                                        <p:tav tm="0">
                                          <p:val>
                                            <p:fltVal val="0"/>
                                          </p:val>
                                        </p:tav>
                                        <p:tav tm="100000">
                                          <p:val>
                                            <p:strVal val="#ppt_w"/>
                                          </p:val>
                                        </p:tav>
                                      </p:tavLst>
                                    </p:anim>
                                    <p:anim calcmode="lin" valueType="num">
                                      <p:cBhvr>
                                        <p:cTn id="78" dur="500" fill="hold"/>
                                        <p:tgtEl>
                                          <p:spTgt spid="56"/>
                                        </p:tgtEl>
                                        <p:attrNameLst>
                                          <p:attrName>ppt_h</p:attrName>
                                        </p:attrNameLst>
                                      </p:cBhvr>
                                      <p:tavLst>
                                        <p:tav tm="0">
                                          <p:val>
                                            <p:fltVal val="0"/>
                                          </p:val>
                                        </p:tav>
                                        <p:tav tm="100000">
                                          <p:val>
                                            <p:strVal val="#ppt_h"/>
                                          </p:val>
                                        </p:tav>
                                      </p:tavLst>
                                    </p:anim>
                                    <p:animEffect transition="in" filter="fade">
                                      <p:cBhvr>
                                        <p:cTn id="79" dur="500"/>
                                        <p:tgtEl>
                                          <p:spTgt spid="56"/>
                                        </p:tgtEl>
                                      </p:cBhvr>
                                    </p:animEffect>
                                  </p:childTnLst>
                                </p:cTn>
                              </p:par>
                              <p:par>
                                <p:cTn id="80" presetID="10" presetClass="entr" presetSubtype="0" fill="hold" grpId="0" nodeType="withEffect">
                                  <p:stCondLst>
                                    <p:cond delay="1500"/>
                                  </p:stCondLst>
                                  <p:childTnLst>
                                    <p:set>
                                      <p:cBhvr>
                                        <p:cTn id="81" dur="1" fill="hold">
                                          <p:stCondLst>
                                            <p:cond delay="0"/>
                                          </p:stCondLst>
                                        </p:cTn>
                                        <p:tgtEl>
                                          <p:spTgt spid="59"/>
                                        </p:tgtEl>
                                        <p:attrNameLst>
                                          <p:attrName>style.visibility</p:attrName>
                                        </p:attrNameLst>
                                      </p:cBhvr>
                                      <p:to>
                                        <p:strVal val="visible"/>
                                      </p:to>
                                    </p:set>
                                    <p:animEffect transition="in" filter="fade">
                                      <p:cBhvr>
                                        <p:cTn id="82" dur="500"/>
                                        <p:tgtEl>
                                          <p:spTgt spid="59"/>
                                        </p:tgtEl>
                                      </p:cBhvr>
                                    </p:animEffect>
                                  </p:childTnLst>
                                </p:cTn>
                              </p:par>
                              <p:par>
                                <p:cTn id="83" presetID="10" presetClass="entr" presetSubtype="0" fill="hold" grpId="0" nodeType="withEffect">
                                  <p:stCondLst>
                                    <p:cond delay="1500"/>
                                  </p:stCondLst>
                                  <p:childTnLst>
                                    <p:set>
                                      <p:cBhvr>
                                        <p:cTn id="84" dur="1" fill="hold">
                                          <p:stCondLst>
                                            <p:cond delay="0"/>
                                          </p:stCondLst>
                                        </p:cTn>
                                        <p:tgtEl>
                                          <p:spTgt spid="65"/>
                                        </p:tgtEl>
                                        <p:attrNameLst>
                                          <p:attrName>style.visibility</p:attrName>
                                        </p:attrNameLst>
                                      </p:cBhvr>
                                      <p:to>
                                        <p:strVal val="visible"/>
                                      </p:to>
                                    </p:set>
                                    <p:animEffect transition="in" filter="fade">
                                      <p:cBhvr>
                                        <p:cTn id="85" dur="500"/>
                                        <p:tgtEl>
                                          <p:spTgt spid="65"/>
                                        </p:tgtEl>
                                      </p:cBhvr>
                                    </p:animEffect>
                                  </p:childTnLst>
                                </p:cTn>
                              </p:par>
                              <p:par>
                                <p:cTn id="86" presetID="10" presetClass="entr" presetSubtype="0" fill="hold" grpId="0" nodeType="withEffect">
                                  <p:stCondLst>
                                    <p:cond delay="150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53" presetClass="entr" presetSubtype="16" fill="hold" grpId="0" nodeType="withEffect">
                                  <p:stCondLst>
                                    <p:cond delay="1750"/>
                                  </p:stCondLst>
                                  <p:childTnLst>
                                    <p:set>
                                      <p:cBhvr>
                                        <p:cTn id="90" dur="1" fill="hold">
                                          <p:stCondLst>
                                            <p:cond delay="0"/>
                                          </p:stCondLst>
                                        </p:cTn>
                                        <p:tgtEl>
                                          <p:spTgt spid="54"/>
                                        </p:tgtEl>
                                        <p:attrNameLst>
                                          <p:attrName>style.visibility</p:attrName>
                                        </p:attrNameLst>
                                      </p:cBhvr>
                                      <p:to>
                                        <p:strVal val="visible"/>
                                      </p:to>
                                    </p:set>
                                    <p:anim calcmode="lin" valueType="num">
                                      <p:cBhvr>
                                        <p:cTn id="91" dur="500" fill="hold"/>
                                        <p:tgtEl>
                                          <p:spTgt spid="54"/>
                                        </p:tgtEl>
                                        <p:attrNameLst>
                                          <p:attrName>ppt_w</p:attrName>
                                        </p:attrNameLst>
                                      </p:cBhvr>
                                      <p:tavLst>
                                        <p:tav tm="0">
                                          <p:val>
                                            <p:fltVal val="0"/>
                                          </p:val>
                                        </p:tav>
                                        <p:tav tm="100000">
                                          <p:val>
                                            <p:strVal val="#ppt_w"/>
                                          </p:val>
                                        </p:tav>
                                      </p:tavLst>
                                    </p:anim>
                                    <p:anim calcmode="lin" valueType="num">
                                      <p:cBhvr>
                                        <p:cTn id="92" dur="500" fill="hold"/>
                                        <p:tgtEl>
                                          <p:spTgt spid="54"/>
                                        </p:tgtEl>
                                        <p:attrNameLst>
                                          <p:attrName>ppt_h</p:attrName>
                                        </p:attrNameLst>
                                      </p:cBhvr>
                                      <p:tavLst>
                                        <p:tav tm="0">
                                          <p:val>
                                            <p:fltVal val="0"/>
                                          </p:val>
                                        </p:tav>
                                        <p:tav tm="100000">
                                          <p:val>
                                            <p:strVal val="#ppt_h"/>
                                          </p:val>
                                        </p:tav>
                                      </p:tavLst>
                                    </p:anim>
                                    <p:animEffect transition="in" filter="fade">
                                      <p:cBhvr>
                                        <p:cTn id="93" dur="500"/>
                                        <p:tgtEl>
                                          <p:spTgt spid="54"/>
                                        </p:tgtEl>
                                      </p:cBhvr>
                                    </p:animEffect>
                                  </p:childTnLst>
                                </p:cTn>
                              </p:par>
                              <p:par>
                                <p:cTn id="94" presetID="22" presetClass="entr" presetSubtype="8" fill="hold" nodeType="withEffect">
                                  <p:stCondLst>
                                    <p:cond delay="2000"/>
                                  </p:stCondLst>
                                  <p:childTnLst>
                                    <p:set>
                                      <p:cBhvr>
                                        <p:cTn id="95" dur="1" fill="hold">
                                          <p:stCondLst>
                                            <p:cond delay="0"/>
                                          </p:stCondLst>
                                        </p:cTn>
                                        <p:tgtEl>
                                          <p:spTgt spid="52"/>
                                        </p:tgtEl>
                                        <p:attrNameLst>
                                          <p:attrName>style.visibility</p:attrName>
                                        </p:attrNameLst>
                                      </p:cBhvr>
                                      <p:to>
                                        <p:strVal val="visible"/>
                                      </p:to>
                                    </p:set>
                                    <p:animEffect transition="in" filter="wipe(left)">
                                      <p:cBhvr>
                                        <p:cTn id="96" dur="500"/>
                                        <p:tgtEl>
                                          <p:spTgt spid="52"/>
                                        </p:tgtEl>
                                      </p:cBhvr>
                                    </p:animEffect>
                                  </p:childTnLst>
                                </p:cTn>
                              </p:par>
                              <p:par>
                                <p:cTn id="97" presetID="53" presetClass="entr" presetSubtype="16" fill="hold" grpId="0" nodeType="withEffect">
                                  <p:stCondLst>
                                    <p:cond delay="2000"/>
                                  </p:stCondLst>
                                  <p:childTnLst>
                                    <p:set>
                                      <p:cBhvr>
                                        <p:cTn id="98" dur="1" fill="hold">
                                          <p:stCondLst>
                                            <p:cond delay="0"/>
                                          </p:stCondLst>
                                        </p:cTn>
                                        <p:tgtEl>
                                          <p:spTgt spid="53"/>
                                        </p:tgtEl>
                                        <p:attrNameLst>
                                          <p:attrName>style.visibility</p:attrName>
                                        </p:attrNameLst>
                                      </p:cBhvr>
                                      <p:to>
                                        <p:strVal val="visible"/>
                                      </p:to>
                                    </p:set>
                                    <p:anim calcmode="lin" valueType="num">
                                      <p:cBhvr>
                                        <p:cTn id="99" dur="500" fill="hold"/>
                                        <p:tgtEl>
                                          <p:spTgt spid="53"/>
                                        </p:tgtEl>
                                        <p:attrNameLst>
                                          <p:attrName>ppt_w</p:attrName>
                                        </p:attrNameLst>
                                      </p:cBhvr>
                                      <p:tavLst>
                                        <p:tav tm="0">
                                          <p:val>
                                            <p:fltVal val="0"/>
                                          </p:val>
                                        </p:tav>
                                        <p:tav tm="100000">
                                          <p:val>
                                            <p:strVal val="#ppt_w"/>
                                          </p:val>
                                        </p:tav>
                                      </p:tavLst>
                                    </p:anim>
                                    <p:anim calcmode="lin" valueType="num">
                                      <p:cBhvr>
                                        <p:cTn id="100" dur="500" fill="hold"/>
                                        <p:tgtEl>
                                          <p:spTgt spid="53"/>
                                        </p:tgtEl>
                                        <p:attrNameLst>
                                          <p:attrName>ppt_h</p:attrName>
                                        </p:attrNameLst>
                                      </p:cBhvr>
                                      <p:tavLst>
                                        <p:tav tm="0">
                                          <p:val>
                                            <p:fltVal val="0"/>
                                          </p:val>
                                        </p:tav>
                                        <p:tav tm="100000">
                                          <p:val>
                                            <p:strVal val="#ppt_h"/>
                                          </p:val>
                                        </p:tav>
                                      </p:tavLst>
                                    </p:anim>
                                    <p:animEffect transition="in" filter="fade">
                                      <p:cBhvr>
                                        <p:cTn id="101" dur="500"/>
                                        <p:tgtEl>
                                          <p:spTgt spid="53"/>
                                        </p:tgtEl>
                                      </p:cBhvr>
                                    </p:animEffect>
                                  </p:childTnLst>
                                </p:cTn>
                              </p:par>
                              <p:par>
                                <p:cTn id="102" presetID="53" presetClass="entr" presetSubtype="16" fill="hold" grpId="0" nodeType="withEffect">
                                  <p:stCondLst>
                                    <p:cond delay="2000"/>
                                  </p:stCondLst>
                                  <p:childTnLst>
                                    <p:set>
                                      <p:cBhvr>
                                        <p:cTn id="103" dur="1" fill="hold">
                                          <p:stCondLst>
                                            <p:cond delay="0"/>
                                          </p:stCondLst>
                                        </p:cTn>
                                        <p:tgtEl>
                                          <p:spTgt spid="57"/>
                                        </p:tgtEl>
                                        <p:attrNameLst>
                                          <p:attrName>style.visibility</p:attrName>
                                        </p:attrNameLst>
                                      </p:cBhvr>
                                      <p:to>
                                        <p:strVal val="visible"/>
                                      </p:to>
                                    </p:set>
                                    <p:anim calcmode="lin" valueType="num">
                                      <p:cBhvr>
                                        <p:cTn id="104" dur="500" fill="hold"/>
                                        <p:tgtEl>
                                          <p:spTgt spid="57"/>
                                        </p:tgtEl>
                                        <p:attrNameLst>
                                          <p:attrName>ppt_w</p:attrName>
                                        </p:attrNameLst>
                                      </p:cBhvr>
                                      <p:tavLst>
                                        <p:tav tm="0">
                                          <p:val>
                                            <p:fltVal val="0"/>
                                          </p:val>
                                        </p:tav>
                                        <p:tav tm="100000">
                                          <p:val>
                                            <p:strVal val="#ppt_w"/>
                                          </p:val>
                                        </p:tav>
                                      </p:tavLst>
                                    </p:anim>
                                    <p:anim calcmode="lin" valueType="num">
                                      <p:cBhvr>
                                        <p:cTn id="105" dur="500" fill="hold"/>
                                        <p:tgtEl>
                                          <p:spTgt spid="57"/>
                                        </p:tgtEl>
                                        <p:attrNameLst>
                                          <p:attrName>ppt_h</p:attrName>
                                        </p:attrNameLst>
                                      </p:cBhvr>
                                      <p:tavLst>
                                        <p:tav tm="0">
                                          <p:val>
                                            <p:fltVal val="0"/>
                                          </p:val>
                                        </p:tav>
                                        <p:tav tm="100000">
                                          <p:val>
                                            <p:strVal val="#ppt_h"/>
                                          </p:val>
                                        </p:tav>
                                      </p:tavLst>
                                    </p:anim>
                                    <p:animEffect transition="in" filter="fade">
                                      <p:cBhvr>
                                        <p:cTn id="106" dur="500"/>
                                        <p:tgtEl>
                                          <p:spTgt spid="57"/>
                                        </p:tgtEl>
                                      </p:cBhvr>
                                    </p:animEffect>
                                  </p:childTnLst>
                                </p:cTn>
                              </p:par>
                              <p:par>
                                <p:cTn id="107" presetID="10" presetClass="entr" presetSubtype="0" fill="hold" grpId="0" nodeType="withEffect">
                                  <p:stCondLst>
                                    <p:cond delay="2000"/>
                                  </p:stCondLst>
                                  <p:childTnLst>
                                    <p:set>
                                      <p:cBhvr>
                                        <p:cTn id="108" dur="1" fill="hold">
                                          <p:stCondLst>
                                            <p:cond delay="0"/>
                                          </p:stCondLst>
                                        </p:cTn>
                                        <p:tgtEl>
                                          <p:spTgt spid="60"/>
                                        </p:tgtEl>
                                        <p:attrNameLst>
                                          <p:attrName>style.visibility</p:attrName>
                                        </p:attrNameLst>
                                      </p:cBhvr>
                                      <p:to>
                                        <p:strVal val="visible"/>
                                      </p:to>
                                    </p:set>
                                    <p:animEffect transition="in" filter="fade">
                                      <p:cBhvr>
                                        <p:cTn id="109" dur="500"/>
                                        <p:tgtEl>
                                          <p:spTgt spid="60"/>
                                        </p:tgtEl>
                                      </p:cBhvr>
                                    </p:animEffect>
                                  </p:childTnLst>
                                </p:cTn>
                              </p:par>
                              <p:par>
                                <p:cTn id="110" presetID="10" presetClass="entr" presetSubtype="0" fill="hold" grpId="0" nodeType="withEffect">
                                  <p:stCondLst>
                                    <p:cond delay="2000"/>
                                  </p:stCondLst>
                                  <p:childTnLst>
                                    <p:set>
                                      <p:cBhvr>
                                        <p:cTn id="111" dur="1" fill="hold">
                                          <p:stCondLst>
                                            <p:cond delay="0"/>
                                          </p:stCondLst>
                                        </p:cTn>
                                        <p:tgtEl>
                                          <p:spTgt spid="68"/>
                                        </p:tgtEl>
                                        <p:attrNameLst>
                                          <p:attrName>style.visibility</p:attrName>
                                        </p:attrNameLst>
                                      </p:cBhvr>
                                      <p:to>
                                        <p:strVal val="visible"/>
                                      </p:to>
                                    </p:set>
                                    <p:animEffect transition="in" filter="fade">
                                      <p:cBhvr>
                                        <p:cTn id="112" dur="500"/>
                                        <p:tgtEl>
                                          <p:spTgt spid="68"/>
                                        </p:tgtEl>
                                      </p:cBhvr>
                                    </p:animEffect>
                                  </p:childTnLst>
                                </p:cTn>
                              </p:par>
                              <p:par>
                                <p:cTn id="113" presetID="10" presetClass="entr" presetSubtype="0" fill="hold" grpId="0" nodeType="withEffect">
                                  <p:stCondLst>
                                    <p:cond delay="2000"/>
                                  </p:stCondLst>
                                  <p:childTnLst>
                                    <p:set>
                                      <p:cBhvr>
                                        <p:cTn id="114" dur="1" fill="hold">
                                          <p:stCondLst>
                                            <p:cond delay="0"/>
                                          </p:stCondLst>
                                        </p:cTn>
                                        <p:tgtEl>
                                          <p:spTgt spid="67"/>
                                        </p:tgtEl>
                                        <p:attrNameLst>
                                          <p:attrName>style.visibility</p:attrName>
                                        </p:attrNameLst>
                                      </p:cBhvr>
                                      <p:to>
                                        <p:strVal val="visible"/>
                                      </p:to>
                                    </p:set>
                                    <p:animEffect transition="in" filter="fade">
                                      <p:cBhvr>
                                        <p:cTn id="115"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53" grpId="0" animBg="1"/>
      <p:bldP spid="54" grpId="0" animBg="1"/>
      <p:bldP spid="19" grpId="0"/>
      <p:bldP spid="55" grpId="0"/>
      <p:bldP spid="56" grpId="0"/>
      <p:bldP spid="57" grpId="0"/>
      <p:bldP spid="20" grpId="0"/>
      <p:bldP spid="58" grpId="0"/>
      <p:bldP spid="59" grpId="0"/>
      <p:bldP spid="60" grpId="0"/>
      <p:bldP spid="61" grpId="0"/>
      <p:bldP spid="62" grpId="0"/>
      <p:bldP spid="63" grpId="0"/>
      <p:bldP spid="64" grpId="0"/>
      <p:bldP spid="65" grpId="0"/>
      <p:bldP spid="66" grpId="0"/>
      <p:bldP spid="67" grpId="0"/>
      <p:bldP spid="6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444500" y="419100"/>
            <a:ext cx="11009313" cy="642938"/>
          </a:xfrm>
        </p:spPr>
        <p:txBody>
          <a:bodyPr/>
          <a:lstStyle/>
          <a:p>
            <a:pPr algn="ctr">
              <a:buFont typeface="Arial" panose="020B0604020202020204" pitchFamily="34" charset="0"/>
              <a:buNone/>
              <a:defRPr/>
            </a:pPr>
            <a:r>
              <a:rPr lang="ar-SA" b="1" u="sng" dirty="0"/>
              <a:t>تصميم التدريس</a:t>
            </a:r>
            <a:endParaRPr lang="en-US"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585788" y="2157886"/>
            <a:ext cx="10983912" cy="3620344"/>
          </a:xfrm>
        </p:spPr>
        <p:txBody>
          <a:bodyPr/>
          <a:lstStyle/>
          <a:p>
            <a:pPr marL="285750" indent="-285750" rtl="1">
              <a:lnSpc>
                <a:spcPct val="150000"/>
              </a:lnSpc>
              <a:buFont typeface="Wingdings" panose="05000000000000000000" pitchFamily="2" charset="2"/>
              <a:buChar char="ü"/>
              <a:defRPr/>
            </a:pPr>
            <a:r>
              <a:rPr lang="ar-SA" sz="3200" dirty="0" smtClean="0"/>
              <a:t>يعرف </a:t>
            </a:r>
            <a:r>
              <a:rPr lang="ar-SA" sz="3200" dirty="0"/>
              <a:t>التصميم بصفة عامة أنه "عملية التكوين والابتكار"، أي "جمع عناصر من البيئة ووضعها في تكوين معين لإعطاء شيء له وظيفة أو مدلول والبعض يفرق بين التكوين والتصميم على أن التكوين جزء من عملية التصميم لأن التصميم يتدخل فيه الفكر الإنساني والخبرات الشخصية". </a:t>
            </a:r>
            <a:endParaRPr lang="en-US" sz="3200" dirty="0"/>
          </a:p>
        </p:txBody>
      </p:sp>
      <p:grpSp>
        <p:nvGrpSpPr>
          <p:cNvPr id="21" name="Group 20"/>
          <p:cNvGrpSpPr>
            <a:grpSpLocks/>
          </p:cNvGrpSpPr>
          <p:nvPr/>
        </p:nvGrpSpPr>
        <p:grpSpPr bwMode="auto">
          <a:xfrm>
            <a:off x="7546975" y="442913"/>
            <a:ext cx="46038" cy="674687"/>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23" name="Rectangle 22"/>
            <p:cNvSpPr/>
            <p:nvPr/>
          </p:nvSpPr>
          <p:spPr>
            <a:xfrm>
              <a:off x="455000" y="961671"/>
              <a:ext cx="45720" cy="205098"/>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gr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
                                        <p:tgtEl>
                                          <p:spTgt spid="21"/>
                                        </p:tgtEl>
                                      </p:cBhvr>
                                    </p:animEffect>
                                  </p:childTnLst>
                                </p:cTn>
                              </p:par>
                            </p:childTnLst>
                          </p:cTn>
                        </p:par>
                        <p:par>
                          <p:cTn id="8" fill="hold">
                            <p:stCondLst>
                              <p:cond delay="10"/>
                            </p:stCondLst>
                            <p:childTnLst>
                              <p:par>
                                <p:cTn id="9" presetID="10" presetClass="entr" presetSubtype="0" fill="hold" grpId="0" nodeType="after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animEffect transition="in" filter="fade">
                                      <p:cBhvr>
                                        <p:cTn id="11" dur="500"/>
                                        <p:tgtEl>
                                          <p:spTgt spid="2">
                                            <p:txEl>
                                              <p:pRg st="0" end="0"/>
                                            </p:txEl>
                                          </p:spTgt>
                                        </p:tgtEl>
                                      </p:cBhvr>
                                    </p:animEffect>
                                  </p:childTnLst>
                                </p:cTn>
                              </p:par>
                            </p:childTnLst>
                          </p:cTn>
                        </p:par>
                        <p:par>
                          <p:cTn id="12" fill="hold">
                            <p:stCondLst>
                              <p:cond delay="510"/>
                            </p:stCondLst>
                            <p:childTnLst>
                              <p:par>
                                <p:cTn id="13" presetID="10" presetClass="entr" presetSubtype="0" fill="hold" grpId="0" nodeType="afterEffect">
                                  <p:stCondLst>
                                    <p:cond delay="0"/>
                                  </p:stCondLst>
                                  <p:childTnLst>
                                    <p:set>
                                      <p:cBhvr>
                                        <p:cTn id="14" dur="1" fill="hold">
                                          <p:stCondLst>
                                            <p:cond delay="0"/>
                                          </p:stCondLst>
                                        </p:cTn>
                                        <p:tgtEl>
                                          <p:spTgt spid="4">
                                            <p:txEl>
                                              <p:pRg st="0" end="0"/>
                                            </p:txEl>
                                          </p:spTgt>
                                        </p:tgtEl>
                                        <p:attrNameLst>
                                          <p:attrName>style.visibility</p:attrName>
                                        </p:attrNameLst>
                                      </p:cBhvr>
                                      <p:to>
                                        <p:strVal val="visible"/>
                                      </p:to>
                                    </p:set>
                                    <p:animEffect transition="in" filter="fade">
                                      <p:cBhvr>
                                        <p:cTn id="15"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444500" y="419100"/>
            <a:ext cx="11009313" cy="642938"/>
          </a:xfrm>
        </p:spPr>
        <p:txBody>
          <a:bodyPr/>
          <a:lstStyle/>
          <a:p>
            <a:pPr algn="ctr">
              <a:buFont typeface="Arial" panose="020B0604020202020204" pitchFamily="34" charset="0"/>
              <a:buNone/>
              <a:defRPr/>
            </a:pPr>
            <a:r>
              <a:rPr lang="ar-SA" b="1" u="sng" dirty="0"/>
              <a:t>تصميم التدريس</a:t>
            </a:r>
            <a:endParaRPr lang="en-US"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469901" y="2324083"/>
            <a:ext cx="10983912" cy="2511391"/>
          </a:xfrm>
        </p:spPr>
        <p:txBody>
          <a:bodyPr/>
          <a:lstStyle/>
          <a:p>
            <a:pPr marL="285750" indent="-285750" rtl="1">
              <a:lnSpc>
                <a:spcPct val="150000"/>
              </a:lnSpc>
              <a:buFont typeface="Wingdings" panose="05000000000000000000" pitchFamily="2" charset="2"/>
              <a:buChar char="ü"/>
              <a:defRPr/>
            </a:pPr>
            <a:r>
              <a:rPr lang="ar-SA" sz="3200" dirty="0" smtClean="0"/>
              <a:t>أما </a:t>
            </a:r>
            <a:r>
              <a:rPr lang="ar-SA" sz="3200" dirty="0"/>
              <a:t>تصميم التدريس فهو "ذلك العلم التطبيقي من علوم التدريس الذي يعني بتوصيف القواعد والمبادئ والإجراءات وتخليق النماذج اللازمة لتصميم (تخطيط) منظومات التدريس". </a:t>
            </a:r>
            <a:endParaRPr lang="en-US" sz="3200" dirty="0"/>
          </a:p>
        </p:txBody>
      </p:sp>
      <p:grpSp>
        <p:nvGrpSpPr>
          <p:cNvPr id="21" name="Group 20"/>
          <p:cNvGrpSpPr>
            <a:grpSpLocks/>
          </p:cNvGrpSpPr>
          <p:nvPr/>
        </p:nvGrpSpPr>
        <p:grpSpPr bwMode="auto">
          <a:xfrm>
            <a:off x="7546975" y="442913"/>
            <a:ext cx="46038" cy="674687"/>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sp>
          <p:nvSpPr>
            <p:cNvPr id="23" name="Rectangle 22"/>
            <p:cNvSpPr/>
            <p:nvPr/>
          </p:nvSpPr>
          <p:spPr>
            <a:xfrm>
              <a:off x="455000" y="961671"/>
              <a:ext cx="45720" cy="205098"/>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prstClr val="white"/>
                </a:solidFill>
              </a:endParaRPr>
            </a:p>
          </p:txBody>
        </p:sp>
      </p:gr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076827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
                                        <p:tgtEl>
                                          <p:spTgt spid="21"/>
                                        </p:tgtEl>
                                      </p:cBhvr>
                                    </p:animEffect>
                                  </p:childTnLst>
                                </p:cTn>
                              </p:par>
                            </p:childTnLst>
                          </p:cTn>
                        </p:par>
                        <p:par>
                          <p:cTn id="8" fill="hold">
                            <p:stCondLst>
                              <p:cond delay="10"/>
                            </p:stCondLst>
                            <p:childTnLst>
                              <p:par>
                                <p:cTn id="9" presetID="10" presetClass="entr" presetSubtype="0" fill="hold" grpId="0" nodeType="after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animEffect transition="in" filter="fade">
                                      <p:cBhvr>
                                        <p:cTn id="11" dur="500"/>
                                        <p:tgtEl>
                                          <p:spTgt spid="2">
                                            <p:txEl>
                                              <p:pRg st="0" end="0"/>
                                            </p:txEl>
                                          </p:spTgt>
                                        </p:tgtEl>
                                      </p:cBhvr>
                                    </p:animEffect>
                                  </p:childTnLst>
                                </p:cTn>
                              </p:par>
                            </p:childTnLst>
                          </p:cTn>
                        </p:par>
                        <p:par>
                          <p:cTn id="12" fill="hold">
                            <p:stCondLst>
                              <p:cond delay="510"/>
                            </p:stCondLst>
                            <p:childTnLst>
                              <p:par>
                                <p:cTn id="13" presetID="10" presetClass="entr" presetSubtype="0" fill="hold" grpId="0" nodeType="afterEffect">
                                  <p:stCondLst>
                                    <p:cond delay="0"/>
                                  </p:stCondLst>
                                  <p:childTnLst>
                                    <p:set>
                                      <p:cBhvr>
                                        <p:cTn id="14" dur="1" fill="hold">
                                          <p:stCondLst>
                                            <p:cond delay="0"/>
                                          </p:stCondLst>
                                        </p:cTn>
                                        <p:tgtEl>
                                          <p:spTgt spid="4">
                                            <p:txEl>
                                              <p:pRg st="0" end="0"/>
                                            </p:txEl>
                                          </p:spTgt>
                                        </p:tgtEl>
                                        <p:attrNameLst>
                                          <p:attrName>style.visibility</p:attrName>
                                        </p:attrNameLst>
                                      </p:cBhvr>
                                      <p:to>
                                        <p:strVal val="visible"/>
                                      </p:to>
                                    </p:set>
                                    <p:animEffect transition="in" filter="fade">
                                      <p:cBhvr>
                                        <p:cTn id="15"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382713" y="295275"/>
            <a:ext cx="10133012" cy="963613"/>
          </a:xfrm>
        </p:spPr>
        <p:txBody>
          <a:bodyPr/>
          <a:lstStyle/>
          <a:p>
            <a:pPr algn="ctr" eaLnBrk="1" fontAlgn="auto" hangingPunct="1">
              <a:spcAft>
                <a:spcPts val="0"/>
              </a:spcAft>
              <a:buFont typeface="Arial" panose="020B0604020202020204" pitchFamily="34" charset="0"/>
              <a:buNone/>
              <a:defRPr/>
            </a:pPr>
            <a:r>
              <a:rPr lang="ar-SA" sz="3600" b="1" dirty="0"/>
              <a:t>تبرز أهمية تصميم (تخطيط) </a:t>
            </a:r>
            <a:r>
              <a:rPr lang="ar-SA" sz="3600" b="1" dirty="0" smtClean="0"/>
              <a:t>التدريس</a:t>
            </a:r>
            <a:endParaRPr lang="en-US" sz="3600" b="1" dirty="0" smtClean="0"/>
          </a:p>
          <a:p>
            <a:pPr algn="ctr" eaLnBrk="1" fontAlgn="auto" hangingPunct="1">
              <a:spcAft>
                <a:spcPts val="0"/>
              </a:spcAft>
              <a:buFont typeface="Arial" panose="020B0604020202020204" pitchFamily="34" charset="0"/>
              <a:buNone/>
              <a:defRPr/>
            </a:pPr>
            <a:r>
              <a:rPr lang="ar-SA" sz="3600" b="1" dirty="0" smtClean="0"/>
              <a:t> </a:t>
            </a:r>
            <a:r>
              <a:rPr lang="ar-SA" sz="3600" b="1" dirty="0"/>
              <a:t>بالنسبة للمعلم والمتعلم  والأستاذ الجامعي بالشكل الآتي:</a:t>
            </a:r>
            <a:endParaRPr lang="en-US" sz="3600" b="1" dirty="0">
              <a:solidFill>
                <a:srgbClr val="3DBF9C"/>
              </a:solidFill>
              <a:latin typeface="Lato Light" panose="020F0402020204030203" pitchFamily="34" charset="0"/>
              <a:cs typeface="Lato Light" panose="020F0402020204030203" pitchFamily="34" charset="0"/>
            </a:endParaRPr>
          </a:p>
        </p:txBody>
      </p:sp>
      <p:grpSp>
        <p:nvGrpSpPr>
          <p:cNvPr id="2" name="Group 1"/>
          <p:cNvGrpSpPr>
            <a:grpSpLocks/>
          </p:cNvGrpSpPr>
          <p:nvPr/>
        </p:nvGrpSpPr>
        <p:grpSpPr bwMode="auto">
          <a:xfrm>
            <a:off x="2016125" y="2216792"/>
            <a:ext cx="8788400" cy="895350"/>
            <a:chOff x="822673" y="1919862"/>
            <a:chExt cx="8789484" cy="894922"/>
          </a:xfrm>
        </p:grpSpPr>
        <p:sp>
          <p:nvSpPr>
            <p:cNvPr id="3" name="Teardrop 2"/>
            <p:cNvSpPr/>
            <p:nvPr/>
          </p:nvSpPr>
          <p:spPr>
            <a:xfrm>
              <a:off x="822673" y="1953184"/>
              <a:ext cx="862119" cy="861600"/>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1</a:t>
              </a:r>
              <a:endParaRPr lang="ru-RU" sz="2400" b="1" dirty="0">
                <a:solidFill>
                  <a:prstClr val="white"/>
                </a:solidFill>
              </a:endParaRPr>
            </a:p>
          </p:txBody>
        </p:sp>
        <p:sp>
          <p:nvSpPr>
            <p:cNvPr id="447512" name="TextBox 3"/>
            <p:cNvSpPr txBox="1">
              <a:spLocks noChangeArrowheads="1"/>
            </p:cNvSpPr>
            <p:nvPr/>
          </p:nvSpPr>
          <p:spPr bwMode="auto">
            <a:xfrm>
              <a:off x="1736944" y="1919862"/>
              <a:ext cx="7875213" cy="584775"/>
            </a:xfrm>
            <a:prstGeom prst="rect">
              <a:avLst/>
            </a:prstGeom>
            <a:noFill/>
            <a:ln w="9525">
              <a:noFill/>
              <a:miter lim="800000"/>
              <a:headEnd/>
              <a:tailEnd/>
            </a:ln>
          </p:spPr>
          <p:txBody>
            <a:bodyPr>
              <a:spAutoFit/>
            </a:bodyPr>
            <a:lstStyle/>
            <a:p>
              <a:pPr algn="r" rtl="1"/>
              <a:r>
                <a:rPr lang="ar-SA" sz="3200"/>
                <a:t>يساعده في تحديد الأهداف التي يود تحقيقها عند طلابه.</a:t>
              </a:r>
              <a:endParaRPr lang="en-US" sz="3200">
                <a:solidFill>
                  <a:srgbClr val="404040"/>
                </a:solidFill>
                <a:latin typeface="Lato Black"/>
                <a:ea typeface="Lato Black"/>
                <a:cs typeface="Lato Black"/>
              </a:endParaRPr>
            </a:p>
          </p:txBody>
        </p:sp>
      </p:grpSp>
      <p:grpSp>
        <p:nvGrpSpPr>
          <p:cNvPr id="8" name="Group 7"/>
          <p:cNvGrpSpPr>
            <a:grpSpLocks/>
          </p:cNvGrpSpPr>
          <p:nvPr/>
        </p:nvGrpSpPr>
        <p:grpSpPr bwMode="auto">
          <a:xfrm>
            <a:off x="2016125" y="3617913"/>
            <a:ext cx="9228138" cy="1570037"/>
            <a:chOff x="822673" y="3520103"/>
            <a:chExt cx="9228824" cy="1569660"/>
          </a:xfrm>
        </p:grpSpPr>
        <p:sp>
          <p:nvSpPr>
            <p:cNvPr id="10" name="Teardrop 9"/>
            <p:cNvSpPr/>
            <p:nvPr/>
          </p:nvSpPr>
          <p:spPr>
            <a:xfrm>
              <a:off x="822673" y="3520103"/>
              <a:ext cx="862077" cy="861805"/>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2</a:t>
              </a:r>
              <a:endParaRPr lang="ru-RU" sz="2400" b="1" dirty="0">
                <a:solidFill>
                  <a:prstClr val="white"/>
                </a:solidFill>
              </a:endParaRPr>
            </a:p>
          </p:txBody>
        </p:sp>
        <p:sp>
          <p:nvSpPr>
            <p:cNvPr id="447510" name="TextBox 14"/>
            <p:cNvSpPr txBox="1">
              <a:spLocks noChangeArrowheads="1"/>
            </p:cNvSpPr>
            <p:nvPr/>
          </p:nvSpPr>
          <p:spPr bwMode="auto">
            <a:xfrm>
              <a:off x="1736944" y="3520103"/>
              <a:ext cx="8314553" cy="1569660"/>
            </a:xfrm>
            <a:prstGeom prst="rect">
              <a:avLst/>
            </a:prstGeom>
            <a:noFill/>
            <a:ln w="9525">
              <a:noFill/>
              <a:miter lim="800000"/>
              <a:headEnd/>
              <a:tailEnd/>
            </a:ln>
          </p:spPr>
          <p:txBody>
            <a:bodyPr>
              <a:spAutoFit/>
            </a:bodyPr>
            <a:lstStyle/>
            <a:p>
              <a:pPr rtl="1" eaLnBrk="0" hangingPunct="0"/>
              <a:r>
                <a:rPr lang="ar-SA" sz="3200"/>
                <a:t>يساعد المعلم في توزيع الوقت بشكل متوازن، بحيث لا يتجاوز أي جوانب أساسية يرغب في تخطيطها، وبحيث لا يطغى جانب على آخر.</a:t>
              </a:r>
              <a:endParaRPr lang="en-US" sz="3200"/>
            </a:p>
          </p:txBody>
        </p:sp>
      </p:grpSp>
      <p:grpSp>
        <p:nvGrpSpPr>
          <p:cNvPr id="9" name="Group 8"/>
          <p:cNvGrpSpPr>
            <a:grpSpLocks/>
          </p:cNvGrpSpPr>
          <p:nvPr/>
        </p:nvGrpSpPr>
        <p:grpSpPr bwMode="auto">
          <a:xfrm>
            <a:off x="2016125" y="5114925"/>
            <a:ext cx="9228137" cy="862013"/>
            <a:chOff x="822673" y="5086852"/>
            <a:chExt cx="9227634" cy="861430"/>
          </a:xfrm>
        </p:grpSpPr>
        <p:sp>
          <p:nvSpPr>
            <p:cNvPr id="11" name="Teardrop 10"/>
            <p:cNvSpPr/>
            <p:nvPr/>
          </p:nvSpPr>
          <p:spPr>
            <a:xfrm>
              <a:off x="822673" y="5086852"/>
              <a:ext cx="861965" cy="861430"/>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3</a:t>
              </a:r>
              <a:endParaRPr lang="ru-RU" sz="2400" b="1" dirty="0">
                <a:solidFill>
                  <a:prstClr val="white"/>
                </a:solidFill>
              </a:endParaRPr>
            </a:p>
          </p:txBody>
        </p:sp>
        <p:sp>
          <p:nvSpPr>
            <p:cNvPr id="447508" name="TextBox 16"/>
            <p:cNvSpPr txBox="1">
              <a:spLocks noChangeArrowheads="1"/>
            </p:cNvSpPr>
            <p:nvPr/>
          </p:nvSpPr>
          <p:spPr bwMode="auto">
            <a:xfrm>
              <a:off x="1736945" y="5086852"/>
              <a:ext cx="8313362" cy="584775"/>
            </a:xfrm>
            <a:prstGeom prst="rect">
              <a:avLst/>
            </a:prstGeom>
            <a:noFill/>
            <a:ln w="9525">
              <a:noFill/>
              <a:miter lim="800000"/>
              <a:headEnd/>
              <a:tailEnd/>
            </a:ln>
          </p:spPr>
          <p:txBody>
            <a:bodyPr>
              <a:spAutoFit/>
            </a:bodyPr>
            <a:lstStyle/>
            <a:p>
              <a:r>
                <a:rPr lang="ar-SA" sz="3200" dirty="0"/>
                <a:t>يوجه المعلم في تنظيم النشاطات، ويبعده عن التخبط في تنفيذها.</a:t>
              </a:r>
              <a:endParaRPr lang="en-US" sz="3200" dirty="0">
                <a:solidFill>
                  <a:srgbClr val="404040"/>
                </a:solidFill>
                <a:latin typeface="Lato Black"/>
                <a:ea typeface="Lato Black"/>
                <a:cs typeface="Lato Black"/>
              </a:endParaRPr>
            </a:p>
          </p:txBody>
        </p:sp>
      </p:grpSp>
      <p:sp>
        <p:nvSpPr>
          <p:cNvPr id="447503" name="Text Placeholder 6"/>
          <p:cNvSpPr>
            <a:spLocks noGrp="1"/>
          </p:cNvSpPr>
          <p:nvPr>
            <p:ph type="body" sz="quarter" idx="11"/>
          </p:nvPr>
        </p:nvSpPr>
        <p:spPr bwMode="auto">
          <a:xfrm>
            <a:off x="8153399" y="1540990"/>
            <a:ext cx="3362325" cy="476250"/>
          </a:xfrm>
          <a:noFill/>
          <a:ln>
            <a:miter lim="800000"/>
            <a:headEnd/>
            <a:tailEnd/>
          </a:ln>
        </p:spPr>
        <p:txBody>
          <a:bodyPr vert="horz" wrap="square" lIns="91440" tIns="45720" rIns="91440" bIns="45720" numCol="1" anchor="t" anchorCtr="0" compatLnSpc="1">
            <a:prstTxWarp prst="textNoShape">
              <a:avLst/>
            </a:prstTxWarp>
          </a:bodyPr>
          <a:lstStyle/>
          <a:p>
            <a:pPr algn="r" rtl="1" eaLnBrk="1" hangingPunct="1"/>
            <a:r>
              <a:rPr lang="ar-SA" sz="3600" b="1" u="sng" dirty="0" smtClean="0">
                <a:solidFill>
                  <a:srgbClr val="FF0000"/>
                </a:solidFill>
                <a:latin typeface="Lato Light"/>
              </a:rPr>
              <a:t>أولاً: بالنسبة للمعلم </a:t>
            </a:r>
            <a:endParaRPr lang="en-US" sz="3600" u="sng" dirty="0" smtClean="0">
              <a:solidFill>
                <a:srgbClr val="FF0000"/>
              </a:solidFill>
              <a:latin typeface="Lato Light"/>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1000"/>
                                        <p:tgtEl>
                                          <p:spTgt spid="9"/>
                                        </p:tgtEl>
                                      </p:cBhvr>
                                    </p:animEffect>
                                    <p:anim calcmode="lin" valueType="num">
                                      <p:cBhvr>
                                        <p:cTn id="18" dur="1000" fill="hold"/>
                                        <p:tgtEl>
                                          <p:spTgt spid="9"/>
                                        </p:tgtEl>
                                        <p:attrNameLst>
                                          <p:attrName>ppt_x</p:attrName>
                                        </p:attrNameLst>
                                      </p:cBhvr>
                                      <p:tavLst>
                                        <p:tav tm="0">
                                          <p:val>
                                            <p:strVal val="#ppt_x"/>
                                          </p:val>
                                        </p:tav>
                                        <p:tav tm="100000">
                                          <p:val>
                                            <p:strVal val="#ppt_x"/>
                                          </p:val>
                                        </p:tav>
                                      </p:tavLst>
                                    </p:anim>
                                    <p:anim calcmode="lin" valueType="num">
                                      <p:cBhvr>
                                        <p:cTn id="1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p:cNvGrpSpPr>
          <p:nvPr/>
        </p:nvGrpSpPr>
        <p:grpSpPr bwMode="auto">
          <a:xfrm>
            <a:off x="639763" y="1920875"/>
            <a:ext cx="5561012" cy="1076325"/>
            <a:chOff x="822673" y="1919862"/>
            <a:chExt cx="5559976" cy="1077218"/>
          </a:xfrm>
        </p:grpSpPr>
        <p:sp>
          <p:nvSpPr>
            <p:cNvPr id="3" name="Teardrop 2"/>
            <p:cNvSpPr/>
            <p:nvPr/>
          </p:nvSpPr>
          <p:spPr>
            <a:xfrm>
              <a:off x="822673" y="1953228"/>
              <a:ext cx="861851" cy="861139"/>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4</a:t>
              </a:r>
              <a:endParaRPr lang="ru-RU" sz="2400" b="1" dirty="0">
                <a:solidFill>
                  <a:prstClr val="white"/>
                </a:solidFill>
              </a:endParaRPr>
            </a:p>
          </p:txBody>
        </p:sp>
        <p:sp>
          <p:nvSpPr>
            <p:cNvPr id="448536" name="TextBox 3"/>
            <p:cNvSpPr txBox="1">
              <a:spLocks noChangeArrowheads="1"/>
            </p:cNvSpPr>
            <p:nvPr/>
          </p:nvSpPr>
          <p:spPr bwMode="auto">
            <a:xfrm>
              <a:off x="1736944" y="1919862"/>
              <a:ext cx="4645705" cy="1077218"/>
            </a:xfrm>
            <a:prstGeom prst="rect">
              <a:avLst/>
            </a:prstGeom>
            <a:noFill/>
            <a:ln w="9525">
              <a:noFill/>
              <a:miter lim="800000"/>
              <a:headEnd/>
              <a:tailEnd/>
            </a:ln>
          </p:spPr>
          <p:txBody>
            <a:bodyPr>
              <a:spAutoFit/>
            </a:bodyPr>
            <a:lstStyle/>
            <a:p>
              <a:pPr rtl="1" eaLnBrk="0" hangingPunct="0"/>
              <a:r>
                <a:rPr lang="ar-SA" sz="3200"/>
                <a:t>يساعد المعلم في اختيار الأساليب والوسائل الأنشطة المناسبة.</a:t>
              </a:r>
              <a:endParaRPr lang="en-US" sz="3200"/>
            </a:p>
          </p:txBody>
        </p:sp>
      </p:grpSp>
      <p:grpSp>
        <p:nvGrpSpPr>
          <p:cNvPr id="8" name="Group 7"/>
          <p:cNvGrpSpPr>
            <a:grpSpLocks/>
          </p:cNvGrpSpPr>
          <p:nvPr/>
        </p:nvGrpSpPr>
        <p:grpSpPr bwMode="auto">
          <a:xfrm>
            <a:off x="639763" y="3521075"/>
            <a:ext cx="5389562" cy="1076325"/>
            <a:chOff x="822673" y="3520103"/>
            <a:chExt cx="5388972" cy="1077218"/>
          </a:xfrm>
        </p:grpSpPr>
        <p:sp>
          <p:nvSpPr>
            <p:cNvPr id="10" name="Teardrop 9"/>
            <p:cNvSpPr/>
            <p:nvPr/>
          </p:nvSpPr>
          <p:spPr>
            <a:xfrm>
              <a:off x="822673" y="3520103"/>
              <a:ext cx="861918" cy="861139"/>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5</a:t>
              </a:r>
              <a:endParaRPr lang="ru-RU" sz="2400" b="1" dirty="0">
                <a:solidFill>
                  <a:prstClr val="white"/>
                </a:solidFill>
              </a:endParaRPr>
            </a:p>
          </p:txBody>
        </p:sp>
        <p:sp>
          <p:nvSpPr>
            <p:cNvPr id="448534" name="TextBox 14"/>
            <p:cNvSpPr txBox="1">
              <a:spLocks noChangeArrowheads="1"/>
            </p:cNvSpPr>
            <p:nvPr/>
          </p:nvSpPr>
          <p:spPr bwMode="auto">
            <a:xfrm>
              <a:off x="1736945" y="3520103"/>
              <a:ext cx="4474700" cy="1077218"/>
            </a:xfrm>
            <a:prstGeom prst="rect">
              <a:avLst/>
            </a:prstGeom>
            <a:noFill/>
            <a:ln w="9525">
              <a:noFill/>
              <a:miter lim="800000"/>
              <a:headEnd/>
              <a:tailEnd/>
            </a:ln>
          </p:spPr>
          <p:txBody>
            <a:bodyPr>
              <a:spAutoFit/>
            </a:bodyPr>
            <a:lstStyle/>
            <a:p>
              <a:pPr rtl="1" eaLnBrk="0" hangingPunct="0"/>
              <a:r>
                <a:rPr lang="ar-SA" sz="3200"/>
                <a:t>يمكن المعلم من الاستفادة من الوقت المتاح بشكل أمثل.</a:t>
              </a:r>
              <a:endParaRPr lang="en-US" sz="3200"/>
            </a:p>
          </p:txBody>
        </p:sp>
      </p:grpSp>
      <p:grpSp>
        <p:nvGrpSpPr>
          <p:cNvPr id="19" name="Group 18"/>
          <p:cNvGrpSpPr>
            <a:grpSpLocks/>
          </p:cNvGrpSpPr>
          <p:nvPr/>
        </p:nvGrpSpPr>
        <p:grpSpPr bwMode="auto">
          <a:xfrm>
            <a:off x="6248400" y="1893888"/>
            <a:ext cx="5478463" cy="1076325"/>
            <a:chOff x="6430275" y="1918252"/>
            <a:chExt cx="5479207" cy="1077218"/>
          </a:xfrm>
        </p:grpSpPr>
        <p:sp>
          <p:nvSpPr>
            <p:cNvPr id="12" name="Teardrop 11"/>
            <p:cNvSpPr/>
            <p:nvPr/>
          </p:nvSpPr>
          <p:spPr>
            <a:xfrm>
              <a:off x="6430275" y="1953206"/>
              <a:ext cx="862130" cy="861139"/>
            </a:xfrm>
            <a:prstGeom prst="teardrop">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6</a:t>
              </a:r>
              <a:endParaRPr lang="ru-RU" sz="2400" b="1" dirty="0">
                <a:solidFill>
                  <a:prstClr val="white"/>
                </a:solidFill>
              </a:endParaRPr>
            </a:p>
          </p:txBody>
        </p:sp>
        <p:sp>
          <p:nvSpPr>
            <p:cNvPr id="448532" name="TextBox 24"/>
            <p:cNvSpPr txBox="1">
              <a:spLocks noChangeArrowheads="1"/>
            </p:cNvSpPr>
            <p:nvPr/>
          </p:nvSpPr>
          <p:spPr bwMode="auto">
            <a:xfrm>
              <a:off x="7339329" y="1918252"/>
              <a:ext cx="4570153" cy="1077218"/>
            </a:xfrm>
            <a:prstGeom prst="rect">
              <a:avLst/>
            </a:prstGeom>
            <a:noFill/>
            <a:ln w="9525">
              <a:noFill/>
              <a:miter lim="800000"/>
              <a:headEnd/>
              <a:tailEnd/>
            </a:ln>
          </p:spPr>
          <p:txBody>
            <a:bodyPr>
              <a:spAutoFit/>
            </a:bodyPr>
            <a:lstStyle/>
            <a:p>
              <a:pPr algn="r" rtl="1" eaLnBrk="0" hangingPunct="0"/>
              <a:r>
                <a:rPr lang="ar-SA" sz="3200"/>
                <a:t>يجعل المعلم أكثر ثقة بنفسه وأقل شعوراً بالاضطراب.</a:t>
              </a:r>
              <a:endParaRPr lang="en-US" sz="3200"/>
            </a:p>
          </p:txBody>
        </p:sp>
      </p:grpSp>
      <p:grpSp>
        <p:nvGrpSpPr>
          <p:cNvPr id="20" name="Group 19"/>
          <p:cNvGrpSpPr>
            <a:grpSpLocks/>
          </p:cNvGrpSpPr>
          <p:nvPr/>
        </p:nvGrpSpPr>
        <p:grpSpPr bwMode="auto">
          <a:xfrm>
            <a:off x="6248400" y="3327400"/>
            <a:ext cx="5527675" cy="1570038"/>
            <a:chOff x="6430275" y="3326358"/>
            <a:chExt cx="5528186" cy="1569660"/>
          </a:xfrm>
        </p:grpSpPr>
        <p:sp>
          <p:nvSpPr>
            <p:cNvPr id="13" name="Teardrop 12"/>
            <p:cNvSpPr/>
            <p:nvPr/>
          </p:nvSpPr>
          <p:spPr>
            <a:xfrm>
              <a:off x="6430275" y="3519986"/>
              <a:ext cx="862093" cy="861805"/>
            </a:xfrm>
            <a:prstGeom prst="teardrop">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7</a:t>
              </a:r>
              <a:endParaRPr lang="ru-RU" sz="2400" b="1" dirty="0">
                <a:solidFill>
                  <a:prstClr val="white"/>
                </a:solidFill>
              </a:endParaRPr>
            </a:p>
          </p:txBody>
        </p:sp>
        <p:sp>
          <p:nvSpPr>
            <p:cNvPr id="448530" name="TextBox 26"/>
            <p:cNvSpPr txBox="1">
              <a:spLocks noChangeArrowheads="1"/>
            </p:cNvSpPr>
            <p:nvPr/>
          </p:nvSpPr>
          <p:spPr bwMode="auto">
            <a:xfrm>
              <a:off x="7290349" y="3326358"/>
              <a:ext cx="4668112" cy="1569660"/>
            </a:xfrm>
            <a:prstGeom prst="rect">
              <a:avLst/>
            </a:prstGeom>
            <a:noFill/>
            <a:ln w="9525">
              <a:noFill/>
              <a:miter lim="800000"/>
              <a:headEnd/>
              <a:tailEnd/>
            </a:ln>
          </p:spPr>
          <p:txBody>
            <a:bodyPr>
              <a:spAutoFit/>
            </a:bodyPr>
            <a:lstStyle/>
            <a:p>
              <a:pPr algn="r" rtl="1" eaLnBrk="0" hangingPunct="0"/>
              <a:r>
                <a:rPr lang="ar-SA" sz="3200"/>
                <a:t>يمكن المعلم من التقويم السليم لطلابه والحصول على التغذية الراجعة.</a:t>
              </a:r>
              <a:endParaRPr lang="en-US" sz="3200"/>
            </a:p>
          </p:txBody>
        </p:sp>
      </p:grpSp>
      <p:sp>
        <p:nvSpPr>
          <p:cNvPr id="1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75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1000"/>
                                        <p:tgtEl>
                                          <p:spTgt spid="19"/>
                                        </p:tgtEl>
                                      </p:cBhvr>
                                    </p:animEffect>
                                    <p:anim calcmode="lin" valueType="num">
                                      <p:cBhvr>
                                        <p:cTn id="18" dur="1000" fill="hold"/>
                                        <p:tgtEl>
                                          <p:spTgt spid="19"/>
                                        </p:tgtEl>
                                        <p:attrNameLst>
                                          <p:attrName>ppt_x</p:attrName>
                                        </p:attrNameLst>
                                      </p:cBhvr>
                                      <p:tavLst>
                                        <p:tav tm="0">
                                          <p:val>
                                            <p:strVal val="#ppt_x"/>
                                          </p:val>
                                        </p:tav>
                                        <p:tav tm="100000">
                                          <p:val>
                                            <p:strVal val="#ppt_x"/>
                                          </p:val>
                                        </p:tav>
                                      </p:tavLst>
                                    </p:anim>
                                    <p:anim calcmode="lin" valueType="num">
                                      <p:cBhvr>
                                        <p:cTn id="19" dur="1000" fill="hold"/>
                                        <p:tgtEl>
                                          <p:spTgt spid="19"/>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100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1000"/>
                                        <p:tgtEl>
                                          <p:spTgt spid="20"/>
                                        </p:tgtEl>
                                      </p:cBhvr>
                                    </p:animEffect>
                                    <p:anim calcmode="lin" valueType="num">
                                      <p:cBhvr>
                                        <p:cTn id="23" dur="1000" fill="hold"/>
                                        <p:tgtEl>
                                          <p:spTgt spid="20"/>
                                        </p:tgtEl>
                                        <p:attrNameLst>
                                          <p:attrName>ppt_x</p:attrName>
                                        </p:attrNameLst>
                                      </p:cBhvr>
                                      <p:tavLst>
                                        <p:tav tm="0">
                                          <p:val>
                                            <p:strVal val="#ppt_x"/>
                                          </p:val>
                                        </p:tav>
                                        <p:tav tm="100000">
                                          <p:val>
                                            <p:strVal val="#ppt_x"/>
                                          </p:val>
                                        </p:tav>
                                      </p:tavLst>
                                    </p:anim>
                                    <p:anim calcmode="lin" valueType="num">
                                      <p:cBhvr>
                                        <p:cTn id="2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382713" y="295275"/>
            <a:ext cx="10133012" cy="963613"/>
          </a:xfrm>
        </p:spPr>
        <p:txBody>
          <a:bodyPr/>
          <a:lstStyle/>
          <a:p>
            <a:pPr algn="ctr" eaLnBrk="1" fontAlgn="auto" hangingPunct="1">
              <a:spcAft>
                <a:spcPts val="0"/>
              </a:spcAft>
              <a:buFont typeface="Arial" panose="020B0604020202020204" pitchFamily="34" charset="0"/>
              <a:buNone/>
              <a:defRPr/>
            </a:pPr>
            <a:r>
              <a:rPr lang="ar-SA" sz="3200" b="1" u="sng" dirty="0"/>
              <a:t>تبرز أهمية تصميم (تخطيط) </a:t>
            </a:r>
            <a:r>
              <a:rPr lang="ar-SA" sz="3200" b="1" u="sng" dirty="0" smtClean="0"/>
              <a:t>التدريس</a:t>
            </a:r>
            <a:endParaRPr lang="en-US" sz="3200" b="1" u="sng" dirty="0" smtClean="0"/>
          </a:p>
          <a:p>
            <a:pPr algn="ctr" eaLnBrk="1" fontAlgn="auto" hangingPunct="1">
              <a:spcAft>
                <a:spcPts val="0"/>
              </a:spcAft>
              <a:buFont typeface="Arial" panose="020B0604020202020204" pitchFamily="34" charset="0"/>
              <a:buNone/>
              <a:defRPr/>
            </a:pPr>
            <a:r>
              <a:rPr lang="ar-SA" sz="3200" b="1" u="sng" dirty="0" smtClean="0"/>
              <a:t> </a:t>
            </a:r>
            <a:r>
              <a:rPr lang="ar-SA" sz="3200" b="1" u="sng" dirty="0"/>
              <a:t>بالنسبة للمعلم والمتعلم  والأستاذ الجامعي بالشكل الآتي</a:t>
            </a:r>
            <a:r>
              <a:rPr lang="ar-SA" sz="3200" dirty="0"/>
              <a:t>:</a:t>
            </a:r>
            <a:endParaRPr lang="en-US" sz="3200" dirty="0">
              <a:solidFill>
                <a:srgbClr val="3DBF9C"/>
              </a:solidFill>
              <a:latin typeface="Lato Light" panose="020F0402020204030203" pitchFamily="34" charset="0"/>
              <a:cs typeface="Lato Light" panose="020F0402020204030203" pitchFamily="34" charset="0"/>
            </a:endParaRPr>
          </a:p>
        </p:txBody>
      </p:sp>
      <p:grpSp>
        <p:nvGrpSpPr>
          <p:cNvPr id="2" name="Group 1"/>
          <p:cNvGrpSpPr>
            <a:grpSpLocks/>
          </p:cNvGrpSpPr>
          <p:nvPr/>
        </p:nvGrpSpPr>
        <p:grpSpPr bwMode="auto">
          <a:xfrm>
            <a:off x="2016125" y="2308225"/>
            <a:ext cx="9445625" cy="1077913"/>
            <a:chOff x="822673" y="1919862"/>
            <a:chExt cx="9446709" cy="1077218"/>
          </a:xfrm>
        </p:grpSpPr>
        <p:sp>
          <p:nvSpPr>
            <p:cNvPr id="3" name="Teardrop 2"/>
            <p:cNvSpPr/>
            <p:nvPr/>
          </p:nvSpPr>
          <p:spPr>
            <a:xfrm>
              <a:off x="822673" y="1953179"/>
              <a:ext cx="862112" cy="861456"/>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1</a:t>
              </a:r>
              <a:endParaRPr lang="ru-RU" sz="2400" b="1" dirty="0">
                <a:solidFill>
                  <a:prstClr val="white"/>
                </a:solidFill>
              </a:endParaRPr>
            </a:p>
          </p:txBody>
        </p:sp>
        <p:sp>
          <p:nvSpPr>
            <p:cNvPr id="449560" name="TextBox 3"/>
            <p:cNvSpPr txBox="1">
              <a:spLocks noChangeArrowheads="1"/>
            </p:cNvSpPr>
            <p:nvPr/>
          </p:nvSpPr>
          <p:spPr bwMode="auto">
            <a:xfrm>
              <a:off x="1736944" y="1919862"/>
              <a:ext cx="8532438" cy="1077218"/>
            </a:xfrm>
            <a:prstGeom prst="rect">
              <a:avLst/>
            </a:prstGeom>
            <a:noFill/>
            <a:ln w="9525">
              <a:noFill/>
              <a:miter lim="800000"/>
              <a:headEnd/>
              <a:tailEnd/>
            </a:ln>
          </p:spPr>
          <p:txBody>
            <a:bodyPr>
              <a:spAutoFit/>
            </a:bodyPr>
            <a:lstStyle/>
            <a:p>
              <a:pPr algn="r" rtl="1" eaLnBrk="0" hangingPunct="0"/>
              <a:r>
                <a:rPr lang="ar-SA" sz="3200"/>
                <a:t>يساعد الطالب في تنظيم وقته في الدراسة وتوزيعه بحسب الأهمية المعطاة للأهداف والمحتوى.</a:t>
              </a:r>
              <a:endParaRPr lang="en-US" sz="3200"/>
            </a:p>
          </p:txBody>
        </p:sp>
      </p:grpSp>
      <p:grpSp>
        <p:nvGrpSpPr>
          <p:cNvPr id="8" name="Group 7"/>
          <p:cNvGrpSpPr>
            <a:grpSpLocks/>
          </p:cNvGrpSpPr>
          <p:nvPr/>
        </p:nvGrpSpPr>
        <p:grpSpPr bwMode="auto">
          <a:xfrm>
            <a:off x="2016125" y="3617913"/>
            <a:ext cx="9228138" cy="860425"/>
            <a:chOff x="822673" y="3520103"/>
            <a:chExt cx="9228824" cy="861430"/>
          </a:xfrm>
        </p:grpSpPr>
        <p:sp>
          <p:nvSpPr>
            <p:cNvPr id="10" name="Teardrop 9"/>
            <p:cNvSpPr/>
            <p:nvPr/>
          </p:nvSpPr>
          <p:spPr>
            <a:xfrm>
              <a:off x="822673" y="3520103"/>
              <a:ext cx="862077" cy="861430"/>
            </a:xfrm>
            <a:prstGeom prst="teardrop">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2</a:t>
              </a:r>
              <a:endParaRPr lang="ru-RU" sz="2400" b="1" dirty="0">
                <a:solidFill>
                  <a:prstClr val="white"/>
                </a:solidFill>
              </a:endParaRPr>
            </a:p>
          </p:txBody>
        </p:sp>
        <p:sp>
          <p:nvSpPr>
            <p:cNvPr id="449558" name="TextBox 14"/>
            <p:cNvSpPr txBox="1">
              <a:spLocks noChangeArrowheads="1"/>
            </p:cNvSpPr>
            <p:nvPr/>
          </p:nvSpPr>
          <p:spPr bwMode="auto">
            <a:xfrm>
              <a:off x="1736944" y="3520103"/>
              <a:ext cx="8314553" cy="584775"/>
            </a:xfrm>
            <a:prstGeom prst="rect">
              <a:avLst/>
            </a:prstGeom>
            <a:noFill/>
            <a:ln w="9525">
              <a:noFill/>
              <a:miter lim="800000"/>
              <a:headEnd/>
              <a:tailEnd/>
            </a:ln>
          </p:spPr>
          <p:txBody>
            <a:bodyPr>
              <a:spAutoFit/>
            </a:bodyPr>
            <a:lstStyle/>
            <a:p>
              <a:pPr algn="r" rtl="1" eaLnBrk="0" hangingPunct="0"/>
              <a:r>
                <a:rPr lang="ar-SA" sz="3200"/>
                <a:t>يزيد من دافعية الطالب للتعلم.</a:t>
              </a:r>
              <a:endParaRPr lang="en-US" sz="3200"/>
            </a:p>
          </p:txBody>
        </p:sp>
      </p:grpSp>
      <p:grpSp>
        <p:nvGrpSpPr>
          <p:cNvPr id="9" name="Group 8"/>
          <p:cNvGrpSpPr>
            <a:grpSpLocks/>
          </p:cNvGrpSpPr>
          <p:nvPr/>
        </p:nvGrpSpPr>
        <p:grpSpPr bwMode="auto">
          <a:xfrm>
            <a:off x="2016125" y="4706938"/>
            <a:ext cx="9718675" cy="1570037"/>
            <a:chOff x="822673" y="4775722"/>
            <a:chExt cx="9718171" cy="1569660"/>
          </a:xfrm>
        </p:grpSpPr>
        <p:sp>
          <p:nvSpPr>
            <p:cNvPr id="11" name="Teardrop 10"/>
            <p:cNvSpPr/>
            <p:nvPr/>
          </p:nvSpPr>
          <p:spPr>
            <a:xfrm>
              <a:off x="822673" y="5086797"/>
              <a:ext cx="861967" cy="861805"/>
            </a:xfrm>
            <a:prstGeom prst="teardrop">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3</a:t>
              </a:r>
              <a:endParaRPr lang="ru-RU" sz="2400" b="1" dirty="0">
                <a:solidFill>
                  <a:prstClr val="white"/>
                </a:solidFill>
              </a:endParaRPr>
            </a:p>
          </p:txBody>
        </p:sp>
        <p:sp>
          <p:nvSpPr>
            <p:cNvPr id="449556" name="TextBox 16"/>
            <p:cNvSpPr txBox="1">
              <a:spLocks noChangeArrowheads="1"/>
            </p:cNvSpPr>
            <p:nvPr/>
          </p:nvSpPr>
          <p:spPr bwMode="auto">
            <a:xfrm>
              <a:off x="1464289" y="4775722"/>
              <a:ext cx="9076555" cy="1569660"/>
            </a:xfrm>
            <a:prstGeom prst="rect">
              <a:avLst/>
            </a:prstGeom>
            <a:noFill/>
            <a:ln w="9525">
              <a:noFill/>
              <a:miter lim="800000"/>
              <a:headEnd/>
              <a:tailEnd/>
            </a:ln>
          </p:spPr>
          <p:txBody>
            <a:bodyPr>
              <a:spAutoFit/>
            </a:bodyPr>
            <a:lstStyle/>
            <a:p>
              <a:pPr algn="r" rtl="1" eaLnBrk="0" hangingPunct="0"/>
              <a:r>
                <a:rPr lang="ar-SA" sz="3200" dirty="0"/>
                <a:t>يتأثر الطالب بالجوانب الإيجابية للمنهج الخفي عند معلمه، فيكتسب عادات سليمة تساعده في حياته، مثل: التنظيم، وتقدير أهميته واستغلاله بشكل أمثل.</a:t>
              </a:r>
              <a:endParaRPr lang="en-US" sz="3200" dirty="0"/>
            </a:p>
          </p:txBody>
        </p:sp>
      </p:grpSp>
      <p:sp>
        <p:nvSpPr>
          <p:cNvPr id="449551" name="Text Placeholder 6"/>
          <p:cNvSpPr>
            <a:spLocks noGrp="1"/>
          </p:cNvSpPr>
          <p:nvPr>
            <p:ph type="body" sz="quarter" idx="11"/>
          </p:nvPr>
        </p:nvSpPr>
        <p:spPr bwMode="auto">
          <a:xfrm>
            <a:off x="531813" y="1412875"/>
            <a:ext cx="10983912" cy="476250"/>
          </a:xfrm>
          <a:noFill/>
          <a:ln>
            <a:miter lim="800000"/>
            <a:headEnd/>
            <a:tailEnd/>
          </a:ln>
        </p:spPr>
        <p:txBody>
          <a:bodyPr vert="horz" wrap="square" lIns="91440" tIns="45720" rIns="91440" bIns="45720" numCol="1" anchor="t" anchorCtr="0" compatLnSpc="1">
            <a:prstTxWarp prst="textNoShape">
              <a:avLst/>
            </a:prstTxWarp>
          </a:bodyPr>
          <a:lstStyle/>
          <a:p>
            <a:pPr algn="r" rtl="1" eaLnBrk="1" hangingPunct="1"/>
            <a:r>
              <a:rPr lang="ar-SA" sz="3600" b="1" u="sng" smtClean="0">
                <a:solidFill>
                  <a:srgbClr val="FF0000"/>
                </a:solidFill>
                <a:latin typeface="Lato Light"/>
              </a:rPr>
              <a:t>ثانياً: بالنسبة للمتعلم </a:t>
            </a:r>
            <a:endParaRPr lang="en-US" sz="3600" u="sng" smtClean="0">
              <a:solidFill>
                <a:srgbClr val="FF0000"/>
              </a:solidFill>
              <a:latin typeface="Lato Light"/>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25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5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1000"/>
                                        <p:tgtEl>
                                          <p:spTgt spid="9"/>
                                        </p:tgtEl>
                                      </p:cBhvr>
                                    </p:animEffect>
                                    <p:anim calcmode="lin" valueType="num">
                                      <p:cBhvr>
                                        <p:cTn id="18" dur="1000" fill="hold"/>
                                        <p:tgtEl>
                                          <p:spTgt spid="9"/>
                                        </p:tgtEl>
                                        <p:attrNameLst>
                                          <p:attrName>ppt_x</p:attrName>
                                        </p:attrNameLst>
                                      </p:cBhvr>
                                      <p:tavLst>
                                        <p:tav tm="0">
                                          <p:val>
                                            <p:strVal val="#ppt_x"/>
                                          </p:val>
                                        </p:tav>
                                        <p:tav tm="100000">
                                          <p:val>
                                            <p:strVal val="#ppt_x"/>
                                          </p:val>
                                        </p:tav>
                                      </p:tavLst>
                                    </p:anim>
                                    <p:anim calcmode="lin" valueType="num">
                                      <p:cBhvr>
                                        <p:cTn id="1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p:cNvGrpSpPr>
          <p:nvPr/>
        </p:nvGrpSpPr>
        <p:grpSpPr bwMode="auto">
          <a:xfrm>
            <a:off x="852488" y="1452563"/>
            <a:ext cx="8447087" cy="1076325"/>
            <a:chOff x="822673" y="1919862"/>
            <a:chExt cx="8447629" cy="1077218"/>
          </a:xfrm>
        </p:grpSpPr>
        <p:sp>
          <p:nvSpPr>
            <p:cNvPr id="3" name="Teardrop 2"/>
            <p:cNvSpPr/>
            <p:nvPr/>
          </p:nvSpPr>
          <p:spPr>
            <a:xfrm>
              <a:off x="822673" y="1953227"/>
              <a:ext cx="862067" cy="861139"/>
            </a:xfrm>
            <a:prstGeom prst="teardrop">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4</a:t>
              </a:r>
              <a:endParaRPr lang="ru-RU" sz="2400" b="1" dirty="0">
                <a:solidFill>
                  <a:prstClr val="white"/>
                </a:solidFill>
              </a:endParaRPr>
            </a:p>
          </p:txBody>
        </p:sp>
        <p:sp>
          <p:nvSpPr>
            <p:cNvPr id="450578" name="TextBox 3"/>
            <p:cNvSpPr txBox="1">
              <a:spLocks noChangeArrowheads="1"/>
            </p:cNvSpPr>
            <p:nvPr/>
          </p:nvSpPr>
          <p:spPr bwMode="auto">
            <a:xfrm>
              <a:off x="1736944" y="1919862"/>
              <a:ext cx="7533358" cy="1077218"/>
            </a:xfrm>
            <a:prstGeom prst="rect">
              <a:avLst/>
            </a:prstGeom>
            <a:noFill/>
            <a:ln w="9525">
              <a:noFill/>
              <a:miter lim="800000"/>
              <a:headEnd/>
              <a:tailEnd/>
            </a:ln>
          </p:spPr>
          <p:txBody>
            <a:bodyPr>
              <a:spAutoFit/>
            </a:bodyPr>
            <a:lstStyle/>
            <a:p>
              <a:pPr algn="r" rtl="1" eaLnBrk="0" hangingPunct="0"/>
              <a:r>
                <a:rPr lang="ar-SA" sz="3200"/>
                <a:t> يجعل الطالب أكثر قدرة على الاستيعاب وذلك لأن المادة تكون منظمة له.</a:t>
              </a:r>
              <a:endParaRPr lang="en-US" sz="3200"/>
            </a:p>
          </p:txBody>
        </p:sp>
      </p:grpSp>
      <p:grpSp>
        <p:nvGrpSpPr>
          <p:cNvPr id="19" name="Group 18"/>
          <p:cNvGrpSpPr>
            <a:grpSpLocks/>
          </p:cNvGrpSpPr>
          <p:nvPr/>
        </p:nvGrpSpPr>
        <p:grpSpPr bwMode="auto">
          <a:xfrm>
            <a:off x="3884613" y="3490913"/>
            <a:ext cx="7575550" cy="1568450"/>
            <a:chOff x="4333845" y="1918252"/>
            <a:chExt cx="7575637" cy="1569660"/>
          </a:xfrm>
        </p:grpSpPr>
        <p:sp>
          <p:nvSpPr>
            <p:cNvPr id="12" name="Teardrop 11"/>
            <p:cNvSpPr/>
            <p:nvPr/>
          </p:nvSpPr>
          <p:spPr>
            <a:xfrm>
              <a:off x="4333845" y="1953204"/>
              <a:ext cx="862022" cy="861089"/>
            </a:xfrm>
            <a:prstGeom prst="teardrop">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400" b="1" dirty="0">
                  <a:solidFill>
                    <a:prstClr val="white"/>
                  </a:solidFill>
                  <a:latin typeface="FontAwesome" pitchFamily="2" charset="0"/>
                </a:rPr>
                <a:t>5</a:t>
              </a:r>
              <a:endParaRPr lang="ru-RU" sz="2400" b="1" dirty="0">
                <a:solidFill>
                  <a:prstClr val="white"/>
                </a:solidFill>
              </a:endParaRPr>
            </a:p>
          </p:txBody>
        </p:sp>
        <p:sp>
          <p:nvSpPr>
            <p:cNvPr id="450576" name="TextBox 24"/>
            <p:cNvSpPr txBox="1">
              <a:spLocks noChangeArrowheads="1"/>
            </p:cNvSpPr>
            <p:nvPr/>
          </p:nvSpPr>
          <p:spPr bwMode="auto">
            <a:xfrm>
              <a:off x="5195275" y="1918252"/>
              <a:ext cx="6714207" cy="1569660"/>
            </a:xfrm>
            <a:prstGeom prst="rect">
              <a:avLst/>
            </a:prstGeom>
            <a:noFill/>
            <a:ln w="9525">
              <a:noFill/>
              <a:miter lim="800000"/>
              <a:headEnd/>
              <a:tailEnd/>
            </a:ln>
          </p:spPr>
          <p:txBody>
            <a:bodyPr>
              <a:spAutoFit/>
            </a:bodyPr>
            <a:lstStyle/>
            <a:p>
              <a:pPr algn="r" rtl="1" eaLnBrk="0" hangingPunct="0"/>
              <a:r>
                <a:rPr lang="ar-SA" sz="3200"/>
                <a:t>يكتسب الطلاب اتجاهات إيجابية نحو المعلم، وذلك لأن المعلم المنظم يترك انطباعاً حسناً عن نفسه لدى طلابه. </a:t>
              </a:r>
              <a:endParaRPr lang="en-US" sz="3200"/>
            </a:p>
          </p:txBody>
        </p:sp>
      </p:gr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75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1000"/>
                                        <p:tgtEl>
                                          <p:spTgt spid="19"/>
                                        </p:tgtEl>
                                      </p:cBhvr>
                                    </p:animEffect>
                                    <p:anim calcmode="lin" valueType="num">
                                      <p:cBhvr>
                                        <p:cTn id="13" dur="1000" fill="hold"/>
                                        <p:tgtEl>
                                          <p:spTgt spid="19"/>
                                        </p:tgtEl>
                                        <p:attrNameLst>
                                          <p:attrName>ppt_x</p:attrName>
                                        </p:attrNameLst>
                                      </p:cBhvr>
                                      <p:tavLst>
                                        <p:tav tm="0">
                                          <p:val>
                                            <p:strVal val="#ppt_x"/>
                                          </p:val>
                                        </p:tav>
                                        <p:tav tm="100000">
                                          <p:val>
                                            <p:strVal val="#ppt_x"/>
                                          </p:val>
                                        </p:tav>
                                      </p:tavLst>
                                    </p:anim>
                                    <p:anim calcmode="lin" valueType="num">
                                      <p:cBhvr>
                                        <p:cTn id="14"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736600" y="382588"/>
            <a:ext cx="10779125" cy="642937"/>
          </a:xfrm>
        </p:spPr>
        <p:txBody>
          <a:bodyPr/>
          <a:lstStyle/>
          <a:p>
            <a:pPr algn="ctr" eaLnBrk="1" fontAlgn="auto" hangingPunct="1">
              <a:spcAft>
                <a:spcPts val="0"/>
              </a:spcAft>
              <a:buFont typeface="Arial" panose="020B0604020202020204" pitchFamily="34" charset="0"/>
              <a:buNone/>
              <a:defRPr/>
            </a:pPr>
            <a:r>
              <a:rPr lang="ar-SA" sz="4000" b="1" u="sng" dirty="0"/>
              <a:t>أما أهمية تصميم (تخطيط) التدريس بالنسبة للأستاذ الجامعي</a:t>
            </a:r>
            <a:endParaRPr lang="en-US" sz="4000" u="sng" dirty="0">
              <a:solidFill>
                <a:srgbClr val="FE8301"/>
              </a:solidFill>
              <a:latin typeface="Lato Light" panose="020F0402020204030203" pitchFamily="34" charset="0"/>
              <a:cs typeface="Lato Light" panose="020F0402020204030203" pitchFamily="34" charset="0"/>
            </a:endParaRPr>
          </a:p>
        </p:txBody>
      </p:sp>
      <p:sp>
        <p:nvSpPr>
          <p:cNvPr id="4" name="Rectangle 3"/>
          <p:cNvSpPr>
            <a:spLocks noChangeArrowheads="1"/>
          </p:cNvSpPr>
          <p:nvPr/>
        </p:nvSpPr>
        <p:spPr bwMode="auto">
          <a:xfrm>
            <a:off x="5119688" y="3232150"/>
            <a:ext cx="1808162" cy="1014413"/>
          </a:xfrm>
          <a:prstGeom prst="rect">
            <a:avLst/>
          </a:prstGeom>
          <a:noFill/>
          <a:ln w="9525">
            <a:noFill/>
            <a:miter lim="800000"/>
            <a:headEnd/>
            <a:tailEnd/>
          </a:ln>
        </p:spPr>
        <p:txBody>
          <a:bodyPr wrap="none">
            <a:spAutoFit/>
          </a:bodyPr>
          <a:lstStyle/>
          <a:p>
            <a:pPr algn="ctr" defTabSz="912813"/>
            <a:r>
              <a:rPr lang="ar-SA" sz="6000" b="1"/>
              <a:t>تخطيط</a:t>
            </a:r>
            <a:endParaRPr lang="ru-RU" sz="6000">
              <a:solidFill>
                <a:srgbClr val="3DBF9C"/>
              </a:solidFill>
            </a:endParaRPr>
          </a:p>
        </p:txBody>
      </p:sp>
      <p:sp>
        <p:nvSpPr>
          <p:cNvPr id="8" name="Oval 7"/>
          <p:cNvSpPr/>
          <p:nvPr/>
        </p:nvSpPr>
        <p:spPr>
          <a:xfrm>
            <a:off x="4638675" y="2379663"/>
            <a:ext cx="2749550" cy="2749550"/>
          </a:xfrm>
          <a:prstGeom prst="ellipse">
            <a:avLst/>
          </a:prstGeom>
          <a:noFill/>
          <a:ln w="222250">
            <a:solidFill>
              <a:schemeClr val="bg1">
                <a:lumMod val="85000"/>
                <a:alpha val="44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9" name="Oval 8"/>
          <p:cNvSpPr/>
          <p:nvPr/>
        </p:nvSpPr>
        <p:spPr>
          <a:xfrm>
            <a:off x="6762750" y="2568575"/>
            <a:ext cx="342900" cy="342900"/>
          </a:xfrm>
          <a:prstGeom prst="ellipse">
            <a:avLst/>
          </a:prstGeom>
          <a:solidFill>
            <a:srgbClr val="0087B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5" name="Oval 24"/>
          <p:cNvSpPr/>
          <p:nvPr/>
        </p:nvSpPr>
        <p:spPr>
          <a:xfrm>
            <a:off x="7237413" y="3582988"/>
            <a:ext cx="342900" cy="342900"/>
          </a:xfrm>
          <a:prstGeom prst="ellipse">
            <a:avLst/>
          </a:prstGeom>
          <a:solidFill>
            <a:srgbClr val="FE830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6" name="Oval 25"/>
          <p:cNvSpPr/>
          <p:nvPr/>
        </p:nvSpPr>
        <p:spPr>
          <a:xfrm>
            <a:off x="6757988" y="4633913"/>
            <a:ext cx="342900" cy="342900"/>
          </a:xfrm>
          <a:prstGeom prst="ellipse">
            <a:avLst/>
          </a:prstGeom>
          <a:solidFill>
            <a:srgbClr val="A1BB2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 name="Oval 26"/>
          <p:cNvSpPr/>
          <p:nvPr/>
        </p:nvSpPr>
        <p:spPr>
          <a:xfrm>
            <a:off x="4941888" y="4633913"/>
            <a:ext cx="342900" cy="342900"/>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8" name="Oval 27"/>
          <p:cNvSpPr/>
          <p:nvPr/>
        </p:nvSpPr>
        <p:spPr>
          <a:xfrm>
            <a:off x="4467225" y="3582988"/>
            <a:ext cx="342900" cy="342900"/>
          </a:xfrm>
          <a:prstGeom prst="ellipse">
            <a:avLst/>
          </a:prstGeom>
          <a:solidFill>
            <a:srgbClr val="3DBF9C"/>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9" name="Oval 28"/>
          <p:cNvSpPr/>
          <p:nvPr/>
        </p:nvSpPr>
        <p:spPr>
          <a:xfrm>
            <a:off x="4913313" y="2568575"/>
            <a:ext cx="342900" cy="342900"/>
          </a:xfrm>
          <a:prstGeom prst="ellipse">
            <a:avLst/>
          </a:prstGeom>
          <a:solidFill>
            <a:srgbClr val="D43E0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2" name="Group 1"/>
          <p:cNvGrpSpPr>
            <a:grpSpLocks/>
          </p:cNvGrpSpPr>
          <p:nvPr/>
        </p:nvGrpSpPr>
        <p:grpSpPr bwMode="auto">
          <a:xfrm>
            <a:off x="7181850" y="2279650"/>
            <a:ext cx="4438650" cy="1098550"/>
            <a:chOff x="7181904" y="2279417"/>
            <a:chExt cx="4438473" cy="1099184"/>
          </a:xfrm>
        </p:grpSpPr>
        <p:sp>
          <p:nvSpPr>
            <p:cNvPr id="451625" name="TextBox 29"/>
            <p:cNvSpPr txBox="1">
              <a:spLocks noChangeAspect="1"/>
            </p:cNvSpPr>
            <p:nvPr/>
          </p:nvSpPr>
          <p:spPr bwMode="auto">
            <a:xfrm>
              <a:off x="7181904" y="2279417"/>
              <a:ext cx="467965" cy="467965"/>
            </a:xfrm>
            <a:prstGeom prst="rect">
              <a:avLst/>
            </a:prstGeom>
            <a:noFill/>
            <a:ln w="9525">
              <a:noFill/>
              <a:miter lim="800000"/>
              <a:headEnd/>
              <a:tailEnd/>
            </a:ln>
          </p:spPr>
          <p:txBody>
            <a:bodyPr wrap="none" lIns="0" tIns="0" rIns="0" bIns="0" anchor="ctr"/>
            <a:lstStyle/>
            <a:p>
              <a:pPr algn="ctr" defTabSz="912813"/>
              <a:r>
                <a:rPr lang="en-US" sz="2800">
                  <a:solidFill>
                    <a:srgbClr val="0087B1"/>
                  </a:solidFill>
                  <a:latin typeface="FontAwesome"/>
                </a:rPr>
                <a:t></a:t>
              </a:r>
              <a:endParaRPr lang="ru-RU" sz="2800">
                <a:solidFill>
                  <a:srgbClr val="0087B1"/>
                </a:solidFill>
              </a:endParaRPr>
            </a:p>
          </p:txBody>
        </p:sp>
        <p:sp>
          <p:nvSpPr>
            <p:cNvPr id="451626" name="TextBox 37"/>
            <p:cNvSpPr txBox="1">
              <a:spLocks noChangeArrowheads="1"/>
            </p:cNvSpPr>
            <p:nvPr/>
          </p:nvSpPr>
          <p:spPr bwMode="auto">
            <a:xfrm>
              <a:off x="7321207" y="2301383"/>
              <a:ext cx="4299170" cy="1077218"/>
            </a:xfrm>
            <a:prstGeom prst="rect">
              <a:avLst/>
            </a:prstGeom>
            <a:noFill/>
            <a:ln w="9525">
              <a:noFill/>
              <a:miter lim="800000"/>
              <a:headEnd/>
              <a:tailEnd/>
            </a:ln>
          </p:spPr>
          <p:txBody>
            <a:bodyPr>
              <a:spAutoFit/>
            </a:bodyPr>
            <a:lstStyle/>
            <a:p>
              <a:pPr algn="r" rtl="1" eaLnBrk="0" hangingPunct="0"/>
              <a:r>
                <a:rPr lang="ar-SA" sz="3200"/>
                <a:t>يساعده في تحديد الأهداف التي يود تحقيقها.</a:t>
              </a:r>
              <a:endParaRPr lang="en-US" sz="3200"/>
            </a:p>
          </p:txBody>
        </p:sp>
      </p:grpSp>
      <p:grpSp>
        <p:nvGrpSpPr>
          <p:cNvPr id="3" name="Group 2"/>
          <p:cNvGrpSpPr>
            <a:grpSpLocks/>
          </p:cNvGrpSpPr>
          <p:nvPr/>
        </p:nvGrpSpPr>
        <p:grpSpPr bwMode="auto">
          <a:xfrm>
            <a:off x="7650163" y="3521075"/>
            <a:ext cx="4248150" cy="1217613"/>
            <a:chOff x="7649869" y="3520481"/>
            <a:chExt cx="4248047" cy="1217450"/>
          </a:xfrm>
        </p:grpSpPr>
        <p:sp>
          <p:nvSpPr>
            <p:cNvPr id="451623" name="TextBox 30"/>
            <p:cNvSpPr txBox="1">
              <a:spLocks noChangeAspect="1"/>
            </p:cNvSpPr>
            <p:nvPr/>
          </p:nvSpPr>
          <p:spPr bwMode="auto">
            <a:xfrm>
              <a:off x="7649869" y="3520481"/>
              <a:ext cx="467965" cy="467965"/>
            </a:xfrm>
            <a:prstGeom prst="rect">
              <a:avLst/>
            </a:prstGeom>
            <a:noFill/>
            <a:ln w="9525">
              <a:noFill/>
              <a:miter lim="800000"/>
              <a:headEnd/>
              <a:tailEnd/>
            </a:ln>
          </p:spPr>
          <p:txBody>
            <a:bodyPr wrap="none" lIns="0" tIns="0" rIns="0" bIns="0" anchor="ctr"/>
            <a:lstStyle/>
            <a:p>
              <a:pPr algn="ctr" defTabSz="912813"/>
              <a:r>
                <a:rPr lang="en-US" sz="2800">
                  <a:solidFill>
                    <a:srgbClr val="FE8301"/>
                  </a:solidFill>
                  <a:latin typeface="FontAwesome"/>
                </a:rPr>
                <a:t></a:t>
              </a:r>
              <a:endParaRPr lang="ru-RU" sz="2800">
                <a:solidFill>
                  <a:srgbClr val="FE8301"/>
                </a:solidFill>
              </a:endParaRPr>
            </a:p>
          </p:txBody>
        </p:sp>
        <p:sp>
          <p:nvSpPr>
            <p:cNvPr id="451624" name="TextBox 53"/>
            <p:cNvSpPr txBox="1">
              <a:spLocks noChangeArrowheads="1"/>
            </p:cNvSpPr>
            <p:nvPr/>
          </p:nvSpPr>
          <p:spPr bwMode="auto">
            <a:xfrm>
              <a:off x="7841560" y="3660713"/>
              <a:ext cx="4056356" cy="1077218"/>
            </a:xfrm>
            <a:prstGeom prst="rect">
              <a:avLst/>
            </a:prstGeom>
            <a:noFill/>
            <a:ln w="9525">
              <a:noFill/>
              <a:miter lim="800000"/>
              <a:headEnd/>
              <a:tailEnd/>
            </a:ln>
          </p:spPr>
          <p:txBody>
            <a:bodyPr>
              <a:spAutoFit/>
            </a:bodyPr>
            <a:lstStyle/>
            <a:p>
              <a:pPr algn="justLow" rtl="1" eaLnBrk="0" hangingPunct="0">
                <a:tabLst>
                  <a:tab pos="457200" algn="l"/>
                </a:tabLst>
              </a:pPr>
              <a:r>
                <a:rPr lang="ar-SA" sz="3200">
                  <a:solidFill>
                    <a:srgbClr val="000000"/>
                  </a:solidFill>
                  <a:latin typeface="Arial Unicode MS" pitchFamily="34" charset="-128"/>
                  <a:ea typeface="Arial Unicode MS" pitchFamily="34" charset="-128"/>
                  <a:cs typeface="Simplified Arabic" pitchFamily="18" charset="-78"/>
                </a:rPr>
                <a:t>يساعده في توزيع الوقت بشكل متوازن.</a:t>
              </a:r>
              <a:endParaRPr lang="en-US" sz="3200">
                <a:solidFill>
                  <a:srgbClr val="000000"/>
                </a:solidFill>
                <a:latin typeface="Arial Unicode MS" pitchFamily="34" charset="-128"/>
                <a:ea typeface="Arial Unicode MS" pitchFamily="34" charset="-128"/>
                <a:cs typeface="Helvetica"/>
              </a:endParaRPr>
            </a:p>
          </p:txBody>
        </p:sp>
      </p:grpSp>
      <p:grpSp>
        <p:nvGrpSpPr>
          <p:cNvPr id="5" name="Group 4"/>
          <p:cNvGrpSpPr>
            <a:grpSpLocks/>
          </p:cNvGrpSpPr>
          <p:nvPr/>
        </p:nvGrpSpPr>
        <p:grpSpPr bwMode="auto">
          <a:xfrm>
            <a:off x="7046913" y="4851400"/>
            <a:ext cx="4718050" cy="1187450"/>
            <a:chOff x="7140517" y="4743491"/>
            <a:chExt cx="4717406" cy="1188047"/>
          </a:xfrm>
        </p:grpSpPr>
        <p:sp>
          <p:nvSpPr>
            <p:cNvPr id="451621" name="TextBox 31"/>
            <p:cNvSpPr txBox="1">
              <a:spLocks noChangeAspect="1"/>
            </p:cNvSpPr>
            <p:nvPr/>
          </p:nvSpPr>
          <p:spPr bwMode="auto">
            <a:xfrm>
              <a:off x="7140517" y="4743491"/>
              <a:ext cx="467965" cy="467965"/>
            </a:xfrm>
            <a:prstGeom prst="rect">
              <a:avLst/>
            </a:prstGeom>
            <a:noFill/>
            <a:ln w="9525">
              <a:noFill/>
              <a:miter lim="800000"/>
              <a:headEnd/>
              <a:tailEnd/>
            </a:ln>
          </p:spPr>
          <p:txBody>
            <a:bodyPr wrap="none" lIns="0" tIns="0" rIns="0" bIns="0" anchor="ctr"/>
            <a:lstStyle/>
            <a:p>
              <a:pPr algn="ctr" defTabSz="912813"/>
              <a:r>
                <a:rPr lang="en-US" sz="2800">
                  <a:solidFill>
                    <a:srgbClr val="A1BB22"/>
                  </a:solidFill>
                  <a:latin typeface="FontAwesome"/>
                </a:rPr>
                <a:t></a:t>
              </a:r>
              <a:endParaRPr lang="ru-RU" sz="2800">
                <a:solidFill>
                  <a:srgbClr val="A1BB22"/>
                </a:solidFill>
              </a:endParaRPr>
            </a:p>
          </p:txBody>
        </p:sp>
        <p:sp>
          <p:nvSpPr>
            <p:cNvPr id="451622" name="TextBox 55"/>
            <p:cNvSpPr txBox="1">
              <a:spLocks noChangeArrowheads="1"/>
            </p:cNvSpPr>
            <p:nvPr/>
          </p:nvSpPr>
          <p:spPr bwMode="auto">
            <a:xfrm>
              <a:off x="7269899" y="4854320"/>
              <a:ext cx="4588024" cy="1077218"/>
            </a:xfrm>
            <a:prstGeom prst="rect">
              <a:avLst/>
            </a:prstGeom>
            <a:noFill/>
            <a:ln w="9525">
              <a:noFill/>
              <a:miter lim="800000"/>
              <a:headEnd/>
              <a:tailEnd/>
            </a:ln>
          </p:spPr>
          <p:txBody>
            <a:bodyPr>
              <a:spAutoFit/>
            </a:bodyPr>
            <a:lstStyle/>
            <a:p>
              <a:pPr algn="r"/>
              <a:r>
                <a:rPr lang="ar-SA" sz="3200"/>
                <a:t>يجعله أكثر ثقة بنفسه وأقل شعوراً بالاضطراب</a:t>
              </a:r>
              <a:endParaRPr lang="en-US" sz="3200">
                <a:solidFill>
                  <a:srgbClr val="7F7F7F"/>
                </a:solidFill>
                <a:latin typeface="Lato Light"/>
              </a:endParaRPr>
            </a:p>
          </p:txBody>
        </p:sp>
      </p:grpSp>
      <p:grpSp>
        <p:nvGrpSpPr>
          <p:cNvPr id="12" name="Group 11"/>
          <p:cNvGrpSpPr>
            <a:grpSpLocks/>
          </p:cNvGrpSpPr>
          <p:nvPr/>
        </p:nvGrpSpPr>
        <p:grpSpPr bwMode="auto">
          <a:xfrm>
            <a:off x="47625" y="2052638"/>
            <a:ext cx="4860925" cy="1077912"/>
            <a:chOff x="48213" y="2053355"/>
            <a:chExt cx="4859709" cy="1077218"/>
          </a:xfrm>
        </p:grpSpPr>
        <p:sp>
          <p:nvSpPr>
            <p:cNvPr id="451619" name="TextBox 34"/>
            <p:cNvSpPr txBox="1">
              <a:spLocks noChangeAspect="1"/>
            </p:cNvSpPr>
            <p:nvPr/>
          </p:nvSpPr>
          <p:spPr bwMode="auto">
            <a:xfrm>
              <a:off x="4439957" y="2272060"/>
              <a:ext cx="467965" cy="467965"/>
            </a:xfrm>
            <a:prstGeom prst="rect">
              <a:avLst/>
            </a:prstGeom>
            <a:noFill/>
            <a:ln w="9525">
              <a:noFill/>
              <a:miter lim="800000"/>
              <a:headEnd/>
              <a:tailEnd/>
            </a:ln>
          </p:spPr>
          <p:txBody>
            <a:bodyPr wrap="none" lIns="0" tIns="0" rIns="0" bIns="0" anchor="ctr"/>
            <a:lstStyle/>
            <a:p>
              <a:pPr algn="ctr" defTabSz="912813"/>
              <a:r>
                <a:rPr lang="en-US" sz="2800" dirty="0">
                  <a:solidFill>
                    <a:srgbClr val="D43E01"/>
                  </a:solidFill>
                  <a:latin typeface="FontAwesome"/>
                </a:rPr>
                <a:t></a:t>
              </a:r>
              <a:endParaRPr lang="ru-RU" sz="2800" dirty="0">
                <a:solidFill>
                  <a:srgbClr val="D43E01"/>
                </a:solidFill>
              </a:endParaRPr>
            </a:p>
          </p:txBody>
        </p:sp>
        <p:sp>
          <p:nvSpPr>
            <p:cNvPr id="451620" name="TextBox 57"/>
            <p:cNvSpPr txBox="1">
              <a:spLocks noChangeArrowheads="1"/>
            </p:cNvSpPr>
            <p:nvPr/>
          </p:nvSpPr>
          <p:spPr bwMode="auto">
            <a:xfrm>
              <a:off x="48213" y="2053355"/>
              <a:ext cx="4257909" cy="1077218"/>
            </a:xfrm>
            <a:prstGeom prst="rect">
              <a:avLst/>
            </a:prstGeom>
            <a:noFill/>
            <a:ln w="9525">
              <a:noFill/>
              <a:miter lim="800000"/>
              <a:headEnd/>
              <a:tailEnd/>
            </a:ln>
          </p:spPr>
          <p:txBody>
            <a:bodyPr>
              <a:spAutoFit/>
            </a:bodyPr>
            <a:lstStyle/>
            <a:p>
              <a:pPr algn="r"/>
              <a:r>
                <a:rPr lang="ar-SA" sz="3200"/>
                <a:t>يوجهه في تنظيم النشاطات ويبعده عن التخبط</a:t>
              </a:r>
              <a:endParaRPr lang="en-US" sz="3200">
                <a:solidFill>
                  <a:srgbClr val="7F7F7F"/>
                </a:solidFill>
                <a:latin typeface="Lato Light"/>
              </a:endParaRPr>
            </a:p>
          </p:txBody>
        </p:sp>
      </p:grpSp>
      <p:grpSp>
        <p:nvGrpSpPr>
          <p:cNvPr id="11" name="Group 10"/>
          <p:cNvGrpSpPr>
            <a:grpSpLocks/>
          </p:cNvGrpSpPr>
          <p:nvPr/>
        </p:nvGrpSpPr>
        <p:grpSpPr bwMode="auto">
          <a:xfrm>
            <a:off x="-306388" y="3378200"/>
            <a:ext cx="4699001" cy="1077913"/>
            <a:chOff x="-306350" y="3378601"/>
            <a:chExt cx="4698198" cy="1077218"/>
          </a:xfrm>
        </p:grpSpPr>
        <p:sp>
          <p:nvSpPr>
            <p:cNvPr id="451617" name="TextBox 33"/>
            <p:cNvSpPr txBox="1">
              <a:spLocks noChangeAspect="1"/>
            </p:cNvSpPr>
            <p:nvPr/>
          </p:nvSpPr>
          <p:spPr bwMode="auto">
            <a:xfrm>
              <a:off x="3923883" y="3457949"/>
              <a:ext cx="467965" cy="467965"/>
            </a:xfrm>
            <a:prstGeom prst="rect">
              <a:avLst/>
            </a:prstGeom>
            <a:noFill/>
            <a:ln w="9525">
              <a:noFill/>
              <a:miter lim="800000"/>
              <a:headEnd/>
              <a:tailEnd/>
            </a:ln>
          </p:spPr>
          <p:txBody>
            <a:bodyPr wrap="none" lIns="0" tIns="0" rIns="0" bIns="0" anchor="ctr"/>
            <a:lstStyle/>
            <a:p>
              <a:pPr algn="ctr" defTabSz="912813"/>
              <a:r>
                <a:rPr lang="en-US" sz="2800">
                  <a:solidFill>
                    <a:srgbClr val="3DBF9C"/>
                  </a:solidFill>
                  <a:latin typeface="FontAwesome"/>
                </a:rPr>
                <a:t></a:t>
              </a:r>
              <a:endParaRPr lang="ru-RU" sz="2800">
                <a:solidFill>
                  <a:srgbClr val="3DBF9C"/>
                </a:solidFill>
              </a:endParaRPr>
            </a:p>
          </p:txBody>
        </p:sp>
        <p:sp>
          <p:nvSpPr>
            <p:cNvPr id="451618" name="TextBox 59"/>
            <p:cNvSpPr txBox="1">
              <a:spLocks noChangeArrowheads="1"/>
            </p:cNvSpPr>
            <p:nvPr/>
          </p:nvSpPr>
          <p:spPr bwMode="auto">
            <a:xfrm>
              <a:off x="-306350" y="3378601"/>
              <a:ext cx="4230233" cy="1077218"/>
            </a:xfrm>
            <a:prstGeom prst="rect">
              <a:avLst/>
            </a:prstGeom>
            <a:noFill/>
            <a:ln w="9525">
              <a:noFill/>
              <a:miter lim="800000"/>
              <a:headEnd/>
              <a:tailEnd/>
            </a:ln>
          </p:spPr>
          <p:txBody>
            <a:bodyPr>
              <a:spAutoFit/>
            </a:bodyPr>
            <a:lstStyle/>
            <a:p>
              <a:pPr algn="r"/>
              <a:r>
                <a:rPr lang="ar-SA" sz="3200"/>
                <a:t>يساعده في اختيار الأساليب والوسائل</a:t>
              </a:r>
              <a:endParaRPr lang="en-US" sz="3200">
                <a:solidFill>
                  <a:srgbClr val="7F7F7F"/>
                </a:solidFill>
                <a:latin typeface="Lato Light"/>
              </a:endParaRPr>
            </a:p>
          </p:txBody>
        </p:sp>
      </p:grpSp>
      <p:grpSp>
        <p:nvGrpSpPr>
          <p:cNvPr id="10" name="Group 9"/>
          <p:cNvGrpSpPr>
            <a:grpSpLocks/>
          </p:cNvGrpSpPr>
          <p:nvPr/>
        </p:nvGrpSpPr>
        <p:grpSpPr bwMode="auto">
          <a:xfrm>
            <a:off x="182563" y="4743450"/>
            <a:ext cx="4716462" cy="649288"/>
            <a:chOff x="182048" y="4743491"/>
            <a:chExt cx="4717405" cy="649261"/>
          </a:xfrm>
        </p:grpSpPr>
        <p:sp>
          <p:nvSpPr>
            <p:cNvPr id="451615" name="TextBox 32"/>
            <p:cNvSpPr txBox="1">
              <a:spLocks noChangeAspect="1"/>
            </p:cNvSpPr>
            <p:nvPr/>
          </p:nvSpPr>
          <p:spPr bwMode="auto">
            <a:xfrm>
              <a:off x="4431488" y="4743491"/>
              <a:ext cx="467965" cy="467965"/>
            </a:xfrm>
            <a:prstGeom prst="rect">
              <a:avLst/>
            </a:prstGeom>
            <a:noFill/>
            <a:ln w="9525">
              <a:noFill/>
              <a:miter lim="800000"/>
              <a:headEnd/>
              <a:tailEnd/>
            </a:ln>
          </p:spPr>
          <p:txBody>
            <a:bodyPr wrap="none" lIns="0" tIns="0" rIns="0" bIns="0" anchor="ctr"/>
            <a:lstStyle/>
            <a:p>
              <a:pPr algn="ctr" defTabSz="912813"/>
              <a:r>
                <a:rPr lang="en-US" sz="2800">
                  <a:solidFill>
                    <a:srgbClr val="262626"/>
                  </a:solidFill>
                  <a:latin typeface="FontAwesome"/>
                </a:rPr>
                <a:t></a:t>
              </a:r>
              <a:endParaRPr lang="ru-RU" sz="2800">
                <a:solidFill>
                  <a:srgbClr val="262626"/>
                </a:solidFill>
              </a:endParaRPr>
            </a:p>
          </p:txBody>
        </p:sp>
        <p:sp>
          <p:nvSpPr>
            <p:cNvPr id="451616" name="TextBox 61"/>
            <p:cNvSpPr txBox="1">
              <a:spLocks noChangeArrowheads="1"/>
            </p:cNvSpPr>
            <p:nvPr/>
          </p:nvSpPr>
          <p:spPr bwMode="auto">
            <a:xfrm>
              <a:off x="182048" y="4807977"/>
              <a:ext cx="4226082" cy="584775"/>
            </a:xfrm>
            <a:prstGeom prst="rect">
              <a:avLst/>
            </a:prstGeom>
            <a:noFill/>
            <a:ln w="9525">
              <a:noFill/>
              <a:miter lim="800000"/>
              <a:headEnd/>
              <a:tailEnd/>
            </a:ln>
          </p:spPr>
          <p:txBody>
            <a:bodyPr>
              <a:spAutoFit/>
            </a:bodyPr>
            <a:lstStyle/>
            <a:p>
              <a:pPr algn="r"/>
              <a:r>
                <a:rPr lang="ar-SA" sz="3200"/>
                <a:t>يمكنه من التقويم السليم لطلابه</a:t>
              </a:r>
              <a:endParaRPr lang="en-US" sz="3200">
                <a:solidFill>
                  <a:srgbClr val="7F7F7F"/>
                </a:solidFill>
                <a:latin typeface="Lato Light"/>
              </a:endParaRPr>
            </a:p>
          </p:txBody>
        </p:sp>
      </p:grpSp>
      <p:grpSp>
        <p:nvGrpSpPr>
          <p:cNvPr id="451609" name="Group 50"/>
          <p:cNvGrpSpPr>
            <a:grpSpLocks/>
          </p:cNvGrpSpPr>
          <p:nvPr/>
        </p:nvGrpSpPr>
        <p:grpSpPr bwMode="auto">
          <a:xfrm>
            <a:off x="11085513" y="239713"/>
            <a:ext cx="46038" cy="676275"/>
            <a:chOff x="455000" y="491056"/>
            <a:chExt cx="45720" cy="675713"/>
          </a:xfrm>
        </p:grpSpPr>
        <p:sp>
          <p:nvSpPr>
            <p:cNvPr id="52" name="Rectangle 51"/>
            <p:cNvSpPr/>
            <p:nvPr/>
          </p:nvSpPr>
          <p:spPr>
            <a:xfrm>
              <a:off x="455000" y="491056"/>
              <a:ext cx="45720" cy="675713"/>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3" name="Rectangle 52"/>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1" presetClass="entr" presetSubtype="1"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wheel(1)">
                                      <p:cBhvr>
                                        <p:cTn id="13" dur="2000"/>
                                        <p:tgtEl>
                                          <p:spTgt spid="8"/>
                                        </p:tgtEl>
                                      </p:cBhvr>
                                    </p:animEffect>
                                  </p:childTnLst>
                                </p:cTn>
                              </p:par>
                              <p:par>
                                <p:cTn id="14" presetID="10" presetClass="entr" presetSubtype="0" fill="hold" grpId="0" nodeType="withEffect">
                                  <p:stCondLst>
                                    <p:cond delay="25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500"/>
                                        <p:tgtEl>
                                          <p:spTgt spid="25"/>
                                        </p:tgtEl>
                                      </p:cBhvr>
                                    </p:animEffect>
                                  </p:childTnLst>
                                </p:cTn>
                              </p:par>
                              <p:par>
                                <p:cTn id="23" presetID="10" presetClass="entr" presetSubtype="0" fill="hold" nodeType="withEffect">
                                  <p:stCondLst>
                                    <p:cond delay="50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500"/>
                                        <p:tgtEl>
                                          <p:spTgt spid="3"/>
                                        </p:tgtEl>
                                      </p:cBhvr>
                                    </p:animEffect>
                                  </p:childTnLst>
                                </p:cTn>
                              </p:par>
                              <p:par>
                                <p:cTn id="26" presetID="10" presetClass="entr" presetSubtype="0" fill="hold" grpId="0" nodeType="withEffect">
                                  <p:stCondLst>
                                    <p:cond delay="75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nodeType="withEffect">
                                  <p:stCondLst>
                                    <p:cond delay="75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nodeType="withEffect">
                                  <p:stCondLst>
                                    <p:cond delay="100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par>
                                <p:cTn id="38" presetID="10" presetClass="entr" presetSubtype="0" fill="hold" grpId="0" nodeType="withEffect">
                                  <p:stCondLst>
                                    <p:cond delay="125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par>
                                <p:cTn id="41" presetID="10" presetClass="entr" presetSubtype="0" fill="hold" nodeType="withEffect">
                                  <p:stCondLst>
                                    <p:cond delay="125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par>
                                <p:cTn id="44" presetID="10" presetClass="entr" presetSubtype="0" fill="hold" grpId="0" nodeType="withEffect">
                                  <p:stCondLst>
                                    <p:cond delay="15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nodeType="withEffect">
                                  <p:stCondLst>
                                    <p:cond delay="150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animBg="1"/>
      <p:bldP spid="9" grpId="0" animBg="1"/>
      <p:bldP spid="25" grpId="0" animBg="1"/>
      <p:bldP spid="26" grpId="0" animBg="1"/>
      <p:bldP spid="27" grpId="0" animBg="1"/>
      <p:bldP spid="28" grpId="0" animBg="1"/>
      <p:bldP spid="2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444500" y="4714875"/>
            <a:ext cx="3917950" cy="769938"/>
            <a:chOff x="5491915" y="2051097"/>
            <a:chExt cx="3917540" cy="769257"/>
          </a:xfrm>
        </p:grpSpPr>
        <p:sp>
          <p:nvSpPr>
            <p:cNvPr id="55" name="Rounded Rectangle 54"/>
            <p:cNvSpPr/>
            <p:nvPr/>
          </p:nvSpPr>
          <p:spPr>
            <a:xfrm>
              <a:off x="5491915" y="2051097"/>
              <a:ext cx="3917540" cy="769257"/>
            </a:xfrm>
            <a:prstGeom prst="roundRect">
              <a:avLst>
                <a:gd name="adj" fmla="val 50000"/>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9" name="Oval 58"/>
            <p:cNvSpPr/>
            <p:nvPr/>
          </p:nvSpPr>
          <p:spPr>
            <a:xfrm>
              <a:off x="8698329" y="2131988"/>
              <a:ext cx="606362" cy="607474"/>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solidFill>
                    <a:prstClr val="white"/>
                  </a:solidFill>
                  <a:latin typeface="FontAwesome" pitchFamily="2" charset="0"/>
                </a:rPr>
                <a:t></a:t>
              </a:r>
              <a:endParaRPr lang="ru-RU" dirty="0">
                <a:solidFill>
                  <a:prstClr val="white"/>
                </a:solidFill>
              </a:endParaRPr>
            </a:p>
          </p:txBody>
        </p:sp>
        <p:sp>
          <p:nvSpPr>
            <p:cNvPr id="453696" name="TextBox 62"/>
            <p:cNvSpPr txBox="1">
              <a:spLocks noChangeArrowheads="1"/>
            </p:cNvSpPr>
            <p:nvPr/>
          </p:nvSpPr>
          <p:spPr bwMode="auto">
            <a:xfrm>
              <a:off x="5491915" y="2170966"/>
              <a:ext cx="3167768" cy="523220"/>
            </a:xfrm>
            <a:prstGeom prst="rect">
              <a:avLst/>
            </a:prstGeom>
            <a:noFill/>
            <a:ln w="9525">
              <a:noFill/>
              <a:miter lim="800000"/>
              <a:headEnd/>
              <a:tailEnd/>
            </a:ln>
          </p:spPr>
          <p:txBody>
            <a:bodyPr>
              <a:spAutoFit/>
            </a:bodyPr>
            <a:lstStyle/>
            <a:p>
              <a:pPr algn="r"/>
              <a:r>
                <a:rPr lang="en-US" sz="2800" b="1">
                  <a:solidFill>
                    <a:schemeClr val="bg1"/>
                  </a:solidFill>
                </a:rPr>
                <a:t> </a:t>
              </a:r>
              <a:r>
                <a:rPr lang="ar-IQ" sz="2800" b="1">
                  <a:solidFill>
                    <a:schemeClr val="bg1"/>
                  </a:solidFill>
                </a:rPr>
                <a:t>تحديد التعلم القبلي</a:t>
              </a:r>
              <a:endParaRPr lang="en-US" sz="2800" b="1">
                <a:solidFill>
                  <a:schemeClr val="bg1"/>
                </a:solidFill>
                <a:latin typeface="Lato Light"/>
              </a:endParaRPr>
            </a:p>
          </p:txBody>
        </p:sp>
      </p:grpSp>
      <p:sp>
        <p:nvSpPr>
          <p:cNvPr id="6" name="Text Placeholder 5"/>
          <p:cNvSpPr>
            <a:spLocks noGrp="1"/>
          </p:cNvSpPr>
          <p:nvPr>
            <p:ph type="body" sz="quarter" idx="10"/>
          </p:nvPr>
        </p:nvSpPr>
        <p:spPr>
          <a:xfrm>
            <a:off x="1136650" y="404813"/>
            <a:ext cx="9659938" cy="642937"/>
          </a:xfrm>
        </p:spPr>
        <p:txBody>
          <a:bodyPr/>
          <a:lstStyle/>
          <a:p>
            <a:pPr algn="r" rtl="1" eaLnBrk="1" fontAlgn="auto" hangingPunct="1">
              <a:spcAft>
                <a:spcPts val="0"/>
              </a:spcAft>
              <a:buFont typeface="Arial" panose="020B0604020202020204" pitchFamily="34" charset="0"/>
              <a:buNone/>
              <a:defRPr/>
            </a:pPr>
            <a:r>
              <a:rPr lang="ar-IQ" b="1" dirty="0"/>
              <a:t>أما عناصر تصميم التدريس ومهاراته فهي كالآتي:</a:t>
            </a:r>
            <a:endParaRPr lang="en-US" b="1" dirty="0"/>
          </a:p>
        </p:txBody>
      </p:sp>
      <p:grpSp>
        <p:nvGrpSpPr>
          <p:cNvPr id="4" name="Group 3"/>
          <p:cNvGrpSpPr>
            <a:grpSpLocks/>
          </p:cNvGrpSpPr>
          <p:nvPr/>
        </p:nvGrpSpPr>
        <p:grpSpPr bwMode="auto">
          <a:xfrm>
            <a:off x="284163" y="2190750"/>
            <a:ext cx="4078287" cy="768350"/>
            <a:chOff x="72513" y="2051096"/>
            <a:chExt cx="4079262" cy="769257"/>
          </a:xfrm>
        </p:grpSpPr>
        <p:sp>
          <p:nvSpPr>
            <p:cNvPr id="53" name="Rounded Rectangle 52"/>
            <p:cNvSpPr/>
            <p:nvPr/>
          </p:nvSpPr>
          <p:spPr>
            <a:xfrm>
              <a:off x="234477" y="2051096"/>
              <a:ext cx="3917298" cy="769257"/>
            </a:xfrm>
            <a:prstGeom prst="roundRect">
              <a:avLst>
                <a:gd name="adj" fmla="val 50000"/>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7" name="Oval 56"/>
            <p:cNvSpPr/>
            <p:nvPr/>
          </p:nvSpPr>
          <p:spPr>
            <a:xfrm>
              <a:off x="3440405" y="2132155"/>
              <a:ext cx="606570" cy="607141"/>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000" dirty="0">
                  <a:solidFill>
                    <a:prstClr val="white"/>
                  </a:solidFill>
                  <a:latin typeface="FontAwesome" pitchFamily="2" charset="0"/>
                </a:rPr>
                <a:t></a:t>
              </a:r>
              <a:endParaRPr lang="ru-RU" sz="2000" dirty="0">
                <a:solidFill>
                  <a:prstClr val="white"/>
                </a:solidFill>
              </a:endParaRPr>
            </a:p>
          </p:txBody>
        </p:sp>
        <p:sp>
          <p:nvSpPr>
            <p:cNvPr id="453693" name="TextBox 60"/>
            <p:cNvSpPr txBox="1">
              <a:spLocks noChangeArrowheads="1"/>
            </p:cNvSpPr>
            <p:nvPr/>
          </p:nvSpPr>
          <p:spPr bwMode="auto">
            <a:xfrm>
              <a:off x="72513" y="2175778"/>
              <a:ext cx="3334559" cy="523220"/>
            </a:xfrm>
            <a:prstGeom prst="rect">
              <a:avLst/>
            </a:prstGeom>
            <a:noFill/>
            <a:ln w="9525">
              <a:noFill/>
              <a:miter lim="800000"/>
              <a:headEnd/>
              <a:tailEnd/>
            </a:ln>
          </p:spPr>
          <p:txBody>
            <a:bodyPr>
              <a:spAutoFit/>
            </a:bodyPr>
            <a:lstStyle/>
            <a:p>
              <a:pPr algn="r"/>
              <a:r>
                <a:rPr lang="ar-IQ" sz="2800" b="1">
                  <a:solidFill>
                    <a:schemeClr val="bg1"/>
                  </a:solidFill>
                </a:rPr>
                <a:t>تحليل المحتوى التدريسي</a:t>
              </a:r>
              <a:endParaRPr lang="en-US" sz="2800" b="1">
                <a:solidFill>
                  <a:schemeClr val="bg1"/>
                </a:solidFill>
                <a:latin typeface="Lato Light"/>
              </a:endParaRPr>
            </a:p>
          </p:txBody>
        </p:sp>
      </p:grpSp>
      <p:grpSp>
        <p:nvGrpSpPr>
          <p:cNvPr id="5" name="Group 4"/>
          <p:cNvGrpSpPr>
            <a:grpSpLocks/>
          </p:cNvGrpSpPr>
          <p:nvPr/>
        </p:nvGrpSpPr>
        <p:grpSpPr bwMode="auto">
          <a:xfrm>
            <a:off x="415925" y="3440113"/>
            <a:ext cx="3946525" cy="768350"/>
            <a:chOff x="2524422" y="2141954"/>
            <a:chExt cx="3947331" cy="769257"/>
          </a:xfrm>
        </p:grpSpPr>
        <p:sp>
          <p:nvSpPr>
            <p:cNvPr id="54" name="Rounded Rectangle 53"/>
            <p:cNvSpPr/>
            <p:nvPr/>
          </p:nvSpPr>
          <p:spPr>
            <a:xfrm>
              <a:off x="2554591" y="2141954"/>
              <a:ext cx="3917162" cy="769257"/>
            </a:xfrm>
            <a:prstGeom prst="roundRect">
              <a:avLst>
                <a:gd name="adj" fmla="val 50000"/>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8" name="Oval 57"/>
            <p:cNvSpPr/>
            <p:nvPr/>
          </p:nvSpPr>
          <p:spPr>
            <a:xfrm>
              <a:off x="5763583" y="2223012"/>
              <a:ext cx="606549" cy="607141"/>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solidFill>
                    <a:prstClr val="white"/>
                  </a:solidFill>
                  <a:latin typeface="FontAwesome" pitchFamily="2" charset="0"/>
                </a:rPr>
                <a:t></a:t>
              </a:r>
              <a:endParaRPr lang="ru-RU" dirty="0">
                <a:solidFill>
                  <a:prstClr val="white"/>
                </a:solidFill>
              </a:endParaRPr>
            </a:p>
          </p:txBody>
        </p:sp>
        <p:sp>
          <p:nvSpPr>
            <p:cNvPr id="453690" name="TextBox 61"/>
            <p:cNvSpPr txBox="1">
              <a:spLocks noChangeArrowheads="1"/>
            </p:cNvSpPr>
            <p:nvPr/>
          </p:nvSpPr>
          <p:spPr bwMode="auto">
            <a:xfrm>
              <a:off x="2524422" y="2279466"/>
              <a:ext cx="3205549" cy="523220"/>
            </a:xfrm>
            <a:prstGeom prst="rect">
              <a:avLst/>
            </a:prstGeom>
            <a:noFill/>
            <a:ln w="9525">
              <a:noFill/>
              <a:miter lim="800000"/>
              <a:headEnd/>
              <a:tailEnd/>
            </a:ln>
          </p:spPr>
          <p:txBody>
            <a:bodyPr>
              <a:spAutoFit/>
            </a:bodyPr>
            <a:lstStyle/>
            <a:p>
              <a:pPr algn="r"/>
              <a:r>
                <a:rPr lang="ar-IQ" sz="2800" b="1">
                  <a:solidFill>
                    <a:schemeClr val="bg1"/>
                  </a:solidFill>
                </a:rPr>
                <a:t>تحديد الأهداف التدريسية</a:t>
              </a:r>
              <a:endParaRPr lang="en-US" sz="2800" b="1">
                <a:solidFill>
                  <a:schemeClr val="bg1"/>
                </a:solidFill>
                <a:latin typeface="Lato Light"/>
              </a:endParaRPr>
            </a:p>
          </p:txBody>
        </p:sp>
      </p:grpSp>
      <p:grpSp>
        <p:nvGrpSpPr>
          <p:cNvPr id="2" name="Group 1"/>
          <p:cNvGrpSpPr>
            <a:grpSpLocks/>
          </p:cNvGrpSpPr>
          <p:nvPr/>
        </p:nvGrpSpPr>
        <p:grpSpPr bwMode="auto">
          <a:xfrm>
            <a:off x="7772400" y="4641850"/>
            <a:ext cx="4121150" cy="954088"/>
            <a:chOff x="8864465" y="1977351"/>
            <a:chExt cx="4121482" cy="954107"/>
          </a:xfrm>
        </p:grpSpPr>
        <p:sp>
          <p:nvSpPr>
            <p:cNvPr id="56" name="Rounded Rectangle 55"/>
            <p:cNvSpPr/>
            <p:nvPr/>
          </p:nvSpPr>
          <p:spPr>
            <a:xfrm>
              <a:off x="8864465" y="2050377"/>
              <a:ext cx="4121482" cy="769953"/>
            </a:xfrm>
            <a:prstGeom prst="roundRect">
              <a:avLst>
                <a:gd name="adj" fmla="val 50000"/>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60" name="Oval 59"/>
            <p:cNvSpPr/>
            <p:nvPr/>
          </p:nvSpPr>
          <p:spPr>
            <a:xfrm>
              <a:off x="8967661" y="2132929"/>
              <a:ext cx="606474" cy="606437"/>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solidFill>
                    <a:prstClr val="white"/>
                  </a:solidFill>
                  <a:latin typeface="FontAwesome" pitchFamily="2" charset="0"/>
                </a:rPr>
                <a:t></a:t>
              </a:r>
              <a:endParaRPr lang="ru-RU" dirty="0">
                <a:solidFill>
                  <a:prstClr val="white"/>
                </a:solidFill>
              </a:endParaRPr>
            </a:p>
          </p:txBody>
        </p:sp>
        <p:sp>
          <p:nvSpPr>
            <p:cNvPr id="453687" name="TextBox 63"/>
            <p:cNvSpPr txBox="1">
              <a:spLocks noChangeArrowheads="1"/>
            </p:cNvSpPr>
            <p:nvPr/>
          </p:nvSpPr>
          <p:spPr bwMode="auto">
            <a:xfrm>
              <a:off x="9266207" y="1977351"/>
              <a:ext cx="3420886" cy="954107"/>
            </a:xfrm>
            <a:prstGeom prst="rect">
              <a:avLst/>
            </a:prstGeom>
            <a:noFill/>
            <a:ln w="9525">
              <a:noFill/>
              <a:miter lim="800000"/>
              <a:headEnd/>
              <a:tailEnd/>
            </a:ln>
          </p:spPr>
          <p:txBody>
            <a:bodyPr>
              <a:spAutoFit/>
            </a:bodyPr>
            <a:lstStyle/>
            <a:p>
              <a:pPr algn="r"/>
              <a:r>
                <a:rPr lang="en-US" sz="2800" b="1">
                  <a:solidFill>
                    <a:schemeClr val="bg1"/>
                  </a:solidFill>
                </a:rPr>
                <a:t> </a:t>
              </a:r>
              <a:r>
                <a:rPr lang="ar-IQ" sz="2800" b="1">
                  <a:solidFill>
                    <a:schemeClr val="bg1"/>
                  </a:solidFill>
                </a:rPr>
                <a:t>تصميم أساليب تقويم نتائج التعليم والتعلم</a:t>
              </a:r>
              <a:endParaRPr lang="en-US" sz="2800" b="1">
                <a:solidFill>
                  <a:schemeClr val="bg1"/>
                </a:solidFill>
                <a:latin typeface="Lato Light"/>
              </a:endParaRPr>
            </a:p>
          </p:txBody>
        </p:sp>
      </p:grpSp>
      <p:grpSp>
        <p:nvGrpSpPr>
          <p:cNvPr id="65" name="Group 64"/>
          <p:cNvGrpSpPr>
            <a:grpSpLocks/>
          </p:cNvGrpSpPr>
          <p:nvPr/>
        </p:nvGrpSpPr>
        <p:grpSpPr bwMode="auto">
          <a:xfrm>
            <a:off x="7772400" y="2193925"/>
            <a:ext cx="4125913" cy="769938"/>
            <a:chOff x="925382" y="2051096"/>
            <a:chExt cx="4125728" cy="769257"/>
          </a:xfrm>
        </p:grpSpPr>
        <p:sp>
          <p:nvSpPr>
            <p:cNvPr id="66" name="Rounded Rectangle 65"/>
            <p:cNvSpPr/>
            <p:nvPr/>
          </p:nvSpPr>
          <p:spPr>
            <a:xfrm>
              <a:off x="925382" y="2051096"/>
              <a:ext cx="4125728" cy="769257"/>
            </a:xfrm>
            <a:prstGeom prst="roundRect">
              <a:avLst>
                <a:gd name="adj" fmla="val 500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67" name="Oval 66"/>
            <p:cNvSpPr/>
            <p:nvPr/>
          </p:nvSpPr>
          <p:spPr>
            <a:xfrm>
              <a:off x="1023803" y="2131987"/>
              <a:ext cx="606398" cy="607474"/>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000" dirty="0">
                  <a:solidFill>
                    <a:prstClr val="white"/>
                  </a:solidFill>
                  <a:latin typeface="FontAwesome" pitchFamily="2" charset="0"/>
                </a:rPr>
                <a:t></a:t>
              </a:r>
              <a:endParaRPr lang="ru-RU" sz="2000" dirty="0">
                <a:solidFill>
                  <a:prstClr val="white"/>
                </a:solidFill>
              </a:endParaRPr>
            </a:p>
          </p:txBody>
        </p:sp>
        <p:sp>
          <p:nvSpPr>
            <p:cNvPr id="453684" name="TextBox 67"/>
            <p:cNvSpPr txBox="1">
              <a:spLocks noChangeArrowheads="1"/>
            </p:cNvSpPr>
            <p:nvPr/>
          </p:nvSpPr>
          <p:spPr bwMode="auto">
            <a:xfrm>
              <a:off x="1224336" y="2127940"/>
              <a:ext cx="3173119" cy="523220"/>
            </a:xfrm>
            <a:prstGeom prst="rect">
              <a:avLst/>
            </a:prstGeom>
            <a:noFill/>
            <a:ln w="9525">
              <a:noFill/>
              <a:miter lim="800000"/>
              <a:headEnd/>
              <a:tailEnd/>
            </a:ln>
          </p:spPr>
          <p:txBody>
            <a:bodyPr>
              <a:spAutoFit/>
            </a:bodyPr>
            <a:lstStyle/>
            <a:p>
              <a:pPr algn="r"/>
              <a:r>
                <a:rPr lang="en-US" sz="2800" b="1">
                  <a:solidFill>
                    <a:schemeClr val="bg1"/>
                  </a:solidFill>
                </a:rPr>
                <a:t> </a:t>
              </a:r>
              <a:r>
                <a:rPr lang="ar-IQ" sz="2800" b="1">
                  <a:solidFill>
                    <a:schemeClr val="bg1"/>
                  </a:solidFill>
                </a:rPr>
                <a:t>تصميم خبرات التعلم</a:t>
              </a:r>
              <a:endParaRPr lang="en-US" sz="2800" b="1">
                <a:solidFill>
                  <a:schemeClr val="bg1"/>
                </a:solidFill>
                <a:latin typeface="Lato Light"/>
              </a:endParaRPr>
            </a:p>
          </p:txBody>
        </p:sp>
      </p:grpSp>
      <p:grpSp>
        <p:nvGrpSpPr>
          <p:cNvPr id="70" name="Group 69"/>
          <p:cNvGrpSpPr>
            <a:grpSpLocks/>
          </p:cNvGrpSpPr>
          <p:nvPr/>
        </p:nvGrpSpPr>
        <p:grpSpPr bwMode="auto">
          <a:xfrm>
            <a:off x="7772400" y="3308350"/>
            <a:ext cx="4125913" cy="954088"/>
            <a:chOff x="925382" y="1921006"/>
            <a:chExt cx="4125729" cy="954107"/>
          </a:xfrm>
        </p:grpSpPr>
        <p:sp>
          <p:nvSpPr>
            <p:cNvPr id="71" name="Rounded Rectangle 70"/>
            <p:cNvSpPr/>
            <p:nvPr/>
          </p:nvSpPr>
          <p:spPr>
            <a:xfrm>
              <a:off x="925382" y="2001971"/>
              <a:ext cx="4125729" cy="819166"/>
            </a:xfrm>
            <a:prstGeom prst="roundRect">
              <a:avLst>
                <a:gd name="adj" fmla="val 50000"/>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72" name="Oval 71"/>
            <p:cNvSpPr/>
            <p:nvPr/>
          </p:nvSpPr>
          <p:spPr>
            <a:xfrm>
              <a:off x="1023803" y="2132148"/>
              <a:ext cx="606398" cy="606437"/>
            </a:xfrm>
            <a:prstGeom prst="ellipse">
              <a:avLst/>
            </a:prstGeom>
            <a:solidFill>
              <a:schemeClr val="tx1">
                <a:lumMod val="85000"/>
                <a:lumOff val="1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2000" dirty="0">
                  <a:solidFill>
                    <a:prstClr val="white"/>
                  </a:solidFill>
                  <a:latin typeface="FontAwesome" pitchFamily="2" charset="0"/>
                </a:rPr>
                <a:t></a:t>
              </a:r>
              <a:endParaRPr lang="ru-RU" sz="2000" dirty="0">
                <a:solidFill>
                  <a:prstClr val="white"/>
                </a:solidFill>
              </a:endParaRPr>
            </a:p>
          </p:txBody>
        </p:sp>
        <p:sp>
          <p:nvSpPr>
            <p:cNvPr id="453681" name="TextBox 72"/>
            <p:cNvSpPr txBox="1">
              <a:spLocks noChangeArrowheads="1"/>
            </p:cNvSpPr>
            <p:nvPr/>
          </p:nvSpPr>
          <p:spPr bwMode="auto">
            <a:xfrm>
              <a:off x="1617580" y="1921006"/>
              <a:ext cx="3429286" cy="954107"/>
            </a:xfrm>
            <a:prstGeom prst="rect">
              <a:avLst/>
            </a:prstGeom>
            <a:noFill/>
            <a:ln w="9525">
              <a:noFill/>
              <a:miter lim="800000"/>
              <a:headEnd/>
              <a:tailEnd/>
            </a:ln>
          </p:spPr>
          <p:txBody>
            <a:bodyPr>
              <a:spAutoFit/>
            </a:bodyPr>
            <a:lstStyle/>
            <a:p>
              <a:r>
                <a:rPr lang="ar-IQ" sz="2800" b="1">
                  <a:solidFill>
                    <a:schemeClr val="bg1"/>
                  </a:solidFill>
                </a:rPr>
                <a:t>تصميم إستراتيجيات التدريس لتحقيق الأهداف</a:t>
              </a:r>
              <a:endParaRPr lang="en-US" sz="2800" b="1">
                <a:solidFill>
                  <a:schemeClr val="bg1"/>
                </a:solidFill>
                <a:latin typeface="Lato Light"/>
              </a:endParaRPr>
            </a:p>
          </p:txBody>
        </p:sp>
      </p:grpSp>
      <p:grpSp>
        <p:nvGrpSpPr>
          <p:cNvPr id="74" name="Group 73"/>
          <p:cNvGrpSpPr>
            <a:grpSpLocks/>
          </p:cNvGrpSpPr>
          <p:nvPr/>
        </p:nvGrpSpPr>
        <p:grpSpPr bwMode="auto">
          <a:xfrm>
            <a:off x="4643438" y="1622425"/>
            <a:ext cx="2847975" cy="4365625"/>
            <a:chOff x="4330495" y="1808211"/>
            <a:chExt cx="2846919" cy="4364727"/>
          </a:xfrm>
        </p:grpSpPr>
        <p:grpSp>
          <p:nvGrpSpPr>
            <p:cNvPr id="75" name="Group 74"/>
            <p:cNvGrpSpPr/>
            <p:nvPr/>
          </p:nvGrpSpPr>
          <p:grpSpPr>
            <a:xfrm>
              <a:off x="4330495" y="1808211"/>
              <a:ext cx="2846919" cy="4364727"/>
              <a:chOff x="5395207" y="3009059"/>
              <a:chExt cx="1064569" cy="1632134"/>
            </a:xfrm>
            <a:solidFill>
              <a:schemeClr val="bg1">
                <a:lumMod val="75000"/>
              </a:schemeClr>
            </a:solidFill>
          </p:grpSpPr>
          <p:sp>
            <p:nvSpPr>
              <p:cNvPr id="98" name="Freeform 5"/>
              <p:cNvSpPr>
                <a:spLocks/>
              </p:cNvSpPr>
              <p:nvPr/>
            </p:nvSpPr>
            <p:spPr bwMode="auto">
              <a:xfrm>
                <a:off x="5395207" y="3009059"/>
                <a:ext cx="1064569" cy="1205693"/>
              </a:xfrm>
              <a:custGeom>
                <a:avLst/>
                <a:gdLst>
                  <a:gd name="T0" fmla="*/ 72 w 144"/>
                  <a:gd name="T1" fmla="*/ 0 h 164"/>
                  <a:gd name="T2" fmla="*/ 0 w 144"/>
                  <a:gd name="T3" fmla="*/ 71 h 164"/>
                  <a:gd name="T4" fmla="*/ 13 w 144"/>
                  <a:gd name="T5" fmla="*/ 112 h 164"/>
                  <a:gd name="T6" fmla="*/ 19 w 144"/>
                  <a:gd name="T7" fmla="*/ 125 h 164"/>
                  <a:gd name="T8" fmla="*/ 25 w 144"/>
                  <a:gd name="T9" fmla="*/ 137 h 164"/>
                  <a:gd name="T10" fmla="*/ 33 w 144"/>
                  <a:gd name="T11" fmla="*/ 163 h 164"/>
                  <a:gd name="T12" fmla="*/ 33 w 144"/>
                  <a:gd name="T13" fmla="*/ 164 h 164"/>
                  <a:gd name="T14" fmla="*/ 47 w 144"/>
                  <a:gd name="T15" fmla="*/ 164 h 164"/>
                  <a:gd name="T16" fmla="*/ 46 w 144"/>
                  <a:gd name="T17" fmla="*/ 159 h 164"/>
                  <a:gd name="T18" fmla="*/ 37 w 144"/>
                  <a:gd name="T19" fmla="*/ 133 h 164"/>
                  <a:gd name="T20" fmla="*/ 31 w 144"/>
                  <a:gd name="T21" fmla="*/ 119 h 164"/>
                  <a:gd name="T22" fmla="*/ 25 w 144"/>
                  <a:gd name="T23" fmla="*/ 106 h 164"/>
                  <a:gd name="T24" fmla="*/ 25 w 144"/>
                  <a:gd name="T25" fmla="*/ 106 h 164"/>
                  <a:gd name="T26" fmla="*/ 14 w 144"/>
                  <a:gd name="T27" fmla="*/ 71 h 164"/>
                  <a:gd name="T28" fmla="*/ 72 w 144"/>
                  <a:gd name="T29" fmla="*/ 13 h 164"/>
                  <a:gd name="T30" fmla="*/ 131 w 144"/>
                  <a:gd name="T31" fmla="*/ 71 h 164"/>
                  <a:gd name="T32" fmla="*/ 120 w 144"/>
                  <a:gd name="T33" fmla="*/ 107 h 164"/>
                  <a:gd name="T34" fmla="*/ 113 w 144"/>
                  <a:gd name="T35" fmla="*/ 119 h 164"/>
                  <a:gd name="T36" fmla="*/ 107 w 144"/>
                  <a:gd name="T37" fmla="*/ 133 h 164"/>
                  <a:gd name="T38" fmla="*/ 99 w 144"/>
                  <a:gd name="T39" fmla="*/ 159 h 164"/>
                  <a:gd name="T40" fmla="*/ 97 w 144"/>
                  <a:gd name="T41" fmla="*/ 164 h 164"/>
                  <a:gd name="T42" fmla="*/ 111 w 144"/>
                  <a:gd name="T43" fmla="*/ 164 h 164"/>
                  <a:gd name="T44" fmla="*/ 112 w 144"/>
                  <a:gd name="T45" fmla="*/ 163 h 164"/>
                  <a:gd name="T46" fmla="*/ 120 w 144"/>
                  <a:gd name="T47" fmla="*/ 137 h 164"/>
                  <a:gd name="T48" fmla="*/ 125 w 144"/>
                  <a:gd name="T49" fmla="*/ 125 h 164"/>
                  <a:gd name="T50" fmla="*/ 131 w 144"/>
                  <a:gd name="T51" fmla="*/ 113 h 164"/>
                  <a:gd name="T52" fmla="*/ 144 w 144"/>
                  <a:gd name="T53" fmla="*/ 71 h 164"/>
                  <a:gd name="T54" fmla="*/ 72 w 144"/>
                  <a:gd name="T5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4" h="164">
                    <a:moveTo>
                      <a:pt x="72" y="0"/>
                    </a:moveTo>
                    <a:cubicBezTo>
                      <a:pt x="33" y="0"/>
                      <a:pt x="0" y="32"/>
                      <a:pt x="0" y="71"/>
                    </a:cubicBezTo>
                    <a:cubicBezTo>
                      <a:pt x="0" y="87"/>
                      <a:pt x="7" y="101"/>
                      <a:pt x="13" y="112"/>
                    </a:cubicBezTo>
                    <a:cubicBezTo>
                      <a:pt x="13" y="113"/>
                      <a:pt x="17" y="121"/>
                      <a:pt x="19" y="125"/>
                    </a:cubicBezTo>
                    <a:cubicBezTo>
                      <a:pt x="21" y="129"/>
                      <a:pt x="23" y="133"/>
                      <a:pt x="25" y="137"/>
                    </a:cubicBezTo>
                    <a:cubicBezTo>
                      <a:pt x="28" y="145"/>
                      <a:pt x="30" y="154"/>
                      <a:pt x="33" y="163"/>
                    </a:cubicBezTo>
                    <a:cubicBezTo>
                      <a:pt x="33" y="163"/>
                      <a:pt x="33" y="164"/>
                      <a:pt x="33" y="164"/>
                    </a:cubicBezTo>
                    <a:cubicBezTo>
                      <a:pt x="47" y="164"/>
                      <a:pt x="47" y="164"/>
                      <a:pt x="47" y="164"/>
                    </a:cubicBezTo>
                    <a:cubicBezTo>
                      <a:pt x="47" y="163"/>
                      <a:pt x="46" y="161"/>
                      <a:pt x="46" y="159"/>
                    </a:cubicBezTo>
                    <a:cubicBezTo>
                      <a:pt x="43" y="150"/>
                      <a:pt x="40" y="141"/>
                      <a:pt x="37" y="133"/>
                    </a:cubicBezTo>
                    <a:cubicBezTo>
                      <a:pt x="35" y="128"/>
                      <a:pt x="33" y="123"/>
                      <a:pt x="31" y="119"/>
                    </a:cubicBezTo>
                    <a:cubicBezTo>
                      <a:pt x="29" y="115"/>
                      <a:pt x="25" y="106"/>
                      <a:pt x="25" y="106"/>
                    </a:cubicBezTo>
                    <a:cubicBezTo>
                      <a:pt x="25" y="106"/>
                      <a:pt x="25" y="106"/>
                      <a:pt x="25" y="106"/>
                    </a:cubicBezTo>
                    <a:cubicBezTo>
                      <a:pt x="18" y="93"/>
                      <a:pt x="14" y="83"/>
                      <a:pt x="14" y="71"/>
                    </a:cubicBezTo>
                    <a:cubicBezTo>
                      <a:pt x="14" y="39"/>
                      <a:pt x="40" y="13"/>
                      <a:pt x="72" y="13"/>
                    </a:cubicBezTo>
                    <a:cubicBezTo>
                      <a:pt x="104" y="13"/>
                      <a:pt x="131" y="39"/>
                      <a:pt x="131" y="71"/>
                    </a:cubicBezTo>
                    <a:cubicBezTo>
                      <a:pt x="131" y="84"/>
                      <a:pt x="126" y="94"/>
                      <a:pt x="120" y="107"/>
                    </a:cubicBezTo>
                    <a:cubicBezTo>
                      <a:pt x="119" y="107"/>
                      <a:pt x="115" y="115"/>
                      <a:pt x="113" y="119"/>
                    </a:cubicBezTo>
                    <a:cubicBezTo>
                      <a:pt x="111" y="123"/>
                      <a:pt x="109" y="127"/>
                      <a:pt x="107" y="133"/>
                    </a:cubicBezTo>
                    <a:cubicBezTo>
                      <a:pt x="104" y="141"/>
                      <a:pt x="101" y="150"/>
                      <a:pt x="99" y="159"/>
                    </a:cubicBezTo>
                    <a:cubicBezTo>
                      <a:pt x="98" y="161"/>
                      <a:pt x="98" y="163"/>
                      <a:pt x="97" y="164"/>
                    </a:cubicBezTo>
                    <a:cubicBezTo>
                      <a:pt x="111" y="164"/>
                      <a:pt x="111" y="164"/>
                      <a:pt x="111" y="164"/>
                    </a:cubicBezTo>
                    <a:cubicBezTo>
                      <a:pt x="111" y="164"/>
                      <a:pt x="111" y="163"/>
                      <a:pt x="112" y="163"/>
                    </a:cubicBezTo>
                    <a:cubicBezTo>
                      <a:pt x="114" y="154"/>
                      <a:pt x="117" y="146"/>
                      <a:pt x="120" y="137"/>
                    </a:cubicBezTo>
                    <a:cubicBezTo>
                      <a:pt x="122" y="133"/>
                      <a:pt x="123" y="129"/>
                      <a:pt x="125" y="125"/>
                    </a:cubicBezTo>
                    <a:cubicBezTo>
                      <a:pt x="127" y="121"/>
                      <a:pt x="131" y="113"/>
                      <a:pt x="131" y="113"/>
                    </a:cubicBezTo>
                    <a:cubicBezTo>
                      <a:pt x="139" y="99"/>
                      <a:pt x="144" y="86"/>
                      <a:pt x="144" y="71"/>
                    </a:cubicBezTo>
                    <a:cubicBezTo>
                      <a:pt x="144" y="32"/>
                      <a:pt x="112" y="0"/>
                      <a:pt x="72" y="0"/>
                    </a:cubicBezTo>
                    <a:close/>
                  </a:path>
                </a:pathLst>
              </a:custGeom>
              <a:solidFill>
                <a:schemeClr val="tx1">
                  <a:lumMod val="65000"/>
                  <a:lumOff val="35000"/>
                </a:schemeClr>
              </a:solid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99" name="Freeform 6"/>
              <p:cNvSpPr>
                <a:spLocks/>
              </p:cNvSpPr>
              <p:nvPr/>
            </p:nvSpPr>
            <p:spPr bwMode="auto">
              <a:xfrm>
                <a:off x="5637572" y="4383485"/>
                <a:ext cx="576767" cy="257708"/>
              </a:xfrm>
              <a:custGeom>
                <a:avLst/>
                <a:gdLst>
                  <a:gd name="T0" fmla="*/ 0 w 78"/>
                  <a:gd name="T1" fmla="*/ 6 h 35"/>
                  <a:gd name="T2" fmla="*/ 15 w 78"/>
                  <a:gd name="T3" fmla="*/ 20 h 35"/>
                  <a:gd name="T4" fmla="*/ 19 w 78"/>
                  <a:gd name="T5" fmla="*/ 20 h 35"/>
                  <a:gd name="T6" fmla="*/ 19 w 78"/>
                  <a:gd name="T7" fmla="*/ 21 h 35"/>
                  <a:gd name="T8" fmla="*/ 33 w 78"/>
                  <a:gd name="T9" fmla="*/ 35 h 35"/>
                  <a:gd name="T10" fmla="*/ 46 w 78"/>
                  <a:gd name="T11" fmla="*/ 35 h 35"/>
                  <a:gd name="T12" fmla="*/ 60 w 78"/>
                  <a:gd name="T13" fmla="*/ 21 h 35"/>
                  <a:gd name="T14" fmla="*/ 60 w 78"/>
                  <a:gd name="T15" fmla="*/ 20 h 35"/>
                  <a:gd name="T16" fmla="*/ 64 w 78"/>
                  <a:gd name="T17" fmla="*/ 20 h 35"/>
                  <a:gd name="T18" fmla="*/ 78 w 78"/>
                  <a:gd name="T19" fmla="*/ 6 h 35"/>
                  <a:gd name="T20" fmla="*/ 78 w 78"/>
                  <a:gd name="T21" fmla="*/ 0 h 35"/>
                  <a:gd name="T22" fmla="*/ 0 w 78"/>
                  <a:gd name="T23" fmla="*/ 0 h 35"/>
                  <a:gd name="T24" fmla="*/ 0 w 78"/>
                  <a:gd name="T25"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35">
                    <a:moveTo>
                      <a:pt x="0" y="6"/>
                    </a:moveTo>
                    <a:cubicBezTo>
                      <a:pt x="0" y="14"/>
                      <a:pt x="7" y="20"/>
                      <a:pt x="15" y="20"/>
                    </a:cubicBezTo>
                    <a:cubicBezTo>
                      <a:pt x="19" y="20"/>
                      <a:pt x="19" y="20"/>
                      <a:pt x="19" y="20"/>
                    </a:cubicBezTo>
                    <a:cubicBezTo>
                      <a:pt x="19" y="21"/>
                      <a:pt x="19" y="21"/>
                      <a:pt x="19" y="21"/>
                    </a:cubicBezTo>
                    <a:cubicBezTo>
                      <a:pt x="19" y="29"/>
                      <a:pt x="25" y="35"/>
                      <a:pt x="33" y="35"/>
                    </a:cubicBezTo>
                    <a:cubicBezTo>
                      <a:pt x="46" y="35"/>
                      <a:pt x="46" y="35"/>
                      <a:pt x="46" y="35"/>
                    </a:cubicBezTo>
                    <a:cubicBezTo>
                      <a:pt x="53" y="35"/>
                      <a:pt x="60" y="29"/>
                      <a:pt x="60" y="21"/>
                    </a:cubicBezTo>
                    <a:cubicBezTo>
                      <a:pt x="60" y="20"/>
                      <a:pt x="60" y="20"/>
                      <a:pt x="60" y="20"/>
                    </a:cubicBezTo>
                    <a:cubicBezTo>
                      <a:pt x="64" y="20"/>
                      <a:pt x="64" y="20"/>
                      <a:pt x="64" y="20"/>
                    </a:cubicBezTo>
                    <a:cubicBezTo>
                      <a:pt x="72" y="20"/>
                      <a:pt x="78" y="14"/>
                      <a:pt x="78" y="6"/>
                    </a:cubicBezTo>
                    <a:cubicBezTo>
                      <a:pt x="78" y="0"/>
                      <a:pt x="78" y="0"/>
                      <a:pt x="78" y="0"/>
                    </a:cubicBezTo>
                    <a:cubicBezTo>
                      <a:pt x="0" y="0"/>
                      <a:pt x="0" y="0"/>
                      <a:pt x="0" y="0"/>
                    </a:cubicBezTo>
                    <a:lnTo>
                      <a:pt x="0" y="6"/>
                    </a:lnTo>
                    <a:close/>
                  </a:path>
                </a:pathLst>
              </a:custGeom>
              <a:solidFill>
                <a:schemeClr val="tx1">
                  <a:lumMod val="65000"/>
                  <a:lumOff val="35000"/>
                </a:schemeClr>
              </a:solid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sp>
            <p:nvSpPr>
              <p:cNvPr id="100" name="Rectangle 7"/>
              <p:cNvSpPr>
                <a:spLocks noChangeArrowheads="1"/>
              </p:cNvSpPr>
              <p:nvPr/>
            </p:nvSpPr>
            <p:spPr bwMode="auto">
              <a:xfrm>
                <a:off x="5637574" y="4273042"/>
                <a:ext cx="576769" cy="58290"/>
              </a:xfrm>
              <a:prstGeom prst="rect">
                <a:avLst/>
              </a:prstGeom>
              <a:solidFill>
                <a:schemeClr val="tx1">
                  <a:lumMod val="65000"/>
                  <a:lumOff val="35000"/>
                </a:schemeClr>
              </a:solidFill>
              <a:ln>
                <a:noFill/>
              </a:ln>
              <a:extLst/>
            </p:spPr>
            <p:txBody>
              <a:bodyPr/>
              <a:lstStyle/>
              <a:p>
                <a:pPr fontAlgn="auto">
                  <a:spcBef>
                    <a:spcPts val="0"/>
                  </a:spcBef>
                  <a:spcAft>
                    <a:spcPts val="0"/>
                  </a:spcAft>
                  <a:defRPr/>
                </a:pPr>
                <a:endParaRPr lang="id-ID">
                  <a:solidFill>
                    <a:prstClr val="black"/>
                  </a:solidFill>
                  <a:latin typeface="Calibri" panose="020F0502020204030204"/>
                  <a:cs typeface="+mn-cs"/>
                </a:endParaRPr>
              </a:p>
            </p:txBody>
          </p:sp>
        </p:grpSp>
        <p:sp>
          <p:nvSpPr>
            <p:cNvPr id="453657" name="TextBox 75"/>
            <p:cNvSpPr txBox="1">
              <a:spLocks noChangeAspect="1"/>
            </p:cNvSpPr>
            <p:nvPr/>
          </p:nvSpPr>
          <p:spPr bwMode="auto">
            <a:xfrm>
              <a:off x="6011861" y="2277844"/>
              <a:ext cx="468000" cy="468000"/>
            </a:xfrm>
            <a:prstGeom prst="rect">
              <a:avLst/>
            </a:prstGeom>
            <a:noFill/>
            <a:ln w="9525">
              <a:noFill/>
              <a:miter lim="800000"/>
              <a:headEnd/>
              <a:tailEnd/>
            </a:ln>
          </p:spPr>
          <p:txBody>
            <a:bodyPr wrap="none" lIns="0" tIns="0" rIns="0" bIns="0" anchor="ctr"/>
            <a:lstStyle/>
            <a:p>
              <a:pPr algn="ctr"/>
              <a:r>
                <a:rPr lang="en-US" sz="2800">
                  <a:solidFill>
                    <a:srgbClr val="FF8504"/>
                  </a:solidFill>
                  <a:latin typeface="FontAwesome"/>
                </a:rPr>
                <a:t></a:t>
              </a:r>
              <a:endParaRPr lang="ru-RU" sz="2800">
                <a:solidFill>
                  <a:srgbClr val="FF8504"/>
                </a:solidFill>
              </a:endParaRPr>
            </a:p>
          </p:txBody>
        </p:sp>
        <p:sp>
          <p:nvSpPr>
            <p:cNvPr id="453658" name="TextBox 76"/>
            <p:cNvSpPr txBox="1">
              <a:spLocks noChangeAspect="1"/>
            </p:cNvSpPr>
            <p:nvPr/>
          </p:nvSpPr>
          <p:spPr bwMode="auto">
            <a:xfrm>
              <a:off x="5971321" y="4177221"/>
              <a:ext cx="468000" cy="468000"/>
            </a:xfrm>
            <a:prstGeom prst="rect">
              <a:avLst/>
            </a:prstGeom>
            <a:noFill/>
            <a:ln w="9525">
              <a:noFill/>
              <a:miter lim="800000"/>
              <a:headEnd/>
              <a:tailEnd/>
            </a:ln>
          </p:spPr>
          <p:txBody>
            <a:bodyPr wrap="none" lIns="0" tIns="0" rIns="0" bIns="0" anchor="ctr"/>
            <a:lstStyle/>
            <a:p>
              <a:pPr algn="ctr"/>
              <a:r>
                <a:rPr lang="en-US" sz="2800">
                  <a:solidFill>
                    <a:srgbClr val="3DBF9C"/>
                  </a:solidFill>
                  <a:latin typeface="FontAwesome"/>
                </a:rPr>
                <a:t></a:t>
              </a:r>
              <a:endParaRPr lang="ru-RU" sz="2800">
                <a:solidFill>
                  <a:srgbClr val="3DBF9C"/>
                </a:solidFill>
              </a:endParaRPr>
            </a:p>
          </p:txBody>
        </p:sp>
        <p:sp>
          <p:nvSpPr>
            <p:cNvPr id="453659" name="TextBox 77"/>
            <p:cNvSpPr txBox="1">
              <a:spLocks noChangeAspect="1"/>
            </p:cNvSpPr>
            <p:nvPr/>
          </p:nvSpPr>
          <p:spPr bwMode="auto">
            <a:xfrm>
              <a:off x="5172217" y="4207472"/>
              <a:ext cx="468000" cy="468000"/>
            </a:xfrm>
            <a:prstGeom prst="rect">
              <a:avLst/>
            </a:prstGeom>
            <a:noFill/>
            <a:ln w="9525">
              <a:noFill/>
              <a:miter lim="800000"/>
              <a:headEnd/>
              <a:tailEnd/>
            </a:ln>
          </p:spPr>
          <p:txBody>
            <a:bodyPr wrap="none" lIns="0" tIns="0" rIns="0" bIns="0" anchor="ctr"/>
            <a:lstStyle/>
            <a:p>
              <a:pPr algn="ctr"/>
              <a:r>
                <a:rPr lang="en-US" sz="4000">
                  <a:solidFill>
                    <a:srgbClr val="A1BC1F"/>
                  </a:solidFill>
                  <a:latin typeface="FontAwesome"/>
                </a:rPr>
                <a:t></a:t>
              </a:r>
              <a:endParaRPr lang="ru-RU" sz="4000">
                <a:solidFill>
                  <a:srgbClr val="A1BC1F"/>
                </a:solidFill>
              </a:endParaRPr>
            </a:p>
          </p:txBody>
        </p:sp>
        <p:sp>
          <p:nvSpPr>
            <p:cNvPr id="453660" name="TextBox 78"/>
            <p:cNvSpPr txBox="1">
              <a:spLocks noChangeAspect="1"/>
            </p:cNvSpPr>
            <p:nvPr/>
          </p:nvSpPr>
          <p:spPr bwMode="auto">
            <a:xfrm rot="2852658">
              <a:off x="4978639" y="3423278"/>
              <a:ext cx="468000" cy="468000"/>
            </a:xfrm>
            <a:prstGeom prst="rect">
              <a:avLst/>
            </a:prstGeom>
            <a:noFill/>
            <a:ln w="9525">
              <a:noFill/>
              <a:miter lim="800000"/>
              <a:headEnd/>
              <a:tailEnd/>
            </a:ln>
          </p:spPr>
          <p:txBody>
            <a:bodyPr wrap="none" lIns="0" tIns="0" rIns="0" bIns="0" anchor="ctr"/>
            <a:lstStyle/>
            <a:p>
              <a:pPr algn="ctr"/>
              <a:r>
                <a:rPr lang="en-US" sz="2800">
                  <a:solidFill>
                    <a:srgbClr val="404040"/>
                  </a:solidFill>
                  <a:latin typeface="FontAwesome"/>
                </a:rPr>
                <a:t></a:t>
              </a:r>
              <a:endParaRPr lang="ru-RU" sz="2800">
                <a:solidFill>
                  <a:srgbClr val="404040"/>
                </a:solidFill>
              </a:endParaRPr>
            </a:p>
          </p:txBody>
        </p:sp>
        <p:sp>
          <p:nvSpPr>
            <p:cNvPr id="453661" name="TextBox 79"/>
            <p:cNvSpPr txBox="1">
              <a:spLocks noChangeAspect="1"/>
            </p:cNvSpPr>
            <p:nvPr/>
          </p:nvSpPr>
          <p:spPr bwMode="auto">
            <a:xfrm>
              <a:off x="5556218" y="2782314"/>
              <a:ext cx="468000" cy="468000"/>
            </a:xfrm>
            <a:prstGeom prst="rect">
              <a:avLst/>
            </a:prstGeom>
            <a:noFill/>
            <a:ln w="9525">
              <a:noFill/>
              <a:miter lim="800000"/>
              <a:headEnd/>
              <a:tailEnd/>
            </a:ln>
          </p:spPr>
          <p:txBody>
            <a:bodyPr wrap="none" lIns="0" tIns="0" rIns="0" bIns="0" anchor="ctr"/>
            <a:lstStyle/>
            <a:p>
              <a:pPr algn="ctr"/>
              <a:r>
                <a:rPr lang="en-US" sz="7200">
                  <a:solidFill>
                    <a:srgbClr val="0087B1"/>
                  </a:solidFill>
                  <a:latin typeface="FontAwesome"/>
                </a:rPr>
                <a:t></a:t>
              </a:r>
              <a:endParaRPr lang="ru-RU" sz="7200">
                <a:solidFill>
                  <a:srgbClr val="0087B1"/>
                </a:solidFill>
              </a:endParaRPr>
            </a:p>
          </p:txBody>
        </p:sp>
        <p:sp>
          <p:nvSpPr>
            <p:cNvPr id="453662" name="TextBox 80"/>
            <p:cNvSpPr txBox="1">
              <a:spLocks noChangeAspect="1"/>
            </p:cNvSpPr>
            <p:nvPr/>
          </p:nvSpPr>
          <p:spPr bwMode="auto">
            <a:xfrm>
              <a:off x="6236952" y="3259932"/>
              <a:ext cx="468000" cy="468000"/>
            </a:xfrm>
            <a:prstGeom prst="rect">
              <a:avLst/>
            </a:prstGeom>
            <a:noFill/>
            <a:ln w="9525">
              <a:noFill/>
              <a:miter lim="800000"/>
              <a:headEnd/>
              <a:tailEnd/>
            </a:ln>
          </p:spPr>
          <p:txBody>
            <a:bodyPr wrap="none" lIns="0" tIns="0" rIns="0" bIns="0" anchor="ctr"/>
            <a:lstStyle/>
            <a:p>
              <a:pPr algn="ctr"/>
              <a:r>
                <a:rPr lang="en-US" sz="2800">
                  <a:solidFill>
                    <a:srgbClr val="D73C05"/>
                  </a:solidFill>
                  <a:latin typeface="FontAwesome"/>
                </a:rPr>
                <a:t></a:t>
              </a:r>
              <a:endParaRPr lang="ru-RU" sz="2800">
                <a:solidFill>
                  <a:srgbClr val="D73C05"/>
                </a:solidFill>
              </a:endParaRPr>
            </a:p>
          </p:txBody>
        </p:sp>
        <p:sp>
          <p:nvSpPr>
            <p:cNvPr id="453663" name="TextBox 81"/>
            <p:cNvSpPr txBox="1">
              <a:spLocks noChangeAspect="1"/>
            </p:cNvSpPr>
            <p:nvPr/>
          </p:nvSpPr>
          <p:spPr bwMode="auto">
            <a:xfrm>
              <a:off x="5074993" y="2277649"/>
              <a:ext cx="468000" cy="468000"/>
            </a:xfrm>
            <a:prstGeom prst="rect">
              <a:avLst/>
            </a:prstGeom>
            <a:noFill/>
            <a:ln w="9525">
              <a:noFill/>
              <a:miter lim="800000"/>
              <a:headEnd/>
              <a:tailEnd/>
            </a:ln>
          </p:spPr>
          <p:txBody>
            <a:bodyPr wrap="none" lIns="0" tIns="0" rIns="0" bIns="0" anchor="ctr"/>
            <a:lstStyle/>
            <a:p>
              <a:pPr algn="ctr"/>
              <a:r>
                <a:rPr lang="en-US" sz="2400">
                  <a:solidFill>
                    <a:srgbClr val="BFBFBF"/>
                  </a:solidFill>
                  <a:latin typeface="FontAwesome"/>
                </a:rPr>
                <a:t></a:t>
              </a:r>
              <a:endParaRPr lang="ru-RU" sz="2400">
                <a:solidFill>
                  <a:srgbClr val="BFBFBF"/>
                </a:solidFill>
              </a:endParaRPr>
            </a:p>
          </p:txBody>
        </p:sp>
        <p:sp>
          <p:nvSpPr>
            <p:cNvPr id="453664" name="TextBox 82"/>
            <p:cNvSpPr txBox="1">
              <a:spLocks noChangeAspect="1"/>
            </p:cNvSpPr>
            <p:nvPr/>
          </p:nvSpPr>
          <p:spPr bwMode="auto">
            <a:xfrm>
              <a:off x="4690992" y="2588350"/>
              <a:ext cx="468000" cy="468000"/>
            </a:xfrm>
            <a:prstGeom prst="rect">
              <a:avLst/>
            </a:prstGeom>
            <a:noFill/>
            <a:ln w="9525">
              <a:noFill/>
              <a:miter lim="800000"/>
              <a:headEnd/>
              <a:tailEnd/>
            </a:ln>
          </p:spPr>
          <p:txBody>
            <a:bodyPr wrap="none" lIns="0" tIns="0" rIns="0" bIns="0" anchor="ctr"/>
            <a:lstStyle/>
            <a:p>
              <a:pPr algn="ctr"/>
              <a:r>
                <a:rPr lang="en-US" sz="1600">
                  <a:solidFill>
                    <a:srgbClr val="595959"/>
                  </a:solidFill>
                  <a:latin typeface="FontAwesome"/>
                </a:rPr>
                <a:t></a:t>
              </a:r>
              <a:endParaRPr lang="ru-RU" sz="1600">
                <a:solidFill>
                  <a:srgbClr val="595959"/>
                </a:solidFill>
              </a:endParaRPr>
            </a:p>
          </p:txBody>
        </p:sp>
        <p:sp>
          <p:nvSpPr>
            <p:cNvPr id="453665" name="TextBox 83"/>
            <p:cNvSpPr txBox="1">
              <a:spLocks noChangeAspect="1"/>
            </p:cNvSpPr>
            <p:nvPr/>
          </p:nvSpPr>
          <p:spPr bwMode="auto">
            <a:xfrm>
              <a:off x="5586262" y="2124661"/>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66" name="TextBox 84"/>
            <p:cNvSpPr txBox="1">
              <a:spLocks noChangeAspect="1"/>
            </p:cNvSpPr>
            <p:nvPr/>
          </p:nvSpPr>
          <p:spPr bwMode="auto">
            <a:xfrm>
              <a:off x="4938217" y="2932147"/>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67" name="TextBox 85"/>
            <p:cNvSpPr txBox="1">
              <a:spLocks noChangeAspect="1"/>
            </p:cNvSpPr>
            <p:nvPr/>
          </p:nvSpPr>
          <p:spPr bwMode="auto">
            <a:xfrm>
              <a:off x="5352262" y="3576440"/>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68" name="TextBox 86"/>
            <p:cNvSpPr txBox="1">
              <a:spLocks noChangeAspect="1"/>
            </p:cNvSpPr>
            <p:nvPr/>
          </p:nvSpPr>
          <p:spPr bwMode="auto">
            <a:xfrm>
              <a:off x="6277187" y="2862942"/>
              <a:ext cx="468000" cy="468000"/>
            </a:xfrm>
            <a:prstGeom prst="rect">
              <a:avLst/>
            </a:prstGeom>
            <a:noFill/>
            <a:ln w="9525">
              <a:noFill/>
              <a:miter lim="800000"/>
              <a:headEnd/>
              <a:tailEnd/>
            </a:ln>
          </p:spPr>
          <p:txBody>
            <a:bodyPr wrap="none" lIns="0" tIns="0" rIns="0" bIns="0" anchor="ctr"/>
            <a:lstStyle/>
            <a:p>
              <a:pPr algn="ctr"/>
              <a:r>
                <a:rPr lang="en-US" sz="1600">
                  <a:solidFill>
                    <a:srgbClr val="BFBFBF"/>
                  </a:solidFill>
                  <a:latin typeface="FontAwesome"/>
                </a:rPr>
                <a:t></a:t>
              </a:r>
              <a:endParaRPr lang="ru-RU" sz="1600">
                <a:solidFill>
                  <a:srgbClr val="BFBFBF"/>
                </a:solidFill>
              </a:endParaRPr>
            </a:p>
          </p:txBody>
        </p:sp>
        <p:sp>
          <p:nvSpPr>
            <p:cNvPr id="453669" name="TextBox 87"/>
            <p:cNvSpPr txBox="1">
              <a:spLocks noChangeAspect="1"/>
            </p:cNvSpPr>
            <p:nvPr/>
          </p:nvSpPr>
          <p:spPr bwMode="auto">
            <a:xfrm>
              <a:off x="4627005" y="3220473"/>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0" name="TextBox 88"/>
            <p:cNvSpPr txBox="1">
              <a:spLocks noChangeAspect="1"/>
            </p:cNvSpPr>
            <p:nvPr/>
          </p:nvSpPr>
          <p:spPr bwMode="auto">
            <a:xfrm>
              <a:off x="5668264" y="3855168"/>
              <a:ext cx="468000" cy="468000"/>
            </a:xfrm>
            <a:prstGeom prst="rect">
              <a:avLst/>
            </a:prstGeom>
            <a:noFill/>
            <a:ln w="9525">
              <a:noFill/>
              <a:miter lim="800000"/>
              <a:headEnd/>
              <a:tailEnd/>
            </a:ln>
          </p:spPr>
          <p:txBody>
            <a:bodyPr wrap="none" lIns="0" tIns="0" rIns="0" bIns="0" anchor="ctr"/>
            <a:lstStyle/>
            <a:p>
              <a:pPr algn="ctr"/>
              <a:r>
                <a:rPr lang="en-US" sz="2400">
                  <a:solidFill>
                    <a:srgbClr val="BFBFBF"/>
                  </a:solidFill>
                  <a:latin typeface="FontAwesome"/>
                </a:rPr>
                <a:t></a:t>
              </a:r>
              <a:endParaRPr lang="ru-RU" sz="2400">
                <a:solidFill>
                  <a:srgbClr val="BFBFBF"/>
                </a:solidFill>
              </a:endParaRPr>
            </a:p>
          </p:txBody>
        </p:sp>
        <p:sp>
          <p:nvSpPr>
            <p:cNvPr id="453671" name="TextBox 89"/>
            <p:cNvSpPr txBox="1">
              <a:spLocks noChangeAspect="1"/>
            </p:cNvSpPr>
            <p:nvPr/>
          </p:nvSpPr>
          <p:spPr bwMode="auto">
            <a:xfrm>
              <a:off x="5311498" y="4657242"/>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2" name="TextBox 90"/>
            <p:cNvSpPr txBox="1">
              <a:spLocks noChangeAspect="1"/>
            </p:cNvSpPr>
            <p:nvPr/>
          </p:nvSpPr>
          <p:spPr bwMode="auto">
            <a:xfrm>
              <a:off x="5633488" y="4333103"/>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3" name="TextBox 91"/>
            <p:cNvSpPr txBox="1">
              <a:spLocks noChangeAspect="1"/>
            </p:cNvSpPr>
            <p:nvPr/>
          </p:nvSpPr>
          <p:spPr bwMode="auto">
            <a:xfrm>
              <a:off x="4982445" y="3810440"/>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4" name="TextBox 92"/>
            <p:cNvSpPr txBox="1">
              <a:spLocks noChangeAspect="1"/>
            </p:cNvSpPr>
            <p:nvPr/>
          </p:nvSpPr>
          <p:spPr bwMode="auto">
            <a:xfrm>
              <a:off x="5834730" y="4616111"/>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5" name="TextBox 93"/>
            <p:cNvSpPr txBox="1">
              <a:spLocks noChangeAspect="1"/>
            </p:cNvSpPr>
            <p:nvPr/>
          </p:nvSpPr>
          <p:spPr bwMode="auto">
            <a:xfrm>
              <a:off x="6305485" y="2570393"/>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6" name="TextBox 94"/>
            <p:cNvSpPr txBox="1">
              <a:spLocks noChangeAspect="1"/>
            </p:cNvSpPr>
            <p:nvPr/>
          </p:nvSpPr>
          <p:spPr bwMode="auto">
            <a:xfrm>
              <a:off x="6312243" y="3620049"/>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7" name="TextBox 95"/>
            <p:cNvSpPr txBox="1">
              <a:spLocks noChangeAspect="1"/>
            </p:cNvSpPr>
            <p:nvPr/>
          </p:nvSpPr>
          <p:spPr bwMode="auto">
            <a:xfrm>
              <a:off x="5764490" y="3435737"/>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sp>
          <p:nvSpPr>
            <p:cNvPr id="453678" name="TextBox 96"/>
            <p:cNvSpPr txBox="1">
              <a:spLocks noChangeAspect="1"/>
            </p:cNvSpPr>
            <p:nvPr/>
          </p:nvSpPr>
          <p:spPr bwMode="auto">
            <a:xfrm>
              <a:off x="6071485" y="3860709"/>
              <a:ext cx="468000" cy="468000"/>
            </a:xfrm>
            <a:prstGeom prst="rect">
              <a:avLst/>
            </a:prstGeom>
            <a:noFill/>
            <a:ln w="9525">
              <a:noFill/>
              <a:miter lim="800000"/>
              <a:headEnd/>
              <a:tailEnd/>
            </a:ln>
          </p:spPr>
          <p:txBody>
            <a:bodyPr wrap="none" lIns="0" tIns="0" rIns="0" bIns="0" anchor="ctr"/>
            <a:lstStyle/>
            <a:p>
              <a:pPr algn="ctr"/>
              <a:r>
                <a:rPr lang="en-US" sz="1600">
                  <a:solidFill>
                    <a:srgbClr val="D9D9D9"/>
                  </a:solidFill>
                  <a:latin typeface="FontAwesome"/>
                </a:rPr>
                <a:t></a:t>
              </a:r>
              <a:endParaRPr lang="ru-RU" sz="1600">
                <a:solidFill>
                  <a:srgbClr val="D9D9D9"/>
                </a:solidFill>
              </a:endParaRPr>
            </a:p>
          </p:txBody>
        </p:sp>
      </p:grpSp>
      <p:grpSp>
        <p:nvGrpSpPr>
          <p:cNvPr id="453650" name="Group 111"/>
          <p:cNvGrpSpPr>
            <a:grpSpLocks/>
          </p:cNvGrpSpPr>
          <p:nvPr/>
        </p:nvGrpSpPr>
        <p:grpSpPr bwMode="auto">
          <a:xfrm>
            <a:off x="10799763" y="210879"/>
            <a:ext cx="46037" cy="674687"/>
            <a:chOff x="455000" y="491056"/>
            <a:chExt cx="45720" cy="675713"/>
          </a:xfrm>
        </p:grpSpPr>
        <p:sp>
          <p:nvSpPr>
            <p:cNvPr id="113" name="Rectangle 112"/>
            <p:cNvSpPr/>
            <p:nvPr/>
          </p:nvSpPr>
          <p:spPr>
            <a:xfrm>
              <a:off x="455000" y="491056"/>
              <a:ext cx="45720" cy="675713"/>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14" name="Rectangle 113"/>
            <p:cNvSpPr/>
            <p:nvPr/>
          </p:nvSpPr>
          <p:spPr>
            <a:xfrm>
              <a:off x="455000" y="961671"/>
              <a:ext cx="45720" cy="205098"/>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6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p:cTn id="7" dur="500" fill="hold"/>
                                        <p:tgtEl>
                                          <p:spTgt spid="74"/>
                                        </p:tgtEl>
                                        <p:attrNameLst>
                                          <p:attrName>ppt_w</p:attrName>
                                        </p:attrNameLst>
                                      </p:cBhvr>
                                      <p:tavLst>
                                        <p:tav tm="0">
                                          <p:val>
                                            <p:fltVal val="0"/>
                                          </p:val>
                                        </p:tav>
                                        <p:tav tm="100000">
                                          <p:val>
                                            <p:strVal val="#ppt_w"/>
                                          </p:val>
                                        </p:tav>
                                      </p:tavLst>
                                    </p:anim>
                                    <p:anim calcmode="lin" valueType="num">
                                      <p:cBhvr>
                                        <p:cTn id="8" dur="500" fill="hold"/>
                                        <p:tgtEl>
                                          <p:spTgt spid="74"/>
                                        </p:tgtEl>
                                        <p:attrNameLst>
                                          <p:attrName>ppt_h</p:attrName>
                                        </p:attrNameLst>
                                      </p:cBhvr>
                                      <p:tavLst>
                                        <p:tav tm="0">
                                          <p:val>
                                            <p:fltVal val="0"/>
                                          </p:val>
                                        </p:tav>
                                        <p:tav tm="100000">
                                          <p:val>
                                            <p:strVal val="#ppt_h"/>
                                          </p:val>
                                        </p:tav>
                                      </p:tavLst>
                                    </p:anim>
                                    <p:animEffect transition="in" filter="fade">
                                      <p:cBhvr>
                                        <p:cTn id="9" dur="500"/>
                                        <p:tgtEl>
                                          <p:spTgt spid="74"/>
                                        </p:tgtEl>
                                      </p:cBhvr>
                                    </p:animEffect>
                                  </p:childTnLst>
                                </p:cTn>
                              </p:par>
                            </p:childTnLst>
                          </p:cTn>
                        </p:par>
                        <p:par>
                          <p:cTn id="10" fill="hold">
                            <p:stCondLst>
                              <p:cond delay="500"/>
                            </p:stCondLst>
                            <p:childTnLst>
                              <p:par>
                                <p:cTn id="11" presetID="47" presetClass="entr" presetSubtype="0"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par>
                                <p:cTn id="16" presetID="47" presetClass="entr" presetSubtype="0" fill="hold" nodeType="withEffect">
                                  <p:stCondLst>
                                    <p:cond delay="25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par>
                                <p:cTn id="21" presetID="47" presetClass="entr" presetSubtype="0" fill="hold" nodeType="withEffect">
                                  <p:stCondLst>
                                    <p:cond delay="5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par>
                                <p:cTn id="26" presetID="47" presetClass="entr" presetSubtype="0" fill="hold" nodeType="withEffect">
                                  <p:stCondLst>
                                    <p:cond delay="750"/>
                                  </p:stCondLst>
                                  <p:childTnLst>
                                    <p:set>
                                      <p:cBhvr>
                                        <p:cTn id="27" dur="1" fill="hold">
                                          <p:stCondLst>
                                            <p:cond delay="0"/>
                                          </p:stCondLst>
                                        </p:cTn>
                                        <p:tgtEl>
                                          <p:spTgt spid="65"/>
                                        </p:tgtEl>
                                        <p:attrNameLst>
                                          <p:attrName>style.visibility</p:attrName>
                                        </p:attrNameLst>
                                      </p:cBhvr>
                                      <p:to>
                                        <p:strVal val="visible"/>
                                      </p:to>
                                    </p:set>
                                    <p:animEffect transition="in" filter="fade">
                                      <p:cBhvr>
                                        <p:cTn id="28" dur="1000"/>
                                        <p:tgtEl>
                                          <p:spTgt spid="65"/>
                                        </p:tgtEl>
                                      </p:cBhvr>
                                    </p:animEffect>
                                    <p:anim calcmode="lin" valueType="num">
                                      <p:cBhvr>
                                        <p:cTn id="29" dur="1000" fill="hold"/>
                                        <p:tgtEl>
                                          <p:spTgt spid="65"/>
                                        </p:tgtEl>
                                        <p:attrNameLst>
                                          <p:attrName>ppt_x</p:attrName>
                                        </p:attrNameLst>
                                      </p:cBhvr>
                                      <p:tavLst>
                                        <p:tav tm="0">
                                          <p:val>
                                            <p:strVal val="#ppt_x"/>
                                          </p:val>
                                        </p:tav>
                                        <p:tav tm="100000">
                                          <p:val>
                                            <p:strVal val="#ppt_x"/>
                                          </p:val>
                                        </p:tav>
                                      </p:tavLst>
                                    </p:anim>
                                    <p:anim calcmode="lin" valueType="num">
                                      <p:cBhvr>
                                        <p:cTn id="30" dur="1000" fill="hold"/>
                                        <p:tgtEl>
                                          <p:spTgt spid="65"/>
                                        </p:tgtEl>
                                        <p:attrNameLst>
                                          <p:attrName>ppt_y</p:attrName>
                                        </p:attrNameLst>
                                      </p:cBhvr>
                                      <p:tavLst>
                                        <p:tav tm="0">
                                          <p:val>
                                            <p:strVal val="#ppt_y-.1"/>
                                          </p:val>
                                        </p:tav>
                                        <p:tav tm="100000">
                                          <p:val>
                                            <p:strVal val="#ppt_y"/>
                                          </p:val>
                                        </p:tav>
                                      </p:tavLst>
                                    </p:anim>
                                  </p:childTnLst>
                                </p:cTn>
                              </p:par>
                              <p:par>
                                <p:cTn id="31" presetID="47" presetClass="entr" presetSubtype="0" fill="hold" nodeType="withEffect">
                                  <p:stCondLst>
                                    <p:cond delay="1000"/>
                                  </p:stCondLst>
                                  <p:childTnLst>
                                    <p:set>
                                      <p:cBhvr>
                                        <p:cTn id="32" dur="1" fill="hold">
                                          <p:stCondLst>
                                            <p:cond delay="0"/>
                                          </p:stCondLst>
                                        </p:cTn>
                                        <p:tgtEl>
                                          <p:spTgt spid="70"/>
                                        </p:tgtEl>
                                        <p:attrNameLst>
                                          <p:attrName>style.visibility</p:attrName>
                                        </p:attrNameLst>
                                      </p:cBhvr>
                                      <p:to>
                                        <p:strVal val="visible"/>
                                      </p:to>
                                    </p:set>
                                    <p:animEffect transition="in" filter="fade">
                                      <p:cBhvr>
                                        <p:cTn id="33" dur="1000"/>
                                        <p:tgtEl>
                                          <p:spTgt spid="70"/>
                                        </p:tgtEl>
                                      </p:cBhvr>
                                    </p:animEffect>
                                    <p:anim calcmode="lin" valueType="num">
                                      <p:cBhvr>
                                        <p:cTn id="34" dur="1000" fill="hold"/>
                                        <p:tgtEl>
                                          <p:spTgt spid="70"/>
                                        </p:tgtEl>
                                        <p:attrNameLst>
                                          <p:attrName>ppt_x</p:attrName>
                                        </p:attrNameLst>
                                      </p:cBhvr>
                                      <p:tavLst>
                                        <p:tav tm="0">
                                          <p:val>
                                            <p:strVal val="#ppt_x"/>
                                          </p:val>
                                        </p:tav>
                                        <p:tav tm="100000">
                                          <p:val>
                                            <p:strVal val="#ppt_x"/>
                                          </p:val>
                                        </p:tav>
                                      </p:tavLst>
                                    </p:anim>
                                    <p:anim calcmode="lin" valueType="num">
                                      <p:cBhvr>
                                        <p:cTn id="35" dur="1000" fill="hold"/>
                                        <p:tgtEl>
                                          <p:spTgt spid="70"/>
                                        </p:tgtEl>
                                        <p:attrNameLst>
                                          <p:attrName>ppt_y</p:attrName>
                                        </p:attrNameLst>
                                      </p:cBhvr>
                                      <p:tavLst>
                                        <p:tav tm="0">
                                          <p:val>
                                            <p:strVal val="#ppt_y-.1"/>
                                          </p:val>
                                        </p:tav>
                                        <p:tav tm="100000">
                                          <p:val>
                                            <p:strVal val="#ppt_y"/>
                                          </p:val>
                                        </p:tav>
                                      </p:tavLst>
                                    </p:anim>
                                  </p:childTnLst>
                                </p:cTn>
                              </p:par>
                              <p:par>
                                <p:cTn id="36" presetID="47" presetClass="entr" presetSubtype="0" fill="hold" nodeType="withEffect">
                                  <p:stCondLst>
                                    <p:cond delay="1250"/>
                                  </p:stCondLst>
                                  <p:childTnLst>
                                    <p:set>
                                      <p:cBhvr>
                                        <p:cTn id="37" dur="1" fill="hold">
                                          <p:stCondLst>
                                            <p:cond delay="0"/>
                                          </p:stCondLst>
                                        </p:cTn>
                                        <p:tgtEl>
                                          <p:spTgt spid="2"/>
                                        </p:tgtEl>
                                        <p:attrNameLst>
                                          <p:attrName>style.visibility</p:attrName>
                                        </p:attrNameLst>
                                      </p:cBhvr>
                                      <p:to>
                                        <p:strVal val="visible"/>
                                      </p:to>
                                    </p:set>
                                    <p:animEffect transition="in" filter="fade">
                                      <p:cBhvr>
                                        <p:cTn id="38" dur="1000"/>
                                        <p:tgtEl>
                                          <p:spTgt spid="2"/>
                                        </p:tgtEl>
                                      </p:cBhvr>
                                    </p:animEffect>
                                    <p:anim calcmode="lin" valueType="num">
                                      <p:cBhvr>
                                        <p:cTn id="39" dur="1000" fill="hold"/>
                                        <p:tgtEl>
                                          <p:spTgt spid="2"/>
                                        </p:tgtEl>
                                        <p:attrNameLst>
                                          <p:attrName>ppt_x</p:attrName>
                                        </p:attrNameLst>
                                      </p:cBhvr>
                                      <p:tavLst>
                                        <p:tav tm="0">
                                          <p:val>
                                            <p:strVal val="#ppt_x"/>
                                          </p:val>
                                        </p:tav>
                                        <p:tav tm="100000">
                                          <p:val>
                                            <p:strVal val="#ppt_x"/>
                                          </p:val>
                                        </p:tav>
                                      </p:tavLst>
                                    </p:anim>
                                    <p:anim calcmode="lin" valueType="num">
                                      <p:cBhvr>
                                        <p:cTn id="40"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92350" y="407988"/>
            <a:ext cx="8951913" cy="642937"/>
          </a:xfrm>
        </p:spPr>
        <p:txBody>
          <a:bodyPr/>
          <a:lstStyle/>
          <a:p>
            <a:pPr algn="r" rtl="1" eaLnBrk="1" fontAlgn="auto" hangingPunct="1">
              <a:spcAft>
                <a:spcPts val="0"/>
              </a:spcAft>
              <a:buFont typeface="Arial" panose="020B0604020202020204" pitchFamily="34" charset="0"/>
              <a:buNone/>
              <a:defRPr/>
            </a:pPr>
            <a:r>
              <a:rPr lang="ar-SA" b="1" u="sng" dirty="0"/>
              <a:t>تصميم التعليم</a:t>
            </a:r>
            <a:endParaRPr lang="en-US"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471488" y="2036763"/>
            <a:ext cx="10983912" cy="2535237"/>
          </a:xfrm>
        </p:spPr>
        <p:txBody>
          <a:bodyPr/>
          <a:lstStyle/>
          <a:p>
            <a:pPr marL="285750" indent="-285750" algn="ctr" rtl="1" eaLnBrk="1" fontAlgn="auto" hangingPunct="1">
              <a:lnSpc>
                <a:spcPct val="150000"/>
              </a:lnSpc>
              <a:spcAft>
                <a:spcPts val="0"/>
              </a:spcAft>
              <a:buFont typeface="Wingdings" panose="05000000000000000000" pitchFamily="2" charset="2"/>
              <a:buChar char="ü"/>
              <a:defRPr/>
            </a:pPr>
            <a:r>
              <a:rPr lang="ar-JO" sz="3200" dirty="0" smtClean="0">
                <a:latin typeface="+mj-lt"/>
              </a:rPr>
              <a:t>التصميم </a:t>
            </a:r>
            <a:r>
              <a:rPr lang="ar-JO" sz="3200" dirty="0">
                <a:latin typeface="+mj-lt"/>
              </a:rPr>
              <a:t>بأنه "</a:t>
            </a:r>
            <a:r>
              <a:rPr lang="ar-SA" sz="3200" dirty="0">
                <a:latin typeface="+mj-lt"/>
              </a:rPr>
              <a:t> عملية تخطيط منهجية تسبق الخطة في حل المشكلات أما في المجال التعليمي فالتصميم خطوات منطقية وعلمية تتبع لتصميم التعلم وإنتاجه وتنفيذه وتقويمه</a:t>
            </a:r>
            <a:r>
              <a:rPr lang="ar-SA" sz="3200" dirty="0" smtClean="0">
                <a:latin typeface="+mj-lt"/>
              </a:rPr>
              <a:t>".</a:t>
            </a:r>
            <a:endParaRPr lang="en-US" sz="3200" dirty="0">
              <a:latin typeface="+mj-lt"/>
            </a:endParaRPr>
          </a:p>
        </p:txBody>
      </p:sp>
      <p:grpSp>
        <p:nvGrpSpPr>
          <p:cNvPr id="454668" name="Group 20"/>
          <p:cNvGrpSpPr>
            <a:grpSpLocks/>
          </p:cNvGrpSpPr>
          <p:nvPr/>
        </p:nvGrpSpPr>
        <p:grpSpPr bwMode="auto">
          <a:xfrm>
            <a:off x="11409363" y="419100"/>
            <a:ext cx="46037" cy="676275"/>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3" name="Rectangle 22"/>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036501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92350" y="407988"/>
            <a:ext cx="8951913" cy="642937"/>
          </a:xfrm>
        </p:spPr>
        <p:txBody>
          <a:bodyPr/>
          <a:lstStyle/>
          <a:p>
            <a:pPr algn="r" rtl="1" eaLnBrk="1" fontAlgn="auto" hangingPunct="1">
              <a:spcAft>
                <a:spcPts val="0"/>
              </a:spcAft>
              <a:buFont typeface="Arial" panose="020B0604020202020204" pitchFamily="34" charset="0"/>
              <a:buNone/>
              <a:defRPr/>
            </a:pPr>
            <a:r>
              <a:rPr lang="ar-SA" b="1" u="sng" dirty="0"/>
              <a:t>تصميم التعليم</a:t>
            </a:r>
            <a:endParaRPr lang="en-US"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531813" y="1922463"/>
            <a:ext cx="10983912" cy="3030537"/>
          </a:xfrm>
        </p:spPr>
        <p:txBody>
          <a:bodyPr/>
          <a:lstStyle/>
          <a:p>
            <a:pPr marL="285750" indent="-285750" algn="ctr" rtl="1" eaLnBrk="1" fontAlgn="auto" hangingPunct="1">
              <a:lnSpc>
                <a:spcPct val="150000"/>
              </a:lnSpc>
              <a:spcAft>
                <a:spcPts val="0"/>
              </a:spcAft>
              <a:buFont typeface="Wingdings" panose="05000000000000000000" pitchFamily="2" charset="2"/>
              <a:buChar char="ü"/>
              <a:defRPr/>
            </a:pPr>
            <a:r>
              <a:rPr lang="ar-JO" sz="3200" dirty="0" smtClean="0">
                <a:latin typeface="+mj-lt"/>
              </a:rPr>
              <a:t>التصميم </a:t>
            </a:r>
            <a:r>
              <a:rPr lang="ar-JO" sz="3200" dirty="0">
                <a:latin typeface="+mj-lt"/>
              </a:rPr>
              <a:t>التعليمي بأنه "</a:t>
            </a:r>
            <a:r>
              <a:rPr lang="ar-SA" sz="3200" dirty="0">
                <a:latin typeface="+mj-lt"/>
              </a:rPr>
              <a:t> التصميم التعليمي عملية متكاملة لتحليل حاجات المتعلم والأهداف وتطوير الأنظمة الناقلة لمواجهة الحاجات والاهتمام بتطوير الفعاليات التعليمية وتجريبها واعادة فحصها" </a:t>
            </a:r>
            <a:endParaRPr lang="en-US" sz="3200" dirty="0">
              <a:latin typeface="+mj-lt"/>
            </a:endParaRPr>
          </a:p>
        </p:txBody>
      </p:sp>
      <p:grpSp>
        <p:nvGrpSpPr>
          <p:cNvPr id="454668" name="Group 20"/>
          <p:cNvGrpSpPr>
            <a:grpSpLocks/>
          </p:cNvGrpSpPr>
          <p:nvPr/>
        </p:nvGrpSpPr>
        <p:grpSpPr bwMode="auto">
          <a:xfrm>
            <a:off x="11409363" y="419100"/>
            <a:ext cx="46037" cy="676275"/>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3" name="Rectangle 22"/>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92350" y="407988"/>
            <a:ext cx="8951913" cy="642937"/>
          </a:xfrm>
        </p:spPr>
        <p:txBody>
          <a:bodyPr/>
          <a:lstStyle/>
          <a:p>
            <a:pPr algn="r" rtl="1" eaLnBrk="1" fontAlgn="auto" hangingPunct="1">
              <a:spcAft>
                <a:spcPts val="0"/>
              </a:spcAft>
              <a:buFont typeface="Arial" panose="020B0604020202020204" pitchFamily="34" charset="0"/>
              <a:buNone/>
              <a:defRPr/>
            </a:pPr>
            <a:r>
              <a:rPr lang="ar-SA" b="1" u="sng" dirty="0"/>
              <a:t>التعليم المبرمج </a:t>
            </a:r>
            <a:endParaRPr lang="en-US" b="1"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585788" y="4511675"/>
            <a:ext cx="10985500" cy="1420813"/>
          </a:xfrm>
        </p:spPr>
        <p:txBody>
          <a:bodyPr/>
          <a:lstStyle/>
          <a:p>
            <a:pPr rtl="1" eaLnBrk="1" fontAlgn="auto" hangingPunct="1">
              <a:spcAft>
                <a:spcPts val="0"/>
              </a:spcAft>
              <a:buFont typeface="Arial" panose="020B0604020202020204" pitchFamily="34" charset="0"/>
              <a:buNone/>
              <a:defRPr/>
            </a:pPr>
            <a:r>
              <a:rPr lang="ar-JO" sz="3200" dirty="0"/>
              <a:t>التعليم المبرمج</a:t>
            </a:r>
            <a:r>
              <a:rPr lang="en-US" sz="3200" dirty="0"/>
              <a:t> </a:t>
            </a:r>
            <a:r>
              <a:rPr lang="ar-JO" sz="3200" dirty="0"/>
              <a:t>هو الاسم الذي يطلق على التكنولوجيا التي اخترعها عالم السلوك ب.ف. سكينر لتحسين التدريس، وهي تقوم على نظريته الخاصة بالسلوك اللفظي كوسيلة لتسريع أو زيادة عملية التربية والتعليم التقليدية</a:t>
            </a:r>
            <a:r>
              <a:rPr lang="en-US" sz="3200" dirty="0"/>
              <a:t>.</a:t>
            </a:r>
          </a:p>
        </p:txBody>
      </p:sp>
      <p:grpSp>
        <p:nvGrpSpPr>
          <p:cNvPr id="455692" name="Group 20"/>
          <p:cNvGrpSpPr>
            <a:grpSpLocks/>
          </p:cNvGrpSpPr>
          <p:nvPr/>
        </p:nvGrpSpPr>
        <p:grpSpPr bwMode="auto">
          <a:xfrm>
            <a:off x="11409363" y="419100"/>
            <a:ext cx="46037" cy="676275"/>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3" name="Rectangle 22"/>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27" name="Group 26"/>
          <p:cNvGrpSpPr>
            <a:grpSpLocks/>
          </p:cNvGrpSpPr>
          <p:nvPr/>
        </p:nvGrpSpPr>
        <p:grpSpPr bwMode="auto">
          <a:xfrm>
            <a:off x="2447925" y="992188"/>
            <a:ext cx="6723063" cy="3325812"/>
            <a:chOff x="1763688" y="1124744"/>
            <a:chExt cx="5652564" cy="3166095"/>
          </a:xfrm>
        </p:grpSpPr>
        <p:sp>
          <p:nvSpPr>
            <p:cNvPr id="28" name="Rectangle 27"/>
            <p:cNvSpPr/>
            <p:nvPr/>
          </p:nvSpPr>
          <p:spPr>
            <a:xfrm>
              <a:off x="2699331" y="1398282"/>
              <a:ext cx="3745240" cy="2303164"/>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pic>
          <p:nvPicPr>
            <p:cNvPr id="455695" name="Picture 3" descr="F:\Trabajos\Envato\Graphic River\Duckson\Elements\laptop.png"/>
            <p:cNvPicPr>
              <a:picLocks noChangeAspect="1" noChangeArrowheads="1"/>
            </p:cNvPicPr>
            <p:nvPr/>
          </p:nvPicPr>
          <p:blipFill>
            <a:blip r:embed="rId2"/>
            <a:srcRect/>
            <a:stretch>
              <a:fillRect/>
            </a:stretch>
          </p:blipFill>
          <p:spPr bwMode="auto">
            <a:xfrm>
              <a:off x="1763688" y="1124744"/>
              <a:ext cx="5652564" cy="3166095"/>
            </a:xfrm>
            <a:prstGeom prst="rect">
              <a:avLst/>
            </a:prstGeom>
            <a:noFill/>
            <a:ln w="9525">
              <a:noFill/>
              <a:miter lim="800000"/>
              <a:headEnd/>
              <a:tailEnd/>
            </a:ln>
          </p:spPr>
        </p:pic>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92350" y="407988"/>
            <a:ext cx="8951913" cy="642937"/>
          </a:xfrm>
        </p:spPr>
        <p:txBody>
          <a:bodyPr/>
          <a:lstStyle/>
          <a:p>
            <a:pPr algn="r" rtl="1" eaLnBrk="1" fontAlgn="auto" hangingPunct="1">
              <a:spcAft>
                <a:spcPts val="0"/>
              </a:spcAft>
              <a:buFont typeface="Arial" panose="020B0604020202020204" pitchFamily="34" charset="0"/>
              <a:buNone/>
              <a:defRPr/>
            </a:pPr>
            <a:r>
              <a:rPr lang="ar-SA" b="1" u="sng" dirty="0"/>
              <a:t>التعليم المبرمج </a:t>
            </a:r>
            <a:endParaRPr lang="en-US" b="1" u="sng" dirty="0">
              <a:solidFill>
                <a:srgbClr val="3DBF9C"/>
              </a:solidFill>
              <a:latin typeface="Lato Light" panose="020F0302020204030203" pitchFamily="34" charset="0"/>
            </a:endParaRPr>
          </a:p>
        </p:txBody>
      </p:sp>
      <p:sp>
        <p:nvSpPr>
          <p:cNvPr id="4" name="Content Placeholder 3"/>
          <p:cNvSpPr>
            <a:spLocks noGrp="1"/>
          </p:cNvSpPr>
          <p:nvPr>
            <p:ph sz="quarter" idx="12"/>
          </p:nvPr>
        </p:nvSpPr>
        <p:spPr>
          <a:xfrm>
            <a:off x="585788" y="4511675"/>
            <a:ext cx="10985500" cy="1887538"/>
          </a:xfrm>
        </p:spPr>
        <p:txBody>
          <a:bodyPr/>
          <a:lstStyle/>
          <a:p>
            <a:pPr rtl="1" eaLnBrk="1" fontAlgn="auto" hangingPunct="1">
              <a:spcAft>
                <a:spcPts val="0"/>
              </a:spcAft>
              <a:buFont typeface="Arial" panose="020B0604020202020204" pitchFamily="34" charset="0"/>
              <a:buNone/>
              <a:defRPr/>
            </a:pPr>
            <a:r>
              <a:rPr lang="ar-JO" sz="3200" dirty="0"/>
              <a:t>ويقصد بالتعليم المبرمج على أنه "الطريقة التي يمكن بموجبها أن نقوم بالتحكم في الخبرات التعليمية التي يحصل عليها المتعلم بكل عناية وتحديدها وترتيب تتابعها بحيث تجعل الفرد يتعلم بنفسه ويكتشف أخطاءه ويصححها حتى يصل إلى الأداء المناسب" </a:t>
            </a:r>
            <a:endParaRPr lang="en-US" sz="3200" dirty="0"/>
          </a:p>
        </p:txBody>
      </p:sp>
      <p:grpSp>
        <p:nvGrpSpPr>
          <p:cNvPr id="456716" name="Group 20"/>
          <p:cNvGrpSpPr>
            <a:grpSpLocks/>
          </p:cNvGrpSpPr>
          <p:nvPr/>
        </p:nvGrpSpPr>
        <p:grpSpPr bwMode="auto">
          <a:xfrm>
            <a:off x="11409363" y="419100"/>
            <a:ext cx="46037" cy="676275"/>
            <a:chOff x="455000" y="491056"/>
            <a:chExt cx="45720" cy="675713"/>
          </a:xfrm>
        </p:grpSpPr>
        <p:sp>
          <p:nvSpPr>
            <p:cNvPr id="22" name="Rectangle 21"/>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3" name="Rectangle 22"/>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27" name="Group 26"/>
          <p:cNvGrpSpPr>
            <a:grpSpLocks/>
          </p:cNvGrpSpPr>
          <p:nvPr/>
        </p:nvGrpSpPr>
        <p:grpSpPr bwMode="auto">
          <a:xfrm>
            <a:off x="2447925" y="992188"/>
            <a:ext cx="6723063" cy="3325812"/>
            <a:chOff x="1763688" y="1124744"/>
            <a:chExt cx="5652564" cy="3166095"/>
          </a:xfrm>
        </p:grpSpPr>
        <p:sp>
          <p:nvSpPr>
            <p:cNvPr id="28" name="Rectangle 27"/>
            <p:cNvSpPr/>
            <p:nvPr/>
          </p:nvSpPr>
          <p:spPr>
            <a:xfrm>
              <a:off x="2699331" y="1398282"/>
              <a:ext cx="3745240" cy="2303164"/>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pic>
          <p:nvPicPr>
            <p:cNvPr id="456719" name="Picture 3" descr="F:\Trabajos\Envato\Graphic River\Duckson\Elements\laptop.png"/>
            <p:cNvPicPr>
              <a:picLocks noChangeAspect="1" noChangeArrowheads="1"/>
            </p:cNvPicPr>
            <p:nvPr/>
          </p:nvPicPr>
          <p:blipFill>
            <a:blip r:embed="rId2"/>
            <a:srcRect/>
            <a:stretch>
              <a:fillRect/>
            </a:stretch>
          </p:blipFill>
          <p:spPr bwMode="auto">
            <a:xfrm>
              <a:off x="1763688" y="1124744"/>
              <a:ext cx="5652564" cy="3166095"/>
            </a:xfrm>
            <a:prstGeom prst="rect">
              <a:avLst/>
            </a:prstGeom>
            <a:noFill/>
            <a:ln w="9525">
              <a:noFill/>
              <a:miter lim="800000"/>
              <a:headEnd/>
              <a:tailEnd/>
            </a:ln>
          </p:spPr>
        </p:pic>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4" grpId="0" build="p"/>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5389563" y="4510088"/>
            <a:ext cx="1362075" cy="1362075"/>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9" name="Oval 8"/>
          <p:cNvSpPr/>
          <p:nvPr/>
        </p:nvSpPr>
        <p:spPr>
          <a:xfrm>
            <a:off x="5976938" y="735013"/>
            <a:ext cx="185737" cy="184150"/>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cxnSp>
        <p:nvCxnSpPr>
          <p:cNvPr id="10" name="Straight Connector 9"/>
          <p:cNvCxnSpPr/>
          <p:nvPr/>
        </p:nvCxnSpPr>
        <p:spPr>
          <a:xfrm>
            <a:off x="6069013" y="-1588"/>
            <a:ext cx="0" cy="76358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3870534" y="3135083"/>
            <a:ext cx="7773779" cy="2185214"/>
          </a:xfrm>
          <a:prstGeom prst="rect">
            <a:avLst/>
          </a:prstGeom>
          <a:noFill/>
        </p:spPr>
        <p:txBody>
          <a:bodyPr wrap="square">
            <a:spAutoFit/>
          </a:bodyPr>
          <a:lstStyle/>
          <a:p>
            <a:pPr algn="ctr" defTabSz="1088232" fontAlgn="auto">
              <a:spcBef>
                <a:spcPts val="0"/>
              </a:spcBef>
              <a:spcAft>
                <a:spcPts val="0"/>
              </a:spcAft>
              <a:defRPr/>
            </a:pPr>
            <a:r>
              <a:rPr lang="ar-SA" sz="4000" b="1" u="sng" dirty="0" smtClean="0">
                <a:solidFill>
                  <a:schemeClr val="bg1"/>
                </a:solidFill>
                <a:latin typeface="+mj-lt"/>
                <a:cs typeface="+mn-cs"/>
              </a:rPr>
              <a:t>ا</a:t>
            </a:r>
            <a:r>
              <a:rPr lang="ar-SA" sz="3200" b="1" dirty="0" smtClean="0">
                <a:cs typeface="+mn-cs"/>
              </a:rPr>
              <a:t>الإعلام التربوي هو "الإعلام عن الجهود التربوية، وبناء على وجهة النظر هذه فقد عرف الإعلام التربوي على أنه "التطور الذي طرأ على نظم المعلومات التربوية وأساليب توثيقها وتصنيفها والاستفادة منها".</a:t>
            </a:r>
            <a:endParaRPr lang="en-US" sz="3200" b="1" dirty="0">
              <a:solidFill>
                <a:prstClr val="white"/>
              </a:solidFill>
              <a:latin typeface="Open Sans" pitchFamily="34" charset="0"/>
              <a:ea typeface="Open Sans" pitchFamily="34" charset="0"/>
              <a:cs typeface="Open Sans" pitchFamily="34" charset="0"/>
            </a:endParaRPr>
          </a:p>
        </p:txBody>
      </p:sp>
      <p:sp>
        <p:nvSpPr>
          <p:cNvPr id="19" name="Text Placeholder 1"/>
          <p:cNvSpPr txBox="1">
            <a:spLocks/>
          </p:cNvSpPr>
          <p:nvPr/>
        </p:nvSpPr>
        <p:spPr>
          <a:xfrm>
            <a:off x="2692400" y="371303"/>
            <a:ext cx="8951913" cy="642937"/>
          </a:xfrm>
          <a:prstGeom prst="rect">
            <a:avLst/>
          </a:prstGeom>
        </p:spPr>
        <p:txBody>
          <a:bodyPr/>
          <a:lstStyle>
            <a:defPPr>
              <a:defRPr lang="en-US"/>
            </a:defPPr>
            <a:lvl1pPr algn="l" rtl="0" fontAlgn="auto">
              <a:spcBef>
                <a:spcPts val="0"/>
              </a:spcBef>
              <a:spcAft>
                <a:spcPts val="0"/>
              </a:spcAft>
              <a:defRPr kern="1200">
                <a:solidFill>
                  <a:prstClr val="black"/>
                </a:solidFill>
                <a:latin typeface="Calibri" panose="020F0502020204030204"/>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lvl="1" algn="r" rtl="1"/>
            <a:r>
              <a:rPr lang="ar-SA" sz="4400" b="1" u="sng" dirty="0"/>
              <a:t>الإعلام التربوي</a:t>
            </a:r>
            <a:endParaRPr lang="en-US" sz="4400" u="sng" dirty="0"/>
          </a:p>
        </p:txBody>
      </p:sp>
      <p:grpSp>
        <p:nvGrpSpPr>
          <p:cNvPr id="20" name="Group 20"/>
          <p:cNvGrpSpPr>
            <a:grpSpLocks/>
          </p:cNvGrpSpPr>
          <p:nvPr/>
        </p:nvGrpSpPr>
        <p:grpSpPr bwMode="auto">
          <a:xfrm>
            <a:off x="11409363" y="419100"/>
            <a:ext cx="46037" cy="676275"/>
            <a:chOff x="455000" y="491056"/>
            <a:chExt cx="45720" cy="675713"/>
          </a:xfrm>
        </p:grpSpPr>
        <p:sp>
          <p:nvSpPr>
            <p:cNvPr id="21" name="Rectangle 20"/>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2" name="Rectangle 21"/>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23" name="Group 22"/>
          <p:cNvGrpSpPr/>
          <p:nvPr/>
        </p:nvGrpSpPr>
        <p:grpSpPr>
          <a:xfrm>
            <a:off x="1131727" y="1958900"/>
            <a:ext cx="3645091" cy="3949321"/>
            <a:chOff x="1438010" y="1958900"/>
            <a:chExt cx="3645091" cy="3949321"/>
          </a:xfrm>
        </p:grpSpPr>
        <p:grpSp>
          <p:nvGrpSpPr>
            <p:cNvPr id="24" name="Group 23"/>
            <p:cNvGrpSpPr/>
            <p:nvPr/>
          </p:nvGrpSpPr>
          <p:grpSpPr>
            <a:xfrm>
              <a:off x="1508579" y="1958900"/>
              <a:ext cx="3387271" cy="3949321"/>
              <a:chOff x="1508579" y="1958900"/>
              <a:chExt cx="3387271" cy="3949321"/>
            </a:xfrm>
          </p:grpSpPr>
          <p:sp>
            <p:nvSpPr>
              <p:cNvPr id="31" name="Freeform 19"/>
              <p:cNvSpPr>
                <a:spLocks/>
              </p:cNvSpPr>
              <p:nvPr/>
            </p:nvSpPr>
            <p:spPr bwMode="auto">
              <a:xfrm rot="19150809" flipH="1">
                <a:off x="1891283" y="2641441"/>
                <a:ext cx="144951" cy="283512"/>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2" name="Freeform 5"/>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close/>
                  </a:path>
                </a:pathLst>
              </a:custGeom>
              <a:solidFill>
                <a:srgbClr val="F2C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3" name="Freeform 6"/>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4" name="Freeform 7"/>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5" name="Freeform 8"/>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6" name="Freeform 9"/>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7" name="Freeform 10"/>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8" name="Freeform 11"/>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9" name="Freeform 12"/>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0" name="Freeform 13"/>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1" name="Freeform 14"/>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2" name="Freeform 15"/>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3" name="Freeform 16"/>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4" name="Freeform 17"/>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5" name="Freeform 18"/>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6" name="Freeform 19"/>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7" name="Freeform 20"/>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8" name="Freeform 21"/>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9" name="Freeform 22"/>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0" name="Freeform 25"/>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1" name="Freeform 26"/>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2" name="Freeform 27"/>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3" name="Freeform 29"/>
              <p:cNvSpPr>
                <a:spLocks/>
              </p:cNvSpPr>
              <p:nvPr/>
            </p:nvSpPr>
            <p:spPr bwMode="auto">
              <a:xfrm>
                <a:off x="2153229" y="2404608"/>
                <a:ext cx="51495" cy="74383"/>
              </a:xfrm>
              <a:custGeom>
                <a:avLst/>
                <a:gdLst>
                  <a:gd name="T0" fmla="*/ 54 w 54"/>
                  <a:gd name="T1" fmla="*/ 34 h 78"/>
                  <a:gd name="T2" fmla="*/ 54 w 54"/>
                  <a:gd name="T3" fmla="*/ 34 h 78"/>
                  <a:gd name="T4" fmla="*/ 54 w 54"/>
                  <a:gd name="T5" fmla="*/ 50 h 78"/>
                  <a:gd name="T6" fmla="*/ 52 w 54"/>
                  <a:gd name="T7" fmla="*/ 64 h 78"/>
                  <a:gd name="T8" fmla="*/ 48 w 54"/>
                  <a:gd name="T9" fmla="*/ 68 h 78"/>
                  <a:gd name="T10" fmla="*/ 46 w 54"/>
                  <a:gd name="T11" fmla="*/ 74 h 78"/>
                  <a:gd name="T12" fmla="*/ 40 w 54"/>
                  <a:gd name="T13" fmla="*/ 76 h 78"/>
                  <a:gd name="T14" fmla="*/ 36 w 54"/>
                  <a:gd name="T15" fmla="*/ 78 h 78"/>
                  <a:gd name="T16" fmla="*/ 36 w 54"/>
                  <a:gd name="T17" fmla="*/ 78 h 78"/>
                  <a:gd name="T18" fmla="*/ 30 w 54"/>
                  <a:gd name="T19" fmla="*/ 78 h 78"/>
                  <a:gd name="T20" fmla="*/ 24 w 54"/>
                  <a:gd name="T21" fmla="*/ 78 h 78"/>
                  <a:gd name="T22" fmla="*/ 20 w 54"/>
                  <a:gd name="T23" fmla="*/ 74 h 78"/>
                  <a:gd name="T24" fmla="*/ 14 w 54"/>
                  <a:gd name="T25" fmla="*/ 70 h 78"/>
                  <a:gd name="T26" fmla="*/ 6 w 54"/>
                  <a:gd name="T27" fmla="*/ 60 h 78"/>
                  <a:gd name="T28" fmla="*/ 2 w 54"/>
                  <a:gd name="T29" fmla="*/ 44 h 78"/>
                  <a:gd name="T30" fmla="*/ 2 w 54"/>
                  <a:gd name="T31" fmla="*/ 44 h 78"/>
                  <a:gd name="T32" fmla="*/ 0 w 54"/>
                  <a:gd name="T33" fmla="*/ 28 h 78"/>
                  <a:gd name="T34" fmla="*/ 4 w 54"/>
                  <a:gd name="T35" fmla="*/ 16 h 78"/>
                  <a:gd name="T36" fmla="*/ 6 w 54"/>
                  <a:gd name="T37" fmla="*/ 10 h 78"/>
                  <a:gd name="T38" fmla="*/ 10 w 54"/>
                  <a:gd name="T39" fmla="*/ 6 h 78"/>
                  <a:gd name="T40" fmla="*/ 14 w 54"/>
                  <a:gd name="T41" fmla="*/ 2 h 78"/>
                  <a:gd name="T42" fmla="*/ 20 w 54"/>
                  <a:gd name="T43" fmla="*/ 0 h 78"/>
                  <a:gd name="T44" fmla="*/ 20 w 54"/>
                  <a:gd name="T45" fmla="*/ 0 h 78"/>
                  <a:gd name="T46" fmla="*/ 26 w 54"/>
                  <a:gd name="T47" fmla="*/ 0 h 78"/>
                  <a:gd name="T48" fmla="*/ 30 w 54"/>
                  <a:gd name="T49" fmla="*/ 0 h 78"/>
                  <a:gd name="T50" fmla="*/ 36 w 54"/>
                  <a:gd name="T51" fmla="*/ 4 h 78"/>
                  <a:gd name="T52" fmla="*/ 40 w 54"/>
                  <a:gd name="T53" fmla="*/ 8 h 78"/>
                  <a:gd name="T54" fmla="*/ 48 w 54"/>
                  <a:gd name="T55" fmla="*/ 20 h 78"/>
                  <a:gd name="T56" fmla="*/ 54 w 54"/>
                  <a:gd name="T57" fmla="*/ 3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8">
                    <a:moveTo>
                      <a:pt x="54" y="34"/>
                    </a:moveTo>
                    <a:lnTo>
                      <a:pt x="54" y="34"/>
                    </a:lnTo>
                    <a:lnTo>
                      <a:pt x="54" y="50"/>
                    </a:lnTo>
                    <a:lnTo>
                      <a:pt x="52" y="64"/>
                    </a:lnTo>
                    <a:lnTo>
                      <a:pt x="48" y="68"/>
                    </a:lnTo>
                    <a:lnTo>
                      <a:pt x="46" y="74"/>
                    </a:lnTo>
                    <a:lnTo>
                      <a:pt x="40" y="76"/>
                    </a:lnTo>
                    <a:lnTo>
                      <a:pt x="36" y="78"/>
                    </a:lnTo>
                    <a:lnTo>
                      <a:pt x="36" y="78"/>
                    </a:lnTo>
                    <a:lnTo>
                      <a:pt x="30" y="78"/>
                    </a:lnTo>
                    <a:lnTo>
                      <a:pt x="24" y="78"/>
                    </a:lnTo>
                    <a:lnTo>
                      <a:pt x="20" y="74"/>
                    </a:lnTo>
                    <a:lnTo>
                      <a:pt x="14" y="70"/>
                    </a:lnTo>
                    <a:lnTo>
                      <a:pt x="6" y="60"/>
                    </a:lnTo>
                    <a:lnTo>
                      <a:pt x="2" y="44"/>
                    </a:lnTo>
                    <a:lnTo>
                      <a:pt x="2" y="44"/>
                    </a:lnTo>
                    <a:lnTo>
                      <a:pt x="0" y="28"/>
                    </a:lnTo>
                    <a:lnTo>
                      <a:pt x="4" y="16"/>
                    </a:lnTo>
                    <a:lnTo>
                      <a:pt x="6" y="10"/>
                    </a:lnTo>
                    <a:lnTo>
                      <a:pt x="10" y="6"/>
                    </a:lnTo>
                    <a:lnTo>
                      <a:pt x="14" y="2"/>
                    </a:lnTo>
                    <a:lnTo>
                      <a:pt x="20" y="0"/>
                    </a:lnTo>
                    <a:lnTo>
                      <a:pt x="20" y="0"/>
                    </a:lnTo>
                    <a:lnTo>
                      <a:pt x="26" y="0"/>
                    </a:lnTo>
                    <a:lnTo>
                      <a:pt x="30" y="0"/>
                    </a:lnTo>
                    <a:lnTo>
                      <a:pt x="36" y="4"/>
                    </a:lnTo>
                    <a:lnTo>
                      <a:pt x="40" y="8"/>
                    </a:lnTo>
                    <a:lnTo>
                      <a:pt x="48" y="20"/>
                    </a:lnTo>
                    <a:lnTo>
                      <a:pt x="54"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4" name="Freeform 31"/>
              <p:cNvSpPr>
                <a:spLocks/>
              </p:cNvSpPr>
              <p:nvPr/>
            </p:nvSpPr>
            <p:spPr bwMode="auto">
              <a:xfrm>
                <a:off x="2372562" y="2370278"/>
                <a:ext cx="47681" cy="66753"/>
              </a:xfrm>
              <a:custGeom>
                <a:avLst/>
                <a:gdLst>
                  <a:gd name="T0" fmla="*/ 48 w 50"/>
                  <a:gd name="T1" fmla="*/ 30 h 70"/>
                  <a:gd name="T2" fmla="*/ 48 w 50"/>
                  <a:gd name="T3" fmla="*/ 30 h 70"/>
                  <a:gd name="T4" fmla="*/ 50 w 50"/>
                  <a:gd name="T5" fmla="*/ 44 h 70"/>
                  <a:gd name="T6" fmla="*/ 46 w 50"/>
                  <a:gd name="T7" fmla="*/ 58 h 70"/>
                  <a:gd name="T8" fmla="*/ 40 w 50"/>
                  <a:gd name="T9" fmla="*/ 66 h 70"/>
                  <a:gd name="T10" fmla="*/ 36 w 50"/>
                  <a:gd name="T11" fmla="*/ 68 h 70"/>
                  <a:gd name="T12" fmla="*/ 32 w 50"/>
                  <a:gd name="T13" fmla="*/ 70 h 70"/>
                  <a:gd name="T14" fmla="*/ 32 w 50"/>
                  <a:gd name="T15" fmla="*/ 70 h 70"/>
                  <a:gd name="T16" fmla="*/ 28 w 50"/>
                  <a:gd name="T17" fmla="*/ 70 h 70"/>
                  <a:gd name="T18" fmla="*/ 22 w 50"/>
                  <a:gd name="T19" fmla="*/ 70 h 70"/>
                  <a:gd name="T20" fmla="*/ 14 w 50"/>
                  <a:gd name="T21" fmla="*/ 64 h 70"/>
                  <a:gd name="T22" fmla="*/ 6 w 50"/>
                  <a:gd name="T23" fmla="*/ 54 h 70"/>
                  <a:gd name="T24" fmla="*/ 2 w 50"/>
                  <a:gd name="T25" fmla="*/ 40 h 70"/>
                  <a:gd name="T26" fmla="*/ 2 w 50"/>
                  <a:gd name="T27" fmla="*/ 40 h 70"/>
                  <a:gd name="T28" fmla="*/ 0 w 50"/>
                  <a:gd name="T29" fmla="*/ 26 h 70"/>
                  <a:gd name="T30" fmla="*/ 4 w 50"/>
                  <a:gd name="T31" fmla="*/ 14 h 70"/>
                  <a:gd name="T32" fmla="*/ 10 w 50"/>
                  <a:gd name="T33" fmla="*/ 6 h 70"/>
                  <a:gd name="T34" fmla="*/ 14 w 50"/>
                  <a:gd name="T35" fmla="*/ 2 h 70"/>
                  <a:gd name="T36" fmla="*/ 18 w 50"/>
                  <a:gd name="T37" fmla="*/ 0 h 70"/>
                  <a:gd name="T38" fmla="*/ 18 w 50"/>
                  <a:gd name="T39" fmla="*/ 0 h 70"/>
                  <a:gd name="T40" fmla="*/ 22 w 50"/>
                  <a:gd name="T41" fmla="*/ 0 h 70"/>
                  <a:gd name="T42" fmla="*/ 28 w 50"/>
                  <a:gd name="T43" fmla="*/ 2 h 70"/>
                  <a:gd name="T44" fmla="*/ 36 w 50"/>
                  <a:gd name="T45" fmla="*/ 8 h 70"/>
                  <a:gd name="T46" fmla="*/ 44 w 50"/>
                  <a:gd name="T47" fmla="*/ 18 h 70"/>
                  <a:gd name="T48" fmla="*/ 48 w 50"/>
                  <a:gd name="T49"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70">
                    <a:moveTo>
                      <a:pt x="48" y="30"/>
                    </a:moveTo>
                    <a:lnTo>
                      <a:pt x="48" y="30"/>
                    </a:lnTo>
                    <a:lnTo>
                      <a:pt x="50" y="44"/>
                    </a:lnTo>
                    <a:lnTo>
                      <a:pt x="46" y="58"/>
                    </a:lnTo>
                    <a:lnTo>
                      <a:pt x="40" y="66"/>
                    </a:lnTo>
                    <a:lnTo>
                      <a:pt x="36" y="68"/>
                    </a:lnTo>
                    <a:lnTo>
                      <a:pt x="32" y="70"/>
                    </a:lnTo>
                    <a:lnTo>
                      <a:pt x="32" y="70"/>
                    </a:lnTo>
                    <a:lnTo>
                      <a:pt x="28" y="70"/>
                    </a:lnTo>
                    <a:lnTo>
                      <a:pt x="22" y="70"/>
                    </a:lnTo>
                    <a:lnTo>
                      <a:pt x="14" y="64"/>
                    </a:lnTo>
                    <a:lnTo>
                      <a:pt x="6" y="54"/>
                    </a:lnTo>
                    <a:lnTo>
                      <a:pt x="2" y="40"/>
                    </a:lnTo>
                    <a:lnTo>
                      <a:pt x="2" y="40"/>
                    </a:lnTo>
                    <a:lnTo>
                      <a:pt x="0" y="26"/>
                    </a:lnTo>
                    <a:lnTo>
                      <a:pt x="4" y="14"/>
                    </a:lnTo>
                    <a:lnTo>
                      <a:pt x="10" y="6"/>
                    </a:lnTo>
                    <a:lnTo>
                      <a:pt x="14" y="2"/>
                    </a:lnTo>
                    <a:lnTo>
                      <a:pt x="18" y="0"/>
                    </a:lnTo>
                    <a:lnTo>
                      <a:pt x="18" y="0"/>
                    </a:lnTo>
                    <a:lnTo>
                      <a:pt x="22" y="0"/>
                    </a:lnTo>
                    <a:lnTo>
                      <a:pt x="28" y="2"/>
                    </a:lnTo>
                    <a:lnTo>
                      <a:pt x="36" y="8"/>
                    </a:lnTo>
                    <a:lnTo>
                      <a:pt x="44" y="18"/>
                    </a:lnTo>
                    <a:lnTo>
                      <a:pt x="48"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5" name="Freeform 32"/>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6" name="Freeform 33"/>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7" name="Freeform 34"/>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8" name="Freeform 35"/>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9" name="Freeform 36"/>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0" name="Freeform 37"/>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1" name="Freeform 38"/>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2" name="Freeform 39"/>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3" name="Freeform 40"/>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close/>
                  </a:path>
                </a:pathLst>
              </a:custGeom>
              <a:solidFill>
                <a:srgbClr val="291E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4" name="Freeform 41"/>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5" name="Freeform 42"/>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close/>
                  </a:path>
                </a:pathLst>
              </a:custGeom>
              <a:solidFill>
                <a:srgbClr val="38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6" name="Freeform 43"/>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7" name="Freeform 44"/>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8" name="Freeform 45"/>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9" name="Freeform 46"/>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0" name="Freeform 47"/>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1" name="Freeform 48"/>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2" name="Freeform 49"/>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3" name="Freeform 50"/>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4" name="Freeform 51"/>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5" name="Freeform 52"/>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6" name="Freeform 53"/>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7" name="Freeform 54"/>
              <p:cNvSpPr>
                <a:spLocks/>
              </p:cNvSpPr>
              <p:nvPr/>
            </p:nvSpPr>
            <p:spPr bwMode="auto">
              <a:xfrm>
                <a:off x="2103640" y="3045443"/>
                <a:ext cx="438667" cy="547380"/>
              </a:xfrm>
              <a:custGeom>
                <a:avLst/>
                <a:gdLst>
                  <a:gd name="T0" fmla="*/ 148 w 460"/>
                  <a:gd name="T1" fmla="*/ 0 h 574"/>
                  <a:gd name="T2" fmla="*/ 224 w 460"/>
                  <a:gd name="T3" fmla="*/ 124 h 574"/>
                  <a:gd name="T4" fmla="*/ 192 w 460"/>
                  <a:gd name="T5" fmla="*/ 0 h 574"/>
                  <a:gd name="T6" fmla="*/ 288 w 460"/>
                  <a:gd name="T7" fmla="*/ 0 h 574"/>
                  <a:gd name="T8" fmla="*/ 288 w 460"/>
                  <a:gd name="T9" fmla="*/ 0 h 574"/>
                  <a:gd name="T10" fmla="*/ 312 w 460"/>
                  <a:gd name="T11" fmla="*/ 64 h 574"/>
                  <a:gd name="T12" fmla="*/ 338 w 460"/>
                  <a:gd name="T13" fmla="*/ 134 h 574"/>
                  <a:gd name="T14" fmla="*/ 366 w 460"/>
                  <a:gd name="T15" fmla="*/ 220 h 574"/>
                  <a:gd name="T16" fmla="*/ 398 w 460"/>
                  <a:gd name="T17" fmla="*/ 314 h 574"/>
                  <a:gd name="T18" fmla="*/ 426 w 460"/>
                  <a:gd name="T19" fmla="*/ 408 h 574"/>
                  <a:gd name="T20" fmla="*/ 436 w 460"/>
                  <a:gd name="T21" fmla="*/ 454 h 574"/>
                  <a:gd name="T22" fmla="*/ 446 w 460"/>
                  <a:gd name="T23" fmla="*/ 498 h 574"/>
                  <a:gd name="T24" fmla="*/ 454 w 460"/>
                  <a:gd name="T25" fmla="*/ 538 h 574"/>
                  <a:gd name="T26" fmla="*/ 460 w 460"/>
                  <a:gd name="T27" fmla="*/ 574 h 574"/>
                  <a:gd name="T28" fmla="*/ 460 w 460"/>
                  <a:gd name="T29" fmla="*/ 574 h 574"/>
                  <a:gd name="T30" fmla="*/ 400 w 460"/>
                  <a:gd name="T31" fmla="*/ 506 h 574"/>
                  <a:gd name="T32" fmla="*/ 264 w 460"/>
                  <a:gd name="T33" fmla="*/ 350 h 574"/>
                  <a:gd name="T34" fmla="*/ 186 w 460"/>
                  <a:gd name="T35" fmla="*/ 264 h 574"/>
                  <a:gd name="T36" fmla="*/ 110 w 460"/>
                  <a:gd name="T37" fmla="*/ 182 h 574"/>
                  <a:gd name="T38" fmla="*/ 46 w 460"/>
                  <a:gd name="T39" fmla="*/ 116 h 574"/>
                  <a:gd name="T40" fmla="*/ 20 w 460"/>
                  <a:gd name="T41" fmla="*/ 92 h 574"/>
                  <a:gd name="T42" fmla="*/ 0 w 460"/>
                  <a:gd name="T43" fmla="*/ 76 h 574"/>
                  <a:gd name="T44" fmla="*/ 148 w 460"/>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74">
                    <a:moveTo>
                      <a:pt x="148" y="0"/>
                    </a:moveTo>
                    <a:lnTo>
                      <a:pt x="224" y="124"/>
                    </a:lnTo>
                    <a:lnTo>
                      <a:pt x="192" y="0"/>
                    </a:lnTo>
                    <a:lnTo>
                      <a:pt x="288" y="0"/>
                    </a:lnTo>
                    <a:lnTo>
                      <a:pt x="288" y="0"/>
                    </a:lnTo>
                    <a:lnTo>
                      <a:pt x="312" y="64"/>
                    </a:lnTo>
                    <a:lnTo>
                      <a:pt x="338" y="134"/>
                    </a:lnTo>
                    <a:lnTo>
                      <a:pt x="366" y="220"/>
                    </a:lnTo>
                    <a:lnTo>
                      <a:pt x="398" y="314"/>
                    </a:lnTo>
                    <a:lnTo>
                      <a:pt x="426" y="408"/>
                    </a:lnTo>
                    <a:lnTo>
                      <a:pt x="436" y="454"/>
                    </a:lnTo>
                    <a:lnTo>
                      <a:pt x="446" y="498"/>
                    </a:lnTo>
                    <a:lnTo>
                      <a:pt x="454" y="538"/>
                    </a:lnTo>
                    <a:lnTo>
                      <a:pt x="460" y="574"/>
                    </a:lnTo>
                    <a:lnTo>
                      <a:pt x="460" y="574"/>
                    </a:lnTo>
                    <a:lnTo>
                      <a:pt x="400" y="506"/>
                    </a:lnTo>
                    <a:lnTo>
                      <a:pt x="264" y="350"/>
                    </a:lnTo>
                    <a:lnTo>
                      <a:pt x="186" y="264"/>
                    </a:lnTo>
                    <a:lnTo>
                      <a:pt x="110" y="182"/>
                    </a:lnTo>
                    <a:lnTo>
                      <a:pt x="46" y="116"/>
                    </a:lnTo>
                    <a:lnTo>
                      <a:pt x="20" y="92"/>
                    </a:lnTo>
                    <a:lnTo>
                      <a:pt x="0" y="76"/>
                    </a:lnTo>
                    <a:lnTo>
                      <a:pt x="148"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8" name="Freeform 55"/>
              <p:cNvSpPr>
                <a:spLocks/>
              </p:cNvSpPr>
              <p:nvPr/>
            </p:nvSpPr>
            <p:spPr bwMode="auto">
              <a:xfrm>
                <a:off x="2088382" y="3020649"/>
                <a:ext cx="156394" cy="143044"/>
              </a:xfrm>
              <a:custGeom>
                <a:avLst/>
                <a:gdLst>
                  <a:gd name="T0" fmla="*/ 0 w 164"/>
                  <a:gd name="T1" fmla="*/ 0 h 150"/>
                  <a:gd name="T2" fmla="*/ 164 w 164"/>
                  <a:gd name="T3" fmla="*/ 26 h 150"/>
                  <a:gd name="T4" fmla="*/ 164 w 164"/>
                  <a:gd name="T5" fmla="*/ 150 h 150"/>
                  <a:gd name="T6" fmla="*/ 164 w 164"/>
                  <a:gd name="T7" fmla="*/ 150 h 150"/>
                  <a:gd name="T8" fmla="*/ 84 w 164"/>
                  <a:gd name="T9" fmla="*/ 126 h 150"/>
                  <a:gd name="T10" fmla="*/ 28 w 164"/>
                  <a:gd name="T11" fmla="*/ 106 h 150"/>
                  <a:gd name="T12" fmla="*/ 8 w 164"/>
                  <a:gd name="T13" fmla="*/ 98 h 150"/>
                  <a:gd name="T14" fmla="*/ 0 w 164"/>
                  <a:gd name="T15" fmla="*/ 94 h 150"/>
                  <a:gd name="T16" fmla="*/ 0 w 164"/>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50">
                    <a:moveTo>
                      <a:pt x="0" y="0"/>
                    </a:moveTo>
                    <a:lnTo>
                      <a:pt x="164" y="26"/>
                    </a:lnTo>
                    <a:lnTo>
                      <a:pt x="164" y="150"/>
                    </a:lnTo>
                    <a:lnTo>
                      <a:pt x="164" y="150"/>
                    </a:lnTo>
                    <a:lnTo>
                      <a:pt x="84" y="126"/>
                    </a:lnTo>
                    <a:lnTo>
                      <a:pt x="28" y="106"/>
                    </a:lnTo>
                    <a:lnTo>
                      <a:pt x="8" y="98"/>
                    </a:lnTo>
                    <a:lnTo>
                      <a:pt x="0" y="9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9" name="Freeform 56"/>
              <p:cNvSpPr>
                <a:spLocks/>
              </p:cNvSpPr>
              <p:nvPr/>
            </p:nvSpPr>
            <p:spPr bwMode="auto">
              <a:xfrm>
                <a:off x="2269570" y="3146527"/>
                <a:ext cx="125878" cy="87734"/>
              </a:xfrm>
              <a:custGeom>
                <a:avLst/>
                <a:gdLst>
                  <a:gd name="T0" fmla="*/ 0 w 132"/>
                  <a:gd name="T1" fmla="*/ 36 h 92"/>
                  <a:gd name="T2" fmla="*/ 0 w 132"/>
                  <a:gd name="T3" fmla="*/ 36 h 92"/>
                  <a:gd name="T4" fmla="*/ 10 w 132"/>
                  <a:gd name="T5" fmla="*/ 30 h 92"/>
                  <a:gd name="T6" fmla="*/ 36 w 132"/>
                  <a:gd name="T7" fmla="*/ 16 h 92"/>
                  <a:gd name="T8" fmla="*/ 52 w 132"/>
                  <a:gd name="T9" fmla="*/ 8 h 92"/>
                  <a:gd name="T10" fmla="*/ 70 w 132"/>
                  <a:gd name="T11" fmla="*/ 4 h 92"/>
                  <a:gd name="T12" fmla="*/ 90 w 132"/>
                  <a:gd name="T13" fmla="*/ 0 h 92"/>
                  <a:gd name="T14" fmla="*/ 108 w 132"/>
                  <a:gd name="T15" fmla="*/ 2 h 92"/>
                  <a:gd name="T16" fmla="*/ 132 w 132"/>
                  <a:gd name="T17" fmla="*/ 66 h 92"/>
                  <a:gd name="T18" fmla="*/ 78 w 132"/>
                  <a:gd name="T19" fmla="*/ 92 h 92"/>
                  <a:gd name="T20" fmla="*/ 0 w 132"/>
                  <a:gd name="T21"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92">
                    <a:moveTo>
                      <a:pt x="0" y="36"/>
                    </a:moveTo>
                    <a:lnTo>
                      <a:pt x="0" y="36"/>
                    </a:lnTo>
                    <a:lnTo>
                      <a:pt x="10" y="30"/>
                    </a:lnTo>
                    <a:lnTo>
                      <a:pt x="36" y="16"/>
                    </a:lnTo>
                    <a:lnTo>
                      <a:pt x="52" y="8"/>
                    </a:lnTo>
                    <a:lnTo>
                      <a:pt x="70" y="4"/>
                    </a:lnTo>
                    <a:lnTo>
                      <a:pt x="90" y="0"/>
                    </a:lnTo>
                    <a:lnTo>
                      <a:pt x="108" y="2"/>
                    </a:lnTo>
                    <a:lnTo>
                      <a:pt x="132" y="66"/>
                    </a:lnTo>
                    <a:lnTo>
                      <a:pt x="78" y="92"/>
                    </a:lnTo>
                    <a:lnTo>
                      <a:pt x="0" y="3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0" name="Freeform 57"/>
              <p:cNvSpPr>
                <a:spLocks/>
              </p:cNvSpPr>
              <p:nvPr/>
            </p:nvSpPr>
            <p:spPr bwMode="auto">
              <a:xfrm>
                <a:off x="2343953" y="3209466"/>
                <a:ext cx="215519" cy="404337"/>
              </a:xfrm>
              <a:custGeom>
                <a:avLst/>
                <a:gdLst>
                  <a:gd name="T0" fmla="*/ 22 w 226"/>
                  <a:gd name="T1" fmla="*/ 190 h 424"/>
                  <a:gd name="T2" fmla="*/ 0 w 226"/>
                  <a:gd name="T3" fmla="*/ 26 h 424"/>
                  <a:gd name="T4" fmla="*/ 54 w 226"/>
                  <a:gd name="T5" fmla="*/ 0 h 424"/>
                  <a:gd name="T6" fmla="*/ 54 w 226"/>
                  <a:gd name="T7" fmla="*/ 0 h 424"/>
                  <a:gd name="T8" fmla="*/ 110 w 226"/>
                  <a:gd name="T9" fmla="*/ 92 h 424"/>
                  <a:gd name="T10" fmla="*/ 156 w 226"/>
                  <a:gd name="T11" fmla="*/ 166 h 424"/>
                  <a:gd name="T12" fmla="*/ 188 w 226"/>
                  <a:gd name="T13" fmla="*/ 218 h 424"/>
                  <a:gd name="T14" fmla="*/ 226 w 226"/>
                  <a:gd name="T15" fmla="*/ 424 h 424"/>
                  <a:gd name="T16" fmla="*/ 22 w 226"/>
                  <a:gd name="T17" fmla="*/ 19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424">
                    <a:moveTo>
                      <a:pt x="22" y="190"/>
                    </a:moveTo>
                    <a:lnTo>
                      <a:pt x="0" y="26"/>
                    </a:lnTo>
                    <a:lnTo>
                      <a:pt x="54" y="0"/>
                    </a:lnTo>
                    <a:lnTo>
                      <a:pt x="54" y="0"/>
                    </a:lnTo>
                    <a:lnTo>
                      <a:pt x="110" y="92"/>
                    </a:lnTo>
                    <a:lnTo>
                      <a:pt x="156" y="166"/>
                    </a:lnTo>
                    <a:lnTo>
                      <a:pt x="188" y="218"/>
                    </a:lnTo>
                    <a:lnTo>
                      <a:pt x="226" y="424"/>
                    </a:lnTo>
                    <a:lnTo>
                      <a:pt x="22" y="19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1" name="Freeform 58"/>
              <p:cNvSpPr>
                <a:spLocks/>
              </p:cNvSpPr>
              <p:nvPr/>
            </p:nvSpPr>
            <p:spPr bwMode="auto">
              <a:xfrm>
                <a:off x="2023536" y="3045443"/>
                <a:ext cx="535937" cy="568360"/>
              </a:xfrm>
              <a:custGeom>
                <a:avLst/>
                <a:gdLst>
                  <a:gd name="T0" fmla="*/ 68 w 562"/>
                  <a:gd name="T1" fmla="*/ 0 h 596"/>
                  <a:gd name="T2" fmla="*/ 68 w 562"/>
                  <a:gd name="T3" fmla="*/ 0 h 596"/>
                  <a:gd name="T4" fmla="*/ 42 w 562"/>
                  <a:gd name="T5" fmla="*/ 70 h 596"/>
                  <a:gd name="T6" fmla="*/ 20 w 562"/>
                  <a:gd name="T7" fmla="*/ 134 h 596"/>
                  <a:gd name="T8" fmla="*/ 0 w 562"/>
                  <a:gd name="T9" fmla="*/ 198 h 596"/>
                  <a:gd name="T10" fmla="*/ 0 w 562"/>
                  <a:gd name="T11" fmla="*/ 198 h 596"/>
                  <a:gd name="T12" fmla="*/ 16 w 562"/>
                  <a:gd name="T13" fmla="*/ 204 h 596"/>
                  <a:gd name="T14" fmla="*/ 60 w 562"/>
                  <a:gd name="T15" fmla="*/ 216 h 596"/>
                  <a:gd name="T16" fmla="*/ 90 w 562"/>
                  <a:gd name="T17" fmla="*/ 224 h 596"/>
                  <a:gd name="T18" fmla="*/ 126 w 562"/>
                  <a:gd name="T19" fmla="*/ 232 h 596"/>
                  <a:gd name="T20" fmla="*/ 164 w 562"/>
                  <a:gd name="T21" fmla="*/ 238 h 596"/>
                  <a:gd name="T22" fmla="*/ 204 w 562"/>
                  <a:gd name="T23" fmla="*/ 244 h 596"/>
                  <a:gd name="T24" fmla="*/ 204 w 562"/>
                  <a:gd name="T25" fmla="*/ 244 h 596"/>
                  <a:gd name="T26" fmla="*/ 184 w 562"/>
                  <a:gd name="T27" fmla="*/ 338 h 596"/>
                  <a:gd name="T28" fmla="*/ 170 w 562"/>
                  <a:gd name="T29" fmla="*/ 406 h 596"/>
                  <a:gd name="T30" fmla="*/ 168 w 562"/>
                  <a:gd name="T31" fmla="*/ 430 h 596"/>
                  <a:gd name="T32" fmla="*/ 168 w 562"/>
                  <a:gd name="T33" fmla="*/ 442 h 596"/>
                  <a:gd name="T34" fmla="*/ 168 w 562"/>
                  <a:gd name="T35" fmla="*/ 442 h 596"/>
                  <a:gd name="T36" fmla="*/ 212 w 562"/>
                  <a:gd name="T37" fmla="*/ 458 h 596"/>
                  <a:gd name="T38" fmla="*/ 320 w 562"/>
                  <a:gd name="T39" fmla="*/ 494 h 596"/>
                  <a:gd name="T40" fmla="*/ 384 w 562"/>
                  <a:gd name="T41" fmla="*/ 518 h 596"/>
                  <a:gd name="T42" fmla="*/ 450 w 562"/>
                  <a:gd name="T43" fmla="*/ 544 h 596"/>
                  <a:gd name="T44" fmla="*/ 510 w 562"/>
                  <a:gd name="T45" fmla="*/ 570 h 596"/>
                  <a:gd name="T46" fmla="*/ 562 w 562"/>
                  <a:gd name="T47" fmla="*/ 596 h 596"/>
                  <a:gd name="T48" fmla="*/ 562 w 562"/>
                  <a:gd name="T49" fmla="*/ 596 h 596"/>
                  <a:gd name="T50" fmla="*/ 464 w 562"/>
                  <a:gd name="T51" fmla="*/ 486 h 596"/>
                  <a:gd name="T52" fmla="*/ 322 w 562"/>
                  <a:gd name="T53" fmla="*/ 326 h 596"/>
                  <a:gd name="T54" fmla="*/ 180 w 562"/>
                  <a:gd name="T55" fmla="*/ 172 h 596"/>
                  <a:gd name="T56" fmla="*/ 124 w 562"/>
                  <a:gd name="T57" fmla="*/ 112 h 596"/>
                  <a:gd name="T58" fmla="*/ 84 w 562"/>
                  <a:gd name="T59" fmla="*/ 70 h 596"/>
                  <a:gd name="T60" fmla="*/ 68 w 562"/>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596">
                    <a:moveTo>
                      <a:pt x="68" y="0"/>
                    </a:moveTo>
                    <a:lnTo>
                      <a:pt x="68" y="0"/>
                    </a:lnTo>
                    <a:lnTo>
                      <a:pt x="42" y="70"/>
                    </a:lnTo>
                    <a:lnTo>
                      <a:pt x="20" y="134"/>
                    </a:lnTo>
                    <a:lnTo>
                      <a:pt x="0" y="198"/>
                    </a:lnTo>
                    <a:lnTo>
                      <a:pt x="0" y="198"/>
                    </a:lnTo>
                    <a:lnTo>
                      <a:pt x="16" y="204"/>
                    </a:lnTo>
                    <a:lnTo>
                      <a:pt x="60" y="216"/>
                    </a:lnTo>
                    <a:lnTo>
                      <a:pt x="90" y="224"/>
                    </a:lnTo>
                    <a:lnTo>
                      <a:pt x="126" y="232"/>
                    </a:lnTo>
                    <a:lnTo>
                      <a:pt x="164" y="238"/>
                    </a:lnTo>
                    <a:lnTo>
                      <a:pt x="204" y="244"/>
                    </a:lnTo>
                    <a:lnTo>
                      <a:pt x="204" y="244"/>
                    </a:lnTo>
                    <a:lnTo>
                      <a:pt x="184" y="338"/>
                    </a:lnTo>
                    <a:lnTo>
                      <a:pt x="170" y="406"/>
                    </a:lnTo>
                    <a:lnTo>
                      <a:pt x="168" y="430"/>
                    </a:lnTo>
                    <a:lnTo>
                      <a:pt x="168" y="442"/>
                    </a:lnTo>
                    <a:lnTo>
                      <a:pt x="168" y="442"/>
                    </a:lnTo>
                    <a:lnTo>
                      <a:pt x="212" y="458"/>
                    </a:lnTo>
                    <a:lnTo>
                      <a:pt x="320" y="494"/>
                    </a:lnTo>
                    <a:lnTo>
                      <a:pt x="384" y="518"/>
                    </a:lnTo>
                    <a:lnTo>
                      <a:pt x="450" y="544"/>
                    </a:lnTo>
                    <a:lnTo>
                      <a:pt x="510" y="570"/>
                    </a:lnTo>
                    <a:lnTo>
                      <a:pt x="562" y="596"/>
                    </a:lnTo>
                    <a:lnTo>
                      <a:pt x="562" y="596"/>
                    </a:lnTo>
                    <a:lnTo>
                      <a:pt x="464" y="486"/>
                    </a:lnTo>
                    <a:lnTo>
                      <a:pt x="322" y="326"/>
                    </a:lnTo>
                    <a:lnTo>
                      <a:pt x="180" y="172"/>
                    </a:lnTo>
                    <a:lnTo>
                      <a:pt x="124" y="112"/>
                    </a:lnTo>
                    <a:lnTo>
                      <a:pt x="84" y="70"/>
                    </a:lnTo>
                    <a:lnTo>
                      <a:pt x="68"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2" name="Freeform 59"/>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3" name="Freeform 60"/>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4" name="Freeform 61"/>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5" name="Freeform 62"/>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6" name="Freeform 63"/>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7" name="Freeform 64"/>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8" name="Freeform 65"/>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9" name="Freeform 66"/>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0" name="Freeform 67"/>
              <p:cNvSpPr>
                <a:spLocks/>
              </p:cNvSpPr>
              <p:nvPr/>
            </p:nvSpPr>
            <p:spPr bwMode="auto">
              <a:xfrm>
                <a:off x="2286736" y="2986318"/>
                <a:ext cx="93455" cy="148765"/>
              </a:xfrm>
              <a:custGeom>
                <a:avLst/>
                <a:gdLst>
                  <a:gd name="T0" fmla="*/ 0 w 98"/>
                  <a:gd name="T1" fmla="*/ 62 h 156"/>
                  <a:gd name="T2" fmla="*/ 90 w 98"/>
                  <a:gd name="T3" fmla="*/ 156 h 156"/>
                  <a:gd name="T4" fmla="*/ 90 w 98"/>
                  <a:gd name="T5" fmla="*/ 156 h 156"/>
                  <a:gd name="T6" fmla="*/ 96 w 98"/>
                  <a:gd name="T7" fmla="*/ 106 h 156"/>
                  <a:gd name="T8" fmla="*/ 98 w 98"/>
                  <a:gd name="T9" fmla="*/ 66 h 156"/>
                  <a:gd name="T10" fmla="*/ 98 w 98"/>
                  <a:gd name="T11" fmla="*/ 48 h 156"/>
                  <a:gd name="T12" fmla="*/ 96 w 98"/>
                  <a:gd name="T13" fmla="*/ 36 h 156"/>
                  <a:gd name="T14" fmla="*/ 50 w 98"/>
                  <a:gd name="T15" fmla="*/ 0 h 156"/>
                  <a:gd name="T16" fmla="*/ 0 w 98"/>
                  <a:gd name="T17" fmla="*/ 6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56">
                    <a:moveTo>
                      <a:pt x="0" y="62"/>
                    </a:moveTo>
                    <a:lnTo>
                      <a:pt x="90" y="156"/>
                    </a:lnTo>
                    <a:lnTo>
                      <a:pt x="90" y="156"/>
                    </a:lnTo>
                    <a:lnTo>
                      <a:pt x="96" y="106"/>
                    </a:lnTo>
                    <a:lnTo>
                      <a:pt x="98" y="66"/>
                    </a:lnTo>
                    <a:lnTo>
                      <a:pt x="98" y="48"/>
                    </a:lnTo>
                    <a:lnTo>
                      <a:pt x="96" y="36"/>
                    </a:lnTo>
                    <a:lnTo>
                      <a:pt x="50"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1" name="Freeform 68"/>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2" name="Freeform 69"/>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3" name="Freeform 70"/>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4" name="Freeform 71"/>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5" name="Freeform 72"/>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6" name="Freeform 73"/>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7" name="Freeform 74"/>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8" name="Freeform 75"/>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nvGrpSpPr>
              <p:cNvPr id="99" name="Group 98"/>
              <p:cNvGrpSpPr/>
              <p:nvPr/>
            </p:nvGrpSpPr>
            <p:grpSpPr>
              <a:xfrm flipH="1">
                <a:off x="2146692" y="2403116"/>
                <a:ext cx="80199" cy="78965"/>
                <a:chOff x="5772205" y="2343722"/>
                <a:chExt cx="123202" cy="121306"/>
              </a:xfrm>
            </p:grpSpPr>
            <p:sp>
              <p:nvSpPr>
                <p:cNvPr id="106" name="Freeform 359"/>
                <p:cNvSpPr>
                  <a:spLocks/>
                </p:cNvSpPr>
                <p:nvPr/>
              </p:nvSpPr>
              <p:spPr bwMode="auto">
                <a:xfrm>
                  <a:off x="5772205" y="2343722"/>
                  <a:ext cx="123202" cy="121306"/>
                </a:xfrm>
                <a:custGeom>
                  <a:avLst/>
                  <a:gdLst>
                    <a:gd name="T0" fmla="*/ 27 w 27"/>
                    <a:gd name="T1" fmla="*/ 13 h 27"/>
                    <a:gd name="T2" fmla="*/ 13 w 27"/>
                    <a:gd name="T3" fmla="*/ 0 h 27"/>
                    <a:gd name="T4" fmla="*/ 0 w 27"/>
                    <a:gd name="T5" fmla="*/ 13 h 27"/>
                    <a:gd name="T6" fmla="*/ 13 w 27"/>
                    <a:gd name="T7" fmla="*/ 26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3" y="0"/>
                      </a:cubicBezTo>
                      <a:cubicBezTo>
                        <a:pt x="6" y="0"/>
                        <a:pt x="0" y="6"/>
                        <a:pt x="0" y="13"/>
                      </a:cubicBezTo>
                      <a:cubicBezTo>
                        <a:pt x="0" y="20"/>
                        <a:pt x="6" y="26"/>
                        <a:pt x="13" y="26"/>
                      </a:cubicBezTo>
                      <a:cubicBezTo>
                        <a:pt x="20" y="27"/>
                        <a:pt x="26"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7" name="Freeform 360"/>
                <p:cNvSpPr>
                  <a:spLocks/>
                </p:cNvSpPr>
                <p:nvPr/>
              </p:nvSpPr>
              <p:spPr bwMode="auto">
                <a:xfrm>
                  <a:off x="5791159" y="2362676"/>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7"/>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grpSp>
          <p:grpSp>
            <p:nvGrpSpPr>
              <p:cNvPr id="100" name="Group 99"/>
              <p:cNvGrpSpPr/>
              <p:nvPr/>
            </p:nvGrpSpPr>
            <p:grpSpPr>
              <a:xfrm flipH="1">
                <a:off x="2360351" y="2360104"/>
                <a:ext cx="78965" cy="78965"/>
                <a:chOff x="6219521" y="2379734"/>
                <a:chExt cx="121306" cy="121306"/>
              </a:xfrm>
            </p:grpSpPr>
            <p:sp>
              <p:nvSpPr>
                <p:cNvPr id="104" name="Freeform 361"/>
                <p:cNvSpPr>
                  <a:spLocks/>
                </p:cNvSpPr>
                <p:nvPr/>
              </p:nvSpPr>
              <p:spPr bwMode="auto">
                <a:xfrm>
                  <a:off x="6219521" y="2379734"/>
                  <a:ext cx="121306" cy="121306"/>
                </a:xfrm>
                <a:custGeom>
                  <a:avLst/>
                  <a:gdLst>
                    <a:gd name="T0" fmla="*/ 27 w 27"/>
                    <a:gd name="T1" fmla="*/ 13 h 27"/>
                    <a:gd name="T2" fmla="*/ 14 w 27"/>
                    <a:gd name="T3" fmla="*/ 0 h 27"/>
                    <a:gd name="T4" fmla="*/ 0 w 27"/>
                    <a:gd name="T5" fmla="*/ 13 h 27"/>
                    <a:gd name="T6" fmla="*/ 13 w 27"/>
                    <a:gd name="T7" fmla="*/ 27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4" y="0"/>
                      </a:cubicBezTo>
                      <a:cubicBezTo>
                        <a:pt x="6" y="0"/>
                        <a:pt x="0" y="6"/>
                        <a:pt x="0" y="13"/>
                      </a:cubicBezTo>
                      <a:cubicBezTo>
                        <a:pt x="0" y="20"/>
                        <a:pt x="6" y="26"/>
                        <a:pt x="13" y="27"/>
                      </a:cubicBezTo>
                      <a:cubicBezTo>
                        <a:pt x="21" y="27"/>
                        <a:pt x="27"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5" name="Freeform 362"/>
                <p:cNvSpPr>
                  <a:spLocks/>
                </p:cNvSpPr>
                <p:nvPr/>
              </p:nvSpPr>
              <p:spPr bwMode="auto">
                <a:xfrm>
                  <a:off x="6236580" y="2398688"/>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8"/>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grpSp>
          <p:sp>
            <p:nvSpPr>
              <p:cNvPr id="101" name="AutoShape 175"/>
              <p:cNvSpPr>
                <a:spLocks/>
              </p:cNvSpPr>
              <p:nvPr/>
            </p:nvSpPr>
            <p:spPr bwMode="auto">
              <a:xfrm rot="19803807">
                <a:off x="1755992" y="2153013"/>
                <a:ext cx="705362" cy="343070"/>
              </a:xfrm>
              <a:custGeom>
                <a:avLst/>
                <a:gdLst/>
                <a:ahLst/>
                <a:cxnLst/>
                <a:rect l="0" t="0" r="r" b="b"/>
                <a:pathLst>
                  <a:path w="21339" h="19952">
                    <a:moveTo>
                      <a:pt x="16213" y="4995"/>
                    </a:moveTo>
                    <a:cubicBezTo>
                      <a:pt x="14681" y="6345"/>
                      <a:pt x="9351" y="13230"/>
                      <a:pt x="7153" y="13365"/>
                    </a:cubicBezTo>
                    <a:cubicBezTo>
                      <a:pt x="4954" y="13500"/>
                      <a:pt x="7553" y="12555"/>
                      <a:pt x="8152" y="11205"/>
                    </a:cubicBezTo>
                    <a:cubicBezTo>
                      <a:pt x="8752" y="9855"/>
                      <a:pt x="3955" y="14310"/>
                      <a:pt x="2822" y="14445"/>
                    </a:cubicBezTo>
                    <a:cubicBezTo>
                      <a:pt x="1689" y="14580"/>
                      <a:pt x="2822" y="14175"/>
                      <a:pt x="3355" y="12689"/>
                    </a:cubicBezTo>
                    <a:cubicBezTo>
                      <a:pt x="3888" y="11204"/>
                      <a:pt x="1423" y="13499"/>
                      <a:pt x="1822" y="17549"/>
                    </a:cubicBezTo>
                    <a:cubicBezTo>
                      <a:pt x="2222" y="21600"/>
                      <a:pt x="173" y="20083"/>
                      <a:pt x="40" y="16304"/>
                    </a:cubicBezTo>
                    <a:cubicBezTo>
                      <a:pt x="-93" y="12524"/>
                      <a:pt x="90" y="11880"/>
                      <a:pt x="823" y="8370"/>
                    </a:cubicBezTo>
                    <a:cubicBezTo>
                      <a:pt x="1556" y="4860"/>
                      <a:pt x="11216" y="0"/>
                      <a:pt x="14281" y="0"/>
                    </a:cubicBezTo>
                    <a:cubicBezTo>
                      <a:pt x="17346" y="0"/>
                      <a:pt x="19878" y="6210"/>
                      <a:pt x="20611" y="8910"/>
                    </a:cubicBezTo>
                    <a:cubicBezTo>
                      <a:pt x="21344" y="11610"/>
                      <a:pt x="21507" y="14536"/>
                      <a:pt x="21174" y="16965"/>
                    </a:cubicBezTo>
                    <a:cubicBezTo>
                      <a:pt x="20840" y="19395"/>
                      <a:pt x="19811" y="20520"/>
                      <a:pt x="19811" y="17415"/>
                    </a:cubicBezTo>
                    <a:cubicBezTo>
                      <a:pt x="19811" y="14310"/>
                      <a:pt x="17346" y="10665"/>
                      <a:pt x="16213" y="4995"/>
                    </a:cubicBezTo>
                    <a:close/>
                    <a:moveTo>
                      <a:pt x="16213" y="4995"/>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2" name="AutoShape 179"/>
              <p:cNvSpPr>
                <a:spLocks/>
              </p:cNvSpPr>
              <p:nvPr/>
            </p:nvSpPr>
            <p:spPr bwMode="auto">
              <a:xfrm rot="19571347">
                <a:off x="1592895" y="1958900"/>
                <a:ext cx="831270" cy="545122"/>
              </a:xfrm>
              <a:custGeom>
                <a:avLst/>
                <a:gdLst>
                  <a:gd name="connsiteX0" fmla="*/ 0 w 22447"/>
                  <a:gd name="connsiteY0" fmla="*/ 17132 h 17132"/>
                  <a:gd name="connsiteX1" fmla="*/ 16889 w 22447"/>
                  <a:gd name="connsiteY1" fmla="*/ 4809 h 17132"/>
                  <a:gd name="connsiteX2" fmla="*/ 22447 w 22447"/>
                  <a:gd name="connsiteY2" fmla="*/ 11000 h 17132"/>
                  <a:gd name="connsiteX3" fmla="*/ 16508 w 22447"/>
                  <a:gd name="connsiteY3" fmla="*/ 9542 h 17132"/>
                  <a:gd name="connsiteX4" fmla="*/ 10875 w 22447"/>
                  <a:gd name="connsiteY4" fmla="*/ 12007 h 17132"/>
                  <a:gd name="connsiteX5" fmla="*/ 0 w 22447"/>
                  <a:gd name="connsiteY5" fmla="*/ 17132 h 17132"/>
                  <a:gd name="connsiteX6" fmla="*/ 0 w 22447"/>
                  <a:gd name="connsiteY6" fmla="*/ 17132 h 17132"/>
                  <a:gd name="connsiteX0" fmla="*/ 0 w 20118"/>
                  <a:gd name="connsiteY0" fmla="*/ 17132 h 17132"/>
                  <a:gd name="connsiteX1" fmla="*/ 16889 w 20118"/>
                  <a:gd name="connsiteY1" fmla="*/ 4809 h 17132"/>
                  <a:gd name="connsiteX2" fmla="*/ 19998 w 20118"/>
                  <a:gd name="connsiteY2" fmla="*/ 16337 h 17132"/>
                  <a:gd name="connsiteX3" fmla="*/ 16508 w 20118"/>
                  <a:gd name="connsiteY3" fmla="*/ 9542 h 17132"/>
                  <a:gd name="connsiteX4" fmla="*/ 10875 w 20118"/>
                  <a:gd name="connsiteY4" fmla="*/ 12007 h 17132"/>
                  <a:gd name="connsiteX5" fmla="*/ 0 w 20118"/>
                  <a:gd name="connsiteY5" fmla="*/ 17132 h 17132"/>
                  <a:gd name="connsiteX6" fmla="*/ 0 w 20118"/>
                  <a:gd name="connsiteY6" fmla="*/ 17132 h 17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18" h="17132">
                    <a:moveTo>
                      <a:pt x="0" y="17132"/>
                    </a:moveTo>
                    <a:cubicBezTo>
                      <a:pt x="1001" y="-763"/>
                      <a:pt x="13216" y="-4221"/>
                      <a:pt x="16889" y="4809"/>
                    </a:cubicBezTo>
                    <a:cubicBezTo>
                      <a:pt x="21291" y="6500"/>
                      <a:pt x="19870" y="14748"/>
                      <a:pt x="19998" y="16337"/>
                    </a:cubicBezTo>
                    <a:cubicBezTo>
                      <a:pt x="19931" y="16103"/>
                      <a:pt x="17377" y="11337"/>
                      <a:pt x="16508" y="9542"/>
                    </a:cubicBezTo>
                    <a:lnTo>
                      <a:pt x="10875" y="12007"/>
                    </a:lnTo>
                    <a:cubicBezTo>
                      <a:pt x="10875" y="12008"/>
                      <a:pt x="4427" y="14786"/>
                      <a:pt x="0" y="17132"/>
                    </a:cubicBezTo>
                    <a:close/>
                    <a:moveTo>
                      <a:pt x="0" y="17132"/>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3" name="Freeform 24"/>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nvGrpSpPr>
            <p:cNvPr id="25" name="Group 24"/>
            <p:cNvGrpSpPr/>
            <p:nvPr/>
          </p:nvGrpSpPr>
          <p:grpSpPr>
            <a:xfrm>
              <a:off x="1438010" y="3983808"/>
              <a:ext cx="149225" cy="131763"/>
              <a:chOff x="4714314" y="3794594"/>
              <a:chExt cx="149225" cy="131763"/>
            </a:xfrm>
          </p:grpSpPr>
          <p:sp>
            <p:nvSpPr>
              <p:cNvPr id="29" name="Freeform 153"/>
              <p:cNvSpPr>
                <a:spLocks/>
              </p:cNvSpPr>
              <p:nvPr/>
            </p:nvSpPr>
            <p:spPr bwMode="auto">
              <a:xfrm>
                <a:off x="4731776" y="3794594"/>
                <a:ext cx="131763" cy="77788"/>
              </a:xfrm>
              <a:custGeom>
                <a:avLst/>
                <a:gdLst>
                  <a:gd name="T0" fmla="*/ 5 w 83"/>
                  <a:gd name="T1" fmla="*/ 20 h 49"/>
                  <a:gd name="T2" fmla="*/ 5 w 83"/>
                  <a:gd name="T3" fmla="*/ 20 h 49"/>
                  <a:gd name="T4" fmla="*/ 36 w 83"/>
                  <a:gd name="T5" fmla="*/ 37 h 49"/>
                  <a:gd name="T6" fmla="*/ 53 w 83"/>
                  <a:gd name="T7" fmla="*/ 44 h 49"/>
                  <a:gd name="T8" fmla="*/ 70 w 83"/>
                  <a:gd name="T9" fmla="*/ 49 h 49"/>
                  <a:gd name="T10" fmla="*/ 70 w 83"/>
                  <a:gd name="T11" fmla="*/ 49 h 49"/>
                  <a:gd name="T12" fmla="*/ 74 w 83"/>
                  <a:gd name="T13" fmla="*/ 49 h 49"/>
                  <a:gd name="T14" fmla="*/ 78 w 83"/>
                  <a:gd name="T15" fmla="*/ 48 h 49"/>
                  <a:gd name="T16" fmla="*/ 81 w 83"/>
                  <a:gd name="T17" fmla="*/ 45 h 49"/>
                  <a:gd name="T18" fmla="*/ 83 w 83"/>
                  <a:gd name="T19" fmla="*/ 42 h 49"/>
                  <a:gd name="T20" fmla="*/ 83 w 83"/>
                  <a:gd name="T21" fmla="*/ 38 h 49"/>
                  <a:gd name="T22" fmla="*/ 83 w 83"/>
                  <a:gd name="T23" fmla="*/ 34 h 49"/>
                  <a:gd name="T24" fmla="*/ 80 w 83"/>
                  <a:gd name="T25" fmla="*/ 31 h 49"/>
                  <a:gd name="T26" fmla="*/ 76 w 83"/>
                  <a:gd name="T27" fmla="*/ 30 h 49"/>
                  <a:gd name="T28" fmla="*/ 76 w 83"/>
                  <a:gd name="T29" fmla="*/ 30 h 49"/>
                  <a:gd name="T30" fmla="*/ 60 w 83"/>
                  <a:gd name="T31" fmla="*/ 24 h 49"/>
                  <a:gd name="T32" fmla="*/ 44 w 83"/>
                  <a:gd name="T33" fmla="*/ 17 h 49"/>
                  <a:gd name="T34" fmla="*/ 16 w 83"/>
                  <a:gd name="T35" fmla="*/ 1 h 49"/>
                  <a:gd name="T36" fmla="*/ 16 w 83"/>
                  <a:gd name="T37" fmla="*/ 1 h 49"/>
                  <a:gd name="T38" fmla="*/ 12 w 83"/>
                  <a:gd name="T39" fmla="*/ 0 h 49"/>
                  <a:gd name="T40" fmla="*/ 8 w 83"/>
                  <a:gd name="T41" fmla="*/ 1 h 49"/>
                  <a:gd name="T42" fmla="*/ 3 w 83"/>
                  <a:gd name="T43" fmla="*/ 3 h 49"/>
                  <a:gd name="T44" fmla="*/ 2 w 83"/>
                  <a:gd name="T45" fmla="*/ 5 h 49"/>
                  <a:gd name="T46" fmla="*/ 0 w 83"/>
                  <a:gd name="T47" fmla="*/ 10 h 49"/>
                  <a:gd name="T48" fmla="*/ 0 w 83"/>
                  <a:gd name="T49" fmla="*/ 14 h 49"/>
                  <a:gd name="T50" fmla="*/ 2 w 83"/>
                  <a:gd name="T51" fmla="*/ 17 h 49"/>
                  <a:gd name="T52" fmla="*/ 5 w 83"/>
                  <a:gd name="T53"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49">
                    <a:moveTo>
                      <a:pt x="5" y="20"/>
                    </a:moveTo>
                    <a:lnTo>
                      <a:pt x="5" y="20"/>
                    </a:lnTo>
                    <a:lnTo>
                      <a:pt x="36" y="37"/>
                    </a:lnTo>
                    <a:lnTo>
                      <a:pt x="53" y="44"/>
                    </a:lnTo>
                    <a:lnTo>
                      <a:pt x="70" y="49"/>
                    </a:lnTo>
                    <a:lnTo>
                      <a:pt x="70" y="49"/>
                    </a:lnTo>
                    <a:lnTo>
                      <a:pt x="74" y="49"/>
                    </a:lnTo>
                    <a:lnTo>
                      <a:pt x="78" y="48"/>
                    </a:lnTo>
                    <a:lnTo>
                      <a:pt x="81" y="45"/>
                    </a:lnTo>
                    <a:lnTo>
                      <a:pt x="83" y="42"/>
                    </a:lnTo>
                    <a:lnTo>
                      <a:pt x="83" y="38"/>
                    </a:lnTo>
                    <a:lnTo>
                      <a:pt x="83" y="34"/>
                    </a:lnTo>
                    <a:lnTo>
                      <a:pt x="80" y="31"/>
                    </a:lnTo>
                    <a:lnTo>
                      <a:pt x="76" y="30"/>
                    </a:lnTo>
                    <a:lnTo>
                      <a:pt x="76" y="30"/>
                    </a:lnTo>
                    <a:lnTo>
                      <a:pt x="60" y="24"/>
                    </a:lnTo>
                    <a:lnTo>
                      <a:pt x="44" y="17"/>
                    </a:lnTo>
                    <a:lnTo>
                      <a:pt x="16" y="1"/>
                    </a:lnTo>
                    <a:lnTo>
                      <a:pt x="16" y="1"/>
                    </a:lnTo>
                    <a:lnTo>
                      <a:pt x="12" y="0"/>
                    </a:lnTo>
                    <a:lnTo>
                      <a:pt x="8" y="1"/>
                    </a:lnTo>
                    <a:lnTo>
                      <a:pt x="3" y="3"/>
                    </a:lnTo>
                    <a:lnTo>
                      <a:pt x="2" y="5"/>
                    </a:lnTo>
                    <a:lnTo>
                      <a:pt x="0" y="10"/>
                    </a:lnTo>
                    <a:lnTo>
                      <a:pt x="0" y="14"/>
                    </a:lnTo>
                    <a:lnTo>
                      <a:pt x="2" y="17"/>
                    </a:lnTo>
                    <a:lnTo>
                      <a:pt x="5"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0" name="Freeform 155"/>
              <p:cNvSpPr>
                <a:spLocks/>
              </p:cNvSpPr>
              <p:nvPr/>
            </p:nvSpPr>
            <p:spPr bwMode="auto">
              <a:xfrm>
                <a:off x="4714314" y="3870794"/>
                <a:ext cx="103188" cy="55563"/>
              </a:xfrm>
              <a:custGeom>
                <a:avLst/>
                <a:gdLst>
                  <a:gd name="T0" fmla="*/ 4 w 65"/>
                  <a:gd name="T1" fmla="*/ 20 h 35"/>
                  <a:gd name="T2" fmla="*/ 4 w 65"/>
                  <a:gd name="T3" fmla="*/ 20 h 35"/>
                  <a:gd name="T4" fmla="*/ 16 w 65"/>
                  <a:gd name="T5" fmla="*/ 25 h 35"/>
                  <a:gd name="T6" fmla="*/ 28 w 65"/>
                  <a:gd name="T7" fmla="*/ 30 h 35"/>
                  <a:gd name="T8" fmla="*/ 53 w 65"/>
                  <a:gd name="T9" fmla="*/ 35 h 35"/>
                  <a:gd name="T10" fmla="*/ 53 w 65"/>
                  <a:gd name="T11" fmla="*/ 35 h 35"/>
                  <a:gd name="T12" fmla="*/ 57 w 65"/>
                  <a:gd name="T13" fmla="*/ 35 h 35"/>
                  <a:gd name="T14" fmla="*/ 61 w 65"/>
                  <a:gd name="T15" fmla="*/ 34 h 35"/>
                  <a:gd name="T16" fmla="*/ 64 w 65"/>
                  <a:gd name="T17" fmla="*/ 31 h 35"/>
                  <a:gd name="T18" fmla="*/ 65 w 65"/>
                  <a:gd name="T19" fmla="*/ 27 h 35"/>
                  <a:gd name="T20" fmla="*/ 65 w 65"/>
                  <a:gd name="T21" fmla="*/ 24 h 35"/>
                  <a:gd name="T22" fmla="*/ 65 w 65"/>
                  <a:gd name="T23" fmla="*/ 20 h 35"/>
                  <a:gd name="T24" fmla="*/ 62 w 65"/>
                  <a:gd name="T25" fmla="*/ 17 h 35"/>
                  <a:gd name="T26" fmla="*/ 58 w 65"/>
                  <a:gd name="T27" fmla="*/ 16 h 35"/>
                  <a:gd name="T28" fmla="*/ 58 w 65"/>
                  <a:gd name="T29" fmla="*/ 16 h 35"/>
                  <a:gd name="T30" fmla="*/ 36 w 65"/>
                  <a:gd name="T31" fmla="*/ 10 h 35"/>
                  <a:gd name="T32" fmla="*/ 26 w 65"/>
                  <a:gd name="T33" fmla="*/ 7 h 35"/>
                  <a:gd name="T34" fmla="*/ 16 w 65"/>
                  <a:gd name="T35" fmla="*/ 1 h 35"/>
                  <a:gd name="T36" fmla="*/ 16 w 65"/>
                  <a:gd name="T37" fmla="*/ 1 h 35"/>
                  <a:gd name="T38" fmla="*/ 11 w 65"/>
                  <a:gd name="T39" fmla="*/ 0 h 35"/>
                  <a:gd name="T40" fmla="*/ 7 w 65"/>
                  <a:gd name="T41" fmla="*/ 1 h 35"/>
                  <a:gd name="T42" fmla="*/ 3 w 65"/>
                  <a:gd name="T43" fmla="*/ 3 h 35"/>
                  <a:gd name="T44" fmla="*/ 2 w 65"/>
                  <a:gd name="T45" fmla="*/ 6 h 35"/>
                  <a:gd name="T46" fmla="*/ 0 w 65"/>
                  <a:gd name="T47" fmla="*/ 10 h 35"/>
                  <a:gd name="T48" fmla="*/ 0 w 65"/>
                  <a:gd name="T49" fmla="*/ 14 h 35"/>
                  <a:gd name="T50" fmla="*/ 2 w 65"/>
                  <a:gd name="T51" fmla="*/ 17 h 35"/>
                  <a:gd name="T52" fmla="*/ 4 w 65"/>
                  <a:gd name="T53"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35">
                    <a:moveTo>
                      <a:pt x="4" y="20"/>
                    </a:moveTo>
                    <a:lnTo>
                      <a:pt x="4" y="20"/>
                    </a:lnTo>
                    <a:lnTo>
                      <a:pt x="16" y="25"/>
                    </a:lnTo>
                    <a:lnTo>
                      <a:pt x="28" y="30"/>
                    </a:lnTo>
                    <a:lnTo>
                      <a:pt x="53" y="35"/>
                    </a:lnTo>
                    <a:lnTo>
                      <a:pt x="53" y="35"/>
                    </a:lnTo>
                    <a:lnTo>
                      <a:pt x="57" y="35"/>
                    </a:lnTo>
                    <a:lnTo>
                      <a:pt x="61" y="34"/>
                    </a:lnTo>
                    <a:lnTo>
                      <a:pt x="64" y="31"/>
                    </a:lnTo>
                    <a:lnTo>
                      <a:pt x="65" y="27"/>
                    </a:lnTo>
                    <a:lnTo>
                      <a:pt x="65" y="24"/>
                    </a:lnTo>
                    <a:lnTo>
                      <a:pt x="65" y="20"/>
                    </a:lnTo>
                    <a:lnTo>
                      <a:pt x="62" y="17"/>
                    </a:lnTo>
                    <a:lnTo>
                      <a:pt x="58" y="16"/>
                    </a:lnTo>
                    <a:lnTo>
                      <a:pt x="58" y="16"/>
                    </a:lnTo>
                    <a:lnTo>
                      <a:pt x="36" y="10"/>
                    </a:lnTo>
                    <a:lnTo>
                      <a:pt x="26" y="7"/>
                    </a:lnTo>
                    <a:lnTo>
                      <a:pt x="16" y="1"/>
                    </a:lnTo>
                    <a:lnTo>
                      <a:pt x="16" y="1"/>
                    </a:lnTo>
                    <a:lnTo>
                      <a:pt x="11" y="0"/>
                    </a:lnTo>
                    <a:lnTo>
                      <a:pt x="7" y="1"/>
                    </a:lnTo>
                    <a:lnTo>
                      <a:pt x="3" y="3"/>
                    </a:lnTo>
                    <a:lnTo>
                      <a:pt x="2" y="6"/>
                    </a:lnTo>
                    <a:lnTo>
                      <a:pt x="0" y="10"/>
                    </a:lnTo>
                    <a:lnTo>
                      <a:pt x="0" y="14"/>
                    </a:lnTo>
                    <a:lnTo>
                      <a:pt x="2" y="17"/>
                    </a:lnTo>
                    <a:lnTo>
                      <a:pt x="4"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nvGrpSpPr>
            <p:cNvPr id="26" name="Group 25"/>
            <p:cNvGrpSpPr/>
            <p:nvPr/>
          </p:nvGrpSpPr>
          <p:grpSpPr>
            <a:xfrm>
              <a:off x="4954513" y="2020575"/>
              <a:ext cx="128588" cy="166687"/>
              <a:chOff x="5442976" y="3219919"/>
              <a:chExt cx="128588" cy="166687"/>
            </a:xfrm>
          </p:grpSpPr>
          <p:sp>
            <p:nvSpPr>
              <p:cNvPr id="27" name="Freeform 157"/>
              <p:cNvSpPr>
                <a:spLocks/>
              </p:cNvSpPr>
              <p:nvPr/>
            </p:nvSpPr>
            <p:spPr bwMode="auto">
              <a:xfrm>
                <a:off x="5442976" y="3240556"/>
                <a:ext cx="57150" cy="146050"/>
              </a:xfrm>
              <a:custGeom>
                <a:avLst/>
                <a:gdLst>
                  <a:gd name="T0" fmla="*/ 2 w 36"/>
                  <a:gd name="T1" fmla="*/ 17 h 92"/>
                  <a:gd name="T2" fmla="*/ 2 w 36"/>
                  <a:gd name="T3" fmla="*/ 17 h 92"/>
                  <a:gd name="T4" fmla="*/ 8 w 36"/>
                  <a:gd name="T5" fmla="*/ 33 h 92"/>
                  <a:gd name="T6" fmla="*/ 12 w 36"/>
                  <a:gd name="T7" fmla="*/ 48 h 92"/>
                  <a:gd name="T8" fmla="*/ 13 w 36"/>
                  <a:gd name="T9" fmla="*/ 65 h 92"/>
                  <a:gd name="T10" fmla="*/ 15 w 36"/>
                  <a:gd name="T11" fmla="*/ 82 h 92"/>
                  <a:gd name="T12" fmla="*/ 15 w 36"/>
                  <a:gd name="T13" fmla="*/ 82 h 92"/>
                  <a:gd name="T14" fmla="*/ 15 w 36"/>
                  <a:gd name="T15" fmla="*/ 86 h 92"/>
                  <a:gd name="T16" fmla="*/ 17 w 36"/>
                  <a:gd name="T17" fmla="*/ 89 h 92"/>
                  <a:gd name="T18" fmla="*/ 20 w 36"/>
                  <a:gd name="T19" fmla="*/ 92 h 92"/>
                  <a:gd name="T20" fmla="*/ 25 w 36"/>
                  <a:gd name="T21" fmla="*/ 92 h 92"/>
                  <a:gd name="T22" fmla="*/ 29 w 36"/>
                  <a:gd name="T23" fmla="*/ 92 h 92"/>
                  <a:gd name="T24" fmla="*/ 32 w 36"/>
                  <a:gd name="T25" fmla="*/ 89 h 92"/>
                  <a:gd name="T26" fmla="*/ 34 w 36"/>
                  <a:gd name="T27" fmla="*/ 86 h 92"/>
                  <a:gd name="T28" fmla="*/ 36 w 36"/>
                  <a:gd name="T29" fmla="*/ 82 h 92"/>
                  <a:gd name="T30" fmla="*/ 36 w 36"/>
                  <a:gd name="T31" fmla="*/ 82 h 92"/>
                  <a:gd name="T32" fmla="*/ 34 w 36"/>
                  <a:gd name="T33" fmla="*/ 62 h 92"/>
                  <a:gd name="T34" fmla="*/ 32 w 36"/>
                  <a:gd name="T35" fmla="*/ 43 h 92"/>
                  <a:gd name="T36" fmla="*/ 27 w 36"/>
                  <a:gd name="T37" fmla="*/ 24 h 92"/>
                  <a:gd name="T38" fmla="*/ 23 w 36"/>
                  <a:gd name="T39" fmla="*/ 14 h 92"/>
                  <a:gd name="T40" fmla="*/ 19 w 36"/>
                  <a:gd name="T41" fmla="*/ 6 h 92"/>
                  <a:gd name="T42" fmla="*/ 19 w 36"/>
                  <a:gd name="T43" fmla="*/ 6 h 92"/>
                  <a:gd name="T44" fmla="*/ 16 w 36"/>
                  <a:gd name="T45" fmla="*/ 3 h 92"/>
                  <a:gd name="T46" fmla="*/ 13 w 36"/>
                  <a:gd name="T47" fmla="*/ 0 h 92"/>
                  <a:gd name="T48" fmla="*/ 9 w 36"/>
                  <a:gd name="T49" fmla="*/ 0 h 92"/>
                  <a:gd name="T50" fmla="*/ 6 w 36"/>
                  <a:gd name="T51" fmla="*/ 1 h 92"/>
                  <a:gd name="T52" fmla="*/ 2 w 36"/>
                  <a:gd name="T53" fmla="*/ 4 h 92"/>
                  <a:gd name="T54" fmla="*/ 0 w 36"/>
                  <a:gd name="T55" fmla="*/ 8 h 92"/>
                  <a:gd name="T56" fmla="*/ 0 w 36"/>
                  <a:gd name="T57" fmla="*/ 13 h 92"/>
                  <a:gd name="T58" fmla="*/ 2 w 36"/>
                  <a:gd name="T59"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92">
                    <a:moveTo>
                      <a:pt x="2" y="17"/>
                    </a:moveTo>
                    <a:lnTo>
                      <a:pt x="2" y="17"/>
                    </a:lnTo>
                    <a:lnTo>
                      <a:pt x="8" y="33"/>
                    </a:lnTo>
                    <a:lnTo>
                      <a:pt x="12" y="48"/>
                    </a:lnTo>
                    <a:lnTo>
                      <a:pt x="13" y="65"/>
                    </a:lnTo>
                    <a:lnTo>
                      <a:pt x="15" y="82"/>
                    </a:lnTo>
                    <a:lnTo>
                      <a:pt x="15" y="82"/>
                    </a:lnTo>
                    <a:lnTo>
                      <a:pt x="15" y="86"/>
                    </a:lnTo>
                    <a:lnTo>
                      <a:pt x="17" y="89"/>
                    </a:lnTo>
                    <a:lnTo>
                      <a:pt x="20" y="92"/>
                    </a:lnTo>
                    <a:lnTo>
                      <a:pt x="25" y="92"/>
                    </a:lnTo>
                    <a:lnTo>
                      <a:pt x="29" y="92"/>
                    </a:lnTo>
                    <a:lnTo>
                      <a:pt x="32" y="89"/>
                    </a:lnTo>
                    <a:lnTo>
                      <a:pt x="34" y="86"/>
                    </a:lnTo>
                    <a:lnTo>
                      <a:pt x="36" y="82"/>
                    </a:lnTo>
                    <a:lnTo>
                      <a:pt x="36" y="82"/>
                    </a:lnTo>
                    <a:lnTo>
                      <a:pt x="34" y="62"/>
                    </a:lnTo>
                    <a:lnTo>
                      <a:pt x="32" y="43"/>
                    </a:lnTo>
                    <a:lnTo>
                      <a:pt x="27" y="24"/>
                    </a:lnTo>
                    <a:lnTo>
                      <a:pt x="23" y="14"/>
                    </a:lnTo>
                    <a:lnTo>
                      <a:pt x="19" y="6"/>
                    </a:lnTo>
                    <a:lnTo>
                      <a:pt x="19" y="6"/>
                    </a:lnTo>
                    <a:lnTo>
                      <a:pt x="16" y="3"/>
                    </a:lnTo>
                    <a:lnTo>
                      <a:pt x="13" y="0"/>
                    </a:lnTo>
                    <a:lnTo>
                      <a:pt x="9" y="0"/>
                    </a:lnTo>
                    <a:lnTo>
                      <a:pt x="6" y="1"/>
                    </a:lnTo>
                    <a:lnTo>
                      <a:pt x="2" y="4"/>
                    </a:lnTo>
                    <a:lnTo>
                      <a:pt x="0" y="8"/>
                    </a:lnTo>
                    <a:lnTo>
                      <a:pt x="0" y="13"/>
                    </a:lnTo>
                    <a:lnTo>
                      <a:pt x="2" y="17"/>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28" name="Freeform 159"/>
              <p:cNvSpPr>
                <a:spLocks/>
              </p:cNvSpPr>
              <p:nvPr/>
            </p:nvSpPr>
            <p:spPr bwMode="auto">
              <a:xfrm>
                <a:off x="5517589" y="3219919"/>
                <a:ext cx="53975" cy="134938"/>
              </a:xfrm>
              <a:custGeom>
                <a:avLst/>
                <a:gdLst>
                  <a:gd name="T0" fmla="*/ 2 w 34"/>
                  <a:gd name="T1" fmla="*/ 13 h 85"/>
                  <a:gd name="T2" fmla="*/ 2 w 34"/>
                  <a:gd name="T3" fmla="*/ 13 h 85"/>
                  <a:gd name="T4" fmla="*/ 6 w 34"/>
                  <a:gd name="T5" fmla="*/ 29 h 85"/>
                  <a:gd name="T6" fmla="*/ 10 w 34"/>
                  <a:gd name="T7" fmla="*/ 43 h 85"/>
                  <a:gd name="T8" fmla="*/ 12 w 34"/>
                  <a:gd name="T9" fmla="*/ 60 h 85"/>
                  <a:gd name="T10" fmla="*/ 13 w 34"/>
                  <a:gd name="T11" fmla="*/ 75 h 85"/>
                  <a:gd name="T12" fmla="*/ 13 w 34"/>
                  <a:gd name="T13" fmla="*/ 75 h 85"/>
                  <a:gd name="T14" fmla="*/ 13 w 34"/>
                  <a:gd name="T15" fmla="*/ 80 h 85"/>
                  <a:gd name="T16" fmla="*/ 16 w 34"/>
                  <a:gd name="T17" fmla="*/ 82 h 85"/>
                  <a:gd name="T18" fmla="*/ 19 w 34"/>
                  <a:gd name="T19" fmla="*/ 85 h 85"/>
                  <a:gd name="T20" fmla="*/ 23 w 34"/>
                  <a:gd name="T21" fmla="*/ 85 h 85"/>
                  <a:gd name="T22" fmla="*/ 27 w 34"/>
                  <a:gd name="T23" fmla="*/ 85 h 85"/>
                  <a:gd name="T24" fmla="*/ 30 w 34"/>
                  <a:gd name="T25" fmla="*/ 82 h 85"/>
                  <a:gd name="T26" fmla="*/ 33 w 34"/>
                  <a:gd name="T27" fmla="*/ 80 h 85"/>
                  <a:gd name="T28" fmla="*/ 34 w 34"/>
                  <a:gd name="T29" fmla="*/ 75 h 85"/>
                  <a:gd name="T30" fmla="*/ 34 w 34"/>
                  <a:gd name="T31" fmla="*/ 75 h 85"/>
                  <a:gd name="T32" fmla="*/ 33 w 34"/>
                  <a:gd name="T33" fmla="*/ 58 h 85"/>
                  <a:gd name="T34" fmla="*/ 31 w 34"/>
                  <a:gd name="T35" fmla="*/ 40 h 85"/>
                  <a:gd name="T36" fmla="*/ 27 w 34"/>
                  <a:gd name="T37" fmla="*/ 24 h 85"/>
                  <a:gd name="T38" fmla="*/ 21 w 34"/>
                  <a:gd name="T39" fmla="*/ 7 h 85"/>
                  <a:gd name="T40" fmla="*/ 21 w 34"/>
                  <a:gd name="T41" fmla="*/ 7 h 85"/>
                  <a:gd name="T42" fmla="*/ 19 w 34"/>
                  <a:gd name="T43" fmla="*/ 3 h 85"/>
                  <a:gd name="T44" fmla="*/ 16 w 34"/>
                  <a:gd name="T45" fmla="*/ 0 h 85"/>
                  <a:gd name="T46" fmla="*/ 12 w 34"/>
                  <a:gd name="T47" fmla="*/ 0 h 85"/>
                  <a:gd name="T48" fmla="*/ 7 w 34"/>
                  <a:gd name="T49" fmla="*/ 0 h 85"/>
                  <a:gd name="T50" fmla="*/ 4 w 34"/>
                  <a:gd name="T51" fmla="*/ 2 h 85"/>
                  <a:gd name="T52" fmla="*/ 2 w 34"/>
                  <a:gd name="T53" fmla="*/ 4 h 85"/>
                  <a:gd name="T54" fmla="*/ 0 w 34"/>
                  <a:gd name="T55" fmla="*/ 9 h 85"/>
                  <a:gd name="T56" fmla="*/ 2 w 34"/>
                  <a:gd name="T5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 h="85">
                    <a:moveTo>
                      <a:pt x="2" y="13"/>
                    </a:moveTo>
                    <a:lnTo>
                      <a:pt x="2" y="13"/>
                    </a:lnTo>
                    <a:lnTo>
                      <a:pt x="6" y="29"/>
                    </a:lnTo>
                    <a:lnTo>
                      <a:pt x="10" y="43"/>
                    </a:lnTo>
                    <a:lnTo>
                      <a:pt x="12" y="60"/>
                    </a:lnTo>
                    <a:lnTo>
                      <a:pt x="13" y="75"/>
                    </a:lnTo>
                    <a:lnTo>
                      <a:pt x="13" y="75"/>
                    </a:lnTo>
                    <a:lnTo>
                      <a:pt x="13" y="80"/>
                    </a:lnTo>
                    <a:lnTo>
                      <a:pt x="16" y="82"/>
                    </a:lnTo>
                    <a:lnTo>
                      <a:pt x="19" y="85"/>
                    </a:lnTo>
                    <a:lnTo>
                      <a:pt x="23" y="85"/>
                    </a:lnTo>
                    <a:lnTo>
                      <a:pt x="27" y="85"/>
                    </a:lnTo>
                    <a:lnTo>
                      <a:pt x="30" y="82"/>
                    </a:lnTo>
                    <a:lnTo>
                      <a:pt x="33" y="80"/>
                    </a:lnTo>
                    <a:lnTo>
                      <a:pt x="34" y="75"/>
                    </a:lnTo>
                    <a:lnTo>
                      <a:pt x="34" y="75"/>
                    </a:lnTo>
                    <a:lnTo>
                      <a:pt x="33" y="58"/>
                    </a:lnTo>
                    <a:lnTo>
                      <a:pt x="31" y="40"/>
                    </a:lnTo>
                    <a:lnTo>
                      <a:pt x="27" y="24"/>
                    </a:lnTo>
                    <a:lnTo>
                      <a:pt x="21" y="7"/>
                    </a:lnTo>
                    <a:lnTo>
                      <a:pt x="21" y="7"/>
                    </a:lnTo>
                    <a:lnTo>
                      <a:pt x="19" y="3"/>
                    </a:lnTo>
                    <a:lnTo>
                      <a:pt x="16" y="0"/>
                    </a:lnTo>
                    <a:lnTo>
                      <a:pt x="12" y="0"/>
                    </a:lnTo>
                    <a:lnTo>
                      <a:pt x="7" y="0"/>
                    </a:lnTo>
                    <a:lnTo>
                      <a:pt x="4" y="2"/>
                    </a:lnTo>
                    <a:lnTo>
                      <a:pt x="2" y="4"/>
                    </a:lnTo>
                    <a:lnTo>
                      <a:pt x="0" y="9"/>
                    </a:lnTo>
                    <a:lnTo>
                      <a:pt x="2" y="13"/>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sp>
        <p:nvSpPr>
          <p:cNvPr id="108" name="Footer Placeholder 1"/>
          <p:cNvSpPr txBox="1">
            <a:spLocks/>
          </p:cNvSpPr>
          <p:nvPr/>
        </p:nvSpPr>
        <p:spPr>
          <a:xfrm>
            <a:off x="4191000" y="65087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par>
                          <p:cTn id="7" fill="hold">
                            <p:stCondLst>
                              <p:cond delay="0"/>
                            </p:stCondLst>
                            <p:childTnLst>
                              <p:par>
                                <p:cTn id="8" presetID="53" presetClass="entr" presetSubtype="16" fill="hold" nodeType="afterEffect">
                                  <p:stCondLst>
                                    <p:cond delay="0"/>
                                  </p:stCondLst>
                                  <p:childTnLst>
                                    <p:set>
                                      <p:cBhvr>
                                        <p:cTn id="9" dur="1" fill="hold">
                                          <p:stCondLst>
                                            <p:cond delay="0"/>
                                          </p:stCondLst>
                                        </p:cTn>
                                        <p:tgtEl>
                                          <p:spTgt spid="23"/>
                                        </p:tgtEl>
                                        <p:attrNameLst>
                                          <p:attrName>style.visibility</p:attrName>
                                        </p:attrNameLst>
                                      </p:cBhvr>
                                      <p:to>
                                        <p:strVal val="visible"/>
                                      </p:to>
                                    </p:set>
                                    <p:anim calcmode="lin" valueType="num">
                                      <p:cBhvr>
                                        <p:cTn id="10" dur="500" fill="hold"/>
                                        <p:tgtEl>
                                          <p:spTgt spid="23"/>
                                        </p:tgtEl>
                                        <p:attrNameLst>
                                          <p:attrName>ppt_w</p:attrName>
                                        </p:attrNameLst>
                                      </p:cBhvr>
                                      <p:tavLst>
                                        <p:tav tm="0">
                                          <p:val>
                                            <p:fltVal val="0"/>
                                          </p:val>
                                        </p:tav>
                                        <p:tav tm="100000">
                                          <p:val>
                                            <p:strVal val="#ppt_w"/>
                                          </p:val>
                                        </p:tav>
                                      </p:tavLst>
                                    </p:anim>
                                    <p:anim calcmode="lin" valueType="num">
                                      <p:cBhvr>
                                        <p:cTn id="11" dur="500" fill="hold"/>
                                        <p:tgtEl>
                                          <p:spTgt spid="23"/>
                                        </p:tgtEl>
                                        <p:attrNameLst>
                                          <p:attrName>ppt_h</p:attrName>
                                        </p:attrNameLst>
                                      </p:cBhvr>
                                      <p:tavLst>
                                        <p:tav tm="0">
                                          <p:val>
                                            <p:fltVal val="0"/>
                                          </p:val>
                                        </p:tav>
                                        <p:tav tm="100000">
                                          <p:val>
                                            <p:strVal val="#ppt_h"/>
                                          </p:val>
                                        </p:tav>
                                      </p:tavLst>
                                    </p:anim>
                                    <p:animEffect transition="in" filter="fade">
                                      <p:cBhvr>
                                        <p:cTn id="12" dur="500"/>
                                        <p:tgtEl>
                                          <p:spTgt spid="23"/>
                                        </p:tgtEl>
                                      </p:cBhvr>
                                    </p:animEffect>
                                  </p:childTnLst>
                                </p:cTn>
                              </p:par>
                            </p:childTnLst>
                          </p:cTn>
                        </p:par>
                        <p:par>
                          <p:cTn id="13" fill="hold">
                            <p:stCondLst>
                              <p:cond delay="500"/>
                            </p:stCondLst>
                            <p:childTnLst>
                              <p:par>
                                <p:cTn id="14" presetID="2" presetClass="entr" presetSubtype="4" fill="hold" grpId="0" nodeType="after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additive="base">
                                        <p:cTn id="16" dur="500" fill="hold"/>
                                        <p:tgtEl>
                                          <p:spTgt spid="14"/>
                                        </p:tgtEl>
                                        <p:attrNameLst>
                                          <p:attrName>ppt_x</p:attrName>
                                        </p:attrNameLst>
                                      </p:cBhvr>
                                      <p:tavLst>
                                        <p:tav tm="0">
                                          <p:val>
                                            <p:strVal val="#ppt_x"/>
                                          </p:val>
                                        </p:tav>
                                        <p:tav tm="100000">
                                          <p:val>
                                            <p:strVal val="#ppt_x"/>
                                          </p:val>
                                        </p:tav>
                                      </p:tavLst>
                                    </p:anim>
                                    <p:anim calcmode="lin" valueType="num">
                                      <p:cBhvr additive="base">
                                        <p:cTn id="17"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5389563" y="4510088"/>
            <a:ext cx="1362075" cy="1362075"/>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9" name="Oval 8"/>
          <p:cNvSpPr/>
          <p:nvPr/>
        </p:nvSpPr>
        <p:spPr>
          <a:xfrm>
            <a:off x="5976938" y="735013"/>
            <a:ext cx="185737" cy="184150"/>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cxnSp>
        <p:nvCxnSpPr>
          <p:cNvPr id="10" name="Straight Connector 9"/>
          <p:cNvCxnSpPr/>
          <p:nvPr/>
        </p:nvCxnSpPr>
        <p:spPr>
          <a:xfrm>
            <a:off x="6069013" y="-1588"/>
            <a:ext cx="0" cy="763588"/>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19" name="Text Placeholder 1"/>
          <p:cNvSpPr txBox="1">
            <a:spLocks/>
          </p:cNvSpPr>
          <p:nvPr/>
        </p:nvSpPr>
        <p:spPr>
          <a:xfrm>
            <a:off x="2692400" y="371303"/>
            <a:ext cx="8951913" cy="642937"/>
          </a:xfrm>
          <a:prstGeom prst="rect">
            <a:avLst/>
          </a:prstGeom>
        </p:spPr>
        <p:txBody>
          <a:bodyPr/>
          <a:lstStyle>
            <a:defPPr>
              <a:defRPr lang="en-US"/>
            </a:defPPr>
            <a:lvl1pPr algn="l" rtl="0" fontAlgn="auto">
              <a:spcBef>
                <a:spcPts val="0"/>
              </a:spcBef>
              <a:spcAft>
                <a:spcPts val="0"/>
              </a:spcAft>
              <a:defRPr kern="1200">
                <a:solidFill>
                  <a:prstClr val="black"/>
                </a:solidFill>
                <a:latin typeface="Calibri" panose="020F0502020204030204"/>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lvl="1" algn="r" rtl="1"/>
            <a:r>
              <a:rPr lang="ar-SA" sz="4400" b="1" u="sng" dirty="0"/>
              <a:t>الاتصال التعليمي </a:t>
            </a:r>
            <a:endParaRPr lang="en-US" sz="4400" u="sng" dirty="0"/>
          </a:p>
        </p:txBody>
      </p:sp>
      <p:grpSp>
        <p:nvGrpSpPr>
          <p:cNvPr id="20" name="Group 20"/>
          <p:cNvGrpSpPr>
            <a:grpSpLocks/>
          </p:cNvGrpSpPr>
          <p:nvPr/>
        </p:nvGrpSpPr>
        <p:grpSpPr bwMode="auto">
          <a:xfrm>
            <a:off x="11409363" y="419100"/>
            <a:ext cx="46037" cy="676275"/>
            <a:chOff x="455000" y="491056"/>
            <a:chExt cx="45720" cy="675713"/>
          </a:xfrm>
        </p:grpSpPr>
        <p:sp>
          <p:nvSpPr>
            <p:cNvPr id="21" name="Rectangle 20"/>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2" name="Rectangle 21"/>
            <p:cNvSpPr/>
            <p:nvPr/>
          </p:nvSpPr>
          <p:spPr>
            <a:xfrm>
              <a:off x="455000" y="962152"/>
              <a:ext cx="45720" cy="204617"/>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23" name="Group 22"/>
          <p:cNvGrpSpPr/>
          <p:nvPr/>
        </p:nvGrpSpPr>
        <p:grpSpPr>
          <a:xfrm>
            <a:off x="1131727" y="1958900"/>
            <a:ext cx="3645091" cy="3949321"/>
            <a:chOff x="1438010" y="1958900"/>
            <a:chExt cx="3645091" cy="3949321"/>
          </a:xfrm>
        </p:grpSpPr>
        <p:grpSp>
          <p:nvGrpSpPr>
            <p:cNvPr id="24" name="Group 23"/>
            <p:cNvGrpSpPr/>
            <p:nvPr/>
          </p:nvGrpSpPr>
          <p:grpSpPr>
            <a:xfrm>
              <a:off x="1508579" y="1958900"/>
              <a:ext cx="3387271" cy="3949321"/>
              <a:chOff x="1508579" y="1958900"/>
              <a:chExt cx="3387271" cy="3949321"/>
            </a:xfrm>
          </p:grpSpPr>
          <p:sp>
            <p:nvSpPr>
              <p:cNvPr id="31" name="Freeform 19"/>
              <p:cNvSpPr>
                <a:spLocks/>
              </p:cNvSpPr>
              <p:nvPr/>
            </p:nvSpPr>
            <p:spPr bwMode="auto">
              <a:xfrm rot="19150809" flipH="1">
                <a:off x="1891283" y="2641441"/>
                <a:ext cx="144951" cy="283512"/>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2" name="Freeform 5"/>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close/>
                  </a:path>
                </a:pathLst>
              </a:custGeom>
              <a:solidFill>
                <a:srgbClr val="F2C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3" name="Freeform 6"/>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4" name="Freeform 7"/>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5" name="Freeform 8"/>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6" name="Freeform 9"/>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7" name="Freeform 10"/>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8" name="Freeform 11"/>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9" name="Freeform 12"/>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0" name="Freeform 13"/>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1" name="Freeform 14"/>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2" name="Freeform 15"/>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3" name="Freeform 16"/>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4" name="Freeform 17"/>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5" name="Freeform 18"/>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6" name="Freeform 19"/>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7" name="Freeform 20"/>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8" name="Freeform 21"/>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49" name="Freeform 22"/>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0" name="Freeform 25"/>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1" name="Freeform 26"/>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2" name="Freeform 27"/>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3" name="Freeform 29"/>
              <p:cNvSpPr>
                <a:spLocks/>
              </p:cNvSpPr>
              <p:nvPr/>
            </p:nvSpPr>
            <p:spPr bwMode="auto">
              <a:xfrm>
                <a:off x="2153229" y="2404608"/>
                <a:ext cx="51495" cy="74383"/>
              </a:xfrm>
              <a:custGeom>
                <a:avLst/>
                <a:gdLst>
                  <a:gd name="T0" fmla="*/ 54 w 54"/>
                  <a:gd name="T1" fmla="*/ 34 h 78"/>
                  <a:gd name="T2" fmla="*/ 54 w 54"/>
                  <a:gd name="T3" fmla="*/ 34 h 78"/>
                  <a:gd name="T4" fmla="*/ 54 w 54"/>
                  <a:gd name="T5" fmla="*/ 50 h 78"/>
                  <a:gd name="T6" fmla="*/ 52 w 54"/>
                  <a:gd name="T7" fmla="*/ 64 h 78"/>
                  <a:gd name="T8" fmla="*/ 48 w 54"/>
                  <a:gd name="T9" fmla="*/ 68 h 78"/>
                  <a:gd name="T10" fmla="*/ 46 w 54"/>
                  <a:gd name="T11" fmla="*/ 74 h 78"/>
                  <a:gd name="T12" fmla="*/ 40 w 54"/>
                  <a:gd name="T13" fmla="*/ 76 h 78"/>
                  <a:gd name="T14" fmla="*/ 36 w 54"/>
                  <a:gd name="T15" fmla="*/ 78 h 78"/>
                  <a:gd name="T16" fmla="*/ 36 w 54"/>
                  <a:gd name="T17" fmla="*/ 78 h 78"/>
                  <a:gd name="T18" fmla="*/ 30 w 54"/>
                  <a:gd name="T19" fmla="*/ 78 h 78"/>
                  <a:gd name="T20" fmla="*/ 24 w 54"/>
                  <a:gd name="T21" fmla="*/ 78 h 78"/>
                  <a:gd name="T22" fmla="*/ 20 w 54"/>
                  <a:gd name="T23" fmla="*/ 74 h 78"/>
                  <a:gd name="T24" fmla="*/ 14 w 54"/>
                  <a:gd name="T25" fmla="*/ 70 h 78"/>
                  <a:gd name="T26" fmla="*/ 6 w 54"/>
                  <a:gd name="T27" fmla="*/ 60 h 78"/>
                  <a:gd name="T28" fmla="*/ 2 w 54"/>
                  <a:gd name="T29" fmla="*/ 44 h 78"/>
                  <a:gd name="T30" fmla="*/ 2 w 54"/>
                  <a:gd name="T31" fmla="*/ 44 h 78"/>
                  <a:gd name="T32" fmla="*/ 0 w 54"/>
                  <a:gd name="T33" fmla="*/ 28 h 78"/>
                  <a:gd name="T34" fmla="*/ 4 w 54"/>
                  <a:gd name="T35" fmla="*/ 16 h 78"/>
                  <a:gd name="T36" fmla="*/ 6 w 54"/>
                  <a:gd name="T37" fmla="*/ 10 h 78"/>
                  <a:gd name="T38" fmla="*/ 10 w 54"/>
                  <a:gd name="T39" fmla="*/ 6 h 78"/>
                  <a:gd name="T40" fmla="*/ 14 w 54"/>
                  <a:gd name="T41" fmla="*/ 2 h 78"/>
                  <a:gd name="T42" fmla="*/ 20 w 54"/>
                  <a:gd name="T43" fmla="*/ 0 h 78"/>
                  <a:gd name="T44" fmla="*/ 20 w 54"/>
                  <a:gd name="T45" fmla="*/ 0 h 78"/>
                  <a:gd name="T46" fmla="*/ 26 w 54"/>
                  <a:gd name="T47" fmla="*/ 0 h 78"/>
                  <a:gd name="T48" fmla="*/ 30 w 54"/>
                  <a:gd name="T49" fmla="*/ 0 h 78"/>
                  <a:gd name="T50" fmla="*/ 36 w 54"/>
                  <a:gd name="T51" fmla="*/ 4 h 78"/>
                  <a:gd name="T52" fmla="*/ 40 w 54"/>
                  <a:gd name="T53" fmla="*/ 8 h 78"/>
                  <a:gd name="T54" fmla="*/ 48 w 54"/>
                  <a:gd name="T55" fmla="*/ 20 h 78"/>
                  <a:gd name="T56" fmla="*/ 54 w 54"/>
                  <a:gd name="T57" fmla="*/ 3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8">
                    <a:moveTo>
                      <a:pt x="54" y="34"/>
                    </a:moveTo>
                    <a:lnTo>
                      <a:pt x="54" y="34"/>
                    </a:lnTo>
                    <a:lnTo>
                      <a:pt x="54" y="50"/>
                    </a:lnTo>
                    <a:lnTo>
                      <a:pt x="52" y="64"/>
                    </a:lnTo>
                    <a:lnTo>
                      <a:pt x="48" y="68"/>
                    </a:lnTo>
                    <a:lnTo>
                      <a:pt x="46" y="74"/>
                    </a:lnTo>
                    <a:lnTo>
                      <a:pt x="40" y="76"/>
                    </a:lnTo>
                    <a:lnTo>
                      <a:pt x="36" y="78"/>
                    </a:lnTo>
                    <a:lnTo>
                      <a:pt x="36" y="78"/>
                    </a:lnTo>
                    <a:lnTo>
                      <a:pt x="30" y="78"/>
                    </a:lnTo>
                    <a:lnTo>
                      <a:pt x="24" y="78"/>
                    </a:lnTo>
                    <a:lnTo>
                      <a:pt x="20" y="74"/>
                    </a:lnTo>
                    <a:lnTo>
                      <a:pt x="14" y="70"/>
                    </a:lnTo>
                    <a:lnTo>
                      <a:pt x="6" y="60"/>
                    </a:lnTo>
                    <a:lnTo>
                      <a:pt x="2" y="44"/>
                    </a:lnTo>
                    <a:lnTo>
                      <a:pt x="2" y="44"/>
                    </a:lnTo>
                    <a:lnTo>
                      <a:pt x="0" y="28"/>
                    </a:lnTo>
                    <a:lnTo>
                      <a:pt x="4" y="16"/>
                    </a:lnTo>
                    <a:lnTo>
                      <a:pt x="6" y="10"/>
                    </a:lnTo>
                    <a:lnTo>
                      <a:pt x="10" y="6"/>
                    </a:lnTo>
                    <a:lnTo>
                      <a:pt x="14" y="2"/>
                    </a:lnTo>
                    <a:lnTo>
                      <a:pt x="20" y="0"/>
                    </a:lnTo>
                    <a:lnTo>
                      <a:pt x="20" y="0"/>
                    </a:lnTo>
                    <a:lnTo>
                      <a:pt x="26" y="0"/>
                    </a:lnTo>
                    <a:lnTo>
                      <a:pt x="30" y="0"/>
                    </a:lnTo>
                    <a:lnTo>
                      <a:pt x="36" y="4"/>
                    </a:lnTo>
                    <a:lnTo>
                      <a:pt x="40" y="8"/>
                    </a:lnTo>
                    <a:lnTo>
                      <a:pt x="48" y="20"/>
                    </a:lnTo>
                    <a:lnTo>
                      <a:pt x="54"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4" name="Freeform 31"/>
              <p:cNvSpPr>
                <a:spLocks/>
              </p:cNvSpPr>
              <p:nvPr/>
            </p:nvSpPr>
            <p:spPr bwMode="auto">
              <a:xfrm>
                <a:off x="2372562" y="2370278"/>
                <a:ext cx="47681" cy="66753"/>
              </a:xfrm>
              <a:custGeom>
                <a:avLst/>
                <a:gdLst>
                  <a:gd name="T0" fmla="*/ 48 w 50"/>
                  <a:gd name="T1" fmla="*/ 30 h 70"/>
                  <a:gd name="T2" fmla="*/ 48 w 50"/>
                  <a:gd name="T3" fmla="*/ 30 h 70"/>
                  <a:gd name="T4" fmla="*/ 50 w 50"/>
                  <a:gd name="T5" fmla="*/ 44 h 70"/>
                  <a:gd name="T6" fmla="*/ 46 w 50"/>
                  <a:gd name="T7" fmla="*/ 58 h 70"/>
                  <a:gd name="T8" fmla="*/ 40 w 50"/>
                  <a:gd name="T9" fmla="*/ 66 h 70"/>
                  <a:gd name="T10" fmla="*/ 36 w 50"/>
                  <a:gd name="T11" fmla="*/ 68 h 70"/>
                  <a:gd name="T12" fmla="*/ 32 w 50"/>
                  <a:gd name="T13" fmla="*/ 70 h 70"/>
                  <a:gd name="T14" fmla="*/ 32 w 50"/>
                  <a:gd name="T15" fmla="*/ 70 h 70"/>
                  <a:gd name="T16" fmla="*/ 28 w 50"/>
                  <a:gd name="T17" fmla="*/ 70 h 70"/>
                  <a:gd name="T18" fmla="*/ 22 w 50"/>
                  <a:gd name="T19" fmla="*/ 70 h 70"/>
                  <a:gd name="T20" fmla="*/ 14 w 50"/>
                  <a:gd name="T21" fmla="*/ 64 h 70"/>
                  <a:gd name="T22" fmla="*/ 6 w 50"/>
                  <a:gd name="T23" fmla="*/ 54 h 70"/>
                  <a:gd name="T24" fmla="*/ 2 w 50"/>
                  <a:gd name="T25" fmla="*/ 40 h 70"/>
                  <a:gd name="T26" fmla="*/ 2 w 50"/>
                  <a:gd name="T27" fmla="*/ 40 h 70"/>
                  <a:gd name="T28" fmla="*/ 0 w 50"/>
                  <a:gd name="T29" fmla="*/ 26 h 70"/>
                  <a:gd name="T30" fmla="*/ 4 w 50"/>
                  <a:gd name="T31" fmla="*/ 14 h 70"/>
                  <a:gd name="T32" fmla="*/ 10 w 50"/>
                  <a:gd name="T33" fmla="*/ 6 h 70"/>
                  <a:gd name="T34" fmla="*/ 14 w 50"/>
                  <a:gd name="T35" fmla="*/ 2 h 70"/>
                  <a:gd name="T36" fmla="*/ 18 w 50"/>
                  <a:gd name="T37" fmla="*/ 0 h 70"/>
                  <a:gd name="T38" fmla="*/ 18 w 50"/>
                  <a:gd name="T39" fmla="*/ 0 h 70"/>
                  <a:gd name="T40" fmla="*/ 22 w 50"/>
                  <a:gd name="T41" fmla="*/ 0 h 70"/>
                  <a:gd name="T42" fmla="*/ 28 w 50"/>
                  <a:gd name="T43" fmla="*/ 2 h 70"/>
                  <a:gd name="T44" fmla="*/ 36 w 50"/>
                  <a:gd name="T45" fmla="*/ 8 h 70"/>
                  <a:gd name="T46" fmla="*/ 44 w 50"/>
                  <a:gd name="T47" fmla="*/ 18 h 70"/>
                  <a:gd name="T48" fmla="*/ 48 w 50"/>
                  <a:gd name="T49"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70">
                    <a:moveTo>
                      <a:pt x="48" y="30"/>
                    </a:moveTo>
                    <a:lnTo>
                      <a:pt x="48" y="30"/>
                    </a:lnTo>
                    <a:lnTo>
                      <a:pt x="50" y="44"/>
                    </a:lnTo>
                    <a:lnTo>
                      <a:pt x="46" y="58"/>
                    </a:lnTo>
                    <a:lnTo>
                      <a:pt x="40" y="66"/>
                    </a:lnTo>
                    <a:lnTo>
                      <a:pt x="36" y="68"/>
                    </a:lnTo>
                    <a:lnTo>
                      <a:pt x="32" y="70"/>
                    </a:lnTo>
                    <a:lnTo>
                      <a:pt x="32" y="70"/>
                    </a:lnTo>
                    <a:lnTo>
                      <a:pt x="28" y="70"/>
                    </a:lnTo>
                    <a:lnTo>
                      <a:pt x="22" y="70"/>
                    </a:lnTo>
                    <a:lnTo>
                      <a:pt x="14" y="64"/>
                    </a:lnTo>
                    <a:lnTo>
                      <a:pt x="6" y="54"/>
                    </a:lnTo>
                    <a:lnTo>
                      <a:pt x="2" y="40"/>
                    </a:lnTo>
                    <a:lnTo>
                      <a:pt x="2" y="40"/>
                    </a:lnTo>
                    <a:lnTo>
                      <a:pt x="0" y="26"/>
                    </a:lnTo>
                    <a:lnTo>
                      <a:pt x="4" y="14"/>
                    </a:lnTo>
                    <a:lnTo>
                      <a:pt x="10" y="6"/>
                    </a:lnTo>
                    <a:lnTo>
                      <a:pt x="14" y="2"/>
                    </a:lnTo>
                    <a:lnTo>
                      <a:pt x="18" y="0"/>
                    </a:lnTo>
                    <a:lnTo>
                      <a:pt x="18" y="0"/>
                    </a:lnTo>
                    <a:lnTo>
                      <a:pt x="22" y="0"/>
                    </a:lnTo>
                    <a:lnTo>
                      <a:pt x="28" y="2"/>
                    </a:lnTo>
                    <a:lnTo>
                      <a:pt x="36" y="8"/>
                    </a:lnTo>
                    <a:lnTo>
                      <a:pt x="44" y="18"/>
                    </a:lnTo>
                    <a:lnTo>
                      <a:pt x="48"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5" name="Freeform 32"/>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6" name="Freeform 33"/>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7" name="Freeform 34"/>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8" name="Freeform 35"/>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59" name="Freeform 36"/>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0" name="Freeform 37"/>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1" name="Freeform 38"/>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2" name="Freeform 39"/>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3" name="Freeform 40"/>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close/>
                  </a:path>
                </a:pathLst>
              </a:custGeom>
              <a:solidFill>
                <a:srgbClr val="291E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4" name="Freeform 41"/>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5" name="Freeform 42"/>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close/>
                  </a:path>
                </a:pathLst>
              </a:custGeom>
              <a:solidFill>
                <a:srgbClr val="38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6" name="Freeform 43"/>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7" name="Freeform 44"/>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8" name="Freeform 45"/>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69" name="Freeform 46"/>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0" name="Freeform 47"/>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1" name="Freeform 48"/>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2" name="Freeform 49"/>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3" name="Freeform 50"/>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4" name="Freeform 51"/>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5" name="Freeform 52"/>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6" name="Freeform 53"/>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7" name="Freeform 54"/>
              <p:cNvSpPr>
                <a:spLocks/>
              </p:cNvSpPr>
              <p:nvPr/>
            </p:nvSpPr>
            <p:spPr bwMode="auto">
              <a:xfrm>
                <a:off x="2103640" y="3045443"/>
                <a:ext cx="438667" cy="547380"/>
              </a:xfrm>
              <a:custGeom>
                <a:avLst/>
                <a:gdLst>
                  <a:gd name="T0" fmla="*/ 148 w 460"/>
                  <a:gd name="T1" fmla="*/ 0 h 574"/>
                  <a:gd name="T2" fmla="*/ 224 w 460"/>
                  <a:gd name="T3" fmla="*/ 124 h 574"/>
                  <a:gd name="T4" fmla="*/ 192 w 460"/>
                  <a:gd name="T5" fmla="*/ 0 h 574"/>
                  <a:gd name="T6" fmla="*/ 288 w 460"/>
                  <a:gd name="T7" fmla="*/ 0 h 574"/>
                  <a:gd name="T8" fmla="*/ 288 w 460"/>
                  <a:gd name="T9" fmla="*/ 0 h 574"/>
                  <a:gd name="T10" fmla="*/ 312 w 460"/>
                  <a:gd name="T11" fmla="*/ 64 h 574"/>
                  <a:gd name="T12" fmla="*/ 338 w 460"/>
                  <a:gd name="T13" fmla="*/ 134 h 574"/>
                  <a:gd name="T14" fmla="*/ 366 w 460"/>
                  <a:gd name="T15" fmla="*/ 220 h 574"/>
                  <a:gd name="T16" fmla="*/ 398 w 460"/>
                  <a:gd name="T17" fmla="*/ 314 h 574"/>
                  <a:gd name="T18" fmla="*/ 426 w 460"/>
                  <a:gd name="T19" fmla="*/ 408 h 574"/>
                  <a:gd name="T20" fmla="*/ 436 w 460"/>
                  <a:gd name="T21" fmla="*/ 454 h 574"/>
                  <a:gd name="T22" fmla="*/ 446 w 460"/>
                  <a:gd name="T23" fmla="*/ 498 h 574"/>
                  <a:gd name="T24" fmla="*/ 454 w 460"/>
                  <a:gd name="T25" fmla="*/ 538 h 574"/>
                  <a:gd name="T26" fmla="*/ 460 w 460"/>
                  <a:gd name="T27" fmla="*/ 574 h 574"/>
                  <a:gd name="T28" fmla="*/ 460 w 460"/>
                  <a:gd name="T29" fmla="*/ 574 h 574"/>
                  <a:gd name="T30" fmla="*/ 400 w 460"/>
                  <a:gd name="T31" fmla="*/ 506 h 574"/>
                  <a:gd name="T32" fmla="*/ 264 w 460"/>
                  <a:gd name="T33" fmla="*/ 350 h 574"/>
                  <a:gd name="T34" fmla="*/ 186 w 460"/>
                  <a:gd name="T35" fmla="*/ 264 h 574"/>
                  <a:gd name="T36" fmla="*/ 110 w 460"/>
                  <a:gd name="T37" fmla="*/ 182 h 574"/>
                  <a:gd name="T38" fmla="*/ 46 w 460"/>
                  <a:gd name="T39" fmla="*/ 116 h 574"/>
                  <a:gd name="T40" fmla="*/ 20 w 460"/>
                  <a:gd name="T41" fmla="*/ 92 h 574"/>
                  <a:gd name="T42" fmla="*/ 0 w 460"/>
                  <a:gd name="T43" fmla="*/ 76 h 574"/>
                  <a:gd name="T44" fmla="*/ 148 w 460"/>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74">
                    <a:moveTo>
                      <a:pt x="148" y="0"/>
                    </a:moveTo>
                    <a:lnTo>
                      <a:pt x="224" y="124"/>
                    </a:lnTo>
                    <a:lnTo>
                      <a:pt x="192" y="0"/>
                    </a:lnTo>
                    <a:lnTo>
                      <a:pt x="288" y="0"/>
                    </a:lnTo>
                    <a:lnTo>
                      <a:pt x="288" y="0"/>
                    </a:lnTo>
                    <a:lnTo>
                      <a:pt x="312" y="64"/>
                    </a:lnTo>
                    <a:lnTo>
                      <a:pt x="338" y="134"/>
                    </a:lnTo>
                    <a:lnTo>
                      <a:pt x="366" y="220"/>
                    </a:lnTo>
                    <a:lnTo>
                      <a:pt x="398" y="314"/>
                    </a:lnTo>
                    <a:lnTo>
                      <a:pt x="426" y="408"/>
                    </a:lnTo>
                    <a:lnTo>
                      <a:pt x="436" y="454"/>
                    </a:lnTo>
                    <a:lnTo>
                      <a:pt x="446" y="498"/>
                    </a:lnTo>
                    <a:lnTo>
                      <a:pt x="454" y="538"/>
                    </a:lnTo>
                    <a:lnTo>
                      <a:pt x="460" y="574"/>
                    </a:lnTo>
                    <a:lnTo>
                      <a:pt x="460" y="574"/>
                    </a:lnTo>
                    <a:lnTo>
                      <a:pt x="400" y="506"/>
                    </a:lnTo>
                    <a:lnTo>
                      <a:pt x="264" y="350"/>
                    </a:lnTo>
                    <a:lnTo>
                      <a:pt x="186" y="264"/>
                    </a:lnTo>
                    <a:lnTo>
                      <a:pt x="110" y="182"/>
                    </a:lnTo>
                    <a:lnTo>
                      <a:pt x="46" y="116"/>
                    </a:lnTo>
                    <a:lnTo>
                      <a:pt x="20" y="92"/>
                    </a:lnTo>
                    <a:lnTo>
                      <a:pt x="0" y="76"/>
                    </a:lnTo>
                    <a:lnTo>
                      <a:pt x="148"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8" name="Freeform 55"/>
              <p:cNvSpPr>
                <a:spLocks/>
              </p:cNvSpPr>
              <p:nvPr/>
            </p:nvSpPr>
            <p:spPr bwMode="auto">
              <a:xfrm>
                <a:off x="2088382" y="3020649"/>
                <a:ext cx="156394" cy="143044"/>
              </a:xfrm>
              <a:custGeom>
                <a:avLst/>
                <a:gdLst>
                  <a:gd name="T0" fmla="*/ 0 w 164"/>
                  <a:gd name="T1" fmla="*/ 0 h 150"/>
                  <a:gd name="T2" fmla="*/ 164 w 164"/>
                  <a:gd name="T3" fmla="*/ 26 h 150"/>
                  <a:gd name="T4" fmla="*/ 164 w 164"/>
                  <a:gd name="T5" fmla="*/ 150 h 150"/>
                  <a:gd name="T6" fmla="*/ 164 w 164"/>
                  <a:gd name="T7" fmla="*/ 150 h 150"/>
                  <a:gd name="T8" fmla="*/ 84 w 164"/>
                  <a:gd name="T9" fmla="*/ 126 h 150"/>
                  <a:gd name="T10" fmla="*/ 28 w 164"/>
                  <a:gd name="T11" fmla="*/ 106 h 150"/>
                  <a:gd name="T12" fmla="*/ 8 w 164"/>
                  <a:gd name="T13" fmla="*/ 98 h 150"/>
                  <a:gd name="T14" fmla="*/ 0 w 164"/>
                  <a:gd name="T15" fmla="*/ 94 h 150"/>
                  <a:gd name="T16" fmla="*/ 0 w 164"/>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50">
                    <a:moveTo>
                      <a:pt x="0" y="0"/>
                    </a:moveTo>
                    <a:lnTo>
                      <a:pt x="164" y="26"/>
                    </a:lnTo>
                    <a:lnTo>
                      <a:pt x="164" y="150"/>
                    </a:lnTo>
                    <a:lnTo>
                      <a:pt x="164" y="150"/>
                    </a:lnTo>
                    <a:lnTo>
                      <a:pt x="84" y="126"/>
                    </a:lnTo>
                    <a:lnTo>
                      <a:pt x="28" y="106"/>
                    </a:lnTo>
                    <a:lnTo>
                      <a:pt x="8" y="98"/>
                    </a:lnTo>
                    <a:lnTo>
                      <a:pt x="0" y="9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79" name="Freeform 56"/>
              <p:cNvSpPr>
                <a:spLocks/>
              </p:cNvSpPr>
              <p:nvPr/>
            </p:nvSpPr>
            <p:spPr bwMode="auto">
              <a:xfrm>
                <a:off x="2269570" y="3146527"/>
                <a:ext cx="125878" cy="87734"/>
              </a:xfrm>
              <a:custGeom>
                <a:avLst/>
                <a:gdLst>
                  <a:gd name="T0" fmla="*/ 0 w 132"/>
                  <a:gd name="T1" fmla="*/ 36 h 92"/>
                  <a:gd name="T2" fmla="*/ 0 w 132"/>
                  <a:gd name="T3" fmla="*/ 36 h 92"/>
                  <a:gd name="T4" fmla="*/ 10 w 132"/>
                  <a:gd name="T5" fmla="*/ 30 h 92"/>
                  <a:gd name="T6" fmla="*/ 36 w 132"/>
                  <a:gd name="T7" fmla="*/ 16 h 92"/>
                  <a:gd name="T8" fmla="*/ 52 w 132"/>
                  <a:gd name="T9" fmla="*/ 8 h 92"/>
                  <a:gd name="T10" fmla="*/ 70 w 132"/>
                  <a:gd name="T11" fmla="*/ 4 h 92"/>
                  <a:gd name="T12" fmla="*/ 90 w 132"/>
                  <a:gd name="T13" fmla="*/ 0 h 92"/>
                  <a:gd name="T14" fmla="*/ 108 w 132"/>
                  <a:gd name="T15" fmla="*/ 2 h 92"/>
                  <a:gd name="T16" fmla="*/ 132 w 132"/>
                  <a:gd name="T17" fmla="*/ 66 h 92"/>
                  <a:gd name="T18" fmla="*/ 78 w 132"/>
                  <a:gd name="T19" fmla="*/ 92 h 92"/>
                  <a:gd name="T20" fmla="*/ 0 w 132"/>
                  <a:gd name="T21"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92">
                    <a:moveTo>
                      <a:pt x="0" y="36"/>
                    </a:moveTo>
                    <a:lnTo>
                      <a:pt x="0" y="36"/>
                    </a:lnTo>
                    <a:lnTo>
                      <a:pt x="10" y="30"/>
                    </a:lnTo>
                    <a:lnTo>
                      <a:pt x="36" y="16"/>
                    </a:lnTo>
                    <a:lnTo>
                      <a:pt x="52" y="8"/>
                    </a:lnTo>
                    <a:lnTo>
                      <a:pt x="70" y="4"/>
                    </a:lnTo>
                    <a:lnTo>
                      <a:pt x="90" y="0"/>
                    </a:lnTo>
                    <a:lnTo>
                      <a:pt x="108" y="2"/>
                    </a:lnTo>
                    <a:lnTo>
                      <a:pt x="132" y="66"/>
                    </a:lnTo>
                    <a:lnTo>
                      <a:pt x="78" y="92"/>
                    </a:lnTo>
                    <a:lnTo>
                      <a:pt x="0" y="3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0" name="Freeform 57"/>
              <p:cNvSpPr>
                <a:spLocks/>
              </p:cNvSpPr>
              <p:nvPr/>
            </p:nvSpPr>
            <p:spPr bwMode="auto">
              <a:xfrm>
                <a:off x="2343953" y="3209466"/>
                <a:ext cx="215519" cy="404337"/>
              </a:xfrm>
              <a:custGeom>
                <a:avLst/>
                <a:gdLst>
                  <a:gd name="T0" fmla="*/ 22 w 226"/>
                  <a:gd name="T1" fmla="*/ 190 h 424"/>
                  <a:gd name="T2" fmla="*/ 0 w 226"/>
                  <a:gd name="T3" fmla="*/ 26 h 424"/>
                  <a:gd name="T4" fmla="*/ 54 w 226"/>
                  <a:gd name="T5" fmla="*/ 0 h 424"/>
                  <a:gd name="T6" fmla="*/ 54 w 226"/>
                  <a:gd name="T7" fmla="*/ 0 h 424"/>
                  <a:gd name="T8" fmla="*/ 110 w 226"/>
                  <a:gd name="T9" fmla="*/ 92 h 424"/>
                  <a:gd name="T10" fmla="*/ 156 w 226"/>
                  <a:gd name="T11" fmla="*/ 166 h 424"/>
                  <a:gd name="T12" fmla="*/ 188 w 226"/>
                  <a:gd name="T13" fmla="*/ 218 h 424"/>
                  <a:gd name="T14" fmla="*/ 226 w 226"/>
                  <a:gd name="T15" fmla="*/ 424 h 424"/>
                  <a:gd name="T16" fmla="*/ 22 w 226"/>
                  <a:gd name="T17" fmla="*/ 19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424">
                    <a:moveTo>
                      <a:pt x="22" y="190"/>
                    </a:moveTo>
                    <a:lnTo>
                      <a:pt x="0" y="26"/>
                    </a:lnTo>
                    <a:lnTo>
                      <a:pt x="54" y="0"/>
                    </a:lnTo>
                    <a:lnTo>
                      <a:pt x="54" y="0"/>
                    </a:lnTo>
                    <a:lnTo>
                      <a:pt x="110" y="92"/>
                    </a:lnTo>
                    <a:lnTo>
                      <a:pt x="156" y="166"/>
                    </a:lnTo>
                    <a:lnTo>
                      <a:pt x="188" y="218"/>
                    </a:lnTo>
                    <a:lnTo>
                      <a:pt x="226" y="424"/>
                    </a:lnTo>
                    <a:lnTo>
                      <a:pt x="22" y="19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1" name="Freeform 58"/>
              <p:cNvSpPr>
                <a:spLocks/>
              </p:cNvSpPr>
              <p:nvPr/>
            </p:nvSpPr>
            <p:spPr bwMode="auto">
              <a:xfrm>
                <a:off x="2023536" y="3045443"/>
                <a:ext cx="535937" cy="568360"/>
              </a:xfrm>
              <a:custGeom>
                <a:avLst/>
                <a:gdLst>
                  <a:gd name="T0" fmla="*/ 68 w 562"/>
                  <a:gd name="T1" fmla="*/ 0 h 596"/>
                  <a:gd name="T2" fmla="*/ 68 w 562"/>
                  <a:gd name="T3" fmla="*/ 0 h 596"/>
                  <a:gd name="T4" fmla="*/ 42 w 562"/>
                  <a:gd name="T5" fmla="*/ 70 h 596"/>
                  <a:gd name="T6" fmla="*/ 20 w 562"/>
                  <a:gd name="T7" fmla="*/ 134 h 596"/>
                  <a:gd name="T8" fmla="*/ 0 w 562"/>
                  <a:gd name="T9" fmla="*/ 198 h 596"/>
                  <a:gd name="T10" fmla="*/ 0 w 562"/>
                  <a:gd name="T11" fmla="*/ 198 h 596"/>
                  <a:gd name="T12" fmla="*/ 16 w 562"/>
                  <a:gd name="T13" fmla="*/ 204 h 596"/>
                  <a:gd name="T14" fmla="*/ 60 w 562"/>
                  <a:gd name="T15" fmla="*/ 216 h 596"/>
                  <a:gd name="T16" fmla="*/ 90 w 562"/>
                  <a:gd name="T17" fmla="*/ 224 h 596"/>
                  <a:gd name="T18" fmla="*/ 126 w 562"/>
                  <a:gd name="T19" fmla="*/ 232 h 596"/>
                  <a:gd name="T20" fmla="*/ 164 w 562"/>
                  <a:gd name="T21" fmla="*/ 238 h 596"/>
                  <a:gd name="T22" fmla="*/ 204 w 562"/>
                  <a:gd name="T23" fmla="*/ 244 h 596"/>
                  <a:gd name="T24" fmla="*/ 204 w 562"/>
                  <a:gd name="T25" fmla="*/ 244 h 596"/>
                  <a:gd name="T26" fmla="*/ 184 w 562"/>
                  <a:gd name="T27" fmla="*/ 338 h 596"/>
                  <a:gd name="T28" fmla="*/ 170 w 562"/>
                  <a:gd name="T29" fmla="*/ 406 h 596"/>
                  <a:gd name="T30" fmla="*/ 168 w 562"/>
                  <a:gd name="T31" fmla="*/ 430 h 596"/>
                  <a:gd name="T32" fmla="*/ 168 w 562"/>
                  <a:gd name="T33" fmla="*/ 442 h 596"/>
                  <a:gd name="T34" fmla="*/ 168 w 562"/>
                  <a:gd name="T35" fmla="*/ 442 h 596"/>
                  <a:gd name="T36" fmla="*/ 212 w 562"/>
                  <a:gd name="T37" fmla="*/ 458 h 596"/>
                  <a:gd name="T38" fmla="*/ 320 w 562"/>
                  <a:gd name="T39" fmla="*/ 494 h 596"/>
                  <a:gd name="T40" fmla="*/ 384 w 562"/>
                  <a:gd name="T41" fmla="*/ 518 h 596"/>
                  <a:gd name="T42" fmla="*/ 450 w 562"/>
                  <a:gd name="T43" fmla="*/ 544 h 596"/>
                  <a:gd name="T44" fmla="*/ 510 w 562"/>
                  <a:gd name="T45" fmla="*/ 570 h 596"/>
                  <a:gd name="T46" fmla="*/ 562 w 562"/>
                  <a:gd name="T47" fmla="*/ 596 h 596"/>
                  <a:gd name="T48" fmla="*/ 562 w 562"/>
                  <a:gd name="T49" fmla="*/ 596 h 596"/>
                  <a:gd name="T50" fmla="*/ 464 w 562"/>
                  <a:gd name="T51" fmla="*/ 486 h 596"/>
                  <a:gd name="T52" fmla="*/ 322 w 562"/>
                  <a:gd name="T53" fmla="*/ 326 h 596"/>
                  <a:gd name="T54" fmla="*/ 180 w 562"/>
                  <a:gd name="T55" fmla="*/ 172 h 596"/>
                  <a:gd name="T56" fmla="*/ 124 w 562"/>
                  <a:gd name="T57" fmla="*/ 112 h 596"/>
                  <a:gd name="T58" fmla="*/ 84 w 562"/>
                  <a:gd name="T59" fmla="*/ 70 h 596"/>
                  <a:gd name="T60" fmla="*/ 68 w 562"/>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596">
                    <a:moveTo>
                      <a:pt x="68" y="0"/>
                    </a:moveTo>
                    <a:lnTo>
                      <a:pt x="68" y="0"/>
                    </a:lnTo>
                    <a:lnTo>
                      <a:pt x="42" y="70"/>
                    </a:lnTo>
                    <a:lnTo>
                      <a:pt x="20" y="134"/>
                    </a:lnTo>
                    <a:lnTo>
                      <a:pt x="0" y="198"/>
                    </a:lnTo>
                    <a:lnTo>
                      <a:pt x="0" y="198"/>
                    </a:lnTo>
                    <a:lnTo>
                      <a:pt x="16" y="204"/>
                    </a:lnTo>
                    <a:lnTo>
                      <a:pt x="60" y="216"/>
                    </a:lnTo>
                    <a:lnTo>
                      <a:pt x="90" y="224"/>
                    </a:lnTo>
                    <a:lnTo>
                      <a:pt x="126" y="232"/>
                    </a:lnTo>
                    <a:lnTo>
                      <a:pt x="164" y="238"/>
                    </a:lnTo>
                    <a:lnTo>
                      <a:pt x="204" y="244"/>
                    </a:lnTo>
                    <a:lnTo>
                      <a:pt x="204" y="244"/>
                    </a:lnTo>
                    <a:lnTo>
                      <a:pt x="184" y="338"/>
                    </a:lnTo>
                    <a:lnTo>
                      <a:pt x="170" y="406"/>
                    </a:lnTo>
                    <a:lnTo>
                      <a:pt x="168" y="430"/>
                    </a:lnTo>
                    <a:lnTo>
                      <a:pt x="168" y="442"/>
                    </a:lnTo>
                    <a:lnTo>
                      <a:pt x="168" y="442"/>
                    </a:lnTo>
                    <a:lnTo>
                      <a:pt x="212" y="458"/>
                    </a:lnTo>
                    <a:lnTo>
                      <a:pt x="320" y="494"/>
                    </a:lnTo>
                    <a:lnTo>
                      <a:pt x="384" y="518"/>
                    </a:lnTo>
                    <a:lnTo>
                      <a:pt x="450" y="544"/>
                    </a:lnTo>
                    <a:lnTo>
                      <a:pt x="510" y="570"/>
                    </a:lnTo>
                    <a:lnTo>
                      <a:pt x="562" y="596"/>
                    </a:lnTo>
                    <a:lnTo>
                      <a:pt x="562" y="596"/>
                    </a:lnTo>
                    <a:lnTo>
                      <a:pt x="464" y="486"/>
                    </a:lnTo>
                    <a:lnTo>
                      <a:pt x="322" y="326"/>
                    </a:lnTo>
                    <a:lnTo>
                      <a:pt x="180" y="172"/>
                    </a:lnTo>
                    <a:lnTo>
                      <a:pt x="124" y="112"/>
                    </a:lnTo>
                    <a:lnTo>
                      <a:pt x="84" y="70"/>
                    </a:lnTo>
                    <a:lnTo>
                      <a:pt x="68"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2" name="Freeform 59"/>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3" name="Freeform 60"/>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4" name="Freeform 61"/>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5" name="Freeform 62"/>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6" name="Freeform 63"/>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7" name="Freeform 64"/>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8" name="Freeform 65"/>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89" name="Freeform 66"/>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0" name="Freeform 67"/>
              <p:cNvSpPr>
                <a:spLocks/>
              </p:cNvSpPr>
              <p:nvPr/>
            </p:nvSpPr>
            <p:spPr bwMode="auto">
              <a:xfrm>
                <a:off x="2286736" y="2986318"/>
                <a:ext cx="93455" cy="148765"/>
              </a:xfrm>
              <a:custGeom>
                <a:avLst/>
                <a:gdLst>
                  <a:gd name="T0" fmla="*/ 0 w 98"/>
                  <a:gd name="T1" fmla="*/ 62 h 156"/>
                  <a:gd name="T2" fmla="*/ 90 w 98"/>
                  <a:gd name="T3" fmla="*/ 156 h 156"/>
                  <a:gd name="T4" fmla="*/ 90 w 98"/>
                  <a:gd name="T5" fmla="*/ 156 h 156"/>
                  <a:gd name="T6" fmla="*/ 96 w 98"/>
                  <a:gd name="T7" fmla="*/ 106 h 156"/>
                  <a:gd name="T8" fmla="*/ 98 w 98"/>
                  <a:gd name="T9" fmla="*/ 66 h 156"/>
                  <a:gd name="T10" fmla="*/ 98 w 98"/>
                  <a:gd name="T11" fmla="*/ 48 h 156"/>
                  <a:gd name="T12" fmla="*/ 96 w 98"/>
                  <a:gd name="T13" fmla="*/ 36 h 156"/>
                  <a:gd name="T14" fmla="*/ 50 w 98"/>
                  <a:gd name="T15" fmla="*/ 0 h 156"/>
                  <a:gd name="T16" fmla="*/ 0 w 98"/>
                  <a:gd name="T17" fmla="*/ 6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56">
                    <a:moveTo>
                      <a:pt x="0" y="62"/>
                    </a:moveTo>
                    <a:lnTo>
                      <a:pt x="90" y="156"/>
                    </a:lnTo>
                    <a:lnTo>
                      <a:pt x="90" y="156"/>
                    </a:lnTo>
                    <a:lnTo>
                      <a:pt x="96" y="106"/>
                    </a:lnTo>
                    <a:lnTo>
                      <a:pt x="98" y="66"/>
                    </a:lnTo>
                    <a:lnTo>
                      <a:pt x="98" y="48"/>
                    </a:lnTo>
                    <a:lnTo>
                      <a:pt x="96" y="36"/>
                    </a:lnTo>
                    <a:lnTo>
                      <a:pt x="50"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1" name="Freeform 68"/>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2" name="Freeform 69"/>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3" name="Freeform 70"/>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4" name="Freeform 71"/>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5" name="Freeform 72"/>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6" name="Freeform 73"/>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7" name="Freeform 74"/>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98" name="Freeform 75"/>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nvGrpSpPr>
              <p:cNvPr id="99" name="Group 98"/>
              <p:cNvGrpSpPr/>
              <p:nvPr/>
            </p:nvGrpSpPr>
            <p:grpSpPr>
              <a:xfrm flipH="1">
                <a:off x="2146692" y="2403116"/>
                <a:ext cx="80199" cy="78965"/>
                <a:chOff x="5772205" y="2343722"/>
                <a:chExt cx="123202" cy="121306"/>
              </a:xfrm>
            </p:grpSpPr>
            <p:sp>
              <p:nvSpPr>
                <p:cNvPr id="106" name="Freeform 359"/>
                <p:cNvSpPr>
                  <a:spLocks/>
                </p:cNvSpPr>
                <p:nvPr/>
              </p:nvSpPr>
              <p:spPr bwMode="auto">
                <a:xfrm>
                  <a:off x="5772205" y="2343722"/>
                  <a:ext cx="123202" cy="121306"/>
                </a:xfrm>
                <a:custGeom>
                  <a:avLst/>
                  <a:gdLst>
                    <a:gd name="T0" fmla="*/ 27 w 27"/>
                    <a:gd name="T1" fmla="*/ 13 h 27"/>
                    <a:gd name="T2" fmla="*/ 13 w 27"/>
                    <a:gd name="T3" fmla="*/ 0 h 27"/>
                    <a:gd name="T4" fmla="*/ 0 w 27"/>
                    <a:gd name="T5" fmla="*/ 13 h 27"/>
                    <a:gd name="T6" fmla="*/ 13 w 27"/>
                    <a:gd name="T7" fmla="*/ 26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3" y="0"/>
                      </a:cubicBezTo>
                      <a:cubicBezTo>
                        <a:pt x="6" y="0"/>
                        <a:pt x="0" y="6"/>
                        <a:pt x="0" y="13"/>
                      </a:cubicBezTo>
                      <a:cubicBezTo>
                        <a:pt x="0" y="20"/>
                        <a:pt x="6" y="26"/>
                        <a:pt x="13" y="26"/>
                      </a:cubicBezTo>
                      <a:cubicBezTo>
                        <a:pt x="20" y="27"/>
                        <a:pt x="26"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7" name="Freeform 360"/>
                <p:cNvSpPr>
                  <a:spLocks/>
                </p:cNvSpPr>
                <p:nvPr/>
              </p:nvSpPr>
              <p:spPr bwMode="auto">
                <a:xfrm>
                  <a:off x="5791159" y="2362676"/>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7"/>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grpSp>
          <p:grpSp>
            <p:nvGrpSpPr>
              <p:cNvPr id="100" name="Group 99"/>
              <p:cNvGrpSpPr/>
              <p:nvPr/>
            </p:nvGrpSpPr>
            <p:grpSpPr>
              <a:xfrm flipH="1">
                <a:off x="2360351" y="2360104"/>
                <a:ext cx="78965" cy="78965"/>
                <a:chOff x="6219521" y="2379734"/>
                <a:chExt cx="121306" cy="121306"/>
              </a:xfrm>
            </p:grpSpPr>
            <p:sp>
              <p:nvSpPr>
                <p:cNvPr id="104" name="Freeform 361"/>
                <p:cNvSpPr>
                  <a:spLocks/>
                </p:cNvSpPr>
                <p:nvPr/>
              </p:nvSpPr>
              <p:spPr bwMode="auto">
                <a:xfrm>
                  <a:off x="6219521" y="2379734"/>
                  <a:ext cx="121306" cy="121306"/>
                </a:xfrm>
                <a:custGeom>
                  <a:avLst/>
                  <a:gdLst>
                    <a:gd name="T0" fmla="*/ 27 w 27"/>
                    <a:gd name="T1" fmla="*/ 13 h 27"/>
                    <a:gd name="T2" fmla="*/ 14 w 27"/>
                    <a:gd name="T3" fmla="*/ 0 h 27"/>
                    <a:gd name="T4" fmla="*/ 0 w 27"/>
                    <a:gd name="T5" fmla="*/ 13 h 27"/>
                    <a:gd name="T6" fmla="*/ 13 w 27"/>
                    <a:gd name="T7" fmla="*/ 27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4" y="0"/>
                      </a:cubicBezTo>
                      <a:cubicBezTo>
                        <a:pt x="6" y="0"/>
                        <a:pt x="0" y="6"/>
                        <a:pt x="0" y="13"/>
                      </a:cubicBezTo>
                      <a:cubicBezTo>
                        <a:pt x="0" y="20"/>
                        <a:pt x="6" y="26"/>
                        <a:pt x="13" y="27"/>
                      </a:cubicBezTo>
                      <a:cubicBezTo>
                        <a:pt x="21" y="27"/>
                        <a:pt x="27"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5" name="Freeform 362"/>
                <p:cNvSpPr>
                  <a:spLocks/>
                </p:cNvSpPr>
                <p:nvPr/>
              </p:nvSpPr>
              <p:spPr bwMode="auto">
                <a:xfrm>
                  <a:off x="6236580" y="2398688"/>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8"/>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grpSp>
          <p:sp>
            <p:nvSpPr>
              <p:cNvPr id="101" name="AutoShape 175"/>
              <p:cNvSpPr>
                <a:spLocks/>
              </p:cNvSpPr>
              <p:nvPr/>
            </p:nvSpPr>
            <p:spPr bwMode="auto">
              <a:xfrm rot="19803807">
                <a:off x="1755992" y="2153013"/>
                <a:ext cx="705362" cy="343070"/>
              </a:xfrm>
              <a:custGeom>
                <a:avLst/>
                <a:gdLst/>
                <a:ahLst/>
                <a:cxnLst/>
                <a:rect l="0" t="0" r="r" b="b"/>
                <a:pathLst>
                  <a:path w="21339" h="19952">
                    <a:moveTo>
                      <a:pt x="16213" y="4995"/>
                    </a:moveTo>
                    <a:cubicBezTo>
                      <a:pt x="14681" y="6345"/>
                      <a:pt x="9351" y="13230"/>
                      <a:pt x="7153" y="13365"/>
                    </a:cubicBezTo>
                    <a:cubicBezTo>
                      <a:pt x="4954" y="13500"/>
                      <a:pt x="7553" y="12555"/>
                      <a:pt x="8152" y="11205"/>
                    </a:cubicBezTo>
                    <a:cubicBezTo>
                      <a:pt x="8752" y="9855"/>
                      <a:pt x="3955" y="14310"/>
                      <a:pt x="2822" y="14445"/>
                    </a:cubicBezTo>
                    <a:cubicBezTo>
                      <a:pt x="1689" y="14580"/>
                      <a:pt x="2822" y="14175"/>
                      <a:pt x="3355" y="12689"/>
                    </a:cubicBezTo>
                    <a:cubicBezTo>
                      <a:pt x="3888" y="11204"/>
                      <a:pt x="1423" y="13499"/>
                      <a:pt x="1822" y="17549"/>
                    </a:cubicBezTo>
                    <a:cubicBezTo>
                      <a:pt x="2222" y="21600"/>
                      <a:pt x="173" y="20083"/>
                      <a:pt x="40" y="16304"/>
                    </a:cubicBezTo>
                    <a:cubicBezTo>
                      <a:pt x="-93" y="12524"/>
                      <a:pt x="90" y="11880"/>
                      <a:pt x="823" y="8370"/>
                    </a:cubicBezTo>
                    <a:cubicBezTo>
                      <a:pt x="1556" y="4860"/>
                      <a:pt x="11216" y="0"/>
                      <a:pt x="14281" y="0"/>
                    </a:cubicBezTo>
                    <a:cubicBezTo>
                      <a:pt x="17346" y="0"/>
                      <a:pt x="19878" y="6210"/>
                      <a:pt x="20611" y="8910"/>
                    </a:cubicBezTo>
                    <a:cubicBezTo>
                      <a:pt x="21344" y="11610"/>
                      <a:pt x="21507" y="14536"/>
                      <a:pt x="21174" y="16965"/>
                    </a:cubicBezTo>
                    <a:cubicBezTo>
                      <a:pt x="20840" y="19395"/>
                      <a:pt x="19811" y="20520"/>
                      <a:pt x="19811" y="17415"/>
                    </a:cubicBezTo>
                    <a:cubicBezTo>
                      <a:pt x="19811" y="14310"/>
                      <a:pt x="17346" y="10665"/>
                      <a:pt x="16213" y="4995"/>
                    </a:cubicBezTo>
                    <a:close/>
                    <a:moveTo>
                      <a:pt x="16213" y="4995"/>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2" name="AutoShape 179"/>
              <p:cNvSpPr>
                <a:spLocks/>
              </p:cNvSpPr>
              <p:nvPr/>
            </p:nvSpPr>
            <p:spPr bwMode="auto">
              <a:xfrm rot="19571347">
                <a:off x="1592895" y="1958900"/>
                <a:ext cx="831270" cy="545122"/>
              </a:xfrm>
              <a:custGeom>
                <a:avLst/>
                <a:gdLst>
                  <a:gd name="connsiteX0" fmla="*/ 0 w 22447"/>
                  <a:gd name="connsiteY0" fmla="*/ 17132 h 17132"/>
                  <a:gd name="connsiteX1" fmla="*/ 16889 w 22447"/>
                  <a:gd name="connsiteY1" fmla="*/ 4809 h 17132"/>
                  <a:gd name="connsiteX2" fmla="*/ 22447 w 22447"/>
                  <a:gd name="connsiteY2" fmla="*/ 11000 h 17132"/>
                  <a:gd name="connsiteX3" fmla="*/ 16508 w 22447"/>
                  <a:gd name="connsiteY3" fmla="*/ 9542 h 17132"/>
                  <a:gd name="connsiteX4" fmla="*/ 10875 w 22447"/>
                  <a:gd name="connsiteY4" fmla="*/ 12007 h 17132"/>
                  <a:gd name="connsiteX5" fmla="*/ 0 w 22447"/>
                  <a:gd name="connsiteY5" fmla="*/ 17132 h 17132"/>
                  <a:gd name="connsiteX6" fmla="*/ 0 w 22447"/>
                  <a:gd name="connsiteY6" fmla="*/ 17132 h 17132"/>
                  <a:gd name="connsiteX0" fmla="*/ 0 w 20118"/>
                  <a:gd name="connsiteY0" fmla="*/ 17132 h 17132"/>
                  <a:gd name="connsiteX1" fmla="*/ 16889 w 20118"/>
                  <a:gd name="connsiteY1" fmla="*/ 4809 h 17132"/>
                  <a:gd name="connsiteX2" fmla="*/ 19998 w 20118"/>
                  <a:gd name="connsiteY2" fmla="*/ 16337 h 17132"/>
                  <a:gd name="connsiteX3" fmla="*/ 16508 w 20118"/>
                  <a:gd name="connsiteY3" fmla="*/ 9542 h 17132"/>
                  <a:gd name="connsiteX4" fmla="*/ 10875 w 20118"/>
                  <a:gd name="connsiteY4" fmla="*/ 12007 h 17132"/>
                  <a:gd name="connsiteX5" fmla="*/ 0 w 20118"/>
                  <a:gd name="connsiteY5" fmla="*/ 17132 h 17132"/>
                  <a:gd name="connsiteX6" fmla="*/ 0 w 20118"/>
                  <a:gd name="connsiteY6" fmla="*/ 17132 h 17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18" h="17132">
                    <a:moveTo>
                      <a:pt x="0" y="17132"/>
                    </a:moveTo>
                    <a:cubicBezTo>
                      <a:pt x="1001" y="-763"/>
                      <a:pt x="13216" y="-4221"/>
                      <a:pt x="16889" y="4809"/>
                    </a:cubicBezTo>
                    <a:cubicBezTo>
                      <a:pt x="21291" y="6500"/>
                      <a:pt x="19870" y="14748"/>
                      <a:pt x="19998" y="16337"/>
                    </a:cubicBezTo>
                    <a:cubicBezTo>
                      <a:pt x="19931" y="16103"/>
                      <a:pt x="17377" y="11337"/>
                      <a:pt x="16508" y="9542"/>
                    </a:cubicBezTo>
                    <a:lnTo>
                      <a:pt x="10875" y="12007"/>
                    </a:lnTo>
                    <a:cubicBezTo>
                      <a:pt x="10875" y="12008"/>
                      <a:pt x="4427" y="14786"/>
                      <a:pt x="0" y="17132"/>
                    </a:cubicBezTo>
                    <a:close/>
                    <a:moveTo>
                      <a:pt x="0" y="17132"/>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Montserrat Light"/>
                </a:endParaRPr>
              </a:p>
            </p:txBody>
          </p:sp>
          <p:sp>
            <p:nvSpPr>
              <p:cNvPr id="103" name="Freeform 24"/>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nvGrpSpPr>
            <p:cNvPr id="25" name="Group 24"/>
            <p:cNvGrpSpPr/>
            <p:nvPr/>
          </p:nvGrpSpPr>
          <p:grpSpPr>
            <a:xfrm>
              <a:off x="1438010" y="3983808"/>
              <a:ext cx="149225" cy="131763"/>
              <a:chOff x="4714314" y="3794594"/>
              <a:chExt cx="149225" cy="131763"/>
            </a:xfrm>
          </p:grpSpPr>
          <p:sp>
            <p:nvSpPr>
              <p:cNvPr id="29" name="Freeform 153"/>
              <p:cNvSpPr>
                <a:spLocks/>
              </p:cNvSpPr>
              <p:nvPr/>
            </p:nvSpPr>
            <p:spPr bwMode="auto">
              <a:xfrm>
                <a:off x="4731776" y="3794594"/>
                <a:ext cx="131763" cy="77788"/>
              </a:xfrm>
              <a:custGeom>
                <a:avLst/>
                <a:gdLst>
                  <a:gd name="T0" fmla="*/ 5 w 83"/>
                  <a:gd name="T1" fmla="*/ 20 h 49"/>
                  <a:gd name="T2" fmla="*/ 5 w 83"/>
                  <a:gd name="T3" fmla="*/ 20 h 49"/>
                  <a:gd name="T4" fmla="*/ 36 w 83"/>
                  <a:gd name="T5" fmla="*/ 37 h 49"/>
                  <a:gd name="T6" fmla="*/ 53 w 83"/>
                  <a:gd name="T7" fmla="*/ 44 h 49"/>
                  <a:gd name="T8" fmla="*/ 70 w 83"/>
                  <a:gd name="T9" fmla="*/ 49 h 49"/>
                  <a:gd name="T10" fmla="*/ 70 w 83"/>
                  <a:gd name="T11" fmla="*/ 49 h 49"/>
                  <a:gd name="T12" fmla="*/ 74 w 83"/>
                  <a:gd name="T13" fmla="*/ 49 h 49"/>
                  <a:gd name="T14" fmla="*/ 78 w 83"/>
                  <a:gd name="T15" fmla="*/ 48 h 49"/>
                  <a:gd name="T16" fmla="*/ 81 w 83"/>
                  <a:gd name="T17" fmla="*/ 45 h 49"/>
                  <a:gd name="T18" fmla="*/ 83 w 83"/>
                  <a:gd name="T19" fmla="*/ 42 h 49"/>
                  <a:gd name="T20" fmla="*/ 83 w 83"/>
                  <a:gd name="T21" fmla="*/ 38 h 49"/>
                  <a:gd name="T22" fmla="*/ 83 w 83"/>
                  <a:gd name="T23" fmla="*/ 34 h 49"/>
                  <a:gd name="T24" fmla="*/ 80 w 83"/>
                  <a:gd name="T25" fmla="*/ 31 h 49"/>
                  <a:gd name="T26" fmla="*/ 76 w 83"/>
                  <a:gd name="T27" fmla="*/ 30 h 49"/>
                  <a:gd name="T28" fmla="*/ 76 w 83"/>
                  <a:gd name="T29" fmla="*/ 30 h 49"/>
                  <a:gd name="T30" fmla="*/ 60 w 83"/>
                  <a:gd name="T31" fmla="*/ 24 h 49"/>
                  <a:gd name="T32" fmla="*/ 44 w 83"/>
                  <a:gd name="T33" fmla="*/ 17 h 49"/>
                  <a:gd name="T34" fmla="*/ 16 w 83"/>
                  <a:gd name="T35" fmla="*/ 1 h 49"/>
                  <a:gd name="T36" fmla="*/ 16 w 83"/>
                  <a:gd name="T37" fmla="*/ 1 h 49"/>
                  <a:gd name="T38" fmla="*/ 12 w 83"/>
                  <a:gd name="T39" fmla="*/ 0 h 49"/>
                  <a:gd name="T40" fmla="*/ 8 w 83"/>
                  <a:gd name="T41" fmla="*/ 1 h 49"/>
                  <a:gd name="T42" fmla="*/ 3 w 83"/>
                  <a:gd name="T43" fmla="*/ 3 h 49"/>
                  <a:gd name="T44" fmla="*/ 2 w 83"/>
                  <a:gd name="T45" fmla="*/ 5 h 49"/>
                  <a:gd name="T46" fmla="*/ 0 w 83"/>
                  <a:gd name="T47" fmla="*/ 10 h 49"/>
                  <a:gd name="T48" fmla="*/ 0 w 83"/>
                  <a:gd name="T49" fmla="*/ 14 h 49"/>
                  <a:gd name="T50" fmla="*/ 2 w 83"/>
                  <a:gd name="T51" fmla="*/ 17 h 49"/>
                  <a:gd name="T52" fmla="*/ 5 w 83"/>
                  <a:gd name="T53"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49">
                    <a:moveTo>
                      <a:pt x="5" y="20"/>
                    </a:moveTo>
                    <a:lnTo>
                      <a:pt x="5" y="20"/>
                    </a:lnTo>
                    <a:lnTo>
                      <a:pt x="36" y="37"/>
                    </a:lnTo>
                    <a:lnTo>
                      <a:pt x="53" y="44"/>
                    </a:lnTo>
                    <a:lnTo>
                      <a:pt x="70" y="49"/>
                    </a:lnTo>
                    <a:lnTo>
                      <a:pt x="70" y="49"/>
                    </a:lnTo>
                    <a:lnTo>
                      <a:pt x="74" y="49"/>
                    </a:lnTo>
                    <a:lnTo>
                      <a:pt x="78" y="48"/>
                    </a:lnTo>
                    <a:lnTo>
                      <a:pt x="81" y="45"/>
                    </a:lnTo>
                    <a:lnTo>
                      <a:pt x="83" y="42"/>
                    </a:lnTo>
                    <a:lnTo>
                      <a:pt x="83" y="38"/>
                    </a:lnTo>
                    <a:lnTo>
                      <a:pt x="83" y="34"/>
                    </a:lnTo>
                    <a:lnTo>
                      <a:pt x="80" y="31"/>
                    </a:lnTo>
                    <a:lnTo>
                      <a:pt x="76" y="30"/>
                    </a:lnTo>
                    <a:lnTo>
                      <a:pt x="76" y="30"/>
                    </a:lnTo>
                    <a:lnTo>
                      <a:pt x="60" y="24"/>
                    </a:lnTo>
                    <a:lnTo>
                      <a:pt x="44" y="17"/>
                    </a:lnTo>
                    <a:lnTo>
                      <a:pt x="16" y="1"/>
                    </a:lnTo>
                    <a:lnTo>
                      <a:pt x="16" y="1"/>
                    </a:lnTo>
                    <a:lnTo>
                      <a:pt x="12" y="0"/>
                    </a:lnTo>
                    <a:lnTo>
                      <a:pt x="8" y="1"/>
                    </a:lnTo>
                    <a:lnTo>
                      <a:pt x="3" y="3"/>
                    </a:lnTo>
                    <a:lnTo>
                      <a:pt x="2" y="5"/>
                    </a:lnTo>
                    <a:lnTo>
                      <a:pt x="0" y="10"/>
                    </a:lnTo>
                    <a:lnTo>
                      <a:pt x="0" y="14"/>
                    </a:lnTo>
                    <a:lnTo>
                      <a:pt x="2" y="17"/>
                    </a:lnTo>
                    <a:lnTo>
                      <a:pt x="5"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30" name="Freeform 155"/>
              <p:cNvSpPr>
                <a:spLocks/>
              </p:cNvSpPr>
              <p:nvPr/>
            </p:nvSpPr>
            <p:spPr bwMode="auto">
              <a:xfrm>
                <a:off x="4714314" y="3870794"/>
                <a:ext cx="103188" cy="55563"/>
              </a:xfrm>
              <a:custGeom>
                <a:avLst/>
                <a:gdLst>
                  <a:gd name="T0" fmla="*/ 4 w 65"/>
                  <a:gd name="T1" fmla="*/ 20 h 35"/>
                  <a:gd name="T2" fmla="*/ 4 w 65"/>
                  <a:gd name="T3" fmla="*/ 20 h 35"/>
                  <a:gd name="T4" fmla="*/ 16 w 65"/>
                  <a:gd name="T5" fmla="*/ 25 h 35"/>
                  <a:gd name="T6" fmla="*/ 28 w 65"/>
                  <a:gd name="T7" fmla="*/ 30 h 35"/>
                  <a:gd name="T8" fmla="*/ 53 w 65"/>
                  <a:gd name="T9" fmla="*/ 35 h 35"/>
                  <a:gd name="T10" fmla="*/ 53 w 65"/>
                  <a:gd name="T11" fmla="*/ 35 h 35"/>
                  <a:gd name="T12" fmla="*/ 57 w 65"/>
                  <a:gd name="T13" fmla="*/ 35 h 35"/>
                  <a:gd name="T14" fmla="*/ 61 w 65"/>
                  <a:gd name="T15" fmla="*/ 34 h 35"/>
                  <a:gd name="T16" fmla="*/ 64 w 65"/>
                  <a:gd name="T17" fmla="*/ 31 h 35"/>
                  <a:gd name="T18" fmla="*/ 65 w 65"/>
                  <a:gd name="T19" fmla="*/ 27 h 35"/>
                  <a:gd name="T20" fmla="*/ 65 w 65"/>
                  <a:gd name="T21" fmla="*/ 24 h 35"/>
                  <a:gd name="T22" fmla="*/ 65 w 65"/>
                  <a:gd name="T23" fmla="*/ 20 h 35"/>
                  <a:gd name="T24" fmla="*/ 62 w 65"/>
                  <a:gd name="T25" fmla="*/ 17 h 35"/>
                  <a:gd name="T26" fmla="*/ 58 w 65"/>
                  <a:gd name="T27" fmla="*/ 16 h 35"/>
                  <a:gd name="T28" fmla="*/ 58 w 65"/>
                  <a:gd name="T29" fmla="*/ 16 h 35"/>
                  <a:gd name="T30" fmla="*/ 36 w 65"/>
                  <a:gd name="T31" fmla="*/ 10 h 35"/>
                  <a:gd name="T32" fmla="*/ 26 w 65"/>
                  <a:gd name="T33" fmla="*/ 7 h 35"/>
                  <a:gd name="T34" fmla="*/ 16 w 65"/>
                  <a:gd name="T35" fmla="*/ 1 h 35"/>
                  <a:gd name="T36" fmla="*/ 16 w 65"/>
                  <a:gd name="T37" fmla="*/ 1 h 35"/>
                  <a:gd name="T38" fmla="*/ 11 w 65"/>
                  <a:gd name="T39" fmla="*/ 0 h 35"/>
                  <a:gd name="T40" fmla="*/ 7 w 65"/>
                  <a:gd name="T41" fmla="*/ 1 h 35"/>
                  <a:gd name="T42" fmla="*/ 3 w 65"/>
                  <a:gd name="T43" fmla="*/ 3 h 35"/>
                  <a:gd name="T44" fmla="*/ 2 w 65"/>
                  <a:gd name="T45" fmla="*/ 6 h 35"/>
                  <a:gd name="T46" fmla="*/ 0 w 65"/>
                  <a:gd name="T47" fmla="*/ 10 h 35"/>
                  <a:gd name="T48" fmla="*/ 0 w 65"/>
                  <a:gd name="T49" fmla="*/ 14 h 35"/>
                  <a:gd name="T50" fmla="*/ 2 w 65"/>
                  <a:gd name="T51" fmla="*/ 17 h 35"/>
                  <a:gd name="T52" fmla="*/ 4 w 65"/>
                  <a:gd name="T53"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35">
                    <a:moveTo>
                      <a:pt x="4" y="20"/>
                    </a:moveTo>
                    <a:lnTo>
                      <a:pt x="4" y="20"/>
                    </a:lnTo>
                    <a:lnTo>
                      <a:pt x="16" y="25"/>
                    </a:lnTo>
                    <a:lnTo>
                      <a:pt x="28" y="30"/>
                    </a:lnTo>
                    <a:lnTo>
                      <a:pt x="53" y="35"/>
                    </a:lnTo>
                    <a:lnTo>
                      <a:pt x="53" y="35"/>
                    </a:lnTo>
                    <a:lnTo>
                      <a:pt x="57" y="35"/>
                    </a:lnTo>
                    <a:lnTo>
                      <a:pt x="61" y="34"/>
                    </a:lnTo>
                    <a:lnTo>
                      <a:pt x="64" y="31"/>
                    </a:lnTo>
                    <a:lnTo>
                      <a:pt x="65" y="27"/>
                    </a:lnTo>
                    <a:lnTo>
                      <a:pt x="65" y="24"/>
                    </a:lnTo>
                    <a:lnTo>
                      <a:pt x="65" y="20"/>
                    </a:lnTo>
                    <a:lnTo>
                      <a:pt x="62" y="17"/>
                    </a:lnTo>
                    <a:lnTo>
                      <a:pt x="58" y="16"/>
                    </a:lnTo>
                    <a:lnTo>
                      <a:pt x="58" y="16"/>
                    </a:lnTo>
                    <a:lnTo>
                      <a:pt x="36" y="10"/>
                    </a:lnTo>
                    <a:lnTo>
                      <a:pt x="26" y="7"/>
                    </a:lnTo>
                    <a:lnTo>
                      <a:pt x="16" y="1"/>
                    </a:lnTo>
                    <a:lnTo>
                      <a:pt x="16" y="1"/>
                    </a:lnTo>
                    <a:lnTo>
                      <a:pt x="11" y="0"/>
                    </a:lnTo>
                    <a:lnTo>
                      <a:pt x="7" y="1"/>
                    </a:lnTo>
                    <a:lnTo>
                      <a:pt x="3" y="3"/>
                    </a:lnTo>
                    <a:lnTo>
                      <a:pt x="2" y="6"/>
                    </a:lnTo>
                    <a:lnTo>
                      <a:pt x="0" y="10"/>
                    </a:lnTo>
                    <a:lnTo>
                      <a:pt x="0" y="14"/>
                    </a:lnTo>
                    <a:lnTo>
                      <a:pt x="2" y="17"/>
                    </a:lnTo>
                    <a:lnTo>
                      <a:pt x="4"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nvGrpSpPr>
            <p:cNvPr id="26" name="Group 25"/>
            <p:cNvGrpSpPr/>
            <p:nvPr/>
          </p:nvGrpSpPr>
          <p:grpSpPr>
            <a:xfrm>
              <a:off x="4954513" y="2020575"/>
              <a:ext cx="128588" cy="166687"/>
              <a:chOff x="5442976" y="3219919"/>
              <a:chExt cx="128588" cy="166687"/>
            </a:xfrm>
          </p:grpSpPr>
          <p:sp>
            <p:nvSpPr>
              <p:cNvPr id="27" name="Freeform 157"/>
              <p:cNvSpPr>
                <a:spLocks/>
              </p:cNvSpPr>
              <p:nvPr/>
            </p:nvSpPr>
            <p:spPr bwMode="auto">
              <a:xfrm>
                <a:off x="5442976" y="3240556"/>
                <a:ext cx="57150" cy="146050"/>
              </a:xfrm>
              <a:custGeom>
                <a:avLst/>
                <a:gdLst>
                  <a:gd name="T0" fmla="*/ 2 w 36"/>
                  <a:gd name="T1" fmla="*/ 17 h 92"/>
                  <a:gd name="T2" fmla="*/ 2 w 36"/>
                  <a:gd name="T3" fmla="*/ 17 h 92"/>
                  <a:gd name="T4" fmla="*/ 8 w 36"/>
                  <a:gd name="T5" fmla="*/ 33 h 92"/>
                  <a:gd name="T6" fmla="*/ 12 w 36"/>
                  <a:gd name="T7" fmla="*/ 48 h 92"/>
                  <a:gd name="T8" fmla="*/ 13 w 36"/>
                  <a:gd name="T9" fmla="*/ 65 h 92"/>
                  <a:gd name="T10" fmla="*/ 15 w 36"/>
                  <a:gd name="T11" fmla="*/ 82 h 92"/>
                  <a:gd name="T12" fmla="*/ 15 w 36"/>
                  <a:gd name="T13" fmla="*/ 82 h 92"/>
                  <a:gd name="T14" fmla="*/ 15 w 36"/>
                  <a:gd name="T15" fmla="*/ 86 h 92"/>
                  <a:gd name="T16" fmla="*/ 17 w 36"/>
                  <a:gd name="T17" fmla="*/ 89 h 92"/>
                  <a:gd name="T18" fmla="*/ 20 w 36"/>
                  <a:gd name="T19" fmla="*/ 92 h 92"/>
                  <a:gd name="T20" fmla="*/ 25 w 36"/>
                  <a:gd name="T21" fmla="*/ 92 h 92"/>
                  <a:gd name="T22" fmla="*/ 29 w 36"/>
                  <a:gd name="T23" fmla="*/ 92 h 92"/>
                  <a:gd name="T24" fmla="*/ 32 w 36"/>
                  <a:gd name="T25" fmla="*/ 89 h 92"/>
                  <a:gd name="T26" fmla="*/ 34 w 36"/>
                  <a:gd name="T27" fmla="*/ 86 h 92"/>
                  <a:gd name="T28" fmla="*/ 36 w 36"/>
                  <a:gd name="T29" fmla="*/ 82 h 92"/>
                  <a:gd name="T30" fmla="*/ 36 w 36"/>
                  <a:gd name="T31" fmla="*/ 82 h 92"/>
                  <a:gd name="T32" fmla="*/ 34 w 36"/>
                  <a:gd name="T33" fmla="*/ 62 h 92"/>
                  <a:gd name="T34" fmla="*/ 32 w 36"/>
                  <a:gd name="T35" fmla="*/ 43 h 92"/>
                  <a:gd name="T36" fmla="*/ 27 w 36"/>
                  <a:gd name="T37" fmla="*/ 24 h 92"/>
                  <a:gd name="T38" fmla="*/ 23 w 36"/>
                  <a:gd name="T39" fmla="*/ 14 h 92"/>
                  <a:gd name="T40" fmla="*/ 19 w 36"/>
                  <a:gd name="T41" fmla="*/ 6 h 92"/>
                  <a:gd name="T42" fmla="*/ 19 w 36"/>
                  <a:gd name="T43" fmla="*/ 6 h 92"/>
                  <a:gd name="T44" fmla="*/ 16 w 36"/>
                  <a:gd name="T45" fmla="*/ 3 h 92"/>
                  <a:gd name="T46" fmla="*/ 13 w 36"/>
                  <a:gd name="T47" fmla="*/ 0 h 92"/>
                  <a:gd name="T48" fmla="*/ 9 w 36"/>
                  <a:gd name="T49" fmla="*/ 0 h 92"/>
                  <a:gd name="T50" fmla="*/ 6 w 36"/>
                  <a:gd name="T51" fmla="*/ 1 h 92"/>
                  <a:gd name="T52" fmla="*/ 2 w 36"/>
                  <a:gd name="T53" fmla="*/ 4 h 92"/>
                  <a:gd name="T54" fmla="*/ 0 w 36"/>
                  <a:gd name="T55" fmla="*/ 8 h 92"/>
                  <a:gd name="T56" fmla="*/ 0 w 36"/>
                  <a:gd name="T57" fmla="*/ 13 h 92"/>
                  <a:gd name="T58" fmla="*/ 2 w 36"/>
                  <a:gd name="T59"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92">
                    <a:moveTo>
                      <a:pt x="2" y="17"/>
                    </a:moveTo>
                    <a:lnTo>
                      <a:pt x="2" y="17"/>
                    </a:lnTo>
                    <a:lnTo>
                      <a:pt x="8" y="33"/>
                    </a:lnTo>
                    <a:lnTo>
                      <a:pt x="12" y="48"/>
                    </a:lnTo>
                    <a:lnTo>
                      <a:pt x="13" y="65"/>
                    </a:lnTo>
                    <a:lnTo>
                      <a:pt x="15" y="82"/>
                    </a:lnTo>
                    <a:lnTo>
                      <a:pt x="15" y="82"/>
                    </a:lnTo>
                    <a:lnTo>
                      <a:pt x="15" y="86"/>
                    </a:lnTo>
                    <a:lnTo>
                      <a:pt x="17" y="89"/>
                    </a:lnTo>
                    <a:lnTo>
                      <a:pt x="20" y="92"/>
                    </a:lnTo>
                    <a:lnTo>
                      <a:pt x="25" y="92"/>
                    </a:lnTo>
                    <a:lnTo>
                      <a:pt x="29" y="92"/>
                    </a:lnTo>
                    <a:lnTo>
                      <a:pt x="32" y="89"/>
                    </a:lnTo>
                    <a:lnTo>
                      <a:pt x="34" y="86"/>
                    </a:lnTo>
                    <a:lnTo>
                      <a:pt x="36" y="82"/>
                    </a:lnTo>
                    <a:lnTo>
                      <a:pt x="36" y="82"/>
                    </a:lnTo>
                    <a:lnTo>
                      <a:pt x="34" y="62"/>
                    </a:lnTo>
                    <a:lnTo>
                      <a:pt x="32" y="43"/>
                    </a:lnTo>
                    <a:lnTo>
                      <a:pt x="27" y="24"/>
                    </a:lnTo>
                    <a:lnTo>
                      <a:pt x="23" y="14"/>
                    </a:lnTo>
                    <a:lnTo>
                      <a:pt x="19" y="6"/>
                    </a:lnTo>
                    <a:lnTo>
                      <a:pt x="19" y="6"/>
                    </a:lnTo>
                    <a:lnTo>
                      <a:pt x="16" y="3"/>
                    </a:lnTo>
                    <a:lnTo>
                      <a:pt x="13" y="0"/>
                    </a:lnTo>
                    <a:lnTo>
                      <a:pt x="9" y="0"/>
                    </a:lnTo>
                    <a:lnTo>
                      <a:pt x="6" y="1"/>
                    </a:lnTo>
                    <a:lnTo>
                      <a:pt x="2" y="4"/>
                    </a:lnTo>
                    <a:lnTo>
                      <a:pt x="0" y="8"/>
                    </a:lnTo>
                    <a:lnTo>
                      <a:pt x="0" y="13"/>
                    </a:lnTo>
                    <a:lnTo>
                      <a:pt x="2" y="17"/>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sp>
            <p:nvSpPr>
              <p:cNvPr id="28" name="Freeform 159"/>
              <p:cNvSpPr>
                <a:spLocks/>
              </p:cNvSpPr>
              <p:nvPr/>
            </p:nvSpPr>
            <p:spPr bwMode="auto">
              <a:xfrm>
                <a:off x="5517589" y="3219919"/>
                <a:ext cx="53975" cy="134938"/>
              </a:xfrm>
              <a:custGeom>
                <a:avLst/>
                <a:gdLst>
                  <a:gd name="T0" fmla="*/ 2 w 34"/>
                  <a:gd name="T1" fmla="*/ 13 h 85"/>
                  <a:gd name="T2" fmla="*/ 2 w 34"/>
                  <a:gd name="T3" fmla="*/ 13 h 85"/>
                  <a:gd name="T4" fmla="*/ 6 w 34"/>
                  <a:gd name="T5" fmla="*/ 29 h 85"/>
                  <a:gd name="T6" fmla="*/ 10 w 34"/>
                  <a:gd name="T7" fmla="*/ 43 h 85"/>
                  <a:gd name="T8" fmla="*/ 12 w 34"/>
                  <a:gd name="T9" fmla="*/ 60 h 85"/>
                  <a:gd name="T10" fmla="*/ 13 w 34"/>
                  <a:gd name="T11" fmla="*/ 75 h 85"/>
                  <a:gd name="T12" fmla="*/ 13 w 34"/>
                  <a:gd name="T13" fmla="*/ 75 h 85"/>
                  <a:gd name="T14" fmla="*/ 13 w 34"/>
                  <a:gd name="T15" fmla="*/ 80 h 85"/>
                  <a:gd name="T16" fmla="*/ 16 w 34"/>
                  <a:gd name="T17" fmla="*/ 82 h 85"/>
                  <a:gd name="T18" fmla="*/ 19 w 34"/>
                  <a:gd name="T19" fmla="*/ 85 h 85"/>
                  <a:gd name="T20" fmla="*/ 23 w 34"/>
                  <a:gd name="T21" fmla="*/ 85 h 85"/>
                  <a:gd name="T22" fmla="*/ 27 w 34"/>
                  <a:gd name="T23" fmla="*/ 85 h 85"/>
                  <a:gd name="T24" fmla="*/ 30 w 34"/>
                  <a:gd name="T25" fmla="*/ 82 h 85"/>
                  <a:gd name="T26" fmla="*/ 33 w 34"/>
                  <a:gd name="T27" fmla="*/ 80 h 85"/>
                  <a:gd name="T28" fmla="*/ 34 w 34"/>
                  <a:gd name="T29" fmla="*/ 75 h 85"/>
                  <a:gd name="T30" fmla="*/ 34 w 34"/>
                  <a:gd name="T31" fmla="*/ 75 h 85"/>
                  <a:gd name="T32" fmla="*/ 33 w 34"/>
                  <a:gd name="T33" fmla="*/ 58 h 85"/>
                  <a:gd name="T34" fmla="*/ 31 w 34"/>
                  <a:gd name="T35" fmla="*/ 40 h 85"/>
                  <a:gd name="T36" fmla="*/ 27 w 34"/>
                  <a:gd name="T37" fmla="*/ 24 h 85"/>
                  <a:gd name="T38" fmla="*/ 21 w 34"/>
                  <a:gd name="T39" fmla="*/ 7 h 85"/>
                  <a:gd name="T40" fmla="*/ 21 w 34"/>
                  <a:gd name="T41" fmla="*/ 7 h 85"/>
                  <a:gd name="T42" fmla="*/ 19 w 34"/>
                  <a:gd name="T43" fmla="*/ 3 h 85"/>
                  <a:gd name="T44" fmla="*/ 16 w 34"/>
                  <a:gd name="T45" fmla="*/ 0 h 85"/>
                  <a:gd name="T46" fmla="*/ 12 w 34"/>
                  <a:gd name="T47" fmla="*/ 0 h 85"/>
                  <a:gd name="T48" fmla="*/ 7 w 34"/>
                  <a:gd name="T49" fmla="*/ 0 h 85"/>
                  <a:gd name="T50" fmla="*/ 4 w 34"/>
                  <a:gd name="T51" fmla="*/ 2 h 85"/>
                  <a:gd name="T52" fmla="*/ 2 w 34"/>
                  <a:gd name="T53" fmla="*/ 4 h 85"/>
                  <a:gd name="T54" fmla="*/ 0 w 34"/>
                  <a:gd name="T55" fmla="*/ 9 h 85"/>
                  <a:gd name="T56" fmla="*/ 2 w 34"/>
                  <a:gd name="T5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 h="85">
                    <a:moveTo>
                      <a:pt x="2" y="13"/>
                    </a:moveTo>
                    <a:lnTo>
                      <a:pt x="2" y="13"/>
                    </a:lnTo>
                    <a:lnTo>
                      <a:pt x="6" y="29"/>
                    </a:lnTo>
                    <a:lnTo>
                      <a:pt x="10" y="43"/>
                    </a:lnTo>
                    <a:lnTo>
                      <a:pt x="12" y="60"/>
                    </a:lnTo>
                    <a:lnTo>
                      <a:pt x="13" y="75"/>
                    </a:lnTo>
                    <a:lnTo>
                      <a:pt x="13" y="75"/>
                    </a:lnTo>
                    <a:lnTo>
                      <a:pt x="13" y="80"/>
                    </a:lnTo>
                    <a:lnTo>
                      <a:pt x="16" y="82"/>
                    </a:lnTo>
                    <a:lnTo>
                      <a:pt x="19" y="85"/>
                    </a:lnTo>
                    <a:lnTo>
                      <a:pt x="23" y="85"/>
                    </a:lnTo>
                    <a:lnTo>
                      <a:pt x="27" y="85"/>
                    </a:lnTo>
                    <a:lnTo>
                      <a:pt x="30" y="82"/>
                    </a:lnTo>
                    <a:lnTo>
                      <a:pt x="33" y="80"/>
                    </a:lnTo>
                    <a:lnTo>
                      <a:pt x="34" y="75"/>
                    </a:lnTo>
                    <a:lnTo>
                      <a:pt x="34" y="75"/>
                    </a:lnTo>
                    <a:lnTo>
                      <a:pt x="33" y="58"/>
                    </a:lnTo>
                    <a:lnTo>
                      <a:pt x="31" y="40"/>
                    </a:lnTo>
                    <a:lnTo>
                      <a:pt x="27" y="24"/>
                    </a:lnTo>
                    <a:lnTo>
                      <a:pt x="21" y="7"/>
                    </a:lnTo>
                    <a:lnTo>
                      <a:pt x="21" y="7"/>
                    </a:lnTo>
                    <a:lnTo>
                      <a:pt x="19" y="3"/>
                    </a:lnTo>
                    <a:lnTo>
                      <a:pt x="16" y="0"/>
                    </a:lnTo>
                    <a:lnTo>
                      <a:pt x="12" y="0"/>
                    </a:lnTo>
                    <a:lnTo>
                      <a:pt x="7" y="0"/>
                    </a:lnTo>
                    <a:lnTo>
                      <a:pt x="4" y="2"/>
                    </a:lnTo>
                    <a:lnTo>
                      <a:pt x="2" y="4"/>
                    </a:lnTo>
                    <a:lnTo>
                      <a:pt x="0" y="9"/>
                    </a:lnTo>
                    <a:lnTo>
                      <a:pt x="2" y="13"/>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AU" sz="1800" b="0" i="0" u="none" strike="noStrike" kern="0" cap="none" spc="0" normalizeH="0" baseline="0" noProof="0" smtClean="0">
                  <a:ln>
                    <a:noFill/>
                  </a:ln>
                  <a:solidFill>
                    <a:prstClr val="black"/>
                  </a:solidFill>
                  <a:effectLst/>
                  <a:uLnTx/>
                  <a:uFillTx/>
                  <a:latin typeface="Montserrat Light"/>
                </a:endParaRPr>
              </a:p>
            </p:txBody>
          </p:sp>
        </p:grpSp>
      </p:grpSp>
      <p:sp>
        <p:nvSpPr>
          <p:cNvPr id="108" name="Rectangle 107"/>
          <p:cNvSpPr>
            <a:spLocks noChangeArrowheads="1"/>
          </p:cNvSpPr>
          <p:nvPr/>
        </p:nvSpPr>
        <p:spPr bwMode="auto">
          <a:xfrm>
            <a:off x="4059353" y="3398838"/>
            <a:ext cx="7796098" cy="1569660"/>
          </a:xfrm>
          <a:prstGeom prst="rect">
            <a:avLst/>
          </a:prstGeom>
          <a:noFill/>
          <a:ln w="9525">
            <a:noFill/>
            <a:miter lim="800000"/>
            <a:headEnd/>
            <a:tailEnd/>
          </a:ln>
        </p:spPr>
        <p:txBody>
          <a:bodyPr wrap="square">
            <a:spAutoFit/>
          </a:bodyPr>
          <a:lstStyle/>
          <a:p>
            <a:pPr algn="ctr"/>
            <a:r>
              <a:rPr lang="ar-SA" sz="3200" b="1" dirty="0" smtClean="0"/>
              <a:t>وعرّف </a:t>
            </a:r>
            <a:r>
              <a:rPr lang="ar-SA" sz="3200" b="1" dirty="0"/>
              <a:t>الاتصال بأنه "عملية تفاعلية اجتماعية مستمرة ومنظمة تهدف للوصول إلى فهم مشترك لفكرة أو وجهة نظر بين أطراف الاتصال</a:t>
            </a:r>
            <a:endParaRPr lang="en-US" sz="3200" b="1" dirty="0">
              <a:solidFill>
                <a:srgbClr val="FFFFFF"/>
              </a:solidFill>
              <a:latin typeface="Open Sans"/>
              <a:ea typeface="Open Sans"/>
              <a:cs typeface="Open Sans"/>
            </a:endParaRPr>
          </a:p>
        </p:txBody>
      </p:sp>
      <p:sp>
        <p:nvSpPr>
          <p:cNvPr id="109" name="Footer Placeholder 1"/>
          <p:cNvSpPr txBox="1">
            <a:spLocks/>
          </p:cNvSpPr>
          <p:nvPr/>
        </p:nvSpPr>
        <p:spPr>
          <a:xfrm>
            <a:off x="4191000" y="65087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8116073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par>
                          <p:cTn id="7" fill="hold">
                            <p:stCondLst>
                              <p:cond delay="0"/>
                            </p:stCondLst>
                            <p:childTnLst>
                              <p:par>
                                <p:cTn id="8" presetID="53" presetClass="entr" presetSubtype="16" fill="hold" nodeType="afterEffect">
                                  <p:stCondLst>
                                    <p:cond delay="0"/>
                                  </p:stCondLst>
                                  <p:childTnLst>
                                    <p:set>
                                      <p:cBhvr>
                                        <p:cTn id="9" dur="1" fill="hold">
                                          <p:stCondLst>
                                            <p:cond delay="0"/>
                                          </p:stCondLst>
                                        </p:cTn>
                                        <p:tgtEl>
                                          <p:spTgt spid="23"/>
                                        </p:tgtEl>
                                        <p:attrNameLst>
                                          <p:attrName>style.visibility</p:attrName>
                                        </p:attrNameLst>
                                      </p:cBhvr>
                                      <p:to>
                                        <p:strVal val="visible"/>
                                      </p:to>
                                    </p:set>
                                    <p:anim calcmode="lin" valueType="num">
                                      <p:cBhvr>
                                        <p:cTn id="10" dur="500" fill="hold"/>
                                        <p:tgtEl>
                                          <p:spTgt spid="23"/>
                                        </p:tgtEl>
                                        <p:attrNameLst>
                                          <p:attrName>ppt_w</p:attrName>
                                        </p:attrNameLst>
                                      </p:cBhvr>
                                      <p:tavLst>
                                        <p:tav tm="0">
                                          <p:val>
                                            <p:fltVal val="0"/>
                                          </p:val>
                                        </p:tav>
                                        <p:tav tm="100000">
                                          <p:val>
                                            <p:strVal val="#ppt_w"/>
                                          </p:val>
                                        </p:tav>
                                      </p:tavLst>
                                    </p:anim>
                                    <p:anim calcmode="lin" valueType="num">
                                      <p:cBhvr>
                                        <p:cTn id="11" dur="500" fill="hold"/>
                                        <p:tgtEl>
                                          <p:spTgt spid="23"/>
                                        </p:tgtEl>
                                        <p:attrNameLst>
                                          <p:attrName>ppt_h</p:attrName>
                                        </p:attrNameLst>
                                      </p:cBhvr>
                                      <p:tavLst>
                                        <p:tav tm="0">
                                          <p:val>
                                            <p:fltVal val="0"/>
                                          </p:val>
                                        </p:tav>
                                        <p:tav tm="100000">
                                          <p:val>
                                            <p:strVal val="#ppt_h"/>
                                          </p:val>
                                        </p:tav>
                                      </p:tavLst>
                                    </p:anim>
                                    <p:animEffect transition="in" filter="fade">
                                      <p:cBhvr>
                                        <p:cTn id="12" dur="500"/>
                                        <p:tgtEl>
                                          <p:spTgt spid="23"/>
                                        </p:tgtEl>
                                      </p:cBhvr>
                                    </p:animEffect>
                                  </p:childTnLst>
                                </p:cTn>
                              </p:par>
                            </p:childTnLst>
                          </p:cTn>
                        </p:par>
                        <p:par>
                          <p:cTn id="13" fill="hold">
                            <p:stCondLst>
                              <p:cond delay="500"/>
                            </p:stCondLst>
                            <p:childTnLst>
                              <p:par>
                                <p:cTn id="14" presetID="1" presetClass="entr" presetSubtype="0" fill="hold" grpId="0" nodeType="afterEffect">
                                  <p:stCondLst>
                                    <p:cond delay="0"/>
                                  </p:stCondLst>
                                  <p:childTnLst>
                                    <p:set>
                                      <p:cBhvr>
                                        <p:cTn id="15" dur="1" fill="hold">
                                          <p:stCondLst>
                                            <p:cond delay="0"/>
                                          </p:stCondLst>
                                        </p:cTn>
                                        <p:tgtEl>
                                          <p:spTgt spid="1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08"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1B611063-4E87-4D88-BA24-EA08DD03FA3F}" type="slidenum">
              <a:rPr lang="id-ID" sz="1600">
                <a:solidFill>
                  <a:srgbClr val="F2F2F2"/>
                </a:solidFill>
                <a:latin typeface="Calibri Light"/>
              </a:rPr>
              <a:pPr algn="ctr">
                <a:lnSpc>
                  <a:spcPct val="90000"/>
                </a:lnSpc>
                <a:spcBef>
                  <a:spcPts val="1000"/>
                </a:spcBef>
                <a:buFont typeface="Arial" charset="0"/>
                <a:buNone/>
              </a:pPr>
              <a:t>28</a:t>
            </a:fld>
            <a:endParaRPr lang="en-US" sz="1600">
              <a:solidFill>
                <a:srgbClr val="F2F2F2"/>
              </a:solidFill>
              <a:latin typeface="Calibri Light"/>
            </a:endParaRPr>
          </a:p>
        </p:txBody>
      </p:sp>
      <p:sp>
        <p:nvSpPr>
          <p:cNvPr id="18" name="TextBox 17"/>
          <p:cNvSpPr txBox="1">
            <a:spLocks noChangeArrowheads="1"/>
          </p:cNvSpPr>
          <p:nvPr/>
        </p:nvSpPr>
        <p:spPr bwMode="auto">
          <a:xfrm>
            <a:off x="4700371" y="2415454"/>
            <a:ext cx="6737763" cy="2544731"/>
          </a:xfrm>
          <a:prstGeom prst="rect">
            <a:avLst/>
          </a:prstGeom>
          <a:noFill/>
          <a:ln w="9525">
            <a:noFill/>
            <a:miter lim="800000"/>
            <a:headEnd/>
            <a:tailEnd/>
          </a:ln>
        </p:spPr>
        <p:txBody>
          <a:bodyPr wrap="square" rIns="144000" bIns="36000">
            <a:spAutoFit/>
          </a:bodyPr>
          <a:lstStyle/>
          <a:p>
            <a:pPr algn="ctr" rtl="1"/>
            <a:r>
              <a:rPr lang="ar-SA" sz="3200" b="1" dirty="0"/>
              <a:t>الاتصال التعليمي بأنه "عملية يقوم المدرس فيها </a:t>
            </a:r>
            <a:r>
              <a:rPr lang="ar-SA" sz="3200" b="1" u="sng" dirty="0"/>
              <a:t>بتبسيط المهارات والخبرات </a:t>
            </a:r>
            <a:r>
              <a:rPr lang="ar-SA" sz="3200" b="1" dirty="0"/>
              <a:t>لطلبته مستخدماً كل الوسائل التكنولوجية والتقنيات المتاحة التي تعينه على ذلك، وتجعل الطلبة مشاركين </a:t>
            </a:r>
            <a:r>
              <a:rPr lang="ar-SA" sz="3200" b="1" u="sng" dirty="0"/>
              <a:t>إيجابيين</a:t>
            </a:r>
            <a:r>
              <a:rPr lang="ar-SA" sz="3200" b="1" dirty="0"/>
              <a:t> فيما يدور حولهم في القاعة الدراسية".</a:t>
            </a:r>
            <a:endParaRPr lang="en-US" sz="3200" b="1" dirty="0">
              <a:solidFill>
                <a:srgbClr val="7F7F7F"/>
              </a:solidFill>
              <a:ea typeface="Roboto"/>
              <a:cs typeface="Roboto"/>
            </a:endParaRPr>
          </a:p>
        </p:txBody>
      </p:sp>
      <p:sp>
        <p:nvSpPr>
          <p:cNvPr id="6" name="Text Placeholder 1"/>
          <p:cNvSpPr txBox="1">
            <a:spLocks/>
          </p:cNvSpPr>
          <p:nvPr/>
        </p:nvSpPr>
        <p:spPr>
          <a:xfrm>
            <a:off x="1872693" y="310887"/>
            <a:ext cx="8951913" cy="642937"/>
          </a:xfrm>
          <a:prstGeom prst="rect">
            <a:avLst/>
          </a:prstGeom>
        </p:spPr>
        <p:txBody>
          <a:bodyPr/>
          <a:lstStyle>
            <a:defPPr>
              <a:defRPr lang="en-US"/>
            </a:defPPr>
            <a:lvl1pPr algn="l" rtl="0" fontAlgn="auto">
              <a:spcBef>
                <a:spcPts val="0"/>
              </a:spcBef>
              <a:spcAft>
                <a:spcPts val="0"/>
              </a:spcAft>
              <a:defRPr kern="1200">
                <a:solidFill>
                  <a:prstClr val="black"/>
                </a:solidFill>
                <a:latin typeface="Calibri" panose="020F0502020204030204"/>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457200" marR="0" lvl="1" indent="0" algn="r" defTabSz="914400" rtl="1" eaLnBrk="1" fontAlgn="base" latinLnBrk="0" hangingPunct="1">
              <a:lnSpc>
                <a:spcPct val="100000"/>
              </a:lnSpc>
              <a:spcBef>
                <a:spcPct val="0"/>
              </a:spcBef>
              <a:spcAft>
                <a:spcPct val="0"/>
              </a:spcAft>
              <a:buClrTx/>
              <a:buSzTx/>
              <a:buFontTx/>
              <a:buNone/>
              <a:tabLst/>
              <a:defRPr/>
            </a:pPr>
            <a:r>
              <a:rPr kumimoji="0" lang="ar-SA" sz="4400" b="1" i="0" u="sng" strike="noStrike" kern="1200" cap="none" spc="0" normalizeH="0" baseline="0" noProof="0" dirty="0">
                <a:ln>
                  <a:noFill/>
                </a:ln>
                <a:solidFill>
                  <a:prstClr val="black"/>
                </a:solidFill>
                <a:effectLst/>
                <a:uLnTx/>
                <a:uFillTx/>
                <a:latin typeface="Calibri" pitchFamily="34" charset="0"/>
                <a:ea typeface="+mn-ea"/>
                <a:cs typeface="Arial" charset="0"/>
              </a:rPr>
              <a:t>الاتصال التعليمي </a:t>
            </a:r>
            <a:endParaRPr kumimoji="0" lang="en-US" sz="4400" b="0" i="0" u="sng" strike="noStrike" kern="1200" cap="none" spc="0" normalizeH="0" baseline="0" noProof="0" dirty="0">
              <a:ln>
                <a:noFill/>
              </a:ln>
              <a:solidFill>
                <a:prstClr val="black"/>
              </a:solidFill>
              <a:effectLst/>
              <a:uLnTx/>
              <a:uFillTx/>
              <a:latin typeface="Calibri" pitchFamily="34" charset="0"/>
              <a:ea typeface="+mn-ea"/>
              <a:cs typeface="Arial" charset="0"/>
            </a:endParaRPr>
          </a:p>
        </p:txBody>
      </p:sp>
      <p:grpSp>
        <p:nvGrpSpPr>
          <p:cNvPr id="7" name="Group 20"/>
          <p:cNvGrpSpPr>
            <a:grpSpLocks/>
          </p:cNvGrpSpPr>
          <p:nvPr/>
        </p:nvGrpSpPr>
        <p:grpSpPr bwMode="auto">
          <a:xfrm>
            <a:off x="10494963" y="513177"/>
            <a:ext cx="46037" cy="676275"/>
            <a:chOff x="455000" y="491056"/>
            <a:chExt cx="45720" cy="675713"/>
          </a:xfrm>
        </p:grpSpPr>
        <p:sp>
          <p:nvSpPr>
            <p:cNvPr id="8" name="Rectangle 7"/>
            <p:cNvSpPr/>
            <p:nvPr/>
          </p:nvSpPr>
          <p:spPr>
            <a:xfrm>
              <a:off x="455000" y="491056"/>
              <a:ext cx="45720" cy="675713"/>
            </a:xfrm>
            <a:prstGeom prst="rect">
              <a:avLst/>
            </a:prstGeom>
            <a:solidFill>
              <a:srgbClr val="3DBF9C"/>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9" name="Rectangle 8"/>
            <p:cNvSpPr/>
            <p:nvPr/>
          </p:nvSpPr>
          <p:spPr>
            <a:xfrm>
              <a:off x="455000" y="962152"/>
              <a:ext cx="45720" cy="204617"/>
            </a:xfrm>
            <a:prstGeom prst="rect">
              <a:avLst/>
            </a:prstGeom>
            <a:solidFill>
              <a:sysClr val="windowText" lastClr="000000">
                <a:lumMod val="95000"/>
                <a:lumOff val="5000"/>
                <a:alpha val="47000"/>
              </a:sysClr>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10" name="Group 9"/>
          <p:cNvGrpSpPr/>
          <p:nvPr/>
        </p:nvGrpSpPr>
        <p:grpSpPr>
          <a:xfrm>
            <a:off x="1131727" y="1958900"/>
            <a:ext cx="3645091" cy="3949321"/>
            <a:chOff x="1438010" y="1958900"/>
            <a:chExt cx="3645091" cy="3949321"/>
          </a:xfrm>
        </p:grpSpPr>
        <p:grpSp>
          <p:nvGrpSpPr>
            <p:cNvPr id="11" name="Group 10"/>
            <p:cNvGrpSpPr/>
            <p:nvPr/>
          </p:nvGrpSpPr>
          <p:grpSpPr>
            <a:xfrm>
              <a:off x="1508579" y="1958900"/>
              <a:ext cx="3387271" cy="3949321"/>
              <a:chOff x="1508579" y="1958900"/>
              <a:chExt cx="3387271" cy="3949321"/>
            </a:xfrm>
          </p:grpSpPr>
          <p:sp>
            <p:nvSpPr>
              <p:cNvPr id="19" name="Freeform 19"/>
              <p:cNvSpPr>
                <a:spLocks/>
              </p:cNvSpPr>
              <p:nvPr/>
            </p:nvSpPr>
            <p:spPr bwMode="auto">
              <a:xfrm rot="19150809" flipH="1">
                <a:off x="1891283" y="2641441"/>
                <a:ext cx="144951" cy="283512"/>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0" name="Freeform 5"/>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close/>
                  </a:path>
                </a:pathLst>
              </a:custGeom>
              <a:solidFill>
                <a:srgbClr val="F2C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1" name="Freeform 6"/>
              <p:cNvSpPr>
                <a:spLocks/>
              </p:cNvSpPr>
              <p:nvPr/>
            </p:nvSpPr>
            <p:spPr bwMode="auto">
              <a:xfrm>
                <a:off x="3637067" y="3154156"/>
                <a:ext cx="329953" cy="188817"/>
              </a:xfrm>
              <a:custGeom>
                <a:avLst/>
                <a:gdLst>
                  <a:gd name="T0" fmla="*/ 346 w 346"/>
                  <a:gd name="T1" fmla="*/ 126 h 198"/>
                  <a:gd name="T2" fmla="*/ 346 w 346"/>
                  <a:gd name="T3" fmla="*/ 126 h 198"/>
                  <a:gd name="T4" fmla="*/ 296 w 346"/>
                  <a:gd name="T5" fmla="*/ 112 h 198"/>
                  <a:gd name="T6" fmla="*/ 254 w 346"/>
                  <a:gd name="T7" fmla="*/ 102 h 198"/>
                  <a:gd name="T8" fmla="*/ 236 w 346"/>
                  <a:gd name="T9" fmla="*/ 100 h 198"/>
                  <a:gd name="T10" fmla="*/ 224 w 346"/>
                  <a:gd name="T11" fmla="*/ 98 h 198"/>
                  <a:gd name="T12" fmla="*/ 224 w 346"/>
                  <a:gd name="T13" fmla="*/ 98 h 198"/>
                  <a:gd name="T14" fmla="*/ 218 w 346"/>
                  <a:gd name="T15" fmla="*/ 100 h 198"/>
                  <a:gd name="T16" fmla="*/ 212 w 346"/>
                  <a:gd name="T17" fmla="*/ 104 h 198"/>
                  <a:gd name="T18" fmla="*/ 198 w 346"/>
                  <a:gd name="T19" fmla="*/ 116 h 198"/>
                  <a:gd name="T20" fmla="*/ 182 w 346"/>
                  <a:gd name="T21" fmla="*/ 132 h 198"/>
                  <a:gd name="T22" fmla="*/ 166 w 346"/>
                  <a:gd name="T23" fmla="*/ 152 h 198"/>
                  <a:gd name="T24" fmla="*/ 150 w 346"/>
                  <a:gd name="T25" fmla="*/ 170 h 198"/>
                  <a:gd name="T26" fmla="*/ 136 w 346"/>
                  <a:gd name="T27" fmla="*/ 186 h 198"/>
                  <a:gd name="T28" fmla="*/ 122 w 346"/>
                  <a:gd name="T29" fmla="*/ 196 h 198"/>
                  <a:gd name="T30" fmla="*/ 116 w 346"/>
                  <a:gd name="T31" fmla="*/ 198 h 198"/>
                  <a:gd name="T32" fmla="*/ 112 w 346"/>
                  <a:gd name="T33" fmla="*/ 198 h 198"/>
                  <a:gd name="T34" fmla="*/ 112 w 346"/>
                  <a:gd name="T35" fmla="*/ 198 h 198"/>
                  <a:gd name="T36" fmla="*/ 84 w 346"/>
                  <a:gd name="T37" fmla="*/ 192 h 198"/>
                  <a:gd name="T38" fmla="*/ 68 w 346"/>
                  <a:gd name="T39" fmla="*/ 186 h 198"/>
                  <a:gd name="T40" fmla="*/ 50 w 346"/>
                  <a:gd name="T41" fmla="*/ 178 h 198"/>
                  <a:gd name="T42" fmla="*/ 32 w 346"/>
                  <a:gd name="T43" fmla="*/ 170 h 198"/>
                  <a:gd name="T44" fmla="*/ 18 w 346"/>
                  <a:gd name="T45" fmla="*/ 160 h 198"/>
                  <a:gd name="T46" fmla="*/ 12 w 346"/>
                  <a:gd name="T47" fmla="*/ 152 h 198"/>
                  <a:gd name="T48" fmla="*/ 6 w 346"/>
                  <a:gd name="T49" fmla="*/ 146 h 198"/>
                  <a:gd name="T50" fmla="*/ 2 w 346"/>
                  <a:gd name="T51" fmla="*/ 138 h 198"/>
                  <a:gd name="T52" fmla="*/ 0 w 346"/>
                  <a:gd name="T53" fmla="*/ 130 h 198"/>
                  <a:gd name="T54" fmla="*/ 0 w 346"/>
                  <a:gd name="T55" fmla="*/ 130 h 198"/>
                  <a:gd name="T56" fmla="*/ 0 w 346"/>
                  <a:gd name="T57" fmla="*/ 120 h 198"/>
                  <a:gd name="T58" fmla="*/ 2 w 346"/>
                  <a:gd name="T59" fmla="*/ 110 h 198"/>
                  <a:gd name="T60" fmla="*/ 6 w 346"/>
                  <a:gd name="T61" fmla="*/ 100 h 198"/>
                  <a:gd name="T62" fmla="*/ 12 w 346"/>
                  <a:gd name="T63" fmla="*/ 90 h 198"/>
                  <a:gd name="T64" fmla="*/ 28 w 346"/>
                  <a:gd name="T65" fmla="*/ 68 h 198"/>
                  <a:gd name="T66" fmla="*/ 46 w 346"/>
                  <a:gd name="T67" fmla="*/ 48 h 198"/>
                  <a:gd name="T68" fmla="*/ 64 w 346"/>
                  <a:gd name="T69" fmla="*/ 28 h 198"/>
                  <a:gd name="T70" fmla="*/ 80 w 346"/>
                  <a:gd name="T71" fmla="*/ 14 h 198"/>
                  <a:gd name="T72" fmla="*/ 96 w 346"/>
                  <a:gd name="T73" fmla="*/ 0 h 198"/>
                  <a:gd name="T74" fmla="*/ 96 w 346"/>
                  <a:gd name="T75" fmla="*/ 0 h 198"/>
                  <a:gd name="T76" fmla="*/ 130 w 346"/>
                  <a:gd name="T77" fmla="*/ 14 h 198"/>
                  <a:gd name="T78" fmla="*/ 208 w 346"/>
                  <a:gd name="T79" fmla="*/ 48 h 198"/>
                  <a:gd name="T80" fmla="*/ 252 w 346"/>
                  <a:gd name="T81" fmla="*/ 70 h 198"/>
                  <a:gd name="T82" fmla="*/ 292 w 346"/>
                  <a:gd name="T83" fmla="*/ 90 h 198"/>
                  <a:gd name="T84" fmla="*/ 326 w 346"/>
                  <a:gd name="T85" fmla="*/ 110 h 198"/>
                  <a:gd name="T86" fmla="*/ 338 w 346"/>
                  <a:gd name="T87" fmla="*/ 118 h 198"/>
                  <a:gd name="T88" fmla="*/ 346 w 346"/>
                  <a:gd name="T8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6" h="198">
                    <a:moveTo>
                      <a:pt x="346" y="126"/>
                    </a:moveTo>
                    <a:lnTo>
                      <a:pt x="346" y="126"/>
                    </a:lnTo>
                    <a:lnTo>
                      <a:pt x="296" y="112"/>
                    </a:lnTo>
                    <a:lnTo>
                      <a:pt x="254" y="102"/>
                    </a:lnTo>
                    <a:lnTo>
                      <a:pt x="236" y="100"/>
                    </a:lnTo>
                    <a:lnTo>
                      <a:pt x="224" y="98"/>
                    </a:lnTo>
                    <a:lnTo>
                      <a:pt x="224" y="98"/>
                    </a:lnTo>
                    <a:lnTo>
                      <a:pt x="218" y="100"/>
                    </a:lnTo>
                    <a:lnTo>
                      <a:pt x="212" y="104"/>
                    </a:lnTo>
                    <a:lnTo>
                      <a:pt x="198" y="116"/>
                    </a:lnTo>
                    <a:lnTo>
                      <a:pt x="182" y="132"/>
                    </a:lnTo>
                    <a:lnTo>
                      <a:pt x="166" y="152"/>
                    </a:lnTo>
                    <a:lnTo>
                      <a:pt x="150" y="170"/>
                    </a:lnTo>
                    <a:lnTo>
                      <a:pt x="136" y="186"/>
                    </a:lnTo>
                    <a:lnTo>
                      <a:pt x="122" y="196"/>
                    </a:lnTo>
                    <a:lnTo>
                      <a:pt x="116" y="198"/>
                    </a:lnTo>
                    <a:lnTo>
                      <a:pt x="112" y="198"/>
                    </a:lnTo>
                    <a:lnTo>
                      <a:pt x="112" y="198"/>
                    </a:lnTo>
                    <a:lnTo>
                      <a:pt x="84" y="192"/>
                    </a:lnTo>
                    <a:lnTo>
                      <a:pt x="68" y="186"/>
                    </a:lnTo>
                    <a:lnTo>
                      <a:pt x="50" y="178"/>
                    </a:lnTo>
                    <a:lnTo>
                      <a:pt x="32" y="170"/>
                    </a:lnTo>
                    <a:lnTo>
                      <a:pt x="18" y="160"/>
                    </a:lnTo>
                    <a:lnTo>
                      <a:pt x="12" y="152"/>
                    </a:lnTo>
                    <a:lnTo>
                      <a:pt x="6" y="146"/>
                    </a:lnTo>
                    <a:lnTo>
                      <a:pt x="2" y="138"/>
                    </a:lnTo>
                    <a:lnTo>
                      <a:pt x="0" y="130"/>
                    </a:lnTo>
                    <a:lnTo>
                      <a:pt x="0" y="130"/>
                    </a:lnTo>
                    <a:lnTo>
                      <a:pt x="0" y="120"/>
                    </a:lnTo>
                    <a:lnTo>
                      <a:pt x="2" y="110"/>
                    </a:lnTo>
                    <a:lnTo>
                      <a:pt x="6" y="100"/>
                    </a:lnTo>
                    <a:lnTo>
                      <a:pt x="12" y="90"/>
                    </a:lnTo>
                    <a:lnTo>
                      <a:pt x="28" y="68"/>
                    </a:lnTo>
                    <a:lnTo>
                      <a:pt x="46" y="48"/>
                    </a:lnTo>
                    <a:lnTo>
                      <a:pt x="64" y="28"/>
                    </a:lnTo>
                    <a:lnTo>
                      <a:pt x="80" y="14"/>
                    </a:lnTo>
                    <a:lnTo>
                      <a:pt x="96" y="0"/>
                    </a:lnTo>
                    <a:lnTo>
                      <a:pt x="96" y="0"/>
                    </a:lnTo>
                    <a:lnTo>
                      <a:pt x="130" y="14"/>
                    </a:lnTo>
                    <a:lnTo>
                      <a:pt x="208" y="48"/>
                    </a:lnTo>
                    <a:lnTo>
                      <a:pt x="252" y="70"/>
                    </a:lnTo>
                    <a:lnTo>
                      <a:pt x="292" y="90"/>
                    </a:lnTo>
                    <a:lnTo>
                      <a:pt x="326" y="110"/>
                    </a:lnTo>
                    <a:lnTo>
                      <a:pt x="338" y="118"/>
                    </a:lnTo>
                    <a:lnTo>
                      <a:pt x="34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3" name="Freeform 7"/>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4" name="Freeform 8"/>
              <p:cNvSpPr>
                <a:spLocks/>
              </p:cNvSpPr>
              <p:nvPr/>
            </p:nvSpPr>
            <p:spPr bwMode="auto">
              <a:xfrm>
                <a:off x="3427270" y="2101356"/>
                <a:ext cx="1468580" cy="1512447"/>
              </a:xfrm>
              <a:custGeom>
                <a:avLst/>
                <a:gdLst>
                  <a:gd name="T0" fmla="*/ 0 w 1540"/>
                  <a:gd name="T1" fmla="*/ 1526 h 1586"/>
                  <a:gd name="T2" fmla="*/ 0 w 1540"/>
                  <a:gd name="T3" fmla="*/ 1526 h 1586"/>
                  <a:gd name="T4" fmla="*/ 220 w 1540"/>
                  <a:gd name="T5" fmla="*/ 1300 h 1586"/>
                  <a:gd name="T6" fmla="*/ 712 w 1540"/>
                  <a:gd name="T7" fmla="*/ 792 h 1586"/>
                  <a:gd name="T8" fmla="*/ 982 w 1540"/>
                  <a:gd name="T9" fmla="*/ 518 h 1586"/>
                  <a:gd name="T10" fmla="*/ 1226 w 1540"/>
                  <a:gd name="T11" fmla="*/ 272 h 1586"/>
                  <a:gd name="T12" fmla="*/ 1410 w 1540"/>
                  <a:gd name="T13" fmla="*/ 88 h 1586"/>
                  <a:gd name="T14" fmla="*/ 1472 w 1540"/>
                  <a:gd name="T15" fmla="*/ 30 h 1586"/>
                  <a:gd name="T16" fmla="*/ 1506 w 1540"/>
                  <a:gd name="T17" fmla="*/ 0 h 1586"/>
                  <a:gd name="T18" fmla="*/ 1506 w 1540"/>
                  <a:gd name="T19" fmla="*/ 0 h 1586"/>
                  <a:gd name="T20" fmla="*/ 1516 w 1540"/>
                  <a:gd name="T21" fmla="*/ 10 h 1586"/>
                  <a:gd name="T22" fmla="*/ 1540 w 1540"/>
                  <a:gd name="T23" fmla="*/ 32 h 1586"/>
                  <a:gd name="T24" fmla="*/ 1540 w 1540"/>
                  <a:gd name="T25" fmla="*/ 32 h 1586"/>
                  <a:gd name="T26" fmla="*/ 854 w 1540"/>
                  <a:gd name="T27" fmla="*/ 772 h 1586"/>
                  <a:gd name="T28" fmla="*/ 360 w 1540"/>
                  <a:gd name="T29" fmla="*/ 1302 h 1586"/>
                  <a:gd name="T30" fmla="*/ 182 w 1540"/>
                  <a:gd name="T31" fmla="*/ 1492 h 1586"/>
                  <a:gd name="T32" fmla="*/ 124 w 1540"/>
                  <a:gd name="T33" fmla="*/ 1554 h 1586"/>
                  <a:gd name="T34" fmla="*/ 90 w 1540"/>
                  <a:gd name="T35" fmla="*/ 1586 h 1586"/>
                  <a:gd name="T36" fmla="*/ 90 w 1540"/>
                  <a:gd name="T37" fmla="*/ 1586 h 1586"/>
                  <a:gd name="T38" fmla="*/ 78 w 1540"/>
                  <a:gd name="T39" fmla="*/ 1586 h 1586"/>
                  <a:gd name="T40" fmla="*/ 64 w 1540"/>
                  <a:gd name="T41" fmla="*/ 1582 h 1586"/>
                  <a:gd name="T42" fmla="*/ 50 w 1540"/>
                  <a:gd name="T43" fmla="*/ 1578 h 1586"/>
                  <a:gd name="T44" fmla="*/ 34 w 1540"/>
                  <a:gd name="T45" fmla="*/ 1570 h 1586"/>
                  <a:gd name="T46" fmla="*/ 20 w 1540"/>
                  <a:gd name="T47" fmla="*/ 1560 h 1586"/>
                  <a:gd name="T48" fmla="*/ 14 w 1540"/>
                  <a:gd name="T49" fmla="*/ 1552 h 1586"/>
                  <a:gd name="T50" fmla="*/ 8 w 1540"/>
                  <a:gd name="T51" fmla="*/ 1546 h 1586"/>
                  <a:gd name="T52" fmla="*/ 2 w 1540"/>
                  <a:gd name="T53" fmla="*/ 1536 h 1586"/>
                  <a:gd name="T54" fmla="*/ 0 w 1540"/>
                  <a:gd name="T55" fmla="*/ 152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0" h="1586">
                    <a:moveTo>
                      <a:pt x="0" y="1526"/>
                    </a:moveTo>
                    <a:lnTo>
                      <a:pt x="0" y="1526"/>
                    </a:lnTo>
                    <a:lnTo>
                      <a:pt x="220" y="1300"/>
                    </a:lnTo>
                    <a:lnTo>
                      <a:pt x="712" y="792"/>
                    </a:lnTo>
                    <a:lnTo>
                      <a:pt x="982" y="518"/>
                    </a:lnTo>
                    <a:lnTo>
                      <a:pt x="1226" y="272"/>
                    </a:lnTo>
                    <a:lnTo>
                      <a:pt x="1410" y="88"/>
                    </a:lnTo>
                    <a:lnTo>
                      <a:pt x="1472" y="30"/>
                    </a:lnTo>
                    <a:lnTo>
                      <a:pt x="1506" y="0"/>
                    </a:lnTo>
                    <a:lnTo>
                      <a:pt x="1506" y="0"/>
                    </a:lnTo>
                    <a:lnTo>
                      <a:pt x="1516" y="10"/>
                    </a:lnTo>
                    <a:lnTo>
                      <a:pt x="1540" y="32"/>
                    </a:lnTo>
                    <a:lnTo>
                      <a:pt x="1540" y="32"/>
                    </a:lnTo>
                    <a:lnTo>
                      <a:pt x="854" y="772"/>
                    </a:lnTo>
                    <a:lnTo>
                      <a:pt x="360" y="1302"/>
                    </a:lnTo>
                    <a:lnTo>
                      <a:pt x="182" y="1492"/>
                    </a:lnTo>
                    <a:lnTo>
                      <a:pt x="124" y="1554"/>
                    </a:lnTo>
                    <a:lnTo>
                      <a:pt x="90" y="1586"/>
                    </a:lnTo>
                    <a:lnTo>
                      <a:pt x="90" y="1586"/>
                    </a:lnTo>
                    <a:lnTo>
                      <a:pt x="78" y="1586"/>
                    </a:lnTo>
                    <a:lnTo>
                      <a:pt x="64" y="1582"/>
                    </a:lnTo>
                    <a:lnTo>
                      <a:pt x="50" y="1578"/>
                    </a:lnTo>
                    <a:lnTo>
                      <a:pt x="34" y="1570"/>
                    </a:lnTo>
                    <a:lnTo>
                      <a:pt x="20" y="1560"/>
                    </a:lnTo>
                    <a:lnTo>
                      <a:pt x="14" y="1552"/>
                    </a:lnTo>
                    <a:lnTo>
                      <a:pt x="8" y="1546"/>
                    </a:lnTo>
                    <a:lnTo>
                      <a:pt x="2" y="1536"/>
                    </a:lnTo>
                    <a:lnTo>
                      <a:pt x="0" y="15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5" name="Freeform 9"/>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6" name="Freeform 10"/>
              <p:cNvSpPr>
                <a:spLocks/>
              </p:cNvSpPr>
              <p:nvPr/>
            </p:nvSpPr>
            <p:spPr bwMode="auto">
              <a:xfrm>
                <a:off x="3881195" y="3161785"/>
                <a:ext cx="139229" cy="116342"/>
              </a:xfrm>
              <a:custGeom>
                <a:avLst/>
                <a:gdLst>
                  <a:gd name="T0" fmla="*/ 146 w 146"/>
                  <a:gd name="T1" fmla="*/ 50 h 122"/>
                  <a:gd name="T2" fmla="*/ 146 w 146"/>
                  <a:gd name="T3" fmla="*/ 50 h 122"/>
                  <a:gd name="T4" fmla="*/ 40 w 146"/>
                  <a:gd name="T5" fmla="*/ 2 h 122"/>
                  <a:gd name="T6" fmla="*/ 40 w 146"/>
                  <a:gd name="T7" fmla="*/ 2 h 122"/>
                  <a:gd name="T8" fmla="*/ 36 w 146"/>
                  <a:gd name="T9" fmla="*/ 0 h 122"/>
                  <a:gd name="T10" fmla="*/ 34 w 146"/>
                  <a:gd name="T11" fmla="*/ 2 h 122"/>
                  <a:gd name="T12" fmla="*/ 26 w 146"/>
                  <a:gd name="T13" fmla="*/ 6 h 122"/>
                  <a:gd name="T14" fmla="*/ 18 w 146"/>
                  <a:gd name="T15" fmla="*/ 16 h 122"/>
                  <a:gd name="T16" fmla="*/ 10 w 146"/>
                  <a:gd name="T17" fmla="*/ 28 h 122"/>
                  <a:gd name="T18" fmla="*/ 4 w 146"/>
                  <a:gd name="T19" fmla="*/ 40 h 122"/>
                  <a:gd name="T20" fmla="*/ 0 w 146"/>
                  <a:gd name="T21" fmla="*/ 54 h 122"/>
                  <a:gd name="T22" fmla="*/ 0 w 146"/>
                  <a:gd name="T23" fmla="*/ 66 h 122"/>
                  <a:gd name="T24" fmla="*/ 0 w 146"/>
                  <a:gd name="T25" fmla="*/ 76 h 122"/>
                  <a:gd name="T26" fmla="*/ 0 w 146"/>
                  <a:gd name="T27" fmla="*/ 76 h 122"/>
                  <a:gd name="T28" fmla="*/ 4 w 146"/>
                  <a:gd name="T29" fmla="*/ 80 h 122"/>
                  <a:gd name="T30" fmla="*/ 8 w 146"/>
                  <a:gd name="T31" fmla="*/ 84 h 122"/>
                  <a:gd name="T32" fmla="*/ 20 w 146"/>
                  <a:gd name="T33" fmla="*/ 94 h 122"/>
                  <a:gd name="T34" fmla="*/ 34 w 146"/>
                  <a:gd name="T35" fmla="*/ 100 h 122"/>
                  <a:gd name="T36" fmla="*/ 52 w 146"/>
                  <a:gd name="T37" fmla="*/ 108 h 122"/>
                  <a:gd name="T38" fmla="*/ 86 w 146"/>
                  <a:gd name="T39" fmla="*/ 118 h 122"/>
                  <a:gd name="T40" fmla="*/ 108 w 146"/>
                  <a:gd name="T41" fmla="*/ 122 h 122"/>
                  <a:gd name="T42" fmla="*/ 108 w 146"/>
                  <a:gd name="T43" fmla="*/ 122 h 122"/>
                  <a:gd name="T44" fmla="*/ 110 w 146"/>
                  <a:gd name="T45" fmla="*/ 120 h 122"/>
                  <a:gd name="T46" fmla="*/ 114 w 146"/>
                  <a:gd name="T47" fmla="*/ 118 h 122"/>
                  <a:gd name="T48" fmla="*/ 120 w 146"/>
                  <a:gd name="T49" fmla="*/ 110 h 122"/>
                  <a:gd name="T50" fmla="*/ 126 w 146"/>
                  <a:gd name="T51" fmla="*/ 98 h 122"/>
                  <a:gd name="T52" fmla="*/ 132 w 146"/>
                  <a:gd name="T53" fmla="*/ 86 h 122"/>
                  <a:gd name="T54" fmla="*/ 142 w 146"/>
                  <a:gd name="T55" fmla="*/ 62 h 122"/>
                  <a:gd name="T56" fmla="*/ 146 w 146"/>
                  <a:gd name="T57"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22">
                    <a:moveTo>
                      <a:pt x="146" y="50"/>
                    </a:moveTo>
                    <a:lnTo>
                      <a:pt x="146" y="50"/>
                    </a:lnTo>
                    <a:lnTo>
                      <a:pt x="40" y="2"/>
                    </a:lnTo>
                    <a:lnTo>
                      <a:pt x="40" y="2"/>
                    </a:lnTo>
                    <a:lnTo>
                      <a:pt x="36" y="0"/>
                    </a:lnTo>
                    <a:lnTo>
                      <a:pt x="34" y="2"/>
                    </a:lnTo>
                    <a:lnTo>
                      <a:pt x="26" y="6"/>
                    </a:lnTo>
                    <a:lnTo>
                      <a:pt x="18" y="16"/>
                    </a:lnTo>
                    <a:lnTo>
                      <a:pt x="10" y="28"/>
                    </a:lnTo>
                    <a:lnTo>
                      <a:pt x="4" y="40"/>
                    </a:lnTo>
                    <a:lnTo>
                      <a:pt x="0" y="54"/>
                    </a:lnTo>
                    <a:lnTo>
                      <a:pt x="0" y="66"/>
                    </a:lnTo>
                    <a:lnTo>
                      <a:pt x="0" y="76"/>
                    </a:lnTo>
                    <a:lnTo>
                      <a:pt x="0" y="76"/>
                    </a:lnTo>
                    <a:lnTo>
                      <a:pt x="4" y="80"/>
                    </a:lnTo>
                    <a:lnTo>
                      <a:pt x="8" y="84"/>
                    </a:lnTo>
                    <a:lnTo>
                      <a:pt x="20" y="94"/>
                    </a:lnTo>
                    <a:lnTo>
                      <a:pt x="34" y="100"/>
                    </a:lnTo>
                    <a:lnTo>
                      <a:pt x="52" y="108"/>
                    </a:lnTo>
                    <a:lnTo>
                      <a:pt x="86" y="118"/>
                    </a:lnTo>
                    <a:lnTo>
                      <a:pt x="108" y="122"/>
                    </a:lnTo>
                    <a:lnTo>
                      <a:pt x="108" y="122"/>
                    </a:lnTo>
                    <a:lnTo>
                      <a:pt x="110" y="120"/>
                    </a:lnTo>
                    <a:lnTo>
                      <a:pt x="114" y="118"/>
                    </a:lnTo>
                    <a:lnTo>
                      <a:pt x="120" y="110"/>
                    </a:lnTo>
                    <a:lnTo>
                      <a:pt x="126" y="98"/>
                    </a:lnTo>
                    <a:lnTo>
                      <a:pt x="132" y="86"/>
                    </a:lnTo>
                    <a:lnTo>
                      <a:pt x="142" y="62"/>
                    </a:lnTo>
                    <a:lnTo>
                      <a:pt x="14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7" name="Freeform 11"/>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8" name="Freeform 12"/>
              <p:cNvSpPr>
                <a:spLocks/>
              </p:cNvSpPr>
              <p:nvPr/>
            </p:nvSpPr>
            <p:spPr bwMode="auto">
              <a:xfrm>
                <a:off x="3785832" y="3232353"/>
                <a:ext cx="118249" cy="110621"/>
              </a:xfrm>
              <a:custGeom>
                <a:avLst/>
                <a:gdLst>
                  <a:gd name="T0" fmla="*/ 68 w 124"/>
                  <a:gd name="T1" fmla="*/ 16 h 116"/>
                  <a:gd name="T2" fmla="*/ 68 w 124"/>
                  <a:gd name="T3" fmla="*/ 16 h 116"/>
                  <a:gd name="T4" fmla="*/ 78 w 124"/>
                  <a:gd name="T5" fmla="*/ 26 h 116"/>
                  <a:gd name="T6" fmla="*/ 100 w 124"/>
                  <a:gd name="T7" fmla="*/ 50 h 116"/>
                  <a:gd name="T8" fmla="*/ 110 w 124"/>
                  <a:gd name="T9" fmla="*/ 64 h 116"/>
                  <a:gd name="T10" fmla="*/ 120 w 124"/>
                  <a:gd name="T11" fmla="*/ 78 h 116"/>
                  <a:gd name="T12" fmla="*/ 124 w 124"/>
                  <a:gd name="T13" fmla="*/ 92 h 116"/>
                  <a:gd name="T14" fmla="*/ 124 w 124"/>
                  <a:gd name="T15" fmla="*/ 96 h 116"/>
                  <a:gd name="T16" fmla="*/ 122 w 124"/>
                  <a:gd name="T17" fmla="*/ 102 h 116"/>
                  <a:gd name="T18" fmla="*/ 122 w 124"/>
                  <a:gd name="T19" fmla="*/ 102 h 116"/>
                  <a:gd name="T20" fmla="*/ 120 w 124"/>
                  <a:gd name="T21" fmla="*/ 106 h 116"/>
                  <a:gd name="T22" fmla="*/ 116 w 124"/>
                  <a:gd name="T23" fmla="*/ 110 h 116"/>
                  <a:gd name="T24" fmla="*/ 104 w 124"/>
                  <a:gd name="T25" fmla="*/ 114 h 116"/>
                  <a:gd name="T26" fmla="*/ 90 w 124"/>
                  <a:gd name="T27" fmla="*/ 116 h 116"/>
                  <a:gd name="T28" fmla="*/ 74 w 124"/>
                  <a:gd name="T29" fmla="*/ 112 h 116"/>
                  <a:gd name="T30" fmla="*/ 56 w 124"/>
                  <a:gd name="T31" fmla="*/ 106 h 116"/>
                  <a:gd name="T32" fmla="*/ 38 w 124"/>
                  <a:gd name="T33" fmla="*/ 92 h 116"/>
                  <a:gd name="T34" fmla="*/ 30 w 124"/>
                  <a:gd name="T35" fmla="*/ 84 h 116"/>
                  <a:gd name="T36" fmla="*/ 22 w 124"/>
                  <a:gd name="T37" fmla="*/ 74 h 116"/>
                  <a:gd name="T38" fmla="*/ 14 w 124"/>
                  <a:gd name="T39" fmla="*/ 62 h 116"/>
                  <a:gd name="T40" fmla="*/ 8 w 124"/>
                  <a:gd name="T41" fmla="*/ 50 h 116"/>
                  <a:gd name="T42" fmla="*/ 8 w 124"/>
                  <a:gd name="T43" fmla="*/ 50 h 116"/>
                  <a:gd name="T44" fmla="*/ 2 w 124"/>
                  <a:gd name="T45" fmla="*/ 38 h 116"/>
                  <a:gd name="T46" fmla="*/ 0 w 124"/>
                  <a:gd name="T47" fmla="*/ 28 h 116"/>
                  <a:gd name="T48" fmla="*/ 0 w 124"/>
                  <a:gd name="T49" fmla="*/ 18 h 116"/>
                  <a:gd name="T50" fmla="*/ 0 w 124"/>
                  <a:gd name="T51" fmla="*/ 12 h 116"/>
                  <a:gd name="T52" fmla="*/ 4 w 124"/>
                  <a:gd name="T53" fmla="*/ 6 h 116"/>
                  <a:gd name="T54" fmla="*/ 8 w 124"/>
                  <a:gd name="T55" fmla="*/ 2 h 116"/>
                  <a:gd name="T56" fmla="*/ 12 w 124"/>
                  <a:gd name="T57" fmla="*/ 0 h 116"/>
                  <a:gd name="T58" fmla="*/ 18 w 124"/>
                  <a:gd name="T59" fmla="*/ 0 h 116"/>
                  <a:gd name="T60" fmla="*/ 32 w 124"/>
                  <a:gd name="T61" fmla="*/ 0 h 116"/>
                  <a:gd name="T62" fmla="*/ 46 w 124"/>
                  <a:gd name="T63" fmla="*/ 4 h 116"/>
                  <a:gd name="T64" fmla="*/ 58 w 124"/>
                  <a:gd name="T65" fmla="*/ 10 h 116"/>
                  <a:gd name="T66" fmla="*/ 68 w 124"/>
                  <a:gd name="T6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16">
                    <a:moveTo>
                      <a:pt x="68" y="16"/>
                    </a:moveTo>
                    <a:lnTo>
                      <a:pt x="68" y="16"/>
                    </a:lnTo>
                    <a:lnTo>
                      <a:pt x="78" y="26"/>
                    </a:lnTo>
                    <a:lnTo>
                      <a:pt x="100" y="50"/>
                    </a:lnTo>
                    <a:lnTo>
                      <a:pt x="110" y="64"/>
                    </a:lnTo>
                    <a:lnTo>
                      <a:pt x="120" y="78"/>
                    </a:lnTo>
                    <a:lnTo>
                      <a:pt x="124" y="92"/>
                    </a:lnTo>
                    <a:lnTo>
                      <a:pt x="124" y="96"/>
                    </a:lnTo>
                    <a:lnTo>
                      <a:pt x="122" y="102"/>
                    </a:lnTo>
                    <a:lnTo>
                      <a:pt x="122" y="102"/>
                    </a:lnTo>
                    <a:lnTo>
                      <a:pt x="120" y="106"/>
                    </a:lnTo>
                    <a:lnTo>
                      <a:pt x="116" y="110"/>
                    </a:lnTo>
                    <a:lnTo>
                      <a:pt x="104" y="114"/>
                    </a:lnTo>
                    <a:lnTo>
                      <a:pt x="90" y="116"/>
                    </a:lnTo>
                    <a:lnTo>
                      <a:pt x="74" y="112"/>
                    </a:lnTo>
                    <a:lnTo>
                      <a:pt x="56" y="106"/>
                    </a:lnTo>
                    <a:lnTo>
                      <a:pt x="38" y="92"/>
                    </a:lnTo>
                    <a:lnTo>
                      <a:pt x="30" y="84"/>
                    </a:lnTo>
                    <a:lnTo>
                      <a:pt x="22" y="74"/>
                    </a:lnTo>
                    <a:lnTo>
                      <a:pt x="14" y="62"/>
                    </a:lnTo>
                    <a:lnTo>
                      <a:pt x="8" y="50"/>
                    </a:lnTo>
                    <a:lnTo>
                      <a:pt x="8" y="50"/>
                    </a:lnTo>
                    <a:lnTo>
                      <a:pt x="2" y="38"/>
                    </a:lnTo>
                    <a:lnTo>
                      <a:pt x="0" y="28"/>
                    </a:lnTo>
                    <a:lnTo>
                      <a:pt x="0" y="18"/>
                    </a:lnTo>
                    <a:lnTo>
                      <a:pt x="0" y="12"/>
                    </a:lnTo>
                    <a:lnTo>
                      <a:pt x="4" y="6"/>
                    </a:lnTo>
                    <a:lnTo>
                      <a:pt x="8" y="2"/>
                    </a:lnTo>
                    <a:lnTo>
                      <a:pt x="12" y="0"/>
                    </a:lnTo>
                    <a:lnTo>
                      <a:pt x="18" y="0"/>
                    </a:lnTo>
                    <a:lnTo>
                      <a:pt x="32" y="0"/>
                    </a:lnTo>
                    <a:lnTo>
                      <a:pt x="46" y="4"/>
                    </a:lnTo>
                    <a:lnTo>
                      <a:pt x="58" y="10"/>
                    </a:lnTo>
                    <a:lnTo>
                      <a:pt x="68"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29" name="Freeform 13"/>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0" name="Freeform 14"/>
              <p:cNvSpPr>
                <a:spLocks/>
              </p:cNvSpPr>
              <p:nvPr/>
            </p:nvSpPr>
            <p:spPr bwMode="auto">
              <a:xfrm>
                <a:off x="3743873" y="3278127"/>
                <a:ext cx="101084" cy="102992"/>
              </a:xfrm>
              <a:custGeom>
                <a:avLst/>
                <a:gdLst>
                  <a:gd name="T0" fmla="*/ 20 w 106"/>
                  <a:gd name="T1" fmla="*/ 0 h 108"/>
                  <a:gd name="T2" fmla="*/ 20 w 106"/>
                  <a:gd name="T3" fmla="*/ 0 h 108"/>
                  <a:gd name="T4" fmla="*/ 30 w 106"/>
                  <a:gd name="T5" fmla="*/ 2 h 108"/>
                  <a:gd name="T6" fmla="*/ 44 w 106"/>
                  <a:gd name="T7" fmla="*/ 6 h 108"/>
                  <a:gd name="T8" fmla="*/ 60 w 106"/>
                  <a:gd name="T9" fmla="*/ 14 h 108"/>
                  <a:gd name="T10" fmla="*/ 74 w 106"/>
                  <a:gd name="T11" fmla="*/ 26 h 108"/>
                  <a:gd name="T12" fmla="*/ 86 w 106"/>
                  <a:gd name="T13" fmla="*/ 36 h 108"/>
                  <a:gd name="T14" fmla="*/ 96 w 106"/>
                  <a:gd name="T15" fmla="*/ 48 h 108"/>
                  <a:gd name="T16" fmla="*/ 104 w 106"/>
                  <a:gd name="T17" fmla="*/ 58 h 108"/>
                  <a:gd name="T18" fmla="*/ 106 w 106"/>
                  <a:gd name="T19" fmla="*/ 64 h 108"/>
                  <a:gd name="T20" fmla="*/ 106 w 106"/>
                  <a:gd name="T21" fmla="*/ 68 h 108"/>
                  <a:gd name="T22" fmla="*/ 106 w 106"/>
                  <a:gd name="T23" fmla="*/ 68 h 108"/>
                  <a:gd name="T24" fmla="*/ 104 w 106"/>
                  <a:gd name="T25" fmla="*/ 76 h 108"/>
                  <a:gd name="T26" fmla="*/ 100 w 106"/>
                  <a:gd name="T27" fmla="*/ 86 h 108"/>
                  <a:gd name="T28" fmla="*/ 94 w 106"/>
                  <a:gd name="T29" fmla="*/ 94 h 108"/>
                  <a:gd name="T30" fmla="*/ 88 w 106"/>
                  <a:gd name="T31" fmla="*/ 102 h 108"/>
                  <a:gd name="T32" fmla="*/ 78 w 106"/>
                  <a:gd name="T33" fmla="*/ 106 h 108"/>
                  <a:gd name="T34" fmla="*/ 68 w 106"/>
                  <a:gd name="T35" fmla="*/ 108 h 108"/>
                  <a:gd name="T36" fmla="*/ 56 w 106"/>
                  <a:gd name="T37" fmla="*/ 106 h 108"/>
                  <a:gd name="T38" fmla="*/ 44 w 106"/>
                  <a:gd name="T39" fmla="*/ 100 h 108"/>
                  <a:gd name="T40" fmla="*/ 44 w 106"/>
                  <a:gd name="T41" fmla="*/ 100 h 108"/>
                  <a:gd name="T42" fmla="*/ 30 w 106"/>
                  <a:gd name="T43" fmla="*/ 88 h 108"/>
                  <a:gd name="T44" fmla="*/ 18 w 106"/>
                  <a:gd name="T45" fmla="*/ 74 h 108"/>
                  <a:gd name="T46" fmla="*/ 8 w 106"/>
                  <a:gd name="T47" fmla="*/ 58 h 108"/>
                  <a:gd name="T48" fmla="*/ 2 w 106"/>
                  <a:gd name="T49" fmla="*/ 42 h 108"/>
                  <a:gd name="T50" fmla="*/ 0 w 106"/>
                  <a:gd name="T51" fmla="*/ 26 h 108"/>
                  <a:gd name="T52" fmla="*/ 0 w 106"/>
                  <a:gd name="T53" fmla="*/ 18 h 108"/>
                  <a:gd name="T54" fmla="*/ 0 w 106"/>
                  <a:gd name="T55" fmla="*/ 12 h 108"/>
                  <a:gd name="T56" fmla="*/ 4 w 106"/>
                  <a:gd name="T57" fmla="*/ 8 h 108"/>
                  <a:gd name="T58" fmla="*/ 8 w 106"/>
                  <a:gd name="T59" fmla="*/ 4 h 108"/>
                  <a:gd name="T60" fmla="*/ 12 w 106"/>
                  <a:gd name="T61" fmla="*/ 0 h 108"/>
                  <a:gd name="T62" fmla="*/ 20 w 106"/>
                  <a:gd name="T6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08">
                    <a:moveTo>
                      <a:pt x="20" y="0"/>
                    </a:moveTo>
                    <a:lnTo>
                      <a:pt x="20" y="0"/>
                    </a:lnTo>
                    <a:lnTo>
                      <a:pt x="30" y="2"/>
                    </a:lnTo>
                    <a:lnTo>
                      <a:pt x="44" y="6"/>
                    </a:lnTo>
                    <a:lnTo>
                      <a:pt x="60" y="14"/>
                    </a:lnTo>
                    <a:lnTo>
                      <a:pt x="74" y="26"/>
                    </a:lnTo>
                    <a:lnTo>
                      <a:pt x="86" y="36"/>
                    </a:lnTo>
                    <a:lnTo>
                      <a:pt x="96" y="48"/>
                    </a:lnTo>
                    <a:lnTo>
                      <a:pt x="104" y="58"/>
                    </a:lnTo>
                    <a:lnTo>
                      <a:pt x="106" y="64"/>
                    </a:lnTo>
                    <a:lnTo>
                      <a:pt x="106" y="68"/>
                    </a:lnTo>
                    <a:lnTo>
                      <a:pt x="106" y="68"/>
                    </a:lnTo>
                    <a:lnTo>
                      <a:pt x="104" y="76"/>
                    </a:lnTo>
                    <a:lnTo>
                      <a:pt x="100" y="86"/>
                    </a:lnTo>
                    <a:lnTo>
                      <a:pt x="94" y="94"/>
                    </a:lnTo>
                    <a:lnTo>
                      <a:pt x="88" y="102"/>
                    </a:lnTo>
                    <a:lnTo>
                      <a:pt x="78" y="106"/>
                    </a:lnTo>
                    <a:lnTo>
                      <a:pt x="68" y="108"/>
                    </a:lnTo>
                    <a:lnTo>
                      <a:pt x="56" y="106"/>
                    </a:lnTo>
                    <a:lnTo>
                      <a:pt x="44" y="100"/>
                    </a:lnTo>
                    <a:lnTo>
                      <a:pt x="44" y="100"/>
                    </a:lnTo>
                    <a:lnTo>
                      <a:pt x="30" y="88"/>
                    </a:lnTo>
                    <a:lnTo>
                      <a:pt x="18" y="74"/>
                    </a:lnTo>
                    <a:lnTo>
                      <a:pt x="8" y="58"/>
                    </a:lnTo>
                    <a:lnTo>
                      <a:pt x="2" y="42"/>
                    </a:lnTo>
                    <a:lnTo>
                      <a:pt x="0" y="26"/>
                    </a:lnTo>
                    <a:lnTo>
                      <a:pt x="0" y="18"/>
                    </a:lnTo>
                    <a:lnTo>
                      <a:pt x="0" y="12"/>
                    </a:lnTo>
                    <a:lnTo>
                      <a:pt x="4" y="8"/>
                    </a:lnTo>
                    <a:lnTo>
                      <a:pt x="8" y="4"/>
                    </a:lnTo>
                    <a:lnTo>
                      <a:pt x="12" y="0"/>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1" name="Freeform 15"/>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2" name="Freeform 16"/>
              <p:cNvSpPr>
                <a:spLocks/>
              </p:cNvSpPr>
              <p:nvPr/>
            </p:nvSpPr>
            <p:spPr bwMode="auto">
              <a:xfrm>
                <a:off x="3617994" y="3108382"/>
                <a:ext cx="263200" cy="171652"/>
              </a:xfrm>
              <a:custGeom>
                <a:avLst/>
                <a:gdLst>
                  <a:gd name="T0" fmla="*/ 4 w 276"/>
                  <a:gd name="T1" fmla="*/ 114 h 180"/>
                  <a:gd name="T2" fmla="*/ 4 w 276"/>
                  <a:gd name="T3" fmla="*/ 114 h 180"/>
                  <a:gd name="T4" fmla="*/ 14 w 276"/>
                  <a:gd name="T5" fmla="*/ 98 h 180"/>
                  <a:gd name="T6" fmla="*/ 36 w 276"/>
                  <a:gd name="T7" fmla="*/ 62 h 180"/>
                  <a:gd name="T8" fmla="*/ 50 w 276"/>
                  <a:gd name="T9" fmla="*/ 42 h 180"/>
                  <a:gd name="T10" fmla="*/ 64 w 276"/>
                  <a:gd name="T11" fmla="*/ 24 h 180"/>
                  <a:gd name="T12" fmla="*/ 78 w 276"/>
                  <a:gd name="T13" fmla="*/ 8 h 180"/>
                  <a:gd name="T14" fmla="*/ 88 w 276"/>
                  <a:gd name="T15" fmla="*/ 0 h 180"/>
                  <a:gd name="T16" fmla="*/ 88 w 276"/>
                  <a:gd name="T17" fmla="*/ 0 h 180"/>
                  <a:gd name="T18" fmla="*/ 94 w 276"/>
                  <a:gd name="T19" fmla="*/ 0 h 180"/>
                  <a:gd name="T20" fmla="*/ 102 w 276"/>
                  <a:gd name="T21" fmla="*/ 2 h 180"/>
                  <a:gd name="T22" fmla="*/ 122 w 276"/>
                  <a:gd name="T23" fmla="*/ 10 h 180"/>
                  <a:gd name="T24" fmla="*/ 146 w 276"/>
                  <a:gd name="T25" fmla="*/ 22 h 180"/>
                  <a:gd name="T26" fmla="*/ 174 w 276"/>
                  <a:gd name="T27" fmla="*/ 40 h 180"/>
                  <a:gd name="T28" fmla="*/ 228 w 276"/>
                  <a:gd name="T29" fmla="*/ 72 h 180"/>
                  <a:gd name="T30" fmla="*/ 250 w 276"/>
                  <a:gd name="T31" fmla="*/ 82 h 180"/>
                  <a:gd name="T32" fmla="*/ 258 w 276"/>
                  <a:gd name="T33" fmla="*/ 86 h 180"/>
                  <a:gd name="T34" fmla="*/ 266 w 276"/>
                  <a:gd name="T35" fmla="*/ 86 h 180"/>
                  <a:gd name="T36" fmla="*/ 266 w 276"/>
                  <a:gd name="T37" fmla="*/ 86 h 180"/>
                  <a:gd name="T38" fmla="*/ 272 w 276"/>
                  <a:gd name="T39" fmla="*/ 88 h 180"/>
                  <a:gd name="T40" fmla="*/ 276 w 276"/>
                  <a:gd name="T41" fmla="*/ 90 h 180"/>
                  <a:gd name="T42" fmla="*/ 276 w 276"/>
                  <a:gd name="T43" fmla="*/ 92 h 180"/>
                  <a:gd name="T44" fmla="*/ 276 w 276"/>
                  <a:gd name="T45" fmla="*/ 96 h 180"/>
                  <a:gd name="T46" fmla="*/ 272 w 276"/>
                  <a:gd name="T47" fmla="*/ 104 h 180"/>
                  <a:gd name="T48" fmla="*/ 262 w 276"/>
                  <a:gd name="T49" fmla="*/ 112 h 180"/>
                  <a:gd name="T50" fmla="*/ 250 w 276"/>
                  <a:gd name="T51" fmla="*/ 122 h 180"/>
                  <a:gd name="T52" fmla="*/ 236 w 276"/>
                  <a:gd name="T53" fmla="*/ 128 h 180"/>
                  <a:gd name="T54" fmla="*/ 220 w 276"/>
                  <a:gd name="T55" fmla="*/ 132 h 180"/>
                  <a:gd name="T56" fmla="*/ 212 w 276"/>
                  <a:gd name="T57" fmla="*/ 134 h 180"/>
                  <a:gd name="T58" fmla="*/ 206 w 276"/>
                  <a:gd name="T59" fmla="*/ 132 h 180"/>
                  <a:gd name="T60" fmla="*/ 206 w 276"/>
                  <a:gd name="T61" fmla="*/ 132 h 180"/>
                  <a:gd name="T62" fmla="*/ 192 w 276"/>
                  <a:gd name="T63" fmla="*/ 128 h 180"/>
                  <a:gd name="T64" fmla="*/ 178 w 276"/>
                  <a:gd name="T65" fmla="*/ 122 h 180"/>
                  <a:gd name="T66" fmla="*/ 150 w 276"/>
                  <a:gd name="T67" fmla="*/ 106 h 180"/>
                  <a:gd name="T68" fmla="*/ 128 w 276"/>
                  <a:gd name="T69" fmla="*/ 92 h 180"/>
                  <a:gd name="T70" fmla="*/ 118 w 276"/>
                  <a:gd name="T71" fmla="*/ 86 h 180"/>
                  <a:gd name="T72" fmla="*/ 118 w 276"/>
                  <a:gd name="T73" fmla="*/ 86 h 180"/>
                  <a:gd name="T74" fmla="*/ 118 w 276"/>
                  <a:gd name="T75" fmla="*/ 98 h 180"/>
                  <a:gd name="T76" fmla="*/ 118 w 276"/>
                  <a:gd name="T77" fmla="*/ 110 h 180"/>
                  <a:gd name="T78" fmla="*/ 114 w 276"/>
                  <a:gd name="T79" fmla="*/ 126 h 180"/>
                  <a:gd name="T80" fmla="*/ 106 w 276"/>
                  <a:gd name="T81" fmla="*/ 142 h 180"/>
                  <a:gd name="T82" fmla="*/ 102 w 276"/>
                  <a:gd name="T83" fmla="*/ 148 h 180"/>
                  <a:gd name="T84" fmla="*/ 94 w 276"/>
                  <a:gd name="T85" fmla="*/ 156 h 180"/>
                  <a:gd name="T86" fmla="*/ 86 w 276"/>
                  <a:gd name="T87" fmla="*/ 162 h 180"/>
                  <a:gd name="T88" fmla="*/ 78 w 276"/>
                  <a:gd name="T89" fmla="*/ 168 h 180"/>
                  <a:gd name="T90" fmla="*/ 66 w 276"/>
                  <a:gd name="T91" fmla="*/ 174 h 180"/>
                  <a:gd name="T92" fmla="*/ 54 w 276"/>
                  <a:gd name="T93" fmla="*/ 178 h 180"/>
                  <a:gd name="T94" fmla="*/ 54 w 276"/>
                  <a:gd name="T95" fmla="*/ 178 h 180"/>
                  <a:gd name="T96" fmla="*/ 42 w 276"/>
                  <a:gd name="T97" fmla="*/ 180 h 180"/>
                  <a:gd name="T98" fmla="*/ 30 w 276"/>
                  <a:gd name="T99" fmla="*/ 180 h 180"/>
                  <a:gd name="T100" fmla="*/ 22 w 276"/>
                  <a:gd name="T101" fmla="*/ 178 h 180"/>
                  <a:gd name="T102" fmla="*/ 16 w 276"/>
                  <a:gd name="T103" fmla="*/ 176 h 180"/>
                  <a:gd name="T104" fmla="*/ 10 w 276"/>
                  <a:gd name="T105" fmla="*/ 170 h 180"/>
                  <a:gd name="T106" fmla="*/ 6 w 276"/>
                  <a:gd name="T107" fmla="*/ 166 h 180"/>
                  <a:gd name="T108" fmla="*/ 4 w 276"/>
                  <a:gd name="T109" fmla="*/ 160 h 180"/>
                  <a:gd name="T110" fmla="*/ 2 w 276"/>
                  <a:gd name="T111" fmla="*/ 152 h 180"/>
                  <a:gd name="T112" fmla="*/ 0 w 276"/>
                  <a:gd name="T113" fmla="*/ 138 h 180"/>
                  <a:gd name="T114" fmla="*/ 2 w 276"/>
                  <a:gd name="T115" fmla="*/ 126 h 180"/>
                  <a:gd name="T116" fmla="*/ 4 w 276"/>
                  <a:gd name="T117" fmla="*/ 11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80">
                    <a:moveTo>
                      <a:pt x="4" y="114"/>
                    </a:moveTo>
                    <a:lnTo>
                      <a:pt x="4" y="114"/>
                    </a:lnTo>
                    <a:lnTo>
                      <a:pt x="14" y="98"/>
                    </a:lnTo>
                    <a:lnTo>
                      <a:pt x="36" y="62"/>
                    </a:lnTo>
                    <a:lnTo>
                      <a:pt x="50" y="42"/>
                    </a:lnTo>
                    <a:lnTo>
                      <a:pt x="64" y="24"/>
                    </a:lnTo>
                    <a:lnTo>
                      <a:pt x="78" y="8"/>
                    </a:lnTo>
                    <a:lnTo>
                      <a:pt x="88" y="0"/>
                    </a:lnTo>
                    <a:lnTo>
                      <a:pt x="88" y="0"/>
                    </a:lnTo>
                    <a:lnTo>
                      <a:pt x="94" y="0"/>
                    </a:lnTo>
                    <a:lnTo>
                      <a:pt x="102" y="2"/>
                    </a:lnTo>
                    <a:lnTo>
                      <a:pt x="122" y="10"/>
                    </a:lnTo>
                    <a:lnTo>
                      <a:pt x="146" y="22"/>
                    </a:lnTo>
                    <a:lnTo>
                      <a:pt x="174" y="40"/>
                    </a:lnTo>
                    <a:lnTo>
                      <a:pt x="228" y="72"/>
                    </a:lnTo>
                    <a:lnTo>
                      <a:pt x="250" y="82"/>
                    </a:lnTo>
                    <a:lnTo>
                      <a:pt x="258" y="86"/>
                    </a:lnTo>
                    <a:lnTo>
                      <a:pt x="266" y="86"/>
                    </a:lnTo>
                    <a:lnTo>
                      <a:pt x="266" y="86"/>
                    </a:lnTo>
                    <a:lnTo>
                      <a:pt x="272" y="88"/>
                    </a:lnTo>
                    <a:lnTo>
                      <a:pt x="276" y="90"/>
                    </a:lnTo>
                    <a:lnTo>
                      <a:pt x="276" y="92"/>
                    </a:lnTo>
                    <a:lnTo>
                      <a:pt x="276" y="96"/>
                    </a:lnTo>
                    <a:lnTo>
                      <a:pt x="272" y="104"/>
                    </a:lnTo>
                    <a:lnTo>
                      <a:pt x="262" y="112"/>
                    </a:lnTo>
                    <a:lnTo>
                      <a:pt x="250" y="122"/>
                    </a:lnTo>
                    <a:lnTo>
                      <a:pt x="236" y="128"/>
                    </a:lnTo>
                    <a:lnTo>
                      <a:pt x="220" y="132"/>
                    </a:lnTo>
                    <a:lnTo>
                      <a:pt x="212" y="134"/>
                    </a:lnTo>
                    <a:lnTo>
                      <a:pt x="206" y="132"/>
                    </a:lnTo>
                    <a:lnTo>
                      <a:pt x="206" y="132"/>
                    </a:lnTo>
                    <a:lnTo>
                      <a:pt x="192" y="128"/>
                    </a:lnTo>
                    <a:lnTo>
                      <a:pt x="178" y="122"/>
                    </a:lnTo>
                    <a:lnTo>
                      <a:pt x="150" y="106"/>
                    </a:lnTo>
                    <a:lnTo>
                      <a:pt x="128" y="92"/>
                    </a:lnTo>
                    <a:lnTo>
                      <a:pt x="118" y="86"/>
                    </a:lnTo>
                    <a:lnTo>
                      <a:pt x="118" y="86"/>
                    </a:lnTo>
                    <a:lnTo>
                      <a:pt x="118" y="98"/>
                    </a:lnTo>
                    <a:lnTo>
                      <a:pt x="118" y="110"/>
                    </a:lnTo>
                    <a:lnTo>
                      <a:pt x="114" y="126"/>
                    </a:lnTo>
                    <a:lnTo>
                      <a:pt x="106" y="142"/>
                    </a:lnTo>
                    <a:lnTo>
                      <a:pt x="102" y="148"/>
                    </a:lnTo>
                    <a:lnTo>
                      <a:pt x="94" y="156"/>
                    </a:lnTo>
                    <a:lnTo>
                      <a:pt x="86" y="162"/>
                    </a:lnTo>
                    <a:lnTo>
                      <a:pt x="78" y="168"/>
                    </a:lnTo>
                    <a:lnTo>
                      <a:pt x="66" y="174"/>
                    </a:lnTo>
                    <a:lnTo>
                      <a:pt x="54" y="178"/>
                    </a:lnTo>
                    <a:lnTo>
                      <a:pt x="54" y="178"/>
                    </a:lnTo>
                    <a:lnTo>
                      <a:pt x="42" y="180"/>
                    </a:lnTo>
                    <a:lnTo>
                      <a:pt x="30" y="180"/>
                    </a:lnTo>
                    <a:lnTo>
                      <a:pt x="22" y="178"/>
                    </a:lnTo>
                    <a:lnTo>
                      <a:pt x="16" y="176"/>
                    </a:lnTo>
                    <a:lnTo>
                      <a:pt x="10" y="170"/>
                    </a:lnTo>
                    <a:lnTo>
                      <a:pt x="6" y="166"/>
                    </a:lnTo>
                    <a:lnTo>
                      <a:pt x="4" y="160"/>
                    </a:lnTo>
                    <a:lnTo>
                      <a:pt x="2" y="152"/>
                    </a:lnTo>
                    <a:lnTo>
                      <a:pt x="0" y="138"/>
                    </a:lnTo>
                    <a:lnTo>
                      <a:pt x="2" y="126"/>
                    </a:lnTo>
                    <a:lnTo>
                      <a:pt x="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3" name="Freeform 17"/>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4" name="Freeform 18"/>
              <p:cNvSpPr>
                <a:spLocks/>
              </p:cNvSpPr>
              <p:nvPr/>
            </p:nvSpPr>
            <p:spPr bwMode="auto">
              <a:xfrm>
                <a:off x="2412614" y="3045443"/>
                <a:ext cx="1275948" cy="406244"/>
              </a:xfrm>
              <a:custGeom>
                <a:avLst/>
                <a:gdLst>
                  <a:gd name="T0" fmla="*/ 42 w 1338"/>
                  <a:gd name="T1" fmla="*/ 0 h 426"/>
                  <a:gd name="T2" fmla="*/ 54 w 1338"/>
                  <a:gd name="T3" fmla="*/ 2 h 426"/>
                  <a:gd name="T4" fmla="*/ 158 w 1338"/>
                  <a:gd name="T5" fmla="*/ 62 h 426"/>
                  <a:gd name="T6" fmla="*/ 276 w 1338"/>
                  <a:gd name="T7" fmla="*/ 124 h 426"/>
                  <a:gd name="T8" fmla="*/ 386 w 1338"/>
                  <a:gd name="T9" fmla="*/ 172 h 426"/>
                  <a:gd name="T10" fmla="*/ 468 w 1338"/>
                  <a:gd name="T11" fmla="*/ 202 h 426"/>
                  <a:gd name="T12" fmla="*/ 556 w 1338"/>
                  <a:gd name="T13" fmla="*/ 228 h 426"/>
                  <a:gd name="T14" fmla="*/ 652 w 1338"/>
                  <a:gd name="T15" fmla="*/ 248 h 426"/>
                  <a:gd name="T16" fmla="*/ 752 w 1338"/>
                  <a:gd name="T17" fmla="*/ 260 h 426"/>
                  <a:gd name="T18" fmla="*/ 858 w 1338"/>
                  <a:gd name="T19" fmla="*/ 262 h 426"/>
                  <a:gd name="T20" fmla="*/ 968 w 1338"/>
                  <a:gd name="T21" fmla="*/ 254 h 426"/>
                  <a:gd name="T22" fmla="*/ 1082 w 1338"/>
                  <a:gd name="T23" fmla="*/ 232 h 426"/>
                  <a:gd name="T24" fmla="*/ 1198 w 1338"/>
                  <a:gd name="T25" fmla="*/ 196 h 426"/>
                  <a:gd name="T26" fmla="*/ 1258 w 1338"/>
                  <a:gd name="T27" fmla="*/ 172 h 426"/>
                  <a:gd name="T28" fmla="*/ 1278 w 1338"/>
                  <a:gd name="T29" fmla="*/ 188 h 426"/>
                  <a:gd name="T30" fmla="*/ 1304 w 1338"/>
                  <a:gd name="T31" fmla="*/ 220 h 426"/>
                  <a:gd name="T32" fmla="*/ 1328 w 1338"/>
                  <a:gd name="T33" fmla="*/ 268 h 426"/>
                  <a:gd name="T34" fmla="*/ 1338 w 1338"/>
                  <a:gd name="T35" fmla="*/ 298 h 426"/>
                  <a:gd name="T36" fmla="*/ 1272 w 1338"/>
                  <a:gd name="T37" fmla="*/ 328 h 426"/>
                  <a:gd name="T38" fmla="*/ 1166 w 1338"/>
                  <a:gd name="T39" fmla="*/ 364 h 426"/>
                  <a:gd name="T40" fmla="*/ 1018 w 1338"/>
                  <a:gd name="T41" fmla="*/ 402 h 426"/>
                  <a:gd name="T42" fmla="*/ 934 w 1338"/>
                  <a:gd name="T43" fmla="*/ 416 h 426"/>
                  <a:gd name="T44" fmla="*/ 840 w 1338"/>
                  <a:gd name="T45" fmla="*/ 424 h 426"/>
                  <a:gd name="T46" fmla="*/ 742 w 1338"/>
                  <a:gd name="T47" fmla="*/ 426 h 426"/>
                  <a:gd name="T48" fmla="*/ 640 w 1338"/>
                  <a:gd name="T49" fmla="*/ 420 h 426"/>
                  <a:gd name="T50" fmla="*/ 534 w 1338"/>
                  <a:gd name="T51" fmla="*/ 402 h 426"/>
                  <a:gd name="T52" fmla="*/ 426 w 1338"/>
                  <a:gd name="T53" fmla="*/ 374 h 426"/>
                  <a:gd name="T54" fmla="*/ 316 w 1338"/>
                  <a:gd name="T55" fmla="*/ 330 h 426"/>
                  <a:gd name="T56" fmla="*/ 206 w 1338"/>
                  <a:gd name="T57" fmla="*/ 274 h 426"/>
                  <a:gd name="T58" fmla="*/ 98 w 1338"/>
                  <a:gd name="T59" fmla="*/ 198 h 426"/>
                  <a:gd name="T60" fmla="*/ 72 w 1338"/>
                  <a:gd name="T61" fmla="*/ 172 h 426"/>
                  <a:gd name="T62" fmla="*/ 26 w 1338"/>
                  <a:gd name="T63" fmla="*/ 112 h 426"/>
                  <a:gd name="T64" fmla="*/ 8 w 1338"/>
                  <a:gd name="T65" fmla="*/ 78 h 426"/>
                  <a:gd name="T66" fmla="*/ 0 w 1338"/>
                  <a:gd name="T67" fmla="*/ 44 h 426"/>
                  <a:gd name="T68" fmla="*/ 2 w 1338"/>
                  <a:gd name="T69" fmla="*/ 30 h 426"/>
                  <a:gd name="T70" fmla="*/ 10 w 1338"/>
                  <a:gd name="T71" fmla="*/ 18 h 426"/>
                  <a:gd name="T72" fmla="*/ 22 w 1338"/>
                  <a:gd name="T73" fmla="*/ 8 h 426"/>
                  <a:gd name="T74" fmla="*/ 42 w 1338"/>
                  <a:gd name="T7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8" h="426">
                    <a:moveTo>
                      <a:pt x="42" y="0"/>
                    </a:moveTo>
                    <a:lnTo>
                      <a:pt x="42" y="0"/>
                    </a:lnTo>
                    <a:lnTo>
                      <a:pt x="46" y="0"/>
                    </a:lnTo>
                    <a:lnTo>
                      <a:pt x="54" y="2"/>
                    </a:lnTo>
                    <a:lnTo>
                      <a:pt x="78" y="16"/>
                    </a:lnTo>
                    <a:lnTo>
                      <a:pt x="158" y="62"/>
                    </a:lnTo>
                    <a:lnTo>
                      <a:pt x="212" y="92"/>
                    </a:lnTo>
                    <a:lnTo>
                      <a:pt x="276" y="124"/>
                    </a:lnTo>
                    <a:lnTo>
                      <a:pt x="346" y="156"/>
                    </a:lnTo>
                    <a:lnTo>
                      <a:pt x="386" y="172"/>
                    </a:lnTo>
                    <a:lnTo>
                      <a:pt x="426" y="188"/>
                    </a:lnTo>
                    <a:lnTo>
                      <a:pt x="468" y="202"/>
                    </a:lnTo>
                    <a:lnTo>
                      <a:pt x="512" y="216"/>
                    </a:lnTo>
                    <a:lnTo>
                      <a:pt x="556" y="228"/>
                    </a:lnTo>
                    <a:lnTo>
                      <a:pt x="604" y="238"/>
                    </a:lnTo>
                    <a:lnTo>
                      <a:pt x="652" y="248"/>
                    </a:lnTo>
                    <a:lnTo>
                      <a:pt x="702" y="254"/>
                    </a:lnTo>
                    <a:lnTo>
                      <a:pt x="752" y="260"/>
                    </a:lnTo>
                    <a:lnTo>
                      <a:pt x="804" y="262"/>
                    </a:lnTo>
                    <a:lnTo>
                      <a:pt x="858" y="262"/>
                    </a:lnTo>
                    <a:lnTo>
                      <a:pt x="912" y="260"/>
                    </a:lnTo>
                    <a:lnTo>
                      <a:pt x="968" y="254"/>
                    </a:lnTo>
                    <a:lnTo>
                      <a:pt x="1024" y="246"/>
                    </a:lnTo>
                    <a:lnTo>
                      <a:pt x="1082" y="232"/>
                    </a:lnTo>
                    <a:lnTo>
                      <a:pt x="1140" y="216"/>
                    </a:lnTo>
                    <a:lnTo>
                      <a:pt x="1198" y="196"/>
                    </a:lnTo>
                    <a:lnTo>
                      <a:pt x="1258" y="172"/>
                    </a:lnTo>
                    <a:lnTo>
                      <a:pt x="1258" y="172"/>
                    </a:lnTo>
                    <a:lnTo>
                      <a:pt x="1268" y="180"/>
                    </a:lnTo>
                    <a:lnTo>
                      <a:pt x="1278" y="188"/>
                    </a:lnTo>
                    <a:lnTo>
                      <a:pt x="1290" y="202"/>
                    </a:lnTo>
                    <a:lnTo>
                      <a:pt x="1304" y="220"/>
                    </a:lnTo>
                    <a:lnTo>
                      <a:pt x="1316" y="242"/>
                    </a:lnTo>
                    <a:lnTo>
                      <a:pt x="1328" y="268"/>
                    </a:lnTo>
                    <a:lnTo>
                      <a:pt x="1338" y="298"/>
                    </a:lnTo>
                    <a:lnTo>
                      <a:pt x="1338" y="298"/>
                    </a:lnTo>
                    <a:lnTo>
                      <a:pt x="1308" y="312"/>
                    </a:lnTo>
                    <a:lnTo>
                      <a:pt x="1272" y="328"/>
                    </a:lnTo>
                    <a:lnTo>
                      <a:pt x="1224" y="346"/>
                    </a:lnTo>
                    <a:lnTo>
                      <a:pt x="1166" y="364"/>
                    </a:lnTo>
                    <a:lnTo>
                      <a:pt x="1096" y="384"/>
                    </a:lnTo>
                    <a:lnTo>
                      <a:pt x="1018" y="402"/>
                    </a:lnTo>
                    <a:lnTo>
                      <a:pt x="976" y="408"/>
                    </a:lnTo>
                    <a:lnTo>
                      <a:pt x="934" y="416"/>
                    </a:lnTo>
                    <a:lnTo>
                      <a:pt x="888" y="420"/>
                    </a:lnTo>
                    <a:lnTo>
                      <a:pt x="840" y="424"/>
                    </a:lnTo>
                    <a:lnTo>
                      <a:pt x="792" y="426"/>
                    </a:lnTo>
                    <a:lnTo>
                      <a:pt x="742" y="426"/>
                    </a:lnTo>
                    <a:lnTo>
                      <a:pt x="692" y="424"/>
                    </a:lnTo>
                    <a:lnTo>
                      <a:pt x="640" y="420"/>
                    </a:lnTo>
                    <a:lnTo>
                      <a:pt x="588" y="412"/>
                    </a:lnTo>
                    <a:lnTo>
                      <a:pt x="534" y="402"/>
                    </a:lnTo>
                    <a:lnTo>
                      <a:pt x="480" y="390"/>
                    </a:lnTo>
                    <a:lnTo>
                      <a:pt x="426" y="374"/>
                    </a:lnTo>
                    <a:lnTo>
                      <a:pt x="370" y="354"/>
                    </a:lnTo>
                    <a:lnTo>
                      <a:pt x="316" y="330"/>
                    </a:lnTo>
                    <a:lnTo>
                      <a:pt x="262" y="304"/>
                    </a:lnTo>
                    <a:lnTo>
                      <a:pt x="206" y="274"/>
                    </a:lnTo>
                    <a:lnTo>
                      <a:pt x="152" y="238"/>
                    </a:lnTo>
                    <a:lnTo>
                      <a:pt x="98" y="198"/>
                    </a:lnTo>
                    <a:lnTo>
                      <a:pt x="98" y="198"/>
                    </a:lnTo>
                    <a:lnTo>
                      <a:pt x="72" y="172"/>
                    </a:lnTo>
                    <a:lnTo>
                      <a:pt x="48" y="144"/>
                    </a:lnTo>
                    <a:lnTo>
                      <a:pt x="26" y="112"/>
                    </a:lnTo>
                    <a:lnTo>
                      <a:pt x="16" y="94"/>
                    </a:lnTo>
                    <a:lnTo>
                      <a:pt x="8" y="78"/>
                    </a:lnTo>
                    <a:lnTo>
                      <a:pt x="2" y="60"/>
                    </a:lnTo>
                    <a:lnTo>
                      <a:pt x="0" y="44"/>
                    </a:lnTo>
                    <a:lnTo>
                      <a:pt x="0" y="38"/>
                    </a:lnTo>
                    <a:lnTo>
                      <a:pt x="2" y="30"/>
                    </a:lnTo>
                    <a:lnTo>
                      <a:pt x="6" y="24"/>
                    </a:lnTo>
                    <a:lnTo>
                      <a:pt x="10" y="18"/>
                    </a:lnTo>
                    <a:lnTo>
                      <a:pt x="16" y="12"/>
                    </a:lnTo>
                    <a:lnTo>
                      <a:pt x="22" y="8"/>
                    </a:lnTo>
                    <a:lnTo>
                      <a:pt x="32" y="2"/>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5" name="Freeform 19"/>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6" name="Freeform 20"/>
              <p:cNvSpPr>
                <a:spLocks/>
              </p:cNvSpPr>
              <p:nvPr/>
            </p:nvSpPr>
            <p:spPr bwMode="auto">
              <a:xfrm>
                <a:off x="2338232" y="2101356"/>
                <a:ext cx="144951" cy="390986"/>
              </a:xfrm>
              <a:custGeom>
                <a:avLst/>
                <a:gdLst>
                  <a:gd name="T0" fmla="*/ 80 w 152"/>
                  <a:gd name="T1" fmla="*/ 2 h 410"/>
                  <a:gd name="T2" fmla="*/ 80 w 152"/>
                  <a:gd name="T3" fmla="*/ 2 h 410"/>
                  <a:gd name="T4" fmla="*/ 84 w 152"/>
                  <a:gd name="T5" fmla="*/ 10 h 410"/>
                  <a:gd name="T6" fmla="*/ 100 w 152"/>
                  <a:gd name="T7" fmla="*/ 32 h 410"/>
                  <a:gd name="T8" fmla="*/ 118 w 152"/>
                  <a:gd name="T9" fmla="*/ 66 h 410"/>
                  <a:gd name="T10" fmla="*/ 128 w 152"/>
                  <a:gd name="T11" fmla="*/ 88 h 410"/>
                  <a:gd name="T12" fmla="*/ 136 w 152"/>
                  <a:gd name="T13" fmla="*/ 112 h 410"/>
                  <a:gd name="T14" fmla="*/ 144 w 152"/>
                  <a:gd name="T15" fmla="*/ 138 h 410"/>
                  <a:gd name="T16" fmla="*/ 150 w 152"/>
                  <a:gd name="T17" fmla="*/ 168 h 410"/>
                  <a:gd name="T18" fmla="*/ 152 w 152"/>
                  <a:gd name="T19" fmla="*/ 198 h 410"/>
                  <a:gd name="T20" fmla="*/ 152 w 152"/>
                  <a:gd name="T21" fmla="*/ 230 h 410"/>
                  <a:gd name="T22" fmla="*/ 148 w 152"/>
                  <a:gd name="T23" fmla="*/ 264 h 410"/>
                  <a:gd name="T24" fmla="*/ 138 w 152"/>
                  <a:gd name="T25" fmla="*/ 298 h 410"/>
                  <a:gd name="T26" fmla="*/ 124 w 152"/>
                  <a:gd name="T27" fmla="*/ 334 h 410"/>
                  <a:gd name="T28" fmla="*/ 116 w 152"/>
                  <a:gd name="T29" fmla="*/ 352 h 410"/>
                  <a:gd name="T30" fmla="*/ 106 w 152"/>
                  <a:gd name="T31" fmla="*/ 370 h 410"/>
                  <a:gd name="T32" fmla="*/ 106 w 152"/>
                  <a:gd name="T33" fmla="*/ 370 h 410"/>
                  <a:gd name="T34" fmla="*/ 96 w 152"/>
                  <a:gd name="T35" fmla="*/ 386 h 410"/>
                  <a:gd name="T36" fmla="*/ 84 w 152"/>
                  <a:gd name="T37" fmla="*/ 398 h 410"/>
                  <a:gd name="T38" fmla="*/ 74 w 152"/>
                  <a:gd name="T39" fmla="*/ 406 h 410"/>
                  <a:gd name="T40" fmla="*/ 66 w 152"/>
                  <a:gd name="T41" fmla="*/ 408 h 410"/>
                  <a:gd name="T42" fmla="*/ 56 w 152"/>
                  <a:gd name="T43" fmla="*/ 410 h 410"/>
                  <a:gd name="T44" fmla="*/ 48 w 152"/>
                  <a:gd name="T45" fmla="*/ 406 h 410"/>
                  <a:gd name="T46" fmla="*/ 42 w 152"/>
                  <a:gd name="T47" fmla="*/ 400 h 410"/>
                  <a:gd name="T48" fmla="*/ 34 w 152"/>
                  <a:gd name="T49" fmla="*/ 390 h 410"/>
                  <a:gd name="T50" fmla="*/ 28 w 152"/>
                  <a:gd name="T51" fmla="*/ 380 h 410"/>
                  <a:gd name="T52" fmla="*/ 22 w 152"/>
                  <a:gd name="T53" fmla="*/ 366 h 410"/>
                  <a:gd name="T54" fmla="*/ 12 w 152"/>
                  <a:gd name="T55" fmla="*/ 332 h 410"/>
                  <a:gd name="T56" fmla="*/ 6 w 152"/>
                  <a:gd name="T57" fmla="*/ 292 h 410"/>
                  <a:gd name="T58" fmla="*/ 0 w 152"/>
                  <a:gd name="T59" fmla="*/ 250 h 410"/>
                  <a:gd name="T60" fmla="*/ 0 w 152"/>
                  <a:gd name="T61" fmla="*/ 204 h 410"/>
                  <a:gd name="T62" fmla="*/ 0 w 152"/>
                  <a:gd name="T63" fmla="*/ 158 h 410"/>
                  <a:gd name="T64" fmla="*/ 6 w 152"/>
                  <a:gd name="T65" fmla="*/ 114 h 410"/>
                  <a:gd name="T66" fmla="*/ 14 w 152"/>
                  <a:gd name="T67" fmla="*/ 76 h 410"/>
                  <a:gd name="T68" fmla="*/ 18 w 152"/>
                  <a:gd name="T69" fmla="*/ 58 h 410"/>
                  <a:gd name="T70" fmla="*/ 24 w 152"/>
                  <a:gd name="T71" fmla="*/ 42 h 410"/>
                  <a:gd name="T72" fmla="*/ 32 w 152"/>
                  <a:gd name="T73" fmla="*/ 30 h 410"/>
                  <a:gd name="T74" fmla="*/ 38 w 152"/>
                  <a:gd name="T75" fmla="*/ 18 h 410"/>
                  <a:gd name="T76" fmla="*/ 48 w 152"/>
                  <a:gd name="T77" fmla="*/ 10 h 410"/>
                  <a:gd name="T78" fmla="*/ 58 w 152"/>
                  <a:gd name="T79" fmla="*/ 4 h 410"/>
                  <a:gd name="T80" fmla="*/ 68 w 152"/>
                  <a:gd name="T81" fmla="*/ 0 h 410"/>
                  <a:gd name="T82" fmla="*/ 80 w 152"/>
                  <a:gd name="T83" fmla="*/ 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410">
                    <a:moveTo>
                      <a:pt x="80" y="2"/>
                    </a:moveTo>
                    <a:lnTo>
                      <a:pt x="80" y="2"/>
                    </a:lnTo>
                    <a:lnTo>
                      <a:pt x="84" y="10"/>
                    </a:lnTo>
                    <a:lnTo>
                      <a:pt x="100" y="32"/>
                    </a:lnTo>
                    <a:lnTo>
                      <a:pt x="118" y="66"/>
                    </a:lnTo>
                    <a:lnTo>
                      <a:pt x="128" y="88"/>
                    </a:lnTo>
                    <a:lnTo>
                      <a:pt x="136" y="112"/>
                    </a:lnTo>
                    <a:lnTo>
                      <a:pt x="144" y="138"/>
                    </a:lnTo>
                    <a:lnTo>
                      <a:pt x="150" y="168"/>
                    </a:lnTo>
                    <a:lnTo>
                      <a:pt x="152" y="198"/>
                    </a:lnTo>
                    <a:lnTo>
                      <a:pt x="152" y="230"/>
                    </a:lnTo>
                    <a:lnTo>
                      <a:pt x="148" y="264"/>
                    </a:lnTo>
                    <a:lnTo>
                      <a:pt x="138" y="298"/>
                    </a:lnTo>
                    <a:lnTo>
                      <a:pt x="124" y="334"/>
                    </a:lnTo>
                    <a:lnTo>
                      <a:pt x="116" y="352"/>
                    </a:lnTo>
                    <a:lnTo>
                      <a:pt x="106" y="370"/>
                    </a:lnTo>
                    <a:lnTo>
                      <a:pt x="106" y="370"/>
                    </a:lnTo>
                    <a:lnTo>
                      <a:pt x="96" y="386"/>
                    </a:lnTo>
                    <a:lnTo>
                      <a:pt x="84" y="398"/>
                    </a:lnTo>
                    <a:lnTo>
                      <a:pt x="74" y="406"/>
                    </a:lnTo>
                    <a:lnTo>
                      <a:pt x="66" y="408"/>
                    </a:lnTo>
                    <a:lnTo>
                      <a:pt x="56" y="410"/>
                    </a:lnTo>
                    <a:lnTo>
                      <a:pt x="48" y="406"/>
                    </a:lnTo>
                    <a:lnTo>
                      <a:pt x="42" y="400"/>
                    </a:lnTo>
                    <a:lnTo>
                      <a:pt x="34" y="390"/>
                    </a:lnTo>
                    <a:lnTo>
                      <a:pt x="28" y="380"/>
                    </a:lnTo>
                    <a:lnTo>
                      <a:pt x="22" y="366"/>
                    </a:lnTo>
                    <a:lnTo>
                      <a:pt x="12" y="332"/>
                    </a:lnTo>
                    <a:lnTo>
                      <a:pt x="6" y="292"/>
                    </a:lnTo>
                    <a:lnTo>
                      <a:pt x="0" y="250"/>
                    </a:lnTo>
                    <a:lnTo>
                      <a:pt x="0" y="204"/>
                    </a:lnTo>
                    <a:lnTo>
                      <a:pt x="0" y="158"/>
                    </a:lnTo>
                    <a:lnTo>
                      <a:pt x="6" y="114"/>
                    </a:lnTo>
                    <a:lnTo>
                      <a:pt x="14" y="76"/>
                    </a:lnTo>
                    <a:lnTo>
                      <a:pt x="18" y="58"/>
                    </a:lnTo>
                    <a:lnTo>
                      <a:pt x="24" y="42"/>
                    </a:lnTo>
                    <a:lnTo>
                      <a:pt x="32" y="30"/>
                    </a:lnTo>
                    <a:lnTo>
                      <a:pt x="38" y="18"/>
                    </a:lnTo>
                    <a:lnTo>
                      <a:pt x="48" y="10"/>
                    </a:lnTo>
                    <a:lnTo>
                      <a:pt x="58" y="4"/>
                    </a:lnTo>
                    <a:lnTo>
                      <a:pt x="68" y="0"/>
                    </a:lnTo>
                    <a:lnTo>
                      <a:pt x="8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7" name="Freeform 21"/>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8" name="Freeform 22"/>
              <p:cNvSpPr>
                <a:spLocks/>
              </p:cNvSpPr>
              <p:nvPr/>
            </p:nvSpPr>
            <p:spPr bwMode="auto">
              <a:xfrm>
                <a:off x="1861420" y="2053675"/>
                <a:ext cx="642743" cy="892591"/>
              </a:xfrm>
              <a:custGeom>
                <a:avLst/>
                <a:gdLst>
                  <a:gd name="T0" fmla="*/ 556 w 674"/>
                  <a:gd name="T1" fmla="*/ 106 h 936"/>
                  <a:gd name="T2" fmla="*/ 598 w 674"/>
                  <a:gd name="T3" fmla="*/ 256 h 936"/>
                  <a:gd name="T4" fmla="*/ 646 w 674"/>
                  <a:gd name="T5" fmla="*/ 458 h 936"/>
                  <a:gd name="T6" fmla="*/ 664 w 674"/>
                  <a:gd name="T7" fmla="*/ 564 h 936"/>
                  <a:gd name="T8" fmla="*/ 674 w 674"/>
                  <a:gd name="T9" fmla="*/ 664 h 936"/>
                  <a:gd name="T10" fmla="*/ 672 w 674"/>
                  <a:gd name="T11" fmla="*/ 750 h 936"/>
                  <a:gd name="T12" fmla="*/ 670 w 674"/>
                  <a:gd name="T13" fmla="*/ 768 h 936"/>
                  <a:gd name="T14" fmla="*/ 656 w 674"/>
                  <a:gd name="T15" fmla="*/ 802 h 936"/>
                  <a:gd name="T16" fmla="*/ 638 w 674"/>
                  <a:gd name="T17" fmla="*/ 832 h 936"/>
                  <a:gd name="T18" fmla="*/ 612 w 674"/>
                  <a:gd name="T19" fmla="*/ 858 h 936"/>
                  <a:gd name="T20" fmla="*/ 580 w 674"/>
                  <a:gd name="T21" fmla="*/ 880 h 936"/>
                  <a:gd name="T22" fmla="*/ 526 w 674"/>
                  <a:gd name="T23" fmla="*/ 906 h 936"/>
                  <a:gd name="T24" fmla="*/ 444 w 674"/>
                  <a:gd name="T25" fmla="*/ 928 h 936"/>
                  <a:gd name="T26" fmla="*/ 360 w 674"/>
                  <a:gd name="T27" fmla="*/ 936 h 936"/>
                  <a:gd name="T28" fmla="*/ 280 w 674"/>
                  <a:gd name="T29" fmla="*/ 934 h 936"/>
                  <a:gd name="T30" fmla="*/ 214 w 674"/>
                  <a:gd name="T31" fmla="*/ 920 h 936"/>
                  <a:gd name="T32" fmla="*/ 178 w 674"/>
                  <a:gd name="T33" fmla="*/ 904 h 936"/>
                  <a:gd name="T34" fmla="*/ 170 w 674"/>
                  <a:gd name="T35" fmla="*/ 896 h 936"/>
                  <a:gd name="T36" fmla="*/ 138 w 674"/>
                  <a:gd name="T37" fmla="*/ 860 h 936"/>
                  <a:gd name="T38" fmla="*/ 110 w 674"/>
                  <a:gd name="T39" fmla="*/ 810 h 936"/>
                  <a:gd name="T40" fmla="*/ 84 w 674"/>
                  <a:gd name="T41" fmla="*/ 750 h 936"/>
                  <a:gd name="T42" fmla="*/ 46 w 674"/>
                  <a:gd name="T43" fmla="*/ 632 h 936"/>
                  <a:gd name="T44" fmla="*/ 22 w 674"/>
                  <a:gd name="T45" fmla="*/ 540 h 936"/>
                  <a:gd name="T46" fmla="*/ 12 w 674"/>
                  <a:gd name="T47" fmla="*/ 482 h 936"/>
                  <a:gd name="T48" fmla="*/ 0 w 674"/>
                  <a:gd name="T49" fmla="*/ 348 h 936"/>
                  <a:gd name="T50" fmla="*/ 0 w 674"/>
                  <a:gd name="T51" fmla="*/ 272 h 936"/>
                  <a:gd name="T52" fmla="*/ 8 w 674"/>
                  <a:gd name="T53" fmla="*/ 198 h 936"/>
                  <a:gd name="T54" fmla="*/ 28 w 674"/>
                  <a:gd name="T55" fmla="*/ 134 h 936"/>
                  <a:gd name="T56" fmla="*/ 42 w 674"/>
                  <a:gd name="T57" fmla="*/ 110 h 936"/>
                  <a:gd name="T58" fmla="*/ 60 w 674"/>
                  <a:gd name="T59" fmla="*/ 90 h 936"/>
                  <a:gd name="T60" fmla="*/ 82 w 674"/>
                  <a:gd name="T61" fmla="*/ 72 h 936"/>
                  <a:gd name="T62" fmla="*/ 140 w 674"/>
                  <a:gd name="T63" fmla="*/ 42 h 936"/>
                  <a:gd name="T64" fmla="*/ 208 w 674"/>
                  <a:gd name="T65" fmla="*/ 20 h 936"/>
                  <a:gd name="T66" fmla="*/ 282 w 674"/>
                  <a:gd name="T67" fmla="*/ 4 h 936"/>
                  <a:gd name="T68" fmla="*/ 356 w 674"/>
                  <a:gd name="T69" fmla="*/ 0 h 936"/>
                  <a:gd name="T70" fmla="*/ 428 w 674"/>
                  <a:gd name="T71" fmla="*/ 10 h 936"/>
                  <a:gd name="T72" fmla="*/ 476 w 674"/>
                  <a:gd name="T73" fmla="*/ 26 h 936"/>
                  <a:gd name="T74" fmla="*/ 504 w 674"/>
                  <a:gd name="T75" fmla="*/ 42 h 936"/>
                  <a:gd name="T76" fmla="*/ 528 w 674"/>
                  <a:gd name="T77" fmla="*/ 64 h 936"/>
                  <a:gd name="T78" fmla="*/ 548 w 674"/>
                  <a:gd name="T79" fmla="*/ 9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4" h="936">
                    <a:moveTo>
                      <a:pt x="556" y="106"/>
                    </a:moveTo>
                    <a:lnTo>
                      <a:pt x="556" y="106"/>
                    </a:lnTo>
                    <a:lnTo>
                      <a:pt x="578" y="178"/>
                    </a:lnTo>
                    <a:lnTo>
                      <a:pt x="598" y="256"/>
                    </a:lnTo>
                    <a:lnTo>
                      <a:pt x="622" y="352"/>
                    </a:lnTo>
                    <a:lnTo>
                      <a:pt x="646" y="458"/>
                    </a:lnTo>
                    <a:lnTo>
                      <a:pt x="656" y="510"/>
                    </a:lnTo>
                    <a:lnTo>
                      <a:pt x="664" y="564"/>
                    </a:lnTo>
                    <a:lnTo>
                      <a:pt x="670" y="616"/>
                    </a:lnTo>
                    <a:lnTo>
                      <a:pt x="674" y="664"/>
                    </a:lnTo>
                    <a:lnTo>
                      <a:pt x="674" y="710"/>
                    </a:lnTo>
                    <a:lnTo>
                      <a:pt x="672" y="750"/>
                    </a:lnTo>
                    <a:lnTo>
                      <a:pt x="672" y="750"/>
                    </a:lnTo>
                    <a:lnTo>
                      <a:pt x="670" y="768"/>
                    </a:lnTo>
                    <a:lnTo>
                      <a:pt x="664" y="786"/>
                    </a:lnTo>
                    <a:lnTo>
                      <a:pt x="656" y="802"/>
                    </a:lnTo>
                    <a:lnTo>
                      <a:pt x="648" y="818"/>
                    </a:lnTo>
                    <a:lnTo>
                      <a:pt x="638" y="832"/>
                    </a:lnTo>
                    <a:lnTo>
                      <a:pt x="624" y="846"/>
                    </a:lnTo>
                    <a:lnTo>
                      <a:pt x="612" y="858"/>
                    </a:lnTo>
                    <a:lnTo>
                      <a:pt x="596" y="870"/>
                    </a:lnTo>
                    <a:lnTo>
                      <a:pt x="580" y="880"/>
                    </a:lnTo>
                    <a:lnTo>
                      <a:pt x="562" y="890"/>
                    </a:lnTo>
                    <a:lnTo>
                      <a:pt x="526" y="906"/>
                    </a:lnTo>
                    <a:lnTo>
                      <a:pt x="486" y="918"/>
                    </a:lnTo>
                    <a:lnTo>
                      <a:pt x="444" y="928"/>
                    </a:lnTo>
                    <a:lnTo>
                      <a:pt x="402" y="934"/>
                    </a:lnTo>
                    <a:lnTo>
                      <a:pt x="360" y="936"/>
                    </a:lnTo>
                    <a:lnTo>
                      <a:pt x="320" y="936"/>
                    </a:lnTo>
                    <a:lnTo>
                      <a:pt x="280" y="934"/>
                    </a:lnTo>
                    <a:lnTo>
                      <a:pt x="246" y="928"/>
                    </a:lnTo>
                    <a:lnTo>
                      <a:pt x="214" y="920"/>
                    </a:lnTo>
                    <a:lnTo>
                      <a:pt x="188" y="910"/>
                    </a:lnTo>
                    <a:lnTo>
                      <a:pt x="178" y="904"/>
                    </a:lnTo>
                    <a:lnTo>
                      <a:pt x="170" y="896"/>
                    </a:lnTo>
                    <a:lnTo>
                      <a:pt x="170" y="896"/>
                    </a:lnTo>
                    <a:lnTo>
                      <a:pt x="154" y="880"/>
                    </a:lnTo>
                    <a:lnTo>
                      <a:pt x="138" y="860"/>
                    </a:lnTo>
                    <a:lnTo>
                      <a:pt x="124" y="836"/>
                    </a:lnTo>
                    <a:lnTo>
                      <a:pt x="110" y="810"/>
                    </a:lnTo>
                    <a:lnTo>
                      <a:pt x="96" y="780"/>
                    </a:lnTo>
                    <a:lnTo>
                      <a:pt x="84" y="750"/>
                    </a:lnTo>
                    <a:lnTo>
                      <a:pt x="64" y="690"/>
                    </a:lnTo>
                    <a:lnTo>
                      <a:pt x="46" y="632"/>
                    </a:lnTo>
                    <a:lnTo>
                      <a:pt x="34" y="586"/>
                    </a:lnTo>
                    <a:lnTo>
                      <a:pt x="22" y="540"/>
                    </a:lnTo>
                    <a:lnTo>
                      <a:pt x="22" y="540"/>
                    </a:lnTo>
                    <a:lnTo>
                      <a:pt x="12" y="482"/>
                    </a:lnTo>
                    <a:lnTo>
                      <a:pt x="6" y="422"/>
                    </a:lnTo>
                    <a:lnTo>
                      <a:pt x="0" y="348"/>
                    </a:lnTo>
                    <a:lnTo>
                      <a:pt x="0" y="310"/>
                    </a:lnTo>
                    <a:lnTo>
                      <a:pt x="0" y="272"/>
                    </a:lnTo>
                    <a:lnTo>
                      <a:pt x="4" y="234"/>
                    </a:lnTo>
                    <a:lnTo>
                      <a:pt x="8" y="198"/>
                    </a:lnTo>
                    <a:lnTo>
                      <a:pt x="16" y="164"/>
                    </a:lnTo>
                    <a:lnTo>
                      <a:pt x="28" y="134"/>
                    </a:lnTo>
                    <a:lnTo>
                      <a:pt x="34" y="122"/>
                    </a:lnTo>
                    <a:lnTo>
                      <a:pt x="42" y="110"/>
                    </a:lnTo>
                    <a:lnTo>
                      <a:pt x="50" y="98"/>
                    </a:lnTo>
                    <a:lnTo>
                      <a:pt x="60" y="90"/>
                    </a:lnTo>
                    <a:lnTo>
                      <a:pt x="60" y="90"/>
                    </a:lnTo>
                    <a:lnTo>
                      <a:pt x="82" y="72"/>
                    </a:lnTo>
                    <a:lnTo>
                      <a:pt x="110" y="58"/>
                    </a:lnTo>
                    <a:lnTo>
                      <a:pt x="140" y="42"/>
                    </a:lnTo>
                    <a:lnTo>
                      <a:pt x="172" y="30"/>
                    </a:lnTo>
                    <a:lnTo>
                      <a:pt x="208" y="20"/>
                    </a:lnTo>
                    <a:lnTo>
                      <a:pt x="244" y="10"/>
                    </a:lnTo>
                    <a:lnTo>
                      <a:pt x="282" y="4"/>
                    </a:lnTo>
                    <a:lnTo>
                      <a:pt x="320" y="0"/>
                    </a:lnTo>
                    <a:lnTo>
                      <a:pt x="356" y="0"/>
                    </a:lnTo>
                    <a:lnTo>
                      <a:pt x="394" y="2"/>
                    </a:lnTo>
                    <a:lnTo>
                      <a:pt x="428" y="10"/>
                    </a:lnTo>
                    <a:lnTo>
                      <a:pt x="460" y="20"/>
                    </a:lnTo>
                    <a:lnTo>
                      <a:pt x="476" y="26"/>
                    </a:lnTo>
                    <a:lnTo>
                      <a:pt x="490" y="34"/>
                    </a:lnTo>
                    <a:lnTo>
                      <a:pt x="504" y="42"/>
                    </a:lnTo>
                    <a:lnTo>
                      <a:pt x="516" y="54"/>
                    </a:lnTo>
                    <a:lnTo>
                      <a:pt x="528" y="64"/>
                    </a:lnTo>
                    <a:lnTo>
                      <a:pt x="538" y="76"/>
                    </a:lnTo>
                    <a:lnTo>
                      <a:pt x="548" y="90"/>
                    </a:lnTo>
                    <a:lnTo>
                      <a:pt x="55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39" name="Freeform 25"/>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1" name="Freeform 26"/>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2" name="Freeform 27"/>
              <p:cNvSpPr>
                <a:spLocks/>
              </p:cNvSpPr>
              <p:nvPr/>
            </p:nvSpPr>
            <p:spPr bwMode="auto">
              <a:xfrm>
                <a:off x="2317252" y="2370278"/>
                <a:ext cx="122064" cy="167838"/>
              </a:xfrm>
              <a:custGeom>
                <a:avLst/>
                <a:gdLst>
                  <a:gd name="T0" fmla="*/ 8 w 128"/>
                  <a:gd name="T1" fmla="*/ 0 h 176"/>
                  <a:gd name="T2" fmla="*/ 8 w 128"/>
                  <a:gd name="T3" fmla="*/ 0 h 176"/>
                  <a:gd name="T4" fmla="*/ 6 w 128"/>
                  <a:gd name="T5" fmla="*/ 14 h 176"/>
                  <a:gd name="T6" fmla="*/ 2 w 128"/>
                  <a:gd name="T7" fmla="*/ 48 h 176"/>
                  <a:gd name="T8" fmla="*/ 0 w 128"/>
                  <a:gd name="T9" fmla="*/ 68 h 176"/>
                  <a:gd name="T10" fmla="*/ 0 w 128"/>
                  <a:gd name="T11" fmla="*/ 86 h 176"/>
                  <a:gd name="T12" fmla="*/ 2 w 128"/>
                  <a:gd name="T13" fmla="*/ 104 h 176"/>
                  <a:gd name="T14" fmla="*/ 4 w 128"/>
                  <a:gd name="T15" fmla="*/ 110 h 176"/>
                  <a:gd name="T16" fmla="*/ 8 w 128"/>
                  <a:gd name="T17" fmla="*/ 116 h 176"/>
                  <a:gd name="T18" fmla="*/ 8 w 128"/>
                  <a:gd name="T19" fmla="*/ 116 h 176"/>
                  <a:gd name="T20" fmla="*/ 12 w 128"/>
                  <a:gd name="T21" fmla="*/ 120 h 176"/>
                  <a:gd name="T22" fmla="*/ 16 w 128"/>
                  <a:gd name="T23" fmla="*/ 122 h 176"/>
                  <a:gd name="T24" fmla="*/ 22 w 128"/>
                  <a:gd name="T25" fmla="*/ 122 h 176"/>
                  <a:gd name="T26" fmla="*/ 28 w 128"/>
                  <a:gd name="T27" fmla="*/ 122 h 176"/>
                  <a:gd name="T28" fmla="*/ 44 w 128"/>
                  <a:gd name="T29" fmla="*/ 118 h 176"/>
                  <a:gd name="T30" fmla="*/ 58 w 128"/>
                  <a:gd name="T31" fmla="*/ 114 h 176"/>
                  <a:gd name="T32" fmla="*/ 74 w 128"/>
                  <a:gd name="T33" fmla="*/ 110 h 176"/>
                  <a:gd name="T34" fmla="*/ 86 w 128"/>
                  <a:gd name="T35" fmla="*/ 108 h 176"/>
                  <a:gd name="T36" fmla="*/ 92 w 128"/>
                  <a:gd name="T37" fmla="*/ 108 h 176"/>
                  <a:gd name="T38" fmla="*/ 96 w 128"/>
                  <a:gd name="T39" fmla="*/ 108 h 176"/>
                  <a:gd name="T40" fmla="*/ 100 w 128"/>
                  <a:gd name="T41" fmla="*/ 110 h 176"/>
                  <a:gd name="T42" fmla="*/ 102 w 128"/>
                  <a:gd name="T43" fmla="*/ 116 h 176"/>
                  <a:gd name="T44" fmla="*/ 102 w 128"/>
                  <a:gd name="T45" fmla="*/ 116 h 176"/>
                  <a:gd name="T46" fmla="*/ 102 w 128"/>
                  <a:gd name="T47" fmla="*/ 126 h 176"/>
                  <a:gd name="T48" fmla="*/ 102 w 128"/>
                  <a:gd name="T49" fmla="*/ 134 h 176"/>
                  <a:gd name="T50" fmla="*/ 100 w 128"/>
                  <a:gd name="T51" fmla="*/ 144 h 176"/>
                  <a:gd name="T52" fmla="*/ 96 w 128"/>
                  <a:gd name="T53" fmla="*/ 152 h 176"/>
                  <a:gd name="T54" fmla="*/ 88 w 128"/>
                  <a:gd name="T55" fmla="*/ 160 h 176"/>
                  <a:gd name="T56" fmla="*/ 74 w 128"/>
                  <a:gd name="T57" fmla="*/ 166 h 176"/>
                  <a:gd name="T58" fmla="*/ 58 w 128"/>
                  <a:gd name="T59" fmla="*/ 172 h 176"/>
                  <a:gd name="T60" fmla="*/ 38 w 128"/>
                  <a:gd name="T61" fmla="*/ 176 h 176"/>
                  <a:gd name="T62" fmla="*/ 38 w 128"/>
                  <a:gd name="T63" fmla="*/ 176 h 176"/>
                  <a:gd name="T64" fmla="*/ 52 w 128"/>
                  <a:gd name="T65" fmla="*/ 174 h 176"/>
                  <a:gd name="T66" fmla="*/ 66 w 128"/>
                  <a:gd name="T67" fmla="*/ 172 h 176"/>
                  <a:gd name="T68" fmla="*/ 82 w 128"/>
                  <a:gd name="T69" fmla="*/ 170 h 176"/>
                  <a:gd name="T70" fmla="*/ 100 w 128"/>
                  <a:gd name="T71" fmla="*/ 166 h 176"/>
                  <a:gd name="T72" fmla="*/ 114 w 128"/>
                  <a:gd name="T73" fmla="*/ 158 h 176"/>
                  <a:gd name="T74" fmla="*/ 120 w 128"/>
                  <a:gd name="T75" fmla="*/ 154 h 176"/>
                  <a:gd name="T76" fmla="*/ 124 w 128"/>
                  <a:gd name="T77" fmla="*/ 148 h 176"/>
                  <a:gd name="T78" fmla="*/ 126 w 128"/>
                  <a:gd name="T79" fmla="*/ 144 h 176"/>
                  <a:gd name="T80" fmla="*/ 128 w 128"/>
                  <a:gd name="T81" fmla="*/ 136 h 176"/>
                  <a:gd name="T82" fmla="*/ 128 w 128"/>
                  <a:gd name="T83" fmla="*/ 136 h 176"/>
                  <a:gd name="T84" fmla="*/ 126 w 128"/>
                  <a:gd name="T85" fmla="*/ 118 h 176"/>
                  <a:gd name="T86" fmla="*/ 122 w 128"/>
                  <a:gd name="T87" fmla="*/ 102 h 176"/>
                  <a:gd name="T88" fmla="*/ 118 w 128"/>
                  <a:gd name="T89" fmla="*/ 96 h 176"/>
                  <a:gd name="T90" fmla="*/ 114 w 128"/>
                  <a:gd name="T91" fmla="*/ 92 h 176"/>
                  <a:gd name="T92" fmla="*/ 110 w 128"/>
                  <a:gd name="T93" fmla="*/ 88 h 176"/>
                  <a:gd name="T94" fmla="*/ 104 w 128"/>
                  <a:gd name="T95" fmla="*/ 86 h 176"/>
                  <a:gd name="T96" fmla="*/ 92 w 128"/>
                  <a:gd name="T97" fmla="*/ 84 h 176"/>
                  <a:gd name="T98" fmla="*/ 76 w 128"/>
                  <a:gd name="T99" fmla="*/ 86 h 176"/>
                  <a:gd name="T100" fmla="*/ 60 w 128"/>
                  <a:gd name="T101" fmla="*/ 90 h 176"/>
                  <a:gd name="T102" fmla="*/ 42 w 128"/>
                  <a:gd name="T103" fmla="*/ 98 h 176"/>
                  <a:gd name="T104" fmla="*/ 42 w 128"/>
                  <a:gd name="T105" fmla="*/ 98 h 176"/>
                  <a:gd name="T106" fmla="*/ 36 w 128"/>
                  <a:gd name="T107" fmla="*/ 100 h 176"/>
                  <a:gd name="T108" fmla="*/ 32 w 128"/>
                  <a:gd name="T109" fmla="*/ 100 h 176"/>
                  <a:gd name="T110" fmla="*/ 26 w 128"/>
                  <a:gd name="T111" fmla="*/ 100 h 176"/>
                  <a:gd name="T112" fmla="*/ 22 w 128"/>
                  <a:gd name="T113" fmla="*/ 96 h 176"/>
                  <a:gd name="T114" fmla="*/ 16 w 128"/>
                  <a:gd name="T115" fmla="*/ 88 h 176"/>
                  <a:gd name="T116" fmla="*/ 12 w 128"/>
                  <a:gd name="T117" fmla="*/ 74 h 176"/>
                  <a:gd name="T118" fmla="*/ 10 w 128"/>
                  <a:gd name="T119" fmla="*/ 58 h 176"/>
                  <a:gd name="T120" fmla="*/ 8 w 128"/>
                  <a:gd name="T121" fmla="*/ 38 h 176"/>
                  <a:gd name="T122" fmla="*/ 8 w 128"/>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176">
                    <a:moveTo>
                      <a:pt x="8" y="0"/>
                    </a:moveTo>
                    <a:lnTo>
                      <a:pt x="8" y="0"/>
                    </a:lnTo>
                    <a:lnTo>
                      <a:pt x="6" y="14"/>
                    </a:lnTo>
                    <a:lnTo>
                      <a:pt x="2" y="48"/>
                    </a:lnTo>
                    <a:lnTo>
                      <a:pt x="0" y="68"/>
                    </a:lnTo>
                    <a:lnTo>
                      <a:pt x="0" y="86"/>
                    </a:lnTo>
                    <a:lnTo>
                      <a:pt x="2" y="104"/>
                    </a:lnTo>
                    <a:lnTo>
                      <a:pt x="4" y="110"/>
                    </a:lnTo>
                    <a:lnTo>
                      <a:pt x="8" y="116"/>
                    </a:lnTo>
                    <a:lnTo>
                      <a:pt x="8" y="116"/>
                    </a:lnTo>
                    <a:lnTo>
                      <a:pt x="12" y="120"/>
                    </a:lnTo>
                    <a:lnTo>
                      <a:pt x="16" y="122"/>
                    </a:lnTo>
                    <a:lnTo>
                      <a:pt x="22" y="122"/>
                    </a:lnTo>
                    <a:lnTo>
                      <a:pt x="28" y="122"/>
                    </a:lnTo>
                    <a:lnTo>
                      <a:pt x="44" y="118"/>
                    </a:lnTo>
                    <a:lnTo>
                      <a:pt x="58" y="114"/>
                    </a:lnTo>
                    <a:lnTo>
                      <a:pt x="74" y="110"/>
                    </a:lnTo>
                    <a:lnTo>
                      <a:pt x="86" y="108"/>
                    </a:lnTo>
                    <a:lnTo>
                      <a:pt x="92" y="108"/>
                    </a:lnTo>
                    <a:lnTo>
                      <a:pt x="96" y="108"/>
                    </a:lnTo>
                    <a:lnTo>
                      <a:pt x="100" y="110"/>
                    </a:lnTo>
                    <a:lnTo>
                      <a:pt x="102" y="116"/>
                    </a:lnTo>
                    <a:lnTo>
                      <a:pt x="102" y="116"/>
                    </a:lnTo>
                    <a:lnTo>
                      <a:pt x="102" y="126"/>
                    </a:lnTo>
                    <a:lnTo>
                      <a:pt x="102" y="134"/>
                    </a:lnTo>
                    <a:lnTo>
                      <a:pt x="100" y="144"/>
                    </a:lnTo>
                    <a:lnTo>
                      <a:pt x="96" y="152"/>
                    </a:lnTo>
                    <a:lnTo>
                      <a:pt x="88" y="160"/>
                    </a:lnTo>
                    <a:lnTo>
                      <a:pt x="74" y="166"/>
                    </a:lnTo>
                    <a:lnTo>
                      <a:pt x="58" y="172"/>
                    </a:lnTo>
                    <a:lnTo>
                      <a:pt x="38" y="176"/>
                    </a:lnTo>
                    <a:lnTo>
                      <a:pt x="38" y="176"/>
                    </a:lnTo>
                    <a:lnTo>
                      <a:pt x="52" y="174"/>
                    </a:lnTo>
                    <a:lnTo>
                      <a:pt x="66" y="172"/>
                    </a:lnTo>
                    <a:lnTo>
                      <a:pt x="82" y="170"/>
                    </a:lnTo>
                    <a:lnTo>
                      <a:pt x="100" y="166"/>
                    </a:lnTo>
                    <a:lnTo>
                      <a:pt x="114" y="158"/>
                    </a:lnTo>
                    <a:lnTo>
                      <a:pt x="120" y="154"/>
                    </a:lnTo>
                    <a:lnTo>
                      <a:pt x="124" y="148"/>
                    </a:lnTo>
                    <a:lnTo>
                      <a:pt x="126" y="144"/>
                    </a:lnTo>
                    <a:lnTo>
                      <a:pt x="128" y="136"/>
                    </a:lnTo>
                    <a:lnTo>
                      <a:pt x="128" y="136"/>
                    </a:lnTo>
                    <a:lnTo>
                      <a:pt x="126" y="118"/>
                    </a:lnTo>
                    <a:lnTo>
                      <a:pt x="122" y="102"/>
                    </a:lnTo>
                    <a:lnTo>
                      <a:pt x="118" y="96"/>
                    </a:lnTo>
                    <a:lnTo>
                      <a:pt x="114" y="92"/>
                    </a:lnTo>
                    <a:lnTo>
                      <a:pt x="110" y="88"/>
                    </a:lnTo>
                    <a:lnTo>
                      <a:pt x="104" y="86"/>
                    </a:lnTo>
                    <a:lnTo>
                      <a:pt x="92" y="84"/>
                    </a:lnTo>
                    <a:lnTo>
                      <a:pt x="76" y="86"/>
                    </a:lnTo>
                    <a:lnTo>
                      <a:pt x="60" y="90"/>
                    </a:lnTo>
                    <a:lnTo>
                      <a:pt x="42" y="98"/>
                    </a:lnTo>
                    <a:lnTo>
                      <a:pt x="42" y="98"/>
                    </a:lnTo>
                    <a:lnTo>
                      <a:pt x="36" y="100"/>
                    </a:lnTo>
                    <a:lnTo>
                      <a:pt x="32" y="100"/>
                    </a:lnTo>
                    <a:lnTo>
                      <a:pt x="26" y="100"/>
                    </a:lnTo>
                    <a:lnTo>
                      <a:pt x="22" y="96"/>
                    </a:lnTo>
                    <a:lnTo>
                      <a:pt x="16" y="88"/>
                    </a:lnTo>
                    <a:lnTo>
                      <a:pt x="12" y="74"/>
                    </a:lnTo>
                    <a:lnTo>
                      <a:pt x="10" y="58"/>
                    </a:lnTo>
                    <a:lnTo>
                      <a:pt x="8" y="3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3" name="Freeform 29"/>
              <p:cNvSpPr>
                <a:spLocks/>
              </p:cNvSpPr>
              <p:nvPr/>
            </p:nvSpPr>
            <p:spPr bwMode="auto">
              <a:xfrm>
                <a:off x="2153229" y="2404608"/>
                <a:ext cx="51495" cy="74383"/>
              </a:xfrm>
              <a:custGeom>
                <a:avLst/>
                <a:gdLst>
                  <a:gd name="T0" fmla="*/ 54 w 54"/>
                  <a:gd name="T1" fmla="*/ 34 h 78"/>
                  <a:gd name="T2" fmla="*/ 54 w 54"/>
                  <a:gd name="T3" fmla="*/ 34 h 78"/>
                  <a:gd name="T4" fmla="*/ 54 w 54"/>
                  <a:gd name="T5" fmla="*/ 50 h 78"/>
                  <a:gd name="T6" fmla="*/ 52 w 54"/>
                  <a:gd name="T7" fmla="*/ 64 h 78"/>
                  <a:gd name="T8" fmla="*/ 48 w 54"/>
                  <a:gd name="T9" fmla="*/ 68 h 78"/>
                  <a:gd name="T10" fmla="*/ 46 w 54"/>
                  <a:gd name="T11" fmla="*/ 74 h 78"/>
                  <a:gd name="T12" fmla="*/ 40 w 54"/>
                  <a:gd name="T13" fmla="*/ 76 h 78"/>
                  <a:gd name="T14" fmla="*/ 36 w 54"/>
                  <a:gd name="T15" fmla="*/ 78 h 78"/>
                  <a:gd name="T16" fmla="*/ 36 w 54"/>
                  <a:gd name="T17" fmla="*/ 78 h 78"/>
                  <a:gd name="T18" fmla="*/ 30 w 54"/>
                  <a:gd name="T19" fmla="*/ 78 h 78"/>
                  <a:gd name="T20" fmla="*/ 24 w 54"/>
                  <a:gd name="T21" fmla="*/ 78 h 78"/>
                  <a:gd name="T22" fmla="*/ 20 w 54"/>
                  <a:gd name="T23" fmla="*/ 74 h 78"/>
                  <a:gd name="T24" fmla="*/ 14 w 54"/>
                  <a:gd name="T25" fmla="*/ 70 h 78"/>
                  <a:gd name="T26" fmla="*/ 6 w 54"/>
                  <a:gd name="T27" fmla="*/ 60 h 78"/>
                  <a:gd name="T28" fmla="*/ 2 w 54"/>
                  <a:gd name="T29" fmla="*/ 44 h 78"/>
                  <a:gd name="T30" fmla="*/ 2 w 54"/>
                  <a:gd name="T31" fmla="*/ 44 h 78"/>
                  <a:gd name="T32" fmla="*/ 0 w 54"/>
                  <a:gd name="T33" fmla="*/ 28 h 78"/>
                  <a:gd name="T34" fmla="*/ 4 w 54"/>
                  <a:gd name="T35" fmla="*/ 16 h 78"/>
                  <a:gd name="T36" fmla="*/ 6 w 54"/>
                  <a:gd name="T37" fmla="*/ 10 h 78"/>
                  <a:gd name="T38" fmla="*/ 10 w 54"/>
                  <a:gd name="T39" fmla="*/ 6 h 78"/>
                  <a:gd name="T40" fmla="*/ 14 w 54"/>
                  <a:gd name="T41" fmla="*/ 2 h 78"/>
                  <a:gd name="T42" fmla="*/ 20 w 54"/>
                  <a:gd name="T43" fmla="*/ 0 h 78"/>
                  <a:gd name="T44" fmla="*/ 20 w 54"/>
                  <a:gd name="T45" fmla="*/ 0 h 78"/>
                  <a:gd name="T46" fmla="*/ 26 w 54"/>
                  <a:gd name="T47" fmla="*/ 0 h 78"/>
                  <a:gd name="T48" fmla="*/ 30 w 54"/>
                  <a:gd name="T49" fmla="*/ 0 h 78"/>
                  <a:gd name="T50" fmla="*/ 36 w 54"/>
                  <a:gd name="T51" fmla="*/ 4 h 78"/>
                  <a:gd name="T52" fmla="*/ 40 w 54"/>
                  <a:gd name="T53" fmla="*/ 8 h 78"/>
                  <a:gd name="T54" fmla="*/ 48 w 54"/>
                  <a:gd name="T55" fmla="*/ 20 h 78"/>
                  <a:gd name="T56" fmla="*/ 54 w 54"/>
                  <a:gd name="T57" fmla="*/ 3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8">
                    <a:moveTo>
                      <a:pt x="54" y="34"/>
                    </a:moveTo>
                    <a:lnTo>
                      <a:pt x="54" y="34"/>
                    </a:lnTo>
                    <a:lnTo>
                      <a:pt x="54" y="50"/>
                    </a:lnTo>
                    <a:lnTo>
                      <a:pt x="52" y="64"/>
                    </a:lnTo>
                    <a:lnTo>
                      <a:pt x="48" y="68"/>
                    </a:lnTo>
                    <a:lnTo>
                      <a:pt x="46" y="74"/>
                    </a:lnTo>
                    <a:lnTo>
                      <a:pt x="40" y="76"/>
                    </a:lnTo>
                    <a:lnTo>
                      <a:pt x="36" y="78"/>
                    </a:lnTo>
                    <a:lnTo>
                      <a:pt x="36" y="78"/>
                    </a:lnTo>
                    <a:lnTo>
                      <a:pt x="30" y="78"/>
                    </a:lnTo>
                    <a:lnTo>
                      <a:pt x="24" y="78"/>
                    </a:lnTo>
                    <a:lnTo>
                      <a:pt x="20" y="74"/>
                    </a:lnTo>
                    <a:lnTo>
                      <a:pt x="14" y="70"/>
                    </a:lnTo>
                    <a:lnTo>
                      <a:pt x="6" y="60"/>
                    </a:lnTo>
                    <a:lnTo>
                      <a:pt x="2" y="44"/>
                    </a:lnTo>
                    <a:lnTo>
                      <a:pt x="2" y="44"/>
                    </a:lnTo>
                    <a:lnTo>
                      <a:pt x="0" y="28"/>
                    </a:lnTo>
                    <a:lnTo>
                      <a:pt x="4" y="16"/>
                    </a:lnTo>
                    <a:lnTo>
                      <a:pt x="6" y="10"/>
                    </a:lnTo>
                    <a:lnTo>
                      <a:pt x="10" y="6"/>
                    </a:lnTo>
                    <a:lnTo>
                      <a:pt x="14" y="2"/>
                    </a:lnTo>
                    <a:lnTo>
                      <a:pt x="20" y="0"/>
                    </a:lnTo>
                    <a:lnTo>
                      <a:pt x="20" y="0"/>
                    </a:lnTo>
                    <a:lnTo>
                      <a:pt x="26" y="0"/>
                    </a:lnTo>
                    <a:lnTo>
                      <a:pt x="30" y="0"/>
                    </a:lnTo>
                    <a:lnTo>
                      <a:pt x="36" y="4"/>
                    </a:lnTo>
                    <a:lnTo>
                      <a:pt x="40" y="8"/>
                    </a:lnTo>
                    <a:lnTo>
                      <a:pt x="48" y="20"/>
                    </a:lnTo>
                    <a:lnTo>
                      <a:pt x="54"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4" name="Freeform 31"/>
              <p:cNvSpPr>
                <a:spLocks/>
              </p:cNvSpPr>
              <p:nvPr/>
            </p:nvSpPr>
            <p:spPr bwMode="auto">
              <a:xfrm>
                <a:off x="2372562" y="2370278"/>
                <a:ext cx="47681" cy="66753"/>
              </a:xfrm>
              <a:custGeom>
                <a:avLst/>
                <a:gdLst>
                  <a:gd name="T0" fmla="*/ 48 w 50"/>
                  <a:gd name="T1" fmla="*/ 30 h 70"/>
                  <a:gd name="T2" fmla="*/ 48 w 50"/>
                  <a:gd name="T3" fmla="*/ 30 h 70"/>
                  <a:gd name="T4" fmla="*/ 50 w 50"/>
                  <a:gd name="T5" fmla="*/ 44 h 70"/>
                  <a:gd name="T6" fmla="*/ 46 w 50"/>
                  <a:gd name="T7" fmla="*/ 58 h 70"/>
                  <a:gd name="T8" fmla="*/ 40 w 50"/>
                  <a:gd name="T9" fmla="*/ 66 h 70"/>
                  <a:gd name="T10" fmla="*/ 36 w 50"/>
                  <a:gd name="T11" fmla="*/ 68 h 70"/>
                  <a:gd name="T12" fmla="*/ 32 w 50"/>
                  <a:gd name="T13" fmla="*/ 70 h 70"/>
                  <a:gd name="T14" fmla="*/ 32 w 50"/>
                  <a:gd name="T15" fmla="*/ 70 h 70"/>
                  <a:gd name="T16" fmla="*/ 28 w 50"/>
                  <a:gd name="T17" fmla="*/ 70 h 70"/>
                  <a:gd name="T18" fmla="*/ 22 w 50"/>
                  <a:gd name="T19" fmla="*/ 70 h 70"/>
                  <a:gd name="T20" fmla="*/ 14 w 50"/>
                  <a:gd name="T21" fmla="*/ 64 h 70"/>
                  <a:gd name="T22" fmla="*/ 6 w 50"/>
                  <a:gd name="T23" fmla="*/ 54 h 70"/>
                  <a:gd name="T24" fmla="*/ 2 w 50"/>
                  <a:gd name="T25" fmla="*/ 40 h 70"/>
                  <a:gd name="T26" fmla="*/ 2 w 50"/>
                  <a:gd name="T27" fmla="*/ 40 h 70"/>
                  <a:gd name="T28" fmla="*/ 0 w 50"/>
                  <a:gd name="T29" fmla="*/ 26 h 70"/>
                  <a:gd name="T30" fmla="*/ 4 w 50"/>
                  <a:gd name="T31" fmla="*/ 14 h 70"/>
                  <a:gd name="T32" fmla="*/ 10 w 50"/>
                  <a:gd name="T33" fmla="*/ 6 h 70"/>
                  <a:gd name="T34" fmla="*/ 14 w 50"/>
                  <a:gd name="T35" fmla="*/ 2 h 70"/>
                  <a:gd name="T36" fmla="*/ 18 w 50"/>
                  <a:gd name="T37" fmla="*/ 0 h 70"/>
                  <a:gd name="T38" fmla="*/ 18 w 50"/>
                  <a:gd name="T39" fmla="*/ 0 h 70"/>
                  <a:gd name="T40" fmla="*/ 22 w 50"/>
                  <a:gd name="T41" fmla="*/ 0 h 70"/>
                  <a:gd name="T42" fmla="*/ 28 w 50"/>
                  <a:gd name="T43" fmla="*/ 2 h 70"/>
                  <a:gd name="T44" fmla="*/ 36 w 50"/>
                  <a:gd name="T45" fmla="*/ 8 h 70"/>
                  <a:gd name="T46" fmla="*/ 44 w 50"/>
                  <a:gd name="T47" fmla="*/ 18 h 70"/>
                  <a:gd name="T48" fmla="*/ 48 w 50"/>
                  <a:gd name="T49" fmla="*/ 3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70">
                    <a:moveTo>
                      <a:pt x="48" y="30"/>
                    </a:moveTo>
                    <a:lnTo>
                      <a:pt x="48" y="30"/>
                    </a:lnTo>
                    <a:lnTo>
                      <a:pt x="50" y="44"/>
                    </a:lnTo>
                    <a:lnTo>
                      <a:pt x="46" y="58"/>
                    </a:lnTo>
                    <a:lnTo>
                      <a:pt x="40" y="66"/>
                    </a:lnTo>
                    <a:lnTo>
                      <a:pt x="36" y="68"/>
                    </a:lnTo>
                    <a:lnTo>
                      <a:pt x="32" y="70"/>
                    </a:lnTo>
                    <a:lnTo>
                      <a:pt x="32" y="70"/>
                    </a:lnTo>
                    <a:lnTo>
                      <a:pt x="28" y="70"/>
                    </a:lnTo>
                    <a:lnTo>
                      <a:pt x="22" y="70"/>
                    </a:lnTo>
                    <a:lnTo>
                      <a:pt x="14" y="64"/>
                    </a:lnTo>
                    <a:lnTo>
                      <a:pt x="6" y="54"/>
                    </a:lnTo>
                    <a:lnTo>
                      <a:pt x="2" y="40"/>
                    </a:lnTo>
                    <a:lnTo>
                      <a:pt x="2" y="40"/>
                    </a:lnTo>
                    <a:lnTo>
                      <a:pt x="0" y="26"/>
                    </a:lnTo>
                    <a:lnTo>
                      <a:pt x="4" y="14"/>
                    </a:lnTo>
                    <a:lnTo>
                      <a:pt x="10" y="6"/>
                    </a:lnTo>
                    <a:lnTo>
                      <a:pt x="14" y="2"/>
                    </a:lnTo>
                    <a:lnTo>
                      <a:pt x="18" y="0"/>
                    </a:lnTo>
                    <a:lnTo>
                      <a:pt x="18" y="0"/>
                    </a:lnTo>
                    <a:lnTo>
                      <a:pt x="22" y="0"/>
                    </a:lnTo>
                    <a:lnTo>
                      <a:pt x="28" y="2"/>
                    </a:lnTo>
                    <a:lnTo>
                      <a:pt x="36" y="8"/>
                    </a:lnTo>
                    <a:lnTo>
                      <a:pt x="44" y="18"/>
                    </a:lnTo>
                    <a:lnTo>
                      <a:pt x="48"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5" name="Freeform 32"/>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6" name="Freeform 33"/>
              <p:cNvSpPr>
                <a:spLocks/>
              </p:cNvSpPr>
              <p:nvPr/>
            </p:nvSpPr>
            <p:spPr bwMode="auto">
              <a:xfrm>
                <a:off x="2088382" y="2778429"/>
                <a:ext cx="255571" cy="106806"/>
              </a:xfrm>
              <a:custGeom>
                <a:avLst/>
                <a:gdLst>
                  <a:gd name="T0" fmla="*/ 0 w 268"/>
                  <a:gd name="T1" fmla="*/ 4 h 112"/>
                  <a:gd name="T2" fmla="*/ 0 w 268"/>
                  <a:gd name="T3" fmla="*/ 4 h 112"/>
                  <a:gd name="T4" fmla="*/ 18 w 268"/>
                  <a:gd name="T5" fmla="*/ 26 h 112"/>
                  <a:gd name="T6" fmla="*/ 40 w 268"/>
                  <a:gd name="T7" fmla="*/ 48 h 112"/>
                  <a:gd name="T8" fmla="*/ 62 w 268"/>
                  <a:gd name="T9" fmla="*/ 66 h 112"/>
                  <a:gd name="T10" fmla="*/ 86 w 268"/>
                  <a:gd name="T11" fmla="*/ 84 h 112"/>
                  <a:gd name="T12" fmla="*/ 114 w 268"/>
                  <a:gd name="T13" fmla="*/ 98 h 112"/>
                  <a:gd name="T14" fmla="*/ 128 w 268"/>
                  <a:gd name="T15" fmla="*/ 102 h 112"/>
                  <a:gd name="T16" fmla="*/ 142 w 268"/>
                  <a:gd name="T17" fmla="*/ 108 h 112"/>
                  <a:gd name="T18" fmla="*/ 156 w 268"/>
                  <a:gd name="T19" fmla="*/ 110 h 112"/>
                  <a:gd name="T20" fmla="*/ 170 w 268"/>
                  <a:gd name="T21" fmla="*/ 112 h 112"/>
                  <a:gd name="T22" fmla="*/ 186 w 268"/>
                  <a:gd name="T23" fmla="*/ 112 h 112"/>
                  <a:gd name="T24" fmla="*/ 202 w 268"/>
                  <a:gd name="T25" fmla="*/ 110 h 112"/>
                  <a:gd name="T26" fmla="*/ 202 w 268"/>
                  <a:gd name="T27" fmla="*/ 110 h 112"/>
                  <a:gd name="T28" fmla="*/ 222 w 268"/>
                  <a:gd name="T29" fmla="*/ 106 h 112"/>
                  <a:gd name="T30" fmla="*/ 238 w 268"/>
                  <a:gd name="T31" fmla="*/ 98 h 112"/>
                  <a:gd name="T32" fmla="*/ 254 w 268"/>
                  <a:gd name="T33" fmla="*/ 90 h 112"/>
                  <a:gd name="T34" fmla="*/ 268 w 268"/>
                  <a:gd name="T35" fmla="*/ 78 h 112"/>
                  <a:gd name="T36" fmla="*/ 268 w 268"/>
                  <a:gd name="T37" fmla="*/ 78 h 112"/>
                  <a:gd name="T38" fmla="*/ 256 w 268"/>
                  <a:gd name="T39" fmla="*/ 62 h 112"/>
                  <a:gd name="T40" fmla="*/ 240 w 268"/>
                  <a:gd name="T41" fmla="*/ 50 h 112"/>
                  <a:gd name="T42" fmla="*/ 224 w 268"/>
                  <a:gd name="T43" fmla="*/ 38 h 112"/>
                  <a:gd name="T44" fmla="*/ 208 w 268"/>
                  <a:gd name="T45" fmla="*/ 28 h 112"/>
                  <a:gd name="T46" fmla="*/ 190 w 268"/>
                  <a:gd name="T47" fmla="*/ 20 h 112"/>
                  <a:gd name="T48" fmla="*/ 172 w 268"/>
                  <a:gd name="T49" fmla="*/ 14 h 112"/>
                  <a:gd name="T50" fmla="*/ 154 w 268"/>
                  <a:gd name="T51" fmla="*/ 8 h 112"/>
                  <a:gd name="T52" fmla="*/ 134 w 268"/>
                  <a:gd name="T53" fmla="*/ 4 h 112"/>
                  <a:gd name="T54" fmla="*/ 98 w 268"/>
                  <a:gd name="T55" fmla="*/ 0 h 112"/>
                  <a:gd name="T56" fmla="*/ 62 w 268"/>
                  <a:gd name="T57" fmla="*/ 0 h 112"/>
                  <a:gd name="T58" fmla="*/ 28 w 268"/>
                  <a:gd name="T59" fmla="*/ 2 h 112"/>
                  <a:gd name="T60" fmla="*/ 0 w 268"/>
                  <a:gd name="T61"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8" h="112">
                    <a:moveTo>
                      <a:pt x="0" y="4"/>
                    </a:moveTo>
                    <a:lnTo>
                      <a:pt x="0" y="4"/>
                    </a:lnTo>
                    <a:lnTo>
                      <a:pt x="18" y="26"/>
                    </a:lnTo>
                    <a:lnTo>
                      <a:pt x="40" y="48"/>
                    </a:lnTo>
                    <a:lnTo>
                      <a:pt x="62" y="66"/>
                    </a:lnTo>
                    <a:lnTo>
                      <a:pt x="86" y="84"/>
                    </a:lnTo>
                    <a:lnTo>
                      <a:pt x="114" y="98"/>
                    </a:lnTo>
                    <a:lnTo>
                      <a:pt x="128" y="102"/>
                    </a:lnTo>
                    <a:lnTo>
                      <a:pt x="142" y="108"/>
                    </a:lnTo>
                    <a:lnTo>
                      <a:pt x="156" y="110"/>
                    </a:lnTo>
                    <a:lnTo>
                      <a:pt x="170" y="112"/>
                    </a:lnTo>
                    <a:lnTo>
                      <a:pt x="186" y="112"/>
                    </a:lnTo>
                    <a:lnTo>
                      <a:pt x="202" y="110"/>
                    </a:lnTo>
                    <a:lnTo>
                      <a:pt x="202" y="110"/>
                    </a:lnTo>
                    <a:lnTo>
                      <a:pt x="222" y="106"/>
                    </a:lnTo>
                    <a:lnTo>
                      <a:pt x="238" y="98"/>
                    </a:lnTo>
                    <a:lnTo>
                      <a:pt x="254" y="90"/>
                    </a:lnTo>
                    <a:lnTo>
                      <a:pt x="268" y="78"/>
                    </a:lnTo>
                    <a:lnTo>
                      <a:pt x="268" y="78"/>
                    </a:lnTo>
                    <a:lnTo>
                      <a:pt x="256" y="62"/>
                    </a:lnTo>
                    <a:lnTo>
                      <a:pt x="240" y="50"/>
                    </a:lnTo>
                    <a:lnTo>
                      <a:pt x="224" y="38"/>
                    </a:lnTo>
                    <a:lnTo>
                      <a:pt x="208" y="28"/>
                    </a:lnTo>
                    <a:lnTo>
                      <a:pt x="190" y="20"/>
                    </a:lnTo>
                    <a:lnTo>
                      <a:pt x="172" y="14"/>
                    </a:lnTo>
                    <a:lnTo>
                      <a:pt x="154" y="8"/>
                    </a:lnTo>
                    <a:lnTo>
                      <a:pt x="134" y="4"/>
                    </a:lnTo>
                    <a:lnTo>
                      <a:pt x="98" y="0"/>
                    </a:lnTo>
                    <a:lnTo>
                      <a:pt x="62" y="0"/>
                    </a:lnTo>
                    <a:lnTo>
                      <a:pt x="28"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7" name="Freeform 34"/>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8" name="Freeform 35"/>
              <p:cNvSpPr>
                <a:spLocks/>
              </p:cNvSpPr>
              <p:nvPr/>
            </p:nvSpPr>
            <p:spPr bwMode="auto">
              <a:xfrm>
                <a:off x="2023536" y="2599147"/>
                <a:ext cx="389079" cy="253664"/>
              </a:xfrm>
              <a:custGeom>
                <a:avLst/>
                <a:gdLst>
                  <a:gd name="T0" fmla="*/ 408 w 408"/>
                  <a:gd name="T1" fmla="*/ 0 h 266"/>
                  <a:gd name="T2" fmla="*/ 408 w 408"/>
                  <a:gd name="T3" fmla="*/ 0 h 266"/>
                  <a:gd name="T4" fmla="*/ 378 w 408"/>
                  <a:gd name="T5" fmla="*/ 2 h 266"/>
                  <a:gd name="T6" fmla="*/ 346 w 408"/>
                  <a:gd name="T7" fmla="*/ 4 h 266"/>
                  <a:gd name="T8" fmla="*/ 312 w 408"/>
                  <a:gd name="T9" fmla="*/ 8 h 266"/>
                  <a:gd name="T10" fmla="*/ 278 w 408"/>
                  <a:gd name="T11" fmla="*/ 14 h 266"/>
                  <a:gd name="T12" fmla="*/ 210 w 408"/>
                  <a:gd name="T13" fmla="*/ 28 h 266"/>
                  <a:gd name="T14" fmla="*/ 144 w 408"/>
                  <a:gd name="T15" fmla="*/ 44 h 266"/>
                  <a:gd name="T16" fmla="*/ 86 w 408"/>
                  <a:gd name="T17" fmla="*/ 60 h 266"/>
                  <a:gd name="T18" fmla="*/ 40 w 408"/>
                  <a:gd name="T19" fmla="*/ 74 h 266"/>
                  <a:gd name="T20" fmla="*/ 0 w 408"/>
                  <a:gd name="T21" fmla="*/ 88 h 266"/>
                  <a:gd name="T22" fmla="*/ 0 w 408"/>
                  <a:gd name="T23" fmla="*/ 88 h 266"/>
                  <a:gd name="T24" fmla="*/ 16 w 408"/>
                  <a:gd name="T25" fmla="*/ 120 h 266"/>
                  <a:gd name="T26" fmla="*/ 38 w 408"/>
                  <a:gd name="T27" fmla="*/ 154 h 266"/>
                  <a:gd name="T28" fmla="*/ 68 w 408"/>
                  <a:gd name="T29" fmla="*/ 192 h 266"/>
                  <a:gd name="T30" fmla="*/ 68 w 408"/>
                  <a:gd name="T31" fmla="*/ 192 h 266"/>
                  <a:gd name="T32" fmla="*/ 96 w 408"/>
                  <a:gd name="T33" fmla="*/ 190 h 266"/>
                  <a:gd name="T34" fmla="*/ 130 w 408"/>
                  <a:gd name="T35" fmla="*/ 188 h 266"/>
                  <a:gd name="T36" fmla="*/ 166 w 408"/>
                  <a:gd name="T37" fmla="*/ 188 h 266"/>
                  <a:gd name="T38" fmla="*/ 202 w 408"/>
                  <a:gd name="T39" fmla="*/ 192 h 266"/>
                  <a:gd name="T40" fmla="*/ 222 w 408"/>
                  <a:gd name="T41" fmla="*/ 196 h 266"/>
                  <a:gd name="T42" fmla="*/ 240 w 408"/>
                  <a:gd name="T43" fmla="*/ 202 h 266"/>
                  <a:gd name="T44" fmla="*/ 258 w 408"/>
                  <a:gd name="T45" fmla="*/ 208 h 266"/>
                  <a:gd name="T46" fmla="*/ 276 w 408"/>
                  <a:gd name="T47" fmla="*/ 216 h 266"/>
                  <a:gd name="T48" fmla="*/ 292 w 408"/>
                  <a:gd name="T49" fmla="*/ 226 h 266"/>
                  <a:gd name="T50" fmla="*/ 308 w 408"/>
                  <a:gd name="T51" fmla="*/ 238 h 266"/>
                  <a:gd name="T52" fmla="*/ 324 w 408"/>
                  <a:gd name="T53" fmla="*/ 250 h 266"/>
                  <a:gd name="T54" fmla="*/ 336 w 408"/>
                  <a:gd name="T55" fmla="*/ 266 h 266"/>
                  <a:gd name="T56" fmla="*/ 336 w 408"/>
                  <a:gd name="T57" fmla="*/ 266 h 266"/>
                  <a:gd name="T58" fmla="*/ 352 w 408"/>
                  <a:gd name="T59" fmla="*/ 250 h 266"/>
                  <a:gd name="T60" fmla="*/ 364 w 408"/>
                  <a:gd name="T61" fmla="*/ 232 h 266"/>
                  <a:gd name="T62" fmla="*/ 374 w 408"/>
                  <a:gd name="T63" fmla="*/ 212 h 266"/>
                  <a:gd name="T64" fmla="*/ 384 w 408"/>
                  <a:gd name="T65" fmla="*/ 192 h 266"/>
                  <a:gd name="T66" fmla="*/ 390 w 408"/>
                  <a:gd name="T67" fmla="*/ 170 h 266"/>
                  <a:gd name="T68" fmla="*/ 396 w 408"/>
                  <a:gd name="T69" fmla="*/ 148 h 266"/>
                  <a:gd name="T70" fmla="*/ 404 w 408"/>
                  <a:gd name="T71" fmla="*/ 104 h 266"/>
                  <a:gd name="T72" fmla="*/ 408 w 408"/>
                  <a:gd name="T73" fmla="*/ 64 h 266"/>
                  <a:gd name="T74" fmla="*/ 408 w 408"/>
                  <a:gd name="T75" fmla="*/ 32 h 266"/>
                  <a:gd name="T76" fmla="*/ 408 w 408"/>
                  <a:gd name="T7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8" h="266">
                    <a:moveTo>
                      <a:pt x="408" y="0"/>
                    </a:moveTo>
                    <a:lnTo>
                      <a:pt x="408" y="0"/>
                    </a:lnTo>
                    <a:lnTo>
                      <a:pt x="378" y="2"/>
                    </a:lnTo>
                    <a:lnTo>
                      <a:pt x="346" y="4"/>
                    </a:lnTo>
                    <a:lnTo>
                      <a:pt x="312" y="8"/>
                    </a:lnTo>
                    <a:lnTo>
                      <a:pt x="278" y="14"/>
                    </a:lnTo>
                    <a:lnTo>
                      <a:pt x="210" y="28"/>
                    </a:lnTo>
                    <a:lnTo>
                      <a:pt x="144" y="44"/>
                    </a:lnTo>
                    <a:lnTo>
                      <a:pt x="86" y="60"/>
                    </a:lnTo>
                    <a:lnTo>
                      <a:pt x="40" y="74"/>
                    </a:lnTo>
                    <a:lnTo>
                      <a:pt x="0" y="88"/>
                    </a:lnTo>
                    <a:lnTo>
                      <a:pt x="0" y="88"/>
                    </a:lnTo>
                    <a:lnTo>
                      <a:pt x="16" y="120"/>
                    </a:lnTo>
                    <a:lnTo>
                      <a:pt x="38" y="154"/>
                    </a:lnTo>
                    <a:lnTo>
                      <a:pt x="68" y="192"/>
                    </a:lnTo>
                    <a:lnTo>
                      <a:pt x="68" y="192"/>
                    </a:lnTo>
                    <a:lnTo>
                      <a:pt x="96" y="190"/>
                    </a:lnTo>
                    <a:lnTo>
                      <a:pt x="130" y="188"/>
                    </a:lnTo>
                    <a:lnTo>
                      <a:pt x="166" y="188"/>
                    </a:lnTo>
                    <a:lnTo>
                      <a:pt x="202" y="192"/>
                    </a:lnTo>
                    <a:lnTo>
                      <a:pt x="222" y="196"/>
                    </a:lnTo>
                    <a:lnTo>
                      <a:pt x="240" y="202"/>
                    </a:lnTo>
                    <a:lnTo>
                      <a:pt x="258" y="208"/>
                    </a:lnTo>
                    <a:lnTo>
                      <a:pt x="276" y="216"/>
                    </a:lnTo>
                    <a:lnTo>
                      <a:pt x="292" y="226"/>
                    </a:lnTo>
                    <a:lnTo>
                      <a:pt x="308" y="238"/>
                    </a:lnTo>
                    <a:lnTo>
                      <a:pt x="324" y="250"/>
                    </a:lnTo>
                    <a:lnTo>
                      <a:pt x="336" y="266"/>
                    </a:lnTo>
                    <a:lnTo>
                      <a:pt x="336" y="266"/>
                    </a:lnTo>
                    <a:lnTo>
                      <a:pt x="352" y="250"/>
                    </a:lnTo>
                    <a:lnTo>
                      <a:pt x="364" y="232"/>
                    </a:lnTo>
                    <a:lnTo>
                      <a:pt x="374" y="212"/>
                    </a:lnTo>
                    <a:lnTo>
                      <a:pt x="384" y="192"/>
                    </a:lnTo>
                    <a:lnTo>
                      <a:pt x="390" y="170"/>
                    </a:lnTo>
                    <a:lnTo>
                      <a:pt x="396" y="148"/>
                    </a:lnTo>
                    <a:lnTo>
                      <a:pt x="404" y="104"/>
                    </a:lnTo>
                    <a:lnTo>
                      <a:pt x="408" y="64"/>
                    </a:lnTo>
                    <a:lnTo>
                      <a:pt x="408" y="3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49" name="Freeform 36"/>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0" name="Freeform 37"/>
              <p:cNvSpPr>
                <a:spLocks/>
              </p:cNvSpPr>
              <p:nvPr/>
            </p:nvSpPr>
            <p:spPr bwMode="auto">
              <a:xfrm>
                <a:off x="2088382" y="2301616"/>
                <a:ext cx="118249" cy="51495"/>
              </a:xfrm>
              <a:custGeom>
                <a:avLst/>
                <a:gdLst>
                  <a:gd name="T0" fmla="*/ 0 w 124"/>
                  <a:gd name="T1" fmla="*/ 54 h 54"/>
                  <a:gd name="T2" fmla="*/ 0 w 124"/>
                  <a:gd name="T3" fmla="*/ 54 h 54"/>
                  <a:gd name="T4" fmla="*/ 10 w 124"/>
                  <a:gd name="T5" fmla="*/ 48 h 54"/>
                  <a:gd name="T6" fmla="*/ 22 w 124"/>
                  <a:gd name="T7" fmla="*/ 40 h 54"/>
                  <a:gd name="T8" fmla="*/ 38 w 124"/>
                  <a:gd name="T9" fmla="*/ 32 h 54"/>
                  <a:gd name="T10" fmla="*/ 56 w 124"/>
                  <a:gd name="T11" fmla="*/ 24 h 54"/>
                  <a:gd name="T12" fmla="*/ 78 w 124"/>
                  <a:gd name="T13" fmla="*/ 16 h 54"/>
                  <a:gd name="T14" fmla="*/ 100 w 124"/>
                  <a:gd name="T15" fmla="*/ 12 h 54"/>
                  <a:gd name="T16" fmla="*/ 112 w 124"/>
                  <a:gd name="T17" fmla="*/ 12 h 54"/>
                  <a:gd name="T18" fmla="*/ 124 w 124"/>
                  <a:gd name="T19" fmla="*/ 14 h 54"/>
                  <a:gd name="T20" fmla="*/ 124 w 124"/>
                  <a:gd name="T21" fmla="*/ 14 h 54"/>
                  <a:gd name="T22" fmla="*/ 110 w 124"/>
                  <a:gd name="T23" fmla="*/ 8 h 54"/>
                  <a:gd name="T24" fmla="*/ 94 w 124"/>
                  <a:gd name="T25" fmla="*/ 2 h 54"/>
                  <a:gd name="T26" fmla="*/ 76 w 124"/>
                  <a:gd name="T27" fmla="*/ 0 h 54"/>
                  <a:gd name="T28" fmla="*/ 66 w 124"/>
                  <a:gd name="T29" fmla="*/ 0 h 54"/>
                  <a:gd name="T30" fmla="*/ 56 w 124"/>
                  <a:gd name="T31" fmla="*/ 2 h 54"/>
                  <a:gd name="T32" fmla="*/ 44 w 124"/>
                  <a:gd name="T33" fmla="*/ 6 h 54"/>
                  <a:gd name="T34" fmla="*/ 34 w 124"/>
                  <a:gd name="T35" fmla="*/ 10 h 54"/>
                  <a:gd name="T36" fmla="*/ 24 w 124"/>
                  <a:gd name="T37" fmla="*/ 18 h 54"/>
                  <a:gd name="T38" fmla="*/ 16 w 124"/>
                  <a:gd name="T39" fmla="*/ 26 h 54"/>
                  <a:gd name="T40" fmla="*/ 6 w 124"/>
                  <a:gd name="T41" fmla="*/ 40 h 54"/>
                  <a:gd name="T42" fmla="*/ 0 w 124"/>
                  <a:gd name="T4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4">
                    <a:moveTo>
                      <a:pt x="0" y="54"/>
                    </a:moveTo>
                    <a:lnTo>
                      <a:pt x="0" y="54"/>
                    </a:lnTo>
                    <a:lnTo>
                      <a:pt x="10" y="48"/>
                    </a:lnTo>
                    <a:lnTo>
                      <a:pt x="22" y="40"/>
                    </a:lnTo>
                    <a:lnTo>
                      <a:pt x="38" y="32"/>
                    </a:lnTo>
                    <a:lnTo>
                      <a:pt x="56" y="24"/>
                    </a:lnTo>
                    <a:lnTo>
                      <a:pt x="78" y="16"/>
                    </a:lnTo>
                    <a:lnTo>
                      <a:pt x="100" y="12"/>
                    </a:lnTo>
                    <a:lnTo>
                      <a:pt x="112" y="12"/>
                    </a:lnTo>
                    <a:lnTo>
                      <a:pt x="124" y="14"/>
                    </a:lnTo>
                    <a:lnTo>
                      <a:pt x="124" y="14"/>
                    </a:lnTo>
                    <a:lnTo>
                      <a:pt x="110" y="8"/>
                    </a:lnTo>
                    <a:lnTo>
                      <a:pt x="94" y="2"/>
                    </a:lnTo>
                    <a:lnTo>
                      <a:pt x="76" y="0"/>
                    </a:lnTo>
                    <a:lnTo>
                      <a:pt x="66" y="0"/>
                    </a:lnTo>
                    <a:lnTo>
                      <a:pt x="56" y="2"/>
                    </a:lnTo>
                    <a:lnTo>
                      <a:pt x="44" y="6"/>
                    </a:lnTo>
                    <a:lnTo>
                      <a:pt x="34" y="10"/>
                    </a:lnTo>
                    <a:lnTo>
                      <a:pt x="24" y="18"/>
                    </a:lnTo>
                    <a:lnTo>
                      <a:pt x="16" y="26"/>
                    </a:lnTo>
                    <a:lnTo>
                      <a:pt x="6" y="40"/>
                    </a:lnTo>
                    <a:lnTo>
                      <a:pt x="0"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1" name="Freeform 38"/>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2" name="Freeform 39"/>
              <p:cNvSpPr>
                <a:spLocks/>
              </p:cNvSpPr>
              <p:nvPr/>
            </p:nvSpPr>
            <p:spPr bwMode="auto">
              <a:xfrm>
                <a:off x="2317252" y="2273008"/>
                <a:ext cx="97270" cy="28609"/>
              </a:xfrm>
              <a:custGeom>
                <a:avLst/>
                <a:gdLst>
                  <a:gd name="T0" fmla="*/ 0 w 102"/>
                  <a:gd name="T1" fmla="*/ 30 h 30"/>
                  <a:gd name="T2" fmla="*/ 0 w 102"/>
                  <a:gd name="T3" fmla="*/ 30 h 30"/>
                  <a:gd name="T4" fmla="*/ 12 w 102"/>
                  <a:gd name="T5" fmla="*/ 26 h 30"/>
                  <a:gd name="T6" fmla="*/ 40 w 102"/>
                  <a:gd name="T7" fmla="*/ 20 h 30"/>
                  <a:gd name="T8" fmla="*/ 58 w 102"/>
                  <a:gd name="T9" fmla="*/ 20 h 30"/>
                  <a:gd name="T10" fmla="*/ 74 w 102"/>
                  <a:gd name="T11" fmla="*/ 20 h 30"/>
                  <a:gd name="T12" fmla="*/ 88 w 102"/>
                  <a:gd name="T13" fmla="*/ 22 h 30"/>
                  <a:gd name="T14" fmla="*/ 96 w 102"/>
                  <a:gd name="T15" fmla="*/ 26 h 30"/>
                  <a:gd name="T16" fmla="*/ 102 w 102"/>
                  <a:gd name="T17" fmla="*/ 30 h 30"/>
                  <a:gd name="T18" fmla="*/ 102 w 102"/>
                  <a:gd name="T19" fmla="*/ 30 h 30"/>
                  <a:gd name="T20" fmla="*/ 92 w 102"/>
                  <a:gd name="T21" fmla="*/ 20 h 30"/>
                  <a:gd name="T22" fmla="*/ 80 w 102"/>
                  <a:gd name="T23" fmla="*/ 12 h 30"/>
                  <a:gd name="T24" fmla="*/ 66 w 102"/>
                  <a:gd name="T25" fmla="*/ 6 h 30"/>
                  <a:gd name="T26" fmla="*/ 58 w 102"/>
                  <a:gd name="T27" fmla="*/ 2 h 30"/>
                  <a:gd name="T28" fmla="*/ 50 w 102"/>
                  <a:gd name="T29" fmla="*/ 2 h 30"/>
                  <a:gd name="T30" fmla="*/ 42 w 102"/>
                  <a:gd name="T31" fmla="*/ 0 h 30"/>
                  <a:gd name="T32" fmla="*/ 34 w 102"/>
                  <a:gd name="T33" fmla="*/ 2 h 30"/>
                  <a:gd name="T34" fmla="*/ 24 w 102"/>
                  <a:gd name="T35" fmla="*/ 6 h 30"/>
                  <a:gd name="T36" fmla="*/ 16 w 102"/>
                  <a:gd name="T37" fmla="*/ 12 h 30"/>
                  <a:gd name="T38" fmla="*/ 8 w 102"/>
                  <a:gd name="T39" fmla="*/ 20 h 30"/>
                  <a:gd name="T40" fmla="*/ 0 w 10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0">
                    <a:moveTo>
                      <a:pt x="0" y="30"/>
                    </a:moveTo>
                    <a:lnTo>
                      <a:pt x="0" y="30"/>
                    </a:lnTo>
                    <a:lnTo>
                      <a:pt x="12" y="26"/>
                    </a:lnTo>
                    <a:lnTo>
                      <a:pt x="40" y="20"/>
                    </a:lnTo>
                    <a:lnTo>
                      <a:pt x="58" y="20"/>
                    </a:lnTo>
                    <a:lnTo>
                      <a:pt x="74" y="20"/>
                    </a:lnTo>
                    <a:lnTo>
                      <a:pt x="88" y="22"/>
                    </a:lnTo>
                    <a:lnTo>
                      <a:pt x="96" y="26"/>
                    </a:lnTo>
                    <a:lnTo>
                      <a:pt x="102" y="30"/>
                    </a:lnTo>
                    <a:lnTo>
                      <a:pt x="102" y="30"/>
                    </a:lnTo>
                    <a:lnTo>
                      <a:pt x="92" y="20"/>
                    </a:lnTo>
                    <a:lnTo>
                      <a:pt x="80" y="12"/>
                    </a:lnTo>
                    <a:lnTo>
                      <a:pt x="66" y="6"/>
                    </a:lnTo>
                    <a:lnTo>
                      <a:pt x="58" y="2"/>
                    </a:lnTo>
                    <a:lnTo>
                      <a:pt x="50" y="2"/>
                    </a:lnTo>
                    <a:lnTo>
                      <a:pt x="42" y="0"/>
                    </a:lnTo>
                    <a:lnTo>
                      <a:pt x="34" y="2"/>
                    </a:lnTo>
                    <a:lnTo>
                      <a:pt x="24" y="6"/>
                    </a:lnTo>
                    <a:lnTo>
                      <a:pt x="16" y="12"/>
                    </a:lnTo>
                    <a:lnTo>
                      <a:pt x="8" y="20"/>
                    </a:lnTo>
                    <a:lnTo>
                      <a:pt x="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3" name="Freeform 40"/>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close/>
                  </a:path>
                </a:pathLst>
              </a:custGeom>
              <a:solidFill>
                <a:srgbClr val="291E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4" name="Freeform 41"/>
              <p:cNvSpPr>
                <a:spLocks/>
              </p:cNvSpPr>
              <p:nvPr/>
            </p:nvSpPr>
            <p:spPr bwMode="auto">
              <a:xfrm>
                <a:off x="2551843" y="5650742"/>
                <a:ext cx="389079" cy="221241"/>
              </a:xfrm>
              <a:custGeom>
                <a:avLst/>
                <a:gdLst>
                  <a:gd name="T0" fmla="*/ 188 w 408"/>
                  <a:gd name="T1" fmla="*/ 26 h 232"/>
                  <a:gd name="T2" fmla="*/ 188 w 408"/>
                  <a:gd name="T3" fmla="*/ 26 h 232"/>
                  <a:gd name="T4" fmla="*/ 192 w 408"/>
                  <a:gd name="T5" fmla="*/ 38 h 232"/>
                  <a:gd name="T6" fmla="*/ 204 w 408"/>
                  <a:gd name="T7" fmla="*/ 64 h 232"/>
                  <a:gd name="T8" fmla="*/ 214 w 408"/>
                  <a:gd name="T9" fmla="*/ 78 h 232"/>
                  <a:gd name="T10" fmla="*/ 224 w 408"/>
                  <a:gd name="T11" fmla="*/ 92 h 232"/>
                  <a:gd name="T12" fmla="*/ 234 w 408"/>
                  <a:gd name="T13" fmla="*/ 102 h 232"/>
                  <a:gd name="T14" fmla="*/ 240 w 408"/>
                  <a:gd name="T15" fmla="*/ 108 h 232"/>
                  <a:gd name="T16" fmla="*/ 248 w 408"/>
                  <a:gd name="T17" fmla="*/ 110 h 232"/>
                  <a:gd name="T18" fmla="*/ 248 w 408"/>
                  <a:gd name="T19" fmla="*/ 110 h 232"/>
                  <a:gd name="T20" fmla="*/ 262 w 408"/>
                  <a:gd name="T21" fmla="*/ 114 h 232"/>
                  <a:gd name="T22" fmla="*/ 280 w 408"/>
                  <a:gd name="T23" fmla="*/ 116 h 232"/>
                  <a:gd name="T24" fmla="*/ 322 w 408"/>
                  <a:gd name="T25" fmla="*/ 120 h 232"/>
                  <a:gd name="T26" fmla="*/ 344 w 408"/>
                  <a:gd name="T27" fmla="*/ 122 h 232"/>
                  <a:gd name="T28" fmla="*/ 364 w 408"/>
                  <a:gd name="T29" fmla="*/ 124 h 232"/>
                  <a:gd name="T30" fmla="*/ 382 w 408"/>
                  <a:gd name="T31" fmla="*/ 130 h 232"/>
                  <a:gd name="T32" fmla="*/ 396 w 408"/>
                  <a:gd name="T33" fmla="*/ 138 h 232"/>
                  <a:gd name="T34" fmla="*/ 396 w 408"/>
                  <a:gd name="T35" fmla="*/ 138 h 232"/>
                  <a:gd name="T36" fmla="*/ 400 w 408"/>
                  <a:gd name="T37" fmla="*/ 142 h 232"/>
                  <a:gd name="T38" fmla="*/ 404 w 408"/>
                  <a:gd name="T39" fmla="*/ 148 h 232"/>
                  <a:gd name="T40" fmla="*/ 408 w 408"/>
                  <a:gd name="T41" fmla="*/ 160 h 232"/>
                  <a:gd name="T42" fmla="*/ 408 w 408"/>
                  <a:gd name="T43" fmla="*/ 172 h 232"/>
                  <a:gd name="T44" fmla="*/ 406 w 408"/>
                  <a:gd name="T45" fmla="*/ 184 h 232"/>
                  <a:gd name="T46" fmla="*/ 404 w 408"/>
                  <a:gd name="T47" fmla="*/ 196 h 232"/>
                  <a:gd name="T48" fmla="*/ 400 w 408"/>
                  <a:gd name="T49" fmla="*/ 206 h 232"/>
                  <a:gd name="T50" fmla="*/ 396 w 408"/>
                  <a:gd name="T51" fmla="*/ 214 h 232"/>
                  <a:gd name="T52" fmla="*/ 396 w 408"/>
                  <a:gd name="T53" fmla="*/ 214 h 232"/>
                  <a:gd name="T54" fmla="*/ 346 w 408"/>
                  <a:gd name="T55" fmla="*/ 220 h 232"/>
                  <a:gd name="T56" fmla="*/ 292 w 408"/>
                  <a:gd name="T57" fmla="*/ 224 h 232"/>
                  <a:gd name="T58" fmla="*/ 230 w 408"/>
                  <a:gd name="T59" fmla="*/ 228 h 232"/>
                  <a:gd name="T60" fmla="*/ 164 w 408"/>
                  <a:gd name="T61" fmla="*/ 232 h 232"/>
                  <a:gd name="T62" fmla="*/ 102 w 408"/>
                  <a:gd name="T63" fmla="*/ 230 h 232"/>
                  <a:gd name="T64" fmla="*/ 74 w 408"/>
                  <a:gd name="T65" fmla="*/ 228 h 232"/>
                  <a:gd name="T66" fmla="*/ 48 w 408"/>
                  <a:gd name="T67" fmla="*/ 226 h 232"/>
                  <a:gd name="T68" fmla="*/ 28 w 408"/>
                  <a:gd name="T69" fmla="*/ 220 h 232"/>
                  <a:gd name="T70" fmla="*/ 12 w 408"/>
                  <a:gd name="T71" fmla="*/ 214 h 232"/>
                  <a:gd name="T72" fmla="*/ 12 w 408"/>
                  <a:gd name="T73" fmla="*/ 214 h 232"/>
                  <a:gd name="T74" fmla="*/ 8 w 408"/>
                  <a:gd name="T75" fmla="*/ 192 h 232"/>
                  <a:gd name="T76" fmla="*/ 2 w 408"/>
                  <a:gd name="T77" fmla="*/ 142 h 232"/>
                  <a:gd name="T78" fmla="*/ 0 w 408"/>
                  <a:gd name="T79" fmla="*/ 112 h 232"/>
                  <a:gd name="T80" fmla="*/ 0 w 408"/>
                  <a:gd name="T81" fmla="*/ 80 h 232"/>
                  <a:gd name="T82" fmla="*/ 4 w 408"/>
                  <a:gd name="T83" fmla="*/ 52 h 232"/>
                  <a:gd name="T84" fmla="*/ 8 w 408"/>
                  <a:gd name="T85" fmla="*/ 38 h 232"/>
                  <a:gd name="T86" fmla="*/ 12 w 408"/>
                  <a:gd name="T87" fmla="*/ 26 h 232"/>
                  <a:gd name="T88" fmla="*/ 12 w 408"/>
                  <a:gd name="T89" fmla="*/ 26 h 232"/>
                  <a:gd name="T90" fmla="*/ 18 w 408"/>
                  <a:gd name="T91" fmla="*/ 16 h 232"/>
                  <a:gd name="T92" fmla="*/ 28 w 408"/>
                  <a:gd name="T93" fmla="*/ 8 h 232"/>
                  <a:gd name="T94" fmla="*/ 38 w 408"/>
                  <a:gd name="T95" fmla="*/ 4 h 232"/>
                  <a:gd name="T96" fmla="*/ 52 w 408"/>
                  <a:gd name="T97" fmla="*/ 0 h 232"/>
                  <a:gd name="T98" fmla="*/ 66 w 408"/>
                  <a:gd name="T99" fmla="*/ 0 h 232"/>
                  <a:gd name="T100" fmla="*/ 80 w 408"/>
                  <a:gd name="T101" fmla="*/ 0 h 232"/>
                  <a:gd name="T102" fmla="*/ 110 w 408"/>
                  <a:gd name="T103" fmla="*/ 4 h 232"/>
                  <a:gd name="T104" fmla="*/ 140 w 408"/>
                  <a:gd name="T105" fmla="*/ 10 h 232"/>
                  <a:gd name="T106" fmla="*/ 164 w 408"/>
                  <a:gd name="T107" fmla="*/ 18 h 232"/>
                  <a:gd name="T108" fmla="*/ 188 w 408"/>
                  <a:gd name="T109" fmla="*/ 2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32">
                    <a:moveTo>
                      <a:pt x="188" y="26"/>
                    </a:moveTo>
                    <a:lnTo>
                      <a:pt x="188" y="26"/>
                    </a:lnTo>
                    <a:lnTo>
                      <a:pt x="192" y="38"/>
                    </a:lnTo>
                    <a:lnTo>
                      <a:pt x="204" y="64"/>
                    </a:lnTo>
                    <a:lnTo>
                      <a:pt x="214" y="78"/>
                    </a:lnTo>
                    <a:lnTo>
                      <a:pt x="224" y="92"/>
                    </a:lnTo>
                    <a:lnTo>
                      <a:pt x="234" y="102"/>
                    </a:lnTo>
                    <a:lnTo>
                      <a:pt x="240" y="108"/>
                    </a:lnTo>
                    <a:lnTo>
                      <a:pt x="248" y="110"/>
                    </a:lnTo>
                    <a:lnTo>
                      <a:pt x="248" y="110"/>
                    </a:lnTo>
                    <a:lnTo>
                      <a:pt x="262" y="114"/>
                    </a:lnTo>
                    <a:lnTo>
                      <a:pt x="280" y="116"/>
                    </a:lnTo>
                    <a:lnTo>
                      <a:pt x="322" y="120"/>
                    </a:lnTo>
                    <a:lnTo>
                      <a:pt x="344" y="122"/>
                    </a:lnTo>
                    <a:lnTo>
                      <a:pt x="364" y="124"/>
                    </a:lnTo>
                    <a:lnTo>
                      <a:pt x="382" y="130"/>
                    </a:lnTo>
                    <a:lnTo>
                      <a:pt x="396" y="138"/>
                    </a:lnTo>
                    <a:lnTo>
                      <a:pt x="396" y="138"/>
                    </a:lnTo>
                    <a:lnTo>
                      <a:pt x="400" y="142"/>
                    </a:lnTo>
                    <a:lnTo>
                      <a:pt x="404" y="148"/>
                    </a:lnTo>
                    <a:lnTo>
                      <a:pt x="408" y="160"/>
                    </a:lnTo>
                    <a:lnTo>
                      <a:pt x="408" y="172"/>
                    </a:lnTo>
                    <a:lnTo>
                      <a:pt x="406" y="184"/>
                    </a:lnTo>
                    <a:lnTo>
                      <a:pt x="404" y="196"/>
                    </a:lnTo>
                    <a:lnTo>
                      <a:pt x="400" y="206"/>
                    </a:lnTo>
                    <a:lnTo>
                      <a:pt x="396" y="214"/>
                    </a:lnTo>
                    <a:lnTo>
                      <a:pt x="396" y="214"/>
                    </a:lnTo>
                    <a:lnTo>
                      <a:pt x="346" y="220"/>
                    </a:lnTo>
                    <a:lnTo>
                      <a:pt x="292" y="224"/>
                    </a:lnTo>
                    <a:lnTo>
                      <a:pt x="230" y="228"/>
                    </a:lnTo>
                    <a:lnTo>
                      <a:pt x="164" y="232"/>
                    </a:lnTo>
                    <a:lnTo>
                      <a:pt x="102" y="230"/>
                    </a:lnTo>
                    <a:lnTo>
                      <a:pt x="74" y="228"/>
                    </a:lnTo>
                    <a:lnTo>
                      <a:pt x="48" y="226"/>
                    </a:lnTo>
                    <a:lnTo>
                      <a:pt x="28" y="220"/>
                    </a:lnTo>
                    <a:lnTo>
                      <a:pt x="12" y="214"/>
                    </a:lnTo>
                    <a:lnTo>
                      <a:pt x="12" y="214"/>
                    </a:lnTo>
                    <a:lnTo>
                      <a:pt x="8" y="192"/>
                    </a:lnTo>
                    <a:lnTo>
                      <a:pt x="2" y="142"/>
                    </a:lnTo>
                    <a:lnTo>
                      <a:pt x="0" y="112"/>
                    </a:lnTo>
                    <a:lnTo>
                      <a:pt x="0" y="80"/>
                    </a:lnTo>
                    <a:lnTo>
                      <a:pt x="4" y="52"/>
                    </a:lnTo>
                    <a:lnTo>
                      <a:pt x="8" y="38"/>
                    </a:lnTo>
                    <a:lnTo>
                      <a:pt x="12" y="26"/>
                    </a:lnTo>
                    <a:lnTo>
                      <a:pt x="12" y="26"/>
                    </a:lnTo>
                    <a:lnTo>
                      <a:pt x="18" y="16"/>
                    </a:lnTo>
                    <a:lnTo>
                      <a:pt x="28" y="8"/>
                    </a:lnTo>
                    <a:lnTo>
                      <a:pt x="38" y="4"/>
                    </a:lnTo>
                    <a:lnTo>
                      <a:pt x="52" y="0"/>
                    </a:lnTo>
                    <a:lnTo>
                      <a:pt x="66" y="0"/>
                    </a:lnTo>
                    <a:lnTo>
                      <a:pt x="80" y="0"/>
                    </a:lnTo>
                    <a:lnTo>
                      <a:pt x="110" y="4"/>
                    </a:lnTo>
                    <a:lnTo>
                      <a:pt x="140" y="10"/>
                    </a:lnTo>
                    <a:lnTo>
                      <a:pt x="164" y="18"/>
                    </a:lnTo>
                    <a:lnTo>
                      <a:pt x="18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5" name="Freeform 42"/>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close/>
                  </a:path>
                </a:pathLst>
              </a:custGeom>
              <a:solidFill>
                <a:srgbClr val="38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6" name="Freeform 43"/>
              <p:cNvSpPr>
                <a:spLocks/>
              </p:cNvSpPr>
              <p:nvPr/>
            </p:nvSpPr>
            <p:spPr bwMode="auto">
              <a:xfrm>
                <a:off x="2349675" y="5675537"/>
                <a:ext cx="389079" cy="232684"/>
              </a:xfrm>
              <a:custGeom>
                <a:avLst/>
                <a:gdLst>
                  <a:gd name="T0" fmla="*/ 224 w 408"/>
                  <a:gd name="T1" fmla="*/ 20 h 244"/>
                  <a:gd name="T2" fmla="*/ 224 w 408"/>
                  <a:gd name="T3" fmla="*/ 20 h 244"/>
                  <a:gd name="T4" fmla="*/ 226 w 408"/>
                  <a:gd name="T5" fmla="*/ 32 h 244"/>
                  <a:gd name="T6" fmla="*/ 228 w 408"/>
                  <a:gd name="T7" fmla="*/ 46 h 244"/>
                  <a:gd name="T8" fmla="*/ 232 w 408"/>
                  <a:gd name="T9" fmla="*/ 60 h 244"/>
                  <a:gd name="T10" fmla="*/ 240 w 408"/>
                  <a:gd name="T11" fmla="*/ 76 h 244"/>
                  <a:gd name="T12" fmla="*/ 250 w 408"/>
                  <a:gd name="T13" fmla="*/ 92 h 244"/>
                  <a:gd name="T14" fmla="*/ 258 w 408"/>
                  <a:gd name="T15" fmla="*/ 100 h 244"/>
                  <a:gd name="T16" fmla="*/ 266 w 408"/>
                  <a:gd name="T17" fmla="*/ 106 h 244"/>
                  <a:gd name="T18" fmla="*/ 274 w 408"/>
                  <a:gd name="T19" fmla="*/ 112 h 244"/>
                  <a:gd name="T20" fmla="*/ 284 w 408"/>
                  <a:gd name="T21" fmla="*/ 118 h 244"/>
                  <a:gd name="T22" fmla="*/ 284 w 408"/>
                  <a:gd name="T23" fmla="*/ 118 h 244"/>
                  <a:gd name="T24" fmla="*/ 314 w 408"/>
                  <a:gd name="T25" fmla="*/ 128 h 244"/>
                  <a:gd name="T26" fmla="*/ 346 w 408"/>
                  <a:gd name="T27" fmla="*/ 138 h 244"/>
                  <a:gd name="T28" fmla="*/ 378 w 408"/>
                  <a:gd name="T29" fmla="*/ 148 h 244"/>
                  <a:gd name="T30" fmla="*/ 390 w 408"/>
                  <a:gd name="T31" fmla="*/ 154 h 244"/>
                  <a:gd name="T32" fmla="*/ 400 w 408"/>
                  <a:gd name="T33" fmla="*/ 162 h 244"/>
                  <a:gd name="T34" fmla="*/ 400 w 408"/>
                  <a:gd name="T35" fmla="*/ 162 h 244"/>
                  <a:gd name="T36" fmla="*/ 406 w 408"/>
                  <a:gd name="T37" fmla="*/ 166 h 244"/>
                  <a:gd name="T38" fmla="*/ 408 w 408"/>
                  <a:gd name="T39" fmla="*/ 172 h 244"/>
                  <a:gd name="T40" fmla="*/ 408 w 408"/>
                  <a:gd name="T41" fmla="*/ 178 h 244"/>
                  <a:gd name="T42" fmla="*/ 408 w 408"/>
                  <a:gd name="T43" fmla="*/ 184 h 244"/>
                  <a:gd name="T44" fmla="*/ 404 w 408"/>
                  <a:gd name="T45" fmla="*/ 200 h 244"/>
                  <a:gd name="T46" fmla="*/ 400 w 408"/>
                  <a:gd name="T47" fmla="*/ 218 h 244"/>
                  <a:gd name="T48" fmla="*/ 400 w 408"/>
                  <a:gd name="T49" fmla="*/ 218 h 244"/>
                  <a:gd name="T50" fmla="*/ 400 w 408"/>
                  <a:gd name="T51" fmla="*/ 222 h 244"/>
                  <a:gd name="T52" fmla="*/ 396 w 408"/>
                  <a:gd name="T53" fmla="*/ 228 h 244"/>
                  <a:gd name="T54" fmla="*/ 392 w 408"/>
                  <a:gd name="T55" fmla="*/ 232 h 244"/>
                  <a:gd name="T56" fmla="*/ 386 w 408"/>
                  <a:gd name="T57" fmla="*/ 236 h 244"/>
                  <a:gd name="T58" fmla="*/ 368 w 408"/>
                  <a:gd name="T59" fmla="*/ 240 h 244"/>
                  <a:gd name="T60" fmla="*/ 346 w 408"/>
                  <a:gd name="T61" fmla="*/ 244 h 244"/>
                  <a:gd name="T62" fmla="*/ 320 w 408"/>
                  <a:gd name="T63" fmla="*/ 244 h 244"/>
                  <a:gd name="T64" fmla="*/ 292 w 408"/>
                  <a:gd name="T65" fmla="*/ 244 h 244"/>
                  <a:gd name="T66" fmla="*/ 260 w 408"/>
                  <a:gd name="T67" fmla="*/ 242 h 244"/>
                  <a:gd name="T68" fmla="*/ 226 w 408"/>
                  <a:gd name="T69" fmla="*/ 238 h 244"/>
                  <a:gd name="T70" fmla="*/ 158 w 408"/>
                  <a:gd name="T71" fmla="*/ 226 h 244"/>
                  <a:gd name="T72" fmla="*/ 94 w 408"/>
                  <a:gd name="T73" fmla="*/ 214 h 244"/>
                  <a:gd name="T74" fmla="*/ 38 w 408"/>
                  <a:gd name="T75" fmla="*/ 200 h 244"/>
                  <a:gd name="T76" fmla="*/ 0 w 408"/>
                  <a:gd name="T77" fmla="*/ 188 h 244"/>
                  <a:gd name="T78" fmla="*/ 0 w 408"/>
                  <a:gd name="T79" fmla="*/ 188 h 244"/>
                  <a:gd name="T80" fmla="*/ 2 w 408"/>
                  <a:gd name="T81" fmla="*/ 122 h 244"/>
                  <a:gd name="T82" fmla="*/ 8 w 408"/>
                  <a:gd name="T83" fmla="*/ 66 h 244"/>
                  <a:gd name="T84" fmla="*/ 12 w 408"/>
                  <a:gd name="T85" fmla="*/ 40 h 244"/>
                  <a:gd name="T86" fmla="*/ 18 w 408"/>
                  <a:gd name="T87" fmla="*/ 20 h 244"/>
                  <a:gd name="T88" fmla="*/ 18 w 408"/>
                  <a:gd name="T89" fmla="*/ 20 h 244"/>
                  <a:gd name="T90" fmla="*/ 22 w 408"/>
                  <a:gd name="T91" fmla="*/ 12 h 244"/>
                  <a:gd name="T92" fmla="*/ 30 w 408"/>
                  <a:gd name="T93" fmla="*/ 8 h 244"/>
                  <a:gd name="T94" fmla="*/ 42 w 408"/>
                  <a:gd name="T95" fmla="*/ 4 h 244"/>
                  <a:gd name="T96" fmla="*/ 56 w 408"/>
                  <a:gd name="T97" fmla="*/ 0 h 244"/>
                  <a:gd name="T98" fmla="*/ 72 w 408"/>
                  <a:gd name="T99" fmla="*/ 0 h 244"/>
                  <a:gd name="T100" fmla="*/ 90 w 408"/>
                  <a:gd name="T101" fmla="*/ 0 h 244"/>
                  <a:gd name="T102" fmla="*/ 126 w 408"/>
                  <a:gd name="T103" fmla="*/ 4 h 244"/>
                  <a:gd name="T104" fmla="*/ 162 w 408"/>
                  <a:gd name="T105" fmla="*/ 8 h 244"/>
                  <a:gd name="T106" fmla="*/ 194 w 408"/>
                  <a:gd name="T107" fmla="*/ 14 h 244"/>
                  <a:gd name="T108" fmla="*/ 224 w 408"/>
                  <a:gd name="T109"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 h="244">
                    <a:moveTo>
                      <a:pt x="224" y="20"/>
                    </a:moveTo>
                    <a:lnTo>
                      <a:pt x="224" y="20"/>
                    </a:lnTo>
                    <a:lnTo>
                      <a:pt x="226" y="32"/>
                    </a:lnTo>
                    <a:lnTo>
                      <a:pt x="228" y="46"/>
                    </a:lnTo>
                    <a:lnTo>
                      <a:pt x="232" y="60"/>
                    </a:lnTo>
                    <a:lnTo>
                      <a:pt x="240" y="76"/>
                    </a:lnTo>
                    <a:lnTo>
                      <a:pt x="250" y="92"/>
                    </a:lnTo>
                    <a:lnTo>
                      <a:pt x="258" y="100"/>
                    </a:lnTo>
                    <a:lnTo>
                      <a:pt x="266" y="106"/>
                    </a:lnTo>
                    <a:lnTo>
                      <a:pt x="274" y="112"/>
                    </a:lnTo>
                    <a:lnTo>
                      <a:pt x="284" y="118"/>
                    </a:lnTo>
                    <a:lnTo>
                      <a:pt x="284" y="118"/>
                    </a:lnTo>
                    <a:lnTo>
                      <a:pt x="314" y="128"/>
                    </a:lnTo>
                    <a:lnTo>
                      <a:pt x="346" y="138"/>
                    </a:lnTo>
                    <a:lnTo>
                      <a:pt x="378" y="148"/>
                    </a:lnTo>
                    <a:lnTo>
                      <a:pt x="390" y="154"/>
                    </a:lnTo>
                    <a:lnTo>
                      <a:pt x="400" y="162"/>
                    </a:lnTo>
                    <a:lnTo>
                      <a:pt x="400" y="162"/>
                    </a:lnTo>
                    <a:lnTo>
                      <a:pt x="406" y="166"/>
                    </a:lnTo>
                    <a:lnTo>
                      <a:pt x="408" y="172"/>
                    </a:lnTo>
                    <a:lnTo>
                      <a:pt x="408" y="178"/>
                    </a:lnTo>
                    <a:lnTo>
                      <a:pt x="408" y="184"/>
                    </a:lnTo>
                    <a:lnTo>
                      <a:pt x="404" y="200"/>
                    </a:lnTo>
                    <a:lnTo>
                      <a:pt x="400" y="218"/>
                    </a:lnTo>
                    <a:lnTo>
                      <a:pt x="400" y="218"/>
                    </a:lnTo>
                    <a:lnTo>
                      <a:pt x="400" y="222"/>
                    </a:lnTo>
                    <a:lnTo>
                      <a:pt x="396" y="228"/>
                    </a:lnTo>
                    <a:lnTo>
                      <a:pt x="392" y="232"/>
                    </a:lnTo>
                    <a:lnTo>
                      <a:pt x="386" y="236"/>
                    </a:lnTo>
                    <a:lnTo>
                      <a:pt x="368" y="240"/>
                    </a:lnTo>
                    <a:lnTo>
                      <a:pt x="346" y="244"/>
                    </a:lnTo>
                    <a:lnTo>
                      <a:pt x="320" y="244"/>
                    </a:lnTo>
                    <a:lnTo>
                      <a:pt x="292" y="244"/>
                    </a:lnTo>
                    <a:lnTo>
                      <a:pt x="260" y="242"/>
                    </a:lnTo>
                    <a:lnTo>
                      <a:pt x="226" y="238"/>
                    </a:lnTo>
                    <a:lnTo>
                      <a:pt x="158" y="226"/>
                    </a:lnTo>
                    <a:lnTo>
                      <a:pt x="94" y="214"/>
                    </a:lnTo>
                    <a:lnTo>
                      <a:pt x="38" y="200"/>
                    </a:lnTo>
                    <a:lnTo>
                      <a:pt x="0" y="188"/>
                    </a:lnTo>
                    <a:lnTo>
                      <a:pt x="0" y="188"/>
                    </a:lnTo>
                    <a:lnTo>
                      <a:pt x="2" y="122"/>
                    </a:lnTo>
                    <a:lnTo>
                      <a:pt x="8" y="66"/>
                    </a:lnTo>
                    <a:lnTo>
                      <a:pt x="12" y="40"/>
                    </a:lnTo>
                    <a:lnTo>
                      <a:pt x="18" y="20"/>
                    </a:lnTo>
                    <a:lnTo>
                      <a:pt x="18" y="20"/>
                    </a:lnTo>
                    <a:lnTo>
                      <a:pt x="22" y="12"/>
                    </a:lnTo>
                    <a:lnTo>
                      <a:pt x="30" y="8"/>
                    </a:lnTo>
                    <a:lnTo>
                      <a:pt x="42" y="4"/>
                    </a:lnTo>
                    <a:lnTo>
                      <a:pt x="56" y="0"/>
                    </a:lnTo>
                    <a:lnTo>
                      <a:pt x="72" y="0"/>
                    </a:lnTo>
                    <a:lnTo>
                      <a:pt x="90" y="0"/>
                    </a:lnTo>
                    <a:lnTo>
                      <a:pt x="126" y="4"/>
                    </a:lnTo>
                    <a:lnTo>
                      <a:pt x="162" y="8"/>
                    </a:lnTo>
                    <a:lnTo>
                      <a:pt x="194" y="14"/>
                    </a:lnTo>
                    <a:lnTo>
                      <a:pt x="224" y="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7" name="Freeform 44"/>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8" name="Freeform 45"/>
              <p:cNvSpPr>
                <a:spLocks/>
              </p:cNvSpPr>
              <p:nvPr/>
            </p:nvSpPr>
            <p:spPr bwMode="auto">
              <a:xfrm>
                <a:off x="2290551" y="4079171"/>
                <a:ext cx="553102" cy="1644047"/>
              </a:xfrm>
              <a:custGeom>
                <a:avLst/>
                <a:gdLst>
                  <a:gd name="T0" fmla="*/ 0 w 580"/>
                  <a:gd name="T1" fmla="*/ 98 h 1724"/>
                  <a:gd name="T2" fmla="*/ 0 w 580"/>
                  <a:gd name="T3" fmla="*/ 98 h 1724"/>
                  <a:gd name="T4" fmla="*/ 6 w 580"/>
                  <a:gd name="T5" fmla="*/ 142 h 1724"/>
                  <a:gd name="T6" fmla="*/ 22 w 580"/>
                  <a:gd name="T7" fmla="*/ 258 h 1724"/>
                  <a:gd name="T8" fmla="*/ 40 w 580"/>
                  <a:gd name="T9" fmla="*/ 436 h 1724"/>
                  <a:gd name="T10" fmla="*/ 50 w 580"/>
                  <a:gd name="T11" fmla="*/ 544 h 1724"/>
                  <a:gd name="T12" fmla="*/ 60 w 580"/>
                  <a:gd name="T13" fmla="*/ 660 h 1724"/>
                  <a:gd name="T14" fmla="*/ 70 w 580"/>
                  <a:gd name="T15" fmla="*/ 784 h 1724"/>
                  <a:gd name="T16" fmla="*/ 78 w 580"/>
                  <a:gd name="T17" fmla="*/ 914 h 1724"/>
                  <a:gd name="T18" fmla="*/ 84 w 580"/>
                  <a:gd name="T19" fmla="*/ 1048 h 1724"/>
                  <a:gd name="T20" fmla="*/ 88 w 580"/>
                  <a:gd name="T21" fmla="*/ 1182 h 1724"/>
                  <a:gd name="T22" fmla="*/ 90 w 580"/>
                  <a:gd name="T23" fmla="*/ 1318 h 1724"/>
                  <a:gd name="T24" fmla="*/ 86 w 580"/>
                  <a:gd name="T25" fmla="*/ 1452 h 1724"/>
                  <a:gd name="T26" fmla="*/ 80 w 580"/>
                  <a:gd name="T27" fmla="*/ 1582 h 1724"/>
                  <a:gd name="T28" fmla="*/ 76 w 580"/>
                  <a:gd name="T29" fmla="*/ 1644 h 1724"/>
                  <a:gd name="T30" fmla="*/ 70 w 580"/>
                  <a:gd name="T31" fmla="*/ 1706 h 1724"/>
                  <a:gd name="T32" fmla="*/ 70 w 580"/>
                  <a:gd name="T33" fmla="*/ 1706 h 1724"/>
                  <a:gd name="T34" fmla="*/ 94 w 580"/>
                  <a:gd name="T35" fmla="*/ 1712 h 1724"/>
                  <a:gd name="T36" fmla="*/ 120 w 580"/>
                  <a:gd name="T37" fmla="*/ 1716 h 1724"/>
                  <a:gd name="T38" fmla="*/ 154 w 580"/>
                  <a:gd name="T39" fmla="*/ 1720 h 1724"/>
                  <a:gd name="T40" fmla="*/ 194 w 580"/>
                  <a:gd name="T41" fmla="*/ 1724 h 1724"/>
                  <a:gd name="T42" fmla="*/ 236 w 580"/>
                  <a:gd name="T43" fmla="*/ 1722 h 1724"/>
                  <a:gd name="T44" fmla="*/ 258 w 580"/>
                  <a:gd name="T45" fmla="*/ 1720 h 1724"/>
                  <a:gd name="T46" fmla="*/ 280 w 580"/>
                  <a:gd name="T47" fmla="*/ 1718 h 1724"/>
                  <a:gd name="T48" fmla="*/ 302 w 580"/>
                  <a:gd name="T49" fmla="*/ 1712 h 1724"/>
                  <a:gd name="T50" fmla="*/ 324 w 580"/>
                  <a:gd name="T51" fmla="*/ 1706 h 1724"/>
                  <a:gd name="T52" fmla="*/ 324 w 580"/>
                  <a:gd name="T53" fmla="*/ 1706 h 1724"/>
                  <a:gd name="T54" fmla="*/ 386 w 580"/>
                  <a:gd name="T55" fmla="*/ 1020 h 1724"/>
                  <a:gd name="T56" fmla="*/ 430 w 580"/>
                  <a:gd name="T57" fmla="*/ 522 h 1724"/>
                  <a:gd name="T58" fmla="*/ 444 w 580"/>
                  <a:gd name="T59" fmla="*/ 342 h 1724"/>
                  <a:gd name="T60" fmla="*/ 448 w 580"/>
                  <a:gd name="T61" fmla="*/ 280 h 1724"/>
                  <a:gd name="T62" fmla="*/ 448 w 580"/>
                  <a:gd name="T63" fmla="*/ 244 h 1724"/>
                  <a:gd name="T64" fmla="*/ 448 w 580"/>
                  <a:gd name="T65" fmla="*/ 244 h 1724"/>
                  <a:gd name="T66" fmla="*/ 450 w 580"/>
                  <a:gd name="T67" fmla="*/ 222 h 1724"/>
                  <a:gd name="T68" fmla="*/ 454 w 580"/>
                  <a:gd name="T69" fmla="*/ 198 h 1724"/>
                  <a:gd name="T70" fmla="*/ 460 w 580"/>
                  <a:gd name="T71" fmla="*/ 176 h 1724"/>
                  <a:gd name="T72" fmla="*/ 470 w 580"/>
                  <a:gd name="T73" fmla="*/ 156 h 1724"/>
                  <a:gd name="T74" fmla="*/ 480 w 580"/>
                  <a:gd name="T75" fmla="*/ 134 h 1724"/>
                  <a:gd name="T76" fmla="*/ 490 w 580"/>
                  <a:gd name="T77" fmla="*/ 114 h 1724"/>
                  <a:gd name="T78" fmla="*/ 514 w 580"/>
                  <a:gd name="T79" fmla="*/ 78 h 1724"/>
                  <a:gd name="T80" fmla="*/ 538 w 580"/>
                  <a:gd name="T81" fmla="*/ 48 h 1724"/>
                  <a:gd name="T82" fmla="*/ 558 w 580"/>
                  <a:gd name="T83" fmla="*/ 24 h 1724"/>
                  <a:gd name="T84" fmla="*/ 580 w 580"/>
                  <a:gd name="T85" fmla="*/ 4 h 1724"/>
                  <a:gd name="T86" fmla="*/ 580 w 580"/>
                  <a:gd name="T87" fmla="*/ 4 h 1724"/>
                  <a:gd name="T88" fmla="*/ 496 w 580"/>
                  <a:gd name="T89" fmla="*/ 0 h 1724"/>
                  <a:gd name="T90" fmla="*/ 412 w 580"/>
                  <a:gd name="T91" fmla="*/ 0 h 1724"/>
                  <a:gd name="T92" fmla="*/ 362 w 580"/>
                  <a:gd name="T93" fmla="*/ 2 h 1724"/>
                  <a:gd name="T94" fmla="*/ 312 w 580"/>
                  <a:gd name="T95" fmla="*/ 4 h 1724"/>
                  <a:gd name="T96" fmla="*/ 260 w 580"/>
                  <a:gd name="T97" fmla="*/ 8 h 1724"/>
                  <a:gd name="T98" fmla="*/ 210 w 580"/>
                  <a:gd name="T99" fmla="*/ 14 h 1724"/>
                  <a:gd name="T100" fmla="*/ 160 w 580"/>
                  <a:gd name="T101" fmla="*/ 22 h 1724"/>
                  <a:gd name="T102" fmla="*/ 116 w 580"/>
                  <a:gd name="T103" fmla="*/ 30 h 1724"/>
                  <a:gd name="T104" fmla="*/ 76 w 580"/>
                  <a:gd name="T105" fmla="*/ 44 h 1724"/>
                  <a:gd name="T106" fmla="*/ 58 w 580"/>
                  <a:gd name="T107" fmla="*/ 50 h 1724"/>
                  <a:gd name="T108" fmla="*/ 42 w 580"/>
                  <a:gd name="T109" fmla="*/ 58 h 1724"/>
                  <a:gd name="T110" fmla="*/ 28 w 580"/>
                  <a:gd name="T111" fmla="*/ 68 h 1724"/>
                  <a:gd name="T112" fmla="*/ 16 w 580"/>
                  <a:gd name="T113" fmla="*/ 76 h 1724"/>
                  <a:gd name="T114" fmla="*/ 8 w 580"/>
                  <a:gd name="T115" fmla="*/ 88 h 1724"/>
                  <a:gd name="T116" fmla="*/ 0 w 580"/>
                  <a:gd name="T117" fmla="*/ 98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0" h="1724">
                    <a:moveTo>
                      <a:pt x="0" y="98"/>
                    </a:moveTo>
                    <a:lnTo>
                      <a:pt x="0" y="98"/>
                    </a:lnTo>
                    <a:lnTo>
                      <a:pt x="6" y="142"/>
                    </a:lnTo>
                    <a:lnTo>
                      <a:pt x="22" y="258"/>
                    </a:lnTo>
                    <a:lnTo>
                      <a:pt x="40" y="436"/>
                    </a:lnTo>
                    <a:lnTo>
                      <a:pt x="50" y="544"/>
                    </a:lnTo>
                    <a:lnTo>
                      <a:pt x="60" y="660"/>
                    </a:lnTo>
                    <a:lnTo>
                      <a:pt x="70" y="784"/>
                    </a:lnTo>
                    <a:lnTo>
                      <a:pt x="78" y="914"/>
                    </a:lnTo>
                    <a:lnTo>
                      <a:pt x="84" y="1048"/>
                    </a:lnTo>
                    <a:lnTo>
                      <a:pt x="88" y="1182"/>
                    </a:lnTo>
                    <a:lnTo>
                      <a:pt x="90" y="1318"/>
                    </a:lnTo>
                    <a:lnTo>
                      <a:pt x="86" y="1452"/>
                    </a:lnTo>
                    <a:lnTo>
                      <a:pt x="80" y="1582"/>
                    </a:lnTo>
                    <a:lnTo>
                      <a:pt x="76" y="1644"/>
                    </a:lnTo>
                    <a:lnTo>
                      <a:pt x="70" y="1706"/>
                    </a:lnTo>
                    <a:lnTo>
                      <a:pt x="70" y="1706"/>
                    </a:lnTo>
                    <a:lnTo>
                      <a:pt x="94" y="1712"/>
                    </a:lnTo>
                    <a:lnTo>
                      <a:pt x="120" y="1716"/>
                    </a:lnTo>
                    <a:lnTo>
                      <a:pt x="154" y="1720"/>
                    </a:lnTo>
                    <a:lnTo>
                      <a:pt x="194" y="1724"/>
                    </a:lnTo>
                    <a:lnTo>
                      <a:pt x="236" y="1722"/>
                    </a:lnTo>
                    <a:lnTo>
                      <a:pt x="258" y="1720"/>
                    </a:lnTo>
                    <a:lnTo>
                      <a:pt x="280" y="1718"/>
                    </a:lnTo>
                    <a:lnTo>
                      <a:pt x="302" y="1712"/>
                    </a:lnTo>
                    <a:lnTo>
                      <a:pt x="324" y="1706"/>
                    </a:lnTo>
                    <a:lnTo>
                      <a:pt x="324" y="1706"/>
                    </a:lnTo>
                    <a:lnTo>
                      <a:pt x="386" y="1020"/>
                    </a:lnTo>
                    <a:lnTo>
                      <a:pt x="430" y="522"/>
                    </a:lnTo>
                    <a:lnTo>
                      <a:pt x="444" y="342"/>
                    </a:lnTo>
                    <a:lnTo>
                      <a:pt x="448" y="280"/>
                    </a:lnTo>
                    <a:lnTo>
                      <a:pt x="448" y="244"/>
                    </a:lnTo>
                    <a:lnTo>
                      <a:pt x="448" y="244"/>
                    </a:lnTo>
                    <a:lnTo>
                      <a:pt x="450" y="222"/>
                    </a:lnTo>
                    <a:lnTo>
                      <a:pt x="454" y="198"/>
                    </a:lnTo>
                    <a:lnTo>
                      <a:pt x="460" y="176"/>
                    </a:lnTo>
                    <a:lnTo>
                      <a:pt x="470" y="156"/>
                    </a:lnTo>
                    <a:lnTo>
                      <a:pt x="480" y="134"/>
                    </a:lnTo>
                    <a:lnTo>
                      <a:pt x="490" y="114"/>
                    </a:lnTo>
                    <a:lnTo>
                      <a:pt x="514" y="78"/>
                    </a:lnTo>
                    <a:lnTo>
                      <a:pt x="538" y="48"/>
                    </a:lnTo>
                    <a:lnTo>
                      <a:pt x="558" y="24"/>
                    </a:lnTo>
                    <a:lnTo>
                      <a:pt x="580" y="4"/>
                    </a:lnTo>
                    <a:lnTo>
                      <a:pt x="580" y="4"/>
                    </a:lnTo>
                    <a:lnTo>
                      <a:pt x="496" y="0"/>
                    </a:lnTo>
                    <a:lnTo>
                      <a:pt x="412" y="0"/>
                    </a:lnTo>
                    <a:lnTo>
                      <a:pt x="362" y="2"/>
                    </a:lnTo>
                    <a:lnTo>
                      <a:pt x="312" y="4"/>
                    </a:lnTo>
                    <a:lnTo>
                      <a:pt x="260" y="8"/>
                    </a:lnTo>
                    <a:lnTo>
                      <a:pt x="210" y="14"/>
                    </a:lnTo>
                    <a:lnTo>
                      <a:pt x="160" y="22"/>
                    </a:lnTo>
                    <a:lnTo>
                      <a:pt x="116" y="30"/>
                    </a:lnTo>
                    <a:lnTo>
                      <a:pt x="76" y="44"/>
                    </a:lnTo>
                    <a:lnTo>
                      <a:pt x="58" y="50"/>
                    </a:lnTo>
                    <a:lnTo>
                      <a:pt x="42" y="58"/>
                    </a:lnTo>
                    <a:lnTo>
                      <a:pt x="28" y="68"/>
                    </a:lnTo>
                    <a:lnTo>
                      <a:pt x="16" y="76"/>
                    </a:lnTo>
                    <a:lnTo>
                      <a:pt x="8" y="88"/>
                    </a:lnTo>
                    <a:lnTo>
                      <a:pt x="0"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59" name="Freeform 46"/>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0" name="Freeform 47"/>
              <p:cNvSpPr>
                <a:spLocks/>
              </p:cNvSpPr>
              <p:nvPr/>
            </p:nvSpPr>
            <p:spPr bwMode="auto">
              <a:xfrm>
                <a:off x="2551843" y="4060099"/>
                <a:ext cx="331861" cy="1642140"/>
              </a:xfrm>
              <a:custGeom>
                <a:avLst/>
                <a:gdLst>
                  <a:gd name="T0" fmla="*/ 346 w 348"/>
                  <a:gd name="T1" fmla="*/ 24 h 1722"/>
                  <a:gd name="T2" fmla="*/ 346 w 348"/>
                  <a:gd name="T3" fmla="*/ 24 h 1722"/>
                  <a:gd name="T4" fmla="*/ 346 w 348"/>
                  <a:gd name="T5" fmla="*/ 64 h 1722"/>
                  <a:gd name="T6" fmla="*/ 348 w 348"/>
                  <a:gd name="T7" fmla="*/ 178 h 1722"/>
                  <a:gd name="T8" fmla="*/ 348 w 348"/>
                  <a:gd name="T9" fmla="*/ 354 h 1722"/>
                  <a:gd name="T10" fmla="*/ 344 w 348"/>
                  <a:gd name="T11" fmla="*/ 460 h 1722"/>
                  <a:gd name="T12" fmla="*/ 340 w 348"/>
                  <a:gd name="T13" fmla="*/ 578 h 1722"/>
                  <a:gd name="T14" fmla="*/ 334 w 348"/>
                  <a:gd name="T15" fmla="*/ 704 h 1722"/>
                  <a:gd name="T16" fmla="*/ 326 w 348"/>
                  <a:gd name="T17" fmla="*/ 838 h 1722"/>
                  <a:gd name="T18" fmla="*/ 314 w 348"/>
                  <a:gd name="T19" fmla="*/ 978 h 1722"/>
                  <a:gd name="T20" fmla="*/ 298 w 348"/>
                  <a:gd name="T21" fmla="*/ 1124 h 1722"/>
                  <a:gd name="T22" fmla="*/ 280 w 348"/>
                  <a:gd name="T23" fmla="*/ 1270 h 1722"/>
                  <a:gd name="T24" fmla="*/ 256 w 348"/>
                  <a:gd name="T25" fmla="*/ 1420 h 1722"/>
                  <a:gd name="T26" fmla="*/ 244 w 348"/>
                  <a:gd name="T27" fmla="*/ 1494 h 1722"/>
                  <a:gd name="T28" fmla="*/ 228 w 348"/>
                  <a:gd name="T29" fmla="*/ 1568 h 1722"/>
                  <a:gd name="T30" fmla="*/ 214 w 348"/>
                  <a:gd name="T31" fmla="*/ 1642 h 1722"/>
                  <a:gd name="T32" fmla="*/ 196 w 348"/>
                  <a:gd name="T33" fmla="*/ 1714 h 1722"/>
                  <a:gd name="T34" fmla="*/ 196 w 348"/>
                  <a:gd name="T35" fmla="*/ 1714 h 1722"/>
                  <a:gd name="T36" fmla="*/ 178 w 348"/>
                  <a:gd name="T37" fmla="*/ 1718 h 1722"/>
                  <a:gd name="T38" fmla="*/ 158 w 348"/>
                  <a:gd name="T39" fmla="*/ 1722 h 1722"/>
                  <a:gd name="T40" fmla="*/ 132 w 348"/>
                  <a:gd name="T41" fmla="*/ 1722 h 1722"/>
                  <a:gd name="T42" fmla="*/ 100 w 348"/>
                  <a:gd name="T43" fmla="*/ 1722 h 1722"/>
                  <a:gd name="T44" fmla="*/ 68 w 348"/>
                  <a:gd name="T45" fmla="*/ 1718 h 1722"/>
                  <a:gd name="T46" fmla="*/ 50 w 348"/>
                  <a:gd name="T47" fmla="*/ 1714 h 1722"/>
                  <a:gd name="T48" fmla="*/ 34 w 348"/>
                  <a:gd name="T49" fmla="*/ 1710 h 1722"/>
                  <a:gd name="T50" fmla="*/ 16 w 348"/>
                  <a:gd name="T51" fmla="*/ 1702 h 1722"/>
                  <a:gd name="T52" fmla="*/ 0 w 348"/>
                  <a:gd name="T53" fmla="*/ 1694 h 1722"/>
                  <a:gd name="T54" fmla="*/ 0 w 348"/>
                  <a:gd name="T55" fmla="*/ 1694 h 1722"/>
                  <a:gd name="T56" fmla="*/ 20 w 348"/>
                  <a:gd name="T57" fmla="*/ 1246 h 1722"/>
                  <a:gd name="T58" fmla="*/ 34 w 348"/>
                  <a:gd name="T59" fmla="*/ 906 h 1722"/>
                  <a:gd name="T60" fmla="*/ 38 w 348"/>
                  <a:gd name="T61" fmla="*/ 770 h 1722"/>
                  <a:gd name="T62" fmla="*/ 40 w 348"/>
                  <a:gd name="T63" fmla="*/ 680 h 1722"/>
                  <a:gd name="T64" fmla="*/ 40 w 348"/>
                  <a:gd name="T65" fmla="*/ 680 h 1722"/>
                  <a:gd name="T66" fmla="*/ 42 w 348"/>
                  <a:gd name="T67" fmla="*/ 608 h 1722"/>
                  <a:gd name="T68" fmla="*/ 48 w 348"/>
                  <a:gd name="T69" fmla="*/ 520 h 1722"/>
                  <a:gd name="T70" fmla="*/ 56 w 348"/>
                  <a:gd name="T71" fmla="*/ 422 h 1722"/>
                  <a:gd name="T72" fmla="*/ 66 w 348"/>
                  <a:gd name="T73" fmla="*/ 322 h 1722"/>
                  <a:gd name="T74" fmla="*/ 78 w 348"/>
                  <a:gd name="T75" fmla="*/ 230 h 1722"/>
                  <a:gd name="T76" fmla="*/ 88 w 348"/>
                  <a:gd name="T77" fmla="*/ 148 h 1722"/>
                  <a:gd name="T78" fmla="*/ 98 w 348"/>
                  <a:gd name="T79" fmla="*/ 90 h 1722"/>
                  <a:gd name="T80" fmla="*/ 104 w 348"/>
                  <a:gd name="T81" fmla="*/ 58 h 1722"/>
                  <a:gd name="T82" fmla="*/ 104 w 348"/>
                  <a:gd name="T83" fmla="*/ 58 h 1722"/>
                  <a:gd name="T84" fmla="*/ 108 w 348"/>
                  <a:gd name="T85" fmla="*/ 52 h 1722"/>
                  <a:gd name="T86" fmla="*/ 116 w 348"/>
                  <a:gd name="T87" fmla="*/ 44 h 1722"/>
                  <a:gd name="T88" fmla="*/ 124 w 348"/>
                  <a:gd name="T89" fmla="*/ 36 h 1722"/>
                  <a:gd name="T90" fmla="*/ 136 w 348"/>
                  <a:gd name="T91" fmla="*/ 30 h 1722"/>
                  <a:gd name="T92" fmla="*/ 164 w 348"/>
                  <a:gd name="T93" fmla="*/ 16 h 1722"/>
                  <a:gd name="T94" fmla="*/ 180 w 348"/>
                  <a:gd name="T95" fmla="*/ 10 h 1722"/>
                  <a:gd name="T96" fmla="*/ 196 w 348"/>
                  <a:gd name="T97" fmla="*/ 6 h 1722"/>
                  <a:gd name="T98" fmla="*/ 214 w 348"/>
                  <a:gd name="T99" fmla="*/ 2 h 1722"/>
                  <a:gd name="T100" fmla="*/ 234 w 348"/>
                  <a:gd name="T101" fmla="*/ 0 h 1722"/>
                  <a:gd name="T102" fmla="*/ 252 w 348"/>
                  <a:gd name="T103" fmla="*/ 0 h 1722"/>
                  <a:gd name="T104" fmla="*/ 272 w 348"/>
                  <a:gd name="T105" fmla="*/ 0 h 1722"/>
                  <a:gd name="T106" fmla="*/ 290 w 348"/>
                  <a:gd name="T107" fmla="*/ 2 h 1722"/>
                  <a:gd name="T108" fmla="*/ 310 w 348"/>
                  <a:gd name="T109" fmla="*/ 8 h 1722"/>
                  <a:gd name="T110" fmla="*/ 328 w 348"/>
                  <a:gd name="T111" fmla="*/ 14 h 1722"/>
                  <a:gd name="T112" fmla="*/ 346 w 348"/>
                  <a:gd name="T113" fmla="*/ 24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1722">
                    <a:moveTo>
                      <a:pt x="346" y="24"/>
                    </a:moveTo>
                    <a:lnTo>
                      <a:pt x="346" y="24"/>
                    </a:lnTo>
                    <a:lnTo>
                      <a:pt x="346" y="64"/>
                    </a:lnTo>
                    <a:lnTo>
                      <a:pt x="348" y="178"/>
                    </a:lnTo>
                    <a:lnTo>
                      <a:pt x="348" y="354"/>
                    </a:lnTo>
                    <a:lnTo>
                      <a:pt x="344" y="460"/>
                    </a:lnTo>
                    <a:lnTo>
                      <a:pt x="340" y="578"/>
                    </a:lnTo>
                    <a:lnTo>
                      <a:pt x="334" y="704"/>
                    </a:lnTo>
                    <a:lnTo>
                      <a:pt x="326" y="838"/>
                    </a:lnTo>
                    <a:lnTo>
                      <a:pt x="314" y="978"/>
                    </a:lnTo>
                    <a:lnTo>
                      <a:pt x="298" y="1124"/>
                    </a:lnTo>
                    <a:lnTo>
                      <a:pt x="280" y="1270"/>
                    </a:lnTo>
                    <a:lnTo>
                      <a:pt x="256" y="1420"/>
                    </a:lnTo>
                    <a:lnTo>
                      <a:pt x="244" y="1494"/>
                    </a:lnTo>
                    <a:lnTo>
                      <a:pt x="228" y="1568"/>
                    </a:lnTo>
                    <a:lnTo>
                      <a:pt x="214" y="1642"/>
                    </a:lnTo>
                    <a:lnTo>
                      <a:pt x="196" y="1714"/>
                    </a:lnTo>
                    <a:lnTo>
                      <a:pt x="196" y="1714"/>
                    </a:lnTo>
                    <a:lnTo>
                      <a:pt x="178" y="1718"/>
                    </a:lnTo>
                    <a:lnTo>
                      <a:pt x="158" y="1722"/>
                    </a:lnTo>
                    <a:lnTo>
                      <a:pt x="132" y="1722"/>
                    </a:lnTo>
                    <a:lnTo>
                      <a:pt x="100" y="1722"/>
                    </a:lnTo>
                    <a:lnTo>
                      <a:pt x="68" y="1718"/>
                    </a:lnTo>
                    <a:lnTo>
                      <a:pt x="50" y="1714"/>
                    </a:lnTo>
                    <a:lnTo>
                      <a:pt x="34" y="1710"/>
                    </a:lnTo>
                    <a:lnTo>
                      <a:pt x="16" y="1702"/>
                    </a:lnTo>
                    <a:lnTo>
                      <a:pt x="0" y="1694"/>
                    </a:lnTo>
                    <a:lnTo>
                      <a:pt x="0" y="1694"/>
                    </a:lnTo>
                    <a:lnTo>
                      <a:pt x="20" y="1246"/>
                    </a:lnTo>
                    <a:lnTo>
                      <a:pt x="34" y="906"/>
                    </a:lnTo>
                    <a:lnTo>
                      <a:pt x="38" y="770"/>
                    </a:lnTo>
                    <a:lnTo>
                      <a:pt x="40" y="680"/>
                    </a:lnTo>
                    <a:lnTo>
                      <a:pt x="40" y="680"/>
                    </a:lnTo>
                    <a:lnTo>
                      <a:pt x="42" y="608"/>
                    </a:lnTo>
                    <a:lnTo>
                      <a:pt x="48" y="520"/>
                    </a:lnTo>
                    <a:lnTo>
                      <a:pt x="56" y="422"/>
                    </a:lnTo>
                    <a:lnTo>
                      <a:pt x="66" y="322"/>
                    </a:lnTo>
                    <a:lnTo>
                      <a:pt x="78" y="230"/>
                    </a:lnTo>
                    <a:lnTo>
                      <a:pt x="88" y="148"/>
                    </a:lnTo>
                    <a:lnTo>
                      <a:pt x="98" y="90"/>
                    </a:lnTo>
                    <a:lnTo>
                      <a:pt x="104" y="58"/>
                    </a:lnTo>
                    <a:lnTo>
                      <a:pt x="104" y="58"/>
                    </a:lnTo>
                    <a:lnTo>
                      <a:pt x="108" y="52"/>
                    </a:lnTo>
                    <a:lnTo>
                      <a:pt x="116" y="44"/>
                    </a:lnTo>
                    <a:lnTo>
                      <a:pt x="124" y="36"/>
                    </a:lnTo>
                    <a:lnTo>
                      <a:pt x="136" y="30"/>
                    </a:lnTo>
                    <a:lnTo>
                      <a:pt x="164" y="16"/>
                    </a:lnTo>
                    <a:lnTo>
                      <a:pt x="180" y="10"/>
                    </a:lnTo>
                    <a:lnTo>
                      <a:pt x="196" y="6"/>
                    </a:lnTo>
                    <a:lnTo>
                      <a:pt x="214" y="2"/>
                    </a:lnTo>
                    <a:lnTo>
                      <a:pt x="234" y="0"/>
                    </a:lnTo>
                    <a:lnTo>
                      <a:pt x="252" y="0"/>
                    </a:lnTo>
                    <a:lnTo>
                      <a:pt x="272" y="0"/>
                    </a:lnTo>
                    <a:lnTo>
                      <a:pt x="290" y="2"/>
                    </a:lnTo>
                    <a:lnTo>
                      <a:pt x="310" y="8"/>
                    </a:lnTo>
                    <a:lnTo>
                      <a:pt x="328" y="14"/>
                    </a:lnTo>
                    <a:lnTo>
                      <a:pt x="346" y="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1" name="Freeform 48"/>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2" name="Freeform 49"/>
              <p:cNvSpPr>
                <a:spLocks/>
              </p:cNvSpPr>
              <p:nvPr/>
            </p:nvSpPr>
            <p:spPr bwMode="auto">
              <a:xfrm>
                <a:off x="2624319" y="4184070"/>
                <a:ext cx="135415" cy="1363682"/>
              </a:xfrm>
              <a:custGeom>
                <a:avLst/>
                <a:gdLst>
                  <a:gd name="T0" fmla="*/ 142 w 142"/>
                  <a:gd name="T1" fmla="*/ 0 h 1430"/>
                  <a:gd name="T2" fmla="*/ 142 w 142"/>
                  <a:gd name="T3" fmla="*/ 0 h 1430"/>
                  <a:gd name="T4" fmla="*/ 136 w 142"/>
                  <a:gd name="T5" fmla="*/ 12 h 1430"/>
                  <a:gd name="T6" fmla="*/ 128 w 142"/>
                  <a:gd name="T7" fmla="*/ 26 h 1430"/>
                  <a:gd name="T8" fmla="*/ 120 w 142"/>
                  <a:gd name="T9" fmla="*/ 48 h 1430"/>
                  <a:gd name="T10" fmla="*/ 112 w 142"/>
                  <a:gd name="T11" fmla="*/ 74 h 1430"/>
                  <a:gd name="T12" fmla="*/ 104 w 142"/>
                  <a:gd name="T13" fmla="*/ 108 h 1430"/>
                  <a:gd name="T14" fmla="*/ 98 w 142"/>
                  <a:gd name="T15" fmla="*/ 150 h 1430"/>
                  <a:gd name="T16" fmla="*/ 94 w 142"/>
                  <a:gd name="T17" fmla="*/ 198 h 1430"/>
                  <a:gd name="T18" fmla="*/ 94 w 142"/>
                  <a:gd name="T19" fmla="*/ 198 h 1430"/>
                  <a:gd name="T20" fmla="*/ 80 w 142"/>
                  <a:gd name="T21" fmla="*/ 420 h 1430"/>
                  <a:gd name="T22" fmla="*/ 56 w 142"/>
                  <a:gd name="T23" fmla="*/ 786 h 1430"/>
                  <a:gd name="T24" fmla="*/ 42 w 142"/>
                  <a:gd name="T25" fmla="*/ 982 h 1430"/>
                  <a:gd name="T26" fmla="*/ 28 w 142"/>
                  <a:gd name="T27" fmla="*/ 1166 h 1430"/>
                  <a:gd name="T28" fmla="*/ 14 w 142"/>
                  <a:gd name="T29" fmla="*/ 1322 h 1430"/>
                  <a:gd name="T30" fmla="*/ 6 w 142"/>
                  <a:gd name="T31" fmla="*/ 1382 h 1430"/>
                  <a:gd name="T32" fmla="*/ 0 w 142"/>
                  <a:gd name="T33" fmla="*/ 1430 h 1430"/>
                  <a:gd name="T34" fmla="*/ 0 w 142"/>
                  <a:gd name="T35" fmla="*/ 1430 h 1430"/>
                  <a:gd name="T36" fmla="*/ 38 w 142"/>
                  <a:gd name="T37" fmla="*/ 858 h 1430"/>
                  <a:gd name="T38" fmla="*/ 62 w 142"/>
                  <a:gd name="T39" fmla="*/ 442 h 1430"/>
                  <a:gd name="T40" fmla="*/ 70 w 142"/>
                  <a:gd name="T41" fmla="*/ 290 h 1430"/>
                  <a:gd name="T42" fmla="*/ 72 w 142"/>
                  <a:gd name="T43" fmla="*/ 238 h 1430"/>
                  <a:gd name="T44" fmla="*/ 72 w 142"/>
                  <a:gd name="T45" fmla="*/ 206 h 1430"/>
                  <a:gd name="T46" fmla="*/ 72 w 142"/>
                  <a:gd name="T47" fmla="*/ 206 h 1430"/>
                  <a:gd name="T48" fmla="*/ 72 w 142"/>
                  <a:gd name="T49" fmla="*/ 188 h 1430"/>
                  <a:gd name="T50" fmla="*/ 72 w 142"/>
                  <a:gd name="T51" fmla="*/ 168 h 1430"/>
                  <a:gd name="T52" fmla="*/ 78 w 142"/>
                  <a:gd name="T53" fmla="*/ 134 h 1430"/>
                  <a:gd name="T54" fmla="*/ 88 w 142"/>
                  <a:gd name="T55" fmla="*/ 102 h 1430"/>
                  <a:gd name="T56" fmla="*/ 100 w 142"/>
                  <a:gd name="T57" fmla="*/ 74 h 1430"/>
                  <a:gd name="T58" fmla="*/ 112 w 142"/>
                  <a:gd name="T59" fmla="*/ 50 h 1430"/>
                  <a:gd name="T60" fmla="*/ 124 w 142"/>
                  <a:gd name="T61" fmla="*/ 28 h 1430"/>
                  <a:gd name="T62" fmla="*/ 142 w 142"/>
                  <a:gd name="T63"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2" h="1430">
                    <a:moveTo>
                      <a:pt x="142" y="0"/>
                    </a:moveTo>
                    <a:lnTo>
                      <a:pt x="142" y="0"/>
                    </a:lnTo>
                    <a:lnTo>
                      <a:pt x="136" y="12"/>
                    </a:lnTo>
                    <a:lnTo>
                      <a:pt x="128" y="26"/>
                    </a:lnTo>
                    <a:lnTo>
                      <a:pt x="120" y="48"/>
                    </a:lnTo>
                    <a:lnTo>
                      <a:pt x="112" y="74"/>
                    </a:lnTo>
                    <a:lnTo>
                      <a:pt x="104" y="108"/>
                    </a:lnTo>
                    <a:lnTo>
                      <a:pt x="98" y="150"/>
                    </a:lnTo>
                    <a:lnTo>
                      <a:pt x="94" y="198"/>
                    </a:lnTo>
                    <a:lnTo>
                      <a:pt x="94" y="198"/>
                    </a:lnTo>
                    <a:lnTo>
                      <a:pt x="80" y="420"/>
                    </a:lnTo>
                    <a:lnTo>
                      <a:pt x="56" y="786"/>
                    </a:lnTo>
                    <a:lnTo>
                      <a:pt x="42" y="982"/>
                    </a:lnTo>
                    <a:lnTo>
                      <a:pt x="28" y="1166"/>
                    </a:lnTo>
                    <a:lnTo>
                      <a:pt x="14" y="1322"/>
                    </a:lnTo>
                    <a:lnTo>
                      <a:pt x="6" y="1382"/>
                    </a:lnTo>
                    <a:lnTo>
                      <a:pt x="0" y="1430"/>
                    </a:lnTo>
                    <a:lnTo>
                      <a:pt x="0" y="1430"/>
                    </a:lnTo>
                    <a:lnTo>
                      <a:pt x="38" y="858"/>
                    </a:lnTo>
                    <a:lnTo>
                      <a:pt x="62" y="442"/>
                    </a:lnTo>
                    <a:lnTo>
                      <a:pt x="70" y="290"/>
                    </a:lnTo>
                    <a:lnTo>
                      <a:pt x="72" y="238"/>
                    </a:lnTo>
                    <a:lnTo>
                      <a:pt x="72" y="206"/>
                    </a:lnTo>
                    <a:lnTo>
                      <a:pt x="72" y="206"/>
                    </a:lnTo>
                    <a:lnTo>
                      <a:pt x="72" y="188"/>
                    </a:lnTo>
                    <a:lnTo>
                      <a:pt x="72" y="168"/>
                    </a:lnTo>
                    <a:lnTo>
                      <a:pt x="78" y="134"/>
                    </a:lnTo>
                    <a:lnTo>
                      <a:pt x="88" y="102"/>
                    </a:lnTo>
                    <a:lnTo>
                      <a:pt x="100" y="74"/>
                    </a:lnTo>
                    <a:lnTo>
                      <a:pt x="112" y="50"/>
                    </a:lnTo>
                    <a:lnTo>
                      <a:pt x="124" y="28"/>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3" name="Freeform 50"/>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4" name="Freeform 51"/>
              <p:cNvSpPr>
                <a:spLocks/>
              </p:cNvSpPr>
              <p:nvPr/>
            </p:nvSpPr>
            <p:spPr bwMode="auto">
              <a:xfrm>
                <a:off x="1890029" y="3045443"/>
                <a:ext cx="1064244" cy="1209195"/>
              </a:xfrm>
              <a:custGeom>
                <a:avLst/>
                <a:gdLst>
                  <a:gd name="T0" fmla="*/ 224 w 1116"/>
                  <a:gd name="T1" fmla="*/ 22 h 1268"/>
                  <a:gd name="T2" fmla="*/ 224 w 1116"/>
                  <a:gd name="T3" fmla="*/ 22 h 1268"/>
                  <a:gd name="T4" fmla="*/ 130 w 1116"/>
                  <a:gd name="T5" fmla="*/ 42 h 1268"/>
                  <a:gd name="T6" fmla="*/ 58 w 1116"/>
                  <a:gd name="T7" fmla="*/ 58 h 1268"/>
                  <a:gd name="T8" fmla="*/ 8 w 1116"/>
                  <a:gd name="T9" fmla="*/ 70 h 1268"/>
                  <a:gd name="T10" fmla="*/ 8 w 1116"/>
                  <a:gd name="T11" fmla="*/ 70 h 1268"/>
                  <a:gd name="T12" fmla="*/ 2 w 1116"/>
                  <a:gd name="T13" fmla="*/ 74 h 1268"/>
                  <a:gd name="T14" fmla="*/ 0 w 1116"/>
                  <a:gd name="T15" fmla="*/ 82 h 1268"/>
                  <a:gd name="T16" fmla="*/ 0 w 1116"/>
                  <a:gd name="T17" fmla="*/ 90 h 1268"/>
                  <a:gd name="T18" fmla="*/ 4 w 1116"/>
                  <a:gd name="T19" fmla="*/ 102 h 1268"/>
                  <a:gd name="T20" fmla="*/ 18 w 1116"/>
                  <a:gd name="T21" fmla="*/ 132 h 1268"/>
                  <a:gd name="T22" fmla="*/ 38 w 1116"/>
                  <a:gd name="T23" fmla="*/ 170 h 1268"/>
                  <a:gd name="T24" fmla="*/ 90 w 1116"/>
                  <a:gd name="T25" fmla="*/ 260 h 1268"/>
                  <a:gd name="T26" fmla="*/ 116 w 1116"/>
                  <a:gd name="T27" fmla="*/ 308 h 1268"/>
                  <a:gd name="T28" fmla="*/ 140 w 1116"/>
                  <a:gd name="T29" fmla="*/ 356 h 1268"/>
                  <a:gd name="T30" fmla="*/ 140 w 1116"/>
                  <a:gd name="T31" fmla="*/ 356 h 1268"/>
                  <a:gd name="T32" fmla="*/ 150 w 1116"/>
                  <a:gd name="T33" fmla="*/ 386 h 1268"/>
                  <a:gd name="T34" fmla="*/ 164 w 1116"/>
                  <a:gd name="T35" fmla="*/ 424 h 1268"/>
                  <a:gd name="T36" fmla="*/ 196 w 1116"/>
                  <a:gd name="T37" fmla="*/ 526 h 1268"/>
                  <a:gd name="T38" fmla="*/ 234 w 1116"/>
                  <a:gd name="T39" fmla="*/ 650 h 1268"/>
                  <a:gd name="T40" fmla="*/ 270 w 1116"/>
                  <a:gd name="T41" fmla="*/ 788 h 1268"/>
                  <a:gd name="T42" fmla="*/ 306 w 1116"/>
                  <a:gd name="T43" fmla="*/ 928 h 1268"/>
                  <a:gd name="T44" fmla="*/ 336 w 1116"/>
                  <a:gd name="T45" fmla="*/ 1062 h 1268"/>
                  <a:gd name="T46" fmla="*/ 360 w 1116"/>
                  <a:gd name="T47" fmla="*/ 1178 h 1268"/>
                  <a:gd name="T48" fmla="*/ 368 w 1116"/>
                  <a:gd name="T49" fmla="*/ 1228 h 1268"/>
                  <a:gd name="T50" fmla="*/ 372 w 1116"/>
                  <a:gd name="T51" fmla="*/ 1268 h 1268"/>
                  <a:gd name="T52" fmla="*/ 372 w 1116"/>
                  <a:gd name="T53" fmla="*/ 1268 h 1268"/>
                  <a:gd name="T54" fmla="*/ 442 w 1116"/>
                  <a:gd name="T55" fmla="*/ 1252 h 1268"/>
                  <a:gd name="T56" fmla="*/ 602 w 1116"/>
                  <a:gd name="T57" fmla="*/ 1212 h 1268"/>
                  <a:gd name="T58" fmla="*/ 690 w 1116"/>
                  <a:gd name="T59" fmla="*/ 1192 h 1268"/>
                  <a:gd name="T60" fmla="*/ 774 w 1116"/>
                  <a:gd name="T61" fmla="*/ 1174 h 1268"/>
                  <a:gd name="T62" fmla="*/ 842 w 1116"/>
                  <a:gd name="T63" fmla="*/ 1162 h 1268"/>
                  <a:gd name="T64" fmla="*/ 868 w 1116"/>
                  <a:gd name="T65" fmla="*/ 1158 h 1268"/>
                  <a:gd name="T66" fmla="*/ 886 w 1116"/>
                  <a:gd name="T67" fmla="*/ 1156 h 1268"/>
                  <a:gd name="T68" fmla="*/ 886 w 1116"/>
                  <a:gd name="T69" fmla="*/ 1078 h 1268"/>
                  <a:gd name="T70" fmla="*/ 886 w 1116"/>
                  <a:gd name="T71" fmla="*/ 1078 h 1268"/>
                  <a:gd name="T72" fmla="*/ 900 w 1116"/>
                  <a:gd name="T73" fmla="*/ 1100 h 1268"/>
                  <a:gd name="T74" fmla="*/ 910 w 1116"/>
                  <a:gd name="T75" fmla="*/ 1122 h 1268"/>
                  <a:gd name="T76" fmla="*/ 920 w 1116"/>
                  <a:gd name="T77" fmla="*/ 1146 h 1268"/>
                  <a:gd name="T78" fmla="*/ 920 w 1116"/>
                  <a:gd name="T79" fmla="*/ 1146 h 1268"/>
                  <a:gd name="T80" fmla="*/ 1000 w 1116"/>
                  <a:gd name="T81" fmla="*/ 1144 h 1268"/>
                  <a:gd name="T82" fmla="*/ 1066 w 1116"/>
                  <a:gd name="T83" fmla="*/ 1144 h 1268"/>
                  <a:gd name="T84" fmla="*/ 1116 w 1116"/>
                  <a:gd name="T85" fmla="*/ 1146 h 1268"/>
                  <a:gd name="T86" fmla="*/ 1116 w 1116"/>
                  <a:gd name="T87" fmla="*/ 1146 h 1268"/>
                  <a:gd name="T88" fmla="*/ 1054 w 1116"/>
                  <a:gd name="T89" fmla="*/ 998 h 1268"/>
                  <a:gd name="T90" fmla="*/ 988 w 1116"/>
                  <a:gd name="T91" fmla="*/ 844 h 1268"/>
                  <a:gd name="T92" fmla="*/ 906 w 1116"/>
                  <a:gd name="T93" fmla="*/ 660 h 1268"/>
                  <a:gd name="T94" fmla="*/ 820 w 1116"/>
                  <a:gd name="T95" fmla="*/ 464 h 1268"/>
                  <a:gd name="T96" fmla="*/ 732 w 1116"/>
                  <a:gd name="T97" fmla="*/ 276 h 1268"/>
                  <a:gd name="T98" fmla="*/ 692 w 1116"/>
                  <a:gd name="T99" fmla="*/ 192 h 1268"/>
                  <a:gd name="T100" fmla="*/ 654 w 1116"/>
                  <a:gd name="T101" fmla="*/ 116 h 1268"/>
                  <a:gd name="T102" fmla="*/ 620 w 1116"/>
                  <a:gd name="T103" fmla="*/ 50 h 1268"/>
                  <a:gd name="T104" fmla="*/ 590 w 1116"/>
                  <a:gd name="T105" fmla="*/ 0 h 1268"/>
                  <a:gd name="T106" fmla="*/ 590 w 1116"/>
                  <a:gd name="T107" fmla="*/ 0 h 1268"/>
                  <a:gd name="T108" fmla="*/ 546 w 1116"/>
                  <a:gd name="T109" fmla="*/ 0 h 1268"/>
                  <a:gd name="T110" fmla="*/ 442 w 1116"/>
                  <a:gd name="T111" fmla="*/ 2 h 1268"/>
                  <a:gd name="T112" fmla="*/ 380 w 1116"/>
                  <a:gd name="T113" fmla="*/ 6 h 1268"/>
                  <a:gd name="T114" fmla="*/ 320 w 1116"/>
                  <a:gd name="T115" fmla="*/ 10 h 1268"/>
                  <a:gd name="T116" fmla="*/ 266 w 1116"/>
                  <a:gd name="T117" fmla="*/ 14 h 1268"/>
                  <a:gd name="T118" fmla="*/ 224 w 1116"/>
                  <a:gd name="T119" fmla="*/ 22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6" h="1268">
                    <a:moveTo>
                      <a:pt x="224" y="22"/>
                    </a:moveTo>
                    <a:lnTo>
                      <a:pt x="224" y="22"/>
                    </a:lnTo>
                    <a:lnTo>
                      <a:pt x="130" y="42"/>
                    </a:lnTo>
                    <a:lnTo>
                      <a:pt x="58" y="58"/>
                    </a:lnTo>
                    <a:lnTo>
                      <a:pt x="8" y="70"/>
                    </a:lnTo>
                    <a:lnTo>
                      <a:pt x="8" y="70"/>
                    </a:lnTo>
                    <a:lnTo>
                      <a:pt x="2" y="74"/>
                    </a:lnTo>
                    <a:lnTo>
                      <a:pt x="0" y="82"/>
                    </a:lnTo>
                    <a:lnTo>
                      <a:pt x="0" y="90"/>
                    </a:lnTo>
                    <a:lnTo>
                      <a:pt x="4" y="102"/>
                    </a:lnTo>
                    <a:lnTo>
                      <a:pt x="18" y="132"/>
                    </a:lnTo>
                    <a:lnTo>
                      <a:pt x="38" y="170"/>
                    </a:lnTo>
                    <a:lnTo>
                      <a:pt x="90" y="260"/>
                    </a:lnTo>
                    <a:lnTo>
                      <a:pt x="116" y="308"/>
                    </a:lnTo>
                    <a:lnTo>
                      <a:pt x="140" y="356"/>
                    </a:lnTo>
                    <a:lnTo>
                      <a:pt x="140" y="356"/>
                    </a:lnTo>
                    <a:lnTo>
                      <a:pt x="150" y="386"/>
                    </a:lnTo>
                    <a:lnTo>
                      <a:pt x="164" y="424"/>
                    </a:lnTo>
                    <a:lnTo>
                      <a:pt x="196" y="526"/>
                    </a:lnTo>
                    <a:lnTo>
                      <a:pt x="234" y="650"/>
                    </a:lnTo>
                    <a:lnTo>
                      <a:pt x="270" y="788"/>
                    </a:lnTo>
                    <a:lnTo>
                      <a:pt x="306" y="928"/>
                    </a:lnTo>
                    <a:lnTo>
                      <a:pt x="336" y="1062"/>
                    </a:lnTo>
                    <a:lnTo>
                      <a:pt x="360" y="1178"/>
                    </a:lnTo>
                    <a:lnTo>
                      <a:pt x="368" y="1228"/>
                    </a:lnTo>
                    <a:lnTo>
                      <a:pt x="372" y="1268"/>
                    </a:lnTo>
                    <a:lnTo>
                      <a:pt x="372" y="1268"/>
                    </a:lnTo>
                    <a:lnTo>
                      <a:pt x="442" y="1252"/>
                    </a:lnTo>
                    <a:lnTo>
                      <a:pt x="602" y="1212"/>
                    </a:lnTo>
                    <a:lnTo>
                      <a:pt x="690" y="1192"/>
                    </a:lnTo>
                    <a:lnTo>
                      <a:pt x="774" y="1174"/>
                    </a:lnTo>
                    <a:lnTo>
                      <a:pt x="842" y="1162"/>
                    </a:lnTo>
                    <a:lnTo>
                      <a:pt x="868" y="1158"/>
                    </a:lnTo>
                    <a:lnTo>
                      <a:pt x="886" y="1156"/>
                    </a:lnTo>
                    <a:lnTo>
                      <a:pt x="886" y="1078"/>
                    </a:lnTo>
                    <a:lnTo>
                      <a:pt x="886" y="1078"/>
                    </a:lnTo>
                    <a:lnTo>
                      <a:pt x="900" y="1100"/>
                    </a:lnTo>
                    <a:lnTo>
                      <a:pt x="910" y="1122"/>
                    </a:lnTo>
                    <a:lnTo>
                      <a:pt x="920" y="1146"/>
                    </a:lnTo>
                    <a:lnTo>
                      <a:pt x="920" y="1146"/>
                    </a:lnTo>
                    <a:lnTo>
                      <a:pt x="1000" y="1144"/>
                    </a:lnTo>
                    <a:lnTo>
                      <a:pt x="1066" y="1144"/>
                    </a:lnTo>
                    <a:lnTo>
                      <a:pt x="1116" y="1146"/>
                    </a:lnTo>
                    <a:lnTo>
                      <a:pt x="1116" y="1146"/>
                    </a:lnTo>
                    <a:lnTo>
                      <a:pt x="1054" y="998"/>
                    </a:lnTo>
                    <a:lnTo>
                      <a:pt x="988" y="844"/>
                    </a:lnTo>
                    <a:lnTo>
                      <a:pt x="906" y="660"/>
                    </a:lnTo>
                    <a:lnTo>
                      <a:pt x="820" y="464"/>
                    </a:lnTo>
                    <a:lnTo>
                      <a:pt x="732" y="276"/>
                    </a:lnTo>
                    <a:lnTo>
                      <a:pt x="692" y="192"/>
                    </a:lnTo>
                    <a:lnTo>
                      <a:pt x="654" y="116"/>
                    </a:lnTo>
                    <a:lnTo>
                      <a:pt x="620" y="50"/>
                    </a:lnTo>
                    <a:lnTo>
                      <a:pt x="590" y="0"/>
                    </a:lnTo>
                    <a:lnTo>
                      <a:pt x="590" y="0"/>
                    </a:lnTo>
                    <a:lnTo>
                      <a:pt x="546" y="0"/>
                    </a:lnTo>
                    <a:lnTo>
                      <a:pt x="442" y="2"/>
                    </a:lnTo>
                    <a:lnTo>
                      <a:pt x="380" y="6"/>
                    </a:lnTo>
                    <a:lnTo>
                      <a:pt x="320" y="10"/>
                    </a:lnTo>
                    <a:lnTo>
                      <a:pt x="266" y="14"/>
                    </a:lnTo>
                    <a:lnTo>
                      <a:pt x="224"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5" name="Freeform 52"/>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6" name="Freeform 53"/>
              <p:cNvSpPr>
                <a:spLocks/>
              </p:cNvSpPr>
              <p:nvPr/>
            </p:nvSpPr>
            <p:spPr bwMode="auto">
              <a:xfrm>
                <a:off x="2155136" y="2902400"/>
                <a:ext cx="181188" cy="272736"/>
              </a:xfrm>
              <a:custGeom>
                <a:avLst/>
                <a:gdLst>
                  <a:gd name="T0" fmla="*/ 98 w 190"/>
                  <a:gd name="T1" fmla="*/ 26 h 286"/>
                  <a:gd name="T2" fmla="*/ 98 w 190"/>
                  <a:gd name="T3" fmla="*/ 26 h 286"/>
                  <a:gd name="T4" fmla="*/ 134 w 190"/>
                  <a:gd name="T5" fmla="*/ 90 h 286"/>
                  <a:gd name="T6" fmla="*/ 164 w 190"/>
                  <a:gd name="T7" fmla="*/ 138 h 286"/>
                  <a:gd name="T8" fmla="*/ 176 w 190"/>
                  <a:gd name="T9" fmla="*/ 156 h 286"/>
                  <a:gd name="T10" fmla="*/ 188 w 190"/>
                  <a:gd name="T11" fmla="*/ 168 h 286"/>
                  <a:gd name="T12" fmla="*/ 188 w 190"/>
                  <a:gd name="T13" fmla="*/ 168 h 286"/>
                  <a:gd name="T14" fmla="*/ 190 w 190"/>
                  <a:gd name="T15" fmla="*/ 210 h 286"/>
                  <a:gd name="T16" fmla="*/ 188 w 190"/>
                  <a:gd name="T17" fmla="*/ 240 h 286"/>
                  <a:gd name="T18" fmla="*/ 182 w 190"/>
                  <a:gd name="T19" fmla="*/ 262 h 286"/>
                  <a:gd name="T20" fmla="*/ 180 w 190"/>
                  <a:gd name="T21" fmla="*/ 270 h 286"/>
                  <a:gd name="T22" fmla="*/ 174 w 190"/>
                  <a:gd name="T23" fmla="*/ 276 h 286"/>
                  <a:gd name="T24" fmla="*/ 170 w 190"/>
                  <a:gd name="T25" fmla="*/ 282 h 286"/>
                  <a:gd name="T26" fmla="*/ 166 w 190"/>
                  <a:gd name="T27" fmla="*/ 284 h 286"/>
                  <a:gd name="T28" fmla="*/ 160 w 190"/>
                  <a:gd name="T29" fmla="*/ 286 h 286"/>
                  <a:gd name="T30" fmla="*/ 154 w 190"/>
                  <a:gd name="T31" fmla="*/ 286 h 286"/>
                  <a:gd name="T32" fmla="*/ 140 w 190"/>
                  <a:gd name="T33" fmla="*/ 282 h 286"/>
                  <a:gd name="T34" fmla="*/ 128 w 190"/>
                  <a:gd name="T35" fmla="*/ 276 h 286"/>
                  <a:gd name="T36" fmla="*/ 114 w 190"/>
                  <a:gd name="T37" fmla="*/ 266 h 286"/>
                  <a:gd name="T38" fmla="*/ 100 w 190"/>
                  <a:gd name="T39" fmla="*/ 254 h 286"/>
                  <a:gd name="T40" fmla="*/ 76 w 190"/>
                  <a:gd name="T41" fmla="*/ 228 h 286"/>
                  <a:gd name="T42" fmla="*/ 60 w 190"/>
                  <a:gd name="T43" fmla="*/ 208 h 286"/>
                  <a:gd name="T44" fmla="*/ 52 w 190"/>
                  <a:gd name="T45" fmla="*/ 198 h 286"/>
                  <a:gd name="T46" fmla="*/ 52 w 190"/>
                  <a:gd name="T47" fmla="*/ 198 h 286"/>
                  <a:gd name="T48" fmla="*/ 30 w 190"/>
                  <a:gd name="T49" fmla="*/ 134 h 286"/>
                  <a:gd name="T50" fmla="*/ 12 w 190"/>
                  <a:gd name="T51" fmla="*/ 76 h 286"/>
                  <a:gd name="T52" fmla="*/ 0 w 190"/>
                  <a:gd name="T53" fmla="*/ 26 h 286"/>
                  <a:gd name="T54" fmla="*/ 0 w 190"/>
                  <a:gd name="T55" fmla="*/ 26 h 286"/>
                  <a:gd name="T56" fmla="*/ 0 w 190"/>
                  <a:gd name="T57" fmla="*/ 16 h 286"/>
                  <a:gd name="T58" fmla="*/ 0 w 190"/>
                  <a:gd name="T59" fmla="*/ 10 h 286"/>
                  <a:gd name="T60" fmla="*/ 4 w 190"/>
                  <a:gd name="T61" fmla="*/ 4 h 286"/>
                  <a:gd name="T62" fmla="*/ 10 w 190"/>
                  <a:gd name="T63" fmla="*/ 2 h 286"/>
                  <a:gd name="T64" fmla="*/ 18 w 190"/>
                  <a:gd name="T65" fmla="*/ 0 h 286"/>
                  <a:gd name="T66" fmla="*/ 26 w 190"/>
                  <a:gd name="T67" fmla="*/ 0 h 286"/>
                  <a:gd name="T68" fmla="*/ 44 w 190"/>
                  <a:gd name="T69" fmla="*/ 4 h 286"/>
                  <a:gd name="T70" fmla="*/ 64 w 190"/>
                  <a:gd name="T71" fmla="*/ 10 h 286"/>
                  <a:gd name="T72" fmla="*/ 80 w 190"/>
                  <a:gd name="T73" fmla="*/ 18 h 286"/>
                  <a:gd name="T74" fmla="*/ 98 w 190"/>
                  <a:gd name="T75" fmla="*/ 2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0" h="286">
                    <a:moveTo>
                      <a:pt x="98" y="26"/>
                    </a:moveTo>
                    <a:lnTo>
                      <a:pt x="98" y="26"/>
                    </a:lnTo>
                    <a:lnTo>
                      <a:pt x="134" y="90"/>
                    </a:lnTo>
                    <a:lnTo>
                      <a:pt x="164" y="138"/>
                    </a:lnTo>
                    <a:lnTo>
                      <a:pt x="176" y="156"/>
                    </a:lnTo>
                    <a:lnTo>
                      <a:pt x="188" y="168"/>
                    </a:lnTo>
                    <a:lnTo>
                      <a:pt x="188" y="168"/>
                    </a:lnTo>
                    <a:lnTo>
                      <a:pt x="190" y="210"/>
                    </a:lnTo>
                    <a:lnTo>
                      <a:pt x="188" y="240"/>
                    </a:lnTo>
                    <a:lnTo>
                      <a:pt x="182" y="262"/>
                    </a:lnTo>
                    <a:lnTo>
                      <a:pt x="180" y="270"/>
                    </a:lnTo>
                    <a:lnTo>
                      <a:pt x="174" y="276"/>
                    </a:lnTo>
                    <a:lnTo>
                      <a:pt x="170" y="282"/>
                    </a:lnTo>
                    <a:lnTo>
                      <a:pt x="166" y="284"/>
                    </a:lnTo>
                    <a:lnTo>
                      <a:pt x="160" y="286"/>
                    </a:lnTo>
                    <a:lnTo>
                      <a:pt x="154" y="286"/>
                    </a:lnTo>
                    <a:lnTo>
                      <a:pt x="140" y="282"/>
                    </a:lnTo>
                    <a:lnTo>
                      <a:pt x="128" y="276"/>
                    </a:lnTo>
                    <a:lnTo>
                      <a:pt x="114" y="266"/>
                    </a:lnTo>
                    <a:lnTo>
                      <a:pt x="100" y="254"/>
                    </a:lnTo>
                    <a:lnTo>
                      <a:pt x="76" y="228"/>
                    </a:lnTo>
                    <a:lnTo>
                      <a:pt x="60" y="208"/>
                    </a:lnTo>
                    <a:lnTo>
                      <a:pt x="52" y="198"/>
                    </a:lnTo>
                    <a:lnTo>
                      <a:pt x="52" y="198"/>
                    </a:lnTo>
                    <a:lnTo>
                      <a:pt x="30" y="134"/>
                    </a:lnTo>
                    <a:lnTo>
                      <a:pt x="12" y="76"/>
                    </a:lnTo>
                    <a:lnTo>
                      <a:pt x="0" y="26"/>
                    </a:lnTo>
                    <a:lnTo>
                      <a:pt x="0" y="26"/>
                    </a:lnTo>
                    <a:lnTo>
                      <a:pt x="0" y="16"/>
                    </a:lnTo>
                    <a:lnTo>
                      <a:pt x="0" y="10"/>
                    </a:lnTo>
                    <a:lnTo>
                      <a:pt x="4" y="4"/>
                    </a:lnTo>
                    <a:lnTo>
                      <a:pt x="10" y="2"/>
                    </a:lnTo>
                    <a:lnTo>
                      <a:pt x="18" y="0"/>
                    </a:lnTo>
                    <a:lnTo>
                      <a:pt x="26" y="0"/>
                    </a:lnTo>
                    <a:lnTo>
                      <a:pt x="44" y="4"/>
                    </a:lnTo>
                    <a:lnTo>
                      <a:pt x="64" y="10"/>
                    </a:lnTo>
                    <a:lnTo>
                      <a:pt x="80" y="18"/>
                    </a:lnTo>
                    <a:lnTo>
                      <a:pt x="98"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7" name="Freeform 54"/>
              <p:cNvSpPr>
                <a:spLocks/>
              </p:cNvSpPr>
              <p:nvPr/>
            </p:nvSpPr>
            <p:spPr bwMode="auto">
              <a:xfrm>
                <a:off x="2103640" y="3045443"/>
                <a:ext cx="438667" cy="547380"/>
              </a:xfrm>
              <a:custGeom>
                <a:avLst/>
                <a:gdLst>
                  <a:gd name="T0" fmla="*/ 148 w 460"/>
                  <a:gd name="T1" fmla="*/ 0 h 574"/>
                  <a:gd name="T2" fmla="*/ 224 w 460"/>
                  <a:gd name="T3" fmla="*/ 124 h 574"/>
                  <a:gd name="T4" fmla="*/ 192 w 460"/>
                  <a:gd name="T5" fmla="*/ 0 h 574"/>
                  <a:gd name="T6" fmla="*/ 288 w 460"/>
                  <a:gd name="T7" fmla="*/ 0 h 574"/>
                  <a:gd name="T8" fmla="*/ 288 w 460"/>
                  <a:gd name="T9" fmla="*/ 0 h 574"/>
                  <a:gd name="T10" fmla="*/ 312 w 460"/>
                  <a:gd name="T11" fmla="*/ 64 h 574"/>
                  <a:gd name="T12" fmla="*/ 338 w 460"/>
                  <a:gd name="T13" fmla="*/ 134 h 574"/>
                  <a:gd name="T14" fmla="*/ 366 w 460"/>
                  <a:gd name="T15" fmla="*/ 220 h 574"/>
                  <a:gd name="T16" fmla="*/ 398 w 460"/>
                  <a:gd name="T17" fmla="*/ 314 h 574"/>
                  <a:gd name="T18" fmla="*/ 426 w 460"/>
                  <a:gd name="T19" fmla="*/ 408 h 574"/>
                  <a:gd name="T20" fmla="*/ 436 w 460"/>
                  <a:gd name="T21" fmla="*/ 454 h 574"/>
                  <a:gd name="T22" fmla="*/ 446 w 460"/>
                  <a:gd name="T23" fmla="*/ 498 h 574"/>
                  <a:gd name="T24" fmla="*/ 454 w 460"/>
                  <a:gd name="T25" fmla="*/ 538 h 574"/>
                  <a:gd name="T26" fmla="*/ 460 w 460"/>
                  <a:gd name="T27" fmla="*/ 574 h 574"/>
                  <a:gd name="T28" fmla="*/ 460 w 460"/>
                  <a:gd name="T29" fmla="*/ 574 h 574"/>
                  <a:gd name="T30" fmla="*/ 400 w 460"/>
                  <a:gd name="T31" fmla="*/ 506 h 574"/>
                  <a:gd name="T32" fmla="*/ 264 w 460"/>
                  <a:gd name="T33" fmla="*/ 350 h 574"/>
                  <a:gd name="T34" fmla="*/ 186 w 460"/>
                  <a:gd name="T35" fmla="*/ 264 h 574"/>
                  <a:gd name="T36" fmla="*/ 110 w 460"/>
                  <a:gd name="T37" fmla="*/ 182 h 574"/>
                  <a:gd name="T38" fmla="*/ 46 w 460"/>
                  <a:gd name="T39" fmla="*/ 116 h 574"/>
                  <a:gd name="T40" fmla="*/ 20 w 460"/>
                  <a:gd name="T41" fmla="*/ 92 h 574"/>
                  <a:gd name="T42" fmla="*/ 0 w 460"/>
                  <a:gd name="T43" fmla="*/ 76 h 574"/>
                  <a:gd name="T44" fmla="*/ 148 w 460"/>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74">
                    <a:moveTo>
                      <a:pt x="148" y="0"/>
                    </a:moveTo>
                    <a:lnTo>
                      <a:pt x="224" y="124"/>
                    </a:lnTo>
                    <a:lnTo>
                      <a:pt x="192" y="0"/>
                    </a:lnTo>
                    <a:lnTo>
                      <a:pt x="288" y="0"/>
                    </a:lnTo>
                    <a:lnTo>
                      <a:pt x="288" y="0"/>
                    </a:lnTo>
                    <a:lnTo>
                      <a:pt x="312" y="64"/>
                    </a:lnTo>
                    <a:lnTo>
                      <a:pt x="338" y="134"/>
                    </a:lnTo>
                    <a:lnTo>
                      <a:pt x="366" y="220"/>
                    </a:lnTo>
                    <a:lnTo>
                      <a:pt x="398" y="314"/>
                    </a:lnTo>
                    <a:lnTo>
                      <a:pt x="426" y="408"/>
                    </a:lnTo>
                    <a:lnTo>
                      <a:pt x="436" y="454"/>
                    </a:lnTo>
                    <a:lnTo>
                      <a:pt x="446" y="498"/>
                    </a:lnTo>
                    <a:lnTo>
                      <a:pt x="454" y="538"/>
                    </a:lnTo>
                    <a:lnTo>
                      <a:pt x="460" y="574"/>
                    </a:lnTo>
                    <a:lnTo>
                      <a:pt x="460" y="574"/>
                    </a:lnTo>
                    <a:lnTo>
                      <a:pt x="400" y="506"/>
                    </a:lnTo>
                    <a:lnTo>
                      <a:pt x="264" y="350"/>
                    </a:lnTo>
                    <a:lnTo>
                      <a:pt x="186" y="264"/>
                    </a:lnTo>
                    <a:lnTo>
                      <a:pt x="110" y="182"/>
                    </a:lnTo>
                    <a:lnTo>
                      <a:pt x="46" y="116"/>
                    </a:lnTo>
                    <a:lnTo>
                      <a:pt x="20" y="92"/>
                    </a:lnTo>
                    <a:lnTo>
                      <a:pt x="0" y="76"/>
                    </a:lnTo>
                    <a:lnTo>
                      <a:pt x="148"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8" name="Freeform 55"/>
              <p:cNvSpPr>
                <a:spLocks/>
              </p:cNvSpPr>
              <p:nvPr/>
            </p:nvSpPr>
            <p:spPr bwMode="auto">
              <a:xfrm>
                <a:off x="2088382" y="3020649"/>
                <a:ext cx="156394" cy="143044"/>
              </a:xfrm>
              <a:custGeom>
                <a:avLst/>
                <a:gdLst>
                  <a:gd name="T0" fmla="*/ 0 w 164"/>
                  <a:gd name="T1" fmla="*/ 0 h 150"/>
                  <a:gd name="T2" fmla="*/ 164 w 164"/>
                  <a:gd name="T3" fmla="*/ 26 h 150"/>
                  <a:gd name="T4" fmla="*/ 164 w 164"/>
                  <a:gd name="T5" fmla="*/ 150 h 150"/>
                  <a:gd name="T6" fmla="*/ 164 w 164"/>
                  <a:gd name="T7" fmla="*/ 150 h 150"/>
                  <a:gd name="T8" fmla="*/ 84 w 164"/>
                  <a:gd name="T9" fmla="*/ 126 h 150"/>
                  <a:gd name="T10" fmla="*/ 28 w 164"/>
                  <a:gd name="T11" fmla="*/ 106 h 150"/>
                  <a:gd name="T12" fmla="*/ 8 w 164"/>
                  <a:gd name="T13" fmla="*/ 98 h 150"/>
                  <a:gd name="T14" fmla="*/ 0 w 164"/>
                  <a:gd name="T15" fmla="*/ 94 h 150"/>
                  <a:gd name="T16" fmla="*/ 0 w 164"/>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50">
                    <a:moveTo>
                      <a:pt x="0" y="0"/>
                    </a:moveTo>
                    <a:lnTo>
                      <a:pt x="164" y="26"/>
                    </a:lnTo>
                    <a:lnTo>
                      <a:pt x="164" y="150"/>
                    </a:lnTo>
                    <a:lnTo>
                      <a:pt x="164" y="150"/>
                    </a:lnTo>
                    <a:lnTo>
                      <a:pt x="84" y="126"/>
                    </a:lnTo>
                    <a:lnTo>
                      <a:pt x="28" y="106"/>
                    </a:lnTo>
                    <a:lnTo>
                      <a:pt x="8" y="98"/>
                    </a:lnTo>
                    <a:lnTo>
                      <a:pt x="0" y="9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69" name="Freeform 56"/>
              <p:cNvSpPr>
                <a:spLocks/>
              </p:cNvSpPr>
              <p:nvPr/>
            </p:nvSpPr>
            <p:spPr bwMode="auto">
              <a:xfrm>
                <a:off x="2269570" y="3146527"/>
                <a:ext cx="125878" cy="87734"/>
              </a:xfrm>
              <a:custGeom>
                <a:avLst/>
                <a:gdLst>
                  <a:gd name="T0" fmla="*/ 0 w 132"/>
                  <a:gd name="T1" fmla="*/ 36 h 92"/>
                  <a:gd name="T2" fmla="*/ 0 w 132"/>
                  <a:gd name="T3" fmla="*/ 36 h 92"/>
                  <a:gd name="T4" fmla="*/ 10 w 132"/>
                  <a:gd name="T5" fmla="*/ 30 h 92"/>
                  <a:gd name="T6" fmla="*/ 36 w 132"/>
                  <a:gd name="T7" fmla="*/ 16 h 92"/>
                  <a:gd name="T8" fmla="*/ 52 w 132"/>
                  <a:gd name="T9" fmla="*/ 8 h 92"/>
                  <a:gd name="T10" fmla="*/ 70 w 132"/>
                  <a:gd name="T11" fmla="*/ 4 h 92"/>
                  <a:gd name="T12" fmla="*/ 90 w 132"/>
                  <a:gd name="T13" fmla="*/ 0 h 92"/>
                  <a:gd name="T14" fmla="*/ 108 w 132"/>
                  <a:gd name="T15" fmla="*/ 2 h 92"/>
                  <a:gd name="T16" fmla="*/ 132 w 132"/>
                  <a:gd name="T17" fmla="*/ 66 h 92"/>
                  <a:gd name="T18" fmla="*/ 78 w 132"/>
                  <a:gd name="T19" fmla="*/ 92 h 92"/>
                  <a:gd name="T20" fmla="*/ 0 w 132"/>
                  <a:gd name="T21"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92">
                    <a:moveTo>
                      <a:pt x="0" y="36"/>
                    </a:moveTo>
                    <a:lnTo>
                      <a:pt x="0" y="36"/>
                    </a:lnTo>
                    <a:lnTo>
                      <a:pt x="10" y="30"/>
                    </a:lnTo>
                    <a:lnTo>
                      <a:pt x="36" y="16"/>
                    </a:lnTo>
                    <a:lnTo>
                      <a:pt x="52" y="8"/>
                    </a:lnTo>
                    <a:lnTo>
                      <a:pt x="70" y="4"/>
                    </a:lnTo>
                    <a:lnTo>
                      <a:pt x="90" y="0"/>
                    </a:lnTo>
                    <a:lnTo>
                      <a:pt x="108" y="2"/>
                    </a:lnTo>
                    <a:lnTo>
                      <a:pt x="132" y="66"/>
                    </a:lnTo>
                    <a:lnTo>
                      <a:pt x="78" y="92"/>
                    </a:lnTo>
                    <a:lnTo>
                      <a:pt x="0" y="36"/>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0" name="Freeform 57"/>
              <p:cNvSpPr>
                <a:spLocks/>
              </p:cNvSpPr>
              <p:nvPr/>
            </p:nvSpPr>
            <p:spPr bwMode="auto">
              <a:xfrm>
                <a:off x="2343953" y="3209466"/>
                <a:ext cx="215519" cy="404337"/>
              </a:xfrm>
              <a:custGeom>
                <a:avLst/>
                <a:gdLst>
                  <a:gd name="T0" fmla="*/ 22 w 226"/>
                  <a:gd name="T1" fmla="*/ 190 h 424"/>
                  <a:gd name="T2" fmla="*/ 0 w 226"/>
                  <a:gd name="T3" fmla="*/ 26 h 424"/>
                  <a:gd name="T4" fmla="*/ 54 w 226"/>
                  <a:gd name="T5" fmla="*/ 0 h 424"/>
                  <a:gd name="T6" fmla="*/ 54 w 226"/>
                  <a:gd name="T7" fmla="*/ 0 h 424"/>
                  <a:gd name="T8" fmla="*/ 110 w 226"/>
                  <a:gd name="T9" fmla="*/ 92 h 424"/>
                  <a:gd name="T10" fmla="*/ 156 w 226"/>
                  <a:gd name="T11" fmla="*/ 166 h 424"/>
                  <a:gd name="T12" fmla="*/ 188 w 226"/>
                  <a:gd name="T13" fmla="*/ 218 h 424"/>
                  <a:gd name="T14" fmla="*/ 226 w 226"/>
                  <a:gd name="T15" fmla="*/ 424 h 424"/>
                  <a:gd name="T16" fmla="*/ 22 w 226"/>
                  <a:gd name="T17" fmla="*/ 19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424">
                    <a:moveTo>
                      <a:pt x="22" y="190"/>
                    </a:moveTo>
                    <a:lnTo>
                      <a:pt x="0" y="26"/>
                    </a:lnTo>
                    <a:lnTo>
                      <a:pt x="54" y="0"/>
                    </a:lnTo>
                    <a:lnTo>
                      <a:pt x="54" y="0"/>
                    </a:lnTo>
                    <a:lnTo>
                      <a:pt x="110" y="92"/>
                    </a:lnTo>
                    <a:lnTo>
                      <a:pt x="156" y="166"/>
                    </a:lnTo>
                    <a:lnTo>
                      <a:pt x="188" y="218"/>
                    </a:lnTo>
                    <a:lnTo>
                      <a:pt x="226" y="424"/>
                    </a:lnTo>
                    <a:lnTo>
                      <a:pt x="22" y="19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1" name="Freeform 58"/>
              <p:cNvSpPr>
                <a:spLocks/>
              </p:cNvSpPr>
              <p:nvPr/>
            </p:nvSpPr>
            <p:spPr bwMode="auto">
              <a:xfrm>
                <a:off x="2023536" y="3045443"/>
                <a:ext cx="535937" cy="568360"/>
              </a:xfrm>
              <a:custGeom>
                <a:avLst/>
                <a:gdLst>
                  <a:gd name="T0" fmla="*/ 68 w 562"/>
                  <a:gd name="T1" fmla="*/ 0 h 596"/>
                  <a:gd name="T2" fmla="*/ 68 w 562"/>
                  <a:gd name="T3" fmla="*/ 0 h 596"/>
                  <a:gd name="T4" fmla="*/ 42 w 562"/>
                  <a:gd name="T5" fmla="*/ 70 h 596"/>
                  <a:gd name="T6" fmla="*/ 20 w 562"/>
                  <a:gd name="T7" fmla="*/ 134 h 596"/>
                  <a:gd name="T8" fmla="*/ 0 w 562"/>
                  <a:gd name="T9" fmla="*/ 198 h 596"/>
                  <a:gd name="T10" fmla="*/ 0 w 562"/>
                  <a:gd name="T11" fmla="*/ 198 h 596"/>
                  <a:gd name="T12" fmla="*/ 16 w 562"/>
                  <a:gd name="T13" fmla="*/ 204 h 596"/>
                  <a:gd name="T14" fmla="*/ 60 w 562"/>
                  <a:gd name="T15" fmla="*/ 216 h 596"/>
                  <a:gd name="T16" fmla="*/ 90 w 562"/>
                  <a:gd name="T17" fmla="*/ 224 h 596"/>
                  <a:gd name="T18" fmla="*/ 126 w 562"/>
                  <a:gd name="T19" fmla="*/ 232 h 596"/>
                  <a:gd name="T20" fmla="*/ 164 w 562"/>
                  <a:gd name="T21" fmla="*/ 238 h 596"/>
                  <a:gd name="T22" fmla="*/ 204 w 562"/>
                  <a:gd name="T23" fmla="*/ 244 h 596"/>
                  <a:gd name="T24" fmla="*/ 204 w 562"/>
                  <a:gd name="T25" fmla="*/ 244 h 596"/>
                  <a:gd name="T26" fmla="*/ 184 w 562"/>
                  <a:gd name="T27" fmla="*/ 338 h 596"/>
                  <a:gd name="T28" fmla="*/ 170 w 562"/>
                  <a:gd name="T29" fmla="*/ 406 h 596"/>
                  <a:gd name="T30" fmla="*/ 168 w 562"/>
                  <a:gd name="T31" fmla="*/ 430 h 596"/>
                  <a:gd name="T32" fmla="*/ 168 w 562"/>
                  <a:gd name="T33" fmla="*/ 442 h 596"/>
                  <a:gd name="T34" fmla="*/ 168 w 562"/>
                  <a:gd name="T35" fmla="*/ 442 h 596"/>
                  <a:gd name="T36" fmla="*/ 212 w 562"/>
                  <a:gd name="T37" fmla="*/ 458 h 596"/>
                  <a:gd name="T38" fmla="*/ 320 w 562"/>
                  <a:gd name="T39" fmla="*/ 494 h 596"/>
                  <a:gd name="T40" fmla="*/ 384 w 562"/>
                  <a:gd name="T41" fmla="*/ 518 h 596"/>
                  <a:gd name="T42" fmla="*/ 450 w 562"/>
                  <a:gd name="T43" fmla="*/ 544 h 596"/>
                  <a:gd name="T44" fmla="*/ 510 w 562"/>
                  <a:gd name="T45" fmla="*/ 570 h 596"/>
                  <a:gd name="T46" fmla="*/ 562 w 562"/>
                  <a:gd name="T47" fmla="*/ 596 h 596"/>
                  <a:gd name="T48" fmla="*/ 562 w 562"/>
                  <a:gd name="T49" fmla="*/ 596 h 596"/>
                  <a:gd name="T50" fmla="*/ 464 w 562"/>
                  <a:gd name="T51" fmla="*/ 486 h 596"/>
                  <a:gd name="T52" fmla="*/ 322 w 562"/>
                  <a:gd name="T53" fmla="*/ 326 h 596"/>
                  <a:gd name="T54" fmla="*/ 180 w 562"/>
                  <a:gd name="T55" fmla="*/ 172 h 596"/>
                  <a:gd name="T56" fmla="*/ 124 w 562"/>
                  <a:gd name="T57" fmla="*/ 112 h 596"/>
                  <a:gd name="T58" fmla="*/ 84 w 562"/>
                  <a:gd name="T59" fmla="*/ 70 h 596"/>
                  <a:gd name="T60" fmla="*/ 68 w 562"/>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596">
                    <a:moveTo>
                      <a:pt x="68" y="0"/>
                    </a:moveTo>
                    <a:lnTo>
                      <a:pt x="68" y="0"/>
                    </a:lnTo>
                    <a:lnTo>
                      <a:pt x="42" y="70"/>
                    </a:lnTo>
                    <a:lnTo>
                      <a:pt x="20" y="134"/>
                    </a:lnTo>
                    <a:lnTo>
                      <a:pt x="0" y="198"/>
                    </a:lnTo>
                    <a:lnTo>
                      <a:pt x="0" y="198"/>
                    </a:lnTo>
                    <a:lnTo>
                      <a:pt x="16" y="204"/>
                    </a:lnTo>
                    <a:lnTo>
                      <a:pt x="60" y="216"/>
                    </a:lnTo>
                    <a:lnTo>
                      <a:pt x="90" y="224"/>
                    </a:lnTo>
                    <a:lnTo>
                      <a:pt x="126" y="232"/>
                    </a:lnTo>
                    <a:lnTo>
                      <a:pt x="164" y="238"/>
                    </a:lnTo>
                    <a:lnTo>
                      <a:pt x="204" y="244"/>
                    </a:lnTo>
                    <a:lnTo>
                      <a:pt x="204" y="244"/>
                    </a:lnTo>
                    <a:lnTo>
                      <a:pt x="184" y="338"/>
                    </a:lnTo>
                    <a:lnTo>
                      <a:pt x="170" y="406"/>
                    </a:lnTo>
                    <a:lnTo>
                      <a:pt x="168" y="430"/>
                    </a:lnTo>
                    <a:lnTo>
                      <a:pt x="168" y="442"/>
                    </a:lnTo>
                    <a:lnTo>
                      <a:pt x="168" y="442"/>
                    </a:lnTo>
                    <a:lnTo>
                      <a:pt x="212" y="458"/>
                    </a:lnTo>
                    <a:lnTo>
                      <a:pt x="320" y="494"/>
                    </a:lnTo>
                    <a:lnTo>
                      <a:pt x="384" y="518"/>
                    </a:lnTo>
                    <a:lnTo>
                      <a:pt x="450" y="544"/>
                    </a:lnTo>
                    <a:lnTo>
                      <a:pt x="510" y="570"/>
                    </a:lnTo>
                    <a:lnTo>
                      <a:pt x="562" y="596"/>
                    </a:lnTo>
                    <a:lnTo>
                      <a:pt x="562" y="596"/>
                    </a:lnTo>
                    <a:lnTo>
                      <a:pt x="464" y="486"/>
                    </a:lnTo>
                    <a:lnTo>
                      <a:pt x="322" y="326"/>
                    </a:lnTo>
                    <a:lnTo>
                      <a:pt x="180" y="172"/>
                    </a:lnTo>
                    <a:lnTo>
                      <a:pt x="124" y="112"/>
                    </a:lnTo>
                    <a:lnTo>
                      <a:pt x="84" y="70"/>
                    </a:lnTo>
                    <a:lnTo>
                      <a:pt x="68"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2" name="Freeform 59"/>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3" name="Freeform 60"/>
              <p:cNvSpPr>
                <a:spLocks/>
              </p:cNvSpPr>
              <p:nvPr/>
            </p:nvSpPr>
            <p:spPr bwMode="auto">
              <a:xfrm>
                <a:off x="2364933" y="3014927"/>
                <a:ext cx="247942" cy="598875"/>
              </a:xfrm>
              <a:custGeom>
                <a:avLst/>
                <a:gdLst>
                  <a:gd name="T0" fmla="*/ 0 w 260"/>
                  <a:gd name="T1" fmla="*/ 0 h 628"/>
                  <a:gd name="T2" fmla="*/ 0 w 260"/>
                  <a:gd name="T3" fmla="*/ 0 h 628"/>
                  <a:gd name="T4" fmla="*/ 14 w 260"/>
                  <a:gd name="T5" fmla="*/ 12 h 628"/>
                  <a:gd name="T6" fmla="*/ 48 w 260"/>
                  <a:gd name="T7" fmla="*/ 40 h 628"/>
                  <a:gd name="T8" fmla="*/ 70 w 260"/>
                  <a:gd name="T9" fmla="*/ 58 h 628"/>
                  <a:gd name="T10" fmla="*/ 94 w 260"/>
                  <a:gd name="T11" fmla="*/ 76 h 628"/>
                  <a:gd name="T12" fmla="*/ 120 w 260"/>
                  <a:gd name="T13" fmla="*/ 92 h 628"/>
                  <a:gd name="T14" fmla="*/ 146 w 260"/>
                  <a:gd name="T15" fmla="*/ 106 h 628"/>
                  <a:gd name="T16" fmla="*/ 146 w 260"/>
                  <a:gd name="T17" fmla="*/ 106 h 628"/>
                  <a:gd name="T18" fmla="*/ 136 w 260"/>
                  <a:gd name="T19" fmla="*/ 142 h 628"/>
                  <a:gd name="T20" fmla="*/ 124 w 260"/>
                  <a:gd name="T21" fmla="*/ 174 h 628"/>
                  <a:gd name="T22" fmla="*/ 118 w 260"/>
                  <a:gd name="T23" fmla="*/ 190 h 628"/>
                  <a:gd name="T24" fmla="*/ 110 w 260"/>
                  <a:gd name="T25" fmla="*/ 204 h 628"/>
                  <a:gd name="T26" fmla="*/ 110 w 260"/>
                  <a:gd name="T27" fmla="*/ 204 h 628"/>
                  <a:gd name="T28" fmla="*/ 168 w 260"/>
                  <a:gd name="T29" fmla="*/ 246 h 628"/>
                  <a:gd name="T30" fmla="*/ 218 w 260"/>
                  <a:gd name="T31" fmla="*/ 282 h 628"/>
                  <a:gd name="T32" fmla="*/ 242 w 260"/>
                  <a:gd name="T33" fmla="*/ 302 h 628"/>
                  <a:gd name="T34" fmla="*/ 260 w 260"/>
                  <a:gd name="T35" fmla="*/ 318 h 628"/>
                  <a:gd name="T36" fmla="*/ 260 w 260"/>
                  <a:gd name="T37" fmla="*/ 318 h 628"/>
                  <a:gd name="T38" fmla="*/ 252 w 260"/>
                  <a:gd name="T39" fmla="*/ 346 h 628"/>
                  <a:gd name="T40" fmla="*/ 242 w 260"/>
                  <a:gd name="T41" fmla="*/ 378 h 628"/>
                  <a:gd name="T42" fmla="*/ 232 w 260"/>
                  <a:gd name="T43" fmla="*/ 418 h 628"/>
                  <a:gd name="T44" fmla="*/ 222 w 260"/>
                  <a:gd name="T45" fmla="*/ 464 h 628"/>
                  <a:gd name="T46" fmla="*/ 214 w 260"/>
                  <a:gd name="T47" fmla="*/ 516 h 628"/>
                  <a:gd name="T48" fmla="*/ 206 w 260"/>
                  <a:gd name="T49" fmla="*/ 572 h 628"/>
                  <a:gd name="T50" fmla="*/ 204 w 260"/>
                  <a:gd name="T51" fmla="*/ 600 h 628"/>
                  <a:gd name="T52" fmla="*/ 204 w 260"/>
                  <a:gd name="T53" fmla="*/ 628 h 628"/>
                  <a:gd name="T54" fmla="*/ 204 w 260"/>
                  <a:gd name="T55" fmla="*/ 628 h 628"/>
                  <a:gd name="T56" fmla="*/ 178 w 260"/>
                  <a:gd name="T57" fmla="*/ 538 h 628"/>
                  <a:gd name="T58" fmla="*/ 118 w 260"/>
                  <a:gd name="T59" fmla="*/ 336 h 628"/>
                  <a:gd name="T60" fmla="*/ 82 w 260"/>
                  <a:gd name="T61" fmla="*/ 224 h 628"/>
                  <a:gd name="T62" fmla="*/ 50 w 260"/>
                  <a:gd name="T63" fmla="*/ 124 h 628"/>
                  <a:gd name="T64" fmla="*/ 20 w 260"/>
                  <a:gd name="T65" fmla="*/ 44 h 628"/>
                  <a:gd name="T66" fmla="*/ 10 w 260"/>
                  <a:gd name="T67" fmla="*/ 16 h 628"/>
                  <a:gd name="T68" fmla="*/ 0 w 260"/>
                  <a:gd name="T69" fmla="*/ 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628">
                    <a:moveTo>
                      <a:pt x="0" y="0"/>
                    </a:moveTo>
                    <a:lnTo>
                      <a:pt x="0" y="0"/>
                    </a:lnTo>
                    <a:lnTo>
                      <a:pt x="14" y="12"/>
                    </a:lnTo>
                    <a:lnTo>
                      <a:pt x="48" y="40"/>
                    </a:lnTo>
                    <a:lnTo>
                      <a:pt x="70" y="58"/>
                    </a:lnTo>
                    <a:lnTo>
                      <a:pt x="94" y="76"/>
                    </a:lnTo>
                    <a:lnTo>
                      <a:pt x="120" y="92"/>
                    </a:lnTo>
                    <a:lnTo>
                      <a:pt x="146" y="106"/>
                    </a:lnTo>
                    <a:lnTo>
                      <a:pt x="146" y="106"/>
                    </a:lnTo>
                    <a:lnTo>
                      <a:pt x="136" y="142"/>
                    </a:lnTo>
                    <a:lnTo>
                      <a:pt x="124" y="174"/>
                    </a:lnTo>
                    <a:lnTo>
                      <a:pt x="118" y="190"/>
                    </a:lnTo>
                    <a:lnTo>
                      <a:pt x="110" y="204"/>
                    </a:lnTo>
                    <a:lnTo>
                      <a:pt x="110" y="204"/>
                    </a:lnTo>
                    <a:lnTo>
                      <a:pt x="168" y="246"/>
                    </a:lnTo>
                    <a:lnTo>
                      <a:pt x="218" y="282"/>
                    </a:lnTo>
                    <a:lnTo>
                      <a:pt x="242" y="302"/>
                    </a:lnTo>
                    <a:lnTo>
                      <a:pt x="260" y="318"/>
                    </a:lnTo>
                    <a:lnTo>
                      <a:pt x="260" y="318"/>
                    </a:lnTo>
                    <a:lnTo>
                      <a:pt x="252" y="346"/>
                    </a:lnTo>
                    <a:lnTo>
                      <a:pt x="242" y="378"/>
                    </a:lnTo>
                    <a:lnTo>
                      <a:pt x="232" y="418"/>
                    </a:lnTo>
                    <a:lnTo>
                      <a:pt x="222" y="464"/>
                    </a:lnTo>
                    <a:lnTo>
                      <a:pt x="214" y="516"/>
                    </a:lnTo>
                    <a:lnTo>
                      <a:pt x="206" y="572"/>
                    </a:lnTo>
                    <a:lnTo>
                      <a:pt x="204" y="600"/>
                    </a:lnTo>
                    <a:lnTo>
                      <a:pt x="204" y="628"/>
                    </a:lnTo>
                    <a:lnTo>
                      <a:pt x="204" y="628"/>
                    </a:lnTo>
                    <a:lnTo>
                      <a:pt x="178" y="538"/>
                    </a:lnTo>
                    <a:lnTo>
                      <a:pt x="118" y="336"/>
                    </a:lnTo>
                    <a:lnTo>
                      <a:pt x="82" y="224"/>
                    </a:lnTo>
                    <a:lnTo>
                      <a:pt x="50" y="124"/>
                    </a:lnTo>
                    <a:lnTo>
                      <a:pt x="20" y="44"/>
                    </a:lnTo>
                    <a:lnTo>
                      <a:pt x="10" y="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4" name="Freeform 61"/>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5" name="Freeform 62"/>
              <p:cNvSpPr>
                <a:spLocks/>
              </p:cNvSpPr>
              <p:nvPr/>
            </p:nvSpPr>
            <p:spPr bwMode="auto">
              <a:xfrm>
                <a:off x="2567102" y="3636690"/>
                <a:ext cx="164023" cy="408151"/>
              </a:xfrm>
              <a:custGeom>
                <a:avLst/>
                <a:gdLst>
                  <a:gd name="T0" fmla="*/ 0 w 172"/>
                  <a:gd name="T1" fmla="*/ 0 h 428"/>
                  <a:gd name="T2" fmla="*/ 0 w 172"/>
                  <a:gd name="T3" fmla="*/ 0 h 428"/>
                  <a:gd name="T4" fmla="*/ 24 w 172"/>
                  <a:gd name="T5" fmla="*/ 50 h 428"/>
                  <a:gd name="T6" fmla="*/ 78 w 172"/>
                  <a:gd name="T7" fmla="*/ 168 h 428"/>
                  <a:gd name="T8" fmla="*/ 108 w 172"/>
                  <a:gd name="T9" fmla="*/ 240 h 428"/>
                  <a:gd name="T10" fmla="*/ 136 w 172"/>
                  <a:gd name="T11" fmla="*/ 310 h 428"/>
                  <a:gd name="T12" fmla="*/ 158 w 172"/>
                  <a:gd name="T13" fmla="*/ 374 h 428"/>
                  <a:gd name="T14" fmla="*/ 166 w 172"/>
                  <a:gd name="T15" fmla="*/ 402 h 428"/>
                  <a:gd name="T16" fmla="*/ 172 w 172"/>
                  <a:gd name="T17" fmla="*/ 428 h 428"/>
                  <a:gd name="T18" fmla="*/ 172 w 172"/>
                  <a:gd name="T19" fmla="*/ 428 h 428"/>
                  <a:gd name="T20" fmla="*/ 94 w 172"/>
                  <a:gd name="T21" fmla="*/ 240 h 428"/>
                  <a:gd name="T22" fmla="*/ 34 w 172"/>
                  <a:gd name="T23" fmla="*/ 96 h 428"/>
                  <a:gd name="T24" fmla="*/ 12 w 172"/>
                  <a:gd name="T25" fmla="*/ 38 h 428"/>
                  <a:gd name="T26" fmla="*/ 0 w 172"/>
                  <a:gd name="T2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428">
                    <a:moveTo>
                      <a:pt x="0" y="0"/>
                    </a:moveTo>
                    <a:lnTo>
                      <a:pt x="0" y="0"/>
                    </a:lnTo>
                    <a:lnTo>
                      <a:pt x="24" y="50"/>
                    </a:lnTo>
                    <a:lnTo>
                      <a:pt x="78" y="168"/>
                    </a:lnTo>
                    <a:lnTo>
                      <a:pt x="108" y="240"/>
                    </a:lnTo>
                    <a:lnTo>
                      <a:pt x="136" y="310"/>
                    </a:lnTo>
                    <a:lnTo>
                      <a:pt x="158" y="374"/>
                    </a:lnTo>
                    <a:lnTo>
                      <a:pt x="166" y="402"/>
                    </a:lnTo>
                    <a:lnTo>
                      <a:pt x="172" y="428"/>
                    </a:lnTo>
                    <a:lnTo>
                      <a:pt x="172" y="428"/>
                    </a:lnTo>
                    <a:lnTo>
                      <a:pt x="94" y="240"/>
                    </a:lnTo>
                    <a:lnTo>
                      <a:pt x="34" y="96"/>
                    </a:lnTo>
                    <a:lnTo>
                      <a:pt x="12"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6" name="Freeform 63"/>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7" name="Freeform 64"/>
              <p:cNvSpPr>
                <a:spLocks/>
              </p:cNvSpPr>
              <p:nvPr/>
            </p:nvSpPr>
            <p:spPr bwMode="auto">
              <a:xfrm>
                <a:off x="2599525" y="3928498"/>
                <a:ext cx="49588" cy="55310"/>
              </a:xfrm>
              <a:custGeom>
                <a:avLst/>
                <a:gdLst>
                  <a:gd name="T0" fmla="*/ 50 w 52"/>
                  <a:gd name="T1" fmla="*/ 18 h 58"/>
                  <a:gd name="T2" fmla="*/ 50 w 52"/>
                  <a:gd name="T3" fmla="*/ 18 h 58"/>
                  <a:gd name="T4" fmla="*/ 52 w 52"/>
                  <a:gd name="T5" fmla="*/ 30 h 58"/>
                  <a:gd name="T6" fmla="*/ 52 w 52"/>
                  <a:gd name="T7" fmla="*/ 40 h 58"/>
                  <a:gd name="T8" fmla="*/ 46 w 52"/>
                  <a:gd name="T9" fmla="*/ 50 h 58"/>
                  <a:gd name="T10" fmla="*/ 38 w 52"/>
                  <a:gd name="T11" fmla="*/ 56 h 58"/>
                  <a:gd name="T12" fmla="*/ 38 w 52"/>
                  <a:gd name="T13" fmla="*/ 56 h 58"/>
                  <a:gd name="T14" fmla="*/ 26 w 52"/>
                  <a:gd name="T15" fmla="*/ 58 h 58"/>
                  <a:gd name="T16" fmla="*/ 16 w 52"/>
                  <a:gd name="T17" fmla="*/ 54 h 58"/>
                  <a:gd name="T18" fmla="*/ 8 w 52"/>
                  <a:gd name="T19" fmla="*/ 48 h 58"/>
                  <a:gd name="T20" fmla="*/ 2 w 52"/>
                  <a:gd name="T21" fmla="*/ 38 h 58"/>
                  <a:gd name="T22" fmla="*/ 2 w 52"/>
                  <a:gd name="T23" fmla="*/ 38 h 58"/>
                  <a:gd name="T24" fmla="*/ 0 w 52"/>
                  <a:gd name="T25" fmla="*/ 26 h 58"/>
                  <a:gd name="T26" fmla="*/ 0 w 52"/>
                  <a:gd name="T27" fmla="*/ 16 h 58"/>
                  <a:gd name="T28" fmla="*/ 6 w 52"/>
                  <a:gd name="T29" fmla="*/ 6 h 58"/>
                  <a:gd name="T30" fmla="*/ 14 w 52"/>
                  <a:gd name="T31" fmla="*/ 0 h 58"/>
                  <a:gd name="T32" fmla="*/ 14 w 52"/>
                  <a:gd name="T33" fmla="*/ 0 h 58"/>
                  <a:gd name="T34" fmla="*/ 26 w 52"/>
                  <a:gd name="T35" fmla="*/ 0 h 58"/>
                  <a:gd name="T36" fmla="*/ 36 w 52"/>
                  <a:gd name="T37" fmla="*/ 2 h 58"/>
                  <a:gd name="T38" fmla="*/ 44 w 52"/>
                  <a:gd name="T39" fmla="*/ 8 h 58"/>
                  <a:gd name="T40" fmla="*/ 50 w 52"/>
                  <a:gd name="T4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8">
                    <a:moveTo>
                      <a:pt x="50" y="18"/>
                    </a:moveTo>
                    <a:lnTo>
                      <a:pt x="50" y="18"/>
                    </a:lnTo>
                    <a:lnTo>
                      <a:pt x="52" y="30"/>
                    </a:lnTo>
                    <a:lnTo>
                      <a:pt x="52" y="40"/>
                    </a:lnTo>
                    <a:lnTo>
                      <a:pt x="46" y="50"/>
                    </a:lnTo>
                    <a:lnTo>
                      <a:pt x="38" y="56"/>
                    </a:lnTo>
                    <a:lnTo>
                      <a:pt x="38" y="56"/>
                    </a:lnTo>
                    <a:lnTo>
                      <a:pt x="26" y="58"/>
                    </a:lnTo>
                    <a:lnTo>
                      <a:pt x="16" y="54"/>
                    </a:lnTo>
                    <a:lnTo>
                      <a:pt x="8" y="48"/>
                    </a:lnTo>
                    <a:lnTo>
                      <a:pt x="2" y="38"/>
                    </a:lnTo>
                    <a:lnTo>
                      <a:pt x="2" y="38"/>
                    </a:lnTo>
                    <a:lnTo>
                      <a:pt x="0" y="26"/>
                    </a:lnTo>
                    <a:lnTo>
                      <a:pt x="0" y="16"/>
                    </a:lnTo>
                    <a:lnTo>
                      <a:pt x="6" y="6"/>
                    </a:lnTo>
                    <a:lnTo>
                      <a:pt x="14" y="0"/>
                    </a:lnTo>
                    <a:lnTo>
                      <a:pt x="14" y="0"/>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8" name="Freeform 65"/>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79" name="Freeform 66"/>
              <p:cNvSpPr>
                <a:spLocks/>
              </p:cNvSpPr>
              <p:nvPr/>
            </p:nvSpPr>
            <p:spPr bwMode="auto">
              <a:xfrm>
                <a:off x="2534678" y="3733960"/>
                <a:ext cx="51495" cy="55310"/>
              </a:xfrm>
              <a:custGeom>
                <a:avLst/>
                <a:gdLst>
                  <a:gd name="T0" fmla="*/ 50 w 54"/>
                  <a:gd name="T1" fmla="*/ 18 h 58"/>
                  <a:gd name="T2" fmla="*/ 50 w 54"/>
                  <a:gd name="T3" fmla="*/ 18 h 58"/>
                  <a:gd name="T4" fmla="*/ 54 w 54"/>
                  <a:gd name="T5" fmla="*/ 30 h 58"/>
                  <a:gd name="T6" fmla="*/ 52 w 54"/>
                  <a:gd name="T7" fmla="*/ 40 h 58"/>
                  <a:gd name="T8" fmla="*/ 46 w 54"/>
                  <a:gd name="T9" fmla="*/ 50 h 58"/>
                  <a:gd name="T10" fmla="*/ 38 w 54"/>
                  <a:gd name="T11" fmla="*/ 56 h 58"/>
                  <a:gd name="T12" fmla="*/ 38 w 54"/>
                  <a:gd name="T13" fmla="*/ 56 h 58"/>
                  <a:gd name="T14" fmla="*/ 28 w 54"/>
                  <a:gd name="T15" fmla="*/ 58 h 58"/>
                  <a:gd name="T16" fmla="*/ 18 w 54"/>
                  <a:gd name="T17" fmla="*/ 56 h 58"/>
                  <a:gd name="T18" fmla="*/ 8 w 54"/>
                  <a:gd name="T19" fmla="*/ 48 h 58"/>
                  <a:gd name="T20" fmla="*/ 2 w 54"/>
                  <a:gd name="T21" fmla="*/ 38 h 58"/>
                  <a:gd name="T22" fmla="*/ 2 w 54"/>
                  <a:gd name="T23" fmla="*/ 38 h 58"/>
                  <a:gd name="T24" fmla="*/ 0 w 54"/>
                  <a:gd name="T25" fmla="*/ 28 h 58"/>
                  <a:gd name="T26" fmla="*/ 2 w 54"/>
                  <a:gd name="T27" fmla="*/ 16 h 58"/>
                  <a:gd name="T28" fmla="*/ 6 w 54"/>
                  <a:gd name="T29" fmla="*/ 8 h 58"/>
                  <a:gd name="T30" fmla="*/ 10 w 54"/>
                  <a:gd name="T31" fmla="*/ 4 h 58"/>
                  <a:gd name="T32" fmla="*/ 16 w 54"/>
                  <a:gd name="T33" fmla="*/ 2 h 58"/>
                  <a:gd name="T34" fmla="*/ 16 w 54"/>
                  <a:gd name="T35" fmla="*/ 2 h 58"/>
                  <a:gd name="T36" fmla="*/ 26 w 54"/>
                  <a:gd name="T37" fmla="*/ 0 h 58"/>
                  <a:gd name="T38" fmla="*/ 36 w 54"/>
                  <a:gd name="T39" fmla="*/ 2 h 58"/>
                  <a:gd name="T40" fmla="*/ 44 w 54"/>
                  <a:gd name="T41" fmla="*/ 8 h 58"/>
                  <a:gd name="T42" fmla="*/ 50 w 54"/>
                  <a:gd name="T43"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8">
                    <a:moveTo>
                      <a:pt x="50" y="18"/>
                    </a:moveTo>
                    <a:lnTo>
                      <a:pt x="50" y="18"/>
                    </a:lnTo>
                    <a:lnTo>
                      <a:pt x="54" y="30"/>
                    </a:lnTo>
                    <a:lnTo>
                      <a:pt x="52" y="40"/>
                    </a:lnTo>
                    <a:lnTo>
                      <a:pt x="46" y="50"/>
                    </a:lnTo>
                    <a:lnTo>
                      <a:pt x="38" y="56"/>
                    </a:lnTo>
                    <a:lnTo>
                      <a:pt x="38" y="56"/>
                    </a:lnTo>
                    <a:lnTo>
                      <a:pt x="28" y="58"/>
                    </a:lnTo>
                    <a:lnTo>
                      <a:pt x="18" y="56"/>
                    </a:lnTo>
                    <a:lnTo>
                      <a:pt x="8" y="48"/>
                    </a:lnTo>
                    <a:lnTo>
                      <a:pt x="2" y="38"/>
                    </a:lnTo>
                    <a:lnTo>
                      <a:pt x="2" y="38"/>
                    </a:lnTo>
                    <a:lnTo>
                      <a:pt x="0" y="28"/>
                    </a:lnTo>
                    <a:lnTo>
                      <a:pt x="2" y="16"/>
                    </a:lnTo>
                    <a:lnTo>
                      <a:pt x="6" y="8"/>
                    </a:lnTo>
                    <a:lnTo>
                      <a:pt x="10" y="4"/>
                    </a:lnTo>
                    <a:lnTo>
                      <a:pt x="16" y="2"/>
                    </a:lnTo>
                    <a:lnTo>
                      <a:pt x="16" y="2"/>
                    </a:lnTo>
                    <a:lnTo>
                      <a:pt x="26" y="0"/>
                    </a:lnTo>
                    <a:lnTo>
                      <a:pt x="36" y="2"/>
                    </a:lnTo>
                    <a:lnTo>
                      <a:pt x="44" y="8"/>
                    </a:lnTo>
                    <a:lnTo>
                      <a:pt x="5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0" name="Freeform 67"/>
              <p:cNvSpPr>
                <a:spLocks/>
              </p:cNvSpPr>
              <p:nvPr/>
            </p:nvSpPr>
            <p:spPr bwMode="auto">
              <a:xfrm>
                <a:off x="2286736" y="2986318"/>
                <a:ext cx="93455" cy="148765"/>
              </a:xfrm>
              <a:custGeom>
                <a:avLst/>
                <a:gdLst>
                  <a:gd name="T0" fmla="*/ 0 w 98"/>
                  <a:gd name="T1" fmla="*/ 62 h 156"/>
                  <a:gd name="T2" fmla="*/ 90 w 98"/>
                  <a:gd name="T3" fmla="*/ 156 h 156"/>
                  <a:gd name="T4" fmla="*/ 90 w 98"/>
                  <a:gd name="T5" fmla="*/ 156 h 156"/>
                  <a:gd name="T6" fmla="*/ 96 w 98"/>
                  <a:gd name="T7" fmla="*/ 106 h 156"/>
                  <a:gd name="T8" fmla="*/ 98 w 98"/>
                  <a:gd name="T9" fmla="*/ 66 h 156"/>
                  <a:gd name="T10" fmla="*/ 98 w 98"/>
                  <a:gd name="T11" fmla="*/ 48 h 156"/>
                  <a:gd name="T12" fmla="*/ 96 w 98"/>
                  <a:gd name="T13" fmla="*/ 36 h 156"/>
                  <a:gd name="T14" fmla="*/ 50 w 98"/>
                  <a:gd name="T15" fmla="*/ 0 h 156"/>
                  <a:gd name="T16" fmla="*/ 0 w 98"/>
                  <a:gd name="T17" fmla="*/ 6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56">
                    <a:moveTo>
                      <a:pt x="0" y="62"/>
                    </a:moveTo>
                    <a:lnTo>
                      <a:pt x="90" y="156"/>
                    </a:lnTo>
                    <a:lnTo>
                      <a:pt x="90" y="156"/>
                    </a:lnTo>
                    <a:lnTo>
                      <a:pt x="96" y="106"/>
                    </a:lnTo>
                    <a:lnTo>
                      <a:pt x="98" y="66"/>
                    </a:lnTo>
                    <a:lnTo>
                      <a:pt x="98" y="48"/>
                    </a:lnTo>
                    <a:lnTo>
                      <a:pt x="96" y="36"/>
                    </a:lnTo>
                    <a:lnTo>
                      <a:pt x="50"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1" name="Freeform 68"/>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2" name="Freeform 69"/>
              <p:cNvSpPr>
                <a:spLocks/>
              </p:cNvSpPr>
              <p:nvPr/>
            </p:nvSpPr>
            <p:spPr bwMode="auto">
              <a:xfrm>
                <a:off x="2364933" y="4060099"/>
                <a:ext cx="574081" cy="165930"/>
              </a:xfrm>
              <a:custGeom>
                <a:avLst/>
                <a:gdLst>
                  <a:gd name="T0" fmla="*/ 0 w 602"/>
                  <a:gd name="T1" fmla="*/ 174 h 174"/>
                  <a:gd name="T2" fmla="*/ 0 w 602"/>
                  <a:gd name="T3" fmla="*/ 174 h 174"/>
                  <a:gd name="T4" fmla="*/ 30 w 602"/>
                  <a:gd name="T5" fmla="*/ 164 h 174"/>
                  <a:gd name="T6" fmla="*/ 110 w 602"/>
                  <a:gd name="T7" fmla="*/ 142 h 174"/>
                  <a:gd name="T8" fmla="*/ 166 w 602"/>
                  <a:gd name="T9" fmla="*/ 128 h 174"/>
                  <a:gd name="T10" fmla="*/ 230 w 602"/>
                  <a:gd name="T11" fmla="*/ 112 h 174"/>
                  <a:gd name="T12" fmla="*/ 300 w 602"/>
                  <a:gd name="T13" fmla="*/ 98 h 174"/>
                  <a:gd name="T14" fmla="*/ 376 w 602"/>
                  <a:gd name="T15" fmla="*/ 86 h 174"/>
                  <a:gd name="T16" fmla="*/ 388 w 602"/>
                  <a:gd name="T17" fmla="*/ 0 h 174"/>
                  <a:gd name="T18" fmla="*/ 388 w 602"/>
                  <a:gd name="T19" fmla="*/ 0 h 174"/>
                  <a:gd name="T20" fmla="*/ 422 w 602"/>
                  <a:gd name="T21" fmla="*/ 82 h 174"/>
                  <a:gd name="T22" fmla="*/ 422 w 602"/>
                  <a:gd name="T23" fmla="*/ 82 h 174"/>
                  <a:gd name="T24" fmla="*/ 498 w 602"/>
                  <a:gd name="T25" fmla="*/ 78 h 174"/>
                  <a:gd name="T26" fmla="*/ 558 w 602"/>
                  <a:gd name="T27" fmla="*/ 78 h 174"/>
                  <a:gd name="T28" fmla="*/ 602 w 602"/>
                  <a:gd name="T29" fmla="*/ 80 h 174"/>
                  <a:gd name="T30" fmla="*/ 602 w 602"/>
                  <a:gd name="T31" fmla="*/ 80 h 174"/>
                  <a:gd name="T32" fmla="*/ 516 w 602"/>
                  <a:gd name="T33" fmla="*/ 88 h 174"/>
                  <a:gd name="T34" fmla="*/ 452 w 602"/>
                  <a:gd name="T35" fmla="*/ 94 h 174"/>
                  <a:gd name="T36" fmla="*/ 414 w 602"/>
                  <a:gd name="T37" fmla="*/ 98 h 174"/>
                  <a:gd name="T38" fmla="*/ 400 w 602"/>
                  <a:gd name="T39" fmla="*/ 64 h 174"/>
                  <a:gd name="T40" fmla="*/ 400 w 602"/>
                  <a:gd name="T41" fmla="*/ 64 h 174"/>
                  <a:gd name="T42" fmla="*/ 394 w 602"/>
                  <a:gd name="T43" fmla="*/ 104 h 174"/>
                  <a:gd name="T44" fmla="*/ 394 w 602"/>
                  <a:gd name="T45" fmla="*/ 104 h 174"/>
                  <a:gd name="T46" fmla="*/ 380 w 602"/>
                  <a:gd name="T47" fmla="*/ 106 h 174"/>
                  <a:gd name="T48" fmla="*/ 342 w 602"/>
                  <a:gd name="T49" fmla="*/ 112 h 174"/>
                  <a:gd name="T50" fmla="*/ 228 w 602"/>
                  <a:gd name="T51" fmla="*/ 126 h 174"/>
                  <a:gd name="T52" fmla="*/ 162 w 602"/>
                  <a:gd name="T53" fmla="*/ 136 h 174"/>
                  <a:gd name="T54" fmla="*/ 98 w 602"/>
                  <a:gd name="T55" fmla="*/ 146 h 174"/>
                  <a:gd name="T56" fmla="*/ 42 w 602"/>
                  <a:gd name="T57" fmla="*/ 160 h 174"/>
                  <a:gd name="T58" fmla="*/ 20 w 602"/>
                  <a:gd name="T59" fmla="*/ 166 h 174"/>
                  <a:gd name="T60" fmla="*/ 0 w 602"/>
                  <a:gd name="T6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174">
                    <a:moveTo>
                      <a:pt x="0" y="174"/>
                    </a:moveTo>
                    <a:lnTo>
                      <a:pt x="0" y="174"/>
                    </a:lnTo>
                    <a:lnTo>
                      <a:pt x="30" y="164"/>
                    </a:lnTo>
                    <a:lnTo>
                      <a:pt x="110" y="142"/>
                    </a:lnTo>
                    <a:lnTo>
                      <a:pt x="166" y="128"/>
                    </a:lnTo>
                    <a:lnTo>
                      <a:pt x="230" y="112"/>
                    </a:lnTo>
                    <a:lnTo>
                      <a:pt x="300" y="98"/>
                    </a:lnTo>
                    <a:lnTo>
                      <a:pt x="376" y="86"/>
                    </a:lnTo>
                    <a:lnTo>
                      <a:pt x="388" y="0"/>
                    </a:lnTo>
                    <a:lnTo>
                      <a:pt x="388" y="0"/>
                    </a:lnTo>
                    <a:lnTo>
                      <a:pt x="422" y="82"/>
                    </a:lnTo>
                    <a:lnTo>
                      <a:pt x="422" y="82"/>
                    </a:lnTo>
                    <a:lnTo>
                      <a:pt x="498" y="78"/>
                    </a:lnTo>
                    <a:lnTo>
                      <a:pt x="558" y="78"/>
                    </a:lnTo>
                    <a:lnTo>
                      <a:pt x="602" y="80"/>
                    </a:lnTo>
                    <a:lnTo>
                      <a:pt x="602" y="80"/>
                    </a:lnTo>
                    <a:lnTo>
                      <a:pt x="516" y="88"/>
                    </a:lnTo>
                    <a:lnTo>
                      <a:pt x="452" y="94"/>
                    </a:lnTo>
                    <a:lnTo>
                      <a:pt x="414" y="98"/>
                    </a:lnTo>
                    <a:lnTo>
                      <a:pt x="400" y="64"/>
                    </a:lnTo>
                    <a:lnTo>
                      <a:pt x="400" y="64"/>
                    </a:lnTo>
                    <a:lnTo>
                      <a:pt x="394" y="104"/>
                    </a:lnTo>
                    <a:lnTo>
                      <a:pt x="394" y="104"/>
                    </a:lnTo>
                    <a:lnTo>
                      <a:pt x="380" y="106"/>
                    </a:lnTo>
                    <a:lnTo>
                      <a:pt x="342" y="112"/>
                    </a:lnTo>
                    <a:lnTo>
                      <a:pt x="228" y="126"/>
                    </a:lnTo>
                    <a:lnTo>
                      <a:pt x="162" y="136"/>
                    </a:lnTo>
                    <a:lnTo>
                      <a:pt x="98" y="146"/>
                    </a:lnTo>
                    <a:lnTo>
                      <a:pt x="42" y="160"/>
                    </a:lnTo>
                    <a:lnTo>
                      <a:pt x="20" y="166"/>
                    </a:lnTo>
                    <a:lnTo>
                      <a:pt x="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3" name="Freeform 70"/>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4" name="Freeform 71"/>
              <p:cNvSpPr>
                <a:spLocks/>
              </p:cNvSpPr>
              <p:nvPr/>
            </p:nvSpPr>
            <p:spPr bwMode="auto">
              <a:xfrm>
                <a:off x="1508579" y="3108382"/>
                <a:ext cx="579803" cy="896406"/>
              </a:xfrm>
              <a:custGeom>
                <a:avLst/>
                <a:gdLst>
                  <a:gd name="T0" fmla="*/ 408 w 608"/>
                  <a:gd name="T1" fmla="*/ 4 h 940"/>
                  <a:gd name="T2" fmla="*/ 290 w 608"/>
                  <a:gd name="T3" fmla="*/ 160 h 940"/>
                  <a:gd name="T4" fmla="*/ 186 w 608"/>
                  <a:gd name="T5" fmla="*/ 314 h 940"/>
                  <a:gd name="T6" fmla="*/ 116 w 608"/>
                  <a:gd name="T7" fmla="*/ 426 h 940"/>
                  <a:gd name="T8" fmla="*/ 58 w 608"/>
                  <a:gd name="T9" fmla="*/ 538 h 940"/>
                  <a:gd name="T10" fmla="*/ 16 w 608"/>
                  <a:gd name="T11" fmla="*/ 638 h 940"/>
                  <a:gd name="T12" fmla="*/ 6 w 608"/>
                  <a:gd name="T13" fmla="*/ 682 h 940"/>
                  <a:gd name="T14" fmla="*/ 0 w 608"/>
                  <a:gd name="T15" fmla="*/ 722 h 940"/>
                  <a:gd name="T16" fmla="*/ 0 w 608"/>
                  <a:gd name="T17" fmla="*/ 776 h 940"/>
                  <a:gd name="T18" fmla="*/ 6 w 608"/>
                  <a:gd name="T19" fmla="*/ 810 h 940"/>
                  <a:gd name="T20" fmla="*/ 18 w 608"/>
                  <a:gd name="T21" fmla="*/ 840 h 940"/>
                  <a:gd name="T22" fmla="*/ 32 w 608"/>
                  <a:gd name="T23" fmla="*/ 866 h 940"/>
                  <a:gd name="T24" fmla="*/ 54 w 608"/>
                  <a:gd name="T25" fmla="*/ 888 h 940"/>
                  <a:gd name="T26" fmla="*/ 80 w 608"/>
                  <a:gd name="T27" fmla="*/ 908 h 940"/>
                  <a:gd name="T28" fmla="*/ 112 w 608"/>
                  <a:gd name="T29" fmla="*/ 922 h 940"/>
                  <a:gd name="T30" fmla="*/ 148 w 608"/>
                  <a:gd name="T31" fmla="*/ 932 h 940"/>
                  <a:gd name="T32" fmla="*/ 192 w 608"/>
                  <a:gd name="T33" fmla="*/ 938 h 940"/>
                  <a:gd name="T34" fmla="*/ 242 w 608"/>
                  <a:gd name="T35" fmla="*/ 940 h 940"/>
                  <a:gd name="T36" fmla="*/ 328 w 608"/>
                  <a:gd name="T37" fmla="*/ 932 h 940"/>
                  <a:gd name="T38" fmla="*/ 466 w 608"/>
                  <a:gd name="T39" fmla="*/ 904 h 940"/>
                  <a:gd name="T40" fmla="*/ 544 w 608"/>
                  <a:gd name="T41" fmla="*/ 882 h 940"/>
                  <a:gd name="T42" fmla="*/ 578 w 608"/>
                  <a:gd name="T43" fmla="*/ 832 h 940"/>
                  <a:gd name="T44" fmla="*/ 600 w 608"/>
                  <a:gd name="T45" fmla="*/ 786 h 940"/>
                  <a:gd name="T46" fmla="*/ 608 w 608"/>
                  <a:gd name="T47" fmla="*/ 752 h 940"/>
                  <a:gd name="T48" fmla="*/ 606 w 608"/>
                  <a:gd name="T49" fmla="*/ 720 h 940"/>
                  <a:gd name="T50" fmla="*/ 592 w 608"/>
                  <a:gd name="T51" fmla="*/ 692 h 940"/>
                  <a:gd name="T52" fmla="*/ 578 w 608"/>
                  <a:gd name="T53" fmla="*/ 682 h 940"/>
                  <a:gd name="T54" fmla="*/ 528 w 608"/>
                  <a:gd name="T55" fmla="*/ 708 h 940"/>
                  <a:gd name="T56" fmla="*/ 448 w 608"/>
                  <a:gd name="T57" fmla="*/ 746 h 940"/>
                  <a:gd name="T58" fmla="*/ 384 w 608"/>
                  <a:gd name="T59" fmla="*/ 766 h 940"/>
                  <a:gd name="T60" fmla="*/ 318 w 608"/>
                  <a:gd name="T61" fmla="*/ 780 h 940"/>
                  <a:gd name="T62" fmla="*/ 274 w 608"/>
                  <a:gd name="T63" fmla="*/ 780 h 940"/>
                  <a:gd name="T64" fmla="*/ 248 w 608"/>
                  <a:gd name="T65" fmla="*/ 772 h 940"/>
                  <a:gd name="T66" fmla="*/ 224 w 608"/>
                  <a:gd name="T67" fmla="*/ 760 h 940"/>
                  <a:gd name="T68" fmla="*/ 204 w 608"/>
                  <a:gd name="T69" fmla="*/ 742 h 940"/>
                  <a:gd name="T70" fmla="*/ 198 w 608"/>
                  <a:gd name="T71" fmla="*/ 730 h 940"/>
                  <a:gd name="T72" fmla="*/ 186 w 608"/>
                  <a:gd name="T73" fmla="*/ 704 h 940"/>
                  <a:gd name="T74" fmla="*/ 182 w 608"/>
                  <a:gd name="T75" fmla="*/ 678 h 940"/>
                  <a:gd name="T76" fmla="*/ 184 w 608"/>
                  <a:gd name="T77" fmla="*/ 648 h 940"/>
                  <a:gd name="T78" fmla="*/ 200 w 608"/>
                  <a:gd name="T79" fmla="*/ 588 h 940"/>
                  <a:gd name="T80" fmla="*/ 236 w 608"/>
                  <a:gd name="T81" fmla="*/ 522 h 940"/>
                  <a:gd name="T82" fmla="*/ 282 w 608"/>
                  <a:gd name="T83" fmla="*/ 452 h 940"/>
                  <a:gd name="T84" fmla="*/ 366 w 608"/>
                  <a:gd name="T85" fmla="*/ 338 h 940"/>
                  <a:gd name="T86" fmla="*/ 452 w 608"/>
                  <a:gd name="T87" fmla="*/ 218 h 940"/>
                  <a:gd name="T88" fmla="*/ 480 w 608"/>
                  <a:gd name="T89" fmla="*/ 178 h 940"/>
                  <a:gd name="T90" fmla="*/ 490 w 608"/>
                  <a:gd name="T91" fmla="*/ 146 h 940"/>
                  <a:gd name="T92" fmla="*/ 500 w 608"/>
                  <a:gd name="T93" fmla="*/ 96 h 940"/>
                  <a:gd name="T94" fmla="*/ 500 w 608"/>
                  <a:gd name="T95" fmla="*/ 60 h 940"/>
                  <a:gd name="T96" fmla="*/ 490 w 608"/>
                  <a:gd name="T97" fmla="*/ 30 h 940"/>
                  <a:gd name="T98" fmla="*/ 476 w 608"/>
                  <a:gd name="T99" fmla="*/ 12 h 940"/>
                  <a:gd name="T100" fmla="*/ 462 w 608"/>
                  <a:gd name="T101" fmla="*/ 4 h 940"/>
                  <a:gd name="T102" fmla="*/ 444 w 608"/>
                  <a:gd name="T103" fmla="*/ 0 h 940"/>
                  <a:gd name="T104" fmla="*/ 408 w 608"/>
                  <a:gd name="T105" fmla="*/ 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8" h="940">
                    <a:moveTo>
                      <a:pt x="408" y="4"/>
                    </a:moveTo>
                    <a:lnTo>
                      <a:pt x="408" y="4"/>
                    </a:lnTo>
                    <a:lnTo>
                      <a:pt x="350" y="80"/>
                    </a:lnTo>
                    <a:lnTo>
                      <a:pt x="290" y="160"/>
                    </a:lnTo>
                    <a:lnTo>
                      <a:pt x="222" y="260"/>
                    </a:lnTo>
                    <a:lnTo>
                      <a:pt x="186" y="314"/>
                    </a:lnTo>
                    <a:lnTo>
                      <a:pt x="150" y="370"/>
                    </a:lnTo>
                    <a:lnTo>
                      <a:pt x="116" y="426"/>
                    </a:lnTo>
                    <a:lnTo>
                      <a:pt x="84" y="482"/>
                    </a:lnTo>
                    <a:lnTo>
                      <a:pt x="58" y="538"/>
                    </a:lnTo>
                    <a:lnTo>
                      <a:pt x="34" y="590"/>
                    </a:lnTo>
                    <a:lnTo>
                      <a:pt x="16" y="638"/>
                    </a:lnTo>
                    <a:lnTo>
                      <a:pt x="10" y="660"/>
                    </a:lnTo>
                    <a:lnTo>
                      <a:pt x="6" y="682"/>
                    </a:lnTo>
                    <a:lnTo>
                      <a:pt x="6" y="682"/>
                    </a:lnTo>
                    <a:lnTo>
                      <a:pt x="0" y="722"/>
                    </a:lnTo>
                    <a:lnTo>
                      <a:pt x="0" y="758"/>
                    </a:lnTo>
                    <a:lnTo>
                      <a:pt x="0" y="776"/>
                    </a:lnTo>
                    <a:lnTo>
                      <a:pt x="2" y="794"/>
                    </a:lnTo>
                    <a:lnTo>
                      <a:pt x="6" y="810"/>
                    </a:lnTo>
                    <a:lnTo>
                      <a:pt x="12" y="824"/>
                    </a:lnTo>
                    <a:lnTo>
                      <a:pt x="18" y="840"/>
                    </a:lnTo>
                    <a:lnTo>
                      <a:pt x="24" y="852"/>
                    </a:lnTo>
                    <a:lnTo>
                      <a:pt x="32" y="866"/>
                    </a:lnTo>
                    <a:lnTo>
                      <a:pt x="42" y="878"/>
                    </a:lnTo>
                    <a:lnTo>
                      <a:pt x="54" y="888"/>
                    </a:lnTo>
                    <a:lnTo>
                      <a:pt x="66" y="898"/>
                    </a:lnTo>
                    <a:lnTo>
                      <a:pt x="80" y="908"/>
                    </a:lnTo>
                    <a:lnTo>
                      <a:pt x="94" y="916"/>
                    </a:lnTo>
                    <a:lnTo>
                      <a:pt x="112" y="922"/>
                    </a:lnTo>
                    <a:lnTo>
                      <a:pt x="130" y="928"/>
                    </a:lnTo>
                    <a:lnTo>
                      <a:pt x="148" y="932"/>
                    </a:lnTo>
                    <a:lnTo>
                      <a:pt x="170" y="936"/>
                    </a:lnTo>
                    <a:lnTo>
                      <a:pt x="192" y="938"/>
                    </a:lnTo>
                    <a:lnTo>
                      <a:pt x="216" y="940"/>
                    </a:lnTo>
                    <a:lnTo>
                      <a:pt x="242" y="940"/>
                    </a:lnTo>
                    <a:lnTo>
                      <a:pt x="268" y="938"/>
                    </a:lnTo>
                    <a:lnTo>
                      <a:pt x="328" y="932"/>
                    </a:lnTo>
                    <a:lnTo>
                      <a:pt x="392" y="920"/>
                    </a:lnTo>
                    <a:lnTo>
                      <a:pt x="466" y="904"/>
                    </a:lnTo>
                    <a:lnTo>
                      <a:pt x="544" y="882"/>
                    </a:lnTo>
                    <a:lnTo>
                      <a:pt x="544" y="882"/>
                    </a:lnTo>
                    <a:lnTo>
                      <a:pt x="562" y="858"/>
                    </a:lnTo>
                    <a:lnTo>
                      <a:pt x="578" y="832"/>
                    </a:lnTo>
                    <a:lnTo>
                      <a:pt x="594" y="802"/>
                    </a:lnTo>
                    <a:lnTo>
                      <a:pt x="600" y="786"/>
                    </a:lnTo>
                    <a:lnTo>
                      <a:pt x="604" y="768"/>
                    </a:lnTo>
                    <a:lnTo>
                      <a:pt x="608" y="752"/>
                    </a:lnTo>
                    <a:lnTo>
                      <a:pt x="608" y="736"/>
                    </a:lnTo>
                    <a:lnTo>
                      <a:pt x="606" y="720"/>
                    </a:lnTo>
                    <a:lnTo>
                      <a:pt x="600" y="706"/>
                    </a:lnTo>
                    <a:lnTo>
                      <a:pt x="592" y="692"/>
                    </a:lnTo>
                    <a:lnTo>
                      <a:pt x="578" y="682"/>
                    </a:lnTo>
                    <a:lnTo>
                      <a:pt x="578" y="682"/>
                    </a:lnTo>
                    <a:lnTo>
                      <a:pt x="564" y="688"/>
                    </a:lnTo>
                    <a:lnTo>
                      <a:pt x="528" y="708"/>
                    </a:lnTo>
                    <a:lnTo>
                      <a:pt x="478" y="732"/>
                    </a:lnTo>
                    <a:lnTo>
                      <a:pt x="448" y="746"/>
                    </a:lnTo>
                    <a:lnTo>
                      <a:pt x="416" y="756"/>
                    </a:lnTo>
                    <a:lnTo>
                      <a:pt x="384" y="766"/>
                    </a:lnTo>
                    <a:lnTo>
                      <a:pt x="350" y="774"/>
                    </a:lnTo>
                    <a:lnTo>
                      <a:pt x="318" y="780"/>
                    </a:lnTo>
                    <a:lnTo>
                      <a:pt x="288" y="780"/>
                    </a:lnTo>
                    <a:lnTo>
                      <a:pt x="274" y="780"/>
                    </a:lnTo>
                    <a:lnTo>
                      <a:pt x="260" y="776"/>
                    </a:lnTo>
                    <a:lnTo>
                      <a:pt x="248" y="772"/>
                    </a:lnTo>
                    <a:lnTo>
                      <a:pt x="236" y="768"/>
                    </a:lnTo>
                    <a:lnTo>
                      <a:pt x="224" y="760"/>
                    </a:lnTo>
                    <a:lnTo>
                      <a:pt x="214" y="752"/>
                    </a:lnTo>
                    <a:lnTo>
                      <a:pt x="204" y="742"/>
                    </a:lnTo>
                    <a:lnTo>
                      <a:pt x="198" y="730"/>
                    </a:lnTo>
                    <a:lnTo>
                      <a:pt x="198" y="730"/>
                    </a:lnTo>
                    <a:lnTo>
                      <a:pt x="190" y="718"/>
                    </a:lnTo>
                    <a:lnTo>
                      <a:pt x="186" y="704"/>
                    </a:lnTo>
                    <a:lnTo>
                      <a:pt x="184" y="692"/>
                    </a:lnTo>
                    <a:lnTo>
                      <a:pt x="182" y="678"/>
                    </a:lnTo>
                    <a:lnTo>
                      <a:pt x="182" y="664"/>
                    </a:lnTo>
                    <a:lnTo>
                      <a:pt x="184" y="648"/>
                    </a:lnTo>
                    <a:lnTo>
                      <a:pt x="190" y="618"/>
                    </a:lnTo>
                    <a:lnTo>
                      <a:pt x="200" y="588"/>
                    </a:lnTo>
                    <a:lnTo>
                      <a:pt x="216" y="556"/>
                    </a:lnTo>
                    <a:lnTo>
                      <a:pt x="236" y="522"/>
                    </a:lnTo>
                    <a:lnTo>
                      <a:pt x="258" y="486"/>
                    </a:lnTo>
                    <a:lnTo>
                      <a:pt x="282" y="452"/>
                    </a:lnTo>
                    <a:lnTo>
                      <a:pt x="308" y="414"/>
                    </a:lnTo>
                    <a:lnTo>
                      <a:pt x="366" y="338"/>
                    </a:lnTo>
                    <a:lnTo>
                      <a:pt x="424" y="260"/>
                    </a:lnTo>
                    <a:lnTo>
                      <a:pt x="452" y="218"/>
                    </a:lnTo>
                    <a:lnTo>
                      <a:pt x="480" y="178"/>
                    </a:lnTo>
                    <a:lnTo>
                      <a:pt x="480" y="178"/>
                    </a:lnTo>
                    <a:lnTo>
                      <a:pt x="484" y="168"/>
                    </a:lnTo>
                    <a:lnTo>
                      <a:pt x="490" y="146"/>
                    </a:lnTo>
                    <a:lnTo>
                      <a:pt x="498" y="114"/>
                    </a:lnTo>
                    <a:lnTo>
                      <a:pt x="500" y="96"/>
                    </a:lnTo>
                    <a:lnTo>
                      <a:pt x="500" y="78"/>
                    </a:lnTo>
                    <a:lnTo>
                      <a:pt x="500" y="60"/>
                    </a:lnTo>
                    <a:lnTo>
                      <a:pt x="496" y="44"/>
                    </a:lnTo>
                    <a:lnTo>
                      <a:pt x="490" y="30"/>
                    </a:lnTo>
                    <a:lnTo>
                      <a:pt x="482" y="18"/>
                    </a:lnTo>
                    <a:lnTo>
                      <a:pt x="476" y="12"/>
                    </a:lnTo>
                    <a:lnTo>
                      <a:pt x="470" y="8"/>
                    </a:lnTo>
                    <a:lnTo>
                      <a:pt x="462" y="4"/>
                    </a:lnTo>
                    <a:lnTo>
                      <a:pt x="454" y="2"/>
                    </a:lnTo>
                    <a:lnTo>
                      <a:pt x="444" y="0"/>
                    </a:lnTo>
                    <a:lnTo>
                      <a:pt x="434" y="0"/>
                    </a:lnTo>
                    <a:lnTo>
                      <a:pt x="40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5" name="Freeform 72"/>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6" name="Freeform 73"/>
              <p:cNvSpPr>
                <a:spLocks/>
              </p:cNvSpPr>
              <p:nvPr/>
            </p:nvSpPr>
            <p:spPr bwMode="auto">
              <a:xfrm>
                <a:off x="1878585" y="3583287"/>
                <a:ext cx="450110" cy="354748"/>
              </a:xfrm>
              <a:custGeom>
                <a:avLst/>
                <a:gdLst>
                  <a:gd name="T0" fmla="*/ 232 w 472"/>
                  <a:gd name="T1" fmla="*/ 364 h 372"/>
                  <a:gd name="T2" fmla="*/ 162 w 472"/>
                  <a:gd name="T3" fmla="*/ 372 h 372"/>
                  <a:gd name="T4" fmla="*/ 122 w 472"/>
                  <a:gd name="T5" fmla="*/ 360 h 372"/>
                  <a:gd name="T6" fmla="*/ 82 w 472"/>
                  <a:gd name="T7" fmla="*/ 334 h 372"/>
                  <a:gd name="T8" fmla="*/ 56 w 472"/>
                  <a:gd name="T9" fmla="*/ 306 h 372"/>
                  <a:gd name="T10" fmla="*/ 24 w 472"/>
                  <a:gd name="T11" fmla="*/ 256 h 372"/>
                  <a:gd name="T12" fmla="*/ 4 w 472"/>
                  <a:gd name="T13" fmla="*/ 202 h 372"/>
                  <a:gd name="T14" fmla="*/ 0 w 472"/>
                  <a:gd name="T15" fmla="*/ 152 h 372"/>
                  <a:gd name="T16" fmla="*/ 6 w 472"/>
                  <a:gd name="T17" fmla="*/ 110 h 372"/>
                  <a:gd name="T18" fmla="*/ 26 w 472"/>
                  <a:gd name="T19" fmla="*/ 80 h 372"/>
                  <a:gd name="T20" fmla="*/ 48 w 472"/>
                  <a:gd name="T21" fmla="*/ 70 h 372"/>
                  <a:gd name="T22" fmla="*/ 70 w 472"/>
                  <a:gd name="T23" fmla="*/ 80 h 372"/>
                  <a:gd name="T24" fmla="*/ 78 w 472"/>
                  <a:gd name="T25" fmla="*/ 122 h 372"/>
                  <a:gd name="T26" fmla="*/ 82 w 472"/>
                  <a:gd name="T27" fmla="*/ 160 h 372"/>
                  <a:gd name="T28" fmla="*/ 98 w 472"/>
                  <a:gd name="T29" fmla="*/ 192 h 372"/>
                  <a:gd name="T30" fmla="*/ 114 w 472"/>
                  <a:gd name="T31" fmla="*/ 200 h 372"/>
                  <a:gd name="T32" fmla="*/ 108 w 472"/>
                  <a:gd name="T33" fmla="*/ 156 h 372"/>
                  <a:gd name="T34" fmla="*/ 110 w 472"/>
                  <a:gd name="T35" fmla="*/ 72 h 372"/>
                  <a:gd name="T36" fmla="*/ 122 w 472"/>
                  <a:gd name="T37" fmla="*/ 34 h 372"/>
                  <a:gd name="T38" fmla="*/ 136 w 472"/>
                  <a:gd name="T39" fmla="*/ 16 h 372"/>
                  <a:gd name="T40" fmla="*/ 158 w 472"/>
                  <a:gd name="T41" fmla="*/ 4 h 372"/>
                  <a:gd name="T42" fmla="*/ 194 w 472"/>
                  <a:gd name="T43" fmla="*/ 8 h 372"/>
                  <a:gd name="T44" fmla="*/ 202 w 472"/>
                  <a:gd name="T45" fmla="*/ 22 h 372"/>
                  <a:gd name="T46" fmla="*/ 198 w 472"/>
                  <a:gd name="T47" fmla="*/ 42 h 372"/>
                  <a:gd name="T48" fmla="*/ 194 w 472"/>
                  <a:gd name="T49" fmla="*/ 58 h 372"/>
                  <a:gd name="T50" fmla="*/ 196 w 472"/>
                  <a:gd name="T51" fmla="*/ 122 h 372"/>
                  <a:gd name="T52" fmla="*/ 210 w 472"/>
                  <a:gd name="T53" fmla="*/ 188 h 372"/>
                  <a:gd name="T54" fmla="*/ 218 w 472"/>
                  <a:gd name="T55" fmla="*/ 126 h 372"/>
                  <a:gd name="T56" fmla="*/ 238 w 472"/>
                  <a:gd name="T57" fmla="*/ 70 h 372"/>
                  <a:gd name="T58" fmla="*/ 260 w 472"/>
                  <a:gd name="T59" fmla="*/ 50 h 372"/>
                  <a:gd name="T60" fmla="*/ 286 w 472"/>
                  <a:gd name="T61" fmla="*/ 46 h 372"/>
                  <a:gd name="T62" fmla="*/ 306 w 472"/>
                  <a:gd name="T63" fmla="*/ 62 h 372"/>
                  <a:gd name="T64" fmla="*/ 312 w 472"/>
                  <a:gd name="T65" fmla="*/ 86 h 372"/>
                  <a:gd name="T66" fmla="*/ 306 w 472"/>
                  <a:gd name="T67" fmla="*/ 100 h 372"/>
                  <a:gd name="T68" fmla="*/ 290 w 472"/>
                  <a:gd name="T69" fmla="*/ 144 h 372"/>
                  <a:gd name="T70" fmla="*/ 282 w 472"/>
                  <a:gd name="T71" fmla="*/ 188 h 372"/>
                  <a:gd name="T72" fmla="*/ 290 w 472"/>
                  <a:gd name="T73" fmla="*/ 234 h 372"/>
                  <a:gd name="T74" fmla="*/ 310 w 472"/>
                  <a:gd name="T75" fmla="*/ 246 h 372"/>
                  <a:gd name="T76" fmla="*/ 328 w 472"/>
                  <a:gd name="T77" fmla="*/ 240 h 372"/>
                  <a:gd name="T78" fmla="*/ 346 w 472"/>
                  <a:gd name="T79" fmla="*/ 228 h 372"/>
                  <a:gd name="T80" fmla="*/ 396 w 472"/>
                  <a:gd name="T81" fmla="*/ 206 h 372"/>
                  <a:gd name="T82" fmla="*/ 434 w 472"/>
                  <a:gd name="T83" fmla="*/ 202 h 372"/>
                  <a:gd name="T84" fmla="*/ 448 w 472"/>
                  <a:gd name="T85" fmla="*/ 210 h 372"/>
                  <a:gd name="T86" fmla="*/ 464 w 472"/>
                  <a:gd name="T87" fmla="*/ 238 h 372"/>
                  <a:gd name="T88" fmla="*/ 472 w 472"/>
                  <a:gd name="T89" fmla="*/ 260 h 372"/>
                  <a:gd name="T90" fmla="*/ 358 w 472"/>
                  <a:gd name="T91" fmla="*/ 314 h 372"/>
                  <a:gd name="T92" fmla="*/ 252 w 472"/>
                  <a:gd name="T93" fmla="*/ 35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372">
                    <a:moveTo>
                      <a:pt x="252" y="358"/>
                    </a:moveTo>
                    <a:lnTo>
                      <a:pt x="252" y="358"/>
                    </a:lnTo>
                    <a:lnTo>
                      <a:pt x="232" y="364"/>
                    </a:lnTo>
                    <a:lnTo>
                      <a:pt x="210" y="370"/>
                    </a:lnTo>
                    <a:lnTo>
                      <a:pt x="186" y="372"/>
                    </a:lnTo>
                    <a:lnTo>
                      <a:pt x="162" y="372"/>
                    </a:lnTo>
                    <a:lnTo>
                      <a:pt x="148" y="370"/>
                    </a:lnTo>
                    <a:lnTo>
                      <a:pt x="136" y="366"/>
                    </a:lnTo>
                    <a:lnTo>
                      <a:pt x="122" y="360"/>
                    </a:lnTo>
                    <a:lnTo>
                      <a:pt x="110" y="354"/>
                    </a:lnTo>
                    <a:lnTo>
                      <a:pt x="96" y="346"/>
                    </a:lnTo>
                    <a:lnTo>
                      <a:pt x="82" y="334"/>
                    </a:lnTo>
                    <a:lnTo>
                      <a:pt x="70" y="322"/>
                    </a:lnTo>
                    <a:lnTo>
                      <a:pt x="56" y="306"/>
                    </a:lnTo>
                    <a:lnTo>
                      <a:pt x="56" y="306"/>
                    </a:lnTo>
                    <a:lnTo>
                      <a:pt x="44" y="290"/>
                    </a:lnTo>
                    <a:lnTo>
                      <a:pt x="32" y="272"/>
                    </a:lnTo>
                    <a:lnTo>
                      <a:pt x="24" y="256"/>
                    </a:lnTo>
                    <a:lnTo>
                      <a:pt x="16" y="238"/>
                    </a:lnTo>
                    <a:lnTo>
                      <a:pt x="10" y="220"/>
                    </a:lnTo>
                    <a:lnTo>
                      <a:pt x="4" y="202"/>
                    </a:lnTo>
                    <a:lnTo>
                      <a:pt x="2" y="184"/>
                    </a:lnTo>
                    <a:lnTo>
                      <a:pt x="0" y="168"/>
                    </a:lnTo>
                    <a:lnTo>
                      <a:pt x="0" y="152"/>
                    </a:lnTo>
                    <a:lnTo>
                      <a:pt x="0" y="136"/>
                    </a:lnTo>
                    <a:lnTo>
                      <a:pt x="2" y="122"/>
                    </a:lnTo>
                    <a:lnTo>
                      <a:pt x="6" y="110"/>
                    </a:lnTo>
                    <a:lnTo>
                      <a:pt x="12" y="98"/>
                    </a:lnTo>
                    <a:lnTo>
                      <a:pt x="18" y="88"/>
                    </a:lnTo>
                    <a:lnTo>
                      <a:pt x="26" y="80"/>
                    </a:lnTo>
                    <a:lnTo>
                      <a:pt x="36" y="74"/>
                    </a:lnTo>
                    <a:lnTo>
                      <a:pt x="36" y="74"/>
                    </a:lnTo>
                    <a:lnTo>
                      <a:pt x="48" y="70"/>
                    </a:lnTo>
                    <a:lnTo>
                      <a:pt x="56" y="68"/>
                    </a:lnTo>
                    <a:lnTo>
                      <a:pt x="64" y="72"/>
                    </a:lnTo>
                    <a:lnTo>
                      <a:pt x="70" y="80"/>
                    </a:lnTo>
                    <a:lnTo>
                      <a:pt x="74" y="90"/>
                    </a:lnTo>
                    <a:lnTo>
                      <a:pt x="78" y="104"/>
                    </a:lnTo>
                    <a:lnTo>
                      <a:pt x="78" y="122"/>
                    </a:lnTo>
                    <a:lnTo>
                      <a:pt x="80" y="142"/>
                    </a:lnTo>
                    <a:lnTo>
                      <a:pt x="80" y="142"/>
                    </a:lnTo>
                    <a:lnTo>
                      <a:pt x="82" y="160"/>
                    </a:lnTo>
                    <a:lnTo>
                      <a:pt x="86" y="174"/>
                    </a:lnTo>
                    <a:lnTo>
                      <a:pt x="92" y="186"/>
                    </a:lnTo>
                    <a:lnTo>
                      <a:pt x="98" y="192"/>
                    </a:lnTo>
                    <a:lnTo>
                      <a:pt x="104" y="196"/>
                    </a:lnTo>
                    <a:lnTo>
                      <a:pt x="110" y="198"/>
                    </a:lnTo>
                    <a:lnTo>
                      <a:pt x="114" y="200"/>
                    </a:lnTo>
                    <a:lnTo>
                      <a:pt x="114" y="200"/>
                    </a:lnTo>
                    <a:lnTo>
                      <a:pt x="112" y="180"/>
                    </a:lnTo>
                    <a:lnTo>
                      <a:pt x="108" y="156"/>
                    </a:lnTo>
                    <a:lnTo>
                      <a:pt x="108" y="130"/>
                    </a:lnTo>
                    <a:lnTo>
                      <a:pt x="108" y="100"/>
                    </a:lnTo>
                    <a:lnTo>
                      <a:pt x="110" y="72"/>
                    </a:lnTo>
                    <a:lnTo>
                      <a:pt x="114" y="58"/>
                    </a:lnTo>
                    <a:lnTo>
                      <a:pt x="118" y="46"/>
                    </a:lnTo>
                    <a:lnTo>
                      <a:pt x="122" y="34"/>
                    </a:lnTo>
                    <a:lnTo>
                      <a:pt x="130" y="24"/>
                    </a:lnTo>
                    <a:lnTo>
                      <a:pt x="130" y="24"/>
                    </a:lnTo>
                    <a:lnTo>
                      <a:pt x="136" y="16"/>
                    </a:lnTo>
                    <a:lnTo>
                      <a:pt x="144" y="10"/>
                    </a:lnTo>
                    <a:lnTo>
                      <a:pt x="150" y="6"/>
                    </a:lnTo>
                    <a:lnTo>
                      <a:pt x="158" y="4"/>
                    </a:lnTo>
                    <a:lnTo>
                      <a:pt x="172" y="0"/>
                    </a:lnTo>
                    <a:lnTo>
                      <a:pt x="184" y="2"/>
                    </a:lnTo>
                    <a:lnTo>
                      <a:pt x="194" y="8"/>
                    </a:lnTo>
                    <a:lnTo>
                      <a:pt x="198" y="12"/>
                    </a:lnTo>
                    <a:lnTo>
                      <a:pt x="200" y="16"/>
                    </a:lnTo>
                    <a:lnTo>
                      <a:pt x="202" y="22"/>
                    </a:lnTo>
                    <a:lnTo>
                      <a:pt x="202" y="28"/>
                    </a:lnTo>
                    <a:lnTo>
                      <a:pt x="202" y="34"/>
                    </a:lnTo>
                    <a:lnTo>
                      <a:pt x="198" y="42"/>
                    </a:lnTo>
                    <a:lnTo>
                      <a:pt x="198" y="42"/>
                    </a:lnTo>
                    <a:lnTo>
                      <a:pt x="196" y="48"/>
                    </a:lnTo>
                    <a:lnTo>
                      <a:pt x="194" y="58"/>
                    </a:lnTo>
                    <a:lnTo>
                      <a:pt x="192" y="78"/>
                    </a:lnTo>
                    <a:lnTo>
                      <a:pt x="192" y="98"/>
                    </a:lnTo>
                    <a:lnTo>
                      <a:pt x="196" y="122"/>
                    </a:lnTo>
                    <a:lnTo>
                      <a:pt x="202" y="162"/>
                    </a:lnTo>
                    <a:lnTo>
                      <a:pt x="210" y="188"/>
                    </a:lnTo>
                    <a:lnTo>
                      <a:pt x="210" y="188"/>
                    </a:lnTo>
                    <a:lnTo>
                      <a:pt x="212" y="170"/>
                    </a:lnTo>
                    <a:lnTo>
                      <a:pt x="214" y="150"/>
                    </a:lnTo>
                    <a:lnTo>
                      <a:pt x="218" y="126"/>
                    </a:lnTo>
                    <a:lnTo>
                      <a:pt x="224" y="102"/>
                    </a:lnTo>
                    <a:lnTo>
                      <a:pt x="232" y="80"/>
                    </a:lnTo>
                    <a:lnTo>
                      <a:pt x="238" y="70"/>
                    </a:lnTo>
                    <a:lnTo>
                      <a:pt x="244" y="62"/>
                    </a:lnTo>
                    <a:lnTo>
                      <a:pt x="252" y="54"/>
                    </a:lnTo>
                    <a:lnTo>
                      <a:pt x="260" y="50"/>
                    </a:lnTo>
                    <a:lnTo>
                      <a:pt x="260" y="50"/>
                    </a:lnTo>
                    <a:lnTo>
                      <a:pt x="274" y="46"/>
                    </a:lnTo>
                    <a:lnTo>
                      <a:pt x="286" y="46"/>
                    </a:lnTo>
                    <a:lnTo>
                      <a:pt x="294" y="50"/>
                    </a:lnTo>
                    <a:lnTo>
                      <a:pt x="302" y="54"/>
                    </a:lnTo>
                    <a:lnTo>
                      <a:pt x="306" y="62"/>
                    </a:lnTo>
                    <a:lnTo>
                      <a:pt x="310" y="68"/>
                    </a:lnTo>
                    <a:lnTo>
                      <a:pt x="312" y="78"/>
                    </a:lnTo>
                    <a:lnTo>
                      <a:pt x="312" y="86"/>
                    </a:lnTo>
                    <a:lnTo>
                      <a:pt x="312" y="86"/>
                    </a:lnTo>
                    <a:lnTo>
                      <a:pt x="310" y="92"/>
                    </a:lnTo>
                    <a:lnTo>
                      <a:pt x="306" y="100"/>
                    </a:lnTo>
                    <a:lnTo>
                      <a:pt x="298" y="118"/>
                    </a:lnTo>
                    <a:lnTo>
                      <a:pt x="294" y="130"/>
                    </a:lnTo>
                    <a:lnTo>
                      <a:pt x="290" y="144"/>
                    </a:lnTo>
                    <a:lnTo>
                      <a:pt x="286" y="164"/>
                    </a:lnTo>
                    <a:lnTo>
                      <a:pt x="282" y="188"/>
                    </a:lnTo>
                    <a:lnTo>
                      <a:pt x="282" y="188"/>
                    </a:lnTo>
                    <a:lnTo>
                      <a:pt x="282" y="212"/>
                    </a:lnTo>
                    <a:lnTo>
                      <a:pt x="286" y="228"/>
                    </a:lnTo>
                    <a:lnTo>
                      <a:pt x="290" y="234"/>
                    </a:lnTo>
                    <a:lnTo>
                      <a:pt x="292" y="240"/>
                    </a:lnTo>
                    <a:lnTo>
                      <a:pt x="300" y="244"/>
                    </a:lnTo>
                    <a:lnTo>
                      <a:pt x="310" y="246"/>
                    </a:lnTo>
                    <a:lnTo>
                      <a:pt x="318" y="246"/>
                    </a:lnTo>
                    <a:lnTo>
                      <a:pt x="324" y="242"/>
                    </a:lnTo>
                    <a:lnTo>
                      <a:pt x="328" y="240"/>
                    </a:lnTo>
                    <a:lnTo>
                      <a:pt x="328" y="240"/>
                    </a:lnTo>
                    <a:lnTo>
                      <a:pt x="334" y="234"/>
                    </a:lnTo>
                    <a:lnTo>
                      <a:pt x="346" y="228"/>
                    </a:lnTo>
                    <a:lnTo>
                      <a:pt x="360" y="220"/>
                    </a:lnTo>
                    <a:lnTo>
                      <a:pt x="378" y="212"/>
                    </a:lnTo>
                    <a:lnTo>
                      <a:pt x="396" y="206"/>
                    </a:lnTo>
                    <a:lnTo>
                      <a:pt x="412" y="202"/>
                    </a:lnTo>
                    <a:lnTo>
                      <a:pt x="428" y="200"/>
                    </a:lnTo>
                    <a:lnTo>
                      <a:pt x="434" y="202"/>
                    </a:lnTo>
                    <a:lnTo>
                      <a:pt x="440" y="204"/>
                    </a:lnTo>
                    <a:lnTo>
                      <a:pt x="440" y="204"/>
                    </a:lnTo>
                    <a:lnTo>
                      <a:pt x="448" y="210"/>
                    </a:lnTo>
                    <a:lnTo>
                      <a:pt x="454" y="218"/>
                    </a:lnTo>
                    <a:lnTo>
                      <a:pt x="460" y="228"/>
                    </a:lnTo>
                    <a:lnTo>
                      <a:pt x="464" y="238"/>
                    </a:lnTo>
                    <a:lnTo>
                      <a:pt x="470" y="252"/>
                    </a:lnTo>
                    <a:lnTo>
                      <a:pt x="472" y="260"/>
                    </a:lnTo>
                    <a:lnTo>
                      <a:pt x="472" y="260"/>
                    </a:lnTo>
                    <a:lnTo>
                      <a:pt x="430" y="280"/>
                    </a:lnTo>
                    <a:lnTo>
                      <a:pt x="358" y="314"/>
                    </a:lnTo>
                    <a:lnTo>
                      <a:pt x="358" y="314"/>
                    </a:lnTo>
                    <a:lnTo>
                      <a:pt x="330" y="328"/>
                    </a:lnTo>
                    <a:lnTo>
                      <a:pt x="304" y="338"/>
                    </a:lnTo>
                    <a:lnTo>
                      <a:pt x="252" y="3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7" name="Freeform 74"/>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88" name="Freeform 75"/>
              <p:cNvSpPr>
                <a:spLocks/>
              </p:cNvSpPr>
              <p:nvPr/>
            </p:nvSpPr>
            <p:spPr bwMode="auto">
              <a:xfrm>
                <a:off x="2021629" y="3819785"/>
                <a:ext cx="85826" cy="80105"/>
              </a:xfrm>
              <a:custGeom>
                <a:avLst/>
                <a:gdLst>
                  <a:gd name="T0" fmla="*/ 0 w 90"/>
                  <a:gd name="T1" fmla="*/ 12 h 84"/>
                  <a:gd name="T2" fmla="*/ 0 w 90"/>
                  <a:gd name="T3" fmla="*/ 12 h 84"/>
                  <a:gd name="T4" fmla="*/ 12 w 90"/>
                  <a:gd name="T5" fmla="*/ 10 h 84"/>
                  <a:gd name="T6" fmla="*/ 26 w 90"/>
                  <a:gd name="T7" fmla="*/ 8 h 84"/>
                  <a:gd name="T8" fmla="*/ 40 w 90"/>
                  <a:gd name="T9" fmla="*/ 12 h 84"/>
                  <a:gd name="T10" fmla="*/ 48 w 90"/>
                  <a:gd name="T11" fmla="*/ 14 h 84"/>
                  <a:gd name="T12" fmla="*/ 56 w 90"/>
                  <a:gd name="T13" fmla="*/ 18 h 84"/>
                  <a:gd name="T14" fmla="*/ 64 w 90"/>
                  <a:gd name="T15" fmla="*/ 24 h 84"/>
                  <a:gd name="T16" fmla="*/ 72 w 90"/>
                  <a:gd name="T17" fmla="*/ 32 h 84"/>
                  <a:gd name="T18" fmla="*/ 78 w 90"/>
                  <a:gd name="T19" fmla="*/ 42 h 84"/>
                  <a:gd name="T20" fmla="*/ 82 w 90"/>
                  <a:gd name="T21" fmla="*/ 54 h 84"/>
                  <a:gd name="T22" fmla="*/ 86 w 90"/>
                  <a:gd name="T23" fmla="*/ 68 h 84"/>
                  <a:gd name="T24" fmla="*/ 90 w 90"/>
                  <a:gd name="T25" fmla="*/ 84 h 84"/>
                  <a:gd name="T26" fmla="*/ 90 w 90"/>
                  <a:gd name="T27" fmla="*/ 84 h 84"/>
                  <a:gd name="T28" fmla="*/ 88 w 90"/>
                  <a:gd name="T29" fmla="*/ 66 h 84"/>
                  <a:gd name="T30" fmla="*/ 86 w 90"/>
                  <a:gd name="T31" fmla="*/ 48 h 84"/>
                  <a:gd name="T32" fmla="*/ 80 w 90"/>
                  <a:gd name="T33" fmla="*/ 30 h 84"/>
                  <a:gd name="T34" fmla="*/ 74 w 90"/>
                  <a:gd name="T35" fmla="*/ 20 h 84"/>
                  <a:gd name="T36" fmla="*/ 68 w 90"/>
                  <a:gd name="T37" fmla="*/ 14 h 84"/>
                  <a:gd name="T38" fmla="*/ 62 w 90"/>
                  <a:gd name="T39" fmla="*/ 6 h 84"/>
                  <a:gd name="T40" fmla="*/ 52 w 90"/>
                  <a:gd name="T41" fmla="*/ 2 h 84"/>
                  <a:gd name="T42" fmla="*/ 42 w 90"/>
                  <a:gd name="T43" fmla="*/ 0 h 84"/>
                  <a:gd name="T44" fmla="*/ 30 w 90"/>
                  <a:gd name="T45" fmla="*/ 0 h 84"/>
                  <a:gd name="T46" fmla="*/ 16 w 90"/>
                  <a:gd name="T47" fmla="*/ 4 h 84"/>
                  <a:gd name="T48" fmla="*/ 0 w 90"/>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4">
                    <a:moveTo>
                      <a:pt x="0" y="12"/>
                    </a:moveTo>
                    <a:lnTo>
                      <a:pt x="0" y="12"/>
                    </a:lnTo>
                    <a:lnTo>
                      <a:pt x="12" y="10"/>
                    </a:lnTo>
                    <a:lnTo>
                      <a:pt x="26" y="8"/>
                    </a:lnTo>
                    <a:lnTo>
                      <a:pt x="40" y="12"/>
                    </a:lnTo>
                    <a:lnTo>
                      <a:pt x="48" y="14"/>
                    </a:lnTo>
                    <a:lnTo>
                      <a:pt x="56" y="18"/>
                    </a:lnTo>
                    <a:lnTo>
                      <a:pt x="64" y="24"/>
                    </a:lnTo>
                    <a:lnTo>
                      <a:pt x="72" y="32"/>
                    </a:lnTo>
                    <a:lnTo>
                      <a:pt x="78" y="42"/>
                    </a:lnTo>
                    <a:lnTo>
                      <a:pt x="82" y="54"/>
                    </a:lnTo>
                    <a:lnTo>
                      <a:pt x="86" y="68"/>
                    </a:lnTo>
                    <a:lnTo>
                      <a:pt x="90" y="84"/>
                    </a:lnTo>
                    <a:lnTo>
                      <a:pt x="90" y="84"/>
                    </a:lnTo>
                    <a:lnTo>
                      <a:pt x="88" y="66"/>
                    </a:lnTo>
                    <a:lnTo>
                      <a:pt x="86" y="48"/>
                    </a:lnTo>
                    <a:lnTo>
                      <a:pt x="80" y="30"/>
                    </a:lnTo>
                    <a:lnTo>
                      <a:pt x="74" y="20"/>
                    </a:lnTo>
                    <a:lnTo>
                      <a:pt x="68" y="14"/>
                    </a:lnTo>
                    <a:lnTo>
                      <a:pt x="62" y="6"/>
                    </a:lnTo>
                    <a:lnTo>
                      <a:pt x="52" y="2"/>
                    </a:lnTo>
                    <a:lnTo>
                      <a:pt x="42" y="0"/>
                    </a:lnTo>
                    <a:lnTo>
                      <a:pt x="30" y="0"/>
                    </a:lnTo>
                    <a:lnTo>
                      <a:pt x="16" y="4"/>
                    </a:lnTo>
                    <a:lnTo>
                      <a:pt x="0"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grpSp>
            <p:nvGrpSpPr>
              <p:cNvPr id="89" name="Group 88"/>
              <p:cNvGrpSpPr/>
              <p:nvPr/>
            </p:nvGrpSpPr>
            <p:grpSpPr>
              <a:xfrm flipH="1">
                <a:off x="2146692" y="2403116"/>
                <a:ext cx="80199" cy="78965"/>
                <a:chOff x="5772205" y="2343722"/>
                <a:chExt cx="123202" cy="121306"/>
              </a:xfrm>
            </p:grpSpPr>
            <p:sp>
              <p:nvSpPr>
                <p:cNvPr id="96" name="Freeform 359"/>
                <p:cNvSpPr>
                  <a:spLocks/>
                </p:cNvSpPr>
                <p:nvPr/>
              </p:nvSpPr>
              <p:spPr bwMode="auto">
                <a:xfrm>
                  <a:off x="5772205" y="2343722"/>
                  <a:ext cx="123202" cy="121306"/>
                </a:xfrm>
                <a:custGeom>
                  <a:avLst/>
                  <a:gdLst>
                    <a:gd name="T0" fmla="*/ 27 w 27"/>
                    <a:gd name="T1" fmla="*/ 13 h 27"/>
                    <a:gd name="T2" fmla="*/ 13 w 27"/>
                    <a:gd name="T3" fmla="*/ 0 h 27"/>
                    <a:gd name="T4" fmla="*/ 0 w 27"/>
                    <a:gd name="T5" fmla="*/ 13 h 27"/>
                    <a:gd name="T6" fmla="*/ 13 w 27"/>
                    <a:gd name="T7" fmla="*/ 26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3" y="0"/>
                      </a:cubicBezTo>
                      <a:cubicBezTo>
                        <a:pt x="6" y="0"/>
                        <a:pt x="0" y="6"/>
                        <a:pt x="0" y="13"/>
                      </a:cubicBezTo>
                      <a:cubicBezTo>
                        <a:pt x="0" y="20"/>
                        <a:pt x="6" y="26"/>
                        <a:pt x="13" y="26"/>
                      </a:cubicBezTo>
                      <a:cubicBezTo>
                        <a:pt x="20" y="27"/>
                        <a:pt x="26"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kern="0" smtClean="0">
                    <a:solidFill>
                      <a:prstClr val="black"/>
                    </a:solidFill>
                    <a:latin typeface="Montserrat Light"/>
                  </a:endParaRPr>
                </a:p>
              </p:txBody>
            </p:sp>
            <p:sp>
              <p:nvSpPr>
                <p:cNvPr id="97" name="Freeform 360"/>
                <p:cNvSpPr>
                  <a:spLocks/>
                </p:cNvSpPr>
                <p:nvPr/>
              </p:nvSpPr>
              <p:spPr bwMode="auto">
                <a:xfrm>
                  <a:off x="5791159" y="2362676"/>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7"/>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kern="0" smtClean="0">
                    <a:solidFill>
                      <a:prstClr val="black"/>
                    </a:solidFill>
                    <a:latin typeface="Montserrat Light"/>
                  </a:endParaRPr>
                </a:p>
              </p:txBody>
            </p:sp>
          </p:grpSp>
          <p:grpSp>
            <p:nvGrpSpPr>
              <p:cNvPr id="90" name="Group 89"/>
              <p:cNvGrpSpPr/>
              <p:nvPr/>
            </p:nvGrpSpPr>
            <p:grpSpPr>
              <a:xfrm flipH="1">
                <a:off x="2360351" y="2360104"/>
                <a:ext cx="78965" cy="78965"/>
                <a:chOff x="6219521" y="2379734"/>
                <a:chExt cx="121306" cy="121306"/>
              </a:xfrm>
            </p:grpSpPr>
            <p:sp>
              <p:nvSpPr>
                <p:cNvPr id="94" name="Freeform 361"/>
                <p:cNvSpPr>
                  <a:spLocks/>
                </p:cNvSpPr>
                <p:nvPr/>
              </p:nvSpPr>
              <p:spPr bwMode="auto">
                <a:xfrm>
                  <a:off x="6219521" y="2379734"/>
                  <a:ext cx="121306" cy="121306"/>
                </a:xfrm>
                <a:custGeom>
                  <a:avLst/>
                  <a:gdLst>
                    <a:gd name="T0" fmla="*/ 27 w 27"/>
                    <a:gd name="T1" fmla="*/ 13 h 27"/>
                    <a:gd name="T2" fmla="*/ 14 w 27"/>
                    <a:gd name="T3" fmla="*/ 0 h 27"/>
                    <a:gd name="T4" fmla="*/ 0 w 27"/>
                    <a:gd name="T5" fmla="*/ 13 h 27"/>
                    <a:gd name="T6" fmla="*/ 13 w 27"/>
                    <a:gd name="T7" fmla="*/ 27 h 27"/>
                    <a:gd name="T8" fmla="*/ 27 w 27"/>
                    <a:gd name="T9" fmla="*/ 13 h 27"/>
                  </a:gdLst>
                  <a:ahLst/>
                  <a:cxnLst>
                    <a:cxn ang="0">
                      <a:pos x="T0" y="T1"/>
                    </a:cxn>
                    <a:cxn ang="0">
                      <a:pos x="T2" y="T3"/>
                    </a:cxn>
                    <a:cxn ang="0">
                      <a:pos x="T4" y="T5"/>
                    </a:cxn>
                    <a:cxn ang="0">
                      <a:pos x="T6" y="T7"/>
                    </a:cxn>
                    <a:cxn ang="0">
                      <a:pos x="T8" y="T9"/>
                    </a:cxn>
                  </a:cxnLst>
                  <a:rect l="0" t="0" r="r" b="b"/>
                  <a:pathLst>
                    <a:path w="27" h="27">
                      <a:moveTo>
                        <a:pt x="27" y="13"/>
                      </a:moveTo>
                      <a:cubicBezTo>
                        <a:pt x="27" y="6"/>
                        <a:pt x="21" y="0"/>
                        <a:pt x="14" y="0"/>
                      </a:cubicBezTo>
                      <a:cubicBezTo>
                        <a:pt x="6" y="0"/>
                        <a:pt x="0" y="6"/>
                        <a:pt x="0" y="13"/>
                      </a:cubicBezTo>
                      <a:cubicBezTo>
                        <a:pt x="0" y="20"/>
                        <a:pt x="6" y="26"/>
                        <a:pt x="13" y="27"/>
                      </a:cubicBezTo>
                      <a:cubicBezTo>
                        <a:pt x="21" y="27"/>
                        <a:pt x="27" y="21"/>
                        <a:pt x="27" y="13"/>
                      </a:cubicBezTo>
                    </a:path>
                  </a:pathLst>
                </a:custGeom>
                <a:solidFill>
                  <a:sysClr val="windowText" lastClr="000000"/>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kern="0" smtClean="0">
                    <a:solidFill>
                      <a:prstClr val="black"/>
                    </a:solidFill>
                    <a:latin typeface="Montserrat Light"/>
                  </a:endParaRPr>
                </a:p>
              </p:txBody>
            </p:sp>
            <p:sp>
              <p:nvSpPr>
                <p:cNvPr id="95" name="Freeform 362"/>
                <p:cNvSpPr>
                  <a:spLocks/>
                </p:cNvSpPr>
                <p:nvPr/>
              </p:nvSpPr>
              <p:spPr bwMode="auto">
                <a:xfrm>
                  <a:off x="6236580" y="2398688"/>
                  <a:ext cx="45490" cy="43595"/>
                </a:xfrm>
                <a:custGeom>
                  <a:avLst/>
                  <a:gdLst>
                    <a:gd name="T0" fmla="*/ 5 w 10"/>
                    <a:gd name="T1" fmla="*/ 0 h 10"/>
                    <a:gd name="T2" fmla="*/ 0 w 10"/>
                    <a:gd name="T3" fmla="*/ 5 h 10"/>
                    <a:gd name="T4" fmla="*/ 5 w 10"/>
                    <a:gd name="T5" fmla="*/ 10 h 10"/>
                    <a:gd name="T6" fmla="*/ 5 w 10"/>
                    <a:gd name="T7" fmla="*/ 10 h 10"/>
                    <a:gd name="T8" fmla="*/ 10 w 10"/>
                    <a:gd name="T9" fmla="*/ 5 h 10"/>
                    <a:gd name="T10" fmla="*/ 5 w 10"/>
                    <a:gd name="T11" fmla="*/ 0 h 10"/>
                    <a:gd name="T12" fmla="*/ 5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5" y="0"/>
                      </a:moveTo>
                      <a:cubicBezTo>
                        <a:pt x="2" y="0"/>
                        <a:pt x="0" y="2"/>
                        <a:pt x="0" y="5"/>
                      </a:cubicBezTo>
                      <a:cubicBezTo>
                        <a:pt x="0" y="8"/>
                        <a:pt x="2" y="10"/>
                        <a:pt x="5" y="10"/>
                      </a:cubicBezTo>
                      <a:cubicBezTo>
                        <a:pt x="5" y="10"/>
                        <a:pt x="5" y="10"/>
                        <a:pt x="5" y="10"/>
                      </a:cubicBezTo>
                      <a:cubicBezTo>
                        <a:pt x="8" y="10"/>
                        <a:pt x="10" y="8"/>
                        <a:pt x="10" y="5"/>
                      </a:cubicBezTo>
                      <a:cubicBezTo>
                        <a:pt x="10" y="2"/>
                        <a:pt x="8" y="0"/>
                        <a:pt x="5" y="0"/>
                      </a:cubicBezTo>
                      <a:cubicBezTo>
                        <a:pt x="5" y="0"/>
                        <a:pt x="5" y="0"/>
                        <a:pt x="5" y="0"/>
                      </a:cubicBezTo>
                    </a:path>
                  </a:pathLst>
                </a:custGeom>
                <a:solidFill>
                  <a:sysClr val="window" lastClr="FFFFFF"/>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kern="0" smtClean="0">
                    <a:solidFill>
                      <a:prstClr val="black"/>
                    </a:solidFill>
                    <a:latin typeface="Montserrat Light"/>
                  </a:endParaRPr>
                </a:p>
              </p:txBody>
            </p:sp>
          </p:grpSp>
          <p:sp>
            <p:nvSpPr>
              <p:cNvPr id="91" name="AutoShape 175"/>
              <p:cNvSpPr>
                <a:spLocks/>
              </p:cNvSpPr>
              <p:nvPr/>
            </p:nvSpPr>
            <p:spPr bwMode="auto">
              <a:xfrm rot="19803807">
                <a:off x="1755992" y="2153013"/>
                <a:ext cx="705362" cy="343070"/>
              </a:xfrm>
              <a:custGeom>
                <a:avLst/>
                <a:gdLst/>
                <a:ahLst/>
                <a:cxnLst/>
                <a:rect l="0" t="0" r="r" b="b"/>
                <a:pathLst>
                  <a:path w="21339" h="19952">
                    <a:moveTo>
                      <a:pt x="16213" y="4995"/>
                    </a:moveTo>
                    <a:cubicBezTo>
                      <a:pt x="14681" y="6345"/>
                      <a:pt x="9351" y="13230"/>
                      <a:pt x="7153" y="13365"/>
                    </a:cubicBezTo>
                    <a:cubicBezTo>
                      <a:pt x="4954" y="13500"/>
                      <a:pt x="7553" y="12555"/>
                      <a:pt x="8152" y="11205"/>
                    </a:cubicBezTo>
                    <a:cubicBezTo>
                      <a:pt x="8752" y="9855"/>
                      <a:pt x="3955" y="14310"/>
                      <a:pt x="2822" y="14445"/>
                    </a:cubicBezTo>
                    <a:cubicBezTo>
                      <a:pt x="1689" y="14580"/>
                      <a:pt x="2822" y="14175"/>
                      <a:pt x="3355" y="12689"/>
                    </a:cubicBezTo>
                    <a:cubicBezTo>
                      <a:pt x="3888" y="11204"/>
                      <a:pt x="1423" y="13499"/>
                      <a:pt x="1822" y="17549"/>
                    </a:cubicBezTo>
                    <a:cubicBezTo>
                      <a:pt x="2222" y="21600"/>
                      <a:pt x="173" y="20083"/>
                      <a:pt x="40" y="16304"/>
                    </a:cubicBezTo>
                    <a:cubicBezTo>
                      <a:pt x="-93" y="12524"/>
                      <a:pt x="90" y="11880"/>
                      <a:pt x="823" y="8370"/>
                    </a:cubicBezTo>
                    <a:cubicBezTo>
                      <a:pt x="1556" y="4860"/>
                      <a:pt x="11216" y="0"/>
                      <a:pt x="14281" y="0"/>
                    </a:cubicBezTo>
                    <a:cubicBezTo>
                      <a:pt x="17346" y="0"/>
                      <a:pt x="19878" y="6210"/>
                      <a:pt x="20611" y="8910"/>
                    </a:cubicBezTo>
                    <a:cubicBezTo>
                      <a:pt x="21344" y="11610"/>
                      <a:pt x="21507" y="14536"/>
                      <a:pt x="21174" y="16965"/>
                    </a:cubicBezTo>
                    <a:cubicBezTo>
                      <a:pt x="20840" y="19395"/>
                      <a:pt x="19811" y="20520"/>
                      <a:pt x="19811" y="17415"/>
                    </a:cubicBezTo>
                    <a:cubicBezTo>
                      <a:pt x="19811" y="14310"/>
                      <a:pt x="17346" y="10665"/>
                      <a:pt x="16213" y="4995"/>
                    </a:cubicBezTo>
                    <a:close/>
                    <a:moveTo>
                      <a:pt x="16213" y="4995"/>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fontAlgn="auto">
                  <a:spcBef>
                    <a:spcPts val="0"/>
                  </a:spcBef>
                  <a:spcAft>
                    <a:spcPts val="0"/>
                  </a:spcAft>
                </a:pPr>
                <a:endParaRPr lang="en-US" kern="0" smtClean="0">
                  <a:solidFill>
                    <a:prstClr val="black"/>
                  </a:solidFill>
                  <a:latin typeface="Montserrat Light"/>
                </a:endParaRPr>
              </a:p>
            </p:txBody>
          </p:sp>
          <p:sp>
            <p:nvSpPr>
              <p:cNvPr id="92" name="AutoShape 179"/>
              <p:cNvSpPr>
                <a:spLocks/>
              </p:cNvSpPr>
              <p:nvPr/>
            </p:nvSpPr>
            <p:spPr bwMode="auto">
              <a:xfrm rot="19571347">
                <a:off x="1592895" y="1958900"/>
                <a:ext cx="831270" cy="545122"/>
              </a:xfrm>
              <a:custGeom>
                <a:avLst/>
                <a:gdLst>
                  <a:gd name="connsiteX0" fmla="*/ 0 w 22447"/>
                  <a:gd name="connsiteY0" fmla="*/ 17132 h 17132"/>
                  <a:gd name="connsiteX1" fmla="*/ 16889 w 22447"/>
                  <a:gd name="connsiteY1" fmla="*/ 4809 h 17132"/>
                  <a:gd name="connsiteX2" fmla="*/ 22447 w 22447"/>
                  <a:gd name="connsiteY2" fmla="*/ 11000 h 17132"/>
                  <a:gd name="connsiteX3" fmla="*/ 16508 w 22447"/>
                  <a:gd name="connsiteY3" fmla="*/ 9542 h 17132"/>
                  <a:gd name="connsiteX4" fmla="*/ 10875 w 22447"/>
                  <a:gd name="connsiteY4" fmla="*/ 12007 h 17132"/>
                  <a:gd name="connsiteX5" fmla="*/ 0 w 22447"/>
                  <a:gd name="connsiteY5" fmla="*/ 17132 h 17132"/>
                  <a:gd name="connsiteX6" fmla="*/ 0 w 22447"/>
                  <a:gd name="connsiteY6" fmla="*/ 17132 h 17132"/>
                  <a:gd name="connsiteX0" fmla="*/ 0 w 20118"/>
                  <a:gd name="connsiteY0" fmla="*/ 17132 h 17132"/>
                  <a:gd name="connsiteX1" fmla="*/ 16889 w 20118"/>
                  <a:gd name="connsiteY1" fmla="*/ 4809 h 17132"/>
                  <a:gd name="connsiteX2" fmla="*/ 19998 w 20118"/>
                  <a:gd name="connsiteY2" fmla="*/ 16337 h 17132"/>
                  <a:gd name="connsiteX3" fmla="*/ 16508 w 20118"/>
                  <a:gd name="connsiteY3" fmla="*/ 9542 h 17132"/>
                  <a:gd name="connsiteX4" fmla="*/ 10875 w 20118"/>
                  <a:gd name="connsiteY4" fmla="*/ 12007 h 17132"/>
                  <a:gd name="connsiteX5" fmla="*/ 0 w 20118"/>
                  <a:gd name="connsiteY5" fmla="*/ 17132 h 17132"/>
                  <a:gd name="connsiteX6" fmla="*/ 0 w 20118"/>
                  <a:gd name="connsiteY6" fmla="*/ 17132 h 17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18" h="17132">
                    <a:moveTo>
                      <a:pt x="0" y="17132"/>
                    </a:moveTo>
                    <a:cubicBezTo>
                      <a:pt x="1001" y="-763"/>
                      <a:pt x="13216" y="-4221"/>
                      <a:pt x="16889" y="4809"/>
                    </a:cubicBezTo>
                    <a:cubicBezTo>
                      <a:pt x="21291" y="6500"/>
                      <a:pt x="19870" y="14748"/>
                      <a:pt x="19998" y="16337"/>
                    </a:cubicBezTo>
                    <a:cubicBezTo>
                      <a:pt x="19931" y="16103"/>
                      <a:pt x="17377" y="11337"/>
                      <a:pt x="16508" y="9542"/>
                    </a:cubicBezTo>
                    <a:lnTo>
                      <a:pt x="10875" y="12007"/>
                    </a:lnTo>
                    <a:cubicBezTo>
                      <a:pt x="10875" y="12008"/>
                      <a:pt x="4427" y="14786"/>
                      <a:pt x="0" y="17132"/>
                    </a:cubicBezTo>
                    <a:close/>
                    <a:moveTo>
                      <a:pt x="0" y="17132"/>
                    </a:moveTo>
                  </a:path>
                </a:pathLst>
              </a:custGeom>
              <a:solidFill>
                <a:srgbClr val="755243"/>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fontAlgn="auto">
                  <a:spcBef>
                    <a:spcPts val="0"/>
                  </a:spcBef>
                  <a:spcAft>
                    <a:spcPts val="0"/>
                  </a:spcAft>
                </a:pPr>
                <a:endParaRPr lang="en-US" kern="0" smtClean="0">
                  <a:solidFill>
                    <a:prstClr val="black"/>
                  </a:solidFill>
                  <a:latin typeface="Montserrat Light"/>
                </a:endParaRPr>
              </a:p>
            </p:txBody>
          </p:sp>
          <p:sp>
            <p:nvSpPr>
              <p:cNvPr id="93" name="Freeform 24"/>
              <p:cNvSpPr>
                <a:spLocks/>
              </p:cNvSpPr>
              <p:nvPr/>
            </p:nvSpPr>
            <p:spPr bwMode="auto">
              <a:xfrm>
                <a:off x="1762243" y="2599147"/>
                <a:ext cx="219334" cy="228870"/>
              </a:xfrm>
              <a:custGeom>
                <a:avLst/>
                <a:gdLst>
                  <a:gd name="T0" fmla="*/ 172 w 230"/>
                  <a:gd name="T1" fmla="*/ 50 h 240"/>
                  <a:gd name="T2" fmla="*/ 172 w 230"/>
                  <a:gd name="T3" fmla="*/ 50 h 240"/>
                  <a:gd name="T4" fmla="*/ 160 w 230"/>
                  <a:gd name="T5" fmla="*/ 38 h 240"/>
                  <a:gd name="T6" fmla="*/ 144 w 230"/>
                  <a:gd name="T7" fmla="*/ 28 h 240"/>
                  <a:gd name="T8" fmla="*/ 126 w 230"/>
                  <a:gd name="T9" fmla="*/ 16 h 240"/>
                  <a:gd name="T10" fmla="*/ 102 w 230"/>
                  <a:gd name="T11" fmla="*/ 6 h 240"/>
                  <a:gd name="T12" fmla="*/ 90 w 230"/>
                  <a:gd name="T13" fmla="*/ 4 h 240"/>
                  <a:gd name="T14" fmla="*/ 78 w 230"/>
                  <a:gd name="T15" fmla="*/ 2 h 240"/>
                  <a:gd name="T16" fmla="*/ 66 w 230"/>
                  <a:gd name="T17" fmla="*/ 0 h 240"/>
                  <a:gd name="T18" fmla="*/ 52 w 230"/>
                  <a:gd name="T19" fmla="*/ 2 h 240"/>
                  <a:gd name="T20" fmla="*/ 38 w 230"/>
                  <a:gd name="T21" fmla="*/ 6 h 240"/>
                  <a:gd name="T22" fmla="*/ 26 w 230"/>
                  <a:gd name="T23" fmla="*/ 12 h 240"/>
                  <a:gd name="T24" fmla="*/ 26 w 230"/>
                  <a:gd name="T25" fmla="*/ 12 h 240"/>
                  <a:gd name="T26" fmla="*/ 18 w 230"/>
                  <a:gd name="T27" fmla="*/ 18 h 240"/>
                  <a:gd name="T28" fmla="*/ 14 w 230"/>
                  <a:gd name="T29" fmla="*/ 24 h 240"/>
                  <a:gd name="T30" fmla="*/ 10 w 230"/>
                  <a:gd name="T31" fmla="*/ 30 h 240"/>
                  <a:gd name="T32" fmla="*/ 6 w 230"/>
                  <a:gd name="T33" fmla="*/ 38 h 240"/>
                  <a:gd name="T34" fmla="*/ 2 w 230"/>
                  <a:gd name="T35" fmla="*/ 56 h 240"/>
                  <a:gd name="T36" fmla="*/ 0 w 230"/>
                  <a:gd name="T37" fmla="*/ 76 h 240"/>
                  <a:gd name="T38" fmla="*/ 4 w 230"/>
                  <a:gd name="T39" fmla="*/ 98 h 240"/>
                  <a:gd name="T40" fmla="*/ 10 w 230"/>
                  <a:gd name="T41" fmla="*/ 122 h 240"/>
                  <a:gd name="T42" fmla="*/ 18 w 230"/>
                  <a:gd name="T43" fmla="*/ 144 h 240"/>
                  <a:gd name="T44" fmla="*/ 30 w 230"/>
                  <a:gd name="T45" fmla="*/ 166 h 240"/>
                  <a:gd name="T46" fmla="*/ 44 w 230"/>
                  <a:gd name="T47" fmla="*/ 188 h 240"/>
                  <a:gd name="T48" fmla="*/ 60 w 230"/>
                  <a:gd name="T49" fmla="*/ 206 h 240"/>
                  <a:gd name="T50" fmla="*/ 80 w 230"/>
                  <a:gd name="T51" fmla="*/ 222 h 240"/>
                  <a:gd name="T52" fmla="*/ 90 w 230"/>
                  <a:gd name="T53" fmla="*/ 228 h 240"/>
                  <a:gd name="T54" fmla="*/ 100 w 230"/>
                  <a:gd name="T55" fmla="*/ 234 h 240"/>
                  <a:gd name="T56" fmla="*/ 112 w 230"/>
                  <a:gd name="T57" fmla="*/ 236 h 240"/>
                  <a:gd name="T58" fmla="*/ 124 w 230"/>
                  <a:gd name="T59" fmla="*/ 240 h 240"/>
                  <a:gd name="T60" fmla="*/ 136 w 230"/>
                  <a:gd name="T61" fmla="*/ 240 h 240"/>
                  <a:gd name="T62" fmla="*/ 150 w 230"/>
                  <a:gd name="T63" fmla="*/ 240 h 240"/>
                  <a:gd name="T64" fmla="*/ 164 w 230"/>
                  <a:gd name="T65" fmla="*/ 238 h 240"/>
                  <a:gd name="T66" fmla="*/ 178 w 230"/>
                  <a:gd name="T67" fmla="*/ 234 h 240"/>
                  <a:gd name="T68" fmla="*/ 192 w 230"/>
                  <a:gd name="T69" fmla="*/ 228 h 240"/>
                  <a:gd name="T70" fmla="*/ 206 w 230"/>
                  <a:gd name="T71" fmla="*/ 220 h 240"/>
                  <a:gd name="T72" fmla="*/ 206 w 230"/>
                  <a:gd name="T73" fmla="*/ 220 h 240"/>
                  <a:gd name="T74" fmla="*/ 216 w 230"/>
                  <a:gd name="T75" fmla="*/ 212 h 240"/>
                  <a:gd name="T76" fmla="*/ 224 w 230"/>
                  <a:gd name="T77" fmla="*/ 202 h 240"/>
                  <a:gd name="T78" fmla="*/ 228 w 230"/>
                  <a:gd name="T79" fmla="*/ 190 h 240"/>
                  <a:gd name="T80" fmla="*/ 230 w 230"/>
                  <a:gd name="T81" fmla="*/ 178 h 240"/>
                  <a:gd name="T82" fmla="*/ 228 w 230"/>
                  <a:gd name="T83" fmla="*/ 164 h 240"/>
                  <a:gd name="T84" fmla="*/ 224 w 230"/>
                  <a:gd name="T85" fmla="*/ 150 h 240"/>
                  <a:gd name="T86" fmla="*/ 220 w 230"/>
                  <a:gd name="T87" fmla="*/ 134 h 240"/>
                  <a:gd name="T88" fmla="*/ 214 w 230"/>
                  <a:gd name="T89" fmla="*/ 120 h 240"/>
                  <a:gd name="T90" fmla="*/ 200 w 230"/>
                  <a:gd name="T91" fmla="*/ 94 h 240"/>
                  <a:gd name="T92" fmla="*/ 186 w 230"/>
                  <a:gd name="T93" fmla="*/ 70 h 240"/>
                  <a:gd name="T94" fmla="*/ 172 w 230"/>
                  <a:gd name="T95" fmla="*/ 5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40">
                    <a:moveTo>
                      <a:pt x="172" y="50"/>
                    </a:moveTo>
                    <a:lnTo>
                      <a:pt x="172" y="50"/>
                    </a:lnTo>
                    <a:lnTo>
                      <a:pt x="160" y="38"/>
                    </a:lnTo>
                    <a:lnTo>
                      <a:pt x="144" y="28"/>
                    </a:lnTo>
                    <a:lnTo>
                      <a:pt x="126" y="16"/>
                    </a:lnTo>
                    <a:lnTo>
                      <a:pt x="102" y="6"/>
                    </a:lnTo>
                    <a:lnTo>
                      <a:pt x="90" y="4"/>
                    </a:lnTo>
                    <a:lnTo>
                      <a:pt x="78" y="2"/>
                    </a:lnTo>
                    <a:lnTo>
                      <a:pt x="66" y="0"/>
                    </a:lnTo>
                    <a:lnTo>
                      <a:pt x="52" y="2"/>
                    </a:lnTo>
                    <a:lnTo>
                      <a:pt x="38" y="6"/>
                    </a:lnTo>
                    <a:lnTo>
                      <a:pt x="26" y="12"/>
                    </a:lnTo>
                    <a:lnTo>
                      <a:pt x="26" y="12"/>
                    </a:lnTo>
                    <a:lnTo>
                      <a:pt x="18" y="18"/>
                    </a:lnTo>
                    <a:lnTo>
                      <a:pt x="14" y="24"/>
                    </a:lnTo>
                    <a:lnTo>
                      <a:pt x="10" y="30"/>
                    </a:lnTo>
                    <a:lnTo>
                      <a:pt x="6" y="38"/>
                    </a:lnTo>
                    <a:lnTo>
                      <a:pt x="2" y="56"/>
                    </a:lnTo>
                    <a:lnTo>
                      <a:pt x="0" y="76"/>
                    </a:lnTo>
                    <a:lnTo>
                      <a:pt x="4" y="98"/>
                    </a:lnTo>
                    <a:lnTo>
                      <a:pt x="10" y="122"/>
                    </a:lnTo>
                    <a:lnTo>
                      <a:pt x="18" y="144"/>
                    </a:lnTo>
                    <a:lnTo>
                      <a:pt x="30" y="166"/>
                    </a:lnTo>
                    <a:lnTo>
                      <a:pt x="44" y="188"/>
                    </a:lnTo>
                    <a:lnTo>
                      <a:pt x="60" y="206"/>
                    </a:lnTo>
                    <a:lnTo>
                      <a:pt x="80" y="222"/>
                    </a:lnTo>
                    <a:lnTo>
                      <a:pt x="90" y="228"/>
                    </a:lnTo>
                    <a:lnTo>
                      <a:pt x="100" y="234"/>
                    </a:lnTo>
                    <a:lnTo>
                      <a:pt x="112" y="236"/>
                    </a:lnTo>
                    <a:lnTo>
                      <a:pt x="124" y="240"/>
                    </a:lnTo>
                    <a:lnTo>
                      <a:pt x="136" y="240"/>
                    </a:lnTo>
                    <a:lnTo>
                      <a:pt x="150" y="240"/>
                    </a:lnTo>
                    <a:lnTo>
                      <a:pt x="164" y="238"/>
                    </a:lnTo>
                    <a:lnTo>
                      <a:pt x="178" y="234"/>
                    </a:lnTo>
                    <a:lnTo>
                      <a:pt x="192" y="228"/>
                    </a:lnTo>
                    <a:lnTo>
                      <a:pt x="206" y="220"/>
                    </a:lnTo>
                    <a:lnTo>
                      <a:pt x="206" y="220"/>
                    </a:lnTo>
                    <a:lnTo>
                      <a:pt x="216" y="212"/>
                    </a:lnTo>
                    <a:lnTo>
                      <a:pt x="224" y="202"/>
                    </a:lnTo>
                    <a:lnTo>
                      <a:pt x="228" y="190"/>
                    </a:lnTo>
                    <a:lnTo>
                      <a:pt x="230" y="178"/>
                    </a:lnTo>
                    <a:lnTo>
                      <a:pt x="228" y="164"/>
                    </a:lnTo>
                    <a:lnTo>
                      <a:pt x="224" y="150"/>
                    </a:lnTo>
                    <a:lnTo>
                      <a:pt x="220" y="134"/>
                    </a:lnTo>
                    <a:lnTo>
                      <a:pt x="214" y="120"/>
                    </a:lnTo>
                    <a:lnTo>
                      <a:pt x="200" y="94"/>
                    </a:lnTo>
                    <a:lnTo>
                      <a:pt x="186" y="70"/>
                    </a:lnTo>
                    <a:lnTo>
                      <a:pt x="172" y="5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grpSp>
        <p:grpSp>
          <p:nvGrpSpPr>
            <p:cNvPr id="12" name="Group 11"/>
            <p:cNvGrpSpPr/>
            <p:nvPr/>
          </p:nvGrpSpPr>
          <p:grpSpPr>
            <a:xfrm>
              <a:off x="1438010" y="3983808"/>
              <a:ext cx="149225" cy="131763"/>
              <a:chOff x="4714314" y="3794594"/>
              <a:chExt cx="149225" cy="131763"/>
            </a:xfrm>
          </p:grpSpPr>
          <p:sp>
            <p:nvSpPr>
              <p:cNvPr id="16" name="Freeform 153"/>
              <p:cNvSpPr>
                <a:spLocks/>
              </p:cNvSpPr>
              <p:nvPr/>
            </p:nvSpPr>
            <p:spPr bwMode="auto">
              <a:xfrm>
                <a:off x="4731776" y="3794594"/>
                <a:ext cx="131763" cy="77788"/>
              </a:xfrm>
              <a:custGeom>
                <a:avLst/>
                <a:gdLst>
                  <a:gd name="T0" fmla="*/ 5 w 83"/>
                  <a:gd name="T1" fmla="*/ 20 h 49"/>
                  <a:gd name="T2" fmla="*/ 5 w 83"/>
                  <a:gd name="T3" fmla="*/ 20 h 49"/>
                  <a:gd name="T4" fmla="*/ 36 w 83"/>
                  <a:gd name="T5" fmla="*/ 37 h 49"/>
                  <a:gd name="T6" fmla="*/ 53 w 83"/>
                  <a:gd name="T7" fmla="*/ 44 h 49"/>
                  <a:gd name="T8" fmla="*/ 70 w 83"/>
                  <a:gd name="T9" fmla="*/ 49 h 49"/>
                  <a:gd name="T10" fmla="*/ 70 w 83"/>
                  <a:gd name="T11" fmla="*/ 49 h 49"/>
                  <a:gd name="T12" fmla="*/ 74 w 83"/>
                  <a:gd name="T13" fmla="*/ 49 h 49"/>
                  <a:gd name="T14" fmla="*/ 78 w 83"/>
                  <a:gd name="T15" fmla="*/ 48 h 49"/>
                  <a:gd name="T16" fmla="*/ 81 w 83"/>
                  <a:gd name="T17" fmla="*/ 45 h 49"/>
                  <a:gd name="T18" fmla="*/ 83 w 83"/>
                  <a:gd name="T19" fmla="*/ 42 h 49"/>
                  <a:gd name="T20" fmla="*/ 83 w 83"/>
                  <a:gd name="T21" fmla="*/ 38 h 49"/>
                  <a:gd name="T22" fmla="*/ 83 w 83"/>
                  <a:gd name="T23" fmla="*/ 34 h 49"/>
                  <a:gd name="T24" fmla="*/ 80 w 83"/>
                  <a:gd name="T25" fmla="*/ 31 h 49"/>
                  <a:gd name="T26" fmla="*/ 76 w 83"/>
                  <a:gd name="T27" fmla="*/ 30 h 49"/>
                  <a:gd name="T28" fmla="*/ 76 w 83"/>
                  <a:gd name="T29" fmla="*/ 30 h 49"/>
                  <a:gd name="T30" fmla="*/ 60 w 83"/>
                  <a:gd name="T31" fmla="*/ 24 h 49"/>
                  <a:gd name="T32" fmla="*/ 44 w 83"/>
                  <a:gd name="T33" fmla="*/ 17 h 49"/>
                  <a:gd name="T34" fmla="*/ 16 w 83"/>
                  <a:gd name="T35" fmla="*/ 1 h 49"/>
                  <a:gd name="T36" fmla="*/ 16 w 83"/>
                  <a:gd name="T37" fmla="*/ 1 h 49"/>
                  <a:gd name="T38" fmla="*/ 12 w 83"/>
                  <a:gd name="T39" fmla="*/ 0 h 49"/>
                  <a:gd name="T40" fmla="*/ 8 w 83"/>
                  <a:gd name="T41" fmla="*/ 1 h 49"/>
                  <a:gd name="T42" fmla="*/ 3 w 83"/>
                  <a:gd name="T43" fmla="*/ 3 h 49"/>
                  <a:gd name="T44" fmla="*/ 2 w 83"/>
                  <a:gd name="T45" fmla="*/ 5 h 49"/>
                  <a:gd name="T46" fmla="*/ 0 w 83"/>
                  <a:gd name="T47" fmla="*/ 10 h 49"/>
                  <a:gd name="T48" fmla="*/ 0 w 83"/>
                  <a:gd name="T49" fmla="*/ 14 h 49"/>
                  <a:gd name="T50" fmla="*/ 2 w 83"/>
                  <a:gd name="T51" fmla="*/ 17 h 49"/>
                  <a:gd name="T52" fmla="*/ 5 w 83"/>
                  <a:gd name="T53"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49">
                    <a:moveTo>
                      <a:pt x="5" y="20"/>
                    </a:moveTo>
                    <a:lnTo>
                      <a:pt x="5" y="20"/>
                    </a:lnTo>
                    <a:lnTo>
                      <a:pt x="36" y="37"/>
                    </a:lnTo>
                    <a:lnTo>
                      <a:pt x="53" y="44"/>
                    </a:lnTo>
                    <a:lnTo>
                      <a:pt x="70" y="49"/>
                    </a:lnTo>
                    <a:lnTo>
                      <a:pt x="70" y="49"/>
                    </a:lnTo>
                    <a:lnTo>
                      <a:pt x="74" y="49"/>
                    </a:lnTo>
                    <a:lnTo>
                      <a:pt x="78" y="48"/>
                    </a:lnTo>
                    <a:lnTo>
                      <a:pt x="81" y="45"/>
                    </a:lnTo>
                    <a:lnTo>
                      <a:pt x="83" y="42"/>
                    </a:lnTo>
                    <a:lnTo>
                      <a:pt x="83" y="38"/>
                    </a:lnTo>
                    <a:lnTo>
                      <a:pt x="83" y="34"/>
                    </a:lnTo>
                    <a:lnTo>
                      <a:pt x="80" y="31"/>
                    </a:lnTo>
                    <a:lnTo>
                      <a:pt x="76" y="30"/>
                    </a:lnTo>
                    <a:lnTo>
                      <a:pt x="76" y="30"/>
                    </a:lnTo>
                    <a:lnTo>
                      <a:pt x="60" y="24"/>
                    </a:lnTo>
                    <a:lnTo>
                      <a:pt x="44" y="17"/>
                    </a:lnTo>
                    <a:lnTo>
                      <a:pt x="16" y="1"/>
                    </a:lnTo>
                    <a:lnTo>
                      <a:pt x="16" y="1"/>
                    </a:lnTo>
                    <a:lnTo>
                      <a:pt x="12" y="0"/>
                    </a:lnTo>
                    <a:lnTo>
                      <a:pt x="8" y="1"/>
                    </a:lnTo>
                    <a:lnTo>
                      <a:pt x="3" y="3"/>
                    </a:lnTo>
                    <a:lnTo>
                      <a:pt x="2" y="5"/>
                    </a:lnTo>
                    <a:lnTo>
                      <a:pt x="0" y="10"/>
                    </a:lnTo>
                    <a:lnTo>
                      <a:pt x="0" y="14"/>
                    </a:lnTo>
                    <a:lnTo>
                      <a:pt x="2" y="17"/>
                    </a:lnTo>
                    <a:lnTo>
                      <a:pt x="5"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17" name="Freeform 155"/>
              <p:cNvSpPr>
                <a:spLocks/>
              </p:cNvSpPr>
              <p:nvPr/>
            </p:nvSpPr>
            <p:spPr bwMode="auto">
              <a:xfrm>
                <a:off x="4714314" y="3870794"/>
                <a:ext cx="103188" cy="55563"/>
              </a:xfrm>
              <a:custGeom>
                <a:avLst/>
                <a:gdLst>
                  <a:gd name="T0" fmla="*/ 4 w 65"/>
                  <a:gd name="T1" fmla="*/ 20 h 35"/>
                  <a:gd name="T2" fmla="*/ 4 w 65"/>
                  <a:gd name="T3" fmla="*/ 20 h 35"/>
                  <a:gd name="T4" fmla="*/ 16 w 65"/>
                  <a:gd name="T5" fmla="*/ 25 h 35"/>
                  <a:gd name="T6" fmla="*/ 28 w 65"/>
                  <a:gd name="T7" fmla="*/ 30 h 35"/>
                  <a:gd name="T8" fmla="*/ 53 w 65"/>
                  <a:gd name="T9" fmla="*/ 35 h 35"/>
                  <a:gd name="T10" fmla="*/ 53 w 65"/>
                  <a:gd name="T11" fmla="*/ 35 h 35"/>
                  <a:gd name="T12" fmla="*/ 57 w 65"/>
                  <a:gd name="T13" fmla="*/ 35 h 35"/>
                  <a:gd name="T14" fmla="*/ 61 w 65"/>
                  <a:gd name="T15" fmla="*/ 34 h 35"/>
                  <a:gd name="T16" fmla="*/ 64 w 65"/>
                  <a:gd name="T17" fmla="*/ 31 h 35"/>
                  <a:gd name="T18" fmla="*/ 65 w 65"/>
                  <a:gd name="T19" fmla="*/ 27 h 35"/>
                  <a:gd name="T20" fmla="*/ 65 w 65"/>
                  <a:gd name="T21" fmla="*/ 24 h 35"/>
                  <a:gd name="T22" fmla="*/ 65 w 65"/>
                  <a:gd name="T23" fmla="*/ 20 h 35"/>
                  <a:gd name="T24" fmla="*/ 62 w 65"/>
                  <a:gd name="T25" fmla="*/ 17 h 35"/>
                  <a:gd name="T26" fmla="*/ 58 w 65"/>
                  <a:gd name="T27" fmla="*/ 16 h 35"/>
                  <a:gd name="T28" fmla="*/ 58 w 65"/>
                  <a:gd name="T29" fmla="*/ 16 h 35"/>
                  <a:gd name="T30" fmla="*/ 36 w 65"/>
                  <a:gd name="T31" fmla="*/ 10 h 35"/>
                  <a:gd name="T32" fmla="*/ 26 w 65"/>
                  <a:gd name="T33" fmla="*/ 7 h 35"/>
                  <a:gd name="T34" fmla="*/ 16 w 65"/>
                  <a:gd name="T35" fmla="*/ 1 h 35"/>
                  <a:gd name="T36" fmla="*/ 16 w 65"/>
                  <a:gd name="T37" fmla="*/ 1 h 35"/>
                  <a:gd name="T38" fmla="*/ 11 w 65"/>
                  <a:gd name="T39" fmla="*/ 0 h 35"/>
                  <a:gd name="T40" fmla="*/ 7 w 65"/>
                  <a:gd name="T41" fmla="*/ 1 h 35"/>
                  <a:gd name="T42" fmla="*/ 3 w 65"/>
                  <a:gd name="T43" fmla="*/ 3 h 35"/>
                  <a:gd name="T44" fmla="*/ 2 w 65"/>
                  <a:gd name="T45" fmla="*/ 6 h 35"/>
                  <a:gd name="T46" fmla="*/ 0 w 65"/>
                  <a:gd name="T47" fmla="*/ 10 h 35"/>
                  <a:gd name="T48" fmla="*/ 0 w 65"/>
                  <a:gd name="T49" fmla="*/ 14 h 35"/>
                  <a:gd name="T50" fmla="*/ 2 w 65"/>
                  <a:gd name="T51" fmla="*/ 17 h 35"/>
                  <a:gd name="T52" fmla="*/ 4 w 65"/>
                  <a:gd name="T53"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35">
                    <a:moveTo>
                      <a:pt x="4" y="20"/>
                    </a:moveTo>
                    <a:lnTo>
                      <a:pt x="4" y="20"/>
                    </a:lnTo>
                    <a:lnTo>
                      <a:pt x="16" y="25"/>
                    </a:lnTo>
                    <a:lnTo>
                      <a:pt x="28" y="30"/>
                    </a:lnTo>
                    <a:lnTo>
                      <a:pt x="53" y="35"/>
                    </a:lnTo>
                    <a:lnTo>
                      <a:pt x="53" y="35"/>
                    </a:lnTo>
                    <a:lnTo>
                      <a:pt x="57" y="35"/>
                    </a:lnTo>
                    <a:lnTo>
                      <a:pt x="61" y="34"/>
                    </a:lnTo>
                    <a:lnTo>
                      <a:pt x="64" y="31"/>
                    </a:lnTo>
                    <a:lnTo>
                      <a:pt x="65" y="27"/>
                    </a:lnTo>
                    <a:lnTo>
                      <a:pt x="65" y="24"/>
                    </a:lnTo>
                    <a:lnTo>
                      <a:pt x="65" y="20"/>
                    </a:lnTo>
                    <a:lnTo>
                      <a:pt x="62" y="17"/>
                    </a:lnTo>
                    <a:lnTo>
                      <a:pt x="58" y="16"/>
                    </a:lnTo>
                    <a:lnTo>
                      <a:pt x="58" y="16"/>
                    </a:lnTo>
                    <a:lnTo>
                      <a:pt x="36" y="10"/>
                    </a:lnTo>
                    <a:lnTo>
                      <a:pt x="26" y="7"/>
                    </a:lnTo>
                    <a:lnTo>
                      <a:pt x="16" y="1"/>
                    </a:lnTo>
                    <a:lnTo>
                      <a:pt x="16" y="1"/>
                    </a:lnTo>
                    <a:lnTo>
                      <a:pt x="11" y="0"/>
                    </a:lnTo>
                    <a:lnTo>
                      <a:pt x="7" y="1"/>
                    </a:lnTo>
                    <a:lnTo>
                      <a:pt x="3" y="3"/>
                    </a:lnTo>
                    <a:lnTo>
                      <a:pt x="2" y="6"/>
                    </a:lnTo>
                    <a:lnTo>
                      <a:pt x="0" y="10"/>
                    </a:lnTo>
                    <a:lnTo>
                      <a:pt x="0" y="14"/>
                    </a:lnTo>
                    <a:lnTo>
                      <a:pt x="2" y="17"/>
                    </a:lnTo>
                    <a:lnTo>
                      <a:pt x="4" y="20"/>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grpSp>
        <p:grpSp>
          <p:nvGrpSpPr>
            <p:cNvPr id="13" name="Group 12"/>
            <p:cNvGrpSpPr/>
            <p:nvPr/>
          </p:nvGrpSpPr>
          <p:grpSpPr>
            <a:xfrm>
              <a:off x="4954513" y="2020575"/>
              <a:ext cx="128588" cy="166687"/>
              <a:chOff x="5442976" y="3219919"/>
              <a:chExt cx="128588" cy="166687"/>
            </a:xfrm>
          </p:grpSpPr>
          <p:sp>
            <p:nvSpPr>
              <p:cNvPr id="14" name="Freeform 157"/>
              <p:cNvSpPr>
                <a:spLocks/>
              </p:cNvSpPr>
              <p:nvPr/>
            </p:nvSpPr>
            <p:spPr bwMode="auto">
              <a:xfrm>
                <a:off x="5442976" y="3240556"/>
                <a:ext cx="57150" cy="146050"/>
              </a:xfrm>
              <a:custGeom>
                <a:avLst/>
                <a:gdLst>
                  <a:gd name="T0" fmla="*/ 2 w 36"/>
                  <a:gd name="T1" fmla="*/ 17 h 92"/>
                  <a:gd name="T2" fmla="*/ 2 w 36"/>
                  <a:gd name="T3" fmla="*/ 17 h 92"/>
                  <a:gd name="T4" fmla="*/ 8 w 36"/>
                  <a:gd name="T5" fmla="*/ 33 h 92"/>
                  <a:gd name="T6" fmla="*/ 12 w 36"/>
                  <a:gd name="T7" fmla="*/ 48 h 92"/>
                  <a:gd name="T8" fmla="*/ 13 w 36"/>
                  <a:gd name="T9" fmla="*/ 65 h 92"/>
                  <a:gd name="T10" fmla="*/ 15 w 36"/>
                  <a:gd name="T11" fmla="*/ 82 h 92"/>
                  <a:gd name="T12" fmla="*/ 15 w 36"/>
                  <a:gd name="T13" fmla="*/ 82 h 92"/>
                  <a:gd name="T14" fmla="*/ 15 w 36"/>
                  <a:gd name="T15" fmla="*/ 86 h 92"/>
                  <a:gd name="T16" fmla="*/ 17 w 36"/>
                  <a:gd name="T17" fmla="*/ 89 h 92"/>
                  <a:gd name="T18" fmla="*/ 20 w 36"/>
                  <a:gd name="T19" fmla="*/ 92 h 92"/>
                  <a:gd name="T20" fmla="*/ 25 w 36"/>
                  <a:gd name="T21" fmla="*/ 92 h 92"/>
                  <a:gd name="T22" fmla="*/ 29 w 36"/>
                  <a:gd name="T23" fmla="*/ 92 h 92"/>
                  <a:gd name="T24" fmla="*/ 32 w 36"/>
                  <a:gd name="T25" fmla="*/ 89 h 92"/>
                  <a:gd name="T26" fmla="*/ 34 w 36"/>
                  <a:gd name="T27" fmla="*/ 86 h 92"/>
                  <a:gd name="T28" fmla="*/ 36 w 36"/>
                  <a:gd name="T29" fmla="*/ 82 h 92"/>
                  <a:gd name="T30" fmla="*/ 36 w 36"/>
                  <a:gd name="T31" fmla="*/ 82 h 92"/>
                  <a:gd name="T32" fmla="*/ 34 w 36"/>
                  <a:gd name="T33" fmla="*/ 62 h 92"/>
                  <a:gd name="T34" fmla="*/ 32 w 36"/>
                  <a:gd name="T35" fmla="*/ 43 h 92"/>
                  <a:gd name="T36" fmla="*/ 27 w 36"/>
                  <a:gd name="T37" fmla="*/ 24 h 92"/>
                  <a:gd name="T38" fmla="*/ 23 w 36"/>
                  <a:gd name="T39" fmla="*/ 14 h 92"/>
                  <a:gd name="T40" fmla="*/ 19 w 36"/>
                  <a:gd name="T41" fmla="*/ 6 h 92"/>
                  <a:gd name="T42" fmla="*/ 19 w 36"/>
                  <a:gd name="T43" fmla="*/ 6 h 92"/>
                  <a:gd name="T44" fmla="*/ 16 w 36"/>
                  <a:gd name="T45" fmla="*/ 3 h 92"/>
                  <a:gd name="T46" fmla="*/ 13 w 36"/>
                  <a:gd name="T47" fmla="*/ 0 h 92"/>
                  <a:gd name="T48" fmla="*/ 9 w 36"/>
                  <a:gd name="T49" fmla="*/ 0 h 92"/>
                  <a:gd name="T50" fmla="*/ 6 w 36"/>
                  <a:gd name="T51" fmla="*/ 1 h 92"/>
                  <a:gd name="T52" fmla="*/ 2 w 36"/>
                  <a:gd name="T53" fmla="*/ 4 h 92"/>
                  <a:gd name="T54" fmla="*/ 0 w 36"/>
                  <a:gd name="T55" fmla="*/ 8 h 92"/>
                  <a:gd name="T56" fmla="*/ 0 w 36"/>
                  <a:gd name="T57" fmla="*/ 13 h 92"/>
                  <a:gd name="T58" fmla="*/ 2 w 36"/>
                  <a:gd name="T59"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92">
                    <a:moveTo>
                      <a:pt x="2" y="17"/>
                    </a:moveTo>
                    <a:lnTo>
                      <a:pt x="2" y="17"/>
                    </a:lnTo>
                    <a:lnTo>
                      <a:pt x="8" y="33"/>
                    </a:lnTo>
                    <a:lnTo>
                      <a:pt x="12" y="48"/>
                    </a:lnTo>
                    <a:lnTo>
                      <a:pt x="13" y="65"/>
                    </a:lnTo>
                    <a:lnTo>
                      <a:pt x="15" y="82"/>
                    </a:lnTo>
                    <a:lnTo>
                      <a:pt x="15" y="82"/>
                    </a:lnTo>
                    <a:lnTo>
                      <a:pt x="15" y="86"/>
                    </a:lnTo>
                    <a:lnTo>
                      <a:pt x="17" y="89"/>
                    </a:lnTo>
                    <a:lnTo>
                      <a:pt x="20" y="92"/>
                    </a:lnTo>
                    <a:lnTo>
                      <a:pt x="25" y="92"/>
                    </a:lnTo>
                    <a:lnTo>
                      <a:pt x="29" y="92"/>
                    </a:lnTo>
                    <a:lnTo>
                      <a:pt x="32" y="89"/>
                    </a:lnTo>
                    <a:lnTo>
                      <a:pt x="34" y="86"/>
                    </a:lnTo>
                    <a:lnTo>
                      <a:pt x="36" y="82"/>
                    </a:lnTo>
                    <a:lnTo>
                      <a:pt x="36" y="82"/>
                    </a:lnTo>
                    <a:lnTo>
                      <a:pt x="34" y="62"/>
                    </a:lnTo>
                    <a:lnTo>
                      <a:pt x="32" y="43"/>
                    </a:lnTo>
                    <a:lnTo>
                      <a:pt x="27" y="24"/>
                    </a:lnTo>
                    <a:lnTo>
                      <a:pt x="23" y="14"/>
                    </a:lnTo>
                    <a:lnTo>
                      <a:pt x="19" y="6"/>
                    </a:lnTo>
                    <a:lnTo>
                      <a:pt x="19" y="6"/>
                    </a:lnTo>
                    <a:lnTo>
                      <a:pt x="16" y="3"/>
                    </a:lnTo>
                    <a:lnTo>
                      <a:pt x="13" y="0"/>
                    </a:lnTo>
                    <a:lnTo>
                      <a:pt x="9" y="0"/>
                    </a:lnTo>
                    <a:lnTo>
                      <a:pt x="6" y="1"/>
                    </a:lnTo>
                    <a:lnTo>
                      <a:pt x="2" y="4"/>
                    </a:lnTo>
                    <a:lnTo>
                      <a:pt x="0" y="8"/>
                    </a:lnTo>
                    <a:lnTo>
                      <a:pt x="0" y="13"/>
                    </a:lnTo>
                    <a:lnTo>
                      <a:pt x="2" y="17"/>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sp>
            <p:nvSpPr>
              <p:cNvPr id="15" name="Freeform 159"/>
              <p:cNvSpPr>
                <a:spLocks/>
              </p:cNvSpPr>
              <p:nvPr/>
            </p:nvSpPr>
            <p:spPr bwMode="auto">
              <a:xfrm>
                <a:off x="5517589" y="3219919"/>
                <a:ext cx="53975" cy="134938"/>
              </a:xfrm>
              <a:custGeom>
                <a:avLst/>
                <a:gdLst>
                  <a:gd name="T0" fmla="*/ 2 w 34"/>
                  <a:gd name="T1" fmla="*/ 13 h 85"/>
                  <a:gd name="T2" fmla="*/ 2 w 34"/>
                  <a:gd name="T3" fmla="*/ 13 h 85"/>
                  <a:gd name="T4" fmla="*/ 6 w 34"/>
                  <a:gd name="T5" fmla="*/ 29 h 85"/>
                  <a:gd name="T6" fmla="*/ 10 w 34"/>
                  <a:gd name="T7" fmla="*/ 43 h 85"/>
                  <a:gd name="T8" fmla="*/ 12 w 34"/>
                  <a:gd name="T9" fmla="*/ 60 h 85"/>
                  <a:gd name="T10" fmla="*/ 13 w 34"/>
                  <a:gd name="T11" fmla="*/ 75 h 85"/>
                  <a:gd name="T12" fmla="*/ 13 w 34"/>
                  <a:gd name="T13" fmla="*/ 75 h 85"/>
                  <a:gd name="T14" fmla="*/ 13 w 34"/>
                  <a:gd name="T15" fmla="*/ 80 h 85"/>
                  <a:gd name="T16" fmla="*/ 16 w 34"/>
                  <a:gd name="T17" fmla="*/ 82 h 85"/>
                  <a:gd name="T18" fmla="*/ 19 w 34"/>
                  <a:gd name="T19" fmla="*/ 85 h 85"/>
                  <a:gd name="T20" fmla="*/ 23 w 34"/>
                  <a:gd name="T21" fmla="*/ 85 h 85"/>
                  <a:gd name="T22" fmla="*/ 27 w 34"/>
                  <a:gd name="T23" fmla="*/ 85 h 85"/>
                  <a:gd name="T24" fmla="*/ 30 w 34"/>
                  <a:gd name="T25" fmla="*/ 82 h 85"/>
                  <a:gd name="T26" fmla="*/ 33 w 34"/>
                  <a:gd name="T27" fmla="*/ 80 h 85"/>
                  <a:gd name="T28" fmla="*/ 34 w 34"/>
                  <a:gd name="T29" fmla="*/ 75 h 85"/>
                  <a:gd name="T30" fmla="*/ 34 w 34"/>
                  <a:gd name="T31" fmla="*/ 75 h 85"/>
                  <a:gd name="T32" fmla="*/ 33 w 34"/>
                  <a:gd name="T33" fmla="*/ 58 h 85"/>
                  <a:gd name="T34" fmla="*/ 31 w 34"/>
                  <a:gd name="T35" fmla="*/ 40 h 85"/>
                  <a:gd name="T36" fmla="*/ 27 w 34"/>
                  <a:gd name="T37" fmla="*/ 24 h 85"/>
                  <a:gd name="T38" fmla="*/ 21 w 34"/>
                  <a:gd name="T39" fmla="*/ 7 h 85"/>
                  <a:gd name="T40" fmla="*/ 21 w 34"/>
                  <a:gd name="T41" fmla="*/ 7 h 85"/>
                  <a:gd name="T42" fmla="*/ 19 w 34"/>
                  <a:gd name="T43" fmla="*/ 3 h 85"/>
                  <a:gd name="T44" fmla="*/ 16 w 34"/>
                  <a:gd name="T45" fmla="*/ 0 h 85"/>
                  <a:gd name="T46" fmla="*/ 12 w 34"/>
                  <a:gd name="T47" fmla="*/ 0 h 85"/>
                  <a:gd name="T48" fmla="*/ 7 w 34"/>
                  <a:gd name="T49" fmla="*/ 0 h 85"/>
                  <a:gd name="T50" fmla="*/ 4 w 34"/>
                  <a:gd name="T51" fmla="*/ 2 h 85"/>
                  <a:gd name="T52" fmla="*/ 2 w 34"/>
                  <a:gd name="T53" fmla="*/ 4 h 85"/>
                  <a:gd name="T54" fmla="*/ 0 w 34"/>
                  <a:gd name="T55" fmla="*/ 9 h 85"/>
                  <a:gd name="T56" fmla="*/ 2 w 34"/>
                  <a:gd name="T5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 h="85">
                    <a:moveTo>
                      <a:pt x="2" y="13"/>
                    </a:moveTo>
                    <a:lnTo>
                      <a:pt x="2" y="13"/>
                    </a:lnTo>
                    <a:lnTo>
                      <a:pt x="6" y="29"/>
                    </a:lnTo>
                    <a:lnTo>
                      <a:pt x="10" y="43"/>
                    </a:lnTo>
                    <a:lnTo>
                      <a:pt x="12" y="60"/>
                    </a:lnTo>
                    <a:lnTo>
                      <a:pt x="13" y="75"/>
                    </a:lnTo>
                    <a:lnTo>
                      <a:pt x="13" y="75"/>
                    </a:lnTo>
                    <a:lnTo>
                      <a:pt x="13" y="80"/>
                    </a:lnTo>
                    <a:lnTo>
                      <a:pt x="16" y="82"/>
                    </a:lnTo>
                    <a:lnTo>
                      <a:pt x="19" y="85"/>
                    </a:lnTo>
                    <a:lnTo>
                      <a:pt x="23" y="85"/>
                    </a:lnTo>
                    <a:lnTo>
                      <a:pt x="27" y="85"/>
                    </a:lnTo>
                    <a:lnTo>
                      <a:pt x="30" y="82"/>
                    </a:lnTo>
                    <a:lnTo>
                      <a:pt x="33" y="80"/>
                    </a:lnTo>
                    <a:lnTo>
                      <a:pt x="34" y="75"/>
                    </a:lnTo>
                    <a:lnTo>
                      <a:pt x="34" y="75"/>
                    </a:lnTo>
                    <a:lnTo>
                      <a:pt x="33" y="58"/>
                    </a:lnTo>
                    <a:lnTo>
                      <a:pt x="31" y="40"/>
                    </a:lnTo>
                    <a:lnTo>
                      <a:pt x="27" y="24"/>
                    </a:lnTo>
                    <a:lnTo>
                      <a:pt x="21" y="7"/>
                    </a:lnTo>
                    <a:lnTo>
                      <a:pt x="21" y="7"/>
                    </a:lnTo>
                    <a:lnTo>
                      <a:pt x="19" y="3"/>
                    </a:lnTo>
                    <a:lnTo>
                      <a:pt x="16" y="0"/>
                    </a:lnTo>
                    <a:lnTo>
                      <a:pt x="12" y="0"/>
                    </a:lnTo>
                    <a:lnTo>
                      <a:pt x="7" y="0"/>
                    </a:lnTo>
                    <a:lnTo>
                      <a:pt x="4" y="2"/>
                    </a:lnTo>
                    <a:lnTo>
                      <a:pt x="2" y="4"/>
                    </a:lnTo>
                    <a:lnTo>
                      <a:pt x="0" y="9"/>
                    </a:lnTo>
                    <a:lnTo>
                      <a:pt x="2" y="13"/>
                    </a:lnTo>
                    <a:close/>
                  </a:path>
                </a:pathLst>
              </a:custGeom>
              <a:solidFill>
                <a:srgbClr val="2B5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AU" kern="0" smtClean="0">
                  <a:solidFill>
                    <a:prstClr val="black"/>
                  </a:solidFill>
                  <a:latin typeface="Montserrat Light"/>
                </a:endParaRPr>
              </a:p>
            </p:txBody>
          </p:sp>
        </p:grpSp>
      </p:grpSp>
      <p:sp>
        <p:nvSpPr>
          <p:cNvPr id="9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500"/>
                            </p:stCondLst>
                            <p:childTnLst>
                              <p:par>
                                <p:cTn id="17" presetID="10" presetClass="entr" presetSubtype="0" fill="hold" nodeType="afterEffect">
                                  <p:stCondLst>
                                    <p:cond delay="25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25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12192000" cy="4371975"/>
          </a:xfrm>
          <a:prstGeom prst="rect">
            <a:avLst/>
          </a:prstGeom>
          <a:solidFill>
            <a:srgbClr val="009BD5"/>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73" name="Shape 1065"/>
          <p:cNvSpPr/>
          <p:nvPr/>
        </p:nvSpPr>
        <p:spPr>
          <a:xfrm rot="10800000">
            <a:off x="0" y="0"/>
            <a:ext cx="12192000" cy="28146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rgbClr val="00668C">
              <a:alpha val="10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2" name="Title 1"/>
          <p:cNvSpPr>
            <a:spLocks noGrp="1"/>
          </p:cNvSpPr>
          <p:nvPr>
            <p:ph type="title"/>
          </p:nvPr>
        </p:nvSpPr>
        <p:spPr>
          <a:xfrm>
            <a:off x="487363" y="381000"/>
            <a:ext cx="4956175" cy="627063"/>
          </a:xfrm>
        </p:spPr>
        <p:txBody>
          <a:bodyPr rtlCol="0">
            <a:noAutofit/>
          </a:bodyPr>
          <a:lstStyle/>
          <a:p>
            <a:pPr lvl="1" algn="ctr" defTabSz="914400" rtl="1" eaLnBrk="1" fontAlgn="auto" hangingPunct="1">
              <a:spcBef>
                <a:spcPts val="0"/>
              </a:spcBef>
              <a:spcAft>
                <a:spcPts val="0"/>
              </a:spcAft>
              <a:defRPr/>
            </a:pPr>
            <a:r>
              <a:rPr lang="ar-SA" sz="4000" b="1" u="sng" dirty="0">
                <a:solidFill>
                  <a:sysClr val="windowText" lastClr="000000"/>
                </a:solidFill>
                <a:latin typeface="+mj-lt"/>
              </a:rPr>
              <a:t>مستحدثات تكنولوجيا التعليم </a:t>
            </a:r>
            <a:endParaRPr lang="en-US" sz="4000" u="sng" dirty="0">
              <a:solidFill>
                <a:sysClr val="windowText" lastClr="000000"/>
              </a:solidFill>
              <a:latin typeface="+mj-lt"/>
            </a:endParaRPr>
          </a:p>
        </p:txBody>
      </p:sp>
      <p:sp>
        <p:nvSpPr>
          <p:cNvPr id="60" name="Shape 1065"/>
          <p:cNvSpPr/>
          <p:nvPr/>
        </p:nvSpPr>
        <p:spPr>
          <a:xfrm>
            <a:off x="0" y="1566863"/>
            <a:ext cx="12192000" cy="28146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ubicBezTo>
                  <a:pt x="21508" y="20524"/>
                  <a:pt x="21308" y="19686"/>
                  <a:pt x="21057" y="19319"/>
                </a:cubicBezTo>
                <a:cubicBezTo>
                  <a:pt x="20790" y="18928"/>
                  <a:pt x="20495" y="19116"/>
                  <a:pt x="20265" y="19824"/>
                </a:cubicBezTo>
                <a:cubicBezTo>
                  <a:pt x="20040" y="17639"/>
                  <a:pt x="19541" y="16231"/>
                  <a:pt x="18989" y="16228"/>
                </a:cubicBezTo>
                <a:cubicBezTo>
                  <a:pt x="18474" y="16226"/>
                  <a:pt x="18002" y="17455"/>
                  <a:pt x="17761" y="19424"/>
                </a:cubicBezTo>
                <a:cubicBezTo>
                  <a:pt x="17548" y="18674"/>
                  <a:pt x="17286" y="18238"/>
                  <a:pt x="17013" y="18181"/>
                </a:cubicBezTo>
                <a:cubicBezTo>
                  <a:pt x="16763" y="18128"/>
                  <a:pt x="16515" y="18395"/>
                  <a:pt x="16300" y="18948"/>
                </a:cubicBezTo>
                <a:cubicBezTo>
                  <a:pt x="16052" y="15733"/>
                  <a:pt x="15460" y="13238"/>
                  <a:pt x="14712" y="12255"/>
                </a:cubicBezTo>
                <a:cubicBezTo>
                  <a:pt x="13906" y="11198"/>
                  <a:pt x="13032" y="12026"/>
                  <a:pt x="12402" y="14443"/>
                </a:cubicBezTo>
                <a:cubicBezTo>
                  <a:pt x="12306" y="12746"/>
                  <a:pt x="12040" y="11325"/>
                  <a:pt x="11677" y="10569"/>
                </a:cubicBezTo>
                <a:cubicBezTo>
                  <a:pt x="11324" y="9835"/>
                  <a:pt x="10915" y="9805"/>
                  <a:pt x="10556" y="10486"/>
                </a:cubicBezTo>
                <a:cubicBezTo>
                  <a:pt x="10395" y="7412"/>
                  <a:pt x="9776" y="5192"/>
                  <a:pt x="9049" y="5073"/>
                </a:cubicBezTo>
                <a:cubicBezTo>
                  <a:pt x="8377" y="4963"/>
                  <a:pt x="7762" y="6692"/>
                  <a:pt x="7511" y="9395"/>
                </a:cubicBezTo>
                <a:cubicBezTo>
                  <a:pt x="7352" y="8311"/>
                  <a:pt x="7098" y="7557"/>
                  <a:pt x="6807" y="7311"/>
                </a:cubicBezTo>
                <a:cubicBezTo>
                  <a:pt x="6542" y="7087"/>
                  <a:pt x="6267" y="7305"/>
                  <a:pt x="6037" y="7922"/>
                </a:cubicBezTo>
                <a:cubicBezTo>
                  <a:pt x="5804" y="5629"/>
                  <a:pt x="5268" y="4196"/>
                  <a:pt x="4690" y="4320"/>
                </a:cubicBezTo>
                <a:cubicBezTo>
                  <a:pt x="4204" y="4425"/>
                  <a:pt x="3766" y="5638"/>
                  <a:pt x="3541" y="7510"/>
                </a:cubicBezTo>
                <a:cubicBezTo>
                  <a:pt x="3331" y="6765"/>
                  <a:pt x="3072" y="6326"/>
                  <a:pt x="2802" y="6258"/>
                </a:cubicBezTo>
                <a:cubicBezTo>
                  <a:pt x="2542" y="6192"/>
                  <a:pt x="2284" y="6470"/>
                  <a:pt x="2062" y="7054"/>
                </a:cubicBezTo>
                <a:cubicBezTo>
                  <a:pt x="1954" y="5158"/>
                  <a:pt x="1711" y="3458"/>
                  <a:pt x="1367" y="2196"/>
                </a:cubicBezTo>
                <a:cubicBezTo>
                  <a:pt x="984" y="795"/>
                  <a:pt x="501" y="18"/>
                  <a:pt x="0" y="0"/>
                </a:cubicBezTo>
                <a:close/>
              </a:path>
            </a:pathLst>
          </a:custGeom>
          <a:solidFill>
            <a:schemeClr val="bg1"/>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66" name="Shape 1066"/>
          <p:cNvSpPr/>
          <p:nvPr/>
        </p:nvSpPr>
        <p:spPr>
          <a:xfrm rot="10800000">
            <a:off x="5686425" y="0"/>
            <a:ext cx="6505575" cy="1508125"/>
          </a:xfrm>
          <a:custGeom>
            <a:avLst/>
            <a:gdLst/>
            <a:ahLst/>
            <a:cxnLst>
              <a:cxn ang="0">
                <a:pos x="wd2" y="hd2"/>
              </a:cxn>
              <a:cxn ang="5400000">
                <a:pos x="wd2" y="hd2"/>
              </a:cxn>
              <a:cxn ang="10800000">
                <a:pos x="wd2" y="hd2"/>
              </a:cxn>
              <a:cxn ang="16200000">
                <a:pos x="wd2" y="hd2"/>
              </a:cxn>
            </a:cxnLst>
            <a:rect l="0" t="0" r="r" b="b"/>
            <a:pathLst>
              <a:path w="21600" h="20657" extrusionOk="0">
                <a:moveTo>
                  <a:pt x="0" y="1988"/>
                </a:moveTo>
                <a:lnTo>
                  <a:pt x="0" y="20657"/>
                </a:lnTo>
                <a:lnTo>
                  <a:pt x="21600" y="20657"/>
                </a:lnTo>
                <a:cubicBezTo>
                  <a:pt x="21228" y="18608"/>
                  <a:pt x="20675" y="17244"/>
                  <a:pt x="20062" y="16859"/>
                </a:cubicBezTo>
                <a:cubicBezTo>
                  <a:pt x="19407" y="16448"/>
                  <a:pt x="18741" y="17183"/>
                  <a:pt x="18223" y="18886"/>
                </a:cubicBezTo>
                <a:cubicBezTo>
                  <a:pt x="17971" y="17337"/>
                  <a:pt x="17582" y="16255"/>
                  <a:pt x="17140" y="15870"/>
                </a:cubicBezTo>
                <a:cubicBezTo>
                  <a:pt x="16675" y="15465"/>
                  <a:pt x="16190" y="15862"/>
                  <a:pt x="15797" y="16968"/>
                </a:cubicBezTo>
                <a:cubicBezTo>
                  <a:pt x="15861" y="12446"/>
                  <a:pt x="15238" y="8235"/>
                  <a:pt x="14234" y="6399"/>
                </a:cubicBezTo>
                <a:cubicBezTo>
                  <a:pt x="13127" y="4375"/>
                  <a:pt x="11828" y="5683"/>
                  <a:pt x="11072" y="9583"/>
                </a:cubicBezTo>
                <a:cubicBezTo>
                  <a:pt x="10555" y="7613"/>
                  <a:pt x="9855" y="6667"/>
                  <a:pt x="9155" y="6989"/>
                </a:cubicBezTo>
                <a:cubicBezTo>
                  <a:pt x="8591" y="7249"/>
                  <a:pt x="8068" y="8323"/>
                  <a:pt x="7677" y="10020"/>
                </a:cubicBezTo>
                <a:cubicBezTo>
                  <a:pt x="7192" y="5256"/>
                  <a:pt x="6189" y="1719"/>
                  <a:pt x="4973" y="481"/>
                </a:cubicBezTo>
                <a:cubicBezTo>
                  <a:pt x="3573" y="-943"/>
                  <a:pt x="2095" y="847"/>
                  <a:pt x="1105" y="5167"/>
                </a:cubicBezTo>
                <a:cubicBezTo>
                  <a:pt x="1009" y="4345"/>
                  <a:pt x="866" y="3632"/>
                  <a:pt x="689" y="3086"/>
                </a:cubicBezTo>
                <a:cubicBezTo>
                  <a:pt x="488" y="2468"/>
                  <a:pt x="250" y="2088"/>
                  <a:pt x="0" y="1988"/>
                </a:cubicBezTo>
                <a:close/>
              </a:path>
            </a:pathLst>
          </a:custGeom>
          <a:solidFill>
            <a:srgbClr val="0082B2">
              <a:alpha val="68000"/>
            </a:srgbClr>
          </a:solidFill>
          <a:ln w="12700">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grpSp>
        <p:nvGrpSpPr>
          <p:cNvPr id="9" name="Group 8"/>
          <p:cNvGrpSpPr>
            <a:grpSpLocks/>
          </p:cNvGrpSpPr>
          <p:nvPr/>
        </p:nvGrpSpPr>
        <p:grpSpPr bwMode="auto">
          <a:xfrm>
            <a:off x="6865938" y="590550"/>
            <a:ext cx="5237162" cy="4206875"/>
            <a:chOff x="5148851" y="558975"/>
            <a:chExt cx="3927182" cy="3155738"/>
          </a:xfrm>
        </p:grpSpPr>
        <p:grpSp>
          <p:nvGrpSpPr>
            <p:cNvPr id="460873" name="Group 38"/>
            <p:cNvGrpSpPr>
              <a:grpSpLocks/>
            </p:cNvGrpSpPr>
            <p:nvPr/>
          </p:nvGrpSpPr>
          <p:grpSpPr bwMode="auto">
            <a:xfrm rot="-349266">
              <a:off x="5148851" y="558975"/>
              <a:ext cx="3927182" cy="3155738"/>
              <a:chOff x="12510681" y="1530364"/>
              <a:chExt cx="11004605" cy="8842897"/>
            </a:xfrm>
          </p:grpSpPr>
          <p:sp>
            <p:nvSpPr>
              <p:cNvPr id="40" name="Shape 1067"/>
              <p:cNvSpPr/>
              <p:nvPr/>
            </p:nvSpPr>
            <p:spPr>
              <a:xfrm rot="2700000">
                <a:off x="13580184" y="6867286"/>
                <a:ext cx="2429294" cy="4569964"/>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rgbClr val="B2253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1" name="Shape 1068"/>
              <p:cNvSpPr/>
              <p:nvPr/>
            </p:nvSpPr>
            <p:spPr>
              <a:xfrm rot="2700000">
                <a:off x="14000005" y="7125172"/>
                <a:ext cx="1958786" cy="3689328"/>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2" name="Shape 1069"/>
              <p:cNvSpPr/>
              <p:nvPr/>
            </p:nvSpPr>
            <p:spPr>
              <a:xfrm rot="2700000">
                <a:off x="14475790" y="7254027"/>
                <a:ext cx="1538331" cy="289208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3" name="Shape 1070"/>
              <p:cNvSpPr/>
              <p:nvPr/>
            </p:nvSpPr>
            <p:spPr>
              <a:xfrm rot="2700000">
                <a:off x="15055395" y="7360488"/>
                <a:ext cx="1067822" cy="2008115"/>
              </a:xfrm>
              <a:custGeom>
                <a:avLst/>
                <a:gdLst/>
                <a:ahLst/>
                <a:cxnLst>
                  <a:cxn ang="0">
                    <a:pos x="wd2" y="hd2"/>
                  </a:cxn>
                  <a:cxn ang="5400000">
                    <a:pos x="wd2" y="hd2"/>
                  </a:cxn>
                  <a:cxn ang="10800000">
                    <a:pos x="wd2" y="hd2"/>
                  </a:cxn>
                  <a:cxn ang="16200000">
                    <a:pos x="wd2" y="hd2"/>
                  </a:cxn>
                </a:cxnLst>
                <a:rect l="0" t="0" r="r" b="b"/>
                <a:pathLst>
                  <a:path w="20521" h="21600" extrusionOk="0">
                    <a:moveTo>
                      <a:pt x="3002" y="116"/>
                    </a:moveTo>
                    <a:cubicBezTo>
                      <a:pt x="2155" y="1471"/>
                      <a:pt x="1478" y="2849"/>
                      <a:pt x="970" y="4242"/>
                    </a:cubicBezTo>
                    <a:cubicBezTo>
                      <a:pt x="-529" y="8354"/>
                      <a:pt x="-564" y="12723"/>
                      <a:pt x="2831" y="16542"/>
                    </a:cubicBezTo>
                    <a:cubicBezTo>
                      <a:pt x="4655" y="18594"/>
                      <a:pt x="7404" y="20339"/>
                      <a:pt x="10803" y="21600"/>
                    </a:cubicBezTo>
                    <a:cubicBezTo>
                      <a:pt x="13728" y="20142"/>
                      <a:pt x="16073" y="18352"/>
                      <a:pt x="17686" y="16346"/>
                    </a:cubicBezTo>
                    <a:cubicBezTo>
                      <a:pt x="20742" y="12546"/>
                      <a:pt x="21036" y="8318"/>
                      <a:pt x="19937" y="4262"/>
                    </a:cubicBezTo>
                    <a:cubicBezTo>
                      <a:pt x="19549" y="2828"/>
                      <a:pt x="18984" y="1404"/>
                      <a:pt x="18242" y="0"/>
                    </a:cubicBezTo>
                    <a:lnTo>
                      <a:pt x="3002" y="116"/>
                    </a:lnTo>
                    <a:close/>
                  </a:path>
                </a:pathLst>
              </a:custGeom>
              <a:solidFill>
                <a:schemeClr val="accent3"/>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4" name="Shape 1071"/>
              <p:cNvSpPr/>
              <p:nvPr/>
            </p:nvSpPr>
            <p:spPr>
              <a:xfrm rot="2700000">
                <a:off x="17650877" y="5918092"/>
                <a:ext cx="1454907" cy="4643350"/>
              </a:xfrm>
              <a:custGeom>
                <a:avLst/>
                <a:gdLst/>
                <a:ahLst/>
                <a:cxnLst>
                  <a:cxn ang="0">
                    <a:pos x="wd2" y="hd2"/>
                  </a:cxn>
                  <a:cxn ang="5400000">
                    <a:pos x="wd2" y="hd2"/>
                  </a:cxn>
                  <a:cxn ang="10800000">
                    <a:pos x="wd2" y="hd2"/>
                  </a:cxn>
                  <a:cxn ang="16200000">
                    <a:pos x="wd2" y="hd2"/>
                  </a:cxn>
                </a:cxnLst>
                <a:rect l="0" t="0" r="r" b="b"/>
                <a:pathLst>
                  <a:path w="21600" h="21600" extrusionOk="0">
                    <a:moveTo>
                      <a:pt x="7286" y="0"/>
                    </a:moveTo>
                    <a:cubicBezTo>
                      <a:pt x="9046" y="959"/>
                      <a:pt x="11283" y="1825"/>
                      <a:pt x="13911" y="2564"/>
                    </a:cubicBezTo>
                    <a:cubicBezTo>
                      <a:pt x="16220" y="3214"/>
                      <a:pt x="18808" y="3759"/>
                      <a:pt x="21600" y="4184"/>
                    </a:cubicBezTo>
                    <a:cubicBezTo>
                      <a:pt x="20678" y="5204"/>
                      <a:pt x="19892" y="6235"/>
                      <a:pt x="19244" y="7275"/>
                    </a:cubicBezTo>
                    <a:cubicBezTo>
                      <a:pt x="17809" y="9578"/>
                      <a:pt x="17057" y="11913"/>
                      <a:pt x="16556" y="14249"/>
                    </a:cubicBezTo>
                    <a:cubicBezTo>
                      <a:pt x="16031" y="16693"/>
                      <a:pt x="15781" y="19145"/>
                      <a:pt x="15807" y="21600"/>
                    </a:cubicBezTo>
                    <a:lnTo>
                      <a:pt x="10619" y="21600"/>
                    </a:lnTo>
                    <a:cubicBezTo>
                      <a:pt x="10822" y="19424"/>
                      <a:pt x="10438" y="17268"/>
                      <a:pt x="9501" y="15151"/>
                    </a:cubicBezTo>
                    <a:cubicBezTo>
                      <a:pt x="8788" y="13541"/>
                      <a:pt x="7731" y="11906"/>
                      <a:pt x="4995" y="10481"/>
                    </a:cubicBezTo>
                    <a:cubicBezTo>
                      <a:pt x="3670" y="9791"/>
                      <a:pt x="1981" y="9177"/>
                      <a:pt x="0" y="8665"/>
                    </a:cubicBezTo>
                    <a:lnTo>
                      <a:pt x="7286" y="0"/>
                    </a:lnTo>
                    <a:close/>
                  </a:path>
                </a:pathLst>
              </a:cu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5" name="Shape 1072"/>
              <p:cNvSpPr/>
              <p:nvPr/>
            </p:nvSpPr>
            <p:spPr>
              <a:xfrm rot="2700000">
                <a:off x="18639679" y="602210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21600" y="3289"/>
                    </a:moveTo>
                    <a:cubicBezTo>
                      <a:pt x="20361" y="2791"/>
                      <a:pt x="19193" y="2271"/>
                      <a:pt x="18098" y="1733"/>
                    </a:cubicBezTo>
                    <a:cubicBezTo>
                      <a:pt x="16960" y="1174"/>
                      <a:pt x="15903" y="596"/>
                      <a:pt x="14931" y="0"/>
                    </a:cubicBezTo>
                    <a:lnTo>
                      <a:pt x="0" y="18967"/>
                    </a:lnTo>
                    <a:cubicBezTo>
                      <a:pt x="1304" y="19290"/>
                      <a:pt x="2534" y="19648"/>
                      <a:pt x="3680" y="20037"/>
                    </a:cubicBezTo>
                    <a:cubicBezTo>
                      <a:pt x="5089" y="20515"/>
                      <a:pt x="6364" y="21038"/>
                      <a:pt x="7490" y="21600"/>
                    </a:cubicBezTo>
                    <a:cubicBezTo>
                      <a:pt x="10903" y="18611"/>
                      <a:pt x="13806" y="15554"/>
                      <a:pt x="16185" y="12445"/>
                    </a:cubicBezTo>
                    <a:cubicBezTo>
                      <a:pt x="18490" y="9431"/>
                      <a:pt x="20298" y="6375"/>
                      <a:pt x="2160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6" name="Shape 1073"/>
              <p:cNvSpPr/>
              <p:nvPr/>
            </p:nvSpPr>
            <p:spPr>
              <a:xfrm rot="2700000">
                <a:off x="15040564" y="3303902"/>
                <a:ext cx="1454907" cy="4640015"/>
              </a:xfrm>
              <a:custGeom>
                <a:avLst/>
                <a:gdLst/>
                <a:ahLst/>
                <a:cxnLst>
                  <a:cxn ang="0">
                    <a:pos x="wd2" y="hd2"/>
                  </a:cxn>
                  <a:cxn ang="5400000">
                    <a:pos x="wd2" y="hd2"/>
                  </a:cxn>
                  <a:cxn ang="10800000">
                    <a:pos x="wd2" y="hd2"/>
                  </a:cxn>
                  <a:cxn ang="16200000">
                    <a:pos x="wd2" y="hd2"/>
                  </a:cxn>
                </a:cxnLst>
                <a:rect l="0" t="0" r="r" b="b"/>
                <a:pathLst>
                  <a:path w="21600" h="21600" extrusionOk="0">
                    <a:moveTo>
                      <a:pt x="14314" y="0"/>
                    </a:moveTo>
                    <a:cubicBezTo>
                      <a:pt x="12554" y="959"/>
                      <a:pt x="10317" y="1825"/>
                      <a:pt x="7689" y="2564"/>
                    </a:cubicBezTo>
                    <a:cubicBezTo>
                      <a:pt x="5380" y="3214"/>
                      <a:pt x="2792" y="3759"/>
                      <a:pt x="0" y="4184"/>
                    </a:cubicBezTo>
                    <a:cubicBezTo>
                      <a:pt x="922" y="5204"/>
                      <a:pt x="1708" y="6235"/>
                      <a:pt x="2356" y="7275"/>
                    </a:cubicBezTo>
                    <a:cubicBezTo>
                      <a:pt x="3791" y="9578"/>
                      <a:pt x="4543" y="11913"/>
                      <a:pt x="5044" y="14249"/>
                    </a:cubicBezTo>
                    <a:cubicBezTo>
                      <a:pt x="5569" y="16693"/>
                      <a:pt x="5819" y="19145"/>
                      <a:pt x="5793" y="21600"/>
                    </a:cubicBezTo>
                    <a:lnTo>
                      <a:pt x="10981" y="21600"/>
                    </a:lnTo>
                    <a:cubicBezTo>
                      <a:pt x="10778" y="19424"/>
                      <a:pt x="11162" y="17268"/>
                      <a:pt x="12099" y="15151"/>
                    </a:cubicBezTo>
                    <a:cubicBezTo>
                      <a:pt x="12812" y="13541"/>
                      <a:pt x="13869" y="11906"/>
                      <a:pt x="16605" y="10481"/>
                    </a:cubicBezTo>
                    <a:cubicBezTo>
                      <a:pt x="17930" y="9791"/>
                      <a:pt x="19619" y="9177"/>
                      <a:pt x="21600" y="8665"/>
                    </a:cubicBezTo>
                    <a:lnTo>
                      <a:pt x="14314" y="0"/>
                    </a:lnTo>
                    <a:close/>
                  </a:path>
                </a:pathLst>
              </a:custGeom>
              <a:solidFill>
                <a:srgbClr val="18B96E"/>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7" name="Shape 1074"/>
              <p:cNvSpPr/>
              <p:nvPr/>
            </p:nvSpPr>
            <p:spPr>
              <a:xfrm rot="2700000">
                <a:off x="16564541" y="3945511"/>
                <a:ext cx="734127" cy="2104853"/>
              </a:xfrm>
              <a:custGeom>
                <a:avLst/>
                <a:gdLst/>
                <a:ahLst/>
                <a:cxnLst>
                  <a:cxn ang="0">
                    <a:pos x="wd2" y="hd2"/>
                  </a:cxn>
                  <a:cxn ang="5400000">
                    <a:pos x="wd2" y="hd2"/>
                  </a:cxn>
                  <a:cxn ang="10800000">
                    <a:pos x="wd2" y="hd2"/>
                  </a:cxn>
                  <a:cxn ang="16200000">
                    <a:pos x="wd2" y="hd2"/>
                  </a:cxn>
                </a:cxnLst>
                <a:rect l="0" t="0" r="r" b="b"/>
                <a:pathLst>
                  <a:path w="21600" h="21600" extrusionOk="0">
                    <a:moveTo>
                      <a:pt x="0" y="3289"/>
                    </a:moveTo>
                    <a:cubicBezTo>
                      <a:pt x="1239" y="2791"/>
                      <a:pt x="2407" y="2271"/>
                      <a:pt x="3502" y="1733"/>
                    </a:cubicBezTo>
                    <a:cubicBezTo>
                      <a:pt x="4640" y="1174"/>
                      <a:pt x="5697" y="596"/>
                      <a:pt x="6669" y="0"/>
                    </a:cubicBezTo>
                    <a:lnTo>
                      <a:pt x="21600" y="18967"/>
                    </a:lnTo>
                    <a:cubicBezTo>
                      <a:pt x="20296" y="19290"/>
                      <a:pt x="19066" y="19648"/>
                      <a:pt x="17920" y="20037"/>
                    </a:cubicBezTo>
                    <a:cubicBezTo>
                      <a:pt x="16511" y="20515"/>
                      <a:pt x="15236" y="21038"/>
                      <a:pt x="14110" y="21600"/>
                    </a:cubicBezTo>
                    <a:cubicBezTo>
                      <a:pt x="10697" y="18611"/>
                      <a:pt x="7794" y="15554"/>
                      <a:pt x="5415" y="12445"/>
                    </a:cubicBezTo>
                    <a:cubicBezTo>
                      <a:pt x="3110" y="9431"/>
                      <a:pt x="1302" y="6375"/>
                      <a:pt x="0" y="3289"/>
                    </a:cubicBezTo>
                    <a:close/>
                  </a:path>
                </a:pathLst>
              </a:custGeom>
              <a:solidFill>
                <a:srgbClr val="0F834D"/>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8" name="Shape 1075"/>
              <p:cNvSpPr/>
              <p:nvPr/>
            </p:nvSpPr>
            <p:spPr>
              <a:xfrm rot="2700000">
                <a:off x="18004928" y="1074402"/>
                <a:ext cx="3340280" cy="6484678"/>
              </a:xfrm>
              <a:custGeom>
                <a:avLst/>
                <a:gdLst/>
                <a:ahLst/>
                <a:cxnLst>
                  <a:cxn ang="0">
                    <a:pos x="wd2" y="hd2"/>
                  </a:cxn>
                  <a:cxn ang="5400000">
                    <a:pos x="wd2" y="hd2"/>
                  </a:cxn>
                  <a:cxn ang="10800000">
                    <a:pos x="wd2" y="hd2"/>
                  </a:cxn>
                  <a:cxn ang="16200000">
                    <a:pos x="wd2" y="hd2"/>
                  </a:cxn>
                </a:cxnLst>
                <a:rect l="0" t="0" r="r" b="b"/>
                <a:pathLst>
                  <a:path w="21474" h="21600" extrusionOk="0">
                    <a:moveTo>
                      <a:pt x="3520" y="21583"/>
                    </a:moveTo>
                    <a:cubicBezTo>
                      <a:pt x="1234" y="18744"/>
                      <a:pt x="76" y="15752"/>
                      <a:pt x="4" y="12771"/>
                    </a:cubicBezTo>
                    <a:cubicBezTo>
                      <a:pt x="-65" y="9946"/>
                      <a:pt x="842" y="7067"/>
                      <a:pt x="3457" y="4478"/>
                    </a:cubicBezTo>
                    <a:cubicBezTo>
                      <a:pt x="5235" y="2718"/>
                      <a:pt x="7754" y="1188"/>
                      <a:pt x="10827" y="0"/>
                    </a:cubicBezTo>
                    <a:cubicBezTo>
                      <a:pt x="14006" y="1253"/>
                      <a:pt x="16579" y="2872"/>
                      <a:pt x="18340" y="4728"/>
                    </a:cubicBezTo>
                    <a:cubicBezTo>
                      <a:pt x="20729" y="7247"/>
                      <a:pt x="21535" y="10015"/>
                      <a:pt x="21471" y="12733"/>
                    </a:cubicBezTo>
                    <a:cubicBezTo>
                      <a:pt x="21400" y="15730"/>
                      <a:pt x="20272" y="18736"/>
                      <a:pt x="18047" y="21600"/>
                    </a:cubicBezTo>
                    <a:lnTo>
                      <a:pt x="3520" y="21583"/>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49" name="Shape 1076"/>
              <p:cNvSpPr/>
              <p:nvPr/>
            </p:nvSpPr>
            <p:spPr>
              <a:xfrm rot="2700000">
                <a:off x="16281575" y="6324788"/>
                <a:ext cx="2262447" cy="53705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0" name="Shape 1077"/>
              <p:cNvSpPr/>
              <p:nvPr/>
            </p:nvSpPr>
            <p:spPr>
              <a:xfrm rot="2700000">
                <a:off x="20945619" y="1913945"/>
                <a:ext cx="1538329" cy="770557"/>
              </a:xfrm>
              <a:custGeom>
                <a:avLst/>
                <a:gdLst/>
                <a:ahLst/>
                <a:cxnLst>
                  <a:cxn ang="0">
                    <a:pos x="wd2" y="hd2"/>
                  </a:cxn>
                  <a:cxn ang="5400000">
                    <a:pos x="wd2" y="hd2"/>
                  </a:cxn>
                  <a:cxn ang="10800000">
                    <a:pos x="wd2" y="hd2"/>
                  </a:cxn>
                  <a:cxn ang="16200000">
                    <a:pos x="wd2" y="hd2"/>
                  </a:cxn>
                </a:cxnLst>
                <a:rect l="0" t="0" r="r" b="b"/>
                <a:pathLst>
                  <a:path w="21600" h="21600" extrusionOk="0">
                    <a:moveTo>
                      <a:pt x="0" y="21504"/>
                    </a:moveTo>
                    <a:cubicBezTo>
                      <a:pt x="1560" y="17432"/>
                      <a:pt x="3252" y="13568"/>
                      <a:pt x="5064" y="9938"/>
                    </a:cubicBezTo>
                    <a:cubicBezTo>
                      <a:pt x="6836" y="6388"/>
                      <a:pt x="8720" y="3069"/>
                      <a:pt x="10704" y="0"/>
                    </a:cubicBezTo>
                    <a:cubicBezTo>
                      <a:pt x="12643" y="2898"/>
                      <a:pt x="14486" y="6048"/>
                      <a:pt x="16219" y="9430"/>
                    </a:cubicBezTo>
                    <a:cubicBezTo>
                      <a:pt x="18160" y="13217"/>
                      <a:pt x="19958" y="17285"/>
                      <a:pt x="21600" y="21600"/>
                    </a:cubicBezTo>
                    <a:cubicBezTo>
                      <a:pt x="18139" y="18950"/>
                      <a:pt x="14463" y="17589"/>
                      <a:pt x="10756" y="17584"/>
                    </a:cubicBezTo>
                    <a:cubicBezTo>
                      <a:pt x="7082" y="17579"/>
                      <a:pt x="3437" y="18907"/>
                      <a:pt x="0" y="21504"/>
                    </a:cubicBezTo>
                    <a:close/>
                  </a:path>
                </a:pathLst>
              </a:custGeom>
              <a:solidFill>
                <a:schemeClr val="accent1"/>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52" name="Shape 1079"/>
              <p:cNvSpPr/>
              <p:nvPr/>
            </p:nvSpPr>
            <p:spPr>
              <a:xfrm rot="2700000">
                <a:off x="19450816" y="1659155"/>
                <a:ext cx="1655123" cy="6471335"/>
              </a:xfrm>
              <a:custGeom>
                <a:avLst/>
                <a:gdLst/>
                <a:ahLst/>
                <a:cxnLst>
                  <a:cxn ang="0">
                    <a:pos x="wd2" y="hd2"/>
                  </a:cxn>
                  <a:cxn ang="5400000">
                    <a:pos x="wd2" y="hd2"/>
                  </a:cxn>
                  <a:cxn ang="10800000">
                    <a:pos x="wd2" y="hd2"/>
                  </a:cxn>
                  <a:cxn ang="16200000">
                    <a:pos x="wd2" y="hd2"/>
                  </a:cxn>
                </a:cxnLst>
                <a:rect l="0" t="0" r="r" b="b"/>
                <a:pathLst>
                  <a:path w="21402" h="21600" extrusionOk="0">
                    <a:moveTo>
                      <a:pt x="0" y="0"/>
                    </a:moveTo>
                    <a:cubicBezTo>
                      <a:pt x="5029" y="983"/>
                      <a:pt x="9315" y="2196"/>
                      <a:pt x="12642" y="3578"/>
                    </a:cubicBezTo>
                    <a:cubicBezTo>
                      <a:pt x="15733" y="4863"/>
                      <a:pt x="17935" y="6239"/>
                      <a:pt x="19328" y="7664"/>
                    </a:cubicBezTo>
                    <a:cubicBezTo>
                      <a:pt x="20714" y="9083"/>
                      <a:pt x="21293" y="10546"/>
                      <a:pt x="21388" y="11995"/>
                    </a:cubicBezTo>
                    <a:cubicBezTo>
                      <a:pt x="21600" y="15225"/>
                      <a:pt x="19415" y="18487"/>
                      <a:pt x="14704" y="21600"/>
                    </a:cubicBezTo>
                    <a:cubicBezTo>
                      <a:pt x="14637" y="21502"/>
                      <a:pt x="14460" y="21412"/>
                      <a:pt x="14200" y="21339"/>
                    </a:cubicBezTo>
                    <a:cubicBezTo>
                      <a:pt x="13726" y="21205"/>
                      <a:pt x="13088" y="21149"/>
                      <a:pt x="12453" y="21094"/>
                    </a:cubicBezTo>
                    <a:cubicBezTo>
                      <a:pt x="11600" y="21021"/>
                      <a:pt x="10721" y="20947"/>
                      <a:pt x="9850" y="20893"/>
                    </a:cubicBezTo>
                    <a:cubicBezTo>
                      <a:pt x="9144" y="20850"/>
                      <a:pt x="8426" y="20819"/>
                      <a:pt x="7696" y="20799"/>
                    </a:cubicBezTo>
                    <a:cubicBezTo>
                      <a:pt x="17202" y="15609"/>
                      <a:pt x="17821" y="9627"/>
                      <a:pt x="9404" y="4313"/>
                    </a:cubicBezTo>
                    <a:cubicBezTo>
                      <a:pt x="6976" y="2780"/>
                      <a:pt x="3817" y="1332"/>
                      <a:pt x="0" y="0"/>
                    </a:cubicBezTo>
                    <a:close/>
                  </a:path>
                </a:pathLst>
              </a:custGeom>
              <a:solidFill>
                <a:srgbClr val="34545A">
                  <a:alpha val="5247"/>
                </a:srgbClr>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53" name="Shape 1080"/>
              <p:cNvSpPr/>
              <p:nvPr/>
            </p:nvSpPr>
            <p:spPr>
              <a:xfrm rot="2700000">
                <a:off x="18992552" y="2674142"/>
                <a:ext cx="2309164" cy="234502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E5E5E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4" name="Shape 1081"/>
              <p:cNvSpPr/>
              <p:nvPr/>
            </p:nvSpPr>
            <p:spPr>
              <a:xfrm rot="2700000">
                <a:off x="19122692" y="2807572"/>
                <a:ext cx="2048883" cy="207816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5" name="Shape 1082"/>
              <p:cNvSpPr/>
              <p:nvPr/>
            </p:nvSpPr>
            <p:spPr>
              <a:xfrm rot="2700000">
                <a:off x="19232812" y="2917650"/>
                <a:ext cx="1828644" cy="18580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009BD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6" name="Shape 1083"/>
              <p:cNvSpPr/>
              <p:nvPr/>
            </p:nvSpPr>
            <p:spPr>
              <a:xfrm rot="2700000">
                <a:off x="16162521" y="6308984"/>
                <a:ext cx="1685155" cy="1364317"/>
              </a:xfrm>
              <a:custGeom>
                <a:avLst/>
                <a:gdLst/>
                <a:ahLst/>
                <a:cxnLst>
                  <a:cxn ang="0">
                    <a:pos x="wd2" y="hd2"/>
                  </a:cxn>
                  <a:cxn ang="5400000">
                    <a:pos x="wd2" y="hd2"/>
                  </a:cxn>
                  <a:cxn ang="10800000">
                    <a:pos x="wd2" y="hd2"/>
                  </a:cxn>
                  <a:cxn ang="16200000">
                    <a:pos x="wd2" y="hd2"/>
                  </a:cxn>
                </a:cxnLst>
                <a:rect l="0" t="0" r="r" b="b"/>
                <a:pathLst>
                  <a:path w="21600" h="21539" extrusionOk="0">
                    <a:moveTo>
                      <a:pt x="0" y="21331"/>
                    </a:moveTo>
                    <a:lnTo>
                      <a:pt x="4414" y="1893"/>
                    </a:lnTo>
                    <a:cubicBezTo>
                      <a:pt x="5195" y="1196"/>
                      <a:pt x="6074" y="687"/>
                      <a:pt x="7004" y="390"/>
                    </a:cubicBezTo>
                    <a:cubicBezTo>
                      <a:pt x="8417" y="-61"/>
                      <a:pt x="9892" y="-9"/>
                      <a:pt x="11353" y="15"/>
                    </a:cubicBezTo>
                    <a:cubicBezTo>
                      <a:pt x="12646" y="36"/>
                      <a:pt x="13946" y="37"/>
                      <a:pt x="15197" y="414"/>
                    </a:cubicBezTo>
                    <a:cubicBezTo>
                      <a:pt x="16150" y="701"/>
                      <a:pt x="17054" y="1201"/>
                      <a:pt x="17865" y="1893"/>
                    </a:cubicBezTo>
                    <a:lnTo>
                      <a:pt x="21600" y="21539"/>
                    </a:lnTo>
                    <a:lnTo>
                      <a:pt x="0" y="21331"/>
                    </a:lnTo>
                    <a:close/>
                  </a:path>
                </a:pathLst>
              </a:custGeom>
              <a:solidFill>
                <a:schemeClr val="bg2"/>
              </a:solidFill>
              <a:ln w="12700" cap="flat">
                <a:noFill/>
                <a:miter lim="400000"/>
              </a:ln>
              <a:effectLst/>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sp>
            <p:nvSpPr>
              <p:cNvPr id="57" name="Shape 1084"/>
              <p:cNvSpPr/>
              <p:nvPr/>
            </p:nvSpPr>
            <p:spPr>
              <a:xfrm rot="2700000">
                <a:off x="15435057" y="7393365"/>
                <a:ext cx="1962122" cy="390281"/>
              </a:xfrm>
              <a:prstGeom prst="rect">
                <a:avLst/>
              </a:prstGeom>
              <a:solidFill>
                <a:srgbClr val="A0A0A3"/>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8" name="Shape 1085"/>
              <p:cNvSpPr/>
              <p:nvPr/>
            </p:nvSpPr>
            <p:spPr>
              <a:xfrm rot="2700000">
                <a:off x="18125914" y="4944342"/>
                <a:ext cx="323682" cy="1557789"/>
              </a:xfrm>
              <a:prstGeom prst="rect">
                <a:avLst/>
              </a:prstGeom>
              <a:solidFill>
                <a:schemeClr val="accent5"/>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sp>
            <p:nvSpPr>
              <p:cNvPr id="59" name="Shape 1086"/>
              <p:cNvSpPr/>
              <p:nvPr/>
            </p:nvSpPr>
            <p:spPr>
              <a:xfrm rot="2700000">
                <a:off x="16367163" y="5776399"/>
                <a:ext cx="323684" cy="3415798"/>
              </a:xfrm>
              <a:prstGeom prst="rect">
                <a:avLst/>
              </a:prstGeom>
              <a:solidFill>
                <a:srgbClr val="0F834D"/>
              </a:solidFill>
              <a:ln w="12700" cap="flat">
                <a:noFill/>
                <a:miter lim="400000"/>
              </a:ln>
              <a:effectLst/>
            </p:spPr>
            <p:txBody>
              <a:bodyPr lIns="0" tIns="0" rIns="0" bIns="0" anchor="ctr"/>
              <a:lstStyle/>
              <a:p>
                <a:pPr defTabSz="609515" fontAlgn="auto">
                  <a:spcBef>
                    <a:spcPts val="0"/>
                  </a:spcBef>
                  <a:spcAft>
                    <a:spcPts val="0"/>
                  </a:spcAft>
                  <a:defRPr sz="4400">
                    <a:solidFill>
                      <a:srgbClr val="77716C"/>
                    </a:solidFill>
                    <a:latin typeface="Open Sans Light"/>
                    <a:ea typeface="Open Sans Light"/>
                    <a:cs typeface="Open Sans Light"/>
                    <a:sym typeface="Open Sans Light"/>
                  </a:defRPr>
                </a:pPr>
                <a:endParaRPr sz="5867">
                  <a:solidFill>
                    <a:srgbClr val="77716C"/>
                  </a:solidFill>
                  <a:latin typeface="Open Sans Light"/>
                  <a:ea typeface="Open Sans Light"/>
                  <a:cs typeface="Open Sans Light"/>
                  <a:sym typeface="Open Sans Light"/>
                </a:endParaRPr>
              </a:p>
            </p:txBody>
          </p:sp>
        </p:grpSp>
        <p:sp>
          <p:nvSpPr>
            <p:cNvPr id="8" name="Chord 7"/>
            <p:cNvSpPr/>
            <p:nvPr/>
          </p:nvSpPr>
          <p:spPr>
            <a:xfrm rot="21250734">
              <a:off x="7490399" y="1022214"/>
              <a:ext cx="594018" cy="593041"/>
            </a:xfrm>
            <a:prstGeom prst="chord">
              <a:avLst>
                <a:gd name="adj1" fmla="val 4143767"/>
                <a:gd name="adj2" fmla="val 14725957"/>
              </a:avLst>
            </a:prstGeom>
            <a:solidFill>
              <a:schemeClr val="bg1">
                <a:alpha val="28000"/>
              </a:schemeClr>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grpSp>
      <p:grpSp>
        <p:nvGrpSpPr>
          <p:cNvPr id="10" name="Group 9"/>
          <p:cNvGrpSpPr>
            <a:grpSpLocks/>
          </p:cNvGrpSpPr>
          <p:nvPr/>
        </p:nvGrpSpPr>
        <p:grpSpPr bwMode="auto">
          <a:xfrm>
            <a:off x="5345113" y="88900"/>
            <a:ext cx="1158875" cy="1328738"/>
            <a:chOff x="3156287" y="0"/>
            <a:chExt cx="868964" cy="996216"/>
          </a:xfrm>
        </p:grpSpPr>
        <p:sp>
          <p:nvSpPr>
            <p:cNvPr id="460852" name="Shape 155"/>
            <p:cNvSpPr>
              <a:spLocks noChangeArrowheads="1"/>
            </p:cNvSpPr>
            <p:nvPr/>
          </p:nvSpPr>
          <p:spPr bwMode="auto">
            <a:xfrm rot="-3155700">
              <a:off x="3460718" y="58516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3" name="Shape 156"/>
            <p:cNvSpPr>
              <a:spLocks noChangeArrowheads="1"/>
            </p:cNvSpPr>
            <p:nvPr/>
          </p:nvSpPr>
          <p:spPr bwMode="auto">
            <a:xfrm rot="-3155700">
              <a:off x="3565634" y="66539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4" name="Shape 160"/>
            <p:cNvSpPr>
              <a:spLocks noChangeArrowheads="1"/>
            </p:cNvSpPr>
            <p:nvPr/>
          </p:nvSpPr>
          <p:spPr bwMode="auto">
            <a:xfrm rot="7644300">
              <a:off x="3786614" y="379564"/>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5" name="Shape 161"/>
            <p:cNvSpPr>
              <a:spLocks noChangeArrowheads="1"/>
            </p:cNvSpPr>
            <p:nvPr/>
          </p:nvSpPr>
          <p:spPr bwMode="auto">
            <a:xfrm rot="7644300">
              <a:off x="3681697" y="299335"/>
              <a:ext cx="112519" cy="31489"/>
            </a:xfrm>
            <a:prstGeom prst="rect">
              <a:avLst/>
            </a:prstGeom>
            <a:solidFill>
              <a:srgbClr val="91929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6" name="Shape 149"/>
            <p:cNvSpPr>
              <a:spLocks noChangeArrowheads="1"/>
            </p:cNvSpPr>
            <p:nvPr/>
          </p:nvSpPr>
          <p:spPr bwMode="auto">
            <a:xfrm rot="-3155700">
              <a:off x="3543521" y="220888"/>
              <a:ext cx="271497" cy="552363"/>
            </a:xfrm>
            <a:prstGeom prst="roundRect">
              <a:avLst>
                <a:gd name="adj" fmla="val 50000"/>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7" name="Shape 150"/>
            <p:cNvSpPr>
              <a:spLocks noChangeArrowheads="1"/>
            </p:cNvSpPr>
            <p:nvPr/>
          </p:nvSpPr>
          <p:spPr bwMode="auto">
            <a:xfrm rot="-3155700">
              <a:off x="3543526" y="393003"/>
              <a:ext cx="271485" cy="208133"/>
            </a:xfrm>
            <a:prstGeom prst="rect">
              <a:avLst/>
            </a:prstGeom>
            <a:solidFill>
              <a:srgbClr val="B0B1B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58" name="Shape 151"/>
            <p:cNvSpPr>
              <a:spLocks noChangeArrowheads="1"/>
            </p:cNvSpPr>
            <p:nvPr/>
          </p:nvSpPr>
          <p:spPr bwMode="auto">
            <a:xfrm rot="-3155700">
              <a:off x="3623010" y="415919"/>
              <a:ext cx="112519" cy="162301"/>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59" name="Group 154"/>
            <p:cNvGrpSpPr>
              <a:grpSpLocks/>
            </p:cNvGrpSpPr>
            <p:nvPr/>
          </p:nvGrpSpPr>
          <p:grpSpPr bwMode="auto">
            <a:xfrm rot="-3155700">
              <a:off x="3421460" y="291245"/>
              <a:ext cx="73772" cy="73773"/>
              <a:chOff x="0" y="0"/>
              <a:chExt cx="274487" cy="274487"/>
            </a:xfrm>
          </p:grpSpPr>
          <p:sp>
            <p:nvSpPr>
              <p:cNvPr id="460871" name="Shape 152"/>
              <p:cNvSpPr>
                <a:spLocks noChangeArrowheads="1"/>
              </p:cNvSpPr>
              <p:nvPr/>
            </p:nvSpPr>
            <p:spPr bwMode="auto">
              <a:xfrm>
                <a:off x="0" y="0"/>
                <a:ext cx="274488" cy="274488"/>
              </a:xfrm>
              <a:custGeom>
                <a:avLst/>
                <a:gdLst>
                  <a:gd name="T0" fmla="*/ 1914316 w 19679"/>
                  <a:gd name="T1" fmla="*/ 1914316 h 19679"/>
                  <a:gd name="T2" fmla="*/ 1914316 w 19679"/>
                  <a:gd name="T3" fmla="*/ 1914316 h 19679"/>
                  <a:gd name="T4" fmla="*/ 1914316 w 19679"/>
                  <a:gd name="T5" fmla="*/ 1914316 h 19679"/>
                  <a:gd name="T6" fmla="*/ 1914316 w 19679"/>
                  <a:gd name="T7" fmla="*/ 1914316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72" name="Shape 153"/>
              <p:cNvSpPr>
                <a:spLocks noChangeArrowheads="1"/>
              </p:cNvSpPr>
              <p:nvPr/>
            </p:nvSpPr>
            <p:spPr bwMode="auto">
              <a:xfrm>
                <a:off x="63685" y="63685"/>
                <a:ext cx="147118" cy="147118"/>
              </a:xfrm>
              <a:custGeom>
                <a:avLst/>
                <a:gdLst>
                  <a:gd name="T0" fmla="*/ 549919 w 19679"/>
                  <a:gd name="T1" fmla="*/ 549919 h 19679"/>
                  <a:gd name="T2" fmla="*/ 549919 w 19679"/>
                  <a:gd name="T3" fmla="*/ 549919 h 19679"/>
                  <a:gd name="T4" fmla="*/ 549919 w 19679"/>
                  <a:gd name="T5" fmla="*/ 549919 h 19679"/>
                  <a:gd name="T6" fmla="*/ 549919 w 19679"/>
                  <a:gd name="T7" fmla="*/ 549919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8C8D8F"/>
              </a:solidFill>
              <a:ln w="6350">
                <a:noFill/>
                <a:miter lim="400000"/>
                <a:headEnd/>
                <a:tailEnd/>
              </a:ln>
            </p:spPr>
            <p:txBody>
              <a:bodyPr lIns="0" tIns="0" rIns="0" bIns="0" anchor="ctr"/>
              <a:lstStyle/>
              <a:p>
                <a:pPr defTabSz="608013"/>
                <a:endParaRPr lang="el-GR" sz="3200">
                  <a:solidFill>
                    <a:srgbClr val="FFFFFF"/>
                  </a:solidFill>
                </a:endParaRPr>
              </a:p>
            </p:txBody>
          </p:sp>
        </p:grpSp>
        <p:sp>
          <p:nvSpPr>
            <p:cNvPr id="460860" name="Shape 157"/>
            <p:cNvSpPr>
              <a:spLocks noChangeArrowheads="1"/>
            </p:cNvSpPr>
            <p:nvPr/>
          </p:nvSpPr>
          <p:spPr bwMode="auto">
            <a:xfrm rot="-3155700">
              <a:off x="3252863" y="70026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1" name="Shape 158"/>
            <p:cNvSpPr>
              <a:spLocks noChangeArrowheads="1"/>
            </p:cNvSpPr>
            <p:nvPr/>
          </p:nvSpPr>
          <p:spPr bwMode="auto">
            <a:xfrm rot="-3155700">
              <a:off x="3315596" y="80168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2" name="Shape 159"/>
            <p:cNvSpPr>
              <a:spLocks noChangeArrowheads="1"/>
            </p:cNvSpPr>
            <p:nvPr/>
          </p:nvSpPr>
          <p:spPr bwMode="auto">
            <a:xfrm rot="-3155700">
              <a:off x="3245331" y="74795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3" name="Shape 162"/>
            <p:cNvSpPr>
              <a:spLocks noChangeArrowheads="1"/>
            </p:cNvSpPr>
            <p:nvPr/>
          </p:nvSpPr>
          <p:spPr bwMode="auto">
            <a:xfrm rot="7644300">
              <a:off x="3730853" y="83288"/>
              <a:ext cx="376135" cy="212660"/>
            </a:xfrm>
            <a:prstGeom prst="rect">
              <a:avLst/>
            </a:prstGeom>
            <a:solidFill>
              <a:schemeClr val="bg2"/>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4" name="Shape 163"/>
            <p:cNvSpPr>
              <a:spLocks noChangeArrowheads="1"/>
            </p:cNvSpPr>
            <p:nvPr/>
          </p:nvSpPr>
          <p:spPr bwMode="auto">
            <a:xfrm rot="7644300">
              <a:off x="3727248" y="12247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sp>
          <p:nvSpPr>
            <p:cNvPr id="460865" name="Shape 164"/>
            <p:cNvSpPr>
              <a:spLocks noChangeArrowheads="1"/>
            </p:cNvSpPr>
            <p:nvPr/>
          </p:nvSpPr>
          <p:spPr bwMode="auto">
            <a:xfrm rot="7644300">
              <a:off x="3797512" y="176200"/>
              <a:ext cx="317006" cy="72066"/>
            </a:xfrm>
            <a:prstGeom prst="rect">
              <a:avLst/>
            </a:prstGeom>
            <a:solidFill>
              <a:srgbClr val="00ACEB"/>
            </a:solidFill>
            <a:ln w="6350">
              <a:noFill/>
              <a:miter lim="400000"/>
              <a:headEnd/>
              <a:tailEnd/>
            </a:ln>
          </p:spPr>
          <p:txBody>
            <a:bodyPr lIns="0" tIns="0" rIns="0" bIns="0" anchor="ctr"/>
            <a:lstStyle/>
            <a:p>
              <a:pPr defTabSz="608013"/>
              <a:endParaRPr lang="el-GR" sz="3200">
                <a:solidFill>
                  <a:srgbClr val="FFFFFF"/>
                </a:solidFill>
              </a:endParaRPr>
            </a:p>
          </p:txBody>
        </p:sp>
        <p:grpSp>
          <p:nvGrpSpPr>
            <p:cNvPr id="460866" name="Group 170"/>
            <p:cNvGrpSpPr>
              <a:grpSpLocks/>
            </p:cNvGrpSpPr>
            <p:nvPr/>
          </p:nvGrpSpPr>
          <p:grpSpPr bwMode="auto">
            <a:xfrm rot="-3155700">
              <a:off x="3150234" y="60611"/>
              <a:ext cx="322825" cy="310720"/>
              <a:chOff x="0" y="0"/>
              <a:chExt cx="1201146" cy="1156107"/>
            </a:xfrm>
          </p:grpSpPr>
          <p:sp>
            <p:nvSpPr>
              <p:cNvPr id="460867" name="Shape 168"/>
              <p:cNvSpPr>
                <a:spLocks noChangeShapeType="1"/>
              </p:cNvSpPr>
              <p:nvPr/>
            </p:nvSpPr>
            <p:spPr bwMode="auto">
              <a:xfrm flipV="1">
                <a:off x="42596" y="81362"/>
                <a:ext cx="563401" cy="495096"/>
              </a:xfrm>
              <a:prstGeom prst="line">
                <a:avLst/>
              </a:prstGeom>
              <a:noFill/>
              <a:ln w="19050">
                <a:solidFill>
                  <a:schemeClr val="tx2"/>
                </a:solidFill>
                <a:miter lim="400000"/>
                <a:headEnd/>
                <a:tailEnd/>
              </a:ln>
            </p:spPr>
            <p:txBody>
              <a:bodyPr lIns="0" tIns="0" rIns="0" bIns="0" anchor="ctr"/>
              <a:lstStyle/>
              <a:p>
                <a:endParaRPr lang="el-GR"/>
              </a:p>
            </p:txBody>
          </p:sp>
          <p:sp>
            <p:nvSpPr>
              <p:cNvPr id="460868" name="Shape 169"/>
              <p:cNvSpPr>
                <a:spLocks noChangeShapeType="1"/>
              </p:cNvSpPr>
              <p:nvPr/>
            </p:nvSpPr>
            <p:spPr bwMode="auto">
              <a:xfrm flipH="1" flipV="1">
                <a:off x="592690" y="71788"/>
                <a:ext cx="550814" cy="509151"/>
              </a:xfrm>
              <a:prstGeom prst="line">
                <a:avLst/>
              </a:prstGeom>
              <a:noFill/>
              <a:ln w="19050">
                <a:solidFill>
                  <a:schemeClr val="tx2"/>
                </a:solidFill>
                <a:miter lim="400000"/>
                <a:headEnd/>
                <a:tailEnd/>
              </a:ln>
            </p:spPr>
            <p:txBody>
              <a:bodyPr lIns="0" tIns="0" rIns="0" bIns="0" anchor="ctr"/>
              <a:lstStyle/>
              <a:p>
                <a:endParaRPr lang="el-GR"/>
              </a:p>
            </p:txBody>
          </p:sp>
          <p:sp>
            <p:nvSpPr>
              <p:cNvPr id="460869" name="Shape 166"/>
              <p:cNvSpPr>
                <a:spLocks noChangeArrowheads="1"/>
              </p:cNvSpPr>
              <p:nvPr/>
            </p:nvSpPr>
            <p:spPr bwMode="auto">
              <a:xfrm>
                <a:off x="0" y="546756"/>
                <a:ext cx="1201147" cy="609352"/>
              </a:xfrm>
              <a:custGeom>
                <a:avLst/>
                <a:gdLst>
                  <a:gd name="T0" fmla="*/ 33555572 w 21498"/>
                  <a:gd name="T1" fmla="*/ 8629093 h 21515"/>
                  <a:gd name="T2" fmla="*/ 33555572 w 21498"/>
                  <a:gd name="T3" fmla="*/ 8629093 h 21515"/>
                  <a:gd name="T4" fmla="*/ 33555572 w 21498"/>
                  <a:gd name="T5" fmla="*/ 8629093 h 21515"/>
                  <a:gd name="T6" fmla="*/ 33555572 w 21498"/>
                  <a:gd name="T7" fmla="*/ 8629093 h 21515"/>
                  <a:gd name="T8" fmla="*/ 0 60000 65536"/>
                  <a:gd name="T9" fmla="*/ 5898240 60000 65536"/>
                  <a:gd name="T10" fmla="*/ 11796480 60000 65536"/>
                  <a:gd name="T11" fmla="*/ 17694720 60000 65536"/>
                  <a:gd name="T12" fmla="*/ 0 w 21498"/>
                  <a:gd name="T13" fmla="*/ 0 h 21515"/>
                  <a:gd name="T14" fmla="*/ 21498 w 21498"/>
                  <a:gd name="T15" fmla="*/ 21515 h 21515"/>
                </a:gdLst>
                <a:ahLst/>
                <a:cxnLst>
                  <a:cxn ang="T8">
                    <a:pos x="T0" y="T1"/>
                  </a:cxn>
                  <a:cxn ang="T9">
                    <a:pos x="T2" y="T3"/>
                  </a:cxn>
                  <a:cxn ang="T10">
                    <a:pos x="T4" y="T5"/>
                  </a:cxn>
                  <a:cxn ang="T11">
                    <a:pos x="T6" y="T7"/>
                  </a:cxn>
                </a:cxnLst>
                <a:rect l="T12" t="T13" r="T14" b="T15"/>
                <a:pathLst>
                  <a:path w="21498" h="21515" extrusionOk="0">
                    <a:moveTo>
                      <a:pt x="3" y="0"/>
                    </a:moveTo>
                    <a:lnTo>
                      <a:pt x="21496" y="0"/>
                    </a:lnTo>
                    <a:cubicBezTo>
                      <a:pt x="21547" y="5285"/>
                      <a:pt x="20589" y="10414"/>
                      <a:pt x="18811" y="14369"/>
                    </a:cubicBezTo>
                    <a:cubicBezTo>
                      <a:pt x="16734" y="18992"/>
                      <a:pt x="13739" y="21600"/>
                      <a:pt x="10609" y="21513"/>
                    </a:cubicBezTo>
                    <a:cubicBezTo>
                      <a:pt x="7422" y="21448"/>
                      <a:pt x="4414" y="18595"/>
                      <a:pt x="2397" y="13726"/>
                    </a:cubicBezTo>
                    <a:cubicBezTo>
                      <a:pt x="796" y="9859"/>
                      <a:pt x="-53" y="4992"/>
                      <a:pt x="3" y="0"/>
                    </a:cubicBezTo>
                    <a:close/>
                  </a:path>
                </a:pathLst>
              </a:custGeom>
              <a:solidFill>
                <a:schemeClr val="bg2"/>
              </a:solidFill>
              <a:ln w="6350">
                <a:noFill/>
                <a:miter lim="400000"/>
                <a:headEnd/>
                <a:tailEnd/>
              </a:ln>
            </p:spPr>
            <p:txBody>
              <a:bodyPr lIns="0" tIns="0" rIns="0" bIns="0" anchor="ctr"/>
              <a:lstStyle/>
              <a:p>
                <a:pPr defTabSz="608013"/>
                <a:endParaRPr lang="el-GR" sz="3200">
                  <a:solidFill>
                    <a:srgbClr val="070707"/>
                  </a:solidFill>
                </a:endParaRPr>
              </a:p>
            </p:txBody>
          </p:sp>
          <p:sp>
            <p:nvSpPr>
              <p:cNvPr id="460870" name="Shape 167"/>
              <p:cNvSpPr>
                <a:spLocks noChangeArrowheads="1"/>
              </p:cNvSpPr>
              <p:nvPr/>
            </p:nvSpPr>
            <p:spPr bwMode="auto">
              <a:xfrm>
                <a:off x="512829" y="0"/>
                <a:ext cx="175632" cy="175631"/>
              </a:xfrm>
              <a:custGeom>
                <a:avLst/>
                <a:gdLst>
                  <a:gd name="T0" fmla="*/ 783744 w 19679"/>
                  <a:gd name="T1" fmla="*/ 783740 h 19679"/>
                  <a:gd name="T2" fmla="*/ 783744 w 19679"/>
                  <a:gd name="T3" fmla="*/ 783740 h 19679"/>
                  <a:gd name="T4" fmla="*/ 783744 w 19679"/>
                  <a:gd name="T5" fmla="*/ 783740 h 19679"/>
                  <a:gd name="T6" fmla="*/ 783744 w 19679"/>
                  <a:gd name="T7" fmla="*/ 783740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tx2"/>
              </a:solidFill>
              <a:ln w="6350">
                <a:noFill/>
                <a:miter lim="400000"/>
                <a:headEnd/>
                <a:tailEnd/>
              </a:ln>
            </p:spPr>
            <p:txBody>
              <a:bodyPr lIns="0" tIns="0" rIns="0" bIns="0" anchor="ctr"/>
              <a:lstStyle/>
              <a:p>
                <a:pPr defTabSz="608013"/>
                <a:endParaRPr lang="el-GR" sz="3200">
                  <a:solidFill>
                    <a:srgbClr val="FFFFFF"/>
                  </a:solidFill>
                </a:endParaRPr>
              </a:p>
            </p:txBody>
          </p:sp>
        </p:grpSp>
      </p:grpSp>
      <p:grpSp>
        <p:nvGrpSpPr>
          <p:cNvPr id="5" name="Group 4"/>
          <p:cNvGrpSpPr>
            <a:grpSpLocks/>
          </p:cNvGrpSpPr>
          <p:nvPr/>
        </p:nvGrpSpPr>
        <p:grpSpPr bwMode="auto">
          <a:xfrm>
            <a:off x="2025650" y="1855788"/>
            <a:ext cx="965200" cy="368300"/>
            <a:chOff x="1518968" y="1391498"/>
            <a:chExt cx="723822" cy="276738"/>
          </a:xfrm>
        </p:grpSpPr>
        <p:sp>
          <p:nvSpPr>
            <p:cNvPr id="98" name="Shape 172"/>
            <p:cNvSpPr/>
            <p:nvPr/>
          </p:nvSpPr>
          <p:spPr>
            <a:xfrm rot="2432266">
              <a:off x="1780877" y="1391498"/>
              <a:ext cx="272624" cy="25168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4"/>
            </a:solidFill>
            <a:ln w="6350" cap="flat">
              <a:noFill/>
              <a:prstDash val="solid"/>
              <a:miter lim="400000"/>
            </a:ln>
            <a:effectLst/>
          </p:spPr>
          <p:txBody>
            <a:bodyPr lIns="0" tIns="0" rIns="0" bIns="0" anchor="ctr"/>
            <a:lstStyle/>
            <a:p>
              <a:pPr defTabSz="609515" fontAlgn="auto">
                <a:spcBef>
                  <a:spcPts val="0"/>
                </a:spcBef>
                <a:spcAft>
                  <a:spcPts val="0"/>
                </a:spcAft>
                <a:defRPr sz="2400">
                  <a:solidFill>
                    <a:srgbClr val="FFFFFF"/>
                  </a:solidFill>
                </a:defRPr>
              </a:pPr>
              <a:endParaRPr sz="3200">
                <a:solidFill>
                  <a:srgbClr val="FFFFFF"/>
                </a:solidFill>
                <a:latin typeface="Calibri"/>
                <a:cs typeface="+mn-cs"/>
              </a:endParaRPr>
            </a:p>
          </p:txBody>
        </p:sp>
        <p:sp>
          <p:nvSpPr>
            <p:cNvPr id="460846" name="Shape 173"/>
            <p:cNvSpPr>
              <a:spLocks noChangeArrowheads="1"/>
            </p:cNvSpPr>
            <p:nvPr/>
          </p:nvSpPr>
          <p:spPr bwMode="auto">
            <a:xfrm rot="2432266">
              <a:off x="1943639" y="1457955"/>
              <a:ext cx="123878" cy="109854"/>
            </a:xfrm>
            <a:custGeom>
              <a:avLst/>
              <a:gdLst>
                <a:gd name="T0" fmla="*/ 355226 w 21600"/>
                <a:gd name="T1" fmla="*/ 279350 h 21600"/>
                <a:gd name="T2" fmla="*/ 355226 w 21600"/>
                <a:gd name="T3" fmla="*/ 279350 h 21600"/>
                <a:gd name="T4" fmla="*/ 355226 w 21600"/>
                <a:gd name="T5" fmla="*/ 279350 h 21600"/>
                <a:gd name="T6" fmla="*/ 355226 w 21600"/>
                <a:gd name="T7" fmla="*/ 279350 h 21600"/>
                <a:gd name="T8" fmla="*/ 0 60000 65536"/>
                <a:gd name="T9" fmla="*/ 5898240 60000 65536"/>
                <a:gd name="T10" fmla="*/ 11796480 60000 65536"/>
                <a:gd name="T11" fmla="*/ 1769472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extrusionOk="0">
                  <a:moveTo>
                    <a:pt x="0" y="0"/>
                  </a:moveTo>
                  <a:cubicBezTo>
                    <a:pt x="6581" y="134"/>
                    <a:pt x="12773" y="3542"/>
                    <a:pt x="16915" y="9310"/>
                  </a:cubicBezTo>
                  <a:cubicBezTo>
                    <a:pt x="19451" y="12842"/>
                    <a:pt x="21073" y="17095"/>
                    <a:pt x="21600" y="21600"/>
                  </a:cubicBezTo>
                  <a:lnTo>
                    <a:pt x="6732" y="20531"/>
                  </a:lnTo>
                  <a:cubicBezTo>
                    <a:pt x="8982" y="17836"/>
                    <a:pt x="10006" y="14122"/>
                    <a:pt x="9507" y="10464"/>
                  </a:cubicBezTo>
                  <a:cubicBezTo>
                    <a:pt x="8759" y="4977"/>
                    <a:pt x="4882" y="710"/>
                    <a:pt x="0" y="0"/>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7" name="Shape 174"/>
            <p:cNvSpPr>
              <a:spLocks noChangeArrowheads="1"/>
            </p:cNvSpPr>
            <p:nvPr/>
          </p:nvSpPr>
          <p:spPr bwMode="auto">
            <a:xfrm rot="2432266">
              <a:off x="1862487" y="1398197"/>
              <a:ext cx="49518" cy="49518"/>
            </a:xfrm>
            <a:custGeom>
              <a:avLst/>
              <a:gdLst>
                <a:gd name="T0" fmla="*/ 62301 w 19679"/>
                <a:gd name="T1" fmla="*/ 62301 h 19679"/>
                <a:gd name="T2" fmla="*/ 62301 w 19679"/>
                <a:gd name="T3" fmla="*/ 62301 h 19679"/>
                <a:gd name="T4" fmla="*/ 62301 w 19679"/>
                <a:gd name="T5" fmla="*/ 62301 h 19679"/>
                <a:gd name="T6" fmla="*/ 62301 w 19679"/>
                <a:gd name="T7" fmla="*/ 6230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alpha val="58038"/>
              </a:schemeClr>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8" name="Shape 175"/>
            <p:cNvSpPr>
              <a:spLocks noChangeArrowheads="1"/>
            </p:cNvSpPr>
            <p:nvPr/>
          </p:nvSpPr>
          <p:spPr bwMode="auto">
            <a:xfrm rot="2432266">
              <a:off x="1527965" y="1464406"/>
              <a:ext cx="714825" cy="179772"/>
            </a:xfrm>
            <a:custGeom>
              <a:avLst/>
              <a:gdLst>
                <a:gd name="T0" fmla="*/ 12982760 w 19679"/>
                <a:gd name="T1" fmla="*/ 821128 h 19679"/>
                <a:gd name="T2" fmla="*/ 12982760 w 19679"/>
                <a:gd name="T3" fmla="*/ 821128 h 19679"/>
                <a:gd name="T4" fmla="*/ 12982760 w 19679"/>
                <a:gd name="T5" fmla="*/ 821128 h 19679"/>
                <a:gd name="T6" fmla="*/ 12982760 w 19679"/>
                <a:gd name="T7" fmla="*/ 821128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49" name="Shape 176"/>
            <p:cNvSpPr>
              <a:spLocks noChangeArrowheads="1"/>
            </p:cNvSpPr>
            <p:nvPr/>
          </p:nvSpPr>
          <p:spPr bwMode="auto">
            <a:xfrm rot="2432266">
              <a:off x="1518968" y="1479156"/>
              <a:ext cx="714881" cy="172338"/>
            </a:xfrm>
            <a:custGeom>
              <a:avLst/>
              <a:gdLst>
                <a:gd name="T0" fmla="*/ 11829990 w 21600"/>
                <a:gd name="T1" fmla="*/ 704803 h 21070"/>
                <a:gd name="T2" fmla="*/ 11829990 w 21600"/>
                <a:gd name="T3" fmla="*/ 704803 h 21070"/>
                <a:gd name="T4" fmla="*/ 11829990 w 21600"/>
                <a:gd name="T5" fmla="*/ 704803 h 21070"/>
                <a:gd name="T6" fmla="*/ 11829990 w 21600"/>
                <a:gd name="T7" fmla="*/ 704803 h 21070"/>
                <a:gd name="T8" fmla="*/ 0 60000 65536"/>
                <a:gd name="T9" fmla="*/ 5898240 60000 65536"/>
                <a:gd name="T10" fmla="*/ 11796480 60000 65536"/>
                <a:gd name="T11" fmla="*/ 17694720 60000 65536"/>
                <a:gd name="T12" fmla="*/ 0 w 21600"/>
                <a:gd name="T13" fmla="*/ 0 h 21070"/>
                <a:gd name="T14" fmla="*/ 21600 w 21600"/>
                <a:gd name="T15" fmla="*/ 21070 h 21070"/>
              </a:gdLst>
              <a:ahLst/>
              <a:cxnLst>
                <a:cxn ang="T8">
                  <a:pos x="T0" y="T1"/>
                </a:cxn>
                <a:cxn ang="T9">
                  <a:pos x="T2" y="T3"/>
                </a:cxn>
                <a:cxn ang="T10">
                  <a:pos x="T4" y="T5"/>
                </a:cxn>
                <a:cxn ang="T11">
                  <a:pos x="T6" y="T7"/>
                </a:cxn>
              </a:cxnLst>
              <a:rect l="T12" t="T13" r="T14" b="T15"/>
              <a:pathLst>
                <a:path w="21600" h="21070" extrusionOk="0">
                  <a:moveTo>
                    <a:pt x="0" y="9124"/>
                  </a:moveTo>
                  <a:cubicBezTo>
                    <a:pt x="88" y="10438"/>
                    <a:pt x="219" y="11697"/>
                    <a:pt x="391" y="12868"/>
                  </a:cubicBezTo>
                  <a:cubicBezTo>
                    <a:pt x="626" y="14474"/>
                    <a:pt x="933" y="15889"/>
                    <a:pt x="1296" y="17042"/>
                  </a:cubicBezTo>
                  <a:cubicBezTo>
                    <a:pt x="4496" y="19809"/>
                    <a:pt x="7760" y="21158"/>
                    <a:pt x="11032" y="21066"/>
                  </a:cubicBezTo>
                  <a:cubicBezTo>
                    <a:pt x="14158" y="20978"/>
                    <a:pt x="17272" y="19575"/>
                    <a:pt x="20326" y="16881"/>
                  </a:cubicBezTo>
                  <a:cubicBezTo>
                    <a:pt x="20659" y="15925"/>
                    <a:pt x="20943" y="14720"/>
                    <a:pt x="21164" y="13331"/>
                  </a:cubicBezTo>
                  <a:cubicBezTo>
                    <a:pt x="21372" y="12020"/>
                    <a:pt x="21520" y="10567"/>
                    <a:pt x="21600" y="9042"/>
                  </a:cubicBezTo>
                  <a:cubicBezTo>
                    <a:pt x="17940" y="2628"/>
                    <a:pt x="13975" y="-442"/>
                    <a:pt x="9989" y="52"/>
                  </a:cubicBezTo>
                  <a:cubicBezTo>
                    <a:pt x="6547" y="478"/>
                    <a:pt x="3157" y="3557"/>
                    <a:pt x="0" y="9124"/>
                  </a:cubicBezTo>
                  <a:close/>
                </a:path>
              </a:pathLst>
            </a:custGeom>
            <a:solidFill>
              <a:srgbClr val="DCDEE0"/>
            </a:solidFill>
            <a:ln w="12700">
              <a:noFill/>
              <a:miter lim="400000"/>
              <a:headEnd/>
              <a:tailEnd/>
            </a:ln>
          </p:spPr>
          <p:txBody>
            <a:bodyPr lIns="0" tIns="0" rIns="0" bIns="0" anchor="ctr"/>
            <a:lstStyle/>
            <a:p>
              <a:pPr defTabSz="608013"/>
              <a:endParaRPr lang="el-GR" sz="3200">
                <a:solidFill>
                  <a:srgbClr val="070707"/>
                </a:solidFill>
              </a:endParaRPr>
            </a:p>
          </p:txBody>
        </p:sp>
        <p:sp>
          <p:nvSpPr>
            <p:cNvPr id="460850" name="Shape 177"/>
            <p:cNvSpPr>
              <a:spLocks noChangeArrowheads="1"/>
            </p:cNvSpPr>
            <p:nvPr/>
          </p:nvSpPr>
          <p:spPr bwMode="auto">
            <a:xfrm rot="2432266">
              <a:off x="1528952" y="1529087"/>
              <a:ext cx="636958" cy="139149"/>
            </a:xfrm>
            <a:custGeom>
              <a:avLst/>
              <a:gdLst>
                <a:gd name="T0" fmla="*/ 10308336 w 19679"/>
                <a:gd name="T1" fmla="*/ 491961 h 19679"/>
                <a:gd name="T2" fmla="*/ 10308336 w 19679"/>
                <a:gd name="T3" fmla="*/ 491961 h 19679"/>
                <a:gd name="T4" fmla="*/ 10308336 w 19679"/>
                <a:gd name="T5" fmla="*/ 491961 h 19679"/>
                <a:gd name="T6" fmla="*/ 10308336 w 19679"/>
                <a:gd name="T7" fmla="*/ 49196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A6AAA9"/>
            </a:solidFill>
            <a:ln w="12700">
              <a:noFill/>
              <a:miter lim="400000"/>
              <a:headEnd/>
              <a:tailEnd/>
            </a:ln>
          </p:spPr>
          <p:txBody>
            <a:bodyPr lIns="0" tIns="0" rIns="0" bIns="0" anchor="ctr"/>
            <a:lstStyle/>
            <a:p>
              <a:pPr defTabSz="608013"/>
              <a:endParaRPr lang="el-GR" sz="3200">
                <a:solidFill>
                  <a:srgbClr val="FFFFFF"/>
                </a:solidFill>
              </a:endParaRPr>
            </a:p>
          </p:txBody>
        </p:sp>
        <p:sp>
          <p:nvSpPr>
            <p:cNvPr id="460851" name="Shape 178"/>
            <p:cNvSpPr>
              <a:spLocks noChangeArrowheads="1"/>
            </p:cNvSpPr>
            <p:nvPr/>
          </p:nvSpPr>
          <p:spPr bwMode="auto">
            <a:xfrm rot="2432266">
              <a:off x="1732902" y="1573642"/>
              <a:ext cx="229058" cy="50040"/>
            </a:xfrm>
            <a:custGeom>
              <a:avLst/>
              <a:gdLst>
                <a:gd name="T0" fmla="*/ 1333085 w 19679"/>
                <a:gd name="T1" fmla="*/ 63621 h 19679"/>
                <a:gd name="T2" fmla="*/ 1333085 w 19679"/>
                <a:gd name="T3" fmla="*/ 63621 h 19679"/>
                <a:gd name="T4" fmla="*/ 1333085 w 19679"/>
                <a:gd name="T5" fmla="*/ 63621 h 19679"/>
                <a:gd name="T6" fmla="*/ 1333085 w 19679"/>
                <a:gd name="T7" fmla="*/ 6362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53585F"/>
            </a:solidFill>
            <a:ln w="12700">
              <a:noFill/>
              <a:miter lim="400000"/>
              <a:headEnd/>
              <a:tailEnd/>
            </a:ln>
          </p:spPr>
          <p:txBody>
            <a:bodyPr lIns="0" tIns="0" rIns="0" bIns="0" anchor="ctr"/>
            <a:lstStyle/>
            <a:p>
              <a:pPr defTabSz="608013"/>
              <a:endParaRPr lang="el-GR" sz="3200">
                <a:solidFill>
                  <a:srgbClr val="FFFFFF"/>
                </a:solidFill>
              </a:endParaRPr>
            </a:p>
          </p:txBody>
        </p:sp>
      </p:grpSp>
      <p:grpSp>
        <p:nvGrpSpPr>
          <p:cNvPr id="7" name="Group 6"/>
          <p:cNvGrpSpPr>
            <a:grpSpLocks/>
          </p:cNvGrpSpPr>
          <p:nvPr/>
        </p:nvGrpSpPr>
        <p:grpSpPr bwMode="auto">
          <a:xfrm>
            <a:off x="6861175" y="-133350"/>
            <a:ext cx="2046288" cy="1825625"/>
            <a:chOff x="5146267" y="-100060"/>
            <a:chExt cx="1534704" cy="1369016"/>
          </a:xfrm>
        </p:grpSpPr>
        <p:sp>
          <p:nvSpPr>
            <p:cNvPr id="11" name="Oval 10"/>
            <p:cNvSpPr/>
            <p:nvPr/>
          </p:nvSpPr>
          <p:spPr>
            <a:xfrm>
              <a:off x="5372484" y="-100060"/>
              <a:ext cx="1308487" cy="1308303"/>
            </a:xfrm>
            <a:prstGeom prst="ellipse">
              <a:avLst/>
            </a:prstGeom>
            <a:solidFill>
              <a:srgbClr val="C3B38C"/>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grpSp>
          <p:nvGrpSpPr>
            <p:cNvPr id="460820" name="Group 5"/>
            <p:cNvGrpSpPr>
              <a:grpSpLocks/>
            </p:cNvGrpSpPr>
            <p:nvPr/>
          </p:nvGrpSpPr>
          <p:grpSpPr bwMode="auto">
            <a:xfrm>
              <a:off x="5146267" y="1"/>
              <a:ext cx="1513731" cy="1268955"/>
              <a:chOff x="5146267" y="1"/>
              <a:chExt cx="1513731" cy="1268955"/>
            </a:xfrm>
          </p:grpSpPr>
          <p:sp>
            <p:nvSpPr>
              <p:cNvPr id="113" name="Oval 112"/>
              <p:cNvSpPr/>
              <p:nvPr/>
            </p:nvSpPr>
            <p:spPr>
              <a:xfrm>
                <a:off x="5521311" y="-62"/>
                <a:ext cx="1138228" cy="1138069"/>
              </a:xfrm>
              <a:prstGeom prst="ellipse">
                <a:avLst/>
              </a:prstGeom>
              <a:solidFill>
                <a:srgbClr val="CAB992"/>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7" name="Oval 106"/>
              <p:cNvSpPr/>
              <p:nvPr/>
            </p:nvSpPr>
            <p:spPr>
              <a:xfrm>
                <a:off x="5940408" y="1070151"/>
                <a:ext cx="126205" cy="90474"/>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8" name="Oval 107"/>
              <p:cNvSpPr/>
              <p:nvPr/>
            </p:nvSpPr>
            <p:spPr>
              <a:xfrm rot="2262091">
                <a:off x="5717762" y="1003486"/>
                <a:ext cx="127396" cy="90474"/>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9" name="Oval 108"/>
              <p:cNvSpPr/>
              <p:nvPr/>
            </p:nvSpPr>
            <p:spPr>
              <a:xfrm rot="3350696">
                <a:off x="5467740" y="780869"/>
                <a:ext cx="85712" cy="45243"/>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0" name="Oval 109"/>
              <p:cNvSpPr/>
              <p:nvPr/>
            </p:nvSpPr>
            <p:spPr>
              <a:xfrm rot="622547">
                <a:off x="5861827" y="967773"/>
                <a:ext cx="85724" cy="45237"/>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1" name="Oval 110"/>
              <p:cNvSpPr/>
              <p:nvPr/>
            </p:nvSpPr>
            <p:spPr>
              <a:xfrm rot="3754383">
                <a:off x="5535020" y="548128"/>
                <a:ext cx="245232" cy="163114"/>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2" name="Oval 111"/>
              <p:cNvSpPr/>
              <p:nvPr/>
            </p:nvSpPr>
            <p:spPr>
              <a:xfrm rot="6966906">
                <a:off x="5620139" y="253500"/>
                <a:ext cx="85712" cy="45243"/>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4" name="Oval 113"/>
              <p:cNvSpPr/>
              <p:nvPr/>
            </p:nvSpPr>
            <p:spPr>
              <a:xfrm rot="6261171">
                <a:off x="5446311" y="410638"/>
                <a:ext cx="130949" cy="69056"/>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5" name="Oval 114"/>
              <p:cNvSpPr/>
              <p:nvPr/>
            </p:nvSpPr>
            <p:spPr>
              <a:xfrm rot="19530083">
                <a:off x="6236871" y="1008248"/>
                <a:ext cx="85724" cy="46427"/>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4" name="Oval 133"/>
              <p:cNvSpPr/>
              <p:nvPr/>
            </p:nvSpPr>
            <p:spPr>
              <a:xfrm rot="2568964">
                <a:off x="5537980" y="833252"/>
                <a:ext cx="248838" cy="107140"/>
              </a:xfrm>
              <a:prstGeom prst="ellipse">
                <a:avLst/>
              </a:prstGeom>
              <a:solidFill>
                <a:srgbClr val="AFA080"/>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460831" name="Shape 180"/>
              <p:cNvSpPr>
                <a:spLocks noChangeArrowheads="1"/>
              </p:cNvSpPr>
              <p:nvPr/>
            </p:nvSpPr>
            <p:spPr bwMode="auto">
              <a:xfrm rot="-8219090">
                <a:off x="5146267" y="942287"/>
                <a:ext cx="89782" cy="104105"/>
              </a:xfrm>
              <a:custGeom>
                <a:avLst/>
                <a:gdLst>
                  <a:gd name="T0" fmla="*/ 186593 w 21600"/>
                  <a:gd name="T1" fmla="*/ 266577 h 20328"/>
                  <a:gd name="T2" fmla="*/ 186593 w 21600"/>
                  <a:gd name="T3" fmla="*/ 266577 h 20328"/>
                  <a:gd name="T4" fmla="*/ 186593 w 21600"/>
                  <a:gd name="T5" fmla="*/ 266577 h 20328"/>
                  <a:gd name="T6" fmla="*/ 186593 w 21600"/>
                  <a:gd name="T7" fmla="*/ 266577 h 20328"/>
                  <a:gd name="T8" fmla="*/ 0 60000 65536"/>
                  <a:gd name="T9" fmla="*/ 5898240 60000 65536"/>
                  <a:gd name="T10" fmla="*/ 11796480 60000 65536"/>
                  <a:gd name="T11" fmla="*/ 17694720 60000 65536"/>
                  <a:gd name="T12" fmla="*/ 0 w 21600"/>
                  <a:gd name="T13" fmla="*/ 0 h 20328"/>
                  <a:gd name="T14" fmla="*/ 21600 w 21600"/>
                  <a:gd name="T15" fmla="*/ 20328 h 20328"/>
                </a:gdLst>
                <a:ahLst/>
                <a:cxnLst>
                  <a:cxn ang="T8">
                    <a:pos x="T0" y="T1"/>
                  </a:cxn>
                  <a:cxn ang="T9">
                    <a:pos x="T2" y="T3"/>
                  </a:cxn>
                  <a:cxn ang="T10">
                    <a:pos x="T4" y="T5"/>
                  </a:cxn>
                  <a:cxn ang="T11">
                    <a:pos x="T6" y="T7"/>
                  </a:cxn>
                </a:cxnLst>
                <a:rect l="T12" t="T13" r="T14" b="T15"/>
                <a:pathLst>
                  <a:path w="21600" h="20328" extrusionOk="0">
                    <a:moveTo>
                      <a:pt x="0" y="417"/>
                    </a:moveTo>
                    <a:lnTo>
                      <a:pt x="0" y="19114"/>
                    </a:lnTo>
                    <a:cubicBezTo>
                      <a:pt x="540" y="19545"/>
                      <a:pt x="1194" y="19872"/>
                      <a:pt x="1913" y="20070"/>
                    </a:cubicBezTo>
                    <a:cubicBezTo>
                      <a:pt x="6396" y="21301"/>
                      <a:pt x="10130" y="17774"/>
                      <a:pt x="14478" y="17052"/>
                    </a:cubicBezTo>
                    <a:cubicBezTo>
                      <a:pt x="16945" y="16642"/>
                      <a:pt x="19509" y="17131"/>
                      <a:pt x="21493" y="18389"/>
                    </a:cubicBezTo>
                    <a:lnTo>
                      <a:pt x="21600" y="1294"/>
                    </a:lnTo>
                    <a:cubicBezTo>
                      <a:pt x="19457" y="88"/>
                      <a:pt x="16772" y="-299"/>
                      <a:pt x="14248" y="235"/>
                    </a:cubicBezTo>
                    <a:cubicBezTo>
                      <a:pt x="11777" y="758"/>
                      <a:pt x="9675" y="2145"/>
                      <a:pt x="7138" y="2506"/>
                    </a:cubicBezTo>
                    <a:cubicBezTo>
                      <a:pt x="4471" y="2884"/>
                      <a:pt x="1756" y="2090"/>
                      <a:pt x="0" y="417"/>
                    </a:cubicBezTo>
                    <a:close/>
                  </a:path>
                </a:pathLst>
              </a:custGeom>
              <a:solidFill>
                <a:srgbClr val="D52F4D"/>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2" name="Shape 181"/>
              <p:cNvSpPr>
                <a:spLocks noChangeArrowheads="1"/>
              </p:cNvSpPr>
              <p:nvPr/>
            </p:nvSpPr>
            <p:spPr bwMode="auto">
              <a:xfrm rot="-8219090">
                <a:off x="5202972" y="971645"/>
                <a:ext cx="17262" cy="109173"/>
              </a:xfrm>
              <a:custGeom>
                <a:avLst/>
                <a:gdLst>
                  <a:gd name="T0" fmla="*/ 7172 w 20773"/>
                  <a:gd name="T1" fmla="*/ 275899 h 21600"/>
                  <a:gd name="T2" fmla="*/ 7172 w 20773"/>
                  <a:gd name="T3" fmla="*/ 275899 h 21600"/>
                  <a:gd name="T4" fmla="*/ 7172 w 20773"/>
                  <a:gd name="T5" fmla="*/ 275899 h 21600"/>
                  <a:gd name="T6" fmla="*/ 7172 w 20773"/>
                  <a:gd name="T7" fmla="*/ 275899 h 21600"/>
                  <a:gd name="T8" fmla="*/ 0 60000 65536"/>
                  <a:gd name="T9" fmla="*/ 5898240 60000 65536"/>
                  <a:gd name="T10" fmla="*/ 11796480 60000 65536"/>
                  <a:gd name="T11" fmla="*/ 17694720 60000 65536"/>
                  <a:gd name="T12" fmla="*/ 0 w 20773"/>
                  <a:gd name="T13" fmla="*/ 0 h 21600"/>
                  <a:gd name="T14" fmla="*/ 20773 w 20773"/>
                  <a:gd name="T15" fmla="*/ 21600 h 21600"/>
                </a:gdLst>
                <a:ahLst/>
                <a:cxnLst>
                  <a:cxn ang="T8">
                    <a:pos x="T0" y="T1"/>
                  </a:cxn>
                  <a:cxn ang="T9">
                    <a:pos x="T2" y="T3"/>
                  </a:cxn>
                  <a:cxn ang="T10">
                    <a:pos x="T4" y="T5"/>
                  </a:cxn>
                  <a:cxn ang="T11">
                    <a:pos x="T6" y="T7"/>
                  </a:cxn>
                </a:cxnLst>
                <a:rect l="T12" t="T13" r="T14" b="T15"/>
                <a:pathLst>
                  <a:path w="20773" h="21600" extrusionOk="0">
                    <a:moveTo>
                      <a:pt x="20530" y="17037"/>
                    </a:moveTo>
                    <a:cubicBezTo>
                      <a:pt x="21437" y="17681"/>
                      <a:pt x="19747" y="18348"/>
                      <a:pt x="16329" y="18695"/>
                    </a:cubicBezTo>
                    <a:cubicBezTo>
                      <a:pt x="14200" y="18912"/>
                      <a:pt x="11644" y="18968"/>
                      <a:pt x="9345" y="19129"/>
                    </a:cubicBezTo>
                    <a:cubicBezTo>
                      <a:pt x="3416" y="19543"/>
                      <a:pt x="-163" y="20547"/>
                      <a:pt x="535" y="21600"/>
                    </a:cubicBezTo>
                    <a:lnTo>
                      <a:pt x="0" y="0"/>
                    </a:lnTo>
                    <a:lnTo>
                      <a:pt x="18742" y="0"/>
                    </a:lnTo>
                    <a:lnTo>
                      <a:pt x="20530" y="17037"/>
                    </a:lnTo>
                    <a:close/>
                  </a:path>
                </a:pathLst>
              </a:custGeom>
              <a:solidFill>
                <a:srgbClr val="B2253E"/>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3" name="Shape 184"/>
              <p:cNvSpPr>
                <a:spLocks noChangeArrowheads="1"/>
              </p:cNvSpPr>
              <p:nvPr/>
            </p:nvSpPr>
            <p:spPr bwMode="auto">
              <a:xfrm rot="-8219090">
                <a:off x="5621020" y="889947"/>
                <a:ext cx="86812" cy="142134"/>
              </a:xfrm>
              <a:custGeom>
                <a:avLst/>
                <a:gdLst>
                  <a:gd name="T0" fmla="*/ 176115 w 21396"/>
                  <a:gd name="T1" fmla="*/ 470516 h 21468"/>
                  <a:gd name="T2" fmla="*/ 176115 w 21396"/>
                  <a:gd name="T3" fmla="*/ 470516 h 21468"/>
                  <a:gd name="T4" fmla="*/ 176115 w 21396"/>
                  <a:gd name="T5" fmla="*/ 470516 h 21468"/>
                  <a:gd name="T6" fmla="*/ 176115 w 21396"/>
                  <a:gd name="T7" fmla="*/ 470516 h 21468"/>
                  <a:gd name="T8" fmla="*/ 0 60000 65536"/>
                  <a:gd name="T9" fmla="*/ 5898240 60000 65536"/>
                  <a:gd name="T10" fmla="*/ 11796480 60000 65536"/>
                  <a:gd name="T11" fmla="*/ 17694720 60000 65536"/>
                  <a:gd name="T12" fmla="*/ 0 w 21396"/>
                  <a:gd name="T13" fmla="*/ 0 h 21468"/>
                  <a:gd name="T14" fmla="*/ 21396 w 21396"/>
                  <a:gd name="T15" fmla="*/ 21468 h 21468"/>
                </a:gdLst>
                <a:ahLst/>
                <a:cxnLst>
                  <a:cxn ang="T8">
                    <a:pos x="T0" y="T1"/>
                  </a:cxn>
                  <a:cxn ang="T9">
                    <a:pos x="T2" y="T3"/>
                  </a:cxn>
                  <a:cxn ang="T10">
                    <a:pos x="T4" y="T5"/>
                  </a:cxn>
                  <a:cxn ang="T11">
                    <a:pos x="T6" y="T7"/>
                  </a:cxn>
                </a:cxnLst>
                <a:rect l="T12" t="T13" r="T14" b="T15"/>
                <a:pathLst>
                  <a:path w="21396" h="21468" extrusionOk="0">
                    <a:moveTo>
                      <a:pt x="12143" y="106"/>
                    </a:moveTo>
                    <a:lnTo>
                      <a:pt x="12143" y="14144"/>
                    </a:lnTo>
                    <a:lnTo>
                      <a:pt x="5274" y="14144"/>
                    </a:lnTo>
                    <a:cubicBezTo>
                      <a:pt x="2264" y="14368"/>
                      <a:pt x="0" y="15934"/>
                      <a:pt x="0" y="17793"/>
                    </a:cubicBezTo>
                    <a:cubicBezTo>
                      <a:pt x="0" y="19652"/>
                      <a:pt x="2264" y="21218"/>
                      <a:pt x="5274" y="21443"/>
                    </a:cubicBezTo>
                    <a:lnTo>
                      <a:pt x="12272" y="21443"/>
                    </a:lnTo>
                    <a:cubicBezTo>
                      <a:pt x="14812" y="21600"/>
                      <a:pt x="17329" y="21032"/>
                      <a:pt x="19096" y="19902"/>
                    </a:cubicBezTo>
                    <a:cubicBezTo>
                      <a:pt x="20775" y="18828"/>
                      <a:pt x="21600" y="17357"/>
                      <a:pt x="21352" y="15878"/>
                    </a:cubicBezTo>
                    <a:lnTo>
                      <a:pt x="21352" y="0"/>
                    </a:lnTo>
                    <a:lnTo>
                      <a:pt x="12143" y="106"/>
                    </a:lnTo>
                    <a:close/>
                  </a:path>
                </a:pathLst>
              </a:custGeom>
              <a:solidFill>
                <a:srgbClr val="F4F4F4"/>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4" name="Shape 185"/>
              <p:cNvSpPr>
                <a:spLocks noChangeArrowheads="1"/>
              </p:cNvSpPr>
              <p:nvPr/>
            </p:nvSpPr>
            <p:spPr bwMode="auto">
              <a:xfrm rot="-8219090">
                <a:off x="5544538" y="818589"/>
                <a:ext cx="86812" cy="142134"/>
              </a:xfrm>
              <a:custGeom>
                <a:avLst/>
                <a:gdLst>
                  <a:gd name="T0" fmla="*/ 176115 w 21396"/>
                  <a:gd name="T1" fmla="*/ 470516 h 21468"/>
                  <a:gd name="T2" fmla="*/ 176115 w 21396"/>
                  <a:gd name="T3" fmla="*/ 470516 h 21468"/>
                  <a:gd name="T4" fmla="*/ 176115 w 21396"/>
                  <a:gd name="T5" fmla="*/ 470516 h 21468"/>
                  <a:gd name="T6" fmla="*/ 176115 w 21396"/>
                  <a:gd name="T7" fmla="*/ 470516 h 21468"/>
                  <a:gd name="T8" fmla="*/ 0 60000 65536"/>
                  <a:gd name="T9" fmla="*/ 5898240 60000 65536"/>
                  <a:gd name="T10" fmla="*/ 11796480 60000 65536"/>
                  <a:gd name="T11" fmla="*/ 17694720 60000 65536"/>
                  <a:gd name="T12" fmla="*/ 0 w 21396"/>
                  <a:gd name="T13" fmla="*/ 0 h 21468"/>
                  <a:gd name="T14" fmla="*/ 21396 w 21396"/>
                  <a:gd name="T15" fmla="*/ 21468 h 21468"/>
                </a:gdLst>
                <a:ahLst/>
                <a:cxnLst>
                  <a:cxn ang="T8">
                    <a:pos x="T0" y="T1"/>
                  </a:cxn>
                  <a:cxn ang="T9">
                    <a:pos x="T2" y="T3"/>
                  </a:cxn>
                  <a:cxn ang="T10">
                    <a:pos x="T4" y="T5"/>
                  </a:cxn>
                  <a:cxn ang="T11">
                    <a:pos x="T6" y="T7"/>
                  </a:cxn>
                </a:cxnLst>
                <a:rect l="T12" t="T13" r="T14" b="T15"/>
                <a:pathLst>
                  <a:path w="21396" h="21468" extrusionOk="0">
                    <a:moveTo>
                      <a:pt x="9253" y="106"/>
                    </a:moveTo>
                    <a:lnTo>
                      <a:pt x="9253" y="14144"/>
                    </a:lnTo>
                    <a:lnTo>
                      <a:pt x="16122" y="14144"/>
                    </a:lnTo>
                    <a:cubicBezTo>
                      <a:pt x="19132" y="14368"/>
                      <a:pt x="21396" y="15934"/>
                      <a:pt x="21396" y="17793"/>
                    </a:cubicBezTo>
                    <a:cubicBezTo>
                      <a:pt x="21396" y="19652"/>
                      <a:pt x="19132" y="21218"/>
                      <a:pt x="16122" y="21443"/>
                    </a:cubicBezTo>
                    <a:lnTo>
                      <a:pt x="9124" y="21443"/>
                    </a:lnTo>
                    <a:cubicBezTo>
                      <a:pt x="6584" y="21600"/>
                      <a:pt x="4067" y="21032"/>
                      <a:pt x="2300" y="19902"/>
                    </a:cubicBezTo>
                    <a:cubicBezTo>
                      <a:pt x="621" y="18828"/>
                      <a:pt x="-204" y="17357"/>
                      <a:pt x="44" y="15878"/>
                    </a:cubicBezTo>
                    <a:lnTo>
                      <a:pt x="44" y="0"/>
                    </a:lnTo>
                    <a:lnTo>
                      <a:pt x="9253" y="106"/>
                    </a:lnTo>
                    <a:close/>
                  </a:path>
                </a:pathLst>
              </a:custGeom>
              <a:solidFill>
                <a:srgbClr val="F4F4F4"/>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5" name="Shape 187"/>
              <p:cNvSpPr>
                <a:spLocks noChangeArrowheads="1"/>
              </p:cNvSpPr>
              <p:nvPr/>
            </p:nvSpPr>
            <p:spPr bwMode="auto">
              <a:xfrm rot="9992986">
                <a:off x="5257648" y="1203202"/>
                <a:ext cx="75551" cy="16412"/>
              </a:xfrm>
              <a:prstGeom prst="rect">
                <a:avLst/>
              </a:prstGeom>
              <a:solidFill>
                <a:schemeClr val="bg1"/>
              </a:solidFill>
              <a:ln w="6350">
                <a:noFill/>
                <a:miter lim="400000"/>
                <a:headEnd/>
                <a:tailEnd/>
              </a:ln>
            </p:spPr>
            <p:txBody>
              <a:bodyPr lIns="0" tIns="0" rIns="0" bIns="0" anchor="ctr"/>
              <a:lstStyle/>
              <a:p>
                <a:pPr defTabSz="608013"/>
                <a:endParaRPr lang="el-GR" sz="3200">
                  <a:solidFill>
                    <a:srgbClr val="FFFFFF"/>
                  </a:solidFill>
                </a:endParaRPr>
              </a:p>
            </p:txBody>
          </p:sp>
          <p:sp>
            <p:nvSpPr>
              <p:cNvPr id="460836" name="Shape 188"/>
              <p:cNvSpPr>
                <a:spLocks noChangeArrowheads="1"/>
              </p:cNvSpPr>
              <p:nvPr/>
            </p:nvSpPr>
            <p:spPr bwMode="auto">
              <a:xfrm rot="-8219090">
                <a:off x="5242349" y="1201084"/>
                <a:ext cx="37560" cy="37560"/>
              </a:xfrm>
              <a:custGeom>
                <a:avLst/>
                <a:gdLst>
                  <a:gd name="T0" fmla="*/ 35844 w 19679"/>
                  <a:gd name="T1" fmla="*/ 35844 h 19679"/>
                  <a:gd name="T2" fmla="*/ 35844 w 19679"/>
                  <a:gd name="T3" fmla="*/ 35844 h 19679"/>
                  <a:gd name="T4" fmla="*/ 35844 w 19679"/>
                  <a:gd name="T5" fmla="*/ 35844 h 19679"/>
                  <a:gd name="T6" fmla="*/ 35844 w 19679"/>
                  <a:gd name="T7" fmla="*/ 35844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F4F4F4"/>
              </a:solidFill>
              <a:ln w="6350">
                <a:noFill/>
                <a:miter lim="400000"/>
                <a:headEnd/>
                <a:tailEnd/>
              </a:ln>
            </p:spPr>
            <p:txBody>
              <a:bodyPr lIns="0" tIns="0" rIns="0" bIns="0" anchor="ctr"/>
              <a:lstStyle/>
              <a:p>
                <a:pPr defTabSz="608013"/>
                <a:endParaRPr lang="el-GR" sz="3200">
                  <a:solidFill>
                    <a:srgbClr val="FFFFFF"/>
                  </a:solidFill>
                </a:endParaRPr>
              </a:p>
            </p:txBody>
          </p:sp>
          <p:sp>
            <p:nvSpPr>
              <p:cNvPr id="460837" name="Shape 189"/>
              <p:cNvSpPr>
                <a:spLocks noChangeArrowheads="1"/>
              </p:cNvSpPr>
              <p:nvPr/>
            </p:nvSpPr>
            <p:spPr bwMode="auto">
              <a:xfrm rot="-8219090">
                <a:off x="5544698" y="1036145"/>
                <a:ext cx="68732" cy="167037"/>
              </a:xfrm>
              <a:custGeom>
                <a:avLst/>
                <a:gdLst>
                  <a:gd name="T0" fmla="*/ 111228 w 21236"/>
                  <a:gd name="T1" fmla="*/ 645869 h 21600"/>
                  <a:gd name="T2" fmla="*/ 111228 w 21236"/>
                  <a:gd name="T3" fmla="*/ 645869 h 21600"/>
                  <a:gd name="T4" fmla="*/ 111228 w 21236"/>
                  <a:gd name="T5" fmla="*/ 645869 h 21600"/>
                  <a:gd name="T6" fmla="*/ 111228 w 21236"/>
                  <a:gd name="T7" fmla="*/ 645869 h 21600"/>
                  <a:gd name="T8" fmla="*/ 0 60000 65536"/>
                  <a:gd name="T9" fmla="*/ 5898240 60000 65536"/>
                  <a:gd name="T10" fmla="*/ 11796480 60000 65536"/>
                  <a:gd name="T11" fmla="*/ 17694720 60000 65536"/>
                  <a:gd name="T12" fmla="*/ 0 w 21236"/>
                  <a:gd name="T13" fmla="*/ 0 h 21600"/>
                  <a:gd name="T14" fmla="*/ 21236 w 21236"/>
                  <a:gd name="T15" fmla="*/ 21600 h 21600"/>
                </a:gdLst>
                <a:ahLst/>
                <a:cxnLst>
                  <a:cxn ang="T8">
                    <a:pos x="T0" y="T1"/>
                  </a:cxn>
                  <a:cxn ang="T9">
                    <a:pos x="T2" y="T3"/>
                  </a:cxn>
                  <a:cxn ang="T10">
                    <a:pos x="T4" y="T5"/>
                  </a:cxn>
                  <a:cxn ang="T11">
                    <a:pos x="T6" y="T7"/>
                  </a:cxn>
                </a:cxnLst>
                <a:rect l="T12" t="T13" r="T14" b="T15"/>
                <a:pathLst>
                  <a:path w="21236" h="21600" extrusionOk="0">
                    <a:moveTo>
                      <a:pt x="21236" y="0"/>
                    </a:moveTo>
                    <a:cubicBezTo>
                      <a:pt x="18825" y="149"/>
                      <a:pt x="16482" y="451"/>
                      <a:pt x="14290" y="896"/>
                    </a:cubicBezTo>
                    <a:cubicBezTo>
                      <a:pt x="6317" y="2515"/>
                      <a:pt x="999" y="5784"/>
                      <a:pt x="323" y="9482"/>
                    </a:cubicBezTo>
                    <a:cubicBezTo>
                      <a:pt x="-364" y="11483"/>
                      <a:pt x="60" y="13483"/>
                      <a:pt x="1462" y="15347"/>
                    </a:cubicBezTo>
                    <a:cubicBezTo>
                      <a:pt x="2594" y="16852"/>
                      <a:pt x="4389" y="18298"/>
                      <a:pt x="7149" y="19457"/>
                    </a:cubicBezTo>
                    <a:cubicBezTo>
                      <a:pt x="9739" y="20545"/>
                      <a:pt x="13038" y="21290"/>
                      <a:pt x="16632" y="21600"/>
                    </a:cubicBezTo>
                    <a:lnTo>
                      <a:pt x="12525" y="17822"/>
                    </a:lnTo>
                    <a:cubicBezTo>
                      <a:pt x="10699" y="16994"/>
                      <a:pt x="9200" y="16049"/>
                      <a:pt x="8087" y="15023"/>
                    </a:cubicBezTo>
                    <a:cubicBezTo>
                      <a:pt x="5559" y="12692"/>
                      <a:pt x="5172" y="9969"/>
                      <a:pt x="8668" y="7902"/>
                    </a:cubicBezTo>
                    <a:cubicBezTo>
                      <a:pt x="9760" y="7257"/>
                      <a:pt x="11195" y="6727"/>
                      <a:pt x="12860" y="6353"/>
                    </a:cubicBezTo>
                    <a:lnTo>
                      <a:pt x="21236" y="0"/>
                    </a:lnTo>
                    <a:close/>
                  </a:path>
                </a:pathLst>
              </a:custGeom>
              <a:solidFill>
                <a:schemeClr val="bg1"/>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8" name="Shape 190"/>
              <p:cNvSpPr>
                <a:spLocks noChangeArrowheads="1"/>
              </p:cNvSpPr>
              <p:nvPr/>
            </p:nvSpPr>
            <p:spPr bwMode="auto">
              <a:xfrm rot="8149805">
                <a:off x="5352822" y="921132"/>
                <a:ext cx="68766" cy="170767"/>
              </a:xfrm>
              <a:custGeom>
                <a:avLst/>
                <a:gdLst>
                  <a:gd name="T0" fmla="*/ 123660 w 19120"/>
                  <a:gd name="T1" fmla="*/ 681058 h 21409"/>
                  <a:gd name="T2" fmla="*/ 123660 w 19120"/>
                  <a:gd name="T3" fmla="*/ 681058 h 21409"/>
                  <a:gd name="T4" fmla="*/ 123660 w 19120"/>
                  <a:gd name="T5" fmla="*/ 681058 h 21409"/>
                  <a:gd name="T6" fmla="*/ 123660 w 19120"/>
                  <a:gd name="T7" fmla="*/ 681058 h 21409"/>
                  <a:gd name="T8" fmla="*/ 0 60000 65536"/>
                  <a:gd name="T9" fmla="*/ 5898240 60000 65536"/>
                  <a:gd name="T10" fmla="*/ 11796480 60000 65536"/>
                  <a:gd name="T11" fmla="*/ 17694720 60000 65536"/>
                  <a:gd name="T12" fmla="*/ 0 w 19120"/>
                  <a:gd name="T13" fmla="*/ 0 h 21409"/>
                  <a:gd name="T14" fmla="*/ 19120 w 19120"/>
                  <a:gd name="T15" fmla="*/ 21409 h 21409"/>
                </a:gdLst>
                <a:ahLst/>
                <a:cxnLst>
                  <a:cxn ang="T8">
                    <a:pos x="T0" y="T1"/>
                  </a:cxn>
                  <a:cxn ang="T9">
                    <a:pos x="T2" y="T3"/>
                  </a:cxn>
                  <a:cxn ang="T10">
                    <a:pos x="T4" y="T5"/>
                  </a:cxn>
                  <a:cxn ang="T11">
                    <a:pos x="T6" y="T7"/>
                  </a:cxn>
                </a:cxnLst>
                <a:rect l="T12" t="T13" r="T14" b="T15"/>
                <a:pathLst>
                  <a:path w="19120" h="21409" extrusionOk="0">
                    <a:moveTo>
                      <a:pt x="13792" y="1550"/>
                    </a:moveTo>
                    <a:cubicBezTo>
                      <a:pt x="12407" y="414"/>
                      <a:pt x="9554" y="-191"/>
                      <a:pt x="6729" y="53"/>
                    </a:cubicBezTo>
                    <a:cubicBezTo>
                      <a:pt x="-1358" y="753"/>
                      <a:pt x="-2480" y="5766"/>
                      <a:pt x="5133" y="7181"/>
                    </a:cubicBezTo>
                    <a:cubicBezTo>
                      <a:pt x="3433" y="9886"/>
                      <a:pt x="3586" y="12726"/>
                      <a:pt x="5468" y="15346"/>
                    </a:cubicBezTo>
                    <a:cubicBezTo>
                      <a:pt x="6513" y="16803"/>
                      <a:pt x="8113" y="18207"/>
                      <a:pt x="10585" y="19331"/>
                    </a:cubicBezTo>
                    <a:cubicBezTo>
                      <a:pt x="12911" y="20389"/>
                      <a:pt x="15882" y="21113"/>
                      <a:pt x="19120" y="21409"/>
                    </a:cubicBezTo>
                    <a:lnTo>
                      <a:pt x="15424" y="17746"/>
                    </a:lnTo>
                    <a:cubicBezTo>
                      <a:pt x="13822" y="16928"/>
                      <a:pt x="12478" y="16015"/>
                      <a:pt x="11430" y="15032"/>
                    </a:cubicBezTo>
                    <a:cubicBezTo>
                      <a:pt x="8148" y="11953"/>
                      <a:pt x="7981" y="8287"/>
                      <a:pt x="12644" y="5649"/>
                    </a:cubicBezTo>
                    <a:cubicBezTo>
                      <a:pt x="13697" y="5053"/>
                      <a:pt x="14974" y="4544"/>
                      <a:pt x="16416" y="4146"/>
                    </a:cubicBezTo>
                    <a:lnTo>
                      <a:pt x="13792" y="1550"/>
                    </a:lnTo>
                    <a:close/>
                  </a:path>
                </a:pathLst>
              </a:custGeom>
              <a:solidFill>
                <a:schemeClr val="bg1"/>
              </a:solidFill>
              <a:ln w="6350">
                <a:noFill/>
                <a:miter lim="400000"/>
                <a:headEnd/>
                <a:tailEnd/>
              </a:ln>
            </p:spPr>
            <p:txBody>
              <a:bodyPr lIns="0" tIns="0" rIns="0" bIns="0" anchor="ctr"/>
              <a:lstStyle/>
              <a:p>
                <a:pPr defTabSz="608013"/>
                <a:endParaRPr lang="el-GR" sz="3200">
                  <a:solidFill>
                    <a:srgbClr val="070707"/>
                  </a:solidFill>
                </a:endParaRPr>
              </a:p>
            </p:txBody>
          </p:sp>
          <p:sp>
            <p:nvSpPr>
              <p:cNvPr id="460839" name="Shape 192"/>
              <p:cNvSpPr>
                <a:spLocks noChangeArrowheads="1"/>
              </p:cNvSpPr>
              <p:nvPr/>
            </p:nvSpPr>
            <p:spPr bwMode="auto">
              <a:xfrm rot="-2819090">
                <a:off x="5147848" y="914931"/>
                <a:ext cx="464362" cy="13190"/>
              </a:xfrm>
              <a:prstGeom prst="rect">
                <a:avLst/>
              </a:prstGeom>
              <a:solidFill>
                <a:srgbClr val="8C8D8F"/>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0" name="Shape 193"/>
              <p:cNvSpPr>
                <a:spLocks noChangeArrowheads="1"/>
              </p:cNvSpPr>
              <p:nvPr/>
            </p:nvSpPr>
            <p:spPr bwMode="auto">
              <a:xfrm rot="-8219090">
                <a:off x="5192674" y="987464"/>
                <a:ext cx="66144" cy="121267"/>
              </a:xfrm>
              <a:custGeom>
                <a:avLst/>
                <a:gdLst>
                  <a:gd name="T0" fmla="*/ 101274 w 21600"/>
                  <a:gd name="T1" fmla="*/ 350957 h 20951"/>
                  <a:gd name="T2" fmla="*/ 101274 w 21600"/>
                  <a:gd name="T3" fmla="*/ 350957 h 20951"/>
                  <a:gd name="T4" fmla="*/ 101274 w 21600"/>
                  <a:gd name="T5" fmla="*/ 350957 h 20951"/>
                  <a:gd name="T6" fmla="*/ 101274 w 21600"/>
                  <a:gd name="T7" fmla="*/ 350957 h 20951"/>
                  <a:gd name="T8" fmla="*/ 0 60000 65536"/>
                  <a:gd name="T9" fmla="*/ 5898240 60000 65536"/>
                  <a:gd name="T10" fmla="*/ 11796480 60000 65536"/>
                  <a:gd name="T11" fmla="*/ 17694720 60000 65536"/>
                  <a:gd name="T12" fmla="*/ 0 w 21600"/>
                  <a:gd name="T13" fmla="*/ 0 h 20951"/>
                  <a:gd name="T14" fmla="*/ 21600 w 21600"/>
                  <a:gd name="T15" fmla="*/ 20951 h 20951"/>
                </a:gdLst>
                <a:ahLst/>
                <a:cxnLst>
                  <a:cxn ang="T8">
                    <a:pos x="T0" y="T1"/>
                  </a:cxn>
                  <a:cxn ang="T9">
                    <a:pos x="T2" y="T3"/>
                  </a:cxn>
                  <a:cxn ang="T10">
                    <a:pos x="T4" y="T5"/>
                  </a:cxn>
                  <a:cxn ang="T11">
                    <a:pos x="T6" y="T7"/>
                  </a:cxn>
                </a:cxnLst>
                <a:rect l="T12" t="T13" r="T14" b="T15"/>
                <a:pathLst>
                  <a:path w="21600" h="20951" extrusionOk="0">
                    <a:moveTo>
                      <a:pt x="0" y="4441"/>
                    </a:moveTo>
                    <a:lnTo>
                      <a:pt x="0" y="20951"/>
                    </a:lnTo>
                    <a:cubicBezTo>
                      <a:pt x="3310" y="20061"/>
                      <a:pt x="6423" y="19061"/>
                      <a:pt x="9355" y="17965"/>
                    </a:cubicBezTo>
                    <a:cubicBezTo>
                      <a:pt x="12720" y="16706"/>
                      <a:pt x="16732" y="15376"/>
                      <a:pt x="20131" y="16573"/>
                    </a:cubicBezTo>
                    <a:cubicBezTo>
                      <a:pt x="20755" y="16793"/>
                      <a:pt x="21260" y="17095"/>
                      <a:pt x="21600" y="17448"/>
                    </a:cubicBezTo>
                    <a:lnTo>
                      <a:pt x="21600" y="771"/>
                    </a:lnTo>
                    <a:cubicBezTo>
                      <a:pt x="21021" y="560"/>
                      <a:pt x="20392" y="390"/>
                      <a:pt x="19727" y="268"/>
                    </a:cubicBezTo>
                    <a:cubicBezTo>
                      <a:pt x="14717" y="-649"/>
                      <a:pt x="9888" y="959"/>
                      <a:pt x="5650" y="2460"/>
                    </a:cubicBezTo>
                    <a:cubicBezTo>
                      <a:pt x="3785" y="3121"/>
                      <a:pt x="1905" y="3781"/>
                      <a:pt x="0" y="4441"/>
                    </a:cubicBezTo>
                    <a:close/>
                  </a:path>
                </a:pathLst>
              </a:custGeom>
              <a:solidFill>
                <a:schemeClr val="accent1"/>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1" name="Shape 182"/>
              <p:cNvSpPr>
                <a:spLocks noChangeArrowheads="1"/>
              </p:cNvSpPr>
              <p:nvPr/>
            </p:nvSpPr>
            <p:spPr bwMode="auto">
              <a:xfrm rot="-8219090">
                <a:off x="5416847" y="926902"/>
                <a:ext cx="196036" cy="240855"/>
              </a:xfrm>
              <a:custGeom>
                <a:avLst/>
                <a:gdLst>
                  <a:gd name="T0" fmla="*/ 976424 w 19679"/>
                  <a:gd name="T1" fmla="*/ 1473941 h 19679"/>
                  <a:gd name="T2" fmla="*/ 976424 w 19679"/>
                  <a:gd name="T3" fmla="*/ 1473941 h 19679"/>
                  <a:gd name="T4" fmla="*/ 976424 w 19679"/>
                  <a:gd name="T5" fmla="*/ 1473941 h 19679"/>
                  <a:gd name="T6" fmla="*/ 976424 w 19679"/>
                  <a:gd name="T7" fmla="*/ 147394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CFCFCF"/>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2" name="Shape 183"/>
              <p:cNvSpPr>
                <a:spLocks noChangeArrowheads="1"/>
              </p:cNvSpPr>
              <p:nvPr/>
            </p:nvSpPr>
            <p:spPr bwMode="auto">
              <a:xfrm rot="-8219090">
                <a:off x="5301518" y="1072920"/>
                <a:ext cx="196036" cy="196036"/>
              </a:xfrm>
              <a:custGeom>
                <a:avLst/>
                <a:gdLst>
                  <a:gd name="T0" fmla="*/ 976424 w 19679"/>
                  <a:gd name="T1" fmla="*/ 976424 h 19679"/>
                  <a:gd name="T2" fmla="*/ 976424 w 19679"/>
                  <a:gd name="T3" fmla="*/ 976424 h 19679"/>
                  <a:gd name="T4" fmla="*/ 976424 w 19679"/>
                  <a:gd name="T5" fmla="*/ 976424 h 19679"/>
                  <a:gd name="T6" fmla="*/ 976424 w 19679"/>
                  <a:gd name="T7" fmla="*/ 976424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bg1"/>
              </a:solidFill>
              <a:ln w="6350">
                <a:noFill/>
                <a:miter lim="400000"/>
                <a:headEnd/>
                <a:tailEnd/>
              </a:ln>
            </p:spPr>
            <p:txBody>
              <a:bodyPr lIns="0" tIns="0" rIns="0" bIns="0" anchor="ctr"/>
              <a:lstStyle/>
              <a:p>
                <a:pPr defTabSz="608013"/>
                <a:endParaRPr lang="el-GR" sz="3200">
                  <a:solidFill>
                    <a:srgbClr val="FFFFFF"/>
                  </a:solidFill>
                </a:endParaRPr>
              </a:p>
            </p:txBody>
          </p:sp>
          <p:sp>
            <p:nvSpPr>
              <p:cNvPr id="460843" name="Shape 186"/>
              <p:cNvSpPr>
                <a:spLocks noChangeArrowheads="1"/>
              </p:cNvSpPr>
              <p:nvPr/>
            </p:nvSpPr>
            <p:spPr bwMode="auto">
              <a:xfrm rot="-8219090">
                <a:off x="5288873" y="1159632"/>
                <a:ext cx="162649" cy="85474"/>
              </a:xfrm>
              <a:custGeom>
                <a:avLst/>
                <a:gdLst>
                  <a:gd name="T0" fmla="*/ 612381 w 21600"/>
                  <a:gd name="T1" fmla="*/ 169218 h 21587"/>
                  <a:gd name="T2" fmla="*/ 612381 w 21600"/>
                  <a:gd name="T3" fmla="*/ 169218 h 21587"/>
                  <a:gd name="T4" fmla="*/ 612381 w 21600"/>
                  <a:gd name="T5" fmla="*/ 169218 h 21587"/>
                  <a:gd name="T6" fmla="*/ 612381 w 21600"/>
                  <a:gd name="T7" fmla="*/ 169218 h 21587"/>
                  <a:gd name="T8" fmla="*/ 0 60000 65536"/>
                  <a:gd name="T9" fmla="*/ 5898240 60000 65536"/>
                  <a:gd name="T10" fmla="*/ 11796480 60000 65536"/>
                  <a:gd name="T11" fmla="*/ 17694720 60000 65536"/>
                  <a:gd name="T12" fmla="*/ 0 w 21600"/>
                  <a:gd name="T13" fmla="*/ 0 h 21587"/>
                  <a:gd name="T14" fmla="*/ 21600 w 21600"/>
                  <a:gd name="T15" fmla="*/ 21587 h 21587"/>
                </a:gdLst>
                <a:ahLst/>
                <a:cxnLst>
                  <a:cxn ang="T8">
                    <a:pos x="T0" y="T1"/>
                  </a:cxn>
                  <a:cxn ang="T9">
                    <a:pos x="T2" y="T3"/>
                  </a:cxn>
                  <a:cxn ang="T10">
                    <a:pos x="T4" y="T5"/>
                  </a:cxn>
                  <a:cxn ang="T11">
                    <a:pos x="T6" y="T7"/>
                  </a:cxn>
                </a:cxnLst>
                <a:rect l="T12" t="T13" r="T14" b="T15"/>
                <a:pathLst>
                  <a:path w="21600" h="21587" extrusionOk="0">
                    <a:moveTo>
                      <a:pt x="0" y="18970"/>
                    </a:moveTo>
                    <a:cubicBezTo>
                      <a:pt x="3501" y="20694"/>
                      <a:pt x="7102" y="21574"/>
                      <a:pt x="10718" y="21587"/>
                    </a:cubicBezTo>
                    <a:cubicBezTo>
                      <a:pt x="14389" y="21600"/>
                      <a:pt x="18046" y="20721"/>
                      <a:pt x="21600" y="18970"/>
                    </a:cubicBezTo>
                    <a:cubicBezTo>
                      <a:pt x="21467" y="15321"/>
                      <a:pt x="20814" y="11811"/>
                      <a:pt x="19711" y="8815"/>
                    </a:cubicBezTo>
                    <a:cubicBezTo>
                      <a:pt x="17685" y="3312"/>
                      <a:pt x="14379" y="25"/>
                      <a:pt x="10847" y="0"/>
                    </a:cubicBezTo>
                    <a:cubicBezTo>
                      <a:pt x="7950" y="16"/>
                      <a:pt x="5175" y="2217"/>
                      <a:pt x="3131" y="6120"/>
                    </a:cubicBezTo>
                    <a:cubicBezTo>
                      <a:pt x="1325" y="9569"/>
                      <a:pt x="216" y="14119"/>
                      <a:pt x="0" y="18970"/>
                    </a:cubicBezTo>
                    <a:close/>
                  </a:path>
                </a:pathLst>
              </a:custGeom>
              <a:solidFill>
                <a:srgbClr val="00AAE9"/>
              </a:solidFill>
              <a:ln w="6350">
                <a:noFill/>
                <a:miter lim="400000"/>
                <a:headEnd/>
                <a:tailEnd/>
              </a:ln>
            </p:spPr>
            <p:txBody>
              <a:bodyPr lIns="0" tIns="0" rIns="0" bIns="0" anchor="ctr"/>
              <a:lstStyle/>
              <a:p>
                <a:pPr defTabSz="608013"/>
                <a:endParaRPr lang="el-GR" sz="3200">
                  <a:solidFill>
                    <a:srgbClr val="070707"/>
                  </a:solidFill>
                </a:endParaRPr>
              </a:p>
            </p:txBody>
          </p:sp>
          <p:sp>
            <p:nvSpPr>
              <p:cNvPr id="460844" name="Shape 191"/>
              <p:cNvSpPr>
                <a:spLocks noChangeArrowheads="1"/>
              </p:cNvSpPr>
              <p:nvPr/>
            </p:nvSpPr>
            <p:spPr bwMode="auto">
              <a:xfrm rot="-8219090">
                <a:off x="5295670" y="965147"/>
                <a:ext cx="44286" cy="41401"/>
              </a:xfrm>
              <a:custGeom>
                <a:avLst/>
                <a:gdLst>
                  <a:gd name="T0" fmla="*/ 49831 w 19679"/>
                  <a:gd name="T1" fmla="*/ 43551 h 19679"/>
                  <a:gd name="T2" fmla="*/ 49831 w 19679"/>
                  <a:gd name="T3" fmla="*/ 43551 h 19679"/>
                  <a:gd name="T4" fmla="*/ 49831 w 19679"/>
                  <a:gd name="T5" fmla="*/ 43551 h 19679"/>
                  <a:gd name="T6" fmla="*/ 49831 w 19679"/>
                  <a:gd name="T7" fmla="*/ 43551 h 19679"/>
                  <a:gd name="T8" fmla="*/ 0 60000 65536"/>
                  <a:gd name="T9" fmla="*/ 5898240 60000 65536"/>
                  <a:gd name="T10" fmla="*/ 11796480 60000 65536"/>
                  <a:gd name="T11" fmla="*/ 17694720 60000 65536"/>
                  <a:gd name="T12" fmla="*/ 0 w 19679"/>
                  <a:gd name="T13" fmla="*/ 0 h 19679"/>
                  <a:gd name="T14" fmla="*/ 19679 w 19679"/>
                  <a:gd name="T15" fmla="*/ 19679 h 19679"/>
                </a:gdLst>
                <a:ahLst/>
                <a:cxnLst>
                  <a:cxn ang="T8">
                    <a:pos x="T0" y="T1"/>
                  </a:cxn>
                  <a:cxn ang="T9">
                    <a:pos x="T2" y="T3"/>
                  </a:cxn>
                  <a:cxn ang="T10">
                    <a:pos x="T4" y="T5"/>
                  </a:cxn>
                  <a:cxn ang="T11">
                    <a:pos x="T6" y="T7"/>
                  </a:cxn>
                </a:cxnLst>
                <a:rect l="T12" t="T13" r="T14" b="T15"/>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rgbClr val="F4F4F4"/>
              </a:solidFill>
              <a:ln w="6350">
                <a:noFill/>
                <a:miter lim="400000"/>
                <a:headEnd/>
                <a:tailEnd/>
              </a:ln>
            </p:spPr>
            <p:txBody>
              <a:bodyPr lIns="0" tIns="0" rIns="0" bIns="0" anchor="ctr"/>
              <a:lstStyle/>
              <a:p>
                <a:pPr defTabSz="608013"/>
                <a:endParaRPr lang="el-GR" sz="3200">
                  <a:solidFill>
                    <a:srgbClr val="FFFFFF"/>
                  </a:solidFill>
                </a:endParaRPr>
              </a:p>
            </p:txBody>
          </p:sp>
        </p:grpSp>
      </p:grpSp>
      <p:sp>
        <p:nvSpPr>
          <p:cNvPr id="135" name="TextBox 134"/>
          <p:cNvSpPr txBox="1">
            <a:spLocks noChangeArrowheads="1"/>
          </p:cNvSpPr>
          <p:nvPr/>
        </p:nvSpPr>
        <p:spPr bwMode="auto">
          <a:xfrm>
            <a:off x="484188" y="3441700"/>
            <a:ext cx="6829425" cy="2586038"/>
          </a:xfrm>
          <a:prstGeom prst="rect">
            <a:avLst/>
          </a:prstGeom>
          <a:noFill/>
          <a:ln w="9525">
            <a:noFill/>
            <a:miter lim="800000"/>
            <a:headEnd/>
            <a:tailEnd/>
          </a:ln>
        </p:spPr>
        <p:txBody>
          <a:bodyPr lIns="121907" tIns="60953" rIns="121907" bIns="60953">
            <a:spAutoFit/>
          </a:bodyPr>
          <a:lstStyle/>
          <a:p>
            <a:pPr algn="ctr" defTabSz="608013"/>
            <a:r>
              <a:rPr lang="ar-SA" sz="3200" b="1" dirty="0"/>
              <a:t>المستحدثات التكنولوجية "كل ما هو جديد فى المجال التكنولوجي الذى يمكن توظيفه بشكل فعال وإيجابى فى العملية التعليمية،  ويهدف إلى  تحسين وزيادة قدرة المتعلم على التعامل بشكل أفضل فى العملية التعليمية".</a:t>
            </a:r>
            <a:endParaRPr lang="en-US" sz="3200" b="1" dirty="0">
              <a:solidFill>
                <a:srgbClr val="A0A0A3"/>
              </a:solidFill>
              <a:latin typeface="Roboto Light"/>
              <a:ea typeface="Roboto Light"/>
              <a:cs typeface="Roboto Light"/>
            </a:endParaRPr>
          </a:p>
        </p:txBody>
      </p:sp>
      <p:sp>
        <p:nvSpPr>
          <p:cNvPr id="4" name="Oval 3"/>
          <p:cNvSpPr/>
          <p:nvPr/>
        </p:nvSpPr>
        <p:spPr>
          <a:xfrm>
            <a:off x="6650038" y="7635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5" name="Oval 104"/>
          <p:cNvSpPr/>
          <p:nvPr/>
        </p:nvSpPr>
        <p:spPr>
          <a:xfrm>
            <a:off x="9063038" y="-4127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06" name="Oval 105"/>
          <p:cNvSpPr/>
          <p:nvPr/>
        </p:nvSpPr>
        <p:spPr>
          <a:xfrm>
            <a:off x="9698038" y="877888"/>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6" name="Oval 115"/>
          <p:cNvSpPr/>
          <p:nvPr/>
        </p:nvSpPr>
        <p:spPr>
          <a:xfrm>
            <a:off x="11326813" y="149225"/>
            <a:ext cx="82550" cy="8255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17" name="Oval 116"/>
          <p:cNvSpPr/>
          <p:nvPr/>
        </p:nvSpPr>
        <p:spPr>
          <a:xfrm>
            <a:off x="11920538" y="741363"/>
            <a:ext cx="60325" cy="6191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2" name="Oval 131"/>
          <p:cNvSpPr/>
          <p:nvPr/>
        </p:nvSpPr>
        <p:spPr>
          <a:xfrm>
            <a:off x="10447338" y="276225"/>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3" name="Oval 132"/>
          <p:cNvSpPr/>
          <p:nvPr/>
        </p:nvSpPr>
        <p:spPr>
          <a:xfrm>
            <a:off x="7018338" y="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37" name="Oval 136"/>
          <p:cNvSpPr/>
          <p:nvPr/>
        </p:nvSpPr>
        <p:spPr>
          <a:xfrm>
            <a:off x="3525838" y="127000"/>
            <a:ext cx="60325" cy="60325"/>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9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750"/>
                            </p:stCondLst>
                            <p:childTnLst>
                              <p:par>
                                <p:cTn id="10" presetID="2" presetClass="entr" presetSubtype="8" fill="hold" grpId="0" nodeType="afterEffect">
                                  <p:stCondLst>
                                    <p:cond delay="250"/>
                                  </p:stCondLst>
                                  <p:childTnLst>
                                    <p:set>
                                      <p:cBhvr>
                                        <p:cTn id="11" dur="1" fill="hold">
                                          <p:stCondLst>
                                            <p:cond delay="0"/>
                                          </p:stCondLst>
                                        </p:cTn>
                                        <p:tgtEl>
                                          <p:spTgt spid="135"/>
                                        </p:tgtEl>
                                        <p:attrNameLst>
                                          <p:attrName>style.visibility</p:attrName>
                                        </p:attrNameLst>
                                      </p:cBhvr>
                                      <p:to>
                                        <p:strVal val="visible"/>
                                      </p:to>
                                    </p:set>
                                    <p:anim calcmode="lin" valueType="num">
                                      <p:cBhvr additive="base">
                                        <p:cTn id="12" dur="500" fill="hold"/>
                                        <p:tgtEl>
                                          <p:spTgt spid="135"/>
                                        </p:tgtEl>
                                        <p:attrNameLst>
                                          <p:attrName>ppt_x</p:attrName>
                                        </p:attrNameLst>
                                      </p:cBhvr>
                                      <p:tavLst>
                                        <p:tav tm="0">
                                          <p:val>
                                            <p:strVal val="0-#ppt_w/2"/>
                                          </p:val>
                                        </p:tav>
                                        <p:tav tm="100000">
                                          <p:val>
                                            <p:strVal val="#ppt_x"/>
                                          </p:val>
                                        </p:tav>
                                      </p:tavLst>
                                    </p:anim>
                                    <p:anim calcmode="lin" valueType="num">
                                      <p:cBhvr additive="base">
                                        <p:cTn id="13" dur="500" fill="hold"/>
                                        <p:tgtEl>
                                          <p:spTgt spid="135"/>
                                        </p:tgtEl>
                                        <p:attrNameLst>
                                          <p:attrName>ppt_y</p:attrName>
                                        </p:attrNameLst>
                                      </p:cBhvr>
                                      <p:tavLst>
                                        <p:tav tm="0">
                                          <p:val>
                                            <p:strVal val="#ppt_y"/>
                                          </p:val>
                                        </p:tav>
                                        <p:tav tm="100000">
                                          <p:val>
                                            <p:strVal val="#ppt_y"/>
                                          </p:val>
                                        </p:tav>
                                      </p:tavLst>
                                    </p:anim>
                                  </p:childTnLst>
                                </p:cTn>
                              </p:par>
                            </p:childTnLst>
                          </p:cTn>
                        </p:par>
                        <p:par>
                          <p:cTn id="14" fill="hold">
                            <p:stCondLst>
                              <p:cond delay="1500"/>
                            </p:stCondLst>
                            <p:childTnLst>
                              <p:par>
                                <p:cTn id="15" presetID="49" presetClass="entr" presetSubtype="0" decel="100000" fill="hold" nodeType="afterEffect">
                                  <p:stCondLst>
                                    <p:cond delay="25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 calcmode="lin" valueType="num">
                                      <p:cBhvr>
                                        <p:cTn id="19" dur="500" fill="hold"/>
                                        <p:tgtEl>
                                          <p:spTgt spid="7"/>
                                        </p:tgtEl>
                                        <p:attrNameLst>
                                          <p:attrName>style.rotation</p:attrName>
                                        </p:attrNameLst>
                                      </p:cBhvr>
                                      <p:tavLst>
                                        <p:tav tm="0">
                                          <p:val>
                                            <p:fltVal val="360"/>
                                          </p:val>
                                        </p:tav>
                                        <p:tav tm="100000">
                                          <p:val>
                                            <p:fltVal val="0"/>
                                          </p:val>
                                        </p:tav>
                                      </p:tavLst>
                                    </p:anim>
                                    <p:animEffect transition="in" filter="fade">
                                      <p:cBhvr>
                                        <p:cTn id="20" dur="500"/>
                                        <p:tgtEl>
                                          <p:spTgt spid="7"/>
                                        </p:tgtEl>
                                      </p:cBhvr>
                                    </p:animEffect>
                                  </p:childTnLst>
                                </p:cTn>
                              </p:par>
                            </p:childTnLst>
                          </p:cTn>
                        </p:par>
                        <p:par>
                          <p:cTn id="21" fill="hold">
                            <p:stCondLst>
                              <p:cond delay="2250"/>
                            </p:stCondLst>
                            <p:childTnLst>
                              <p:par>
                                <p:cTn id="22" presetID="30" presetClass="entr" presetSubtype="0" fill="hold" nodeType="afterEffect">
                                  <p:stCondLst>
                                    <p:cond delay="25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398" decel="100000"/>
                                        <p:tgtEl>
                                          <p:spTgt spid="9"/>
                                        </p:tgtEl>
                                      </p:cBhvr>
                                    </p:animEffect>
                                    <p:anim calcmode="lin" valueType="num">
                                      <p:cBhvr>
                                        <p:cTn id="25" dur="398" decel="100000" fill="hold"/>
                                        <p:tgtEl>
                                          <p:spTgt spid="9"/>
                                        </p:tgtEl>
                                        <p:attrNameLst>
                                          <p:attrName>style.rotation</p:attrName>
                                        </p:attrNameLst>
                                      </p:cBhvr>
                                      <p:tavLst>
                                        <p:tav tm="0">
                                          <p:val>
                                            <p:fltVal val="-90"/>
                                          </p:val>
                                        </p:tav>
                                        <p:tav tm="100000">
                                          <p:val>
                                            <p:fltVal val="0"/>
                                          </p:val>
                                        </p:tav>
                                      </p:tavLst>
                                    </p:anim>
                                    <p:anim calcmode="lin" valueType="num">
                                      <p:cBhvr>
                                        <p:cTn id="26" dur="398" decel="100000" fill="hold"/>
                                        <p:tgtEl>
                                          <p:spTgt spid="9"/>
                                        </p:tgtEl>
                                        <p:attrNameLst>
                                          <p:attrName>ppt_x</p:attrName>
                                        </p:attrNameLst>
                                      </p:cBhvr>
                                      <p:tavLst>
                                        <p:tav tm="0">
                                          <p:val>
                                            <p:strVal val="#ppt_x+0.4"/>
                                          </p:val>
                                        </p:tav>
                                        <p:tav tm="100000">
                                          <p:val>
                                            <p:strVal val="#ppt_x-0.05"/>
                                          </p:val>
                                        </p:tav>
                                      </p:tavLst>
                                    </p:anim>
                                    <p:anim calcmode="lin" valueType="num">
                                      <p:cBhvr>
                                        <p:cTn id="27" dur="398" decel="100000" fill="hold"/>
                                        <p:tgtEl>
                                          <p:spTgt spid="9"/>
                                        </p:tgtEl>
                                        <p:attrNameLst>
                                          <p:attrName>ppt_y</p:attrName>
                                        </p:attrNameLst>
                                      </p:cBhvr>
                                      <p:tavLst>
                                        <p:tav tm="0">
                                          <p:val>
                                            <p:strVal val="#ppt_y-0.4"/>
                                          </p:val>
                                        </p:tav>
                                        <p:tav tm="100000">
                                          <p:val>
                                            <p:strVal val="#ppt_y+0.1"/>
                                          </p:val>
                                        </p:tav>
                                      </p:tavLst>
                                    </p:anim>
                                    <p:anim calcmode="lin" valueType="num">
                                      <p:cBhvr>
                                        <p:cTn id="28" dur="2" accel="100000" fill="hold">
                                          <p:stCondLst>
                                            <p:cond delay="499"/>
                                          </p:stCondLst>
                                        </p:cTn>
                                        <p:tgtEl>
                                          <p:spTgt spid="9"/>
                                        </p:tgtEl>
                                        <p:attrNameLst>
                                          <p:attrName>ppt_x</p:attrName>
                                        </p:attrNameLst>
                                      </p:cBhvr>
                                      <p:tavLst>
                                        <p:tav tm="0">
                                          <p:val>
                                            <p:strVal val="#ppt_x-0.05"/>
                                          </p:val>
                                        </p:tav>
                                        <p:tav tm="100000">
                                          <p:val>
                                            <p:strVal val="#ppt_x"/>
                                          </p:val>
                                        </p:tav>
                                      </p:tavLst>
                                    </p:anim>
                                    <p:anim calcmode="lin" valueType="num">
                                      <p:cBhvr>
                                        <p:cTn id="29" dur="2" accel="100000" fill="hold">
                                          <p:stCondLst>
                                            <p:cond delay="499"/>
                                          </p:stCondLst>
                                        </p:cTn>
                                        <p:tgtEl>
                                          <p:spTgt spid="9"/>
                                        </p:tgtEl>
                                        <p:attrNameLst>
                                          <p:attrName>ppt_y</p:attrName>
                                        </p:attrNameLst>
                                      </p:cBhvr>
                                      <p:tavLst>
                                        <p:tav tm="0">
                                          <p:val>
                                            <p:strVal val="#ppt_y+0.1"/>
                                          </p:val>
                                        </p:tav>
                                        <p:tav tm="100000">
                                          <p:val>
                                            <p:strVal val="#ppt_y"/>
                                          </p:val>
                                        </p:tav>
                                      </p:tavLst>
                                    </p:anim>
                                  </p:childTnLst>
                                </p:cTn>
                              </p:par>
                            </p:childTnLst>
                          </p:cTn>
                        </p:par>
                        <p:par>
                          <p:cTn id="30" fill="hold">
                            <p:stCondLst>
                              <p:cond delay="3001"/>
                            </p:stCondLst>
                            <p:childTnLst>
                              <p:par>
                                <p:cTn id="31" presetID="26" presetClass="emph" presetSubtype="0" fill="hold" nodeType="afterEffect">
                                  <p:stCondLst>
                                    <p:cond delay="250"/>
                                  </p:stCondLst>
                                  <p:childTnLst>
                                    <p:animEffect transition="out" filter="fade">
                                      <p:cBhvr>
                                        <p:cTn id="32" dur="500" tmFilter="0, 0; .2, .5; .8, .5; 1, 0"/>
                                        <p:tgtEl>
                                          <p:spTgt spid="10"/>
                                        </p:tgtEl>
                                      </p:cBhvr>
                                    </p:animEffect>
                                    <p:animScale>
                                      <p:cBhvr>
                                        <p:cTn id="33" dur="250" autoRev="1" fill="hold"/>
                                        <p:tgtEl>
                                          <p:spTgt spid="10"/>
                                        </p:tgtEl>
                                      </p:cBhvr>
                                      <p:by x="105000" y="105000"/>
                                    </p:animScale>
                                  </p:childTnLst>
                                </p:cTn>
                              </p:par>
                            </p:childTnLst>
                          </p:cTn>
                        </p:par>
                        <p:par>
                          <p:cTn id="34" fill="hold">
                            <p:stCondLst>
                              <p:cond delay="3751"/>
                            </p:stCondLst>
                            <p:childTnLst>
                              <p:par>
                                <p:cTn id="35" presetID="30" presetClass="entr" presetSubtype="0" fill="hold" nodeType="afterEffect">
                                  <p:stCondLst>
                                    <p:cond delay="25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398" decel="100000"/>
                                        <p:tgtEl>
                                          <p:spTgt spid="5"/>
                                        </p:tgtEl>
                                      </p:cBhvr>
                                    </p:animEffect>
                                    <p:anim calcmode="lin" valueType="num">
                                      <p:cBhvr>
                                        <p:cTn id="38" dur="398" decel="100000" fill="hold"/>
                                        <p:tgtEl>
                                          <p:spTgt spid="5"/>
                                        </p:tgtEl>
                                        <p:attrNameLst>
                                          <p:attrName>style.rotation</p:attrName>
                                        </p:attrNameLst>
                                      </p:cBhvr>
                                      <p:tavLst>
                                        <p:tav tm="0">
                                          <p:val>
                                            <p:fltVal val="-90"/>
                                          </p:val>
                                        </p:tav>
                                        <p:tav tm="100000">
                                          <p:val>
                                            <p:fltVal val="0"/>
                                          </p:val>
                                        </p:tav>
                                      </p:tavLst>
                                    </p:anim>
                                    <p:anim calcmode="lin" valueType="num">
                                      <p:cBhvr>
                                        <p:cTn id="39" dur="398" decel="100000" fill="hold"/>
                                        <p:tgtEl>
                                          <p:spTgt spid="5"/>
                                        </p:tgtEl>
                                        <p:attrNameLst>
                                          <p:attrName>ppt_x</p:attrName>
                                        </p:attrNameLst>
                                      </p:cBhvr>
                                      <p:tavLst>
                                        <p:tav tm="0">
                                          <p:val>
                                            <p:strVal val="#ppt_x+0.4"/>
                                          </p:val>
                                        </p:tav>
                                        <p:tav tm="100000">
                                          <p:val>
                                            <p:strVal val="#ppt_x-0.05"/>
                                          </p:val>
                                        </p:tav>
                                      </p:tavLst>
                                    </p:anim>
                                    <p:anim calcmode="lin" valueType="num">
                                      <p:cBhvr>
                                        <p:cTn id="40" dur="398" decel="100000" fill="hold"/>
                                        <p:tgtEl>
                                          <p:spTgt spid="5"/>
                                        </p:tgtEl>
                                        <p:attrNameLst>
                                          <p:attrName>ppt_y</p:attrName>
                                        </p:attrNameLst>
                                      </p:cBhvr>
                                      <p:tavLst>
                                        <p:tav tm="0">
                                          <p:val>
                                            <p:strVal val="#ppt_y-0.4"/>
                                          </p:val>
                                        </p:tav>
                                        <p:tav tm="100000">
                                          <p:val>
                                            <p:strVal val="#ppt_y+0.1"/>
                                          </p:val>
                                        </p:tav>
                                      </p:tavLst>
                                    </p:anim>
                                    <p:anim calcmode="lin" valueType="num">
                                      <p:cBhvr>
                                        <p:cTn id="41" dur="2" accel="100000" fill="hold">
                                          <p:stCondLst>
                                            <p:cond delay="499"/>
                                          </p:stCondLst>
                                        </p:cTn>
                                        <p:tgtEl>
                                          <p:spTgt spid="5"/>
                                        </p:tgtEl>
                                        <p:attrNameLst>
                                          <p:attrName>ppt_x</p:attrName>
                                        </p:attrNameLst>
                                      </p:cBhvr>
                                      <p:tavLst>
                                        <p:tav tm="0">
                                          <p:val>
                                            <p:strVal val="#ppt_x-0.05"/>
                                          </p:val>
                                        </p:tav>
                                        <p:tav tm="100000">
                                          <p:val>
                                            <p:strVal val="#ppt_x"/>
                                          </p:val>
                                        </p:tav>
                                      </p:tavLst>
                                    </p:anim>
                                    <p:anim calcmode="lin" valueType="num">
                                      <p:cBhvr>
                                        <p:cTn id="42" dur="2" accel="100000" fill="hold">
                                          <p:stCondLst>
                                            <p:cond delay="499"/>
                                          </p:stCondLst>
                                        </p:cTn>
                                        <p:tgtEl>
                                          <p:spTgt spid="5"/>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3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3236913" y="442913"/>
            <a:ext cx="8707437" cy="800100"/>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marL="742950" indent="-742950" rtl="1" eaLnBrk="0" hangingPunct="0">
              <a:buFont typeface="+mj-lt"/>
              <a:buAutoNum type="arabicPeriod" startAt="2"/>
              <a:defRPr/>
            </a:pPr>
            <a:r>
              <a:rPr lang="ar-SA" sz="4400" b="1" u="sng" dirty="0">
                <a:solidFill>
                  <a:schemeClr val="tx1"/>
                </a:solidFill>
              </a:rPr>
              <a:t>تكنولوجيا التعليم وعلاقتها ببعض المفاهيم</a:t>
            </a:r>
            <a:endParaRPr lang="en-US" sz="4400" u="sng" dirty="0">
              <a:solidFill>
                <a:schemeClr val="tx1"/>
              </a:solidFill>
            </a:endParaRPr>
          </a:p>
        </p:txBody>
      </p:sp>
      <p:sp>
        <p:nvSpPr>
          <p:cNvPr id="462851" name="Content Placeholder 3"/>
          <p:cNvSpPr>
            <a:spLocks noGrp="1"/>
          </p:cNvSpPr>
          <p:nvPr>
            <p:ph sz="quarter" idx="12"/>
          </p:nvPr>
        </p:nvSpPr>
        <p:spPr bwMode="auto">
          <a:xfrm>
            <a:off x="603250" y="1414463"/>
            <a:ext cx="10985500" cy="4127500"/>
          </a:xfrm>
          <a:noFill/>
          <a:ln>
            <a:miter lim="800000"/>
            <a:headEnd/>
            <a:tailEnd/>
          </a:ln>
        </p:spPr>
        <p:txBody>
          <a:bodyPr/>
          <a:lstStyle/>
          <a:p>
            <a:pPr rtl="1"/>
            <a:r>
              <a:rPr lang="ar-SA" sz="3200" dirty="0" smtClean="0">
                <a:solidFill>
                  <a:schemeClr val="tx1"/>
                </a:solidFill>
              </a:rPr>
              <a:t>قمنا فيما سبق بعرض المفاهيم </a:t>
            </a:r>
            <a:r>
              <a:rPr lang="ar-SA" sz="3200" b="1" u="sng" dirty="0" smtClean="0">
                <a:solidFill>
                  <a:schemeClr val="tx1"/>
                </a:solidFill>
              </a:rPr>
              <a:t>الأساسية لتكنولوجيا التعليم</a:t>
            </a:r>
            <a:r>
              <a:rPr lang="ar-SA" sz="3200" dirty="0" smtClean="0">
                <a:solidFill>
                  <a:schemeClr val="tx1"/>
                </a:solidFill>
              </a:rPr>
              <a:t>، وسنقوم بإلقاء الضوء على </a:t>
            </a:r>
            <a:r>
              <a:rPr lang="ar-SA" sz="3200" b="1" u="sng" dirty="0" smtClean="0">
                <a:solidFill>
                  <a:schemeClr val="tx1"/>
                </a:solidFill>
              </a:rPr>
              <a:t>أهم المفاهيم المتداخلة مع مفهوم تكنولوجيا التعليم</a:t>
            </a:r>
            <a:r>
              <a:rPr lang="ar-SA" sz="3200" dirty="0" smtClean="0">
                <a:solidFill>
                  <a:schemeClr val="tx1"/>
                </a:solidFill>
              </a:rPr>
              <a:t>؛ وهي مفاهيم ذات علاقة لابد من تسليط الضوء عليها منعاً من الخلط بينها وبين مفاهيم أخرى، ومن أهمها:</a:t>
            </a:r>
            <a:endParaRPr lang="en-US" sz="3200" dirty="0" smtClean="0">
              <a:solidFill>
                <a:schemeClr val="tx1"/>
              </a:solidFill>
            </a:endParaRPr>
          </a:p>
        </p:txBody>
      </p:sp>
      <p:grpSp>
        <p:nvGrpSpPr>
          <p:cNvPr id="5" name="Group 4"/>
          <p:cNvGrpSpPr>
            <a:grpSpLocks/>
          </p:cNvGrpSpPr>
          <p:nvPr/>
        </p:nvGrpSpPr>
        <p:grpSpPr bwMode="auto">
          <a:xfrm>
            <a:off x="6791325" y="1414463"/>
            <a:ext cx="4152900" cy="73025"/>
            <a:chOff x="1775295" y="2028842"/>
            <a:chExt cx="3631535" cy="45719"/>
          </a:xfrm>
        </p:grpSpPr>
        <p:sp>
          <p:nvSpPr>
            <p:cNvPr id="6" name="Rectangle 5"/>
            <p:cNvSpPr/>
            <p:nvPr/>
          </p:nvSpPr>
          <p:spPr>
            <a:xfrm flipV="1">
              <a:off x="1775295" y="2028842"/>
              <a:ext cx="540011"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7" name="Rectangle 6"/>
            <p:cNvSpPr/>
            <p:nvPr/>
          </p:nvSpPr>
          <p:spPr>
            <a:xfrm flipV="1">
              <a:off x="2390269" y="2028842"/>
              <a:ext cx="541399"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8" name="Rectangle 7"/>
            <p:cNvSpPr/>
            <p:nvPr/>
          </p:nvSpPr>
          <p:spPr>
            <a:xfrm flipV="1">
              <a:off x="3026065" y="2028842"/>
              <a:ext cx="540010"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9" name="Rectangle 8"/>
            <p:cNvSpPr/>
            <p:nvPr/>
          </p:nvSpPr>
          <p:spPr>
            <a:xfrm flipV="1">
              <a:off x="3641038" y="2028842"/>
              <a:ext cx="540011"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10" name="Rectangle 9"/>
            <p:cNvSpPr/>
            <p:nvPr/>
          </p:nvSpPr>
          <p:spPr>
            <a:xfrm flipV="1">
              <a:off x="4257399" y="2028842"/>
              <a:ext cx="540011"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sp>
          <p:nvSpPr>
            <p:cNvPr id="11" name="Rectangle 10"/>
            <p:cNvSpPr/>
            <p:nvPr/>
          </p:nvSpPr>
          <p:spPr>
            <a:xfrm flipV="1">
              <a:off x="4866820" y="2028842"/>
              <a:ext cx="540010"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lstStyle/>
            <a:p>
              <a:pPr algn="ctr" eaLnBrk="0" hangingPunct="0">
                <a:defRPr/>
              </a:pPr>
              <a:endParaRPr lang="en-US" dirty="0"/>
            </a:p>
          </p:txBody>
        </p:sp>
      </p:gr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462851">
                                            <p:bg/>
                                          </p:spTgt>
                                        </p:tgtEl>
                                        <p:attrNameLst>
                                          <p:attrName>style.visibility</p:attrName>
                                        </p:attrNameLst>
                                      </p:cBhvr>
                                      <p:to>
                                        <p:strVal val="visible"/>
                                      </p:to>
                                    </p:se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0"/>
                                          </p:stCondLst>
                                        </p:cTn>
                                        <p:tgtEl>
                                          <p:spTgt spid="462851">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62851" grpId="0" build="p"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p:nvPr>
        </p:nvSpPr>
        <p:spPr>
          <a:xfrm>
            <a:off x="1155940" y="2763638"/>
            <a:ext cx="9333781" cy="923330"/>
          </a:xfrm>
        </p:spPr>
        <p:txBody>
          <a:bodyPr wrap="square" rtlCol="0">
            <a:spAutoFit/>
          </a:bodyPr>
          <a:lstStyle/>
          <a:p>
            <a:pPr lvl="0" rtl="1"/>
            <a:r>
              <a:rPr lang="ar-SA" b="1" u="sng" dirty="0">
                <a:solidFill>
                  <a:schemeClr val="bg1"/>
                </a:solidFill>
              </a:rPr>
              <a:t>تكنولوجيا التربية</a:t>
            </a:r>
            <a:endParaRPr lang="en-US" u="sng" dirty="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2586367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87363" y="381000"/>
            <a:ext cx="6429375" cy="627063"/>
          </a:xfrm>
        </p:spPr>
        <p:txBody>
          <a:bodyPr/>
          <a:lstStyle/>
          <a:p>
            <a:pPr algn="r" rtl="1" eaLnBrk="1" hangingPunct="1"/>
            <a:r>
              <a:rPr lang="ar-SA" sz="4400" b="1" u="sng" dirty="0" smtClean="0">
                <a:solidFill>
                  <a:srgbClr val="19C0B4"/>
                </a:solidFill>
              </a:rPr>
              <a:t>تكنولوجيا التربية</a:t>
            </a:r>
            <a:endParaRPr lang="en-US" sz="4400" u="sng" dirty="0" smtClean="0">
              <a:solidFill>
                <a:srgbClr val="19C0B4"/>
              </a:solidFill>
            </a:endParaRPr>
          </a:p>
        </p:txBody>
      </p:sp>
      <p:sp>
        <p:nvSpPr>
          <p:cNvPr id="9" name="TextBox 8"/>
          <p:cNvSpPr txBox="1">
            <a:spLocks noChangeArrowheads="1"/>
          </p:cNvSpPr>
          <p:nvPr/>
        </p:nvSpPr>
        <p:spPr bwMode="auto">
          <a:xfrm>
            <a:off x="304800" y="1765300"/>
            <a:ext cx="6632575" cy="2586038"/>
          </a:xfrm>
          <a:prstGeom prst="rect">
            <a:avLst/>
          </a:prstGeom>
          <a:noFill/>
          <a:ln w="9525">
            <a:noFill/>
            <a:miter lim="800000"/>
            <a:headEnd/>
            <a:tailEnd/>
          </a:ln>
        </p:spPr>
        <p:txBody>
          <a:bodyPr lIns="121907" tIns="60953" rIns="121907" bIns="60953">
            <a:spAutoFit/>
          </a:bodyPr>
          <a:lstStyle/>
          <a:p>
            <a:pPr algn="ctr" rtl="1" eaLnBrk="0" hangingPunct="0"/>
            <a:r>
              <a:rPr lang="ar-SA" sz="3200" b="1" dirty="0"/>
              <a:t>إذا كانت تكنولوجيا التربية هي المعنية بصناعة الإنسان الواعي المتفاعل المؤثر في مجتمعه، فإن تكنولوجيا التعليم هي المعنية بتحسين وتطوير عملية التعليم والتعلم التي يتلقاها هذا الإنسان في المؤسسات التعليمية المختلفة.</a:t>
            </a:r>
            <a:endParaRPr lang="en-US" sz="3200" b="1" dirty="0"/>
          </a:p>
        </p:txBody>
      </p:sp>
      <p:grpSp>
        <p:nvGrpSpPr>
          <p:cNvPr id="4" name="Group 3"/>
          <p:cNvGrpSpPr>
            <a:grpSpLocks/>
          </p:cNvGrpSpPr>
          <p:nvPr/>
        </p:nvGrpSpPr>
        <p:grpSpPr bwMode="auto">
          <a:xfrm>
            <a:off x="6916738" y="612775"/>
            <a:ext cx="5075237" cy="6202363"/>
            <a:chOff x="4259485" y="492072"/>
            <a:chExt cx="3806506" cy="4651428"/>
          </a:xfrm>
        </p:grpSpPr>
        <p:sp>
          <p:nvSpPr>
            <p:cNvPr id="83" name="Shape 971"/>
            <p:cNvSpPr/>
            <p:nvPr/>
          </p:nvSpPr>
          <p:spPr>
            <a:xfrm flipH="1">
              <a:off x="4259485" y="519455"/>
              <a:ext cx="3806506" cy="4624045"/>
            </a:xfrm>
            <a:custGeom>
              <a:avLst/>
              <a:gdLst/>
              <a:ahLst/>
              <a:cxnLst>
                <a:cxn ang="0">
                  <a:pos x="wd2" y="hd2"/>
                </a:cxn>
                <a:cxn ang="5400000">
                  <a:pos x="wd2" y="hd2"/>
                </a:cxn>
                <a:cxn ang="10800000">
                  <a:pos x="wd2" y="hd2"/>
                </a:cxn>
                <a:cxn ang="16200000">
                  <a:pos x="wd2" y="hd2"/>
                </a:cxn>
              </a:cxnLst>
              <a:rect l="0" t="0" r="r" b="b"/>
              <a:pathLst>
                <a:path w="21589" h="21575" extrusionOk="0">
                  <a:moveTo>
                    <a:pt x="0" y="21575"/>
                  </a:moveTo>
                  <a:cubicBezTo>
                    <a:pt x="364" y="20930"/>
                    <a:pt x="784" y="20308"/>
                    <a:pt x="1258" y="19714"/>
                  </a:cubicBezTo>
                  <a:cubicBezTo>
                    <a:pt x="1746" y="19103"/>
                    <a:pt x="2289" y="18523"/>
                    <a:pt x="2882" y="17980"/>
                  </a:cubicBezTo>
                  <a:cubicBezTo>
                    <a:pt x="3717" y="17303"/>
                    <a:pt x="4249" y="16408"/>
                    <a:pt x="4389" y="15444"/>
                  </a:cubicBezTo>
                  <a:cubicBezTo>
                    <a:pt x="4539" y="14416"/>
                    <a:pt x="4234" y="13377"/>
                    <a:pt x="3531" y="12522"/>
                  </a:cubicBezTo>
                  <a:cubicBezTo>
                    <a:pt x="3219" y="12164"/>
                    <a:pt x="2920" y="11801"/>
                    <a:pt x="2633" y="11433"/>
                  </a:cubicBezTo>
                  <a:cubicBezTo>
                    <a:pt x="2226" y="10910"/>
                    <a:pt x="1837" y="10370"/>
                    <a:pt x="1599" y="9774"/>
                  </a:cubicBezTo>
                  <a:cubicBezTo>
                    <a:pt x="1402" y="9281"/>
                    <a:pt x="1314" y="8767"/>
                    <a:pt x="1298" y="8253"/>
                  </a:cubicBezTo>
                  <a:cubicBezTo>
                    <a:pt x="1281" y="7740"/>
                    <a:pt x="1336" y="7224"/>
                    <a:pt x="1464" y="6715"/>
                  </a:cubicBezTo>
                  <a:cubicBezTo>
                    <a:pt x="1652" y="5760"/>
                    <a:pt x="2014" y="4844"/>
                    <a:pt x="2530" y="3994"/>
                  </a:cubicBezTo>
                  <a:cubicBezTo>
                    <a:pt x="3012" y="3202"/>
                    <a:pt x="3632" y="2460"/>
                    <a:pt x="4433" y="1849"/>
                  </a:cubicBezTo>
                  <a:cubicBezTo>
                    <a:pt x="5254" y="1223"/>
                    <a:pt x="6222" y="765"/>
                    <a:pt x="7250" y="459"/>
                  </a:cubicBezTo>
                  <a:cubicBezTo>
                    <a:pt x="8292" y="148"/>
                    <a:pt x="9403" y="-9"/>
                    <a:pt x="10532" y="4"/>
                  </a:cubicBezTo>
                  <a:cubicBezTo>
                    <a:pt x="11702" y="-25"/>
                    <a:pt x="12869" y="111"/>
                    <a:pt x="13984" y="408"/>
                  </a:cubicBezTo>
                  <a:cubicBezTo>
                    <a:pt x="14958" y="666"/>
                    <a:pt x="15880" y="1044"/>
                    <a:pt x="16720" y="1528"/>
                  </a:cubicBezTo>
                  <a:cubicBezTo>
                    <a:pt x="17100" y="1784"/>
                    <a:pt x="17436" y="2082"/>
                    <a:pt x="17717" y="2416"/>
                  </a:cubicBezTo>
                  <a:cubicBezTo>
                    <a:pt x="18128" y="2903"/>
                    <a:pt x="18413" y="3450"/>
                    <a:pt x="18695" y="3992"/>
                  </a:cubicBezTo>
                  <a:cubicBezTo>
                    <a:pt x="18999" y="4578"/>
                    <a:pt x="19304" y="5165"/>
                    <a:pt x="19610" y="5754"/>
                  </a:cubicBezTo>
                  <a:cubicBezTo>
                    <a:pt x="19691" y="5882"/>
                    <a:pt x="19766" y="6012"/>
                    <a:pt x="19835" y="6142"/>
                  </a:cubicBezTo>
                  <a:cubicBezTo>
                    <a:pt x="19908" y="6280"/>
                    <a:pt x="19976" y="6421"/>
                    <a:pt x="20001" y="6572"/>
                  </a:cubicBezTo>
                  <a:cubicBezTo>
                    <a:pt x="20017" y="6673"/>
                    <a:pt x="20014" y="6775"/>
                    <a:pt x="19982" y="6872"/>
                  </a:cubicBezTo>
                  <a:cubicBezTo>
                    <a:pt x="19961" y="6934"/>
                    <a:pt x="19929" y="6993"/>
                    <a:pt x="19900" y="7053"/>
                  </a:cubicBezTo>
                  <a:cubicBezTo>
                    <a:pt x="19867" y="7119"/>
                    <a:pt x="19837" y="7186"/>
                    <a:pt x="19810" y="7254"/>
                  </a:cubicBezTo>
                  <a:cubicBezTo>
                    <a:pt x="19764" y="7330"/>
                    <a:pt x="19734" y="7412"/>
                    <a:pt x="19723" y="7497"/>
                  </a:cubicBezTo>
                  <a:cubicBezTo>
                    <a:pt x="19703" y="7648"/>
                    <a:pt x="19743" y="7800"/>
                    <a:pt x="19835" y="7931"/>
                  </a:cubicBezTo>
                  <a:lnTo>
                    <a:pt x="21399" y="10537"/>
                  </a:lnTo>
                  <a:cubicBezTo>
                    <a:pt x="21476" y="10632"/>
                    <a:pt x="21530" y="10736"/>
                    <a:pt x="21561" y="10843"/>
                  </a:cubicBezTo>
                  <a:cubicBezTo>
                    <a:pt x="21589" y="10937"/>
                    <a:pt x="21600" y="11037"/>
                    <a:pt x="21577" y="11136"/>
                  </a:cubicBezTo>
                  <a:cubicBezTo>
                    <a:pt x="21555" y="11231"/>
                    <a:pt x="21501" y="11318"/>
                    <a:pt x="21415" y="11380"/>
                  </a:cubicBezTo>
                  <a:cubicBezTo>
                    <a:pt x="21345" y="11430"/>
                    <a:pt x="21259" y="11459"/>
                    <a:pt x="21172" y="11485"/>
                  </a:cubicBezTo>
                  <a:cubicBezTo>
                    <a:pt x="21046" y="11523"/>
                    <a:pt x="20917" y="11556"/>
                    <a:pt x="20784" y="11582"/>
                  </a:cubicBezTo>
                  <a:cubicBezTo>
                    <a:pt x="20630" y="11622"/>
                    <a:pt x="20484" y="11669"/>
                    <a:pt x="20344" y="11723"/>
                  </a:cubicBezTo>
                  <a:cubicBezTo>
                    <a:pt x="20226" y="11768"/>
                    <a:pt x="20104" y="11821"/>
                    <a:pt x="20027" y="11916"/>
                  </a:cubicBezTo>
                  <a:cubicBezTo>
                    <a:pt x="19923" y="12042"/>
                    <a:pt x="19931" y="12209"/>
                    <a:pt x="20045" y="12329"/>
                  </a:cubicBezTo>
                  <a:cubicBezTo>
                    <a:pt x="20121" y="12429"/>
                    <a:pt x="20195" y="12527"/>
                    <a:pt x="20268" y="12624"/>
                  </a:cubicBezTo>
                  <a:cubicBezTo>
                    <a:pt x="20356" y="12741"/>
                    <a:pt x="20450" y="12868"/>
                    <a:pt x="20434" y="13012"/>
                  </a:cubicBezTo>
                  <a:cubicBezTo>
                    <a:pt x="20420" y="13142"/>
                    <a:pt x="20324" y="13247"/>
                    <a:pt x="20212" y="13326"/>
                  </a:cubicBezTo>
                  <a:cubicBezTo>
                    <a:pt x="20103" y="13402"/>
                    <a:pt x="19973" y="13461"/>
                    <a:pt x="19826" y="13493"/>
                  </a:cubicBezTo>
                  <a:cubicBezTo>
                    <a:pt x="19925" y="13524"/>
                    <a:pt x="20013" y="13572"/>
                    <a:pt x="20086" y="13633"/>
                  </a:cubicBezTo>
                  <a:cubicBezTo>
                    <a:pt x="20178" y="13710"/>
                    <a:pt x="20247" y="13809"/>
                    <a:pt x="20252" y="13921"/>
                  </a:cubicBezTo>
                  <a:cubicBezTo>
                    <a:pt x="20254" y="13987"/>
                    <a:pt x="20235" y="14049"/>
                    <a:pt x="20202" y="14104"/>
                  </a:cubicBezTo>
                  <a:cubicBezTo>
                    <a:pt x="20172" y="14154"/>
                    <a:pt x="20131" y="14199"/>
                    <a:pt x="20081" y="14236"/>
                  </a:cubicBezTo>
                  <a:cubicBezTo>
                    <a:pt x="20018" y="14282"/>
                    <a:pt x="19943" y="14317"/>
                    <a:pt x="19858" y="14335"/>
                  </a:cubicBezTo>
                  <a:cubicBezTo>
                    <a:pt x="19769" y="14362"/>
                    <a:pt x="19695" y="14414"/>
                    <a:pt x="19648" y="14482"/>
                  </a:cubicBezTo>
                  <a:cubicBezTo>
                    <a:pt x="19593" y="14564"/>
                    <a:pt x="19582" y="14655"/>
                    <a:pt x="19586" y="14742"/>
                  </a:cubicBezTo>
                  <a:cubicBezTo>
                    <a:pt x="19592" y="14861"/>
                    <a:pt x="19629" y="14981"/>
                    <a:pt x="19700" y="15092"/>
                  </a:cubicBezTo>
                  <a:cubicBezTo>
                    <a:pt x="19735" y="15165"/>
                    <a:pt x="19760" y="15240"/>
                    <a:pt x="19775" y="15316"/>
                  </a:cubicBezTo>
                  <a:cubicBezTo>
                    <a:pt x="19790" y="15398"/>
                    <a:pt x="19794" y="15482"/>
                    <a:pt x="19791" y="15565"/>
                  </a:cubicBezTo>
                  <a:cubicBezTo>
                    <a:pt x="19785" y="15731"/>
                    <a:pt x="19752" y="15900"/>
                    <a:pt x="19655" y="16050"/>
                  </a:cubicBezTo>
                  <a:cubicBezTo>
                    <a:pt x="19548" y="16217"/>
                    <a:pt x="19375" y="16341"/>
                    <a:pt x="19189" y="16437"/>
                  </a:cubicBezTo>
                  <a:cubicBezTo>
                    <a:pt x="18985" y="16541"/>
                    <a:pt x="18758" y="16615"/>
                    <a:pt x="18515" y="16652"/>
                  </a:cubicBezTo>
                  <a:cubicBezTo>
                    <a:pt x="18131" y="16690"/>
                    <a:pt x="17745" y="16709"/>
                    <a:pt x="17358" y="16709"/>
                  </a:cubicBezTo>
                  <a:cubicBezTo>
                    <a:pt x="16902" y="16709"/>
                    <a:pt x="16446" y="16683"/>
                    <a:pt x="15994" y="16630"/>
                  </a:cubicBezTo>
                  <a:cubicBezTo>
                    <a:pt x="15539" y="16549"/>
                    <a:pt x="15065" y="16673"/>
                    <a:pt x="14746" y="16956"/>
                  </a:cubicBezTo>
                  <a:cubicBezTo>
                    <a:pt x="14583" y="17101"/>
                    <a:pt x="14471" y="17281"/>
                    <a:pt x="14423" y="17477"/>
                  </a:cubicBezTo>
                  <a:cubicBezTo>
                    <a:pt x="14339" y="17913"/>
                    <a:pt x="14197" y="18340"/>
                    <a:pt x="14000" y="18750"/>
                  </a:cubicBezTo>
                  <a:cubicBezTo>
                    <a:pt x="13813" y="19138"/>
                    <a:pt x="13579" y="19509"/>
                    <a:pt x="13300" y="19856"/>
                  </a:cubicBezTo>
                  <a:cubicBezTo>
                    <a:pt x="13040" y="20107"/>
                    <a:pt x="12910" y="20435"/>
                    <a:pt x="12940" y="20766"/>
                  </a:cubicBezTo>
                  <a:cubicBezTo>
                    <a:pt x="12953" y="20918"/>
                    <a:pt x="13000" y="21065"/>
                    <a:pt x="13065" y="21205"/>
                  </a:cubicBezTo>
                  <a:cubicBezTo>
                    <a:pt x="13123" y="21333"/>
                    <a:pt x="13197" y="21456"/>
                    <a:pt x="13285" y="21574"/>
                  </a:cubicBezTo>
                  <a:lnTo>
                    <a:pt x="0" y="21575"/>
                  </a:lnTo>
                  <a:close/>
                </a:path>
              </a:pathLst>
            </a:custGeom>
            <a:solidFill>
              <a:schemeClr val="bg2"/>
            </a:solidFill>
            <a:ln w="6350" cmpd="sng">
              <a:solidFill>
                <a:schemeClr val="tx2"/>
              </a:solidFill>
              <a:prstDash val="dash"/>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graphicFrame>
          <p:nvGraphicFramePr>
            <p:cNvPr id="463877" name="Chart 84"/>
            <p:cNvGraphicFramePr>
              <a:graphicFrameLocks/>
            </p:cNvGraphicFramePr>
            <p:nvPr/>
          </p:nvGraphicFramePr>
          <p:xfrm>
            <a:off x="4643296" y="492072"/>
            <a:ext cx="3084462" cy="3338928"/>
          </p:xfrm>
          <a:graphic>
            <a:graphicData uri="http://schemas.openxmlformats.org/presentationml/2006/ole">
              <mc:AlternateContent xmlns:mc="http://schemas.openxmlformats.org/markup-compatibility/2006">
                <mc:Choice xmlns:v="urn:schemas-microsoft-com:vml" Requires="v">
                  <p:oleObj spid="_x0000_s464069" r:id="rId3" imgW="4109060" imgH="4450466" progId="Excel.Sheet.8">
                    <p:embed/>
                  </p:oleObj>
                </mc:Choice>
                <mc:Fallback>
                  <p:oleObj r:id="rId3" imgW="4109060" imgH="4450466" progId="Excel.Sheet.8">
                    <p:embed/>
                    <p:pic>
                      <p:nvPicPr>
                        <p:cNvPr id="0" name="Picture 7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3296" y="492072"/>
                          <a:ext cx="3084462" cy="33389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Oval 4"/>
            <p:cNvSpPr/>
            <p:nvPr/>
          </p:nvSpPr>
          <p:spPr>
            <a:xfrm>
              <a:off x="5188192" y="1155201"/>
              <a:ext cx="1993147" cy="1992959"/>
            </a:xfrm>
            <a:prstGeom prst="ellipse">
              <a:avLst/>
            </a:prstGeom>
            <a:noFill/>
            <a:ln w="57150" cmpd="sng">
              <a:solidFill>
                <a:schemeClr val="bg2"/>
              </a:solid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46" name="Oval 145"/>
            <p:cNvSpPr/>
            <p:nvPr/>
          </p:nvSpPr>
          <p:spPr>
            <a:xfrm>
              <a:off x="6545532" y="817089"/>
              <a:ext cx="95252" cy="94052"/>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7" name="Oval 146"/>
            <p:cNvSpPr/>
            <p:nvPr/>
          </p:nvSpPr>
          <p:spPr>
            <a:xfrm>
              <a:off x="7273018" y="1356402"/>
              <a:ext cx="95252"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8" name="Oval 147"/>
            <p:cNvSpPr/>
            <p:nvPr/>
          </p:nvSpPr>
          <p:spPr>
            <a:xfrm>
              <a:off x="7476620" y="1857618"/>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9" name="Oval 148"/>
            <p:cNvSpPr/>
            <p:nvPr/>
          </p:nvSpPr>
          <p:spPr>
            <a:xfrm>
              <a:off x="7467095" y="2451696"/>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50" name="Oval 149"/>
            <p:cNvSpPr/>
            <p:nvPr/>
          </p:nvSpPr>
          <p:spPr>
            <a:xfrm>
              <a:off x="7215867" y="2956483"/>
              <a:ext cx="95252"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51" name="Oval 150"/>
            <p:cNvSpPr/>
            <p:nvPr/>
          </p:nvSpPr>
          <p:spPr>
            <a:xfrm>
              <a:off x="6600302" y="3400554"/>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238" name="Oval 237"/>
            <p:cNvSpPr/>
            <p:nvPr/>
          </p:nvSpPr>
          <p:spPr>
            <a:xfrm>
              <a:off x="5441800" y="1408785"/>
              <a:ext cx="1485931" cy="148579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cxnSp>
          <p:nvCxnSpPr>
            <p:cNvPr id="240" name="Straight Connector 239"/>
            <p:cNvCxnSpPr/>
            <p:nvPr/>
          </p:nvCxnSpPr>
          <p:spPr>
            <a:xfrm>
              <a:off x="6188337" y="1339734"/>
              <a:ext cx="0" cy="1646513"/>
            </a:xfrm>
            <a:prstGeom prst="line">
              <a:avLst/>
            </a:prstGeom>
            <a:ln w="76200" cmpd="sng">
              <a:solidFill>
                <a:schemeClr val="bg2"/>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a:stCxn id="238" idx="6"/>
              <a:endCxn id="238" idx="2"/>
            </p:cNvCxnSpPr>
            <p:nvPr/>
          </p:nvCxnSpPr>
          <p:spPr>
            <a:xfrm flipH="1">
              <a:off x="5441800" y="2151680"/>
              <a:ext cx="1485931" cy="0"/>
            </a:xfrm>
            <a:prstGeom prst="line">
              <a:avLst/>
            </a:prstGeom>
            <a:ln w="7620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245" name="Oval 244"/>
            <p:cNvSpPr/>
            <p:nvPr/>
          </p:nvSpPr>
          <p:spPr>
            <a:xfrm>
              <a:off x="5784707" y="1759994"/>
              <a:ext cx="796545" cy="795279"/>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463893" name="Shape 8841"/>
            <p:cNvSpPr>
              <a:spLocks noChangeArrowheads="1"/>
            </p:cNvSpPr>
            <p:nvPr/>
          </p:nvSpPr>
          <p:spPr bwMode="auto">
            <a:xfrm>
              <a:off x="5780425" y="1684039"/>
              <a:ext cx="815879" cy="767380"/>
            </a:xfrm>
            <a:prstGeom prst="rect">
              <a:avLst/>
            </a:prstGeom>
            <a:noFill/>
            <a:ln w="12700">
              <a:noFill/>
              <a:miter lim="400000"/>
              <a:headEnd/>
              <a:tailEnd/>
            </a:ln>
          </p:spPr>
          <p:txBody>
            <a:bodyPr lIns="67727" tIns="67727" rIns="67727" bIns="67727" anchor="ctr">
              <a:spAutoFit/>
            </a:bodyPr>
            <a:lstStyle/>
            <a:p>
              <a:pPr algn="ctr" defTabSz="457200">
                <a:lnSpc>
                  <a:spcPct val="120000"/>
                </a:lnSpc>
              </a:pPr>
              <a:r>
                <a:rPr lang="en-US" sz="4800">
                  <a:solidFill>
                    <a:srgbClr val="F4F4F4"/>
                  </a:solidFill>
                  <a:latin typeface="FontAwesome"/>
                  <a:ea typeface="FontAwesome"/>
                  <a:cs typeface="FontAwesome"/>
                  <a:sym typeface="FontAwesome"/>
                </a:rPr>
                <a:t></a:t>
              </a:r>
            </a:p>
          </p:txBody>
        </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0-#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87363" y="381000"/>
            <a:ext cx="6429375" cy="627063"/>
          </a:xfrm>
        </p:spPr>
        <p:txBody>
          <a:bodyPr/>
          <a:lstStyle/>
          <a:p>
            <a:pPr algn="r" rtl="1" eaLnBrk="1" hangingPunct="1"/>
            <a:r>
              <a:rPr lang="ar-SA" sz="4400" b="1" u="sng" dirty="0" smtClean="0">
                <a:solidFill>
                  <a:srgbClr val="19C0B4"/>
                </a:solidFill>
              </a:rPr>
              <a:t>تكنولوجيا التربية</a:t>
            </a:r>
            <a:endParaRPr lang="en-US" sz="4400" u="sng" dirty="0" smtClean="0">
              <a:solidFill>
                <a:srgbClr val="19C0B4"/>
              </a:solidFill>
            </a:endParaRPr>
          </a:p>
        </p:txBody>
      </p:sp>
      <p:sp>
        <p:nvSpPr>
          <p:cNvPr id="9" name="TextBox 8"/>
          <p:cNvSpPr txBox="1">
            <a:spLocks noChangeArrowheads="1"/>
          </p:cNvSpPr>
          <p:nvPr/>
        </p:nvSpPr>
        <p:spPr bwMode="auto">
          <a:xfrm>
            <a:off x="304800" y="1765300"/>
            <a:ext cx="6632575" cy="2586038"/>
          </a:xfrm>
          <a:prstGeom prst="rect">
            <a:avLst/>
          </a:prstGeom>
          <a:noFill/>
          <a:ln w="9525">
            <a:noFill/>
            <a:miter lim="800000"/>
            <a:headEnd/>
            <a:tailEnd/>
          </a:ln>
        </p:spPr>
        <p:txBody>
          <a:bodyPr lIns="121907" tIns="60953" rIns="121907" bIns="60953">
            <a:spAutoFit/>
          </a:bodyPr>
          <a:lstStyle/>
          <a:p>
            <a:pPr algn="ctr" rtl="1" eaLnBrk="0" hangingPunct="0"/>
            <a:r>
              <a:rPr lang="ar-SA" sz="3200" b="1" dirty="0"/>
              <a:t>تكنولوجيا التربية بأنها "طريقة منهجية لتحديد وتحليل المشكلات المتعلقة بجميع نواحي التعلم الإنساني وتصميم وتنفيذ وتقويم الحلول لهذه المشكلات وإدارتها للوصول إلى أهداف تربوية محددة".</a:t>
            </a:r>
            <a:endParaRPr lang="en-US" sz="3200" b="1" dirty="0"/>
          </a:p>
        </p:txBody>
      </p:sp>
      <p:grpSp>
        <p:nvGrpSpPr>
          <p:cNvPr id="4" name="Group 3"/>
          <p:cNvGrpSpPr>
            <a:grpSpLocks/>
          </p:cNvGrpSpPr>
          <p:nvPr/>
        </p:nvGrpSpPr>
        <p:grpSpPr bwMode="auto">
          <a:xfrm>
            <a:off x="6916738" y="612775"/>
            <a:ext cx="5075237" cy="6202363"/>
            <a:chOff x="4259485" y="492072"/>
            <a:chExt cx="3806506" cy="4651428"/>
          </a:xfrm>
        </p:grpSpPr>
        <p:sp>
          <p:nvSpPr>
            <p:cNvPr id="83" name="Shape 971"/>
            <p:cNvSpPr/>
            <p:nvPr/>
          </p:nvSpPr>
          <p:spPr>
            <a:xfrm flipH="1">
              <a:off x="4259485" y="519455"/>
              <a:ext cx="3806506" cy="4624045"/>
            </a:xfrm>
            <a:custGeom>
              <a:avLst/>
              <a:gdLst/>
              <a:ahLst/>
              <a:cxnLst>
                <a:cxn ang="0">
                  <a:pos x="wd2" y="hd2"/>
                </a:cxn>
                <a:cxn ang="5400000">
                  <a:pos x="wd2" y="hd2"/>
                </a:cxn>
                <a:cxn ang="10800000">
                  <a:pos x="wd2" y="hd2"/>
                </a:cxn>
                <a:cxn ang="16200000">
                  <a:pos x="wd2" y="hd2"/>
                </a:cxn>
              </a:cxnLst>
              <a:rect l="0" t="0" r="r" b="b"/>
              <a:pathLst>
                <a:path w="21589" h="21575" extrusionOk="0">
                  <a:moveTo>
                    <a:pt x="0" y="21575"/>
                  </a:moveTo>
                  <a:cubicBezTo>
                    <a:pt x="364" y="20930"/>
                    <a:pt x="784" y="20308"/>
                    <a:pt x="1258" y="19714"/>
                  </a:cubicBezTo>
                  <a:cubicBezTo>
                    <a:pt x="1746" y="19103"/>
                    <a:pt x="2289" y="18523"/>
                    <a:pt x="2882" y="17980"/>
                  </a:cubicBezTo>
                  <a:cubicBezTo>
                    <a:pt x="3717" y="17303"/>
                    <a:pt x="4249" y="16408"/>
                    <a:pt x="4389" y="15444"/>
                  </a:cubicBezTo>
                  <a:cubicBezTo>
                    <a:pt x="4539" y="14416"/>
                    <a:pt x="4234" y="13377"/>
                    <a:pt x="3531" y="12522"/>
                  </a:cubicBezTo>
                  <a:cubicBezTo>
                    <a:pt x="3219" y="12164"/>
                    <a:pt x="2920" y="11801"/>
                    <a:pt x="2633" y="11433"/>
                  </a:cubicBezTo>
                  <a:cubicBezTo>
                    <a:pt x="2226" y="10910"/>
                    <a:pt x="1837" y="10370"/>
                    <a:pt x="1599" y="9774"/>
                  </a:cubicBezTo>
                  <a:cubicBezTo>
                    <a:pt x="1402" y="9281"/>
                    <a:pt x="1314" y="8767"/>
                    <a:pt x="1298" y="8253"/>
                  </a:cubicBezTo>
                  <a:cubicBezTo>
                    <a:pt x="1281" y="7740"/>
                    <a:pt x="1336" y="7224"/>
                    <a:pt x="1464" y="6715"/>
                  </a:cubicBezTo>
                  <a:cubicBezTo>
                    <a:pt x="1652" y="5760"/>
                    <a:pt x="2014" y="4844"/>
                    <a:pt x="2530" y="3994"/>
                  </a:cubicBezTo>
                  <a:cubicBezTo>
                    <a:pt x="3012" y="3202"/>
                    <a:pt x="3632" y="2460"/>
                    <a:pt x="4433" y="1849"/>
                  </a:cubicBezTo>
                  <a:cubicBezTo>
                    <a:pt x="5254" y="1223"/>
                    <a:pt x="6222" y="765"/>
                    <a:pt x="7250" y="459"/>
                  </a:cubicBezTo>
                  <a:cubicBezTo>
                    <a:pt x="8292" y="148"/>
                    <a:pt x="9403" y="-9"/>
                    <a:pt x="10532" y="4"/>
                  </a:cubicBezTo>
                  <a:cubicBezTo>
                    <a:pt x="11702" y="-25"/>
                    <a:pt x="12869" y="111"/>
                    <a:pt x="13984" y="408"/>
                  </a:cubicBezTo>
                  <a:cubicBezTo>
                    <a:pt x="14958" y="666"/>
                    <a:pt x="15880" y="1044"/>
                    <a:pt x="16720" y="1528"/>
                  </a:cubicBezTo>
                  <a:cubicBezTo>
                    <a:pt x="17100" y="1784"/>
                    <a:pt x="17436" y="2082"/>
                    <a:pt x="17717" y="2416"/>
                  </a:cubicBezTo>
                  <a:cubicBezTo>
                    <a:pt x="18128" y="2903"/>
                    <a:pt x="18413" y="3450"/>
                    <a:pt x="18695" y="3992"/>
                  </a:cubicBezTo>
                  <a:cubicBezTo>
                    <a:pt x="18999" y="4578"/>
                    <a:pt x="19304" y="5165"/>
                    <a:pt x="19610" y="5754"/>
                  </a:cubicBezTo>
                  <a:cubicBezTo>
                    <a:pt x="19691" y="5882"/>
                    <a:pt x="19766" y="6012"/>
                    <a:pt x="19835" y="6142"/>
                  </a:cubicBezTo>
                  <a:cubicBezTo>
                    <a:pt x="19908" y="6280"/>
                    <a:pt x="19976" y="6421"/>
                    <a:pt x="20001" y="6572"/>
                  </a:cubicBezTo>
                  <a:cubicBezTo>
                    <a:pt x="20017" y="6673"/>
                    <a:pt x="20014" y="6775"/>
                    <a:pt x="19982" y="6872"/>
                  </a:cubicBezTo>
                  <a:cubicBezTo>
                    <a:pt x="19961" y="6934"/>
                    <a:pt x="19929" y="6993"/>
                    <a:pt x="19900" y="7053"/>
                  </a:cubicBezTo>
                  <a:cubicBezTo>
                    <a:pt x="19867" y="7119"/>
                    <a:pt x="19837" y="7186"/>
                    <a:pt x="19810" y="7254"/>
                  </a:cubicBezTo>
                  <a:cubicBezTo>
                    <a:pt x="19764" y="7330"/>
                    <a:pt x="19734" y="7412"/>
                    <a:pt x="19723" y="7497"/>
                  </a:cubicBezTo>
                  <a:cubicBezTo>
                    <a:pt x="19703" y="7648"/>
                    <a:pt x="19743" y="7800"/>
                    <a:pt x="19835" y="7931"/>
                  </a:cubicBezTo>
                  <a:lnTo>
                    <a:pt x="21399" y="10537"/>
                  </a:lnTo>
                  <a:cubicBezTo>
                    <a:pt x="21476" y="10632"/>
                    <a:pt x="21530" y="10736"/>
                    <a:pt x="21561" y="10843"/>
                  </a:cubicBezTo>
                  <a:cubicBezTo>
                    <a:pt x="21589" y="10937"/>
                    <a:pt x="21600" y="11037"/>
                    <a:pt x="21577" y="11136"/>
                  </a:cubicBezTo>
                  <a:cubicBezTo>
                    <a:pt x="21555" y="11231"/>
                    <a:pt x="21501" y="11318"/>
                    <a:pt x="21415" y="11380"/>
                  </a:cubicBezTo>
                  <a:cubicBezTo>
                    <a:pt x="21345" y="11430"/>
                    <a:pt x="21259" y="11459"/>
                    <a:pt x="21172" y="11485"/>
                  </a:cubicBezTo>
                  <a:cubicBezTo>
                    <a:pt x="21046" y="11523"/>
                    <a:pt x="20917" y="11556"/>
                    <a:pt x="20784" y="11582"/>
                  </a:cubicBezTo>
                  <a:cubicBezTo>
                    <a:pt x="20630" y="11622"/>
                    <a:pt x="20484" y="11669"/>
                    <a:pt x="20344" y="11723"/>
                  </a:cubicBezTo>
                  <a:cubicBezTo>
                    <a:pt x="20226" y="11768"/>
                    <a:pt x="20104" y="11821"/>
                    <a:pt x="20027" y="11916"/>
                  </a:cubicBezTo>
                  <a:cubicBezTo>
                    <a:pt x="19923" y="12042"/>
                    <a:pt x="19931" y="12209"/>
                    <a:pt x="20045" y="12329"/>
                  </a:cubicBezTo>
                  <a:cubicBezTo>
                    <a:pt x="20121" y="12429"/>
                    <a:pt x="20195" y="12527"/>
                    <a:pt x="20268" y="12624"/>
                  </a:cubicBezTo>
                  <a:cubicBezTo>
                    <a:pt x="20356" y="12741"/>
                    <a:pt x="20450" y="12868"/>
                    <a:pt x="20434" y="13012"/>
                  </a:cubicBezTo>
                  <a:cubicBezTo>
                    <a:pt x="20420" y="13142"/>
                    <a:pt x="20324" y="13247"/>
                    <a:pt x="20212" y="13326"/>
                  </a:cubicBezTo>
                  <a:cubicBezTo>
                    <a:pt x="20103" y="13402"/>
                    <a:pt x="19973" y="13461"/>
                    <a:pt x="19826" y="13493"/>
                  </a:cubicBezTo>
                  <a:cubicBezTo>
                    <a:pt x="19925" y="13524"/>
                    <a:pt x="20013" y="13572"/>
                    <a:pt x="20086" y="13633"/>
                  </a:cubicBezTo>
                  <a:cubicBezTo>
                    <a:pt x="20178" y="13710"/>
                    <a:pt x="20247" y="13809"/>
                    <a:pt x="20252" y="13921"/>
                  </a:cubicBezTo>
                  <a:cubicBezTo>
                    <a:pt x="20254" y="13987"/>
                    <a:pt x="20235" y="14049"/>
                    <a:pt x="20202" y="14104"/>
                  </a:cubicBezTo>
                  <a:cubicBezTo>
                    <a:pt x="20172" y="14154"/>
                    <a:pt x="20131" y="14199"/>
                    <a:pt x="20081" y="14236"/>
                  </a:cubicBezTo>
                  <a:cubicBezTo>
                    <a:pt x="20018" y="14282"/>
                    <a:pt x="19943" y="14317"/>
                    <a:pt x="19858" y="14335"/>
                  </a:cubicBezTo>
                  <a:cubicBezTo>
                    <a:pt x="19769" y="14362"/>
                    <a:pt x="19695" y="14414"/>
                    <a:pt x="19648" y="14482"/>
                  </a:cubicBezTo>
                  <a:cubicBezTo>
                    <a:pt x="19593" y="14564"/>
                    <a:pt x="19582" y="14655"/>
                    <a:pt x="19586" y="14742"/>
                  </a:cubicBezTo>
                  <a:cubicBezTo>
                    <a:pt x="19592" y="14861"/>
                    <a:pt x="19629" y="14981"/>
                    <a:pt x="19700" y="15092"/>
                  </a:cubicBezTo>
                  <a:cubicBezTo>
                    <a:pt x="19735" y="15165"/>
                    <a:pt x="19760" y="15240"/>
                    <a:pt x="19775" y="15316"/>
                  </a:cubicBezTo>
                  <a:cubicBezTo>
                    <a:pt x="19790" y="15398"/>
                    <a:pt x="19794" y="15482"/>
                    <a:pt x="19791" y="15565"/>
                  </a:cubicBezTo>
                  <a:cubicBezTo>
                    <a:pt x="19785" y="15731"/>
                    <a:pt x="19752" y="15900"/>
                    <a:pt x="19655" y="16050"/>
                  </a:cubicBezTo>
                  <a:cubicBezTo>
                    <a:pt x="19548" y="16217"/>
                    <a:pt x="19375" y="16341"/>
                    <a:pt x="19189" y="16437"/>
                  </a:cubicBezTo>
                  <a:cubicBezTo>
                    <a:pt x="18985" y="16541"/>
                    <a:pt x="18758" y="16615"/>
                    <a:pt x="18515" y="16652"/>
                  </a:cubicBezTo>
                  <a:cubicBezTo>
                    <a:pt x="18131" y="16690"/>
                    <a:pt x="17745" y="16709"/>
                    <a:pt x="17358" y="16709"/>
                  </a:cubicBezTo>
                  <a:cubicBezTo>
                    <a:pt x="16902" y="16709"/>
                    <a:pt x="16446" y="16683"/>
                    <a:pt x="15994" y="16630"/>
                  </a:cubicBezTo>
                  <a:cubicBezTo>
                    <a:pt x="15539" y="16549"/>
                    <a:pt x="15065" y="16673"/>
                    <a:pt x="14746" y="16956"/>
                  </a:cubicBezTo>
                  <a:cubicBezTo>
                    <a:pt x="14583" y="17101"/>
                    <a:pt x="14471" y="17281"/>
                    <a:pt x="14423" y="17477"/>
                  </a:cubicBezTo>
                  <a:cubicBezTo>
                    <a:pt x="14339" y="17913"/>
                    <a:pt x="14197" y="18340"/>
                    <a:pt x="14000" y="18750"/>
                  </a:cubicBezTo>
                  <a:cubicBezTo>
                    <a:pt x="13813" y="19138"/>
                    <a:pt x="13579" y="19509"/>
                    <a:pt x="13300" y="19856"/>
                  </a:cubicBezTo>
                  <a:cubicBezTo>
                    <a:pt x="13040" y="20107"/>
                    <a:pt x="12910" y="20435"/>
                    <a:pt x="12940" y="20766"/>
                  </a:cubicBezTo>
                  <a:cubicBezTo>
                    <a:pt x="12953" y="20918"/>
                    <a:pt x="13000" y="21065"/>
                    <a:pt x="13065" y="21205"/>
                  </a:cubicBezTo>
                  <a:cubicBezTo>
                    <a:pt x="13123" y="21333"/>
                    <a:pt x="13197" y="21456"/>
                    <a:pt x="13285" y="21574"/>
                  </a:cubicBezTo>
                  <a:lnTo>
                    <a:pt x="0" y="21575"/>
                  </a:lnTo>
                  <a:close/>
                </a:path>
              </a:pathLst>
            </a:custGeom>
            <a:solidFill>
              <a:schemeClr val="bg2"/>
            </a:solidFill>
            <a:ln w="6350" cmpd="sng">
              <a:solidFill>
                <a:schemeClr val="tx2"/>
              </a:solidFill>
              <a:prstDash val="dash"/>
              <a:miter lim="400000"/>
            </a:ln>
          </p:spPr>
          <p:txBody>
            <a:bodyPr lIns="0" tIns="0" rIns="0" bIns="0" anchor="ctr"/>
            <a:lstStyle/>
            <a:p>
              <a:pPr defTabSz="609515" fontAlgn="auto">
                <a:spcBef>
                  <a:spcPts val="0"/>
                </a:spcBef>
                <a:spcAft>
                  <a:spcPts val="0"/>
                </a:spcAft>
                <a:defRPr sz="3200"/>
              </a:pPr>
              <a:endParaRPr sz="4267">
                <a:solidFill>
                  <a:srgbClr val="070707"/>
                </a:solidFill>
                <a:latin typeface="Calibri"/>
                <a:cs typeface="+mn-cs"/>
              </a:endParaRPr>
            </a:p>
          </p:txBody>
        </p:sp>
        <p:graphicFrame>
          <p:nvGraphicFramePr>
            <p:cNvPr id="464901" name="Chart 84"/>
            <p:cNvGraphicFramePr>
              <a:graphicFrameLocks/>
            </p:cNvGraphicFramePr>
            <p:nvPr/>
          </p:nvGraphicFramePr>
          <p:xfrm>
            <a:off x="4643296" y="492072"/>
            <a:ext cx="3084462" cy="3338928"/>
          </p:xfrm>
          <a:graphic>
            <a:graphicData uri="http://schemas.openxmlformats.org/presentationml/2006/ole">
              <mc:AlternateContent xmlns:mc="http://schemas.openxmlformats.org/markup-compatibility/2006">
                <mc:Choice xmlns:v="urn:schemas-microsoft-com:vml" Requires="v">
                  <p:oleObj spid="_x0000_s465093" r:id="rId3" imgW="4109060" imgH="4450466" progId="Excel.Sheet.8">
                    <p:embed/>
                  </p:oleObj>
                </mc:Choice>
                <mc:Fallback>
                  <p:oleObj r:id="rId3" imgW="4109060" imgH="4450466" progId="Excel.Sheet.8">
                    <p:embed/>
                    <p:pic>
                      <p:nvPicPr>
                        <p:cNvPr id="0" name="Picture 7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3296" y="492072"/>
                          <a:ext cx="3084462" cy="333892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 name="Oval 4"/>
            <p:cNvSpPr/>
            <p:nvPr/>
          </p:nvSpPr>
          <p:spPr>
            <a:xfrm>
              <a:off x="5188192" y="1155201"/>
              <a:ext cx="1993147" cy="1992959"/>
            </a:xfrm>
            <a:prstGeom prst="ellipse">
              <a:avLst/>
            </a:prstGeom>
            <a:noFill/>
            <a:ln w="57150" cmpd="sng">
              <a:solidFill>
                <a:schemeClr val="bg2"/>
              </a:solid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146" name="Oval 145"/>
            <p:cNvSpPr/>
            <p:nvPr/>
          </p:nvSpPr>
          <p:spPr>
            <a:xfrm>
              <a:off x="6545532" y="817089"/>
              <a:ext cx="95252" cy="94052"/>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7" name="Oval 146"/>
            <p:cNvSpPr/>
            <p:nvPr/>
          </p:nvSpPr>
          <p:spPr>
            <a:xfrm>
              <a:off x="7273018" y="1356402"/>
              <a:ext cx="95252"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8" name="Oval 147"/>
            <p:cNvSpPr/>
            <p:nvPr/>
          </p:nvSpPr>
          <p:spPr>
            <a:xfrm>
              <a:off x="7476620" y="1857618"/>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49" name="Oval 148"/>
            <p:cNvSpPr/>
            <p:nvPr/>
          </p:nvSpPr>
          <p:spPr>
            <a:xfrm>
              <a:off x="7467095" y="2451696"/>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50" name="Oval 149"/>
            <p:cNvSpPr/>
            <p:nvPr/>
          </p:nvSpPr>
          <p:spPr>
            <a:xfrm>
              <a:off x="7215867" y="2956483"/>
              <a:ext cx="95252"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151" name="Oval 150"/>
            <p:cNvSpPr/>
            <p:nvPr/>
          </p:nvSpPr>
          <p:spPr>
            <a:xfrm>
              <a:off x="6600302" y="3400554"/>
              <a:ext cx="94061" cy="95243"/>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lIns="121907" tIns="60953" rIns="121907" bIns="60953" anchor="ctr"/>
            <a:lstStyle/>
            <a:p>
              <a:pPr algn="ctr" defTabSz="609515" fontAlgn="auto">
                <a:spcBef>
                  <a:spcPts val="0"/>
                </a:spcBef>
                <a:spcAft>
                  <a:spcPts val="0"/>
                </a:spcAft>
                <a:defRPr/>
              </a:pPr>
              <a:endParaRPr lang="en-US">
                <a:solidFill>
                  <a:srgbClr val="070707"/>
                </a:solidFill>
              </a:endParaRPr>
            </a:p>
          </p:txBody>
        </p:sp>
        <p:sp>
          <p:nvSpPr>
            <p:cNvPr id="238" name="Oval 237"/>
            <p:cNvSpPr/>
            <p:nvPr/>
          </p:nvSpPr>
          <p:spPr>
            <a:xfrm>
              <a:off x="5441800" y="1408785"/>
              <a:ext cx="1485931" cy="148579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cxnSp>
          <p:nvCxnSpPr>
            <p:cNvPr id="240" name="Straight Connector 239"/>
            <p:cNvCxnSpPr/>
            <p:nvPr/>
          </p:nvCxnSpPr>
          <p:spPr>
            <a:xfrm>
              <a:off x="6188337" y="1339734"/>
              <a:ext cx="0" cy="1646513"/>
            </a:xfrm>
            <a:prstGeom prst="line">
              <a:avLst/>
            </a:prstGeom>
            <a:ln w="76200" cmpd="sng">
              <a:solidFill>
                <a:schemeClr val="bg2"/>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a:stCxn id="238" idx="6"/>
              <a:endCxn id="238" idx="2"/>
            </p:cNvCxnSpPr>
            <p:nvPr/>
          </p:nvCxnSpPr>
          <p:spPr>
            <a:xfrm flipH="1">
              <a:off x="5441800" y="2151680"/>
              <a:ext cx="1485931" cy="0"/>
            </a:xfrm>
            <a:prstGeom prst="line">
              <a:avLst/>
            </a:prstGeom>
            <a:ln w="7620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245" name="Oval 244"/>
            <p:cNvSpPr/>
            <p:nvPr/>
          </p:nvSpPr>
          <p:spPr>
            <a:xfrm>
              <a:off x="5784707" y="1759994"/>
              <a:ext cx="796545" cy="795279"/>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121907" tIns="60953" rIns="121907" bIns="60953" anchor="ctr"/>
            <a:lstStyle/>
            <a:p>
              <a:pPr algn="ctr" defTabSz="609515" fontAlgn="auto">
                <a:spcBef>
                  <a:spcPts val="0"/>
                </a:spcBef>
                <a:spcAft>
                  <a:spcPts val="0"/>
                </a:spcAft>
                <a:defRPr/>
              </a:pPr>
              <a:endParaRPr lang="en-US">
                <a:solidFill>
                  <a:srgbClr val="F4F4F4"/>
                </a:solidFill>
              </a:endParaRPr>
            </a:p>
          </p:txBody>
        </p:sp>
        <p:sp>
          <p:nvSpPr>
            <p:cNvPr id="464917" name="Shape 8841"/>
            <p:cNvSpPr>
              <a:spLocks noChangeArrowheads="1"/>
            </p:cNvSpPr>
            <p:nvPr/>
          </p:nvSpPr>
          <p:spPr bwMode="auto">
            <a:xfrm>
              <a:off x="5780425" y="1684039"/>
              <a:ext cx="815879" cy="767380"/>
            </a:xfrm>
            <a:prstGeom prst="rect">
              <a:avLst/>
            </a:prstGeom>
            <a:noFill/>
            <a:ln w="12700">
              <a:noFill/>
              <a:miter lim="400000"/>
              <a:headEnd/>
              <a:tailEnd/>
            </a:ln>
          </p:spPr>
          <p:txBody>
            <a:bodyPr lIns="67727" tIns="67727" rIns="67727" bIns="67727" anchor="ctr">
              <a:spAutoFit/>
            </a:bodyPr>
            <a:lstStyle/>
            <a:p>
              <a:pPr algn="ctr" defTabSz="457200">
                <a:lnSpc>
                  <a:spcPct val="120000"/>
                </a:lnSpc>
              </a:pPr>
              <a:r>
                <a:rPr lang="en-US" sz="4800">
                  <a:solidFill>
                    <a:srgbClr val="F4F4F4"/>
                  </a:solidFill>
                  <a:latin typeface="FontAwesome"/>
                  <a:ea typeface="FontAwesome"/>
                  <a:cs typeface="FontAwesome"/>
                  <a:sym typeface="FontAwesome"/>
                </a:rPr>
                <a:t></a:t>
              </a:r>
            </a:p>
          </p:txBody>
        </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0-#ppt_w/2"/>
                                          </p:val>
                                        </p:tav>
                                        <p:tav tm="100000">
                                          <p:val>
                                            <p:strVal val="#ppt_x"/>
                                          </p:val>
                                        </p:tav>
                                      </p:tavLst>
                                    </p:anim>
                                    <p:anim calcmode="lin" valueType="num">
                                      <p:cBhvr additive="base">
                                        <p:cTn id="13" dur="500" fill="hold"/>
                                        <p:tgtEl>
                                          <p:spTgt spid="2"/>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bwMode="auto">
          <a:xfrm>
            <a:off x="5452268" y="1436105"/>
            <a:ext cx="6035675" cy="707886"/>
          </a:xfrm>
          <a:prstGeom prst="rect">
            <a:avLst/>
          </a:prstGeom>
          <a:noFill/>
          <a:ln w="9525">
            <a:noFill/>
            <a:miter lim="800000"/>
            <a:headEnd/>
            <a:tailEnd/>
          </a:ln>
        </p:spPr>
        <p:txBody>
          <a:bodyPr>
            <a:spAutoFit/>
          </a:bodyPr>
          <a:lstStyle/>
          <a:p>
            <a:pPr algn="r" rtl="1">
              <a:spcBef>
                <a:spcPct val="20000"/>
              </a:spcBef>
              <a:buFont typeface="Arial" charset="0"/>
              <a:buNone/>
            </a:pPr>
            <a:r>
              <a:rPr lang="ar-SA" sz="4000" b="1" u="sng" dirty="0"/>
              <a:t>تكنولوجيا التربية</a:t>
            </a:r>
            <a:r>
              <a:rPr lang="en-US" sz="4000" b="1" u="sng" dirty="0"/>
              <a:t> </a:t>
            </a:r>
            <a:r>
              <a:rPr lang="ar-SA" sz="4000" b="1" u="sng" dirty="0"/>
              <a:t> </a:t>
            </a:r>
            <a:r>
              <a:rPr lang="en-US" sz="4000" b="1" u="sng" dirty="0"/>
              <a:t>ET</a:t>
            </a:r>
            <a:endParaRPr lang="en-US" sz="4000" u="sng" dirty="0"/>
          </a:p>
        </p:txBody>
      </p:sp>
      <p:grpSp>
        <p:nvGrpSpPr>
          <p:cNvPr id="11" name="Group 10"/>
          <p:cNvGrpSpPr>
            <a:grpSpLocks/>
          </p:cNvGrpSpPr>
          <p:nvPr/>
        </p:nvGrpSpPr>
        <p:grpSpPr bwMode="auto">
          <a:xfrm rot="10800000">
            <a:off x="379413" y="2816226"/>
            <a:ext cx="10856912" cy="1831975"/>
            <a:chOff x="1397340" y="2513134"/>
            <a:chExt cx="10097971" cy="1831730"/>
          </a:xfrm>
        </p:grpSpPr>
        <p:sp>
          <p:nvSpPr>
            <p:cNvPr id="12" name="Freeform 11"/>
            <p:cNvSpPr/>
            <p:nvPr/>
          </p:nvSpPr>
          <p:spPr>
            <a:xfrm>
              <a:off x="1921507" y="2516309"/>
              <a:ext cx="2969297"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13" name="Freeform 12"/>
            <p:cNvSpPr/>
            <p:nvPr/>
          </p:nvSpPr>
          <p:spPr>
            <a:xfrm>
              <a:off x="1394387" y="2908369"/>
              <a:ext cx="1048335"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rgbClr val="FF0000"/>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sp>
          <p:nvSpPr>
            <p:cNvPr id="14" name="Freeform 13"/>
            <p:cNvSpPr/>
            <p:nvPr/>
          </p:nvSpPr>
          <p:spPr>
            <a:xfrm>
              <a:off x="5310138" y="2513134"/>
              <a:ext cx="2984062"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15" name="Freeform 14"/>
            <p:cNvSpPr/>
            <p:nvPr/>
          </p:nvSpPr>
          <p:spPr>
            <a:xfrm>
              <a:off x="4783017" y="2905195"/>
              <a:ext cx="1048335"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4"/>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sp>
          <p:nvSpPr>
            <p:cNvPr id="16" name="Freeform 15"/>
            <p:cNvSpPr/>
            <p:nvPr/>
          </p:nvSpPr>
          <p:spPr>
            <a:xfrm>
              <a:off x="8713533" y="2513134"/>
              <a:ext cx="2781778"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17" name="Freeform 16"/>
            <p:cNvSpPr/>
            <p:nvPr/>
          </p:nvSpPr>
          <p:spPr>
            <a:xfrm>
              <a:off x="8186413" y="2905195"/>
              <a:ext cx="1048335"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1"/>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grpSp>
      <p:sp>
        <p:nvSpPr>
          <p:cNvPr id="32" name="Freeform 39"/>
          <p:cNvSpPr>
            <a:spLocks noChangeAspect="1" noEditPoints="1"/>
          </p:cNvSpPr>
          <p:nvPr/>
        </p:nvSpPr>
        <p:spPr bwMode="auto">
          <a:xfrm>
            <a:off x="3189288" y="3486151"/>
            <a:ext cx="323850" cy="427037"/>
          </a:xfrm>
          <a:custGeom>
            <a:avLst/>
            <a:gdLst>
              <a:gd name="T0" fmla="*/ 256 w 256"/>
              <a:gd name="T1" fmla="*/ 48 h 336"/>
              <a:gd name="T2" fmla="*/ 208 w 256"/>
              <a:gd name="T3" fmla="*/ 0 h 336"/>
              <a:gd name="T4" fmla="*/ 160 w 256"/>
              <a:gd name="T5" fmla="*/ 48 h 336"/>
              <a:gd name="T6" fmla="*/ 188 w 256"/>
              <a:gd name="T7" fmla="*/ 92 h 336"/>
              <a:gd name="T8" fmla="*/ 122 w 256"/>
              <a:gd name="T9" fmla="*/ 150 h 336"/>
              <a:gd name="T10" fmla="*/ 67 w 256"/>
              <a:gd name="T11" fmla="*/ 174 h 336"/>
              <a:gd name="T12" fmla="*/ 67 w 256"/>
              <a:gd name="T13" fmla="*/ 92 h 336"/>
              <a:gd name="T14" fmla="*/ 96 w 256"/>
              <a:gd name="T15" fmla="*/ 48 h 336"/>
              <a:gd name="T16" fmla="*/ 48 w 256"/>
              <a:gd name="T17" fmla="*/ 0 h 336"/>
              <a:gd name="T18" fmla="*/ 0 w 256"/>
              <a:gd name="T19" fmla="*/ 48 h 336"/>
              <a:gd name="T20" fmla="*/ 29 w 256"/>
              <a:gd name="T21" fmla="*/ 92 h 336"/>
              <a:gd name="T22" fmla="*/ 29 w 256"/>
              <a:gd name="T23" fmla="*/ 244 h 336"/>
              <a:gd name="T24" fmla="*/ 0 w 256"/>
              <a:gd name="T25" fmla="*/ 288 h 336"/>
              <a:gd name="T26" fmla="*/ 48 w 256"/>
              <a:gd name="T27" fmla="*/ 336 h 336"/>
              <a:gd name="T28" fmla="*/ 96 w 256"/>
              <a:gd name="T29" fmla="*/ 288 h 336"/>
              <a:gd name="T30" fmla="*/ 68 w 256"/>
              <a:gd name="T31" fmla="*/ 244 h 336"/>
              <a:gd name="T32" fmla="*/ 133 w 256"/>
              <a:gd name="T33" fmla="*/ 186 h 336"/>
              <a:gd name="T34" fmla="*/ 226 w 256"/>
              <a:gd name="T35" fmla="*/ 92 h 336"/>
              <a:gd name="T36" fmla="*/ 256 w 256"/>
              <a:gd name="T37" fmla="*/ 48 h 336"/>
              <a:gd name="T38" fmla="*/ 20 w 256"/>
              <a:gd name="T39" fmla="*/ 48 h 336"/>
              <a:gd name="T40" fmla="*/ 48 w 256"/>
              <a:gd name="T41" fmla="*/ 20 h 336"/>
              <a:gd name="T42" fmla="*/ 75 w 256"/>
              <a:gd name="T43" fmla="*/ 48 h 336"/>
              <a:gd name="T44" fmla="*/ 48 w 256"/>
              <a:gd name="T45" fmla="*/ 76 h 336"/>
              <a:gd name="T46" fmla="*/ 20 w 256"/>
              <a:gd name="T47" fmla="*/ 48 h 336"/>
              <a:gd name="T48" fmla="*/ 48 w 256"/>
              <a:gd name="T49" fmla="*/ 316 h 336"/>
              <a:gd name="T50" fmla="*/ 20 w 256"/>
              <a:gd name="T51" fmla="*/ 288 h 336"/>
              <a:gd name="T52" fmla="*/ 48 w 256"/>
              <a:gd name="T53" fmla="*/ 260 h 336"/>
              <a:gd name="T54" fmla="*/ 75 w 256"/>
              <a:gd name="T55" fmla="*/ 288 h 336"/>
              <a:gd name="T56" fmla="*/ 48 w 256"/>
              <a:gd name="T57" fmla="*/ 316 h 336"/>
              <a:gd name="T58" fmla="*/ 208 w 256"/>
              <a:gd name="T59" fmla="*/ 76 h 336"/>
              <a:gd name="T60" fmla="*/ 180 w 256"/>
              <a:gd name="T61" fmla="*/ 48 h 336"/>
              <a:gd name="T62" fmla="*/ 208 w 256"/>
              <a:gd name="T63" fmla="*/ 20 h 336"/>
              <a:gd name="T64" fmla="*/ 235 w 256"/>
              <a:gd name="T65" fmla="*/ 48 h 336"/>
              <a:gd name="T66" fmla="*/ 208 w 256"/>
              <a:gd name="T67" fmla="*/ 7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6" h="336">
                <a:moveTo>
                  <a:pt x="256" y="48"/>
                </a:moveTo>
                <a:cubicBezTo>
                  <a:pt x="256" y="21"/>
                  <a:pt x="234" y="0"/>
                  <a:pt x="208" y="0"/>
                </a:cubicBezTo>
                <a:cubicBezTo>
                  <a:pt x="181" y="0"/>
                  <a:pt x="160" y="21"/>
                  <a:pt x="160" y="48"/>
                </a:cubicBezTo>
                <a:cubicBezTo>
                  <a:pt x="160" y="67"/>
                  <a:pt x="171" y="84"/>
                  <a:pt x="188" y="92"/>
                </a:cubicBezTo>
                <a:cubicBezTo>
                  <a:pt x="183" y="131"/>
                  <a:pt x="158" y="138"/>
                  <a:pt x="122" y="150"/>
                </a:cubicBezTo>
                <a:cubicBezTo>
                  <a:pt x="105" y="155"/>
                  <a:pt x="84" y="162"/>
                  <a:pt x="67" y="174"/>
                </a:cubicBezTo>
                <a:cubicBezTo>
                  <a:pt x="67" y="92"/>
                  <a:pt x="67" y="92"/>
                  <a:pt x="67" y="92"/>
                </a:cubicBezTo>
                <a:cubicBezTo>
                  <a:pt x="84" y="85"/>
                  <a:pt x="96" y="68"/>
                  <a:pt x="96" y="48"/>
                </a:cubicBez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2"/>
                  <a:pt x="68" y="244"/>
                </a:cubicBezTo>
                <a:cubicBezTo>
                  <a:pt x="72" y="205"/>
                  <a:pt x="97" y="197"/>
                  <a:pt x="133" y="186"/>
                </a:cubicBezTo>
                <a:cubicBezTo>
                  <a:pt x="170" y="175"/>
                  <a:pt x="220" y="159"/>
                  <a:pt x="226" y="92"/>
                </a:cubicBezTo>
                <a:cubicBezTo>
                  <a:pt x="244" y="85"/>
                  <a:pt x="256" y="68"/>
                  <a:pt x="256" y="48"/>
                </a:cubicBezTo>
                <a:close/>
                <a:moveTo>
                  <a:pt x="20" y="48"/>
                </a:moveTo>
                <a:cubicBezTo>
                  <a:pt x="20" y="33"/>
                  <a:pt x="32" y="20"/>
                  <a:pt x="48" y="20"/>
                </a:cubicBezTo>
                <a:cubicBezTo>
                  <a:pt x="63" y="20"/>
                  <a:pt x="75" y="33"/>
                  <a:pt x="75" y="48"/>
                </a:cubicBezTo>
                <a:cubicBezTo>
                  <a:pt x="75" y="63"/>
                  <a:pt x="63" y="76"/>
                  <a:pt x="48" y="76"/>
                </a:cubicBezTo>
                <a:cubicBezTo>
                  <a:pt x="32" y="76"/>
                  <a:pt x="20" y="63"/>
                  <a:pt x="20" y="48"/>
                </a:cubicBezTo>
                <a:close/>
                <a:moveTo>
                  <a:pt x="48" y="316"/>
                </a:moveTo>
                <a:cubicBezTo>
                  <a:pt x="32" y="316"/>
                  <a:pt x="20" y="303"/>
                  <a:pt x="20" y="288"/>
                </a:cubicBezTo>
                <a:cubicBezTo>
                  <a:pt x="20" y="273"/>
                  <a:pt x="32" y="260"/>
                  <a:pt x="48" y="260"/>
                </a:cubicBezTo>
                <a:cubicBezTo>
                  <a:pt x="63" y="260"/>
                  <a:pt x="75" y="273"/>
                  <a:pt x="75" y="288"/>
                </a:cubicBezTo>
                <a:cubicBezTo>
                  <a:pt x="75" y="303"/>
                  <a:pt x="63" y="316"/>
                  <a:pt x="48" y="316"/>
                </a:cubicBezTo>
                <a:close/>
                <a:moveTo>
                  <a:pt x="208" y="76"/>
                </a:moveTo>
                <a:cubicBezTo>
                  <a:pt x="192" y="76"/>
                  <a:pt x="180" y="63"/>
                  <a:pt x="180" y="48"/>
                </a:cubicBezTo>
                <a:cubicBezTo>
                  <a:pt x="180" y="33"/>
                  <a:pt x="192" y="20"/>
                  <a:pt x="208" y="20"/>
                </a:cubicBezTo>
                <a:cubicBezTo>
                  <a:pt x="223" y="20"/>
                  <a:pt x="235" y="33"/>
                  <a:pt x="235" y="48"/>
                </a:cubicBezTo>
                <a:cubicBezTo>
                  <a:pt x="235" y="63"/>
                  <a:pt x="223" y="76"/>
                  <a:pt x="208" y="76"/>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33" name="Freeform 29"/>
          <p:cNvSpPr>
            <a:spLocks noChangeAspect="1" noEditPoints="1"/>
          </p:cNvSpPr>
          <p:nvPr/>
        </p:nvSpPr>
        <p:spPr bwMode="auto">
          <a:xfrm>
            <a:off x="6869113" y="3452813"/>
            <a:ext cx="409575" cy="427038"/>
          </a:xfrm>
          <a:custGeom>
            <a:avLst/>
            <a:gdLst>
              <a:gd name="T0" fmla="*/ 320 w 357"/>
              <a:gd name="T1" fmla="*/ 129 h 371"/>
              <a:gd name="T2" fmla="*/ 212 w 357"/>
              <a:gd name="T3" fmla="*/ 10 h 371"/>
              <a:gd name="T4" fmla="*/ 23 w 357"/>
              <a:gd name="T5" fmla="*/ 201 h 371"/>
              <a:gd name="T6" fmla="*/ 7 w 357"/>
              <a:gd name="T7" fmla="*/ 257 h 371"/>
              <a:gd name="T8" fmla="*/ 59 w 357"/>
              <a:gd name="T9" fmla="*/ 285 h 371"/>
              <a:gd name="T10" fmla="*/ 74 w 357"/>
              <a:gd name="T11" fmla="*/ 280 h 371"/>
              <a:gd name="T12" fmla="*/ 106 w 357"/>
              <a:gd name="T13" fmla="*/ 299 h 371"/>
              <a:gd name="T14" fmla="*/ 129 w 357"/>
              <a:gd name="T15" fmla="*/ 352 h 371"/>
              <a:gd name="T16" fmla="*/ 151 w 357"/>
              <a:gd name="T17" fmla="*/ 368 h 371"/>
              <a:gd name="T18" fmla="*/ 192 w 357"/>
              <a:gd name="T19" fmla="*/ 353 h 371"/>
              <a:gd name="T20" fmla="*/ 201 w 357"/>
              <a:gd name="T21" fmla="*/ 334 h 371"/>
              <a:gd name="T22" fmla="*/ 181 w 357"/>
              <a:gd name="T23" fmla="*/ 317 h 371"/>
              <a:gd name="T24" fmla="*/ 162 w 357"/>
              <a:gd name="T25" fmla="*/ 274 h 371"/>
              <a:gd name="T26" fmla="*/ 182 w 357"/>
              <a:gd name="T27" fmla="*/ 252 h 371"/>
              <a:gd name="T28" fmla="*/ 331 w 357"/>
              <a:gd name="T29" fmla="*/ 288 h 371"/>
              <a:gd name="T30" fmla="*/ 320 w 357"/>
              <a:gd name="T31" fmla="*/ 129 h 371"/>
              <a:gd name="T32" fmla="*/ 309 w 357"/>
              <a:gd name="T33" fmla="*/ 249 h 371"/>
              <a:gd name="T34" fmla="*/ 240 w 357"/>
              <a:gd name="T35" fmla="*/ 164 h 371"/>
              <a:gd name="T36" fmla="*/ 225 w 357"/>
              <a:gd name="T37" fmla="*/ 52 h 371"/>
              <a:gd name="T38" fmla="*/ 292 w 357"/>
              <a:gd name="T39" fmla="*/ 143 h 371"/>
              <a:gd name="T40" fmla="*/ 309 w 357"/>
              <a:gd name="T41" fmla="*/ 2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7" h="371">
                <a:moveTo>
                  <a:pt x="320" y="129"/>
                </a:moveTo>
                <a:cubicBezTo>
                  <a:pt x="289" y="56"/>
                  <a:pt x="238" y="0"/>
                  <a:pt x="212" y="10"/>
                </a:cubicBezTo>
                <a:cubicBezTo>
                  <a:pt x="168" y="28"/>
                  <a:pt x="238" y="113"/>
                  <a:pt x="23" y="201"/>
                </a:cubicBezTo>
                <a:cubicBezTo>
                  <a:pt x="4" y="208"/>
                  <a:pt x="0" y="239"/>
                  <a:pt x="7" y="257"/>
                </a:cubicBezTo>
                <a:cubicBezTo>
                  <a:pt x="15" y="275"/>
                  <a:pt x="41" y="293"/>
                  <a:pt x="59" y="285"/>
                </a:cubicBezTo>
                <a:cubicBezTo>
                  <a:pt x="62" y="284"/>
                  <a:pt x="74" y="280"/>
                  <a:pt x="74" y="280"/>
                </a:cubicBezTo>
                <a:cubicBezTo>
                  <a:pt x="87" y="298"/>
                  <a:pt x="101" y="287"/>
                  <a:pt x="106" y="299"/>
                </a:cubicBezTo>
                <a:cubicBezTo>
                  <a:pt x="112" y="312"/>
                  <a:pt x="125" y="342"/>
                  <a:pt x="129" y="352"/>
                </a:cubicBezTo>
                <a:cubicBezTo>
                  <a:pt x="134" y="362"/>
                  <a:pt x="144" y="371"/>
                  <a:pt x="151" y="368"/>
                </a:cubicBezTo>
                <a:cubicBezTo>
                  <a:pt x="158" y="366"/>
                  <a:pt x="182" y="356"/>
                  <a:pt x="192" y="353"/>
                </a:cubicBezTo>
                <a:cubicBezTo>
                  <a:pt x="201" y="349"/>
                  <a:pt x="203" y="341"/>
                  <a:pt x="201" y="334"/>
                </a:cubicBezTo>
                <a:cubicBezTo>
                  <a:pt x="197" y="327"/>
                  <a:pt x="185" y="325"/>
                  <a:pt x="181" y="317"/>
                </a:cubicBezTo>
                <a:cubicBezTo>
                  <a:pt x="178" y="309"/>
                  <a:pt x="166" y="282"/>
                  <a:pt x="162" y="274"/>
                </a:cubicBezTo>
                <a:cubicBezTo>
                  <a:pt x="158" y="262"/>
                  <a:pt x="168" y="253"/>
                  <a:pt x="182" y="252"/>
                </a:cubicBezTo>
                <a:cubicBezTo>
                  <a:pt x="280" y="241"/>
                  <a:pt x="298" y="302"/>
                  <a:pt x="331" y="288"/>
                </a:cubicBezTo>
                <a:cubicBezTo>
                  <a:pt x="357" y="278"/>
                  <a:pt x="352" y="203"/>
                  <a:pt x="320" y="129"/>
                </a:cubicBezTo>
                <a:close/>
                <a:moveTo>
                  <a:pt x="309" y="249"/>
                </a:moveTo>
                <a:cubicBezTo>
                  <a:pt x="303" y="251"/>
                  <a:pt x="265" y="221"/>
                  <a:pt x="240" y="164"/>
                </a:cubicBezTo>
                <a:cubicBezTo>
                  <a:pt x="216" y="106"/>
                  <a:pt x="219" y="54"/>
                  <a:pt x="225" y="52"/>
                </a:cubicBezTo>
                <a:cubicBezTo>
                  <a:pt x="230" y="49"/>
                  <a:pt x="268" y="86"/>
                  <a:pt x="292" y="143"/>
                </a:cubicBezTo>
                <a:cubicBezTo>
                  <a:pt x="317" y="201"/>
                  <a:pt x="315" y="247"/>
                  <a:pt x="309" y="249"/>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34" name="Freeform 54"/>
          <p:cNvSpPr>
            <a:spLocks noChangeAspect="1" noEditPoints="1"/>
          </p:cNvSpPr>
          <p:nvPr/>
        </p:nvSpPr>
        <p:spPr bwMode="auto">
          <a:xfrm>
            <a:off x="10420350" y="3490913"/>
            <a:ext cx="454025" cy="455613"/>
          </a:xfrm>
          <a:custGeom>
            <a:avLst/>
            <a:gdLst>
              <a:gd name="T0" fmla="*/ 381 w 402"/>
              <a:gd name="T1" fmla="*/ 10 h 404"/>
              <a:gd name="T2" fmla="*/ 365 w 402"/>
              <a:gd name="T3" fmla="*/ 3 h 404"/>
              <a:gd name="T4" fmla="*/ 358 w 402"/>
              <a:gd name="T5" fmla="*/ 18 h 404"/>
              <a:gd name="T6" fmla="*/ 312 w 402"/>
              <a:gd name="T7" fmla="*/ 133 h 404"/>
              <a:gd name="T8" fmla="*/ 301 w 402"/>
              <a:gd name="T9" fmla="*/ 116 h 404"/>
              <a:gd name="T10" fmla="*/ 282 w 402"/>
              <a:gd name="T11" fmla="*/ 106 h 404"/>
              <a:gd name="T12" fmla="*/ 219 w 402"/>
              <a:gd name="T13" fmla="*/ 107 h 404"/>
              <a:gd name="T14" fmla="*/ 197 w 402"/>
              <a:gd name="T15" fmla="*/ 113 h 404"/>
              <a:gd name="T16" fmla="*/ 11 w 402"/>
              <a:gd name="T17" fmla="*/ 245 h 404"/>
              <a:gd name="T18" fmla="*/ 6 w 402"/>
              <a:gd name="T19" fmla="*/ 273 h 404"/>
              <a:gd name="T20" fmla="*/ 91 w 402"/>
              <a:gd name="T21" fmla="*/ 395 h 404"/>
              <a:gd name="T22" fmla="*/ 116 w 402"/>
              <a:gd name="T23" fmla="*/ 397 h 404"/>
              <a:gd name="T24" fmla="*/ 302 w 402"/>
              <a:gd name="T25" fmla="*/ 265 h 404"/>
              <a:gd name="T26" fmla="*/ 316 w 402"/>
              <a:gd name="T27" fmla="*/ 247 h 404"/>
              <a:gd name="T28" fmla="*/ 336 w 402"/>
              <a:gd name="T29" fmla="*/ 184 h 404"/>
              <a:gd name="T30" fmla="*/ 333 w 402"/>
              <a:gd name="T31" fmla="*/ 163 h 404"/>
              <a:gd name="T32" fmla="*/ 326 w 402"/>
              <a:gd name="T33" fmla="*/ 153 h 404"/>
              <a:gd name="T34" fmla="*/ 381 w 402"/>
              <a:gd name="T35" fmla="*/ 10 h 404"/>
              <a:gd name="T36" fmla="*/ 294 w 402"/>
              <a:gd name="T37" fmla="*/ 197 h 404"/>
              <a:gd name="T38" fmla="*/ 250 w 402"/>
              <a:gd name="T39" fmla="*/ 189 h 404"/>
              <a:gd name="T40" fmla="*/ 258 w 402"/>
              <a:gd name="T41" fmla="*/ 144 h 404"/>
              <a:gd name="T42" fmla="*/ 295 w 402"/>
              <a:gd name="T43" fmla="*/ 145 h 404"/>
              <a:gd name="T44" fmla="*/ 285 w 402"/>
              <a:gd name="T45" fmla="*/ 150 h 404"/>
              <a:gd name="T46" fmla="*/ 279 w 402"/>
              <a:gd name="T47" fmla="*/ 166 h 404"/>
              <a:gd name="T48" fmla="*/ 290 w 402"/>
              <a:gd name="T49" fmla="*/ 173 h 404"/>
              <a:gd name="T50" fmla="*/ 295 w 402"/>
              <a:gd name="T51" fmla="*/ 172 h 404"/>
              <a:gd name="T52" fmla="*/ 307 w 402"/>
              <a:gd name="T53" fmla="*/ 165 h 404"/>
              <a:gd name="T54" fmla="*/ 294 w 402"/>
              <a:gd name="T55" fmla="*/ 19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2" h="404">
                <a:moveTo>
                  <a:pt x="381" y="10"/>
                </a:moveTo>
                <a:cubicBezTo>
                  <a:pt x="378" y="4"/>
                  <a:pt x="372" y="0"/>
                  <a:pt x="365" y="3"/>
                </a:cubicBezTo>
                <a:cubicBezTo>
                  <a:pt x="359" y="5"/>
                  <a:pt x="356" y="12"/>
                  <a:pt x="358" y="18"/>
                </a:cubicBezTo>
                <a:cubicBezTo>
                  <a:pt x="376" y="71"/>
                  <a:pt x="340" y="111"/>
                  <a:pt x="312" y="133"/>
                </a:cubicBezTo>
                <a:cubicBezTo>
                  <a:pt x="301" y="116"/>
                  <a:pt x="301" y="116"/>
                  <a:pt x="301" y="116"/>
                </a:cubicBezTo>
                <a:cubicBezTo>
                  <a:pt x="297" y="111"/>
                  <a:pt x="289" y="106"/>
                  <a:pt x="282" y="106"/>
                </a:cubicBezTo>
                <a:cubicBezTo>
                  <a:pt x="219" y="107"/>
                  <a:pt x="219" y="107"/>
                  <a:pt x="219" y="107"/>
                </a:cubicBezTo>
                <a:cubicBezTo>
                  <a:pt x="212" y="106"/>
                  <a:pt x="203" y="109"/>
                  <a:pt x="197" y="113"/>
                </a:cubicBezTo>
                <a:cubicBezTo>
                  <a:pt x="11" y="245"/>
                  <a:pt x="11" y="245"/>
                  <a:pt x="11" y="245"/>
                </a:cubicBezTo>
                <a:cubicBezTo>
                  <a:pt x="2" y="251"/>
                  <a:pt x="0" y="264"/>
                  <a:pt x="6" y="273"/>
                </a:cubicBezTo>
                <a:cubicBezTo>
                  <a:pt x="91" y="395"/>
                  <a:pt x="91" y="395"/>
                  <a:pt x="91" y="395"/>
                </a:cubicBezTo>
                <a:cubicBezTo>
                  <a:pt x="97" y="404"/>
                  <a:pt x="107" y="403"/>
                  <a:pt x="116" y="397"/>
                </a:cubicBezTo>
                <a:cubicBezTo>
                  <a:pt x="302" y="265"/>
                  <a:pt x="302" y="265"/>
                  <a:pt x="302" y="265"/>
                </a:cubicBezTo>
                <a:cubicBezTo>
                  <a:pt x="308" y="261"/>
                  <a:pt x="314" y="253"/>
                  <a:pt x="316" y="247"/>
                </a:cubicBezTo>
                <a:cubicBezTo>
                  <a:pt x="336" y="184"/>
                  <a:pt x="336" y="184"/>
                  <a:pt x="336" y="184"/>
                </a:cubicBezTo>
                <a:cubicBezTo>
                  <a:pt x="338" y="178"/>
                  <a:pt x="337" y="168"/>
                  <a:pt x="333" y="163"/>
                </a:cubicBezTo>
                <a:cubicBezTo>
                  <a:pt x="326" y="153"/>
                  <a:pt x="326" y="153"/>
                  <a:pt x="326" y="153"/>
                </a:cubicBezTo>
                <a:cubicBezTo>
                  <a:pt x="363" y="124"/>
                  <a:pt x="402" y="73"/>
                  <a:pt x="381" y="10"/>
                </a:cubicBezTo>
                <a:close/>
                <a:moveTo>
                  <a:pt x="294" y="197"/>
                </a:moveTo>
                <a:cubicBezTo>
                  <a:pt x="280" y="207"/>
                  <a:pt x="260" y="204"/>
                  <a:pt x="250" y="189"/>
                </a:cubicBezTo>
                <a:cubicBezTo>
                  <a:pt x="240" y="175"/>
                  <a:pt x="243" y="155"/>
                  <a:pt x="258" y="144"/>
                </a:cubicBezTo>
                <a:cubicBezTo>
                  <a:pt x="269" y="136"/>
                  <a:pt x="284" y="137"/>
                  <a:pt x="295" y="145"/>
                </a:cubicBezTo>
                <a:cubicBezTo>
                  <a:pt x="289" y="148"/>
                  <a:pt x="285" y="150"/>
                  <a:pt x="285" y="150"/>
                </a:cubicBezTo>
                <a:cubicBezTo>
                  <a:pt x="279" y="153"/>
                  <a:pt x="276" y="160"/>
                  <a:pt x="279" y="166"/>
                </a:cubicBezTo>
                <a:cubicBezTo>
                  <a:pt x="281" y="171"/>
                  <a:pt x="285" y="173"/>
                  <a:pt x="290" y="173"/>
                </a:cubicBezTo>
                <a:cubicBezTo>
                  <a:pt x="292" y="173"/>
                  <a:pt x="293" y="173"/>
                  <a:pt x="295" y="172"/>
                </a:cubicBezTo>
                <a:cubicBezTo>
                  <a:pt x="299" y="170"/>
                  <a:pt x="303" y="168"/>
                  <a:pt x="307" y="165"/>
                </a:cubicBezTo>
                <a:cubicBezTo>
                  <a:pt x="309" y="177"/>
                  <a:pt x="304" y="190"/>
                  <a:pt x="294" y="197"/>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35" name="Freeform 34"/>
          <p:cNvSpPr/>
          <p:nvPr/>
        </p:nvSpPr>
        <p:spPr>
          <a:xfrm>
            <a:off x="895350" y="3465513"/>
            <a:ext cx="1808163" cy="1047750"/>
          </a:xfrm>
          <a:custGeom>
            <a:avLst/>
            <a:gdLst>
              <a:gd name="connsiteX0" fmla="*/ 0 w 1730742"/>
              <a:gd name="connsiteY0" fmla="*/ 0 h 834084"/>
              <a:gd name="connsiteX1" fmla="*/ 1730742 w 1730742"/>
              <a:gd name="connsiteY1" fmla="*/ 0 h 834084"/>
              <a:gd name="connsiteX2" fmla="*/ 1730742 w 1730742"/>
              <a:gd name="connsiteY2" fmla="*/ 834084 h 834084"/>
              <a:gd name="connsiteX3" fmla="*/ 0 w 1730742"/>
              <a:gd name="connsiteY3" fmla="*/ 834084 h 834084"/>
              <a:gd name="connsiteX4" fmla="*/ 0 w 1730742"/>
              <a:gd name="connsiteY4" fmla="*/ 0 h 834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42" h="834084">
                <a:moveTo>
                  <a:pt x="0" y="0"/>
                </a:moveTo>
                <a:lnTo>
                  <a:pt x="1730742" y="0"/>
                </a:lnTo>
                <a:lnTo>
                  <a:pt x="1730742" y="834084"/>
                </a:lnTo>
                <a:lnTo>
                  <a:pt x="0" y="83408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19" tIns="-1" rIns="0" bIns="0" spcCol="1270" anchor="ctr"/>
          <a:lstStyle/>
          <a:p>
            <a:pPr algn="r" defTabSz="800100" fontAlgn="auto">
              <a:lnSpc>
                <a:spcPct val="90000"/>
              </a:lnSpc>
              <a:spcAft>
                <a:spcPct val="35000"/>
              </a:spcAft>
              <a:defRPr/>
            </a:pPr>
            <a:r>
              <a:rPr lang="ar-SA" sz="3200" b="1" dirty="0">
                <a:solidFill>
                  <a:schemeClr val="bg1"/>
                </a:solidFill>
              </a:rPr>
              <a:t>وظائف إدارة  تربوية</a:t>
            </a:r>
            <a:endParaRPr lang="en-US" sz="3200" b="1" dirty="0">
              <a:solidFill>
                <a:schemeClr val="bg1"/>
              </a:solidFill>
            </a:endParaRPr>
          </a:p>
          <a:p>
            <a:pPr defTabSz="800100" fontAlgn="auto">
              <a:lnSpc>
                <a:spcPct val="90000"/>
              </a:lnSpc>
              <a:spcAft>
                <a:spcPct val="35000"/>
              </a:spcAft>
              <a:defRPr/>
            </a:pPr>
            <a:endParaRPr lang="id-ID" sz="1600" dirty="0">
              <a:solidFill>
                <a:prstClr val="white">
                  <a:lumMod val="95000"/>
                </a:prstClr>
              </a:solidFill>
              <a:ea typeface="Roboto" panose="02000000000000000000" pitchFamily="2" charset="0"/>
            </a:endParaRPr>
          </a:p>
        </p:txBody>
      </p:sp>
      <p:sp>
        <p:nvSpPr>
          <p:cNvPr id="36" name="Freeform 35"/>
          <p:cNvSpPr/>
          <p:nvPr/>
        </p:nvSpPr>
        <p:spPr>
          <a:xfrm>
            <a:off x="3756025" y="3430588"/>
            <a:ext cx="2589213" cy="1076325"/>
          </a:xfrm>
          <a:custGeom>
            <a:avLst/>
            <a:gdLst>
              <a:gd name="connsiteX0" fmla="*/ 0 w 1730742"/>
              <a:gd name="connsiteY0" fmla="*/ 0 h 834084"/>
              <a:gd name="connsiteX1" fmla="*/ 1730742 w 1730742"/>
              <a:gd name="connsiteY1" fmla="*/ 0 h 834084"/>
              <a:gd name="connsiteX2" fmla="*/ 1730742 w 1730742"/>
              <a:gd name="connsiteY2" fmla="*/ 834084 h 834084"/>
              <a:gd name="connsiteX3" fmla="*/ 0 w 1730742"/>
              <a:gd name="connsiteY3" fmla="*/ 834084 h 834084"/>
              <a:gd name="connsiteX4" fmla="*/ 0 w 1730742"/>
              <a:gd name="connsiteY4" fmla="*/ 0 h 834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42" h="834084">
                <a:moveTo>
                  <a:pt x="0" y="0"/>
                </a:moveTo>
                <a:lnTo>
                  <a:pt x="1730742" y="0"/>
                </a:lnTo>
                <a:lnTo>
                  <a:pt x="1730742" y="834084"/>
                </a:lnTo>
                <a:lnTo>
                  <a:pt x="0" y="83408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19" tIns="-1" rIns="0" bIns="0" spcCol="1270" anchor="ctr"/>
          <a:lstStyle/>
          <a:p>
            <a:pPr algn="r" defTabSz="800100" fontAlgn="auto">
              <a:lnSpc>
                <a:spcPct val="90000"/>
              </a:lnSpc>
              <a:spcAft>
                <a:spcPct val="35000"/>
              </a:spcAft>
              <a:defRPr/>
            </a:pPr>
            <a:r>
              <a:rPr lang="ar-SA" sz="3200" b="1" dirty="0">
                <a:solidFill>
                  <a:schemeClr val="bg1"/>
                </a:solidFill>
              </a:rPr>
              <a:t>وظائف</a:t>
            </a:r>
            <a:r>
              <a:rPr lang="en-US" sz="3200" b="1" dirty="0">
                <a:solidFill>
                  <a:schemeClr val="bg1"/>
                </a:solidFill>
              </a:rPr>
              <a:t> </a:t>
            </a:r>
            <a:r>
              <a:rPr lang="ar-SA" sz="3200" b="1" dirty="0">
                <a:solidFill>
                  <a:schemeClr val="bg1"/>
                </a:solidFill>
              </a:rPr>
              <a:t>تطوير</a:t>
            </a:r>
            <a:r>
              <a:rPr lang="en-US" sz="3200" b="1" dirty="0">
                <a:solidFill>
                  <a:schemeClr val="bg1"/>
                </a:solidFill>
              </a:rPr>
              <a:t> </a:t>
            </a:r>
            <a:r>
              <a:rPr lang="ar-SA" sz="3200" b="1" dirty="0">
                <a:solidFill>
                  <a:schemeClr val="bg1"/>
                </a:solidFill>
              </a:rPr>
              <a:t>تربوي</a:t>
            </a:r>
            <a:endParaRPr lang="en-US" sz="3200" b="1" dirty="0">
              <a:solidFill>
                <a:schemeClr val="bg1"/>
              </a:solidFill>
            </a:endParaRPr>
          </a:p>
          <a:p>
            <a:pPr defTabSz="800100" fontAlgn="auto">
              <a:lnSpc>
                <a:spcPct val="90000"/>
              </a:lnSpc>
              <a:spcAft>
                <a:spcPct val="35000"/>
              </a:spcAft>
              <a:defRPr/>
            </a:pPr>
            <a:endParaRPr lang="id-ID" sz="1600" dirty="0">
              <a:solidFill>
                <a:prstClr val="white">
                  <a:lumMod val="95000"/>
                </a:prstClr>
              </a:solidFill>
              <a:ea typeface="Roboto" panose="02000000000000000000" pitchFamily="2" charset="0"/>
            </a:endParaRPr>
          </a:p>
        </p:txBody>
      </p:sp>
      <p:sp>
        <p:nvSpPr>
          <p:cNvPr id="41" name="Content Placeholder 2"/>
          <p:cNvSpPr txBox="1">
            <a:spLocks/>
          </p:cNvSpPr>
          <p:nvPr/>
        </p:nvSpPr>
        <p:spPr bwMode="auto">
          <a:xfrm>
            <a:off x="7781925" y="3230563"/>
            <a:ext cx="2208213" cy="1025525"/>
          </a:xfrm>
          <a:prstGeom prst="rect">
            <a:avLst/>
          </a:prstGeom>
          <a:noFill/>
          <a:ln w="9525">
            <a:noFill/>
            <a:miter lim="800000"/>
            <a:headEnd/>
            <a:tailEnd/>
          </a:ln>
        </p:spPr>
        <p:txBody>
          <a:bodyPr/>
          <a:lstStyle/>
          <a:p>
            <a:pPr algn="r" defTabSz="457200">
              <a:spcBef>
                <a:spcPct val="20000"/>
              </a:spcBef>
              <a:spcAft>
                <a:spcPts val="600"/>
              </a:spcAft>
              <a:buClr>
                <a:srgbClr val="2E75B6"/>
              </a:buClr>
              <a:buSzPct val="145000"/>
              <a:buFont typeface="Arial" charset="0"/>
              <a:buNone/>
            </a:pPr>
            <a:r>
              <a:rPr lang="ar-SA" sz="3200" b="1" dirty="0">
                <a:solidFill>
                  <a:schemeClr val="bg1"/>
                </a:solidFill>
              </a:rPr>
              <a:t>وظائف نظام تربوي</a:t>
            </a:r>
            <a:endParaRPr lang="en-US" sz="3200" b="1" dirty="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fade">
                                      <p:cBhvr>
                                        <p:cTn id="7" dur="500"/>
                                        <p:tgtEl>
                                          <p:spTgt spid="41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500"/>
                                        <p:tgtEl>
                                          <p:spTgt spid="41"/>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fade">
                                      <p:cBhvr>
                                        <p:cTn id="31" dur="500"/>
                                        <p:tgtEl>
                                          <p:spTgt spid="36"/>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P spid="32" grpId="0" animBg="1"/>
      <p:bldP spid="33" grpId="0" animBg="1"/>
      <p:bldP spid="34" grpId="0" animBg="1"/>
      <p:bldP spid="35" grpId="0"/>
      <p:bldP spid="36" grpId="0"/>
      <p:bldP spid="4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bwMode="auto">
          <a:xfrm>
            <a:off x="11507788" y="5161266"/>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E4AEDFEE-DF22-46C8-849A-8EA2DE774905}" type="slidenum">
              <a:rPr lang="id-ID" sz="1600">
                <a:solidFill>
                  <a:srgbClr val="F2F2F2"/>
                </a:solidFill>
                <a:latin typeface="Calibri Light"/>
              </a:rPr>
              <a:pPr algn="ctr">
                <a:lnSpc>
                  <a:spcPct val="90000"/>
                </a:lnSpc>
                <a:spcBef>
                  <a:spcPts val="1000"/>
                </a:spcBef>
                <a:buFont typeface="Arial" charset="0"/>
                <a:buNone/>
              </a:pPr>
              <a:t>35</a:t>
            </a:fld>
            <a:endParaRPr lang="en-US" sz="1600">
              <a:solidFill>
                <a:srgbClr val="F2F2F2"/>
              </a:solidFill>
              <a:latin typeface="Calibri Light"/>
            </a:endParaRPr>
          </a:p>
        </p:txBody>
      </p:sp>
      <p:sp>
        <p:nvSpPr>
          <p:cNvPr id="50" name="Content Placeholder 7"/>
          <p:cNvSpPr txBox="1">
            <a:spLocks/>
          </p:cNvSpPr>
          <p:nvPr/>
        </p:nvSpPr>
        <p:spPr bwMode="auto">
          <a:xfrm>
            <a:off x="5940425" y="1939435"/>
            <a:ext cx="6035675" cy="707886"/>
          </a:xfrm>
          <a:prstGeom prst="rect">
            <a:avLst/>
          </a:prstGeom>
          <a:noFill/>
          <a:ln w="9525">
            <a:noFill/>
            <a:miter lim="800000"/>
            <a:headEnd/>
            <a:tailEnd/>
          </a:ln>
        </p:spPr>
        <p:txBody>
          <a:bodyPr>
            <a:spAutoFit/>
          </a:bodyPr>
          <a:lstStyle/>
          <a:p>
            <a:pPr algn="r" rtl="1">
              <a:spcBef>
                <a:spcPct val="20000"/>
              </a:spcBef>
              <a:buFont typeface="Arial" charset="0"/>
              <a:buNone/>
            </a:pPr>
            <a:r>
              <a:rPr lang="ar-SA" sz="4000" b="1" u="sng" dirty="0"/>
              <a:t>تكنولوجيا </a:t>
            </a:r>
            <a:r>
              <a:rPr lang="en-US" sz="4000" u="sng" dirty="0"/>
              <a:t> </a:t>
            </a:r>
            <a:r>
              <a:rPr lang="ar-SA" sz="4000" b="1" u="sng" dirty="0"/>
              <a:t>التعليم </a:t>
            </a:r>
            <a:r>
              <a:rPr lang="en-US" sz="4000" u="sng" dirty="0"/>
              <a:t> </a:t>
            </a:r>
            <a:r>
              <a:rPr lang="en-US" sz="4000" b="1" u="sng" dirty="0"/>
              <a:t>I T</a:t>
            </a:r>
            <a:endParaRPr lang="en-US" sz="4000" u="sng" dirty="0"/>
          </a:p>
        </p:txBody>
      </p:sp>
      <p:grpSp>
        <p:nvGrpSpPr>
          <p:cNvPr id="51" name="Group 50"/>
          <p:cNvGrpSpPr>
            <a:grpSpLocks/>
          </p:cNvGrpSpPr>
          <p:nvPr/>
        </p:nvGrpSpPr>
        <p:grpSpPr bwMode="auto">
          <a:xfrm rot="10800000">
            <a:off x="379413" y="3049891"/>
            <a:ext cx="11087100" cy="1831975"/>
            <a:chOff x="1397340" y="2513134"/>
            <a:chExt cx="10312788" cy="1831730"/>
          </a:xfrm>
        </p:grpSpPr>
        <p:sp>
          <p:nvSpPr>
            <p:cNvPr id="52" name="Freeform 51"/>
            <p:cNvSpPr/>
            <p:nvPr/>
          </p:nvSpPr>
          <p:spPr>
            <a:xfrm>
              <a:off x="1924498" y="2513134"/>
              <a:ext cx="2969504"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53" name="Freeform 52"/>
            <p:cNvSpPr/>
            <p:nvPr/>
          </p:nvSpPr>
          <p:spPr>
            <a:xfrm>
              <a:off x="1397340" y="2905194"/>
              <a:ext cx="1048408"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rgbClr val="FF0000"/>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sp>
          <p:nvSpPr>
            <p:cNvPr id="54" name="Freeform 53"/>
            <p:cNvSpPr/>
            <p:nvPr/>
          </p:nvSpPr>
          <p:spPr>
            <a:xfrm>
              <a:off x="5316318" y="2513134"/>
              <a:ext cx="2984271"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55" name="Freeform 54"/>
            <p:cNvSpPr/>
            <p:nvPr/>
          </p:nvSpPr>
          <p:spPr>
            <a:xfrm>
              <a:off x="4786208" y="2905194"/>
              <a:ext cx="1048408"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4"/>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sp>
          <p:nvSpPr>
            <p:cNvPr id="56" name="Freeform 55"/>
            <p:cNvSpPr/>
            <p:nvPr/>
          </p:nvSpPr>
          <p:spPr>
            <a:xfrm>
              <a:off x="8719952" y="2513134"/>
              <a:ext cx="2996083" cy="183173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tx1">
                <a:lumMod val="75000"/>
                <a:lumOff val="25000"/>
              </a:scheme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lIns="584835" tIns="290000" rIns="580549" bIns="289999" spcCol="1270" anchor="ctr"/>
            <a:lstStyle/>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a:p>
              <a:pPr marL="228600" lvl="1" indent="-228600" defTabSz="1066800" fontAlgn="auto">
                <a:lnSpc>
                  <a:spcPct val="90000"/>
                </a:lnSpc>
                <a:spcAft>
                  <a:spcPct val="15000"/>
                </a:spcAft>
                <a:buFontTx/>
                <a:buChar char="••"/>
                <a:defRPr/>
              </a:pPr>
              <a:endParaRPr lang="id-ID" sz="2400">
                <a:solidFill>
                  <a:prstClr val="black">
                    <a:hueOff val="0"/>
                    <a:satOff val="0"/>
                    <a:lumOff val="0"/>
                    <a:alphaOff val="0"/>
                  </a:prstClr>
                </a:solidFill>
              </a:endParaRPr>
            </a:p>
          </p:txBody>
        </p:sp>
        <p:sp>
          <p:nvSpPr>
            <p:cNvPr id="57" name="Freeform 56"/>
            <p:cNvSpPr/>
            <p:nvPr/>
          </p:nvSpPr>
          <p:spPr>
            <a:xfrm>
              <a:off x="8192794" y="2905194"/>
              <a:ext cx="1048408" cy="1047610"/>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1"/>
            </a:solidFill>
            <a:ln w="38100">
              <a:solidFill>
                <a:schemeClr val="bg1">
                  <a:lumMod val="95000"/>
                </a:schemeClr>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lIns="168679" tIns="168679" rIns="168679" bIns="168679" spcCol="1270" anchor="ctr"/>
            <a:lstStyle/>
            <a:p>
              <a:pPr algn="ctr" defTabSz="1066800" fontAlgn="auto">
                <a:lnSpc>
                  <a:spcPct val="90000"/>
                </a:lnSpc>
                <a:spcAft>
                  <a:spcPct val="35000"/>
                </a:spcAft>
                <a:defRPr/>
              </a:pPr>
              <a:endParaRPr lang="id-ID" sz="2400">
                <a:solidFill>
                  <a:prstClr val="white"/>
                </a:solidFill>
              </a:endParaRPr>
            </a:p>
          </p:txBody>
        </p:sp>
      </p:grpSp>
      <p:sp>
        <p:nvSpPr>
          <p:cNvPr id="58" name="Freeform 39"/>
          <p:cNvSpPr>
            <a:spLocks noChangeAspect="1" noEditPoints="1"/>
          </p:cNvSpPr>
          <p:nvPr/>
        </p:nvSpPr>
        <p:spPr bwMode="auto">
          <a:xfrm>
            <a:off x="3421063" y="3719816"/>
            <a:ext cx="322262" cy="427038"/>
          </a:xfrm>
          <a:custGeom>
            <a:avLst/>
            <a:gdLst>
              <a:gd name="T0" fmla="*/ 256 w 256"/>
              <a:gd name="T1" fmla="*/ 48 h 336"/>
              <a:gd name="T2" fmla="*/ 208 w 256"/>
              <a:gd name="T3" fmla="*/ 0 h 336"/>
              <a:gd name="T4" fmla="*/ 160 w 256"/>
              <a:gd name="T5" fmla="*/ 48 h 336"/>
              <a:gd name="T6" fmla="*/ 188 w 256"/>
              <a:gd name="T7" fmla="*/ 92 h 336"/>
              <a:gd name="T8" fmla="*/ 122 w 256"/>
              <a:gd name="T9" fmla="*/ 150 h 336"/>
              <a:gd name="T10" fmla="*/ 67 w 256"/>
              <a:gd name="T11" fmla="*/ 174 h 336"/>
              <a:gd name="T12" fmla="*/ 67 w 256"/>
              <a:gd name="T13" fmla="*/ 92 h 336"/>
              <a:gd name="T14" fmla="*/ 96 w 256"/>
              <a:gd name="T15" fmla="*/ 48 h 336"/>
              <a:gd name="T16" fmla="*/ 48 w 256"/>
              <a:gd name="T17" fmla="*/ 0 h 336"/>
              <a:gd name="T18" fmla="*/ 0 w 256"/>
              <a:gd name="T19" fmla="*/ 48 h 336"/>
              <a:gd name="T20" fmla="*/ 29 w 256"/>
              <a:gd name="T21" fmla="*/ 92 h 336"/>
              <a:gd name="T22" fmla="*/ 29 w 256"/>
              <a:gd name="T23" fmla="*/ 244 h 336"/>
              <a:gd name="T24" fmla="*/ 0 w 256"/>
              <a:gd name="T25" fmla="*/ 288 h 336"/>
              <a:gd name="T26" fmla="*/ 48 w 256"/>
              <a:gd name="T27" fmla="*/ 336 h 336"/>
              <a:gd name="T28" fmla="*/ 96 w 256"/>
              <a:gd name="T29" fmla="*/ 288 h 336"/>
              <a:gd name="T30" fmla="*/ 68 w 256"/>
              <a:gd name="T31" fmla="*/ 244 h 336"/>
              <a:gd name="T32" fmla="*/ 133 w 256"/>
              <a:gd name="T33" fmla="*/ 186 h 336"/>
              <a:gd name="T34" fmla="*/ 226 w 256"/>
              <a:gd name="T35" fmla="*/ 92 h 336"/>
              <a:gd name="T36" fmla="*/ 256 w 256"/>
              <a:gd name="T37" fmla="*/ 48 h 336"/>
              <a:gd name="T38" fmla="*/ 20 w 256"/>
              <a:gd name="T39" fmla="*/ 48 h 336"/>
              <a:gd name="T40" fmla="*/ 48 w 256"/>
              <a:gd name="T41" fmla="*/ 20 h 336"/>
              <a:gd name="T42" fmla="*/ 75 w 256"/>
              <a:gd name="T43" fmla="*/ 48 h 336"/>
              <a:gd name="T44" fmla="*/ 48 w 256"/>
              <a:gd name="T45" fmla="*/ 76 h 336"/>
              <a:gd name="T46" fmla="*/ 20 w 256"/>
              <a:gd name="T47" fmla="*/ 48 h 336"/>
              <a:gd name="T48" fmla="*/ 48 w 256"/>
              <a:gd name="T49" fmla="*/ 316 h 336"/>
              <a:gd name="T50" fmla="*/ 20 w 256"/>
              <a:gd name="T51" fmla="*/ 288 h 336"/>
              <a:gd name="T52" fmla="*/ 48 w 256"/>
              <a:gd name="T53" fmla="*/ 260 h 336"/>
              <a:gd name="T54" fmla="*/ 75 w 256"/>
              <a:gd name="T55" fmla="*/ 288 h 336"/>
              <a:gd name="T56" fmla="*/ 48 w 256"/>
              <a:gd name="T57" fmla="*/ 316 h 336"/>
              <a:gd name="T58" fmla="*/ 208 w 256"/>
              <a:gd name="T59" fmla="*/ 76 h 336"/>
              <a:gd name="T60" fmla="*/ 180 w 256"/>
              <a:gd name="T61" fmla="*/ 48 h 336"/>
              <a:gd name="T62" fmla="*/ 208 w 256"/>
              <a:gd name="T63" fmla="*/ 20 h 336"/>
              <a:gd name="T64" fmla="*/ 235 w 256"/>
              <a:gd name="T65" fmla="*/ 48 h 336"/>
              <a:gd name="T66" fmla="*/ 208 w 256"/>
              <a:gd name="T67" fmla="*/ 7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6" h="336">
                <a:moveTo>
                  <a:pt x="256" y="48"/>
                </a:moveTo>
                <a:cubicBezTo>
                  <a:pt x="256" y="21"/>
                  <a:pt x="234" y="0"/>
                  <a:pt x="208" y="0"/>
                </a:cubicBezTo>
                <a:cubicBezTo>
                  <a:pt x="181" y="0"/>
                  <a:pt x="160" y="21"/>
                  <a:pt x="160" y="48"/>
                </a:cubicBezTo>
                <a:cubicBezTo>
                  <a:pt x="160" y="67"/>
                  <a:pt x="171" y="84"/>
                  <a:pt x="188" y="92"/>
                </a:cubicBezTo>
                <a:cubicBezTo>
                  <a:pt x="183" y="131"/>
                  <a:pt x="158" y="138"/>
                  <a:pt x="122" y="150"/>
                </a:cubicBezTo>
                <a:cubicBezTo>
                  <a:pt x="105" y="155"/>
                  <a:pt x="84" y="162"/>
                  <a:pt x="67" y="174"/>
                </a:cubicBezTo>
                <a:cubicBezTo>
                  <a:pt x="67" y="92"/>
                  <a:pt x="67" y="92"/>
                  <a:pt x="67" y="92"/>
                </a:cubicBezTo>
                <a:cubicBezTo>
                  <a:pt x="84" y="85"/>
                  <a:pt x="96" y="68"/>
                  <a:pt x="96" y="48"/>
                </a:cubicBez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2"/>
                  <a:pt x="68" y="244"/>
                </a:cubicBezTo>
                <a:cubicBezTo>
                  <a:pt x="72" y="205"/>
                  <a:pt x="97" y="197"/>
                  <a:pt x="133" y="186"/>
                </a:cubicBezTo>
                <a:cubicBezTo>
                  <a:pt x="170" y="175"/>
                  <a:pt x="220" y="159"/>
                  <a:pt x="226" y="92"/>
                </a:cubicBezTo>
                <a:cubicBezTo>
                  <a:pt x="244" y="85"/>
                  <a:pt x="256" y="68"/>
                  <a:pt x="256" y="48"/>
                </a:cubicBezTo>
                <a:close/>
                <a:moveTo>
                  <a:pt x="20" y="48"/>
                </a:moveTo>
                <a:cubicBezTo>
                  <a:pt x="20" y="33"/>
                  <a:pt x="32" y="20"/>
                  <a:pt x="48" y="20"/>
                </a:cubicBezTo>
                <a:cubicBezTo>
                  <a:pt x="63" y="20"/>
                  <a:pt x="75" y="33"/>
                  <a:pt x="75" y="48"/>
                </a:cubicBezTo>
                <a:cubicBezTo>
                  <a:pt x="75" y="63"/>
                  <a:pt x="63" y="76"/>
                  <a:pt x="48" y="76"/>
                </a:cubicBezTo>
                <a:cubicBezTo>
                  <a:pt x="32" y="76"/>
                  <a:pt x="20" y="63"/>
                  <a:pt x="20" y="48"/>
                </a:cubicBezTo>
                <a:close/>
                <a:moveTo>
                  <a:pt x="48" y="316"/>
                </a:moveTo>
                <a:cubicBezTo>
                  <a:pt x="32" y="316"/>
                  <a:pt x="20" y="303"/>
                  <a:pt x="20" y="288"/>
                </a:cubicBezTo>
                <a:cubicBezTo>
                  <a:pt x="20" y="273"/>
                  <a:pt x="32" y="260"/>
                  <a:pt x="48" y="260"/>
                </a:cubicBezTo>
                <a:cubicBezTo>
                  <a:pt x="63" y="260"/>
                  <a:pt x="75" y="273"/>
                  <a:pt x="75" y="288"/>
                </a:cubicBezTo>
                <a:cubicBezTo>
                  <a:pt x="75" y="303"/>
                  <a:pt x="63" y="316"/>
                  <a:pt x="48" y="316"/>
                </a:cubicBezTo>
                <a:close/>
                <a:moveTo>
                  <a:pt x="208" y="76"/>
                </a:moveTo>
                <a:cubicBezTo>
                  <a:pt x="192" y="76"/>
                  <a:pt x="180" y="63"/>
                  <a:pt x="180" y="48"/>
                </a:cubicBezTo>
                <a:cubicBezTo>
                  <a:pt x="180" y="33"/>
                  <a:pt x="192" y="20"/>
                  <a:pt x="208" y="20"/>
                </a:cubicBezTo>
                <a:cubicBezTo>
                  <a:pt x="223" y="20"/>
                  <a:pt x="235" y="33"/>
                  <a:pt x="235" y="48"/>
                </a:cubicBezTo>
                <a:cubicBezTo>
                  <a:pt x="235" y="63"/>
                  <a:pt x="223" y="76"/>
                  <a:pt x="208" y="76"/>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59" name="Freeform 29"/>
          <p:cNvSpPr>
            <a:spLocks noChangeAspect="1" noEditPoints="1"/>
          </p:cNvSpPr>
          <p:nvPr/>
        </p:nvSpPr>
        <p:spPr bwMode="auto">
          <a:xfrm>
            <a:off x="7100888" y="3686479"/>
            <a:ext cx="409575" cy="427037"/>
          </a:xfrm>
          <a:custGeom>
            <a:avLst/>
            <a:gdLst>
              <a:gd name="T0" fmla="*/ 320 w 357"/>
              <a:gd name="T1" fmla="*/ 129 h 371"/>
              <a:gd name="T2" fmla="*/ 212 w 357"/>
              <a:gd name="T3" fmla="*/ 10 h 371"/>
              <a:gd name="T4" fmla="*/ 23 w 357"/>
              <a:gd name="T5" fmla="*/ 201 h 371"/>
              <a:gd name="T6" fmla="*/ 7 w 357"/>
              <a:gd name="T7" fmla="*/ 257 h 371"/>
              <a:gd name="T8" fmla="*/ 59 w 357"/>
              <a:gd name="T9" fmla="*/ 285 h 371"/>
              <a:gd name="T10" fmla="*/ 74 w 357"/>
              <a:gd name="T11" fmla="*/ 280 h 371"/>
              <a:gd name="T12" fmla="*/ 106 w 357"/>
              <a:gd name="T13" fmla="*/ 299 h 371"/>
              <a:gd name="T14" fmla="*/ 129 w 357"/>
              <a:gd name="T15" fmla="*/ 352 h 371"/>
              <a:gd name="T16" fmla="*/ 151 w 357"/>
              <a:gd name="T17" fmla="*/ 368 h 371"/>
              <a:gd name="T18" fmla="*/ 192 w 357"/>
              <a:gd name="T19" fmla="*/ 353 h 371"/>
              <a:gd name="T20" fmla="*/ 201 w 357"/>
              <a:gd name="T21" fmla="*/ 334 h 371"/>
              <a:gd name="T22" fmla="*/ 181 w 357"/>
              <a:gd name="T23" fmla="*/ 317 h 371"/>
              <a:gd name="T24" fmla="*/ 162 w 357"/>
              <a:gd name="T25" fmla="*/ 274 h 371"/>
              <a:gd name="T26" fmla="*/ 182 w 357"/>
              <a:gd name="T27" fmla="*/ 252 h 371"/>
              <a:gd name="T28" fmla="*/ 331 w 357"/>
              <a:gd name="T29" fmla="*/ 288 h 371"/>
              <a:gd name="T30" fmla="*/ 320 w 357"/>
              <a:gd name="T31" fmla="*/ 129 h 371"/>
              <a:gd name="T32" fmla="*/ 309 w 357"/>
              <a:gd name="T33" fmla="*/ 249 h 371"/>
              <a:gd name="T34" fmla="*/ 240 w 357"/>
              <a:gd name="T35" fmla="*/ 164 h 371"/>
              <a:gd name="T36" fmla="*/ 225 w 357"/>
              <a:gd name="T37" fmla="*/ 52 h 371"/>
              <a:gd name="T38" fmla="*/ 292 w 357"/>
              <a:gd name="T39" fmla="*/ 143 h 371"/>
              <a:gd name="T40" fmla="*/ 309 w 357"/>
              <a:gd name="T41" fmla="*/ 2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7" h="371">
                <a:moveTo>
                  <a:pt x="320" y="129"/>
                </a:moveTo>
                <a:cubicBezTo>
                  <a:pt x="289" y="56"/>
                  <a:pt x="238" y="0"/>
                  <a:pt x="212" y="10"/>
                </a:cubicBezTo>
                <a:cubicBezTo>
                  <a:pt x="168" y="28"/>
                  <a:pt x="238" y="113"/>
                  <a:pt x="23" y="201"/>
                </a:cubicBezTo>
                <a:cubicBezTo>
                  <a:pt x="4" y="208"/>
                  <a:pt x="0" y="239"/>
                  <a:pt x="7" y="257"/>
                </a:cubicBezTo>
                <a:cubicBezTo>
                  <a:pt x="15" y="275"/>
                  <a:pt x="41" y="293"/>
                  <a:pt x="59" y="285"/>
                </a:cubicBezTo>
                <a:cubicBezTo>
                  <a:pt x="62" y="284"/>
                  <a:pt x="74" y="280"/>
                  <a:pt x="74" y="280"/>
                </a:cubicBezTo>
                <a:cubicBezTo>
                  <a:pt x="87" y="298"/>
                  <a:pt x="101" y="287"/>
                  <a:pt x="106" y="299"/>
                </a:cubicBezTo>
                <a:cubicBezTo>
                  <a:pt x="112" y="312"/>
                  <a:pt x="125" y="342"/>
                  <a:pt x="129" y="352"/>
                </a:cubicBezTo>
                <a:cubicBezTo>
                  <a:pt x="134" y="362"/>
                  <a:pt x="144" y="371"/>
                  <a:pt x="151" y="368"/>
                </a:cubicBezTo>
                <a:cubicBezTo>
                  <a:pt x="158" y="366"/>
                  <a:pt x="182" y="356"/>
                  <a:pt x="192" y="353"/>
                </a:cubicBezTo>
                <a:cubicBezTo>
                  <a:pt x="201" y="349"/>
                  <a:pt x="203" y="341"/>
                  <a:pt x="201" y="334"/>
                </a:cubicBezTo>
                <a:cubicBezTo>
                  <a:pt x="197" y="327"/>
                  <a:pt x="185" y="325"/>
                  <a:pt x="181" y="317"/>
                </a:cubicBezTo>
                <a:cubicBezTo>
                  <a:pt x="178" y="309"/>
                  <a:pt x="166" y="282"/>
                  <a:pt x="162" y="274"/>
                </a:cubicBezTo>
                <a:cubicBezTo>
                  <a:pt x="158" y="262"/>
                  <a:pt x="168" y="253"/>
                  <a:pt x="182" y="252"/>
                </a:cubicBezTo>
                <a:cubicBezTo>
                  <a:pt x="280" y="241"/>
                  <a:pt x="298" y="302"/>
                  <a:pt x="331" y="288"/>
                </a:cubicBezTo>
                <a:cubicBezTo>
                  <a:pt x="357" y="278"/>
                  <a:pt x="352" y="203"/>
                  <a:pt x="320" y="129"/>
                </a:cubicBezTo>
                <a:close/>
                <a:moveTo>
                  <a:pt x="309" y="249"/>
                </a:moveTo>
                <a:cubicBezTo>
                  <a:pt x="303" y="251"/>
                  <a:pt x="265" y="221"/>
                  <a:pt x="240" y="164"/>
                </a:cubicBezTo>
                <a:cubicBezTo>
                  <a:pt x="216" y="106"/>
                  <a:pt x="219" y="54"/>
                  <a:pt x="225" y="52"/>
                </a:cubicBezTo>
                <a:cubicBezTo>
                  <a:pt x="230" y="49"/>
                  <a:pt x="268" y="86"/>
                  <a:pt x="292" y="143"/>
                </a:cubicBezTo>
                <a:cubicBezTo>
                  <a:pt x="317" y="201"/>
                  <a:pt x="315" y="247"/>
                  <a:pt x="309" y="249"/>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60" name="Freeform 54"/>
          <p:cNvSpPr>
            <a:spLocks noChangeAspect="1" noEditPoints="1"/>
          </p:cNvSpPr>
          <p:nvPr/>
        </p:nvSpPr>
        <p:spPr bwMode="auto">
          <a:xfrm>
            <a:off x="10650538" y="3724579"/>
            <a:ext cx="454025" cy="455612"/>
          </a:xfrm>
          <a:custGeom>
            <a:avLst/>
            <a:gdLst>
              <a:gd name="T0" fmla="*/ 381 w 402"/>
              <a:gd name="T1" fmla="*/ 10 h 404"/>
              <a:gd name="T2" fmla="*/ 365 w 402"/>
              <a:gd name="T3" fmla="*/ 3 h 404"/>
              <a:gd name="T4" fmla="*/ 358 w 402"/>
              <a:gd name="T5" fmla="*/ 18 h 404"/>
              <a:gd name="T6" fmla="*/ 312 w 402"/>
              <a:gd name="T7" fmla="*/ 133 h 404"/>
              <a:gd name="T8" fmla="*/ 301 w 402"/>
              <a:gd name="T9" fmla="*/ 116 h 404"/>
              <a:gd name="T10" fmla="*/ 282 w 402"/>
              <a:gd name="T11" fmla="*/ 106 h 404"/>
              <a:gd name="T12" fmla="*/ 219 w 402"/>
              <a:gd name="T13" fmla="*/ 107 h 404"/>
              <a:gd name="T14" fmla="*/ 197 w 402"/>
              <a:gd name="T15" fmla="*/ 113 h 404"/>
              <a:gd name="T16" fmla="*/ 11 w 402"/>
              <a:gd name="T17" fmla="*/ 245 h 404"/>
              <a:gd name="T18" fmla="*/ 6 w 402"/>
              <a:gd name="T19" fmla="*/ 273 h 404"/>
              <a:gd name="T20" fmla="*/ 91 w 402"/>
              <a:gd name="T21" fmla="*/ 395 h 404"/>
              <a:gd name="T22" fmla="*/ 116 w 402"/>
              <a:gd name="T23" fmla="*/ 397 h 404"/>
              <a:gd name="T24" fmla="*/ 302 w 402"/>
              <a:gd name="T25" fmla="*/ 265 h 404"/>
              <a:gd name="T26" fmla="*/ 316 w 402"/>
              <a:gd name="T27" fmla="*/ 247 h 404"/>
              <a:gd name="T28" fmla="*/ 336 w 402"/>
              <a:gd name="T29" fmla="*/ 184 h 404"/>
              <a:gd name="T30" fmla="*/ 333 w 402"/>
              <a:gd name="T31" fmla="*/ 163 h 404"/>
              <a:gd name="T32" fmla="*/ 326 w 402"/>
              <a:gd name="T33" fmla="*/ 153 h 404"/>
              <a:gd name="T34" fmla="*/ 381 w 402"/>
              <a:gd name="T35" fmla="*/ 10 h 404"/>
              <a:gd name="T36" fmla="*/ 294 w 402"/>
              <a:gd name="T37" fmla="*/ 197 h 404"/>
              <a:gd name="T38" fmla="*/ 250 w 402"/>
              <a:gd name="T39" fmla="*/ 189 h 404"/>
              <a:gd name="T40" fmla="*/ 258 w 402"/>
              <a:gd name="T41" fmla="*/ 144 h 404"/>
              <a:gd name="T42" fmla="*/ 295 w 402"/>
              <a:gd name="T43" fmla="*/ 145 h 404"/>
              <a:gd name="T44" fmla="*/ 285 w 402"/>
              <a:gd name="T45" fmla="*/ 150 h 404"/>
              <a:gd name="T46" fmla="*/ 279 w 402"/>
              <a:gd name="T47" fmla="*/ 166 h 404"/>
              <a:gd name="T48" fmla="*/ 290 w 402"/>
              <a:gd name="T49" fmla="*/ 173 h 404"/>
              <a:gd name="T50" fmla="*/ 295 w 402"/>
              <a:gd name="T51" fmla="*/ 172 h 404"/>
              <a:gd name="T52" fmla="*/ 307 w 402"/>
              <a:gd name="T53" fmla="*/ 165 h 404"/>
              <a:gd name="T54" fmla="*/ 294 w 402"/>
              <a:gd name="T55" fmla="*/ 19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2" h="404">
                <a:moveTo>
                  <a:pt x="381" y="10"/>
                </a:moveTo>
                <a:cubicBezTo>
                  <a:pt x="378" y="4"/>
                  <a:pt x="372" y="0"/>
                  <a:pt x="365" y="3"/>
                </a:cubicBezTo>
                <a:cubicBezTo>
                  <a:pt x="359" y="5"/>
                  <a:pt x="356" y="12"/>
                  <a:pt x="358" y="18"/>
                </a:cubicBezTo>
                <a:cubicBezTo>
                  <a:pt x="376" y="71"/>
                  <a:pt x="340" y="111"/>
                  <a:pt x="312" y="133"/>
                </a:cubicBezTo>
                <a:cubicBezTo>
                  <a:pt x="301" y="116"/>
                  <a:pt x="301" y="116"/>
                  <a:pt x="301" y="116"/>
                </a:cubicBezTo>
                <a:cubicBezTo>
                  <a:pt x="297" y="111"/>
                  <a:pt x="289" y="106"/>
                  <a:pt x="282" y="106"/>
                </a:cubicBezTo>
                <a:cubicBezTo>
                  <a:pt x="219" y="107"/>
                  <a:pt x="219" y="107"/>
                  <a:pt x="219" y="107"/>
                </a:cubicBezTo>
                <a:cubicBezTo>
                  <a:pt x="212" y="106"/>
                  <a:pt x="203" y="109"/>
                  <a:pt x="197" y="113"/>
                </a:cubicBezTo>
                <a:cubicBezTo>
                  <a:pt x="11" y="245"/>
                  <a:pt x="11" y="245"/>
                  <a:pt x="11" y="245"/>
                </a:cubicBezTo>
                <a:cubicBezTo>
                  <a:pt x="2" y="251"/>
                  <a:pt x="0" y="264"/>
                  <a:pt x="6" y="273"/>
                </a:cubicBezTo>
                <a:cubicBezTo>
                  <a:pt x="91" y="395"/>
                  <a:pt x="91" y="395"/>
                  <a:pt x="91" y="395"/>
                </a:cubicBezTo>
                <a:cubicBezTo>
                  <a:pt x="97" y="404"/>
                  <a:pt x="107" y="403"/>
                  <a:pt x="116" y="397"/>
                </a:cubicBezTo>
                <a:cubicBezTo>
                  <a:pt x="302" y="265"/>
                  <a:pt x="302" y="265"/>
                  <a:pt x="302" y="265"/>
                </a:cubicBezTo>
                <a:cubicBezTo>
                  <a:pt x="308" y="261"/>
                  <a:pt x="314" y="253"/>
                  <a:pt x="316" y="247"/>
                </a:cubicBezTo>
                <a:cubicBezTo>
                  <a:pt x="336" y="184"/>
                  <a:pt x="336" y="184"/>
                  <a:pt x="336" y="184"/>
                </a:cubicBezTo>
                <a:cubicBezTo>
                  <a:pt x="338" y="178"/>
                  <a:pt x="337" y="168"/>
                  <a:pt x="333" y="163"/>
                </a:cubicBezTo>
                <a:cubicBezTo>
                  <a:pt x="326" y="153"/>
                  <a:pt x="326" y="153"/>
                  <a:pt x="326" y="153"/>
                </a:cubicBezTo>
                <a:cubicBezTo>
                  <a:pt x="363" y="124"/>
                  <a:pt x="402" y="73"/>
                  <a:pt x="381" y="10"/>
                </a:cubicBezTo>
                <a:close/>
                <a:moveTo>
                  <a:pt x="294" y="197"/>
                </a:moveTo>
                <a:cubicBezTo>
                  <a:pt x="280" y="207"/>
                  <a:pt x="260" y="204"/>
                  <a:pt x="250" y="189"/>
                </a:cubicBezTo>
                <a:cubicBezTo>
                  <a:pt x="240" y="175"/>
                  <a:pt x="243" y="155"/>
                  <a:pt x="258" y="144"/>
                </a:cubicBezTo>
                <a:cubicBezTo>
                  <a:pt x="269" y="136"/>
                  <a:pt x="284" y="137"/>
                  <a:pt x="295" y="145"/>
                </a:cubicBezTo>
                <a:cubicBezTo>
                  <a:pt x="289" y="148"/>
                  <a:pt x="285" y="150"/>
                  <a:pt x="285" y="150"/>
                </a:cubicBezTo>
                <a:cubicBezTo>
                  <a:pt x="279" y="153"/>
                  <a:pt x="276" y="160"/>
                  <a:pt x="279" y="166"/>
                </a:cubicBezTo>
                <a:cubicBezTo>
                  <a:pt x="281" y="171"/>
                  <a:pt x="285" y="173"/>
                  <a:pt x="290" y="173"/>
                </a:cubicBezTo>
                <a:cubicBezTo>
                  <a:pt x="292" y="173"/>
                  <a:pt x="293" y="173"/>
                  <a:pt x="295" y="172"/>
                </a:cubicBezTo>
                <a:cubicBezTo>
                  <a:pt x="299" y="170"/>
                  <a:pt x="303" y="168"/>
                  <a:pt x="307" y="165"/>
                </a:cubicBezTo>
                <a:cubicBezTo>
                  <a:pt x="309" y="177"/>
                  <a:pt x="304" y="190"/>
                  <a:pt x="294" y="197"/>
                </a:cubicBezTo>
                <a:close/>
              </a:path>
            </a:pathLst>
          </a:custGeom>
          <a:solidFill>
            <a:schemeClr val="bg1">
              <a:lumMod val="95000"/>
            </a:schemeClr>
          </a:solidFill>
          <a:ln>
            <a:noFill/>
          </a:ln>
        </p:spPr>
        <p:txBody>
          <a:bodyPr/>
          <a:lstStyle/>
          <a:p>
            <a:pPr fontAlgn="auto">
              <a:spcBef>
                <a:spcPts val="0"/>
              </a:spcBef>
              <a:spcAft>
                <a:spcPts val="0"/>
              </a:spcAft>
              <a:defRPr/>
            </a:pPr>
            <a:endParaRPr lang="en-US" dirty="0">
              <a:solidFill>
                <a:prstClr val="black"/>
              </a:solidFill>
              <a:latin typeface="Calibri" panose="020F0502020204030204"/>
              <a:cs typeface="+mn-cs"/>
            </a:endParaRPr>
          </a:p>
        </p:txBody>
      </p:sp>
      <p:sp>
        <p:nvSpPr>
          <p:cNvPr id="61" name="Freeform 60"/>
          <p:cNvSpPr/>
          <p:nvPr/>
        </p:nvSpPr>
        <p:spPr>
          <a:xfrm>
            <a:off x="1009650" y="3622979"/>
            <a:ext cx="1808163" cy="1047750"/>
          </a:xfrm>
          <a:custGeom>
            <a:avLst/>
            <a:gdLst>
              <a:gd name="connsiteX0" fmla="*/ 0 w 1730742"/>
              <a:gd name="connsiteY0" fmla="*/ 0 h 834084"/>
              <a:gd name="connsiteX1" fmla="*/ 1730742 w 1730742"/>
              <a:gd name="connsiteY1" fmla="*/ 0 h 834084"/>
              <a:gd name="connsiteX2" fmla="*/ 1730742 w 1730742"/>
              <a:gd name="connsiteY2" fmla="*/ 834084 h 834084"/>
              <a:gd name="connsiteX3" fmla="*/ 0 w 1730742"/>
              <a:gd name="connsiteY3" fmla="*/ 834084 h 834084"/>
              <a:gd name="connsiteX4" fmla="*/ 0 w 1730742"/>
              <a:gd name="connsiteY4" fmla="*/ 0 h 834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42" h="834084">
                <a:moveTo>
                  <a:pt x="0" y="0"/>
                </a:moveTo>
                <a:lnTo>
                  <a:pt x="1730742" y="0"/>
                </a:lnTo>
                <a:lnTo>
                  <a:pt x="1730742" y="834084"/>
                </a:lnTo>
                <a:lnTo>
                  <a:pt x="0" y="83408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19" tIns="-1" rIns="0" bIns="0" anchor="ctr"/>
          <a:lstStyle/>
          <a:p>
            <a:pPr algn="r" eaLnBrk="0" hangingPunct="0">
              <a:defRPr/>
            </a:pPr>
            <a:r>
              <a:rPr lang="ar-SA" sz="3200" b="1">
                <a:solidFill>
                  <a:schemeClr val="bg1"/>
                </a:solidFill>
              </a:rPr>
              <a:t>وظائف إدارة  تعليمية</a:t>
            </a:r>
            <a:endParaRPr lang="en-US" sz="3200" b="1">
              <a:solidFill>
                <a:schemeClr val="bg1"/>
              </a:solidFill>
              <a:cs typeface="Arial" charset="0"/>
            </a:endParaRPr>
          </a:p>
          <a:p>
            <a:pPr>
              <a:lnSpc>
                <a:spcPct val="90000"/>
              </a:lnSpc>
              <a:spcAft>
                <a:spcPct val="35000"/>
              </a:spcAft>
              <a:defRPr/>
            </a:pPr>
            <a:endParaRPr lang="id-ID" sz="1600">
              <a:solidFill>
                <a:srgbClr val="F2F2F2"/>
              </a:solidFill>
              <a:ea typeface="Roboto"/>
              <a:cs typeface="Roboto"/>
            </a:endParaRPr>
          </a:p>
        </p:txBody>
      </p:sp>
      <p:sp>
        <p:nvSpPr>
          <p:cNvPr id="62" name="Freeform 61"/>
          <p:cNvSpPr/>
          <p:nvPr/>
        </p:nvSpPr>
        <p:spPr>
          <a:xfrm>
            <a:off x="3987800" y="3464229"/>
            <a:ext cx="2589213" cy="1074737"/>
          </a:xfrm>
          <a:custGeom>
            <a:avLst/>
            <a:gdLst>
              <a:gd name="connsiteX0" fmla="*/ 0 w 1730742"/>
              <a:gd name="connsiteY0" fmla="*/ 0 h 834084"/>
              <a:gd name="connsiteX1" fmla="*/ 1730742 w 1730742"/>
              <a:gd name="connsiteY1" fmla="*/ 0 h 834084"/>
              <a:gd name="connsiteX2" fmla="*/ 1730742 w 1730742"/>
              <a:gd name="connsiteY2" fmla="*/ 834084 h 834084"/>
              <a:gd name="connsiteX3" fmla="*/ 0 w 1730742"/>
              <a:gd name="connsiteY3" fmla="*/ 834084 h 834084"/>
              <a:gd name="connsiteX4" fmla="*/ 0 w 1730742"/>
              <a:gd name="connsiteY4" fmla="*/ 0 h 834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742" h="834084">
                <a:moveTo>
                  <a:pt x="0" y="0"/>
                </a:moveTo>
                <a:lnTo>
                  <a:pt x="1730742" y="0"/>
                </a:lnTo>
                <a:lnTo>
                  <a:pt x="1730742" y="834084"/>
                </a:lnTo>
                <a:lnTo>
                  <a:pt x="0" y="83408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19" tIns="-1" rIns="0" bIns="0" spcCol="1270" anchor="ctr"/>
          <a:lstStyle/>
          <a:p>
            <a:pPr algn="r" defTabSz="800100" fontAlgn="auto">
              <a:lnSpc>
                <a:spcPct val="90000"/>
              </a:lnSpc>
              <a:spcAft>
                <a:spcPct val="35000"/>
              </a:spcAft>
              <a:defRPr/>
            </a:pPr>
            <a:r>
              <a:rPr lang="ar-SA" sz="3200" b="1" dirty="0">
                <a:solidFill>
                  <a:schemeClr val="bg1"/>
                </a:solidFill>
              </a:rPr>
              <a:t>وظائف تطوير تعليمي</a:t>
            </a:r>
            <a:endParaRPr lang="id-ID" sz="1600" b="1" dirty="0">
              <a:solidFill>
                <a:schemeClr val="bg1"/>
              </a:solidFill>
              <a:ea typeface="Roboto" panose="02000000000000000000" pitchFamily="2" charset="0"/>
            </a:endParaRPr>
          </a:p>
        </p:txBody>
      </p:sp>
      <p:sp>
        <p:nvSpPr>
          <p:cNvPr id="63" name="Content Placeholder 2"/>
          <p:cNvSpPr txBox="1">
            <a:spLocks/>
          </p:cNvSpPr>
          <p:nvPr/>
        </p:nvSpPr>
        <p:spPr bwMode="auto">
          <a:xfrm>
            <a:off x="7820025" y="3464229"/>
            <a:ext cx="2400300" cy="1025525"/>
          </a:xfrm>
          <a:prstGeom prst="rect">
            <a:avLst/>
          </a:prstGeom>
          <a:noFill/>
          <a:ln w="9525">
            <a:noFill/>
            <a:miter lim="800000"/>
            <a:headEnd/>
            <a:tailEnd/>
          </a:ln>
        </p:spPr>
        <p:txBody>
          <a:bodyPr/>
          <a:lstStyle/>
          <a:p>
            <a:pPr algn="r" defTabSz="457200">
              <a:spcBef>
                <a:spcPct val="20000"/>
              </a:spcBef>
              <a:spcAft>
                <a:spcPts val="600"/>
              </a:spcAft>
              <a:buClr>
                <a:srgbClr val="2E75B6"/>
              </a:buClr>
              <a:buSzPct val="145000"/>
              <a:buFont typeface="Arial" charset="0"/>
              <a:buNone/>
            </a:pPr>
            <a:r>
              <a:rPr lang="ar-SA" sz="3200" b="1">
                <a:solidFill>
                  <a:schemeClr val="bg1"/>
                </a:solidFill>
              </a:rPr>
              <a:t>مكونات نظام تعليمي</a:t>
            </a:r>
            <a:endParaRPr lang="en-US" sz="3200" b="1">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2530496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fade">
                                      <p:cBhvr>
                                        <p:cTn id="11" dur="500"/>
                                        <p:tgtEl>
                                          <p:spTgt spid="51"/>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0"/>
                                        </p:tgtEl>
                                        <p:attrNameLst>
                                          <p:attrName>style.visibility</p:attrName>
                                        </p:attrNameLst>
                                      </p:cBhvr>
                                      <p:to>
                                        <p:strVal val="visible"/>
                                      </p:to>
                                    </p:set>
                                    <p:animEffect transition="in" filter="fade">
                                      <p:cBhvr>
                                        <p:cTn id="15" dur="500"/>
                                        <p:tgtEl>
                                          <p:spTgt spid="6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9"/>
                                        </p:tgtEl>
                                        <p:attrNameLst>
                                          <p:attrName>style.visibility</p:attrName>
                                        </p:attrNameLst>
                                      </p:cBhvr>
                                      <p:to>
                                        <p:strVal val="visible"/>
                                      </p:to>
                                    </p:set>
                                    <p:animEffect transition="in" filter="fade">
                                      <p:cBhvr>
                                        <p:cTn id="23" dur="500"/>
                                        <p:tgtEl>
                                          <p:spTgt spid="59"/>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Effect transition="in" filter="fade">
                                      <p:cBhvr>
                                        <p:cTn id="27" dur="500"/>
                                        <p:tgtEl>
                                          <p:spTgt spid="6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fade">
                                      <p:cBhvr>
                                        <p:cTn id="31" dur="500"/>
                                        <p:tgtEl>
                                          <p:spTgt spid="58"/>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8" grpId="0" animBg="1"/>
      <p:bldP spid="59" grpId="0" animBg="1"/>
      <p:bldP spid="60" grpId="0" animBg="1"/>
      <p:bldP spid="61" grpId="0"/>
      <p:bldP spid="62" grpId="0"/>
      <p:bldP spid="6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8C13FEA2-45E7-4570-8046-DAAAEA78CADC}" type="slidenum">
              <a:rPr lang="id-ID" sz="1600">
                <a:solidFill>
                  <a:srgbClr val="F2F2F2"/>
                </a:solidFill>
                <a:latin typeface="Calibri Light"/>
              </a:rPr>
              <a:pPr algn="ctr">
                <a:lnSpc>
                  <a:spcPct val="90000"/>
                </a:lnSpc>
                <a:spcBef>
                  <a:spcPts val="1000"/>
                </a:spcBef>
                <a:buFont typeface="Arial" charset="0"/>
                <a:buNone/>
              </a:pPr>
              <a:t>36</a:t>
            </a:fld>
            <a:endParaRPr lang="en-US" sz="1600">
              <a:solidFill>
                <a:srgbClr val="F2F2F2"/>
              </a:solidFill>
              <a:latin typeface="Calibri Light"/>
            </a:endParaRPr>
          </a:p>
        </p:txBody>
      </p:sp>
      <p:sp>
        <p:nvSpPr>
          <p:cNvPr id="411" name="Content Placeholder 7"/>
          <p:cNvSpPr txBox="1">
            <a:spLocks/>
          </p:cNvSpPr>
          <p:nvPr/>
        </p:nvSpPr>
        <p:spPr bwMode="auto">
          <a:xfrm>
            <a:off x="519113" y="330200"/>
            <a:ext cx="10845800" cy="1323975"/>
          </a:xfrm>
          <a:prstGeom prst="rect">
            <a:avLst/>
          </a:prstGeom>
          <a:noFill/>
          <a:ln w="9525">
            <a:noFill/>
            <a:miter lim="800000"/>
            <a:headEnd/>
            <a:tailEnd/>
          </a:ln>
        </p:spPr>
        <p:txBody>
          <a:bodyPr>
            <a:spAutoFit/>
          </a:bodyPr>
          <a:lstStyle/>
          <a:p>
            <a:pPr algn="ctr" rtl="1">
              <a:spcBef>
                <a:spcPct val="20000"/>
              </a:spcBef>
              <a:buFont typeface="Arial" charset="0"/>
              <a:buNone/>
            </a:pPr>
            <a:r>
              <a:rPr lang="ar-SA" sz="4000" b="1" u="sng"/>
              <a:t>ولتحديد الفرق بين تكنولوجيا التربية وتكنولوجيا التعليم، فقد تبرز تلك الفروق بالآتي:</a:t>
            </a:r>
            <a:endParaRPr lang="en-US" sz="4000" b="1" u="sng"/>
          </a:p>
        </p:txBody>
      </p:sp>
      <p:graphicFrame>
        <p:nvGraphicFramePr>
          <p:cNvPr id="16" name="Diagram 15"/>
          <p:cNvGraphicFramePr/>
          <p:nvPr>
            <p:extLst>
              <p:ext uri="{D42A27DB-BD31-4B8C-83A1-F6EECF244321}">
                <p14:modId xmlns:p14="http://schemas.microsoft.com/office/powerpoint/2010/main" val="1922604959"/>
              </p:ext>
            </p:extLst>
          </p:nvPr>
        </p:nvGraphicFramePr>
        <p:xfrm>
          <a:off x="2093144" y="1985120"/>
          <a:ext cx="2304256" cy="36663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Freeform 6"/>
          <p:cNvSpPr>
            <a:spLocks noEditPoints="1"/>
          </p:cNvSpPr>
          <p:nvPr/>
        </p:nvSpPr>
        <p:spPr bwMode="auto">
          <a:xfrm>
            <a:off x="3007519" y="2647207"/>
            <a:ext cx="241300" cy="255587"/>
          </a:xfrm>
          <a:custGeom>
            <a:avLst/>
            <a:gdLst>
              <a:gd name="T0" fmla="*/ 27556974 w 376"/>
              <a:gd name="T1" fmla="*/ 1223758 h 401"/>
              <a:gd name="T2" fmla="*/ 25500791 w 376"/>
              <a:gd name="T3" fmla="*/ 1223758 h 401"/>
              <a:gd name="T4" fmla="*/ 0 w 376"/>
              <a:gd name="T5" fmla="*/ 64873845 h 401"/>
              <a:gd name="T6" fmla="*/ 26734244 w 376"/>
              <a:gd name="T7" fmla="*/ 90987072 h 401"/>
              <a:gd name="T8" fmla="*/ 53057766 w 376"/>
              <a:gd name="T9" fmla="*/ 64873845 h 401"/>
              <a:gd name="T10" fmla="*/ 27556974 w 376"/>
              <a:gd name="T11" fmla="*/ 1223758 h 401"/>
              <a:gd name="T12" fmla="*/ 128736757 w 376"/>
              <a:gd name="T13" fmla="*/ 1223758 h 401"/>
              <a:gd name="T14" fmla="*/ 127091939 w 376"/>
              <a:gd name="T15" fmla="*/ 1223758 h 401"/>
              <a:gd name="T16" fmla="*/ 101179793 w 376"/>
              <a:gd name="T17" fmla="*/ 64873845 h 401"/>
              <a:gd name="T18" fmla="*/ 127914669 w 376"/>
              <a:gd name="T19" fmla="*/ 90987072 h 401"/>
              <a:gd name="T20" fmla="*/ 154648903 w 376"/>
              <a:gd name="T21" fmla="*/ 64873845 h 401"/>
              <a:gd name="T22" fmla="*/ 128736757 w 376"/>
              <a:gd name="T23" fmla="*/ 1223758 h 401"/>
              <a:gd name="T24" fmla="*/ 76090357 w 376"/>
              <a:gd name="T25" fmla="*/ 73442062 h 401"/>
              <a:gd name="T26" fmla="*/ 50590217 w 376"/>
              <a:gd name="T27" fmla="*/ 137500705 h 401"/>
              <a:gd name="T28" fmla="*/ 77324452 w 376"/>
              <a:gd name="T29" fmla="*/ 163613275 h 401"/>
              <a:gd name="T30" fmla="*/ 104058706 w 376"/>
              <a:gd name="T31" fmla="*/ 137500705 h 401"/>
              <a:gd name="T32" fmla="*/ 78147182 w 376"/>
              <a:gd name="T33" fmla="*/ 73442062 h 401"/>
              <a:gd name="T34" fmla="*/ 76090357 w 376"/>
              <a:gd name="T35" fmla="*/ 73442062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6"/>
              <a:gd name="T55" fmla="*/ 0 h 401"/>
              <a:gd name="T56" fmla="*/ 376 w 376"/>
              <a:gd name="T57" fmla="*/ 401 h 4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19" name="Freeform 21"/>
          <p:cNvSpPr>
            <a:spLocks noEditPoints="1"/>
          </p:cNvSpPr>
          <p:nvPr/>
        </p:nvSpPr>
        <p:spPr bwMode="auto">
          <a:xfrm>
            <a:off x="3009285" y="3710768"/>
            <a:ext cx="263525" cy="265112"/>
          </a:xfrm>
          <a:custGeom>
            <a:avLst/>
            <a:gdLst>
              <a:gd name="T0" fmla="*/ 167425335 w 403"/>
              <a:gd name="T1" fmla="*/ 64665674 h 404"/>
              <a:gd name="T2" fmla="*/ 103460709 w 403"/>
              <a:gd name="T3" fmla="*/ 47421587 h 404"/>
              <a:gd name="T4" fmla="*/ 92298500 w 403"/>
              <a:gd name="T5" fmla="*/ 5604101 h 404"/>
              <a:gd name="T6" fmla="*/ 83712667 w 403"/>
              <a:gd name="T7" fmla="*/ 862270 h 404"/>
              <a:gd name="T8" fmla="*/ 6010071 w 403"/>
              <a:gd name="T9" fmla="*/ 21985926 h 404"/>
              <a:gd name="T10" fmla="*/ 858582 w 403"/>
              <a:gd name="T11" fmla="*/ 30177490 h 404"/>
              <a:gd name="T12" fmla="*/ 28762807 w 403"/>
              <a:gd name="T13" fmla="*/ 134073176 h 404"/>
              <a:gd name="T14" fmla="*/ 36919655 w 403"/>
              <a:gd name="T15" fmla="*/ 138815005 h 404"/>
              <a:gd name="T16" fmla="*/ 68258206 w 403"/>
              <a:gd name="T17" fmla="*/ 130192961 h 404"/>
              <a:gd name="T18" fmla="*/ 63965300 w 403"/>
              <a:gd name="T19" fmla="*/ 146143643 h 404"/>
              <a:gd name="T20" fmla="*/ 68687170 w 403"/>
              <a:gd name="T21" fmla="*/ 154334551 h 404"/>
              <a:gd name="T22" fmla="*/ 138233574 w 403"/>
              <a:gd name="T23" fmla="*/ 172872084 h 404"/>
              <a:gd name="T24" fmla="*/ 146819386 w 403"/>
              <a:gd name="T25" fmla="*/ 168561350 h 404"/>
              <a:gd name="T26" fmla="*/ 172147899 w 403"/>
              <a:gd name="T27" fmla="*/ 72856582 h 404"/>
              <a:gd name="T28" fmla="*/ 167425335 w 403"/>
              <a:gd name="T29" fmla="*/ 64665674 h 404"/>
              <a:gd name="T30" fmla="*/ 14595885 w 403"/>
              <a:gd name="T31" fmla="*/ 32332509 h 404"/>
              <a:gd name="T32" fmla="*/ 81995505 w 403"/>
              <a:gd name="T33" fmla="*/ 14226147 h 404"/>
              <a:gd name="T34" fmla="*/ 106895034 w 403"/>
              <a:gd name="T35" fmla="*/ 107344776 h 404"/>
              <a:gd name="T36" fmla="*/ 39495399 w 403"/>
              <a:gd name="T37" fmla="*/ 125451133 h 404"/>
              <a:gd name="T38" fmla="*/ 14595885 w 403"/>
              <a:gd name="T39" fmla="*/ 32332509 h 404"/>
              <a:gd name="T40" fmla="*/ 135228213 w 403"/>
              <a:gd name="T41" fmla="*/ 159939306 h 404"/>
              <a:gd name="T42" fmla="*/ 76844018 w 403"/>
              <a:gd name="T43" fmla="*/ 143987968 h 404"/>
              <a:gd name="T44" fmla="*/ 81566541 w 403"/>
              <a:gd name="T45" fmla="*/ 126743881 h 404"/>
              <a:gd name="T46" fmla="*/ 115051228 w 403"/>
              <a:gd name="T47" fmla="*/ 117691359 h 404"/>
              <a:gd name="T48" fmla="*/ 119773752 w 403"/>
              <a:gd name="T49" fmla="*/ 109499795 h 404"/>
              <a:gd name="T50" fmla="*/ 106895034 w 403"/>
              <a:gd name="T51" fmla="*/ 61216594 h 404"/>
              <a:gd name="T52" fmla="*/ 157980942 w 403"/>
              <a:gd name="T53" fmla="*/ 75011601 h 404"/>
              <a:gd name="T54" fmla="*/ 135228213 w 403"/>
              <a:gd name="T55" fmla="*/ 159939306 h 4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3"/>
              <a:gd name="T85" fmla="*/ 0 h 404"/>
              <a:gd name="T86" fmla="*/ 403 w 403"/>
              <a:gd name="T87" fmla="*/ 404 h 4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w="9525">
            <a:noFill/>
            <a:miter lim="800000"/>
            <a:headEnd/>
            <a:tailEnd/>
          </a:ln>
        </p:spPr>
        <p:txBody>
          <a:bodyPr/>
          <a:lstStyle/>
          <a:p>
            <a:endParaRPr lang="el-GR">
              <a:solidFill>
                <a:srgbClr val="000000"/>
              </a:solidFill>
            </a:endParaRPr>
          </a:p>
        </p:txBody>
      </p:sp>
      <p:sp>
        <p:nvSpPr>
          <p:cNvPr id="20" name="Content Placeholder 2"/>
          <p:cNvSpPr txBox="1">
            <a:spLocks/>
          </p:cNvSpPr>
          <p:nvPr/>
        </p:nvSpPr>
        <p:spPr bwMode="auto">
          <a:xfrm>
            <a:off x="4397400" y="2256081"/>
            <a:ext cx="7200900" cy="660400"/>
          </a:xfrm>
          <a:prstGeom prst="rect">
            <a:avLst/>
          </a:prstGeom>
          <a:noFill/>
          <a:ln w="9525">
            <a:noFill/>
            <a:miter lim="800000"/>
            <a:headEnd/>
            <a:tailEnd/>
          </a:ln>
        </p:spPr>
        <p:txBody>
          <a:bodyPr/>
          <a:lstStyle/>
          <a:p>
            <a:pPr algn="r">
              <a:spcBef>
                <a:spcPct val="20000"/>
              </a:spcBef>
              <a:buFont typeface="Arial" charset="0"/>
              <a:buNone/>
            </a:pPr>
            <a:r>
              <a:rPr lang="ar-SA" sz="3200" dirty="0"/>
              <a:t>تكنولوجيا التربية تعد شاملة أكثر من تكنولوجيا التعليم</a:t>
            </a:r>
            <a:endParaRPr lang="en-US" sz="3200" dirty="0"/>
          </a:p>
        </p:txBody>
      </p:sp>
      <p:sp>
        <p:nvSpPr>
          <p:cNvPr id="21" name="Freeform 26"/>
          <p:cNvSpPr>
            <a:spLocks/>
          </p:cNvSpPr>
          <p:nvPr/>
        </p:nvSpPr>
        <p:spPr bwMode="auto">
          <a:xfrm>
            <a:off x="3057088" y="4671141"/>
            <a:ext cx="217488" cy="225425"/>
          </a:xfrm>
          <a:custGeom>
            <a:avLst/>
            <a:gdLst>
              <a:gd name="T0" fmla="*/ 64986839 w 274"/>
              <a:gd name="T1" fmla="*/ 179289841 h 284"/>
              <a:gd name="T2" fmla="*/ 50474668 w 274"/>
              <a:gd name="T3" fmla="*/ 172345326 h 284"/>
              <a:gd name="T4" fmla="*/ 5678500 w 274"/>
              <a:gd name="T5" fmla="*/ 112371983 h 284"/>
              <a:gd name="T6" fmla="*/ 8832869 w 274"/>
              <a:gd name="T7" fmla="*/ 87750637 h 284"/>
              <a:gd name="T8" fmla="*/ 33439968 w 274"/>
              <a:gd name="T9" fmla="*/ 91539204 h 284"/>
              <a:gd name="T10" fmla="*/ 63093742 w 274"/>
              <a:gd name="T11" fmla="*/ 130679818 h 284"/>
              <a:gd name="T12" fmla="*/ 138175512 w 274"/>
              <a:gd name="T13" fmla="*/ 10732292 h 284"/>
              <a:gd name="T14" fmla="*/ 162150775 w 274"/>
              <a:gd name="T15" fmla="*/ 5050631 h 284"/>
              <a:gd name="T16" fmla="*/ 167829273 w 274"/>
              <a:gd name="T17" fmla="*/ 29671168 h 284"/>
              <a:gd name="T18" fmla="*/ 79498203 w 274"/>
              <a:gd name="T19" fmla="*/ 171083264 h 284"/>
              <a:gd name="T20" fmla="*/ 65617078 w 274"/>
              <a:gd name="T21" fmla="*/ 179289841 h 284"/>
              <a:gd name="T22" fmla="*/ 64986839 w 274"/>
              <a:gd name="T23" fmla="*/ 179289841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22" name="Content Placeholder 2"/>
          <p:cNvSpPr txBox="1">
            <a:spLocks/>
          </p:cNvSpPr>
          <p:nvPr/>
        </p:nvSpPr>
        <p:spPr bwMode="auto">
          <a:xfrm>
            <a:off x="4397400" y="3099302"/>
            <a:ext cx="7215188" cy="1117600"/>
          </a:xfrm>
          <a:prstGeom prst="rect">
            <a:avLst/>
          </a:prstGeom>
          <a:noFill/>
          <a:ln w="9525">
            <a:noFill/>
            <a:miter lim="800000"/>
            <a:headEnd/>
            <a:tailEnd/>
          </a:ln>
        </p:spPr>
        <p:txBody>
          <a:bodyPr/>
          <a:lstStyle/>
          <a:p>
            <a:pPr algn="r" rtl="1">
              <a:spcBef>
                <a:spcPct val="20000"/>
              </a:spcBef>
              <a:buFont typeface="Arial" charset="0"/>
              <a:buNone/>
            </a:pPr>
            <a:r>
              <a:rPr lang="ar-SA" sz="3200" dirty="0"/>
              <a:t>ميدان تكنولوجيا التربية هو المؤسسات التربوية، أما تكنولوجيا التعليم ميدانها هو المؤسسات التعليمية </a:t>
            </a:r>
            <a:endParaRPr lang="en-US" sz="3200" dirty="0"/>
          </a:p>
        </p:txBody>
      </p:sp>
      <p:sp>
        <p:nvSpPr>
          <p:cNvPr id="23" name="Content Placeholder 2"/>
          <p:cNvSpPr txBox="1">
            <a:spLocks/>
          </p:cNvSpPr>
          <p:nvPr/>
        </p:nvSpPr>
        <p:spPr bwMode="auto">
          <a:xfrm>
            <a:off x="4224338" y="4345231"/>
            <a:ext cx="7561262" cy="1666875"/>
          </a:xfrm>
          <a:prstGeom prst="rect">
            <a:avLst/>
          </a:prstGeom>
          <a:noFill/>
          <a:ln w="9525">
            <a:noFill/>
            <a:miter lim="800000"/>
            <a:headEnd/>
            <a:tailEnd/>
          </a:ln>
        </p:spPr>
        <p:txBody>
          <a:bodyPr/>
          <a:lstStyle/>
          <a:p>
            <a:pPr algn="r" rtl="1">
              <a:spcBef>
                <a:spcPct val="20000"/>
              </a:spcBef>
              <a:buFont typeface="Arial" charset="0"/>
              <a:buNone/>
            </a:pPr>
            <a:r>
              <a:rPr lang="ar-SA" sz="3200" dirty="0"/>
              <a:t>تكنولوجيا التعليم تعتني في بناء جميع جوانب الشخصية، أما تكنولوجيا التربية هي أخص حيث أنها تساهم في بناء أجزاء معينة من شخصية المتعلم</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249"/>
                                          </p:stCondLst>
                                        </p:cTn>
                                        <p:tgtEl>
                                          <p:spTgt spid="411"/>
                                        </p:tgtEl>
                                        <p:attrNameLst>
                                          <p:attrName>style.visibility</p:attrName>
                                        </p:attrNameLst>
                                      </p:cBhvr>
                                      <p:to>
                                        <p:strVal val="visible"/>
                                      </p:to>
                                    </p:set>
                                  </p:childTnLst>
                                </p:cTn>
                              </p:par>
                            </p:childTnLst>
                          </p:cTn>
                        </p:par>
                        <p:par>
                          <p:cTn id="7" fill="hold">
                            <p:stCondLst>
                              <p:cond delay="500"/>
                            </p:stCondLst>
                            <p:childTnLst>
                              <p:par>
                                <p:cTn id="8" presetID="53" presetClass="entr" presetSubtype="16" fill="hold" grpId="0" nodeType="after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fltVal val="0"/>
                                          </p:val>
                                        </p:tav>
                                        <p:tav tm="100000">
                                          <p:val>
                                            <p:strVal val="#ppt_h"/>
                                          </p:val>
                                        </p:tav>
                                      </p:tavLst>
                                    </p:anim>
                                    <p:animEffect transition="in" filter="fade">
                                      <p:cBhvr>
                                        <p:cTn id="12" dur="500"/>
                                        <p:tgtEl>
                                          <p:spTgt spid="17"/>
                                        </p:tgtEl>
                                      </p:cBhvr>
                                    </p:animEffect>
                                  </p:childTnLst>
                                </p:cTn>
                              </p:par>
                              <p:par>
                                <p:cTn id="13" presetID="1" presetClass="entr" presetSubtype="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childTnLst>
                          </p:cTn>
                        </p:par>
                        <p:par>
                          <p:cTn id="15" fill="hold">
                            <p:stCondLst>
                              <p:cond delay="1000"/>
                            </p:stCondLst>
                            <p:childTnLst>
                              <p:par>
                                <p:cTn id="16" presetID="1"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childTnLst>
                                </p:cTn>
                              </p:par>
                            </p:childTnLst>
                          </p:cTn>
                        </p:par>
                        <p:par>
                          <p:cTn id="18" fill="hold">
                            <p:stCondLst>
                              <p:cond delay="1000"/>
                            </p:stCondLst>
                            <p:childTnLst>
                              <p:par>
                                <p:cTn id="19" presetID="1" presetClass="entr" presetSubtype="0" fill="hold" grpId="0" nodeType="afterEffect">
                                  <p:stCondLst>
                                    <p:cond delay="0"/>
                                  </p:stCondLst>
                                  <p:childTnLst>
                                    <p:set>
                                      <p:cBhvr>
                                        <p:cTn id="20" dur="1" fill="hold">
                                          <p:stCondLst>
                                            <p:cond delay="0"/>
                                          </p:stCondLst>
                                        </p:cTn>
                                        <p:tgtEl>
                                          <p:spTgt spid="16"/>
                                        </p:tgtEl>
                                        <p:attrNameLst>
                                          <p:attrName>style.visibility</p:attrName>
                                        </p:attrNameLst>
                                      </p:cBhvr>
                                      <p:to>
                                        <p:strVal val="visible"/>
                                      </p:to>
                                    </p:set>
                                  </p:childTnLst>
                                </p:cTn>
                              </p:par>
                            </p:childTnLst>
                          </p:cTn>
                        </p:par>
                        <p:par>
                          <p:cTn id="21" fill="hold">
                            <p:stCondLst>
                              <p:cond delay="1000"/>
                            </p:stCondLst>
                            <p:childTnLst>
                              <p:par>
                                <p:cTn id="22" presetID="53" presetClass="entr" presetSubtype="16" fill="hold" grpId="0" nodeType="after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p:cTn id="24" dur="500" fill="hold"/>
                                        <p:tgtEl>
                                          <p:spTgt spid="19"/>
                                        </p:tgtEl>
                                        <p:attrNameLst>
                                          <p:attrName>ppt_w</p:attrName>
                                        </p:attrNameLst>
                                      </p:cBhvr>
                                      <p:tavLst>
                                        <p:tav tm="0">
                                          <p:val>
                                            <p:fltVal val="0"/>
                                          </p:val>
                                        </p:tav>
                                        <p:tav tm="100000">
                                          <p:val>
                                            <p:strVal val="#ppt_w"/>
                                          </p:val>
                                        </p:tav>
                                      </p:tavLst>
                                    </p:anim>
                                    <p:anim calcmode="lin" valueType="num">
                                      <p:cBhvr>
                                        <p:cTn id="25" dur="500" fill="hold"/>
                                        <p:tgtEl>
                                          <p:spTgt spid="19"/>
                                        </p:tgtEl>
                                        <p:attrNameLst>
                                          <p:attrName>ppt_h</p:attrName>
                                        </p:attrNameLst>
                                      </p:cBhvr>
                                      <p:tavLst>
                                        <p:tav tm="0">
                                          <p:val>
                                            <p:fltVal val="0"/>
                                          </p:val>
                                        </p:tav>
                                        <p:tav tm="100000">
                                          <p:val>
                                            <p:strVal val="#ppt_h"/>
                                          </p:val>
                                        </p:tav>
                                      </p:tavLst>
                                    </p:anim>
                                    <p:animEffect transition="in" filter="fade">
                                      <p:cBhvr>
                                        <p:cTn id="26" dur="500"/>
                                        <p:tgtEl>
                                          <p:spTgt spid="19"/>
                                        </p:tgtEl>
                                      </p:cBhvr>
                                    </p:animEffect>
                                  </p:childTnLst>
                                </p:cTn>
                              </p:par>
                            </p:childTnLst>
                          </p:cTn>
                        </p:par>
                        <p:par>
                          <p:cTn id="27" fill="hold">
                            <p:stCondLst>
                              <p:cond delay="1500"/>
                            </p:stCondLst>
                            <p:childTnLst>
                              <p:par>
                                <p:cTn id="28" presetID="1" presetClass="entr" presetSubtype="0" fill="hold" grpId="0" nodeType="afterEffect">
                                  <p:stCondLst>
                                    <p:cond delay="0"/>
                                  </p:stCondLst>
                                  <p:childTnLst>
                                    <p:set>
                                      <p:cBhvr>
                                        <p:cTn id="29" dur="1" fill="hold">
                                          <p:stCondLst>
                                            <p:cond delay="0"/>
                                          </p:stCondLst>
                                        </p:cTn>
                                        <p:tgtEl>
                                          <p:spTgt spid="23"/>
                                        </p:tgtEl>
                                        <p:attrNameLst>
                                          <p:attrName>style.visibility</p:attrName>
                                        </p:attrNameLst>
                                      </p:cBhvr>
                                      <p:to>
                                        <p:strVal val="visible"/>
                                      </p:to>
                                    </p:set>
                                  </p:childTnLst>
                                </p:cTn>
                              </p:par>
                            </p:childTnLst>
                          </p:cTn>
                        </p:par>
                        <p:par>
                          <p:cTn id="30" fill="hold">
                            <p:stCondLst>
                              <p:cond delay="1500"/>
                            </p:stCondLst>
                            <p:childTnLst>
                              <p:par>
                                <p:cTn id="31" presetID="53" presetClass="entr" presetSubtype="16" fill="hold" grpId="0" nodeType="after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p:cTn id="33" dur="500" fill="hold"/>
                                        <p:tgtEl>
                                          <p:spTgt spid="21"/>
                                        </p:tgtEl>
                                        <p:attrNameLst>
                                          <p:attrName>ppt_w</p:attrName>
                                        </p:attrNameLst>
                                      </p:cBhvr>
                                      <p:tavLst>
                                        <p:tav tm="0">
                                          <p:val>
                                            <p:fltVal val="0"/>
                                          </p:val>
                                        </p:tav>
                                        <p:tav tm="100000">
                                          <p:val>
                                            <p:strVal val="#ppt_w"/>
                                          </p:val>
                                        </p:tav>
                                      </p:tavLst>
                                    </p:anim>
                                    <p:anim calcmode="lin" valueType="num">
                                      <p:cBhvr>
                                        <p:cTn id="34" dur="500" fill="hold"/>
                                        <p:tgtEl>
                                          <p:spTgt spid="21"/>
                                        </p:tgtEl>
                                        <p:attrNameLst>
                                          <p:attrName>ppt_h</p:attrName>
                                        </p:attrNameLst>
                                      </p:cBhvr>
                                      <p:tavLst>
                                        <p:tav tm="0">
                                          <p:val>
                                            <p:fltVal val="0"/>
                                          </p:val>
                                        </p:tav>
                                        <p:tav tm="100000">
                                          <p:val>
                                            <p:strVal val="#ppt_h"/>
                                          </p:val>
                                        </p:tav>
                                      </p:tavLst>
                                    </p:anim>
                                    <p:animEffect transition="in" filter="fade">
                                      <p:cBhvr>
                                        <p:cTn id="3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Graphic spid="16" grpId="0">
        <p:bldAsOne/>
      </p:bldGraphic>
      <p:bldP spid="17" grpId="0" animBg="1"/>
      <p:bldP spid="19" grpId="0" animBg="1"/>
      <p:bldP spid="20" grpId="0"/>
      <p:bldP spid="21" grpId="0" animBg="1"/>
      <p:bldP spid="22" grpId="0"/>
      <p:bldP spid="2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bwMode="auto">
          <a:xfrm>
            <a:off x="519113" y="330200"/>
            <a:ext cx="11256962" cy="923925"/>
          </a:xfrm>
          <a:prstGeom prst="rect">
            <a:avLst/>
          </a:prstGeom>
          <a:noFill/>
          <a:ln w="9525">
            <a:noFill/>
            <a:miter lim="800000"/>
            <a:headEnd/>
            <a:tailEnd/>
          </a:ln>
        </p:spPr>
        <p:txBody>
          <a:bodyPr>
            <a:spAutoFit/>
          </a:bodyPr>
          <a:lstStyle/>
          <a:p>
            <a:pPr>
              <a:lnSpc>
                <a:spcPct val="150000"/>
              </a:lnSpc>
              <a:spcBef>
                <a:spcPct val="20000"/>
              </a:spcBef>
              <a:buFont typeface="Arial" charset="0"/>
              <a:buNone/>
            </a:pPr>
            <a:r>
              <a:rPr lang="ar-SA" sz="3600" b="1" u="sng" dirty="0"/>
              <a:t>وتتفق تكنولوجيا التعليم مع تكنولوجيا التربية في أن كلاهما تقوم على</a:t>
            </a:r>
            <a:endParaRPr lang="en-US" sz="3600" b="1" u="sng" dirty="0">
              <a:solidFill>
                <a:srgbClr val="767171"/>
              </a:solidFill>
              <a:latin typeface="Calibri Light"/>
            </a:endParaRPr>
          </a:p>
        </p:txBody>
      </p:sp>
      <p:graphicFrame>
        <p:nvGraphicFramePr>
          <p:cNvPr id="16" name="Diagram 15"/>
          <p:cNvGraphicFramePr/>
          <p:nvPr>
            <p:extLst>
              <p:ext uri="{D42A27DB-BD31-4B8C-83A1-F6EECF244321}">
                <p14:modId xmlns:p14="http://schemas.microsoft.com/office/powerpoint/2010/main" val="4079085079"/>
              </p:ext>
            </p:extLst>
          </p:nvPr>
        </p:nvGraphicFramePr>
        <p:xfrm>
          <a:off x="768874" y="1424423"/>
          <a:ext cx="2304256" cy="466928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Freeform 6"/>
          <p:cNvSpPr>
            <a:spLocks noEditPoints="1"/>
          </p:cNvSpPr>
          <p:nvPr/>
        </p:nvSpPr>
        <p:spPr bwMode="auto">
          <a:xfrm>
            <a:off x="1771650" y="2074863"/>
            <a:ext cx="241300" cy="257175"/>
          </a:xfrm>
          <a:custGeom>
            <a:avLst/>
            <a:gdLst>
              <a:gd name="T0" fmla="*/ 27556974 w 376"/>
              <a:gd name="T1" fmla="*/ 1231362 h 401"/>
              <a:gd name="T2" fmla="*/ 25500791 w 376"/>
              <a:gd name="T3" fmla="*/ 1231362 h 401"/>
              <a:gd name="T4" fmla="*/ 0 w 376"/>
              <a:gd name="T5" fmla="*/ 65276915 h 401"/>
              <a:gd name="T6" fmla="*/ 26734244 w 376"/>
              <a:gd name="T7" fmla="*/ 91552388 h 401"/>
              <a:gd name="T8" fmla="*/ 53057766 w 376"/>
              <a:gd name="T9" fmla="*/ 65276915 h 401"/>
              <a:gd name="T10" fmla="*/ 27556974 w 376"/>
              <a:gd name="T11" fmla="*/ 1231362 h 401"/>
              <a:gd name="T12" fmla="*/ 128736757 w 376"/>
              <a:gd name="T13" fmla="*/ 1231362 h 401"/>
              <a:gd name="T14" fmla="*/ 127091939 w 376"/>
              <a:gd name="T15" fmla="*/ 1231362 h 401"/>
              <a:gd name="T16" fmla="*/ 101179793 w 376"/>
              <a:gd name="T17" fmla="*/ 65276915 h 401"/>
              <a:gd name="T18" fmla="*/ 127914669 w 376"/>
              <a:gd name="T19" fmla="*/ 91552388 h 401"/>
              <a:gd name="T20" fmla="*/ 154648903 w 376"/>
              <a:gd name="T21" fmla="*/ 65276915 h 401"/>
              <a:gd name="T22" fmla="*/ 128736757 w 376"/>
              <a:gd name="T23" fmla="*/ 1231362 h 401"/>
              <a:gd name="T24" fmla="*/ 76090357 w 376"/>
              <a:gd name="T25" fmla="*/ 73898368 h 401"/>
              <a:gd name="T26" fmla="*/ 50590217 w 376"/>
              <a:gd name="T27" fmla="*/ 138355017 h 401"/>
              <a:gd name="T28" fmla="*/ 77324452 w 376"/>
              <a:gd name="T29" fmla="*/ 164629829 h 401"/>
              <a:gd name="T30" fmla="*/ 104058706 w 376"/>
              <a:gd name="T31" fmla="*/ 138355017 h 401"/>
              <a:gd name="T32" fmla="*/ 78147182 w 376"/>
              <a:gd name="T33" fmla="*/ 73898368 h 401"/>
              <a:gd name="T34" fmla="*/ 76090357 w 376"/>
              <a:gd name="T35" fmla="*/ 73898368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6"/>
              <a:gd name="T55" fmla="*/ 0 h 401"/>
              <a:gd name="T56" fmla="*/ 376 w 376"/>
              <a:gd name="T57" fmla="*/ 401 h 4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18" name="Freeform 11"/>
          <p:cNvSpPr>
            <a:spLocks noEditPoints="1"/>
          </p:cNvSpPr>
          <p:nvPr/>
        </p:nvSpPr>
        <p:spPr bwMode="auto">
          <a:xfrm>
            <a:off x="1760538" y="3103563"/>
            <a:ext cx="309562" cy="311150"/>
          </a:xfrm>
          <a:custGeom>
            <a:avLst/>
            <a:gdLst>
              <a:gd name="T0" fmla="*/ 216321182 w 400"/>
              <a:gd name="T1" fmla="*/ 111249364 h 400"/>
              <a:gd name="T2" fmla="*/ 216321182 w 400"/>
              <a:gd name="T3" fmla="*/ 130596665 h 400"/>
              <a:gd name="T4" fmla="*/ 240357117 w 400"/>
              <a:gd name="T5" fmla="*/ 120923014 h 400"/>
              <a:gd name="T6" fmla="*/ 120178945 w 400"/>
              <a:gd name="T7" fmla="*/ 54415475 h 400"/>
              <a:gd name="T8" fmla="*/ 120178945 w 400"/>
              <a:gd name="T9" fmla="*/ 187430528 h 400"/>
              <a:gd name="T10" fmla="*/ 120178945 w 400"/>
              <a:gd name="T11" fmla="*/ 54415475 h 400"/>
              <a:gd name="T12" fmla="*/ 72107053 w 400"/>
              <a:gd name="T13" fmla="*/ 120923014 h 400"/>
              <a:gd name="T14" fmla="*/ 168250040 w 400"/>
              <a:gd name="T15" fmla="*/ 120923014 h 400"/>
              <a:gd name="T16" fmla="*/ 35452589 w 400"/>
              <a:gd name="T17" fmla="*/ 120923014 h 400"/>
              <a:gd name="T18" fmla="*/ 12017970 w 400"/>
              <a:gd name="T19" fmla="*/ 111249364 h 400"/>
              <a:gd name="T20" fmla="*/ 12017970 w 400"/>
              <a:gd name="T21" fmla="*/ 130596665 h 400"/>
              <a:gd name="T22" fmla="*/ 35452589 w 400"/>
              <a:gd name="T23" fmla="*/ 120923014 h 400"/>
              <a:gd name="T24" fmla="*/ 129793164 w 400"/>
              <a:gd name="T25" fmla="*/ 24184910 h 400"/>
              <a:gd name="T26" fmla="*/ 120178945 w 400"/>
              <a:gd name="T27" fmla="*/ 0 h 400"/>
              <a:gd name="T28" fmla="*/ 110563952 w 400"/>
              <a:gd name="T29" fmla="*/ 24184910 h 400"/>
              <a:gd name="T30" fmla="*/ 120178945 w 400"/>
              <a:gd name="T31" fmla="*/ 205569061 h 400"/>
              <a:gd name="T32" fmla="*/ 110563952 w 400"/>
              <a:gd name="T33" fmla="*/ 229753965 h 400"/>
              <a:gd name="T34" fmla="*/ 129793164 w 400"/>
              <a:gd name="T35" fmla="*/ 229753965 h 400"/>
              <a:gd name="T36" fmla="*/ 120178945 w 400"/>
              <a:gd name="T37" fmla="*/ 205569061 h 400"/>
              <a:gd name="T38" fmla="*/ 210312586 w 400"/>
              <a:gd name="T39" fmla="*/ 30230559 h 400"/>
              <a:gd name="T40" fmla="*/ 186276603 w 400"/>
              <a:gd name="T41" fmla="*/ 40509396 h 400"/>
              <a:gd name="T42" fmla="*/ 200096995 w 400"/>
              <a:gd name="T43" fmla="*/ 53811067 h 400"/>
              <a:gd name="T44" fmla="*/ 39658762 w 400"/>
              <a:gd name="T45" fmla="*/ 188034937 h 400"/>
              <a:gd name="T46" fmla="*/ 30044543 w 400"/>
              <a:gd name="T47" fmla="*/ 211615481 h 400"/>
              <a:gd name="T48" fmla="*/ 53479165 w 400"/>
              <a:gd name="T49" fmla="*/ 201336596 h 400"/>
              <a:gd name="T50" fmla="*/ 39658762 w 400"/>
              <a:gd name="T51" fmla="*/ 188034937 h 400"/>
              <a:gd name="T52" fmla="*/ 30044543 w 400"/>
              <a:gd name="T53" fmla="*/ 30230559 h 400"/>
              <a:gd name="T54" fmla="*/ 39658762 w 400"/>
              <a:gd name="T55" fmla="*/ 53811067 h 400"/>
              <a:gd name="T56" fmla="*/ 53479165 w 400"/>
              <a:gd name="T57" fmla="*/ 40509396 h 400"/>
              <a:gd name="T58" fmla="*/ 186276603 w 400"/>
              <a:gd name="T59" fmla="*/ 201336596 h 400"/>
              <a:gd name="T60" fmla="*/ 210312586 w 400"/>
              <a:gd name="T61" fmla="*/ 211615481 h 400"/>
              <a:gd name="T62" fmla="*/ 200096995 w 400"/>
              <a:gd name="T63" fmla="*/ 188034937 h 400"/>
              <a:gd name="T64" fmla="*/ 186276603 w 400"/>
              <a:gd name="T65" fmla="*/ 201336596 h 4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0"/>
              <a:gd name="T100" fmla="*/ 0 h 400"/>
              <a:gd name="T101" fmla="*/ 400 w 400"/>
              <a:gd name="T102" fmla="*/ 400 h 4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19" name="Freeform 21"/>
          <p:cNvSpPr>
            <a:spLocks noEditPoints="1"/>
          </p:cNvSpPr>
          <p:nvPr/>
        </p:nvSpPr>
        <p:spPr bwMode="auto">
          <a:xfrm>
            <a:off x="1782763" y="4232275"/>
            <a:ext cx="265112" cy="265113"/>
          </a:xfrm>
          <a:custGeom>
            <a:avLst/>
            <a:gdLst>
              <a:gd name="T0" fmla="*/ 168433604 w 403"/>
              <a:gd name="T1" fmla="*/ 64665918 h 404"/>
              <a:gd name="T2" fmla="*/ 104083770 w 403"/>
              <a:gd name="T3" fmla="*/ 47421766 h 404"/>
              <a:gd name="T4" fmla="*/ 92854340 w 403"/>
              <a:gd name="T5" fmla="*/ 5604122 h 404"/>
              <a:gd name="T6" fmla="*/ 84216802 w 403"/>
              <a:gd name="T7" fmla="*/ 862274 h 404"/>
              <a:gd name="T8" fmla="*/ 6046265 w 403"/>
              <a:gd name="T9" fmla="*/ 21986008 h 404"/>
              <a:gd name="T10" fmla="*/ 863752 w 403"/>
              <a:gd name="T11" fmla="*/ 30177604 h 404"/>
              <a:gd name="T12" fmla="*/ 28936022 w 403"/>
              <a:gd name="T13" fmla="*/ 134073682 h 404"/>
              <a:gd name="T14" fmla="*/ 37141993 w 403"/>
              <a:gd name="T15" fmla="*/ 138815528 h 404"/>
              <a:gd name="T16" fmla="*/ 68669271 w 403"/>
              <a:gd name="T17" fmla="*/ 130193452 h 404"/>
              <a:gd name="T18" fmla="*/ 64350512 w 403"/>
              <a:gd name="T19" fmla="*/ 146144194 h 404"/>
              <a:gd name="T20" fmla="*/ 69100817 w 403"/>
              <a:gd name="T21" fmla="*/ 154335134 h 404"/>
              <a:gd name="T22" fmla="*/ 139066045 w 403"/>
              <a:gd name="T23" fmla="*/ 172872736 h 404"/>
              <a:gd name="T24" fmla="*/ 147703562 w 403"/>
              <a:gd name="T25" fmla="*/ 168561985 h 404"/>
              <a:gd name="T26" fmla="*/ 173184608 w 403"/>
              <a:gd name="T27" fmla="*/ 72856857 h 404"/>
              <a:gd name="T28" fmla="*/ 168433604 w 403"/>
              <a:gd name="T29" fmla="*/ 64665918 h 404"/>
              <a:gd name="T30" fmla="*/ 14683785 w 403"/>
              <a:gd name="T31" fmla="*/ 32332631 h 404"/>
              <a:gd name="T32" fmla="*/ 82489298 w 403"/>
              <a:gd name="T33" fmla="*/ 14226201 h 404"/>
              <a:gd name="T34" fmla="*/ 107538777 w 403"/>
              <a:gd name="T35" fmla="*/ 107345181 h 404"/>
              <a:gd name="T36" fmla="*/ 39733248 w 403"/>
              <a:gd name="T37" fmla="*/ 125451606 h 404"/>
              <a:gd name="T38" fmla="*/ 14683785 w 403"/>
              <a:gd name="T39" fmla="*/ 32332631 h 404"/>
              <a:gd name="T40" fmla="*/ 136042585 w 403"/>
              <a:gd name="T41" fmla="*/ 159939909 h 404"/>
              <a:gd name="T42" fmla="*/ 77306788 w 403"/>
              <a:gd name="T43" fmla="*/ 143988511 h 404"/>
              <a:gd name="T44" fmla="*/ 82057751 w 403"/>
              <a:gd name="T45" fmla="*/ 126744360 h 404"/>
              <a:gd name="T46" fmla="*/ 115744090 w 403"/>
              <a:gd name="T47" fmla="*/ 117691803 h 404"/>
              <a:gd name="T48" fmla="*/ 120495053 w 403"/>
              <a:gd name="T49" fmla="*/ 109500208 h 404"/>
              <a:gd name="T50" fmla="*/ 107538777 w 403"/>
              <a:gd name="T51" fmla="*/ 61216825 h 404"/>
              <a:gd name="T52" fmla="*/ 158932335 w 403"/>
              <a:gd name="T53" fmla="*/ 75011884 h 404"/>
              <a:gd name="T54" fmla="*/ 136042585 w 403"/>
              <a:gd name="T55" fmla="*/ 159939909 h 4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3"/>
              <a:gd name="T85" fmla="*/ 0 h 404"/>
              <a:gd name="T86" fmla="*/ 403 w 403"/>
              <a:gd name="T87" fmla="*/ 404 h 4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w="9525">
            <a:noFill/>
            <a:miter lim="800000"/>
            <a:headEnd/>
            <a:tailEnd/>
          </a:ln>
        </p:spPr>
        <p:txBody>
          <a:bodyPr/>
          <a:lstStyle/>
          <a:p>
            <a:endParaRPr lang="el-GR">
              <a:solidFill>
                <a:srgbClr val="000000"/>
              </a:solidFill>
            </a:endParaRPr>
          </a:p>
        </p:txBody>
      </p:sp>
      <p:sp>
        <p:nvSpPr>
          <p:cNvPr id="20" name="Content Placeholder 2"/>
          <p:cNvSpPr txBox="1">
            <a:spLocks/>
          </p:cNvSpPr>
          <p:nvPr/>
        </p:nvSpPr>
        <p:spPr bwMode="auto">
          <a:xfrm>
            <a:off x="2971800" y="2813050"/>
            <a:ext cx="9220200" cy="601663"/>
          </a:xfrm>
          <a:prstGeom prst="rect">
            <a:avLst/>
          </a:prstGeom>
          <a:noFill/>
          <a:ln w="9525">
            <a:noFill/>
            <a:miter lim="800000"/>
            <a:headEnd/>
            <a:tailEnd/>
          </a:ln>
        </p:spPr>
        <p:txBody>
          <a:bodyPr/>
          <a:lstStyle/>
          <a:p>
            <a:pPr algn="ctr">
              <a:spcBef>
                <a:spcPct val="20000"/>
              </a:spcBef>
              <a:buFont typeface="Arial" charset="0"/>
              <a:buNone/>
            </a:pPr>
            <a:r>
              <a:rPr lang="ar-SA" sz="3200" dirty="0"/>
              <a:t>الأساس النظري: أي أنهما تقومان بواسطة نظرية الممارسة الفعلية</a:t>
            </a:r>
            <a:endParaRPr lang="en-US" sz="3200" dirty="0"/>
          </a:p>
        </p:txBody>
      </p:sp>
      <p:sp>
        <p:nvSpPr>
          <p:cNvPr id="21" name="Freeform 26"/>
          <p:cNvSpPr>
            <a:spLocks/>
          </p:cNvSpPr>
          <p:nvPr/>
        </p:nvSpPr>
        <p:spPr bwMode="auto">
          <a:xfrm>
            <a:off x="1782763" y="5307013"/>
            <a:ext cx="217487" cy="225425"/>
          </a:xfrm>
          <a:custGeom>
            <a:avLst/>
            <a:gdLst>
              <a:gd name="T0" fmla="*/ 64986540 w 274"/>
              <a:gd name="T1" fmla="*/ 179289841 h 284"/>
              <a:gd name="T2" fmla="*/ 50474436 w 274"/>
              <a:gd name="T3" fmla="*/ 172345326 h 284"/>
              <a:gd name="T4" fmla="*/ 5678473 w 274"/>
              <a:gd name="T5" fmla="*/ 112371983 h 284"/>
              <a:gd name="T6" fmla="*/ 8832829 w 274"/>
              <a:gd name="T7" fmla="*/ 87750637 h 284"/>
              <a:gd name="T8" fmla="*/ 33439814 w 274"/>
              <a:gd name="T9" fmla="*/ 91539204 h 284"/>
              <a:gd name="T10" fmla="*/ 63093452 w 274"/>
              <a:gd name="T11" fmla="*/ 130679818 h 284"/>
              <a:gd name="T12" fmla="*/ 138174877 w 274"/>
              <a:gd name="T13" fmla="*/ 10732292 h 284"/>
              <a:gd name="T14" fmla="*/ 162150030 w 274"/>
              <a:gd name="T15" fmla="*/ 5050631 h 284"/>
              <a:gd name="T16" fmla="*/ 167828502 w 274"/>
              <a:gd name="T17" fmla="*/ 29671168 h 284"/>
              <a:gd name="T18" fmla="*/ 79497838 w 274"/>
              <a:gd name="T19" fmla="*/ 171083264 h 284"/>
              <a:gd name="T20" fmla="*/ 65616776 w 274"/>
              <a:gd name="T21" fmla="*/ 179289841 h 284"/>
              <a:gd name="T22" fmla="*/ 64986540 w 274"/>
              <a:gd name="T23" fmla="*/ 179289841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22" name="Content Placeholder 2"/>
          <p:cNvSpPr txBox="1">
            <a:spLocks/>
          </p:cNvSpPr>
          <p:nvPr/>
        </p:nvSpPr>
        <p:spPr bwMode="auto">
          <a:xfrm>
            <a:off x="3298825" y="3889375"/>
            <a:ext cx="8564562" cy="1081088"/>
          </a:xfrm>
          <a:prstGeom prst="rect">
            <a:avLst/>
          </a:prstGeom>
          <a:noFill/>
          <a:ln w="9525">
            <a:noFill/>
            <a:miter lim="800000"/>
            <a:headEnd/>
            <a:tailEnd/>
          </a:ln>
        </p:spPr>
        <p:txBody>
          <a:bodyPr/>
          <a:lstStyle/>
          <a:p>
            <a:pPr algn="ctr">
              <a:spcBef>
                <a:spcPct val="20000"/>
              </a:spcBef>
              <a:buFont typeface="Arial" charset="0"/>
              <a:buNone/>
            </a:pPr>
            <a:r>
              <a:rPr lang="ar-SA" sz="3200" dirty="0"/>
              <a:t>وتتفقان في مدخل النظم: أي كلاهما يسيران وفق نظم علمية ليست ارتجالية أو عشوائية</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16"/>
                                        </p:tgtEl>
                                        <p:attrNameLst>
                                          <p:attrName>style.visibility</p:attrName>
                                        </p:attrNameLst>
                                      </p:cBhvr>
                                      <p:to>
                                        <p:strVal val="visible"/>
                                      </p:to>
                                    </p:set>
                                  </p:childTnLst>
                                </p:cTn>
                              </p:par>
                            </p:childTnLst>
                          </p:cTn>
                        </p:par>
                        <p:par>
                          <p:cTn id="10" fill="hold">
                            <p:stCondLst>
                              <p:cond delay="0"/>
                            </p:stCondLst>
                            <p:childTnLst>
                              <p:par>
                                <p:cTn id="11" presetID="10" presetClass="entr" presetSubtype="0"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childTnLst>
                          </p:cTn>
                        </p:par>
                        <p:par>
                          <p:cTn id="14" fill="hold">
                            <p:stCondLst>
                              <p:cond delay="500"/>
                            </p:stCondLst>
                            <p:childTnLst>
                              <p:par>
                                <p:cTn id="15" presetID="53" presetClass="entr" presetSubtype="16" fill="hold" grpId="0" nodeType="after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p:cTn id="17" dur="500" fill="hold"/>
                                        <p:tgtEl>
                                          <p:spTgt spid="18"/>
                                        </p:tgtEl>
                                        <p:attrNameLst>
                                          <p:attrName>ppt_w</p:attrName>
                                        </p:attrNameLst>
                                      </p:cBhvr>
                                      <p:tavLst>
                                        <p:tav tm="0">
                                          <p:val>
                                            <p:fltVal val="0"/>
                                          </p:val>
                                        </p:tav>
                                        <p:tav tm="100000">
                                          <p:val>
                                            <p:strVal val="#ppt_w"/>
                                          </p:val>
                                        </p:tav>
                                      </p:tavLst>
                                    </p:anim>
                                    <p:anim calcmode="lin" valueType="num">
                                      <p:cBhvr>
                                        <p:cTn id="18" dur="500" fill="hold"/>
                                        <p:tgtEl>
                                          <p:spTgt spid="18"/>
                                        </p:tgtEl>
                                        <p:attrNameLst>
                                          <p:attrName>ppt_h</p:attrName>
                                        </p:attrNameLst>
                                      </p:cBhvr>
                                      <p:tavLst>
                                        <p:tav tm="0">
                                          <p:val>
                                            <p:fltVal val="0"/>
                                          </p:val>
                                        </p:tav>
                                        <p:tav tm="100000">
                                          <p:val>
                                            <p:strVal val="#ppt_h"/>
                                          </p:val>
                                        </p:tav>
                                      </p:tavLst>
                                    </p:anim>
                                    <p:animEffect transition="in" filter="fade">
                                      <p:cBhvr>
                                        <p:cTn id="19" dur="500"/>
                                        <p:tgtEl>
                                          <p:spTgt spid="18"/>
                                        </p:tgtEl>
                                      </p:cBhvr>
                                    </p:animEffect>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childTnLst>
                          </p:cTn>
                        </p:par>
                        <p:par>
                          <p:cTn id="24" fill="hold">
                            <p:stCondLst>
                              <p:cond delay="1500"/>
                            </p:stCondLst>
                            <p:childTnLst>
                              <p:par>
                                <p:cTn id="25" presetID="53" presetClass="entr" presetSubtype="16"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Graphic spid="16" grpId="0">
        <p:bldAsOne/>
      </p:bldGraphic>
      <p:bldP spid="18" grpId="0" animBg="1"/>
      <p:bldP spid="19" grpId="0" animBg="1"/>
      <p:bldP spid="20" grpId="0"/>
      <p:bldP spid="2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bwMode="auto">
          <a:xfrm>
            <a:off x="519113" y="330200"/>
            <a:ext cx="11256962" cy="923925"/>
          </a:xfrm>
          <a:prstGeom prst="rect">
            <a:avLst/>
          </a:prstGeom>
          <a:noFill/>
          <a:ln w="9525">
            <a:noFill/>
            <a:miter lim="800000"/>
            <a:headEnd/>
            <a:tailEnd/>
          </a:ln>
        </p:spPr>
        <p:txBody>
          <a:bodyPr>
            <a:spAutoFit/>
          </a:bodyPr>
          <a:lstStyle/>
          <a:p>
            <a:pPr>
              <a:lnSpc>
                <a:spcPct val="150000"/>
              </a:lnSpc>
              <a:spcBef>
                <a:spcPct val="20000"/>
              </a:spcBef>
              <a:buFont typeface="Arial" charset="0"/>
              <a:buNone/>
            </a:pPr>
            <a:r>
              <a:rPr lang="ar-SA" sz="3600" b="1" u="sng" dirty="0"/>
              <a:t>وتتفق تكنولوجيا التعليم مع تكنولوجيا التربية في أن كلاهما تقوم على</a:t>
            </a:r>
            <a:endParaRPr lang="en-US" sz="3600" b="1" u="sng" dirty="0">
              <a:solidFill>
                <a:srgbClr val="767171"/>
              </a:solidFill>
              <a:latin typeface="Calibri Light"/>
            </a:endParaRPr>
          </a:p>
        </p:txBody>
      </p:sp>
      <p:graphicFrame>
        <p:nvGraphicFramePr>
          <p:cNvPr id="16" name="Diagram 15"/>
          <p:cNvGraphicFramePr/>
          <p:nvPr>
            <p:extLst>
              <p:ext uri="{D42A27DB-BD31-4B8C-83A1-F6EECF244321}">
                <p14:modId xmlns:p14="http://schemas.microsoft.com/office/powerpoint/2010/main" val="423028472"/>
              </p:ext>
            </p:extLst>
          </p:nvPr>
        </p:nvGraphicFramePr>
        <p:xfrm>
          <a:off x="630635" y="1254125"/>
          <a:ext cx="2304256" cy="436218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Freeform 6"/>
          <p:cNvSpPr>
            <a:spLocks noEditPoints="1"/>
          </p:cNvSpPr>
          <p:nvPr/>
        </p:nvSpPr>
        <p:spPr bwMode="auto">
          <a:xfrm>
            <a:off x="1771650" y="2074863"/>
            <a:ext cx="241300" cy="257175"/>
          </a:xfrm>
          <a:custGeom>
            <a:avLst/>
            <a:gdLst>
              <a:gd name="T0" fmla="*/ 27556974 w 376"/>
              <a:gd name="T1" fmla="*/ 1231362 h 401"/>
              <a:gd name="T2" fmla="*/ 25500791 w 376"/>
              <a:gd name="T3" fmla="*/ 1231362 h 401"/>
              <a:gd name="T4" fmla="*/ 0 w 376"/>
              <a:gd name="T5" fmla="*/ 65276915 h 401"/>
              <a:gd name="T6" fmla="*/ 26734244 w 376"/>
              <a:gd name="T7" fmla="*/ 91552388 h 401"/>
              <a:gd name="T8" fmla="*/ 53057766 w 376"/>
              <a:gd name="T9" fmla="*/ 65276915 h 401"/>
              <a:gd name="T10" fmla="*/ 27556974 w 376"/>
              <a:gd name="T11" fmla="*/ 1231362 h 401"/>
              <a:gd name="T12" fmla="*/ 128736757 w 376"/>
              <a:gd name="T13" fmla="*/ 1231362 h 401"/>
              <a:gd name="T14" fmla="*/ 127091939 w 376"/>
              <a:gd name="T15" fmla="*/ 1231362 h 401"/>
              <a:gd name="T16" fmla="*/ 101179793 w 376"/>
              <a:gd name="T17" fmla="*/ 65276915 h 401"/>
              <a:gd name="T18" fmla="*/ 127914669 w 376"/>
              <a:gd name="T19" fmla="*/ 91552388 h 401"/>
              <a:gd name="T20" fmla="*/ 154648903 w 376"/>
              <a:gd name="T21" fmla="*/ 65276915 h 401"/>
              <a:gd name="T22" fmla="*/ 128736757 w 376"/>
              <a:gd name="T23" fmla="*/ 1231362 h 401"/>
              <a:gd name="T24" fmla="*/ 76090357 w 376"/>
              <a:gd name="T25" fmla="*/ 73898368 h 401"/>
              <a:gd name="T26" fmla="*/ 50590217 w 376"/>
              <a:gd name="T27" fmla="*/ 138355017 h 401"/>
              <a:gd name="T28" fmla="*/ 77324452 w 376"/>
              <a:gd name="T29" fmla="*/ 164629829 h 401"/>
              <a:gd name="T30" fmla="*/ 104058706 w 376"/>
              <a:gd name="T31" fmla="*/ 138355017 h 401"/>
              <a:gd name="T32" fmla="*/ 78147182 w 376"/>
              <a:gd name="T33" fmla="*/ 73898368 h 401"/>
              <a:gd name="T34" fmla="*/ 76090357 w 376"/>
              <a:gd name="T35" fmla="*/ 73898368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6"/>
              <a:gd name="T55" fmla="*/ 0 h 401"/>
              <a:gd name="T56" fmla="*/ 376 w 376"/>
              <a:gd name="T57" fmla="*/ 401 h 4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18" name="Freeform 11"/>
          <p:cNvSpPr>
            <a:spLocks noEditPoints="1"/>
          </p:cNvSpPr>
          <p:nvPr/>
        </p:nvSpPr>
        <p:spPr bwMode="auto">
          <a:xfrm>
            <a:off x="1703388" y="2828765"/>
            <a:ext cx="309562" cy="311150"/>
          </a:xfrm>
          <a:custGeom>
            <a:avLst/>
            <a:gdLst>
              <a:gd name="T0" fmla="*/ 216321182 w 400"/>
              <a:gd name="T1" fmla="*/ 111249364 h 400"/>
              <a:gd name="T2" fmla="*/ 216321182 w 400"/>
              <a:gd name="T3" fmla="*/ 130596665 h 400"/>
              <a:gd name="T4" fmla="*/ 240357117 w 400"/>
              <a:gd name="T5" fmla="*/ 120923014 h 400"/>
              <a:gd name="T6" fmla="*/ 120178945 w 400"/>
              <a:gd name="T7" fmla="*/ 54415475 h 400"/>
              <a:gd name="T8" fmla="*/ 120178945 w 400"/>
              <a:gd name="T9" fmla="*/ 187430528 h 400"/>
              <a:gd name="T10" fmla="*/ 120178945 w 400"/>
              <a:gd name="T11" fmla="*/ 54415475 h 400"/>
              <a:gd name="T12" fmla="*/ 72107053 w 400"/>
              <a:gd name="T13" fmla="*/ 120923014 h 400"/>
              <a:gd name="T14" fmla="*/ 168250040 w 400"/>
              <a:gd name="T15" fmla="*/ 120923014 h 400"/>
              <a:gd name="T16" fmla="*/ 35452589 w 400"/>
              <a:gd name="T17" fmla="*/ 120923014 h 400"/>
              <a:gd name="T18" fmla="*/ 12017970 w 400"/>
              <a:gd name="T19" fmla="*/ 111249364 h 400"/>
              <a:gd name="T20" fmla="*/ 12017970 w 400"/>
              <a:gd name="T21" fmla="*/ 130596665 h 400"/>
              <a:gd name="T22" fmla="*/ 35452589 w 400"/>
              <a:gd name="T23" fmla="*/ 120923014 h 400"/>
              <a:gd name="T24" fmla="*/ 129793164 w 400"/>
              <a:gd name="T25" fmla="*/ 24184910 h 400"/>
              <a:gd name="T26" fmla="*/ 120178945 w 400"/>
              <a:gd name="T27" fmla="*/ 0 h 400"/>
              <a:gd name="T28" fmla="*/ 110563952 w 400"/>
              <a:gd name="T29" fmla="*/ 24184910 h 400"/>
              <a:gd name="T30" fmla="*/ 120178945 w 400"/>
              <a:gd name="T31" fmla="*/ 205569061 h 400"/>
              <a:gd name="T32" fmla="*/ 110563952 w 400"/>
              <a:gd name="T33" fmla="*/ 229753965 h 400"/>
              <a:gd name="T34" fmla="*/ 129793164 w 400"/>
              <a:gd name="T35" fmla="*/ 229753965 h 400"/>
              <a:gd name="T36" fmla="*/ 120178945 w 400"/>
              <a:gd name="T37" fmla="*/ 205569061 h 400"/>
              <a:gd name="T38" fmla="*/ 210312586 w 400"/>
              <a:gd name="T39" fmla="*/ 30230559 h 400"/>
              <a:gd name="T40" fmla="*/ 186276603 w 400"/>
              <a:gd name="T41" fmla="*/ 40509396 h 400"/>
              <a:gd name="T42" fmla="*/ 200096995 w 400"/>
              <a:gd name="T43" fmla="*/ 53811067 h 400"/>
              <a:gd name="T44" fmla="*/ 39658762 w 400"/>
              <a:gd name="T45" fmla="*/ 188034937 h 400"/>
              <a:gd name="T46" fmla="*/ 30044543 w 400"/>
              <a:gd name="T47" fmla="*/ 211615481 h 400"/>
              <a:gd name="T48" fmla="*/ 53479165 w 400"/>
              <a:gd name="T49" fmla="*/ 201336596 h 400"/>
              <a:gd name="T50" fmla="*/ 39658762 w 400"/>
              <a:gd name="T51" fmla="*/ 188034937 h 400"/>
              <a:gd name="T52" fmla="*/ 30044543 w 400"/>
              <a:gd name="T53" fmla="*/ 30230559 h 400"/>
              <a:gd name="T54" fmla="*/ 39658762 w 400"/>
              <a:gd name="T55" fmla="*/ 53811067 h 400"/>
              <a:gd name="T56" fmla="*/ 53479165 w 400"/>
              <a:gd name="T57" fmla="*/ 40509396 h 400"/>
              <a:gd name="T58" fmla="*/ 186276603 w 400"/>
              <a:gd name="T59" fmla="*/ 201336596 h 400"/>
              <a:gd name="T60" fmla="*/ 210312586 w 400"/>
              <a:gd name="T61" fmla="*/ 211615481 h 400"/>
              <a:gd name="T62" fmla="*/ 200096995 w 400"/>
              <a:gd name="T63" fmla="*/ 188034937 h 400"/>
              <a:gd name="T64" fmla="*/ 186276603 w 400"/>
              <a:gd name="T65" fmla="*/ 201336596 h 4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0"/>
              <a:gd name="T100" fmla="*/ 0 h 400"/>
              <a:gd name="T101" fmla="*/ 400 w 400"/>
              <a:gd name="T102" fmla="*/ 400 h 4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19" name="Freeform 21"/>
          <p:cNvSpPr>
            <a:spLocks noEditPoints="1"/>
          </p:cNvSpPr>
          <p:nvPr/>
        </p:nvSpPr>
        <p:spPr bwMode="auto">
          <a:xfrm>
            <a:off x="1782763" y="4232275"/>
            <a:ext cx="265112" cy="265113"/>
          </a:xfrm>
          <a:custGeom>
            <a:avLst/>
            <a:gdLst>
              <a:gd name="T0" fmla="*/ 168433604 w 403"/>
              <a:gd name="T1" fmla="*/ 64665918 h 404"/>
              <a:gd name="T2" fmla="*/ 104083770 w 403"/>
              <a:gd name="T3" fmla="*/ 47421766 h 404"/>
              <a:gd name="T4" fmla="*/ 92854340 w 403"/>
              <a:gd name="T5" fmla="*/ 5604122 h 404"/>
              <a:gd name="T6" fmla="*/ 84216802 w 403"/>
              <a:gd name="T7" fmla="*/ 862274 h 404"/>
              <a:gd name="T8" fmla="*/ 6046265 w 403"/>
              <a:gd name="T9" fmla="*/ 21986008 h 404"/>
              <a:gd name="T10" fmla="*/ 863752 w 403"/>
              <a:gd name="T11" fmla="*/ 30177604 h 404"/>
              <a:gd name="T12" fmla="*/ 28936022 w 403"/>
              <a:gd name="T13" fmla="*/ 134073682 h 404"/>
              <a:gd name="T14" fmla="*/ 37141993 w 403"/>
              <a:gd name="T15" fmla="*/ 138815528 h 404"/>
              <a:gd name="T16" fmla="*/ 68669271 w 403"/>
              <a:gd name="T17" fmla="*/ 130193452 h 404"/>
              <a:gd name="T18" fmla="*/ 64350512 w 403"/>
              <a:gd name="T19" fmla="*/ 146144194 h 404"/>
              <a:gd name="T20" fmla="*/ 69100817 w 403"/>
              <a:gd name="T21" fmla="*/ 154335134 h 404"/>
              <a:gd name="T22" fmla="*/ 139066045 w 403"/>
              <a:gd name="T23" fmla="*/ 172872736 h 404"/>
              <a:gd name="T24" fmla="*/ 147703562 w 403"/>
              <a:gd name="T25" fmla="*/ 168561985 h 404"/>
              <a:gd name="T26" fmla="*/ 173184608 w 403"/>
              <a:gd name="T27" fmla="*/ 72856857 h 404"/>
              <a:gd name="T28" fmla="*/ 168433604 w 403"/>
              <a:gd name="T29" fmla="*/ 64665918 h 404"/>
              <a:gd name="T30" fmla="*/ 14683785 w 403"/>
              <a:gd name="T31" fmla="*/ 32332631 h 404"/>
              <a:gd name="T32" fmla="*/ 82489298 w 403"/>
              <a:gd name="T33" fmla="*/ 14226201 h 404"/>
              <a:gd name="T34" fmla="*/ 107538777 w 403"/>
              <a:gd name="T35" fmla="*/ 107345181 h 404"/>
              <a:gd name="T36" fmla="*/ 39733248 w 403"/>
              <a:gd name="T37" fmla="*/ 125451606 h 404"/>
              <a:gd name="T38" fmla="*/ 14683785 w 403"/>
              <a:gd name="T39" fmla="*/ 32332631 h 404"/>
              <a:gd name="T40" fmla="*/ 136042585 w 403"/>
              <a:gd name="T41" fmla="*/ 159939909 h 404"/>
              <a:gd name="T42" fmla="*/ 77306788 w 403"/>
              <a:gd name="T43" fmla="*/ 143988511 h 404"/>
              <a:gd name="T44" fmla="*/ 82057751 w 403"/>
              <a:gd name="T45" fmla="*/ 126744360 h 404"/>
              <a:gd name="T46" fmla="*/ 115744090 w 403"/>
              <a:gd name="T47" fmla="*/ 117691803 h 404"/>
              <a:gd name="T48" fmla="*/ 120495053 w 403"/>
              <a:gd name="T49" fmla="*/ 109500208 h 404"/>
              <a:gd name="T50" fmla="*/ 107538777 w 403"/>
              <a:gd name="T51" fmla="*/ 61216825 h 404"/>
              <a:gd name="T52" fmla="*/ 158932335 w 403"/>
              <a:gd name="T53" fmla="*/ 75011884 h 404"/>
              <a:gd name="T54" fmla="*/ 136042585 w 403"/>
              <a:gd name="T55" fmla="*/ 159939909 h 4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3"/>
              <a:gd name="T85" fmla="*/ 0 h 404"/>
              <a:gd name="T86" fmla="*/ 403 w 403"/>
              <a:gd name="T87" fmla="*/ 404 h 4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w="9525">
            <a:noFill/>
            <a:miter lim="800000"/>
            <a:headEnd/>
            <a:tailEnd/>
          </a:ln>
        </p:spPr>
        <p:txBody>
          <a:bodyPr/>
          <a:lstStyle/>
          <a:p>
            <a:endParaRPr lang="el-GR">
              <a:solidFill>
                <a:srgbClr val="000000"/>
              </a:solidFill>
            </a:endParaRPr>
          </a:p>
        </p:txBody>
      </p:sp>
      <p:sp>
        <p:nvSpPr>
          <p:cNvPr id="21" name="Freeform 26"/>
          <p:cNvSpPr>
            <a:spLocks/>
          </p:cNvSpPr>
          <p:nvPr/>
        </p:nvSpPr>
        <p:spPr bwMode="auto">
          <a:xfrm>
            <a:off x="1782763" y="5307013"/>
            <a:ext cx="217487" cy="225425"/>
          </a:xfrm>
          <a:custGeom>
            <a:avLst/>
            <a:gdLst>
              <a:gd name="T0" fmla="*/ 64986540 w 274"/>
              <a:gd name="T1" fmla="*/ 179289841 h 284"/>
              <a:gd name="T2" fmla="*/ 50474436 w 274"/>
              <a:gd name="T3" fmla="*/ 172345326 h 284"/>
              <a:gd name="T4" fmla="*/ 5678473 w 274"/>
              <a:gd name="T5" fmla="*/ 112371983 h 284"/>
              <a:gd name="T6" fmla="*/ 8832829 w 274"/>
              <a:gd name="T7" fmla="*/ 87750637 h 284"/>
              <a:gd name="T8" fmla="*/ 33439814 w 274"/>
              <a:gd name="T9" fmla="*/ 91539204 h 284"/>
              <a:gd name="T10" fmla="*/ 63093452 w 274"/>
              <a:gd name="T11" fmla="*/ 130679818 h 284"/>
              <a:gd name="T12" fmla="*/ 138174877 w 274"/>
              <a:gd name="T13" fmla="*/ 10732292 h 284"/>
              <a:gd name="T14" fmla="*/ 162150030 w 274"/>
              <a:gd name="T15" fmla="*/ 5050631 h 284"/>
              <a:gd name="T16" fmla="*/ 167828502 w 274"/>
              <a:gd name="T17" fmla="*/ 29671168 h 284"/>
              <a:gd name="T18" fmla="*/ 79497838 w 274"/>
              <a:gd name="T19" fmla="*/ 171083264 h 284"/>
              <a:gd name="T20" fmla="*/ 65616776 w 274"/>
              <a:gd name="T21" fmla="*/ 179289841 h 284"/>
              <a:gd name="T22" fmla="*/ 64986540 w 274"/>
              <a:gd name="T23" fmla="*/ 179289841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23" name="Content Placeholder 2"/>
          <p:cNvSpPr txBox="1">
            <a:spLocks/>
          </p:cNvSpPr>
          <p:nvPr/>
        </p:nvSpPr>
        <p:spPr bwMode="auto">
          <a:xfrm>
            <a:off x="2754313" y="2203450"/>
            <a:ext cx="9021762" cy="1493837"/>
          </a:xfrm>
          <a:prstGeom prst="rect">
            <a:avLst/>
          </a:prstGeom>
          <a:noFill/>
          <a:ln w="9525">
            <a:noFill/>
            <a:miter lim="800000"/>
            <a:headEnd/>
            <a:tailEnd/>
          </a:ln>
        </p:spPr>
        <p:txBody>
          <a:bodyPr/>
          <a:lstStyle/>
          <a:p>
            <a:pPr algn="ctr">
              <a:spcBef>
                <a:spcPct val="20000"/>
              </a:spcBef>
              <a:buFont typeface="Arial" charset="0"/>
              <a:buNone/>
            </a:pPr>
            <a:r>
              <a:rPr lang="ar-SA" sz="3200" dirty="0"/>
              <a:t>وتتفق في عناصر واحدة: أي أن كلاهما تتكون من (3) عناصر وهي: الأدوات والعنصر البشري، والمواد، حيث تتفاعل هذه العناصر وتعمل في منظومة متكاملة واحدة</a:t>
            </a:r>
            <a:endParaRPr lang="en-US" sz="3200" dirty="0"/>
          </a:p>
        </p:txBody>
      </p:sp>
      <p:sp>
        <p:nvSpPr>
          <p:cNvPr id="24" name="Content Placeholder 2"/>
          <p:cNvSpPr txBox="1">
            <a:spLocks/>
          </p:cNvSpPr>
          <p:nvPr/>
        </p:nvSpPr>
        <p:spPr bwMode="auto">
          <a:xfrm>
            <a:off x="4124325" y="4314032"/>
            <a:ext cx="6632575" cy="687176"/>
          </a:xfrm>
          <a:prstGeom prst="rect">
            <a:avLst/>
          </a:prstGeom>
          <a:noFill/>
          <a:ln w="9525">
            <a:noFill/>
            <a:miter lim="800000"/>
            <a:headEnd/>
            <a:tailEnd/>
          </a:ln>
        </p:spPr>
        <p:txBody>
          <a:bodyPr/>
          <a:lstStyle/>
          <a:p>
            <a:pPr algn="ctr">
              <a:spcBef>
                <a:spcPct val="20000"/>
              </a:spcBef>
              <a:buFont typeface="Arial" charset="0"/>
              <a:buNone/>
            </a:pPr>
            <a:r>
              <a:rPr lang="ar-SA" sz="3200" dirty="0"/>
              <a:t>وتتفقان في تحقيق الهدف، وحل المشكلة</a:t>
            </a:r>
            <a:endParaRPr lang="en-US" sz="3200" dirty="0"/>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285094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fade">
                                      <p:cBhvr>
                                        <p:cTn id="7" dur="500"/>
                                        <p:tgtEl>
                                          <p:spTgt spid="411"/>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500" fill="hold"/>
                                        <p:tgtEl>
                                          <p:spTgt spid="18"/>
                                        </p:tgtEl>
                                        <p:attrNameLst>
                                          <p:attrName>ppt_w</p:attrName>
                                        </p:attrNameLst>
                                      </p:cBhvr>
                                      <p:tavLst>
                                        <p:tav tm="0">
                                          <p:val>
                                            <p:fltVal val="0"/>
                                          </p:val>
                                        </p:tav>
                                        <p:tav tm="100000">
                                          <p:val>
                                            <p:strVal val="#ppt_w"/>
                                          </p:val>
                                        </p:tav>
                                      </p:tavLst>
                                    </p:anim>
                                    <p:anim calcmode="lin" valueType="num">
                                      <p:cBhvr>
                                        <p:cTn id="12" dur="500" fill="hold"/>
                                        <p:tgtEl>
                                          <p:spTgt spid="18"/>
                                        </p:tgtEl>
                                        <p:attrNameLst>
                                          <p:attrName>ppt_h</p:attrName>
                                        </p:attrNameLst>
                                      </p:cBhvr>
                                      <p:tavLst>
                                        <p:tav tm="0">
                                          <p:val>
                                            <p:fltVal val="0"/>
                                          </p:val>
                                        </p:tav>
                                        <p:tav tm="100000">
                                          <p:val>
                                            <p:strVal val="#ppt_h"/>
                                          </p:val>
                                        </p:tav>
                                      </p:tavLst>
                                    </p:anim>
                                    <p:animEffect transition="in" filter="fade">
                                      <p:cBhvr>
                                        <p:cTn id="13" dur="500"/>
                                        <p:tgtEl>
                                          <p:spTgt spid="18"/>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p:cTn id="17" dur="500" fill="hold"/>
                                        <p:tgtEl>
                                          <p:spTgt spid="19"/>
                                        </p:tgtEl>
                                        <p:attrNameLst>
                                          <p:attrName>ppt_w</p:attrName>
                                        </p:attrNameLst>
                                      </p:cBhvr>
                                      <p:tavLst>
                                        <p:tav tm="0">
                                          <p:val>
                                            <p:fltVal val="0"/>
                                          </p:val>
                                        </p:tav>
                                        <p:tav tm="100000">
                                          <p:val>
                                            <p:strVal val="#ppt_w"/>
                                          </p:val>
                                        </p:tav>
                                      </p:tavLst>
                                    </p:anim>
                                    <p:anim calcmode="lin" valueType="num">
                                      <p:cBhvr>
                                        <p:cTn id="18" dur="500" fill="hold"/>
                                        <p:tgtEl>
                                          <p:spTgt spid="19"/>
                                        </p:tgtEl>
                                        <p:attrNameLst>
                                          <p:attrName>ppt_h</p:attrName>
                                        </p:attrNameLst>
                                      </p:cBhvr>
                                      <p:tavLst>
                                        <p:tav tm="0">
                                          <p:val>
                                            <p:fltVal val="0"/>
                                          </p:val>
                                        </p:tav>
                                        <p:tav tm="100000">
                                          <p:val>
                                            <p:strVal val="#ppt_h"/>
                                          </p:val>
                                        </p:tav>
                                      </p:tavLst>
                                    </p:anim>
                                    <p:animEffect transition="in" filter="fade">
                                      <p:cBhvr>
                                        <p:cTn id="19" dur="500"/>
                                        <p:tgtEl>
                                          <p:spTgt spid="19"/>
                                        </p:tgtEl>
                                      </p:cBhvr>
                                    </p:animEffect>
                                  </p:childTnLst>
                                </p:cTn>
                              </p:par>
                            </p:childTnLst>
                          </p:cTn>
                        </p:par>
                        <p:par>
                          <p:cTn id="20" fill="hold">
                            <p:stCondLst>
                              <p:cond delay="1500"/>
                            </p:stCondLst>
                            <p:childTnLst>
                              <p:par>
                                <p:cTn id="21" presetID="1"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Graphic spid="16" grpId="0">
        <p:bldAsOne/>
      </p:bldGraphic>
      <p:bldP spid="18" grpId="0" animBg="1"/>
      <p:bldP spid="19" grpId="0" animBg="1"/>
      <p:bldP spid="23" grpId="0"/>
      <p:bldP spid="24"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p>
        </p:txBody>
      </p:sp>
      <p:sp>
        <p:nvSpPr>
          <p:cNvPr id="22" name="Title 1"/>
          <p:cNvSpPr>
            <a:spLocks noGrp="1"/>
          </p:cNvSpPr>
          <p:nvPr>
            <p:ph type="ctrTitle"/>
          </p:nvPr>
        </p:nvSpPr>
        <p:spPr>
          <a:xfrm>
            <a:off x="1155940" y="2764631"/>
            <a:ext cx="9333781" cy="922337"/>
          </a:xfrm>
        </p:spPr>
        <p:txBody>
          <a:bodyPr wrap="square" rtlCol="0">
            <a:spAutoFit/>
          </a:bodyPr>
          <a:lstStyle/>
          <a:p>
            <a:pPr eaLnBrk="1" fontAlgn="auto" hangingPunct="1">
              <a:spcAft>
                <a:spcPts val="0"/>
              </a:spcAft>
              <a:defRPr/>
            </a:pPr>
            <a:r>
              <a:rPr lang="ar-SA" b="1" u="sng" dirty="0">
                <a:solidFill>
                  <a:schemeClr val="bg1"/>
                </a:solidFill>
              </a:rPr>
              <a:t>تكنولوجيا المعلومات</a:t>
            </a:r>
            <a:endParaRPr lang="en-US" b="1" u="sng" dirty="0">
              <a:solidFill>
                <a:schemeClr val="bg1"/>
              </a:solidFill>
              <a:latin typeface="+mn-lt"/>
              <a:cs typeface="Arial" panose="020B0604020202020204" pitchFamily="34" charset="0"/>
            </a:endParaRPr>
          </a:p>
        </p:txBody>
      </p:sp>
      <p:sp>
        <p:nvSpPr>
          <p:cNvPr id="23" name="Subtitle 2"/>
          <p:cNvSpPr txBox="1">
            <a:spLocks/>
          </p:cNvSpPr>
          <p:nvPr/>
        </p:nvSpPr>
        <p:spPr bwMode="auto">
          <a:xfrm>
            <a:off x="2022475" y="3714750"/>
            <a:ext cx="7761288" cy="757238"/>
          </a:xfrm>
          <a:prstGeom prst="rect">
            <a:avLst/>
          </a:prstGeom>
          <a:noFill/>
          <a:ln w="9525">
            <a:noFill/>
            <a:miter lim="800000"/>
            <a:headEnd/>
            <a:tailEnd/>
          </a:ln>
        </p:spPr>
        <p:txBody>
          <a:bodyPr>
            <a:spAutoFit/>
          </a:bodyPr>
          <a:lstStyle/>
          <a:p>
            <a:pPr algn="ctr" rtl="1">
              <a:lnSpc>
                <a:spcPct val="90000"/>
              </a:lnSpc>
              <a:spcBef>
                <a:spcPts val="1000"/>
              </a:spcBef>
              <a:buFont typeface="Arial" charset="0"/>
              <a:buNone/>
            </a:pPr>
            <a:r>
              <a:rPr lang="ar-SA" sz="4800" b="1">
                <a:solidFill>
                  <a:srgbClr val="FFFF00"/>
                </a:solidFill>
              </a:rPr>
              <a:t>نمط</a:t>
            </a:r>
            <a:r>
              <a:rPr lang="ar-SA" sz="4800" b="1"/>
              <a:t> </a:t>
            </a:r>
            <a:r>
              <a:rPr lang="ar-SA" sz="4800" b="1">
                <a:solidFill>
                  <a:schemeClr val="bg1"/>
                </a:solidFill>
              </a:rPr>
              <a:t>أم</a:t>
            </a:r>
            <a:r>
              <a:rPr lang="ar-SA" sz="4800" b="1"/>
              <a:t> </a:t>
            </a:r>
            <a:r>
              <a:rPr lang="ar-SA" sz="4800" b="1">
                <a:solidFill>
                  <a:srgbClr val="FF0000"/>
                </a:solidFill>
              </a:rPr>
              <a:t>ذكاء</a:t>
            </a:r>
            <a:r>
              <a:rPr lang="ar-SA" sz="4800" b="1">
                <a:solidFill>
                  <a:schemeClr val="bg1"/>
                </a:solidFill>
              </a:rPr>
              <a:t>؟</a:t>
            </a:r>
            <a:endParaRPr lang="en-US" sz="480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23">
                                            <p:txEl>
                                              <p:pRg st="0" end="0"/>
                                            </p:txEl>
                                          </p:spTgt>
                                        </p:tgtEl>
                                        <p:attrNameLst>
                                          <p:attrName>style.visibility</p:attrName>
                                        </p:attrNameLst>
                                      </p:cBhvr>
                                      <p:to>
                                        <p:strVal val="visible"/>
                                      </p:to>
                                    </p:set>
                                    <p:animEffect transition="in" filter="fade">
                                      <p:cBhvr>
                                        <p:cTn id="10"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p>
        </p:txBody>
      </p:sp>
      <p:sp>
        <p:nvSpPr>
          <p:cNvPr id="22" name="Title 1"/>
          <p:cNvSpPr>
            <a:spLocks noGrp="1"/>
          </p:cNvSpPr>
          <p:nvPr>
            <p:ph type="ctrTitle"/>
          </p:nvPr>
        </p:nvSpPr>
        <p:spPr>
          <a:xfrm>
            <a:off x="476250" y="4106863"/>
            <a:ext cx="11239500" cy="1865312"/>
          </a:xfrm>
        </p:spPr>
        <p:txBody>
          <a:bodyPr>
            <a:spAutoFit/>
          </a:bodyPr>
          <a:lstStyle/>
          <a:p>
            <a:pPr rtl="1" eaLnBrk="1" hangingPunct="1"/>
            <a:r>
              <a:rPr lang="ar-SA" sz="3200" b="1" dirty="0" smtClean="0">
                <a:solidFill>
                  <a:schemeClr val="bg1"/>
                </a:solidFill>
              </a:rPr>
              <a:t>عرفت منظمة </a:t>
            </a:r>
            <a:r>
              <a:rPr lang="ar-SA" sz="3200" b="1" dirty="0" smtClean="0">
                <a:solidFill>
                  <a:srgbClr val="1869A0"/>
                </a:solidFill>
              </a:rPr>
              <a:t>اليونسكو</a:t>
            </a:r>
            <a:r>
              <a:rPr lang="ar-SA" sz="3200" b="1" dirty="0" smtClean="0">
                <a:solidFill>
                  <a:schemeClr val="bg1"/>
                </a:solidFill>
              </a:rPr>
              <a:t> تكنولوجيا المعلومات على أنها "تطبيق التكنولوجيات الإلكترونية ومنها الكمبيوتر والأقمار الصناعية وغيرها من التكنولوجيا المتقدمة لإنتاج المعلومات التناظرية والرقمية وتخزينها، واسترجاعها، وتوزيعها ونقلها من مكان إلى أخر.</a:t>
            </a:r>
            <a:endParaRPr lang="en-US" sz="3200" b="1" dirty="0" smtClean="0">
              <a:solidFill>
                <a:schemeClr val="bg1"/>
              </a:solidFill>
            </a:endParaRPr>
          </a:p>
        </p:txBody>
      </p:sp>
      <p:pic>
        <p:nvPicPr>
          <p:cNvPr id="2" name="Picture 1"/>
          <p:cNvPicPr>
            <a:picLocks noChangeAspect="1"/>
          </p:cNvPicPr>
          <p:nvPr/>
        </p:nvPicPr>
        <p:blipFill>
          <a:blip r:embed="rId3"/>
          <a:srcRect/>
          <a:stretch>
            <a:fillRect/>
          </a:stretch>
        </p:blipFill>
        <p:spPr bwMode="auto">
          <a:xfrm>
            <a:off x="4840288" y="1314450"/>
            <a:ext cx="3086100" cy="2344738"/>
          </a:xfrm>
          <a:prstGeom prst="rect">
            <a:avLst/>
          </a:prstGeom>
          <a:noFill/>
          <a:ln w="9525">
            <a:noFill/>
            <a:miter lim="800000"/>
            <a:headEnd/>
            <a:tailEnd/>
          </a:ln>
        </p:spPr>
      </p:pic>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25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250"/>
                            </p:stCondLst>
                            <p:childTnLst>
                              <p:par>
                                <p:cTn id="8" presetID="10" presetClass="entr" presetSubtype="0" fill="hold" grpId="0" nodeType="after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a:xfrm flipH="1">
            <a:off x="4046538" y="1739900"/>
            <a:ext cx="4454525" cy="4456113"/>
          </a:xfrm>
          <a:prstGeom prst="ellipse">
            <a:avLst/>
          </a:prstGeom>
          <a:solidFill>
            <a:srgbClr val="D43E0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6000" dirty="0">
              <a:solidFill>
                <a:prstClr val="white"/>
              </a:solidFill>
            </a:endParaRPr>
          </a:p>
        </p:txBody>
      </p:sp>
      <p:sp>
        <p:nvSpPr>
          <p:cNvPr id="6" name="Text Placeholder 5"/>
          <p:cNvSpPr>
            <a:spLocks noGrp="1"/>
          </p:cNvSpPr>
          <p:nvPr>
            <p:ph type="body" sz="quarter" idx="10"/>
          </p:nvPr>
        </p:nvSpPr>
        <p:spPr>
          <a:xfrm>
            <a:off x="508000" y="382588"/>
            <a:ext cx="11007725" cy="642937"/>
          </a:xfrm>
        </p:spPr>
        <p:txBody>
          <a:bodyPr/>
          <a:lstStyle/>
          <a:p>
            <a:pPr algn="r" rtl="1" eaLnBrk="1" fontAlgn="auto" hangingPunct="1">
              <a:spcAft>
                <a:spcPts val="0"/>
              </a:spcAft>
              <a:buFont typeface="Arial" panose="020B0604020202020204" pitchFamily="34" charset="0"/>
              <a:buNone/>
              <a:defRPr/>
            </a:pPr>
            <a:r>
              <a:rPr lang="ar-SA" b="1" u="sng" dirty="0"/>
              <a:t> وهذا ما يوضحه الشكل التالي:</a:t>
            </a:r>
            <a:endParaRPr lang="en-US" b="1" u="sng" dirty="0"/>
          </a:p>
        </p:txBody>
      </p:sp>
      <p:sp>
        <p:nvSpPr>
          <p:cNvPr id="18" name="Oval 17"/>
          <p:cNvSpPr/>
          <p:nvPr/>
        </p:nvSpPr>
        <p:spPr>
          <a:xfrm>
            <a:off x="5237163" y="3967163"/>
            <a:ext cx="2200275" cy="2201862"/>
          </a:xfrm>
          <a:prstGeom prst="ellipse">
            <a:avLst/>
          </a:prstGeom>
          <a:solidFill>
            <a:srgbClr val="0087B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800" dirty="0">
              <a:solidFill>
                <a:prstClr val="white"/>
              </a:solidFill>
            </a:endParaRPr>
          </a:p>
        </p:txBody>
      </p:sp>
      <p:sp>
        <p:nvSpPr>
          <p:cNvPr id="476164" name="TextBox 24"/>
          <p:cNvSpPr txBox="1">
            <a:spLocks noChangeArrowheads="1"/>
          </p:cNvSpPr>
          <p:nvPr/>
        </p:nvSpPr>
        <p:spPr bwMode="auto">
          <a:xfrm>
            <a:off x="4711700" y="2692400"/>
            <a:ext cx="3014663" cy="584200"/>
          </a:xfrm>
          <a:prstGeom prst="rect">
            <a:avLst/>
          </a:prstGeom>
          <a:noFill/>
          <a:ln w="9525">
            <a:noFill/>
            <a:miter lim="800000"/>
            <a:headEnd/>
            <a:tailEnd/>
          </a:ln>
        </p:spPr>
        <p:txBody>
          <a:bodyPr>
            <a:spAutoFit/>
          </a:bodyPr>
          <a:lstStyle/>
          <a:p>
            <a:pPr algn="ctr" eaLnBrk="0" hangingPunct="0"/>
            <a:r>
              <a:rPr lang="ar-SA" sz="3200" b="1" u="sng">
                <a:solidFill>
                  <a:schemeClr val="bg1"/>
                </a:solidFill>
              </a:rPr>
              <a:t>تكنولوجيا المعلومات </a:t>
            </a:r>
            <a:endParaRPr lang="en-US" sz="3200" b="1" u="sng">
              <a:solidFill>
                <a:schemeClr val="bg1"/>
              </a:solidFill>
            </a:endParaRPr>
          </a:p>
        </p:txBody>
      </p:sp>
      <p:sp>
        <p:nvSpPr>
          <p:cNvPr id="476165" name="TextBox 38"/>
          <p:cNvSpPr txBox="1">
            <a:spLocks noChangeArrowheads="1"/>
          </p:cNvSpPr>
          <p:nvPr/>
        </p:nvSpPr>
        <p:spPr bwMode="auto">
          <a:xfrm>
            <a:off x="5286375" y="4548188"/>
            <a:ext cx="1982788" cy="1323975"/>
          </a:xfrm>
          <a:prstGeom prst="rect">
            <a:avLst/>
          </a:prstGeom>
          <a:noFill/>
          <a:ln w="9525">
            <a:noFill/>
            <a:miter lim="800000"/>
            <a:headEnd/>
            <a:tailEnd/>
          </a:ln>
        </p:spPr>
        <p:txBody>
          <a:bodyPr>
            <a:spAutoFit/>
          </a:bodyPr>
          <a:lstStyle/>
          <a:p>
            <a:pPr algn="ctr"/>
            <a:r>
              <a:rPr lang="ar-SA" sz="3200" b="1">
                <a:solidFill>
                  <a:schemeClr val="bg1"/>
                </a:solidFill>
              </a:rPr>
              <a:t>تكنولوجيا التعليم</a:t>
            </a:r>
            <a:endParaRPr lang="en-US" sz="3200" b="1">
              <a:solidFill>
                <a:schemeClr val="bg1"/>
              </a:solidFill>
            </a:endParaRPr>
          </a:p>
          <a:p>
            <a:pPr algn="ctr"/>
            <a:endParaRPr lang="en-US" sz="1600" b="1">
              <a:solidFill>
                <a:srgbClr val="262626"/>
              </a:solidFill>
              <a:latin typeface="Lato Black"/>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Effect transition="in" filter="fade">
                                      <p:cBhvr>
                                        <p:cTn id="9" dur="1000"/>
                                        <p:tgtEl>
                                          <p:spTgt spid="18"/>
                                        </p:tgtEl>
                                      </p:cBhvr>
                                    </p:animEffect>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Effect transition="in" filter="fade">
                                      <p:cBhvr>
                                        <p:cTn id="15"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18"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a:xfrm flipH="1">
            <a:off x="4256088" y="2927350"/>
            <a:ext cx="3932237" cy="3930650"/>
          </a:xfrm>
          <a:prstGeom prst="ellipse">
            <a:avLst/>
          </a:prstGeom>
          <a:solidFill>
            <a:srgbClr val="D43E0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6000" dirty="0">
              <a:solidFill>
                <a:prstClr val="white"/>
              </a:solidFill>
            </a:endParaRPr>
          </a:p>
        </p:txBody>
      </p:sp>
      <p:sp>
        <p:nvSpPr>
          <p:cNvPr id="6" name="Text Placeholder 5"/>
          <p:cNvSpPr>
            <a:spLocks noGrp="1"/>
          </p:cNvSpPr>
          <p:nvPr>
            <p:ph type="body" sz="quarter" idx="10"/>
          </p:nvPr>
        </p:nvSpPr>
        <p:spPr>
          <a:xfrm>
            <a:off x="508000" y="336550"/>
            <a:ext cx="11007725" cy="2101850"/>
          </a:xfrm>
        </p:spPr>
        <p:txBody>
          <a:bodyPr/>
          <a:lstStyle/>
          <a:p>
            <a:pPr algn="ctr" rtl="1" eaLnBrk="1" fontAlgn="auto" hangingPunct="1">
              <a:spcAft>
                <a:spcPts val="0"/>
              </a:spcAft>
              <a:buFont typeface="Arial" panose="020B0604020202020204" pitchFamily="34" charset="0"/>
              <a:buNone/>
              <a:defRPr/>
            </a:pPr>
            <a:r>
              <a:rPr lang="ar-SA" sz="3200" b="1" dirty="0"/>
              <a:t>وعند توظيف تكنولوجيا المعلومات في العملية التعليمية لتحقيق أهداف ترتبط بعمليات التدريس والتعليم والتعلم؛ فإنها تدخل في إطار تكنولوجيا التعليم ولعل العكس صحيح بمعنى أن كافة أنشطة تكنولوجيا التعليم المرتبطة باستخدام الأجهزة الإلكترونية وأجهزة الاتصالات من بعد على وجه الخصوص تعتبر داخل إطار تكنولوجيا المعلومات.</a:t>
            </a:r>
            <a:endParaRPr lang="en-US" sz="3200" b="1" dirty="0"/>
          </a:p>
        </p:txBody>
      </p:sp>
      <p:sp>
        <p:nvSpPr>
          <p:cNvPr id="18" name="Oval 17"/>
          <p:cNvSpPr/>
          <p:nvPr/>
        </p:nvSpPr>
        <p:spPr>
          <a:xfrm>
            <a:off x="5237163" y="4586288"/>
            <a:ext cx="2078037" cy="2076450"/>
          </a:xfrm>
          <a:prstGeom prst="ellipse">
            <a:avLst/>
          </a:prstGeom>
          <a:solidFill>
            <a:srgbClr val="0087B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800" dirty="0">
              <a:solidFill>
                <a:prstClr val="white"/>
              </a:solidFill>
            </a:endParaRPr>
          </a:p>
        </p:txBody>
      </p:sp>
      <p:sp>
        <p:nvSpPr>
          <p:cNvPr id="478212" name="TextBox 24"/>
          <p:cNvSpPr txBox="1">
            <a:spLocks noChangeArrowheads="1"/>
          </p:cNvSpPr>
          <p:nvPr/>
        </p:nvSpPr>
        <p:spPr bwMode="auto">
          <a:xfrm>
            <a:off x="4852988" y="3519488"/>
            <a:ext cx="2846387" cy="585787"/>
          </a:xfrm>
          <a:prstGeom prst="rect">
            <a:avLst/>
          </a:prstGeom>
          <a:noFill/>
          <a:ln w="9525">
            <a:noFill/>
            <a:miter lim="800000"/>
            <a:headEnd/>
            <a:tailEnd/>
          </a:ln>
        </p:spPr>
        <p:txBody>
          <a:bodyPr>
            <a:spAutoFit/>
          </a:bodyPr>
          <a:lstStyle/>
          <a:p>
            <a:pPr eaLnBrk="0" hangingPunct="0"/>
            <a:r>
              <a:rPr lang="ar-SA" sz="3200" b="1" u="sng">
                <a:solidFill>
                  <a:schemeClr val="bg1"/>
                </a:solidFill>
              </a:rPr>
              <a:t>تكنولوجيا التعليم </a:t>
            </a:r>
            <a:endParaRPr lang="en-US" sz="3200" b="1" u="sng">
              <a:solidFill>
                <a:schemeClr val="bg1"/>
              </a:solidFill>
            </a:endParaRPr>
          </a:p>
        </p:txBody>
      </p:sp>
      <p:sp>
        <p:nvSpPr>
          <p:cNvPr id="478213" name="TextBox 38"/>
          <p:cNvSpPr txBox="1">
            <a:spLocks noChangeArrowheads="1"/>
          </p:cNvSpPr>
          <p:nvPr/>
        </p:nvSpPr>
        <p:spPr bwMode="auto">
          <a:xfrm>
            <a:off x="5286375" y="5116513"/>
            <a:ext cx="1871663" cy="1816100"/>
          </a:xfrm>
          <a:prstGeom prst="rect">
            <a:avLst/>
          </a:prstGeom>
          <a:noFill/>
          <a:ln w="9525">
            <a:noFill/>
            <a:miter lim="800000"/>
            <a:headEnd/>
            <a:tailEnd/>
          </a:ln>
        </p:spPr>
        <p:txBody>
          <a:bodyPr>
            <a:spAutoFit/>
          </a:bodyPr>
          <a:lstStyle/>
          <a:p>
            <a:pPr algn="ctr"/>
            <a:r>
              <a:rPr lang="ar-SA" sz="3200" b="1">
                <a:solidFill>
                  <a:schemeClr val="bg1"/>
                </a:solidFill>
              </a:rPr>
              <a:t>تكنولوجيا المعلومات </a:t>
            </a:r>
            <a:endParaRPr lang="en-US" sz="3200" b="1">
              <a:solidFill>
                <a:schemeClr val="bg1"/>
              </a:solidFill>
            </a:endParaRPr>
          </a:p>
          <a:p>
            <a:pPr algn="ctr"/>
            <a:endParaRPr lang="en-US" sz="3200" b="1">
              <a:solidFill>
                <a:schemeClr val="bg1"/>
              </a:solidFill>
            </a:endParaRPr>
          </a:p>
          <a:p>
            <a:pPr algn="ctr"/>
            <a:endParaRPr lang="en-US" sz="1600" b="1">
              <a:solidFill>
                <a:srgbClr val="262626"/>
              </a:solidFill>
              <a:latin typeface="Lato Black"/>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Effect transition="in" filter="fade">
                                      <p:cBhvr>
                                        <p:cTn id="9" dur="1000"/>
                                        <p:tgtEl>
                                          <p:spTgt spid="18"/>
                                        </p:tgtEl>
                                      </p:cBhvr>
                                    </p:animEffect>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Effect transition="in" filter="fade">
                                      <p:cBhvr>
                                        <p:cTn id="15"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1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4022725" y="350838"/>
            <a:ext cx="5661025" cy="785812"/>
          </a:xfrm>
          <a:prstGeom prst="rect">
            <a:avLst/>
          </a:prstGeom>
          <a:noFill/>
          <a:ln w="9525">
            <a:noFill/>
            <a:miter lim="800000"/>
            <a:headEnd/>
            <a:tailEnd/>
          </a:ln>
        </p:spPr>
        <p:txBody>
          <a:bodyPr lIns="45720" tIns="22860" rIns="45720" bIns="22860">
            <a:spAutoFit/>
          </a:bodyPr>
          <a:lstStyle/>
          <a:p>
            <a:pPr algn="r" rtl="1" eaLnBrk="0" hangingPunct="0"/>
            <a:r>
              <a:rPr lang="ar-SA" sz="4800" b="1" u="sng"/>
              <a:t>الوسائل التعليمية </a:t>
            </a:r>
            <a:endParaRPr lang="en-US" sz="4800" u="sng"/>
          </a:p>
        </p:txBody>
      </p:sp>
      <p:grpSp>
        <p:nvGrpSpPr>
          <p:cNvPr id="72" name="Group 71"/>
          <p:cNvGrpSpPr>
            <a:grpSpLocks/>
          </p:cNvGrpSpPr>
          <p:nvPr/>
        </p:nvGrpSpPr>
        <p:grpSpPr bwMode="auto">
          <a:xfrm>
            <a:off x="7121525" y="1611313"/>
            <a:ext cx="3351213" cy="4597400"/>
            <a:chOff x="6550015" y="1734643"/>
            <a:chExt cx="3351686" cy="4597407"/>
          </a:xfrm>
        </p:grpSpPr>
        <p:sp>
          <p:nvSpPr>
            <p:cNvPr id="10" name="Oval 9"/>
            <p:cNvSpPr/>
            <p:nvPr/>
          </p:nvSpPr>
          <p:spPr>
            <a:xfrm>
              <a:off x="6900903" y="2088656"/>
              <a:ext cx="2630858"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5" name="Group 4"/>
            <p:cNvGrpSpPr/>
            <p:nvPr/>
          </p:nvGrpSpPr>
          <p:grpSpPr>
            <a:xfrm>
              <a:off x="7828252" y="3667661"/>
              <a:ext cx="777012" cy="2664389"/>
              <a:chOff x="4795838" y="1579563"/>
              <a:chExt cx="514350" cy="1763712"/>
            </a:xfrm>
            <a:solidFill>
              <a:schemeClr val="tx1">
                <a:lumMod val="75000"/>
                <a:lumOff val="25000"/>
              </a:schemeClr>
            </a:solidFill>
          </p:grpSpPr>
          <p:sp>
            <p:nvSpPr>
              <p:cNvPr id="6" name="Freeform 5"/>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 name="Freeform 6"/>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 name="Freeform 7"/>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 name="Freeform 8"/>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11" name="Oval 10"/>
            <p:cNvSpPr/>
            <p:nvPr/>
          </p:nvSpPr>
          <p:spPr>
            <a:xfrm>
              <a:off x="7845598" y="1734643"/>
              <a:ext cx="703362"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2" name="Oval 11"/>
            <p:cNvSpPr/>
            <p:nvPr/>
          </p:nvSpPr>
          <p:spPr>
            <a:xfrm>
              <a:off x="8839513" y="2212481"/>
              <a:ext cx="703362"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3" name="Oval 12"/>
            <p:cNvSpPr/>
            <p:nvPr/>
          </p:nvSpPr>
          <p:spPr>
            <a:xfrm>
              <a:off x="6550015" y="3057032"/>
              <a:ext cx="703362"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4" name="Oval 13"/>
            <p:cNvSpPr/>
            <p:nvPr/>
          </p:nvSpPr>
          <p:spPr>
            <a:xfrm>
              <a:off x="9198339" y="3057032"/>
              <a:ext cx="703362"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5" name="Oval 14"/>
            <p:cNvSpPr/>
            <p:nvPr/>
          </p:nvSpPr>
          <p:spPr>
            <a:xfrm>
              <a:off x="8883969" y="4001596"/>
              <a:ext cx="703362"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6" name="Oval 15"/>
            <p:cNvSpPr/>
            <p:nvPr/>
          </p:nvSpPr>
          <p:spPr>
            <a:xfrm>
              <a:off x="6918367" y="4001596"/>
              <a:ext cx="703362"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7" name="Oval 16"/>
            <p:cNvSpPr/>
            <p:nvPr/>
          </p:nvSpPr>
          <p:spPr>
            <a:xfrm>
              <a:off x="6921542" y="2212481"/>
              <a:ext cx="703362"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28" name="Group 27"/>
            <p:cNvGrpSpPr/>
            <p:nvPr/>
          </p:nvGrpSpPr>
          <p:grpSpPr>
            <a:xfrm>
              <a:off x="6766519" y="3278571"/>
              <a:ext cx="275412" cy="247507"/>
              <a:chOff x="5583238" y="3892551"/>
              <a:chExt cx="360363" cy="323850"/>
            </a:xfrm>
            <a:solidFill>
              <a:schemeClr val="bg1"/>
            </a:solidFill>
          </p:grpSpPr>
          <p:sp>
            <p:nvSpPr>
              <p:cNvPr id="29"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0"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1"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2" name="Group 31"/>
            <p:cNvGrpSpPr/>
            <p:nvPr/>
          </p:nvGrpSpPr>
          <p:grpSpPr>
            <a:xfrm>
              <a:off x="7120938" y="2457922"/>
              <a:ext cx="264493" cy="228095"/>
              <a:chOff x="6048376" y="3925888"/>
              <a:chExt cx="346075" cy="298451"/>
            </a:xfrm>
            <a:solidFill>
              <a:schemeClr val="bg1"/>
            </a:solidFill>
          </p:grpSpPr>
          <p:sp>
            <p:nvSpPr>
              <p:cNvPr id="33"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5" name="Group 34"/>
            <p:cNvGrpSpPr/>
            <p:nvPr/>
          </p:nvGrpSpPr>
          <p:grpSpPr>
            <a:xfrm>
              <a:off x="7172802" y="4226763"/>
              <a:ext cx="212323" cy="247507"/>
              <a:chOff x="7548563" y="2860676"/>
              <a:chExt cx="277813" cy="323850"/>
            </a:xfrm>
            <a:solidFill>
              <a:schemeClr val="bg1"/>
            </a:solidFill>
          </p:grpSpPr>
          <p:sp>
            <p:nvSpPr>
              <p:cNvPr id="36"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7"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8"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9"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0"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1"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80277"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480278"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4" name="Group 43"/>
            <p:cNvGrpSpPr/>
            <p:nvPr/>
          </p:nvGrpSpPr>
          <p:grpSpPr>
            <a:xfrm>
              <a:off x="9097332" y="4205362"/>
              <a:ext cx="275412" cy="264493"/>
              <a:chOff x="5610226" y="4344988"/>
              <a:chExt cx="360363" cy="346075"/>
            </a:xfrm>
            <a:solidFill>
              <a:schemeClr val="bg1"/>
            </a:solidFill>
          </p:grpSpPr>
          <p:sp>
            <p:nvSpPr>
              <p:cNvPr id="45"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6"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7"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8"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9" name="Group 48"/>
            <p:cNvGrpSpPr/>
            <p:nvPr/>
          </p:nvGrpSpPr>
          <p:grpSpPr>
            <a:xfrm>
              <a:off x="9423479" y="3272108"/>
              <a:ext cx="253273" cy="329479"/>
              <a:chOff x="6913563" y="2465388"/>
              <a:chExt cx="179388" cy="233363"/>
            </a:xfrm>
            <a:solidFill>
              <a:schemeClr val="bg1"/>
            </a:solidFill>
          </p:grpSpPr>
          <p:sp>
            <p:nvSpPr>
              <p:cNvPr id="50"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1"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3"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
        <p:nvSpPr>
          <p:cNvPr id="54" name="Text Box 10"/>
          <p:cNvSpPr txBox="1">
            <a:spLocks noChangeArrowheads="1"/>
          </p:cNvSpPr>
          <p:nvPr/>
        </p:nvSpPr>
        <p:spPr bwMode="auto">
          <a:xfrm>
            <a:off x="1608138" y="2170113"/>
            <a:ext cx="4414837" cy="1031875"/>
          </a:xfrm>
          <a:prstGeom prst="rect">
            <a:avLst/>
          </a:prstGeom>
          <a:noFill/>
          <a:ln w="9525">
            <a:noFill/>
            <a:miter lim="800000"/>
            <a:headEnd/>
            <a:tailEnd/>
          </a:ln>
        </p:spPr>
        <p:txBody>
          <a:bodyPr lIns="45720" tIns="22860" rIns="45720" bIns="22860">
            <a:spAutoFit/>
          </a:bodyPr>
          <a:lstStyle/>
          <a:p>
            <a:pPr algn="ctr" rtl="1" eaLnBrk="0" hangingPunct="0"/>
            <a:r>
              <a:rPr lang="ar-SA" sz="3200" b="1"/>
              <a:t>أخبرني ... سأنسى  .......</a:t>
            </a:r>
            <a:endParaRPr lang="en-US" sz="3200" b="1"/>
          </a:p>
          <a:p>
            <a:pPr algn="ctr" rtl="1" eaLnBrk="0" hangingPunct="0"/>
            <a:r>
              <a:rPr lang="ar-SA" sz="3200" b="1"/>
              <a:t> Tell me I will forget</a:t>
            </a:r>
            <a:endParaRPr lang="en-US" sz="3200"/>
          </a:p>
        </p:txBody>
      </p:sp>
      <p:sp>
        <p:nvSpPr>
          <p:cNvPr id="55" name="Text Box 10"/>
          <p:cNvSpPr txBox="1">
            <a:spLocks noChangeArrowheads="1"/>
          </p:cNvSpPr>
          <p:nvPr/>
        </p:nvSpPr>
        <p:spPr bwMode="auto">
          <a:xfrm>
            <a:off x="1476375" y="3544888"/>
            <a:ext cx="4810125" cy="1030287"/>
          </a:xfrm>
          <a:prstGeom prst="rect">
            <a:avLst/>
          </a:prstGeom>
          <a:noFill/>
          <a:ln w="9525">
            <a:noFill/>
            <a:miter lim="800000"/>
            <a:headEnd/>
            <a:tailEnd/>
          </a:ln>
        </p:spPr>
        <p:txBody>
          <a:bodyPr lIns="45720" tIns="22860" rIns="45720" bIns="22860">
            <a:spAutoFit/>
          </a:bodyPr>
          <a:lstStyle/>
          <a:p>
            <a:pPr algn="ctr" defTabSz="1087438"/>
            <a:r>
              <a:rPr lang="ar-SA" sz="3200" b="1"/>
              <a:t>أرني .... سأتذكر  ... </a:t>
            </a:r>
            <a:endParaRPr lang="en-US" sz="3200" b="1"/>
          </a:p>
          <a:p>
            <a:pPr algn="ctr" defTabSz="1087438"/>
            <a:r>
              <a:rPr lang="ar-SA" sz="3200" b="1"/>
              <a:t>Show me I may remember </a:t>
            </a:r>
            <a:endParaRPr lang="en-US" sz="3200">
              <a:solidFill>
                <a:srgbClr val="A6A6A6"/>
              </a:solidFill>
              <a:latin typeface="Open Sans"/>
              <a:ea typeface="Open Sans"/>
              <a:cs typeface="Open Sans"/>
            </a:endParaRPr>
          </a:p>
        </p:txBody>
      </p:sp>
      <p:sp>
        <p:nvSpPr>
          <p:cNvPr id="56" name="Text Box 10"/>
          <p:cNvSpPr txBox="1">
            <a:spLocks noChangeArrowheads="1"/>
          </p:cNvSpPr>
          <p:nvPr/>
        </p:nvSpPr>
        <p:spPr bwMode="auto">
          <a:xfrm>
            <a:off x="282575" y="5018088"/>
            <a:ext cx="8007350" cy="1030287"/>
          </a:xfrm>
          <a:prstGeom prst="rect">
            <a:avLst/>
          </a:prstGeom>
          <a:noFill/>
          <a:ln w="9525">
            <a:noFill/>
            <a:miter lim="800000"/>
            <a:headEnd/>
            <a:tailEnd/>
          </a:ln>
        </p:spPr>
        <p:txBody>
          <a:bodyPr lIns="45720" tIns="22860" rIns="45720" bIns="22860">
            <a:spAutoFit/>
          </a:bodyPr>
          <a:lstStyle/>
          <a:p>
            <a:pPr algn="ctr" defTabSz="1087438"/>
            <a:r>
              <a:rPr lang="ar-SA" sz="3200" b="1"/>
              <a:t>شاركني ... سأفهم..</a:t>
            </a:r>
            <a:endParaRPr lang="en-US" sz="3200" b="1"/>
          </a:p>
          <a:p>
            <a:pPr algn="ctr" defTabSz="1087438"/>
            <a:r>
              <a:rPr lang="ar-SA" sz="3200" b="1"/>
              <a:t>Involve me I will understand </a:t>
            </a:r>
            <a:endParaRPr lang="en-US" sz="3200">
              <a:solidFill>
                <a:srgbClr val="A6A6A6"/>
              </a:solidFill>
              <a:latin typeface="Open Sans"/>
              <a:ea typeface="Open Sans"/>
              <a:cs typeface="Open Sans"/>
            </a:endParaRPr>
          </a:p>
        </p:txBody>
      </p:sp>
      <p:sp>
        <p:nvSpPr>
          <p:cNvPr id="57" name="Freeform 81"/>
          <p:cNvSpPr>
            <a:spLocks noEditPoints="1"/>
          </p:cNvSpPr>
          <p:nvPr/>
        </p:nvSpPr>
        <p:spPr bwMode="auto">
          <a:xfrm>
            <a:off x="774700" y="3910013"/>
            <a:ext cx="569913" cy="558800"/>
          </a:xfrm>
          <a:custGeom>
            <a:avLst/>
            <a:gdLst>
              <a:gd name="T0" fmla="*/ 2147483647 w 100"/>
              <a:gd name="T1" fmla="*/ 1981271112 h 98"/>
              <a:gd name="T2" fmla="*/ 2147483647 w 100"/>
              <a:gd name="T3" fmla="*/ 1786392524 h 98"/>
              <a:gd name="T4" fmla="*/ 2147483647 w 100"/>
              <a:gd name="T5" fmla="*/ 1429113805 h 98"/>
              <a:gd name="T6" fmla="*/ 2147483647 w 100"/>
              <a:gd name="T7" fmla="*/ 1234235217 h 98"/>
              <a:gd name="T8" fmla="*/ 2147483647 w 100"/>
              <a:gd name="T9" fmla="*/ 1039356629 h 98"/>
              <a:gd name="T10" fmla="*/ 2147483647 w 100"/>
              <a:gd name="T11" fmla="*/ 584635943 h 98"/>
              <a:gd name="T12" fmla="*/ 2147483647 w 100"/>
              <a:gd name="T13" fmla="*/ 357278451 h 98"/>
              <a:gd name="T14" fmla="*/ 2147483647 w 100"/>
              <a:gd name="T15" fmla="*/ 519678314 h 98"/>
              <a:gd name="T16" fmla="*/ 2014978801 w 100"/>
              <a:gd name="T17" fmla="*/ 454714984 h 98"/>
              <a:gd name="T18" fmla="*/ 1819977429 w 100"/>
              <a:gd name="T19" fmla="*/ 0 h 98"/>
              <a:gd name="T20" fmla="*/ 1462482155 w 100"/>
              <a:gd name="T21" fmla="*/ 0 h 98"/>
              <a:gd name="T22" fmla="*/ 1267486481 w 100"/>
              <a:gd name="T23" fmla="*/ 454714984 h 98"/>
              <a:gd name="T24" fmla="*/ 1072490808 w 100"/>
              <a:gd name="T25" fmla="*/ 519678314 h 98"/>
              <a:gd name="T26" fmla="*/ 617495026 w 100"/>
              <a:gd name="T27" fmla="*/ 357278451 h 98"/>
              <a:gd name="T28" fmla="*/ 357495007 w 100"/>
              <a:gd name="T29" fmla="*/ 584635943 h 98"/>
              <a:gd name="T30" fmla="*/ 552496468 w 100"/>
              <a:gd name="T31" fmla="*/ 1039356629 h 98"/>
              <a:gd name="T32" fmla="*/ 487492211 w 100"/>
              <a:gd name="T33" fmla="*/ 1234235217 h 98"/>
              <a:gd name="T34" fmla="*/ 0 w 100"/>
              <a:gd name="T35" fmla="*/ 1461592620 h 98"/>
              <a:gd name="T36" fmla="*/ 0 w 100"/>
              <a:gd name="T37" fmla="*/ 1786392524 h 98"/>
              <a:gd name="T38" fmla="*/ 487492211 w 100"/>
              <a:gd name="T39" fmla="*/ 1981271112 h 98"/>
              <a:gd name="T40" fmla="*/ 552496468 w 100"/>
              <a:gd name="T41" fmla="*/ 2147483647 h 98"/>
              <a:gd name="T42" fmla="*/ 389997224 w 100"/>
              <a:gd name="T43" fmla="*/ 2147483647 h 98"/>
              <a:gd name="T44" fmla="*/ 617495026 w 100"/>
              <a:gd name="T45" fmla="*/ 2147483647 h 98"/>
              <a:gd name="T46" fmla="*/ 1072490808 w 100"/>
              <a:gd name="T47" fmla="*/ 2147483647 h 98"/>
              <a:gd name="T48" fmla="*/ 1267486481 w 100"/>
              <a:gd name="T49" fmla="*/ 2147483647 h 98"/>
              <a:gd name="T50" fmla="*/ 1462482155 w 100"/>
              <a:gd name="T51" fmla="*/ 2147483647 h 98"/>
              <a:gd name="T52" fmla="*/ 1819977429 w 100"/>
              <a:gd name="T53" fmla="*/ 2147483647 h 98"/>
              <a:gd name="T54" fmla="*/ 2014978801 w 100"/>
              <a:gd name="T55" fmla="*/ 2147483647 h 98"/>
              <a:gd name="T56" fmla="*/ 2147483647 w 100"/>
              <a:gd name="T57" fmla="*/ 2147483647 h 98"/>
              <a:gd name="T58" fmla="*/ 2147483647 w 100"/>
              <a:gd name="T59" fmla="*/ 2147483647 h 98"/>
              <a:gd name="T60" fmla="*/ 2147483647 w 100"/>
              <a:gd name="T61" fmla="*/ 2147483647 h 98"/>
              <a:gd name="T62" fmla="*/ 2147483647 w 100"/>
              <a:gd name="T63" fmla="*/ 2147483647 h 98"/>
              <a:gd name="T64" fmla="*/ 2147483647 w 100"/>
              <a:gd name="T65" fmla="*/ 1981271112 h 98"/>
              <a:gd name="T66" fmla="*/ 2147483647 w 100"/>
              <a:gd name="T67" fmla="*/ 1981271112 h 98"/>
              <a:gd name="T68" fmla="*/ 1624981755 w 100"/>
              <a:gd name="T69" fmla="*/ 2111186370 h 98"/>
              <a:gd name="T70" fmla="*/ 1137489366 w 100"/>
              <a:gd name="T71" fmla="*/ 1623992750 h 98"/>
              <a:gd name="T72" fmla="*/ 1624981755 w 100"/>
              <a:gd name="T73" fmla="*/ 1071835443 h 98"/>
              <a:gd name="T74" fmla="*/ 2144975917 w 100"/>
              <a:gd name="T75" fmla="*/ 1623992750 h 98"/>
              <a:gd name="T76" fmla="*/ 1624981755 w 100"/>
              <a:gd name="T77" fmla="*/ 2111186370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0"/>
              <a:gd name="T118" fmla="*/ 0 h 98"/>
              <a:gd name="T119" fmla="*/ 100 w 100"/>
              <a:gd name="T120" fmla="*/ 98 h 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0" h="98">
                <a:moveTo>
                  <a:pt x="86" y="61"/>
                </a:moveTo>
                <a:cubicBezTo>
                  <a:pt x="86" y="61"/>
                  <a:pt x="100" y="56"/>
                  <a:pt x="100" y="55"/>
                </a:cubicBezTo>
                <a:cubicBezTo>
                  <a:pt x="100" y="44"/>
                  <a:pt x="100" y="44"/>
                  <a:pt x="100" y="44"/>
                </a:cubicBezTo>
                <a:cubicBezTo>
                  <a:pt x="100" y="42"/>
                  <a:pt x="86" y="38"/>
                  <a:pt x="86" y="38"/>
                </a:cubicBezTo>
                <a:cubicBezTo>
                  <a:pt x="84" y="32"/>
                  <a:pt x="84" y="32"/>
                  <a:pt x="84" y="32"/>
                </a:cubicBezTo>
                <a:cubicBezTo>
                  <a:pt x="84" y="32"/>
                  <a:pt x="90" y="19"/>
                  <a:pt x="89" y="18"/>
                </a:cubicBezTo>
                <a:cubicBezTo>
                  <a:pt x="82" y="11"/>
                  <a:pt x="82" y="11"/>
                  <a:pt x="82" y="11"/>
                </a:cubicBezTo>
                <a:cubicBezTo>
                  <a:pt x="81" y="10"/>
                  <a:pt x="68" y="16"/>
                  <a:pt x="68" y="16"/>
                </a:cubicBezTo>
                <a:cubicBezTo>
                  <a:pt x="62" y="14"/>
                  <a:pt x="62" y="14"/>
                  <a:pt x="62" y="14"/>
                </a:cubicBezTo>
                <a:cubicBezTo>
                  <a:pt x="56" y="0"/>
                  <a:pt x="56" y="0"/>
                  <a:pt x="56" y="0"/>
                </a:cubicBezTo>
                <a:cubicBezTo>
                  <a:pt x="45" y="0"/>
                  <a:pt x="45" y="0"/>
                  <a:pt x="45" y="0"/>
                </a:cubicBezTo>
                <a:cubicBezTo>
                  <a:pt x="44" y="0"/>
                  <a:pt x="39" y="14"/>
                  <a:pt x="39" y="14"/>
                </a:cubicBezTo>
                <a:cubicBezTo>
                  <a:pt x="33" y="16"/>
                  <a:pt x="33" y="16"/>
                  <a:pt x="33" y="16"/>
                </a:cubicBezTo>
                <a:cubicBezTo>
                  <a:pt x="33" y="16"/>
                  <a:pt x="20" y="10"/>
                  <a:pt x="19" y="11"/>
                </a:cubicBezTo>
                <a:cubicBezTo>
                  <a:pt x="11" y="18"/>
                  <a:pt x="11" y="18"/>
                  <a:pt x="11" y="18"/>
                </a:cubicBezTo>
                <a:cubicBezTo>
                  <a:pt x="11" y="19"/>
                  <a:pt x="17" y="32"/>
                  <a:pt x="17" y="32"/>
                </a:cubicBezTo>
                <a:cubicBezTo>
                  <a:pt x="15" y="38"/>
                  <a:pt x="15" y="38"/>
                  <a:pt x="15" y="38"/>
                </a:cubicBezTo>
                <a:cubicBezTo>
                  <a:pt x="15" y="38"/>
                  <a:pt x="0" y="44"/>
                  <a:pt x="0" y="45"/>
                </a:cubicBezTo>
                <a:cubicBezTo>
                  <a:pt x="0" y="55"/>
                  <a:pt x="0" y="55"/>
                  <a:pt x="0" y="55"/>
                </a:cubicBezTo>
                <a:cubicBezTo>
                  <a:pt x="0" y="56"/>
                  <a:pt x="15" y="61"/>
                  <a:pt x="15" y="61"/>
                </a:cubicBezTo>
                <a:cubicBezTo>
                  <a:pt x="17" y="67"/>
                  <a:pt x="17" y="67"/>
                  <a:pt x="17" y="67"/>
                </a:cubicBezTo>
                <a:cubicBezTo>
                  <a:pt x="17" y="67"/>
                  <a:pt x="11" y="80"/>
                  <a:pt x="12" y="80"/>
                </a:cubicBezTo>
                <a:cubicBezTo>
                  <a:pt x="19" y="88"/>
                  <a:pt x="19" y="88"/>
                  <a:pt x="19" y="88"/>
                </a:cubicBezTo>
                <a:cubicBezTo>
                  <a:pt x="20" y="89"/>
                  <a:pt x="33" y="83"/>
                  <a:pt x="33" y="83"/>
                </a:cubicBezTo>
                <a:cubicBezTo>
                  <a:pt x="39" y="85"/>
                  <a:pt x="39" y="85"/>
                  <a:pt x="39" y="85"/>
                </a:cubicBezTo>
                <a:cubicBezTo>
                  <a:pt x="45" y="98"/>
                  <a:pt x="45" y="98"/>
                  <a:pt x="45" y="98"/>
                </a:cubicBezTo>
                <a:cubicBezTo>
                  <a:pt x="56" y="98"/>
                  <a:pt x="56" y="98"/>
                  <a:pt x="56" y="98"/>
                </a:cubicBezTo>
                <a:cubicBezTo>
                  <a:pt x="57" y="98"/>
                  <a:pt x="62" y="85"/>
                  <a:pt x="62" y="85"/>
                </a:cubicBezTo>
                <a:cubicBezTo>
                  <a:pt x="68" y="82"/>
                  <a:pt x="68" y="82"/>
                  <a:pt x="68" y="82"/>
                </a:cubicBezTo>
                <a:cubicBezTo>
                  <a:pt x="68" y="82"/>
                  <a:pt x="81" y="88"/>
                  <a:pt x="82" y="88"/>
                </a:cubicBezTo>
                <a:cubicBezTo>
                  <a:pt x="90" y="80"/>
                  <a:pt x="90" y="80"/>
                  <a:pt x="90" y="80"/>
                </a:cubicBezTo>
                <a:cubicBezTo>
                  <a:pt x="84" y="67"/>
                  <a:pt x="84" y="67"/>
                  <a:pt x="84" y="67"/>
                </a:cubicBezTo>
                <a:cubicBezTo>
                  <a:pt x="86" y="61"/>
                  <a:pt x="86" y="61"/>
                  <a:pt x="86" y="61"/>
                </a:cubicBezTo>
                <a:cubicBezTo>
                  <a:pt x="86" y="61"/>
                  <a:pt x="86" y="61"/>
                  <a:pt x="86" y="61"/>
                </a:cubicBezTo>
                <a:close/>
                <a:moveTo>
                  <a:pt x="50" y="65"/>
                </a:moveTo>
                <a:cubicBezTo>
                  <a:pt x="42" y="65"/>
                  <a:pt x="35" y="58"/>
                  <a:pt x="35" y="50"/>
                </a:cubicBezTo>
                <a:cubicBezTo>
                  <a:pt x="35" y="40"/>
                  <a:pt x="42" y="33"/>
                  <a:pt x="50" y="33"/>
                </a:cubicBezTo>
                <a:cubicBezTo>
                  <a:pt x="59" y="33"/>
                  <a:pt x="66" y="40"/>
                  <a:pt x="66" y="50"/>
                </a:cubicBezTo>
                <a:cubicBezTo>
                  <a:pt x="66" y="58"/>
                  <a:pt x="59" y="65"/>
                  <a:pt x="50" y="65"/>
                </a:cubicBez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58" name="Group 57"/>
          <p:cNvGrpSpPr/>
          <p:nvPr/>
        </p:nvGrpSpPr>
        <p:grpSpPr>
          <a:xfrm>
            <a:off x="829940" y="2372015"/>
            <a:ext cx="459574" cy="628003"/>
            <a:chOff x="3449638" y="3379788"/>
            <a:chExt cx="303213" cy="414338"/>
          </a:xfrm>
          <a:solidFill>
            <a:srgbClr val="16A085"/>
          </a:solidFill>
        </p:grpSpPr>
        <p:sp>
          <p:nvSpPr>
            <p:cNvPr id="59" name="Freeform 85"/>
            <p:cNvSpPr>
              <a:spLocks/>
            </p:cNvSpPr>
            <p:nvPr/>
          </p:nvSpPr>
          <p:spPr bwMode="auto">
            <a:xfrm>
              <a:off x="3449638" y="3552826"/>
              <a:ext cx="303213" cy="136525"/>
            </a:xfrm>
            <a:custGeom>
              <a:avLst/>
              <a:gdLst>
                <a:gd name="T0" fmla="*/ 41 w 81"/>
                <a:gd name="T1" fmla="*/ 14 h 36"/>
                <a:gd name="T2" fmla="*/ 2 w 81"/>
                <a:gd name="T3" fmla="*/ 0 h 36"/>
                <a:gd name="T4" fmla="*/ 0 w 81"/>
                <a:gd name="T5" fmla="*/ 4 h 36"/>
                <a:gd name="T6" fmla="*/ 0 w 81"/>
                <a:gd name="T7" fmla="*/ 18 h 36"/>
                <a:gd name="T8" fmla="*/ 41 w 81"/>
                <a:gd name="T9" fmla="*/ 36 h 36"/>
                <a:gd name="T10" fmla="*/ 81 w 81"/>
                <a:gd name="T11" fmla="*/ 18 h 36"/>
                <a:gd name="T12" fmla="*/ 81 w 81"/>
                <a:gd name="T13" fmla="*/ 4 h 36"/>
                <a:gd name="T14" fmla="*/ 79 w 81"/>
                <a:gd name="T15" fmla="*/ 0 h 36"/>
                <a:gd name="T16" fmla="*/ 41 w 81"/>
                <a:gd name="T17"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6">
                  <a:moveTo>
                    <a:pt x="41" y="14"/>
                  </a:moveTo>
                  <a:cubicBezTo>
                    <a:pt x="22" y="14"/>
                    <a:pt x="6" y="8"/>
                    <a:pt x="2" y="0"/>
                  </a:cubicBezTo>
                  <a:cubicBezTo>
                    <a:pt x="1" y="0"/>
                    <a:pt x="0" y="2"/>
                    <a:pt x="0" y="4"/>
                  </a:cubicBezTo>
                  <a:cubicBezTo>
                    <a:pt x="0" y="18"/>
                    <a:pt x="0" y="18"/>
                    <a:pt x="0" y="18"/>
                  </a:cubicBezTo>
                  <a:cubicBezTo>
                    <a:pt x="0" y="28"/>
                    <a:pt x="18" y="36"/>
                    <a:pt x="41" y="36"/>
                  </a:cubicBezTo>
                  <a:cubicBezTo>
                    <a:pt x="63" y="36"/>
                    <a:pt x="81" y="28"/>
                    <a:pt x="81" y="18"/>
                  </a:cubicBezTo>
                  <a:cubicBezTo>
                    <a:pt x="81" y="4"/>
                    <a:pt x="81" y="4"/>
                    <a:pt x="81" y="4"/>
                  </a:cubicBezTo>
                  <a:cubicBezTo>
                    <a:pt x="81" y="2"/>
                    <a:pt x="80" y="0"/>
                    <a:pt x="79" y="0"/>
                  </a:cubicBezTo>
                  <a:cubicBezTo>
                    <a:pt x="75" y="8"/>
                    <a:pt x="60" y="14"/>
                    <a:pt x="41" y="1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0" name="Freeform 86"/>
            <p:cNvSpPr>
              <a:spLocks/>
            </p:cNvSpPr>
            <p:nvPr/>
          </p:nvSpPr>
          <p:spPr bwMode="auto">
            <a:xfrm>
              <a:off x="3449638" y="3654426"/>
              <a:ext cx="303213" cy="139700"/>
            </a:xfrm>
            <a:custGeom>
              <a:avLst/>
              <a:gdLst>
                <a:gd name="T0" fmla="*/ 41 w 81"/>
                <a:gd name="T1" fmla="*/ 14 h 37"/>
                <a:gd name="T2" fmla="*/ 2 w 81"/>
                <a:gd name="T3" fmla="*/ 0 h 37"/>
                <a:gd name="T4" fmla="*/ 0 w 81"/>
                <a:gd name="T5" fmla="*/ 4 h 37"/>
                <a:gd name="T6" fmla="*/ 0 w 81"/>
                <a:gd name="T7" fmla="*/ 18 h 37"/>
                <a:gd name="T8" fmla="*/ 41 w 81"/>
                <a:gd name="T9" fmla="*/ 37 h 37"/>
                <a:gd name="T10" fmla="*/ 81 w 81"/>
                <a:gd name="T11" fmla="*/ 18 h 37"/>
                <a:gd name="T12" fmla="*/ 81 w 81"/>
                <a:gd name="T13" fmla="*/ 4 h 37"/>
                <a:gd name="T14" fmla="*/ 79 w 81"/>
                <a:gd name="T15" fmla="*/ 0 h 37"/>
                <a:gd name="T16" fmla="*/ 41 w 81"/>
                <a:gd name="T1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7">
                  <a:moveTo>
                    <a:pt x="41" y="14"/>
                  </a:moveTo>
                  <a:cubicBezTo>
                    <a:pt x="22" y="14"/>
                    <a:pt x="6" y="8"/>
                    <a:pt x="2" y="0"/>
                  </a:cubicBezTo>
                  <a:cubicBezTo>
                    <a:pt x="1" y="2"/>
                    <a:pt x="0" y="3"/>
                    <a:pt x="0" y="4"/>
                  </a:cubicBezTo>
                  <a:cubicBezTo>
                    <a:pt x="0" y="18"/>
                    <a:pt x="0" y="18"/>
                    <a:pt x="0" y="18"/>
                  </a:cubicBezTo>
                  <a:cubicBezTo>
                    <a:pt x="0" y="29"/>
                    <a:pt x="18" y="37"/>
                    <a:pt x="41" y="37"/>
                  </a:cubicBezTo>
                  <a:cubicBezTo>
                    <a:pt x="63" y="37"/>
                    <a:pt x="81" y="29"/>
                    <a:pt x="81" y="18"/>
                  </a:cubicBezTo>
                  <a:cubicBezTo>
                    <a:pt x="81" y="4"/>
                    <a:pt x="81" y="4"/>
                    <a:pt x="81" y="4"/>
                  </a:cubicBezTo>
                  <a:cubicBezTo>
                    <a:pt x="81" y="3"/>
                    <a:pt x="80" y="2"/>
                    <a:pt x="79" y="0"/>
                  </a:cubicBezTo>
                  <a:cubicBezTo>
                    <a:pt x="75" y="8"/>
                    <a:pt x="60" y="14"/>
                    <a:pt x="41" y="1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1" name="Freeform 87"/>
            <p:cNvSpPr>
              <a:spLocks/>
            </p:cNvSpPr>
            <p:nvPr/>
          </p:nvSpPr>
          <p:spPr bwMode="auto">
            <a:xfrm>
              <a:off x="3449638" y="3451226"/>
              <a:ext cx="303213" cy="136525"/>
            </a:xfrm>
            <a:custGeom>
              <a:avLst/>
              <a:gdLst>
                <a:gd name="T0" fmla="*/ 79 w 81"/>
                <a:gd name="T1" fmla="*/ 0 h 36"/>
                <a:gd name="T2" fmla="*/ 41 w 81"/>
                <a:gd name="T3" fmla="*/ 13 h 36"/>
                <a:gd name="T4" fmla="*/ 2 w 81"/>
                <a:gd name="T5" fmla="*/ 0 h 36"/>
                <a:gd name="T6" fmla="*/ 0 w 81"/>
                <a:gd name="T7" fmla="*/ 4 h 36"/>
                <a:gd name="T8" fmla="*/ 0 w 81"/>
                <a:gd name="T9" fmla="*/ 18 h 36"/>
                <a:gd name="T10" fmla="*/ 41 w 81"/>
                <a:gd name="T11" fmla="*/ 36 h 36"/>
                <a:gd name="T12" fmla="*/ 81 w 81"/>
                <a:gd name="T13" fmla="*/ 18 h 36"/>
                <a:gd name="T14" fmla="*/ 81 w 81"/>
                <a:gd name="T15" fmla="*/ 4 h 36"/>
                <a:gd name="T16" fmla="*/ 79 w 81"/>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6">
                  <a:moveTo>
                    <a:pt x="79" y="0"/>
                  </a:moveTo>
                  <a:cubicBezTo>
                    <a:pt x="79" y="8"/>
                    <a:pt x="62" y="13"/>
                    <a:pt x="41" y="13"/>
                  </a:cubicBezTo>
                  <a:cubicBezTo>
                    <a:pt x="20" y="13"/>
                    <a:pt x="2" y="8"/>
                    <a:pt x="2" y="0"/>
                  </a:cubicBezTo>
                  <a:cubicBezTo>
                    <a:pt x="1" y="2"/>
                    <a:pt x="0" y="3"/>
                    <a:pt x="0" y="4"/>
                  </a:cubicBezTo>
                  <a:cubicBezTo>
                    <a:pt x="0" y="18"/>
                    <a:pt x="0" y="18"/>
                    <a:pt x="0" y="18"/>
                  </a:cubicBezTo>
                  <a:cubicBezTo>
                    <a:pt x="0" y="28"/>
                    <a:pt x="18" y="36"/>
                    <a:pt x="41" y="36"/>
                  </a:cubicBezTo>
                  <a:cubicBezTo>
                    <a:pt x="63" y="36"/>
                    <a:pt x="81" y="28"/>
                    <a:pt x="81" y="18"/>
                  </a:cubicBezTo>
                  <a:cubicBezTo>
                    <a:pt x="81" y="4"/>
                    <a:pt x="81" y="4"/>
                    <a:pt x="81" y="4"/>
                  </a:cubicBezTo>
                  <a:cubicBezTo>
                    <a:pt x="81" y="3"/>
                    <a:pt x="80" y="2"/>
                    <a:pt x="79"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Oval 88"/>
            <p:cNvSpPr>
              <a:spLocks noChangeArrowheads="1"/>
            </p:cNvSpPr>
            <p:nvPr/>
          </p:nvSpPr>
          <p:spPr bwMode="auto">
            <a:xfrm>
              <a:off x="3455988" y="3379788"/>
              <a:ext cx="293688" cy="109538"/>
            </a:xfrm>
            <a:prstGeom prst="ellipse">
              <a:avLst/>
            </a:pr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63" name="Group 62"/>
          <p:cNvGrpSpPr/>
          <p:nvPr/>
        </p:nvGrpSpPr>
        <p:grpSpPr>
          <a:xfrm>
            <a:off x="701138" y="5301713"/>
            <a:ext cx="599128" cy="665348"/>
            <a:chOff x="7502526" y="2405063"/>
            <a:chExt cx="301625" cy="334963"/>
          </a:xfrm>
          <a:solidFill>
            <a:srgbClr val="16A085"/>
          </a:solidFill>
        </p:grpSpPr>
        <p:sp>
          <p:nvSpPr>
            <p:cNvPr id="64" name="Freeform 112"/>
            <p:cNvSpPr>
              <a:spLocks/>
            </p:cNvSpPr>
            <p:nvPr/>
          </p:nvSpPr>
          <p:spPr bwMode="auto">
            <a:xfrm>
              <a:off x="7708901" y="2405063"/>
              <a:ext cx="95250" cy="90488"/>
            </a:xfrm>
            <a:custGeom>
              <a:avLst/>
              <a:gdLst>
                <a:gd name="T0" fmla="*/ 19 w 25"/>
                <a:gd name="T1" fmla="*/ 24 h 24"/>
                <a:gd name="T2" fmla="*/ 21 w 25"/>
                <a:gd name="T3" fmla="*/ 22 h 24"/>
                <a:gd name="T4" fmla="*/ 19 w 25"/>
                <a:gd name="T5" fmla="*/ 4 h 24"/>
                <a:gd name="T6" fmla="*/ 0 w 25"/>
                <a:gd name="T7" fmla="*/ 7 h 24"/>
                <a:gd name="T8" fmla="*/ 0 w 25"/>
                <a:gd name="T9" fmla="*/ 8 h 24"/>
                <a:gd name="T10" fmla="*/ 19 w 25"/>
                <a:gd name="T11" fmla="*/ 24 h 24"/>
              </a:gdLst>
              <a:ahLst/>
              <a:cxnLst>
                <a:cxn ang="0">
                  <a:pos x="T0" y="T1"/>
                </a:cxn>
                <a:cxn ang="0">
                  <a:pos x="T2" y="T3"/>
                </a:cxn>
                <a:cxn ang="0">
                  <a:pos x="T4" y="T5"/>
                </a:cxn>
                <a:cxn ang="0">
                  <a:pos x="T6" y="T7"/>
                </a:cxn>
                <a:cxn ang="0">
                  <a:pos x="T8" y="T9"/>
                </a:cxn>
                <a:cxn ang="0">
                  <a:pos x="T10" y="T11"/>
                </a:cxn>
              </a:cxnLst>
              <a:rect l="0" t="0" r="r" b="b"/>
              <a:pathLst>
                <a:path w="25" h="24">
                  <a:moveTo>
                    <a:pt x="19" y="24"/>
                  </a:moveTo>
                  <a:cubicBezTo>
                    <a:pt x="20" y="23"/>
                    <a:pt x="20" y="23"/>
                    <a:pt x="21" y="22"/>
                  </a:cubicBezTo>
                  <a:cubicBezTo>
                    <a:pt x="25" y="17"/>
                    <a:pt x="24" y="8"/>
                    <a:pt x="19" y="4"/>
                  </a:cubicBezTo>
                  <a:cubicBezTo>
                    <a:pt x="13" y="0"/>
                    <a:pt x="5" y="1"/>
                    <a:pt x="0" y="7"/>
                  </a:cubicBezTo>
                  <a:cubicBezTo>
                    <a:pt x="0" y="7"/>
                    <a:pt x="0" y="7"/>
                    <a:pt x="0" y="8"/>
                  </a:cubicBezTo>
                  <a:cubicBezTo>
                    <a:pt x="8" y="11"/>
                    <a:pt x="15" y="17"/>
                    <a:pt x="19"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113"/>
            <p:cNvSpPr>
              <a:spLocks noEditPoints="1"/>
            </p:cNvSpPr>
            <p:nvPr/>
          </p:nvSpPr>
          <p:spPr bwMode="auto">
            <a:xfrm>
              <a:off x="7518401" y="2438401"/>
              <a:ext cx="274638" cy="301625"/>
            </a:xfrm>
            <a:custGeom>
              <a:avLst/>
              <a:gdLst>
                <a:gd name="T0" fmla="*/ 43 w 73"/>
                <a:gd name="T1" fmla="*/ 0 h 80"/>
                <a:gd name="T2" fmla="*/ 42 w 73"/>
                <a:gd name="T3" fmla="*/ 0 h 80"/>
                <a:gd name="T4" fmla="*/ 42 w 73"/>
                <a:gd name="T5" fmla="*/ 0 h 80"/>
                <a:gd name="T6" fmla="*/ 41 w 73"/>
                <a:gd name="T7" fmla="*/ 0 h 80"/>
                <a:gd name="T8" fmla="*/ 41 w 73"/>
                <a:gd name="T9" fmla="*/ 0 h 80"/>
                <a:gd name="T10" fmla="*/ 40 w 73"/>
                <a:gd name="T11" fmla="*/ 0 h 80"/>
                <a:gd name="T12" fmla="*/ 40 w 73"/>
                <a:gd name="T13" fmla="*/ 0 h 80"/>
                <a:gd name="T14" fmla="*/ 39 w 73"/>
                <a:gd name="T15" fmla="*/ 0 h 80"/>
                <a:gd name="T16" fmla="*/ 39 w 73"/>
                <a:gd name="T17" fmla="*/ 0 h 80"/>
                <a:gd name="T18" fmla="*/ 38 w 73"/>
                <a:gd name="T19" fmla="*/ 0 h 80"/>
                <a:gd name="T20" fmla="*/ 38 w 73"/>
                <a:gd name="T21" fmla="*/ 0 h 80"/>
                <a:gd name="T22" fmla="*/ 37 w 73"/>
                <a:gd name="T23" fmla="*/ 0 h 80"/>
                <a:gd name="T24" fmla="*/ 36 w 73"/>
                <a:gd name="T25" fmla="*/ 0 h 80"/>
                <a:gd name="T26" fmla="*/ 35 w 73"/>
                <a:gd name="T27" fmla="*/ 0 h 80"/>
                <a:gd name="T28" fmla="*/ 34 w 73"/>
                <a:gd name="T29" fmla="*/ 0 h 80"/>
                <a:gd name="T30" fmla="*/ 33 w 73"/>
                <a:gd name="T31" fmla="*/ 0 h 80"/>
                <a:gd name="T32" fmla="*/ 32 w 73"/>
                <a:gd name="T33" fmla="*/ 0 h 80"/>
                <a:gd name="T34" fmla="*/ 32 w 73"/>
                <a:gd name="T35" fmla="*/ 0 h 80"/>
                <a:gd name="T36" fmla="*/ 32 w 73"/>
                <a:gd name="T37" fmla="*/ 0 h 80"/>
                <a:gd name="T38" fmla="*/ 32 w 73"/>
                <a:gd name="T39" fmla="*/ 0 h 80"/>
                <a:gd name="T40" fmla="*/ 31 w 73"/>
                <a:gd name="T41" fmla="*/ 0 h 80"/>
                <a:gd name="T42" fmla="*/ 31 w 73"/>
                <a:gd name="T43" fmla="*/ 0 h 80"/>
                <a:gd name="T44" fmla="*/ 30 w 73"/>
                <a:gd name="T45" fmla="*/ 0 h 80"/>
                <a:gd name="T46" fmla="*/ 0 w 73"/>
                <a:gd name="T47" fmla="*/ 37 h 80"/>
                <a:gd name="T48" fmla="*/ 12 w 73"/>
                <a:gd name="T49" fmla="*/ 64 h 80"/>
                <a:gd name="T50" fmla="*/ 7 w 73"/>
                <a:gd name="T51" fmla="*/ 69 h 80"/>
                <a:gd name="T52" fmla="*/ 7 w 73"/>
                <a:gd name="T53" fmla="*/ 77 h 80"/>
                <a:gd name="T54" fmla="*/ 14 w 73"/>
                <a:gd name="T55" fmla="*/ 77 h 80"/>
                <a:gd name="T56" fmla="*/ 21 w 73"/>
                <a:gd name="T57" fmla="*/ 70 h 80"/>
                <a:gd name="T58" fmla="*/ 36 w 73"/>
                <a:gd name="T59" fmla="*/ 73 h 80"/>
                <a:gd name="T60" fmla="*/ 52 w 73"/>
                <a:gd name="T61" fmla="*/ 70 h 80"/>
                <a:gd name="T62" fmla="*/ 58 w 73"/>
                <a:gd name="T63" fmla="*/ 77 h 80"/>
                <a:gd name="T64" fmla="*/ 66 w 73"/>
                <a:gd name="T65" fmla="*/ 77 h 80"/>
                <a:gd name="T66" fmla="*/ 66 w 73"/>
                <a:gd name="T67" fmla="*/ 69 h 80"/>
                <a:gd name="T68" fmla="*/ 61 w 73"/>
                <a:gd name="T69" fmla="*/ 64 h 80"/>
                <a:gd name="T70" fmla="*/ 73 w 73"/>
                <a:gd name="T71" fmla="*/ 37 h 80"/>
                <a:gd name="T72" fmla="*/ 43 w 73"/>
                <a:gd name="T73" fmla="*/ 0 h 80"/>
                <a:gd name="T74" fmla="*/ 36 w 73"/>
                <a:gd name="T75" fmla="*/ 65 h 80"/>
                <a:gd name="T76" fmla="*/ 8 w 73"/>
                <a:gd name="T77" fmla="*/ 37 h 80"/>
                <a:gd name="T78" fmla="*/ 36 w 73"/>
                <a:gd name="T79" fmla="*/ 8 h 80"/>
                <a:gd name="T80" fmla="*/ 64 w 73"/>
                <a:gd name="T81" fmla="*/ 37 h 80"/>
                <a:gd name="T82" fmla="*/ 36 w 73"/>
                <a:gd name="T83" fmla="*/ 6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 h="80">
                  <a:moveTo>
                    <a:pt x="43" y="0"/>
                  </a:moveTo>
                  <a:cubicBezTo>
                    <a:pt x="42" y="0"/>
                    <a:pt x="42" y="0"/>
                    <a:pt x="42" y="0"/>
                  </a:cubicBezTo>
                  <a:cubicBezTo>
                    <a:pt x="42" y="0"/>
                    <a:pt x="42" y="0"/>
                    <a:pt x="42" y="0"/>
                  </a:cubicBezTo>
                  <a:cubicBezTo>
                    <a:pt x="42" y="0"/>
                    <a:pt x="41" y="0"/>
                    <a:pt x="41" y="0"/>
                  </a:cubicBezTo>
                  <a:cubicBezTo>
                    <a:pt x="41" y="0"/>
                    <a:pt x="41" y="0"/>
                    <a:pt x="41" y="0"/>
                  </a:cubicBezTo>
                  <a:cubicBezTo>
                    <a:pt x="41" y="0"/>
                    <a:pt x="40" y="0"/>
                    <a:pt x="40" y="0"/>
                  </a:cubicBezTo>
                  <a:cubicBezTo>
                    <a:pt x="40" y="0"/>
                    <a:pt x="40" y="0"/>
                    <a:pt x="40" y="0"/>
                  </a:cubicBezTo>
                  <a:cubicBezTo>
                    <a:pt x="40" y="0"/>
                    <a:pt x="39" y="0"/>
                    <a:pt x="39" y="0"/>
                  </a:cubicBezTo>
                  <a:cubicBezTo>
                    <a:pt x="39" y="0"/>
                    <a:pt x="39" y="0"/>
                    <a:pt x="39" y="0"/>
                  </a:cubicBezTo>
                  <a:cubicBezTo>
                    <a:pt x="39" y="0"/>
                    <a:pt x="38" y="0"/>
                    <a:pt x="38" y="0"/>
                  </a:cubicBezTo>
                  <a:cubicBezTo>
                    <a:pt x="38" y="0"/>
                    <a:pt x="38" y="0"/>
                    <a:pt x="38" y="0"/>
                  </a:cubicBezTo>
                  <a:cubicBezTo>
                    <a:pt x="38" y="0"/>
                    <a:pt x="38" y="0"/>
                    <a:pt x="37" y="0"/>
                  </a:cubicBezTo>
                  <a:cubicBezTo>
                    <a:pt x="37" y="0"/>
                    <a:pt x="37" y="0"/>
                    <a:pt x="36" y="0"/>
                  </a:cubicBezTo>
                  <a:cubicBezTo>
                    <a:pt x="36" y="0"/>
                    <a:pt x="36" y="0"/>
                    <a:pt x="35" y="0"/>
                  </a:cubicBezTo>
                  <a:cubicBezTo>
                    <a:pt x="35" y="0"/>
                    <a:pt x="35" y="0"/>
                    <a:pt x="34" y="0"/>
                  </a:cubicBezTo>
                  <a:cubicBezTo>
                    <a:pt x="34" y="0"/>
                    <a:pt x="34" y="0"/>
                    <a:pt x="33" y="0"/>
                  </a:cubicBezTo>
                  <a:cubicBezTo>
                    <a:pt x="33" y="0"/>
                    <a:pt x="33" y="0"/>
                    <a:pt x="32" y="0"/>
                  </a:cubicBezTo>
                  <a:cubicBezTo>
                    <a:pt x="32" y="0"/>
                    <a:pt x="32" y="0"/>
                    <a:pt x="32" y="0"/>
                  </a:cubicBezTo>
                  <a:cubicBezTo>
                    <a:pt x="32" y="0"/>
                    <a:pt x="32" y="0"/>
                    <a:pt x="32" y="0"/>
                  </a:cubicBezTo>
                  <a:cubicBezTo>
                    <a:pt x="32" y="0"/>
                    <a:pt x="32" y="0"/>
                    <a:pt x="32" y="0"/>
                  </a:cubicBezTo>
                  <a:cubicBezTo>
                    <a:pt x="31" y="0"/>
                    <a:pt x="31" y="0"/>
                    <a:pt x="31" y="0"/>
                  </a:cubicBezTo>
                  <a:cubicBezTo>
                    <a:pt x="31" y="0"/>
                    <a:pt x="31" y="0"/>
                    <a:pt x="31" y="0"/>
                  </a:cubicBezTo>
                  <a:cubicBezTo>
                    <a:pt x="30" y="0"/>
                    <a:pt x="30" y="0"/>
                    <a:pt x="30" y="0"/>
                  </a:cubicBezTo>
                  <a:cubicBezTo>
                    <a:pt x="13" y="4"/>
                    <a:pt x="0" y="19"/>
                    <a:pt x="0" y="37"/>
                  </a:cubicBezTo>
                  <a:cubicBezTo>
                    <a:pt x="0" y="47"/>
                    <a:pt x="4" y="57"/>
                    <a:pt x="12" y="64"/>
                  </a:cubicBezTo>
                  <a:cubicBezTo>
                    <a:pt x="7" y="69"/>
                    <a:pt x="7" y="69"/>
                    <a:pt x="7" y="69"/>
                  </a:cubicBezTo>
                  <a:cubicBezTo>
                    <a:pt x="4" y="71"/>
                    <a:pt x="5" y="77"/>
                    <a:pt x="7" y="77"/>
                  </a:cubicBezTo>
                  <a:cubicBezTo>
                    <a:pt x="9" y="79"/>
                    <a:pt x="12" y="79"/>
                    <a:pt x="14" y="77"/>
                  </a:cubicBezTo>
                  <a:cubicBezTo>
                    <a:pt x="16" y="75"/>
                    <a:pt x="20" y="72"/>
                    <a:pt x="21" y="70"/>
                  </a:cubicBezTo>
                  <a:cubicBezTo>
                    <a:pt x="25" y="72"/>
                    <a:pt x="31" y="73"/>
                    <a:pt x="36" y="73"/>
                  </a:cubicBezTo>
                  <a:cubicBezTo>
                    <a:pt x="42" y="73"/>
                    <a:pt x="47" y="72"/>
                    <a:pt x="52" y="70"/>
                  </a:cubicBezTo>
                  <a:cubicBezTo>
                    <a:pt x="53" y="72"/>
                    <a:pt x="57" y="75"/>
                    <a:pt x="58" y="77"/>
                  </a:cubicBezTo>
                  <a:cubicBezTo>
                    <a:pt x="62" y="80"/>
                    <a:pt x="65" y="77"/>
                    <a:pt x="66" y="77"/>
                  </a:cubicBezTo>
                  <a:cubicBezTo>
                    <a:pt x="68" y="74"/>
                    <a:pt x="68" y="71"/>
                    <a:pt x="66" y="69"/>
                  </a:cubicBezTo>
                  <a:cubicBezTo>
                    <a:pt x="61" y="64"/>
                    <a:pt x="61" y="64"/>
                    <a:pt x="61" y="64"/>
                  </a:cubicBezTo>
                  <a:cubicBezTo>
                    <a:pt x="68" y="57"/>
                    <a:pt x="73" y="47"/>
                    <a:pt x="73" y="37"/>
                  </a:cubicBezTo>
                  <a:cubicBezTo>
                    <a:pt x="73" y="19"/>
                    <a:pt x="60" y="4"/>
                    <a:pt x="43" y="0"/>
                  </a:cubicBezTo>
                  <a:close/>
                  <a:moveTo>
                    <a:pt x="36" y="65"/>
                  </a:moveTo>
                  <a:cubicBezTo>
                    <a:pt x="21" y="65"/>
                    <a:pt x="8" y="52"/>
                    <a:pt x="8" y="37"/>
                  </a:cubicBezTo>
                  <a:cubicBezTo>
                    <a:pt x="8" y="21"/>
                    <a:pt x="21" y="8"/>
                    <a:pt x="36" y="8"/>
                  </a:cubicBezTo>
                  <a:cubicBezTo>
                    <a:pt x="52" y="8"/>
                    <a:pt x="64" y="21"/>
                    <a:pt x="64" y="37"/>
                  </a:cubicBezTo>
                  <a:cubicBezTo>
                    <a:pt x="64" y="52"/>
                    <a:pt x="52" y="65"/>
                    <a:pt x="36" y="65"/>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114"/>
            <p:cNvSpPr>
              <a:spLocks/>
            </p:cNvSpPr>
            <p:nvPr/>
          </p:nvSpPr>
          <p:spPr bwMode="auto">
            <a:xfrm>
              <a:off x="7502526" y="2405063"/>
              <a:ext cx="98425" cy="90488"/>
            </a:xfrm>
            <a:custGeom>
              <a:avLst/>
              <a:gdLst>
                <a:gd name="T0" fmla="*/ 6 w 26"/>
                <a:gd name="T1" fmla="*/ 24 h 24"/>
                <a:gd name="T2" fmla="*/ 26 w 26"/>
                <a:gd name="T3" fmla="*/ 8 h 24"/>
                <a:gd name="T4" fmla="*/ 25 w 26"/>
                <a:gd name="T5" fmla="*/ 7 h 24"/>
                <a:gd name="T6" fmla="*/ 7 w 26"/>
                <a:gd name="T7" fmla="*/ 4 h 24"/>
                <a:gd name="T8" fmla="*/ 5 w 26"/>
                <a:gd name="T9" fmla="*/ 22 h 24"/>
                <a:gd name="T10" fmla="*/ 6 w 26"/>
                <a:gd name="T11" fmla="*/ 24 h 24"/>
              </a:gdLst>
              <a:ahLst/>
              <a:cxnLst>
                <a:cxn ang="0">
                  <a:pos x="T0" y="T1"/>
                </a:cxn>
                <a:cxn ang="0">
                  <a:pos x="T2" y="T3"/>
                </a:cxn>
                <a:cxn ang="0">
                  <a:pos x="T4" y="T5"/>
                </a:cxn>
                <a:cxn ang="0">
                  <a:pos x="T6" y="T7"/>
                </a:cxn>
                <a:cxn ang="0">
                  <a:pos x="T8" y="T9"/>
                </a:cxn>
                <a:cxn ang="0">
                  <a:pos x="T10" y="T11"/>
                </a:cxn>
              </a:cxnLst>
              <a:rect l="0" t="0" r="r" b="b"/>
              <a:pathLst>
                <a:path w="26" h="24">
                  <a:moveTo>
                    <a:pt x="6" y="24"/>
                  </a:moveTo>
                  <a:cubicBezTo>
                    <a:pt x="11" y="17"/>
                    <a:pt x="18" y="11"/>
                    <a:pt x="26" y="8"/>
                  </a:cubicBezTo>
                  <a:cubicBezTo>
                    <a:pt x="26" y="7"/>
                    <a:pt x="25" y="7"/>
                    <a:pt x="25" y="7"/>
                  </a:cubicBezTo>
                  <a:cubicBezTo>
                    <a:pt x="21" y="1"/>
                    <a:pt x="13" y="0"/>
                    <a:pt x="7" y="4"/>
                  </a:cubicBezTo>
                  <a:cubicBezTo>
                    <a:pt x="1" y="8"/>
                    <a:pt x="0" y="17"/>
                    <a:pt x="5" y="22"/>
                  </a:cubicBezTo>
                  <a:cubicBezTo>
                    <a:pt x="5" y="23"/>
                    <a:pt x="6" y="23"/>
                    <a:pt x="6"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7" name="Freeform 115"/>
            <p:cNvSpPr>
              <a:spLocks/>
            </p:cNvSpPr>
            <p:nvPr/>
          </p:nvSpPr>
          <p:spPr bwMode="auto">
            <a:xfrm>
              <a:off x="7650163" y="2476501"/>
              <a:ext cx="11113" cy="44450"/>
            </a:xfrm>
            <a:custGeom>
              <a:avLst/>
              <a:gdLst>
                <a:gd name="T0" fmla="*/ 1 w 3"/>
                <a:gd name="T1" fmla="*/ 12 h 12"/>
                <a:gd name="T2" fmla="*/ 3 w 3"/>
                <a:gd name="T3" fmla="*/ 10 h 12"/>
                <a:gd name="T4" fmla="*/ 3 w 3"/>
                <a:gd name="T5" fmla="*/ 2 h 12"/>
                <a:gd name="T6" fmla="*/ 1 w 3"/>
                <a:gd name="T7" fmla="*/ 0 h 12"/>
                <a:gd name="T8" fmla="*/ 0 w 3"/>
                <a:gd name="T9" fmla="*/ 2 h 12"/>
                <a:gd name="T10" fmla="*/ 0 w 3"/>
                <a:gd name="T11" fmla="*/ 10 h 12"/>
                <a:gd name="T12" fmla="*/ 1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2"/>
                  </a:moveTo>
                  <a:cubicBezTo>
                    <a:pt x="2" y="12"/>
                    <a:pt x="3" y="11"/>
                    <a:pt x="3" y="10"/>
                  </a:cubicBezTo>
                  <a:cubicBezTo>
                    <a:pt x="3" y="2"/>
                    <a:pt x="3" y="2"/>
                    <a:pt x="3" y="2"/>
                  </a:cubicBezTo>
                  <a:cubicBezTo>
                    <a:pt x="3" y="1"/>
                    <a:pt x="2" y="0"/>
                    <a:pt x="1" y="0"/>
                  </a:cubicBezTo>
                  <a:cubicBezTo>
                    <a:pt x="0" y="0"/>
                    <a:pt x="0" y="1"/>
                    <a:pt x="0" y="2"/>
                  </a:cubicBezTo>
                  <a:cubicBezTo>
                    <a:pt x="0" y="10"/>
                    <a:pt x="0" y="10"/>
                    <a:pt x="0" y="10"/>
                  </a:cubicBezTo>
                  <a:cubicBezTo>
                    <a:pt x="0" y="11"/>
                    <a:pt x="0" y="12"/>
                    <a:pt x="1" y="1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116"/>
            <p:cNvSpPr>
              <a:spLocks/>
            </p:cNvSpPr>
            <p:nvPr/>
          </p:nvSpPr>
          <p:spPr bwMode="auto">
            <a:xfrm>
              <a:off x="7551738" y="2570163"/>
              <a:ext cx="44450" cy="11113"/>
            </a:xfrm>
            <a:custGeom>
              <a:avLst/>
              <a:gdLst>
                <a:gd name="T0" fmla="*/ 10 w 12"/>
                <a:gd name="T1" fmla="*/ 0 h 3"/>
                <a:gd name="T2" fmla="*/ 2 w 12"/>
                <a:gd name="T3" fmla="*/ 0 h 3"/>
                <a:gd name="T4" fmla="*/ 0 w 12"/>
                <a:gd name="T5" fmla="*/ 2 h 3"/>
                <a:gd name="T6" fmla="*/ 2 w 12"/>
                <a:gd name="T7" fmla="*/ 3 h 3"/>
                <a:gd name="T8" fmla="*/ 10 w 12"/>
                <a:gd name="T9" fmla="*/ 3 h 3"/>
                <a:gd name="T10" fmla="*/ 12 w 12"/>
                <a:gd name="T11" fmla="*/ 2 h 3"/>
                <a:gd name="T12" fmla="*/ 10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10" y="0"/>
                  </a:moveTo>
                  <a:cubicBezTo>
                    <a:pt x="2" y="0"/>
                    <a:pt x="2" y="0"/>
                    <a:pt x="2" y="0"/>
                  </a:cubicBezTo>
                  <a:cubicBezTo>
                    <a:pt x="1" y="0"/>
                    <a:pt x="0" y="1"/>
                    <a:pt x="0" y="2"/>
                  </a:cubicBezTo>
                  <a:cubicBezTo>
                    <a:pt x="0" y="3"/>
                    <a:pt x="1" y="3"/>
                    <a:pt x="2" y="3"/>
                  </a:cubicBezTo>
                  <a:cubicBezTo>
                    <a:pt x="10" y="3"/>
                    <a:pt x="10" y="3"/>
                    <a:pt x="10" y="3"/>
                  </a:cubicBezTo>
                  <a:cubicBezTo>
                    <a:pt x="11" y="3"/>
                    <a:pt x="12" y="3"/>
                    <a:pt x="12" y="2"/>
                  </a:cubicBezTo>
                  <a:cubicBezTo>
                    <a:pt x="12" y="1"/>
                    <a:pt x="11" y="0"/>
                    <a:pt x="10"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117"/>
            <p:cNvSpPr>
              <a:spLocks/>
            </p:cNvSpPr>
            <p:nvPr/>
          </p:nvSpPr>
          <p:spPr bwMode="auto">
            <a:xfrm>
              <a:off x="7708901" y="2570163"/>
              <a:ext cx="46038" cy="11113"/>
            </a:xfrm>
            <a:custGeom>
              <a:avLst/>
              <a:gdLst>
                <a:gd name="T0" fmla="*/ 10 w 12"/>
                <a:gd name="T1" fmla="*/ 0 h 3"/>
                <a:gd name="T2" fmla="*/ 2 w 12"/>
                <a:gd name="T3" fmla="*/ 0 h 3"/>
                <a:gd name="T4" fmla="*/ 0 w 12"/>
                <a:gd name="T5" fmla="*/ 2 h 3"/>
                <a:gd name="T6" fmla="*/ 2 w 12"/>
                <a:gd name="T7" fmla="*/ 3 h 3"/>
                <a:gd name="T8" fmla="*/ 10 w 12"/>
                <a:gd name="T9" fmla="*/ 3 h 3"/>
                <a:gd name="T10" fmla="*/ 12 w 12"/>
                <a:gd name="T11" fmla="*/ 2 h 3"/>
                <a:gd name="T12" fmla="*/ 10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10" y="0"/>
                  </a:moveTo>
                  <a:cubicBezTo>
                    <a:pt x="2" y="0"/>
                    <a:pt x="2" y="0"/>
                    <a:pt x="2" y="0"/>
                  </a:cubicBezTo>
                  <a:cubicBezTo>
                    <a:pt x="1" y="0"/>
                    <a:pt x="0" y="1"/>
                    <a:pt x="0" y="2"/>
                  </a:cubicBezTo>
                  <a:cubicBezTo>
                    <a:pt x="0" y="3"/>
                    <a:pt x="1" y="3"/>
                    <a:pt x="2" y="3"/>
                  </a:cubicBezTo>
                  <a:cubicBezTo>
                    <a:pt x="10" y="3"/>
                    <a:pt x="10" y="3"/>
                    <a:pt x="10" y="3"/>
                  </a:cubicBezTo>
                  <a:cubicBezTo>
                    <a:pt x="11" y="3"/>
                    <a:pt x="12" y="3"/>
                    <a:pt x="12" y="2"/>
                  </a:cubicBezTo>
                  <a:cubicBezTo>
                    <a:pt x="12" y="1"/>
                    <a:pt x="11" y="0"/>
                    <a:pt x="10"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0" name="Freeform 118"/>
            <p:cNvSpPr>
              <a:spLocks/>
            </p:cNvSpPr>
            <p:nvPr/>
          </p:nvSpPr>
          <p:spPr bwMode="auto">
            <a:xfrm>
              <a:off x="7650163" y="2633663"/>
              <a:ext cx="11113" cy="46038"/>
            </a:xfrm>
            <a:custGeom>
              <a:avLst/>
              <a:gdLst>
                <a:gd name="T0" fmla="*/ 1 w 3"/>
                <a:gd name="T1" fmla="*/ 0 h 12"/>
                <a:gd name="T2" fmla="*/ 0 w 3"/>
                <a:gd name="T3" fmla="*/ 1 h 12"/>
                <a:gd name="T4" fmla="*/ 0 w 3"/>
                <a:gd name="T5" fmla="*/ 10 h 12"/>
                <a:gd name="T6" fmla="*/ 1 w 3"/>
                <a:gd name="T7" fmla="*/ 12 h 12"/>
                <a:gd name="T8" fmla="*/ 3 w 3"/>
                <a:gd name="T9" fmla="*/ 10 h 12"/>
                <a:gd name="T10" fmla="*/ 3 w 3"/>
                <a:gd name="T11" fmla="*/ 1 h 12"/>
                <a:gd name="T12" fmla="*/ 1 w 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0"/>
                  </a:moveTo>
                  <a:cubicBezTo>
                    <a:pt x="0" y="0"/>
                    <a:pt x="0" y="1"/>
                    <a:pt x="0" y="1"/>
                  </a:cubicBezTo>
                  <a:cubicBezTo>
                    <a:pt x="0" y="10"/>
                    <a:pt x="0" y="10"/>
                    <a:pt x="0" y="10"/>
                  </a:cubicBezTo>
                  <a:cubicBezTo>
                    <a:pt x="0" y="11"/>
                    <a:pt x="0" y="12"/>
                    <a:pt x="1" y="12"/>
                  </a:cubicBezTo>
                  <a:cubicBezTo>
                    <a:pt x="2" y="12"/>
                    <a:pt x="3" y="11"/>
                    <a:pt x="3" y="10"/>
                  </a:cubicBezTo>
                  <a:cubicBezTo>
                    <a:pt x="3" y="1"/>
                    <a:pt x="3" y="1"/>
                    <a:pt x="3" y="1"/>
                  </a:cubicBezTo>
                  <a:cubicBezTo>
                    <a:pt x="3" y="1"/>
                    <a:pt x="2" y="0"/>
                    <a:pt x="1"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1" name="Freeform 119"/>
            <p:cNvSpPr>
              <a:spLocks/>
            </p:cNvSpPr>
            <p:nvPr/>
          </p:nvSpPr>
          <p:spPr bwMode="auto">
            <a:xfrm>
              <a:off x="7593013" y="2506663"/>
              <a:ext cx="128588" cy="85725"/>
            </a:xfrm>
            <a:custGeom>
              <a:avLst/>
              <a:gdLst>
                <a:gd name="T0" fmla="*/ 18 w 34"/>
                <a:gd name="T1" fmla="*/ 18 h 23"/>
                <a:gd name="T2" fmla="*/ 33 w 34"/>
                <a:gd name="T3" fmla="*/ 3 h 23"/>
                <a:gd name="T4" fmla="*/ 34 w 34"/>
                <a:gd name="T5" fmla="*/ 2 h 23"/>
                <a:gd name="T6" fmla="*/ 33 w 34"/>
                <a:gd name="T7" fmla="*/ 1 h 23"/>
                <a:gd name="T8" fmla="*/ 32 w 34"/>
                <a:gd name="T9" fmla="*/ 0 h 23"/>
                <a:gd name="T10" fmla="*/ 31 w 34"/>
                <a:gd name="T11" fmla="*/ 1 h 23"/>
                <a:gd name="T12" fmla="*/ 20 w 34"/>
                <a:gd name="T13" fmla="*/ 12 h 23"/>
                <a:gd name="T14" fmla="*/ 16 w 34"/>
                <a:gd name="T15" fmla="*/ 16 h 23"/>
                <a:gd name="T16" fmla="*/ 16 w 34"/>
                <a:gd name="T17" fmla="*/ 16 h 23"/>
                <a:gd name="T18" fmla="*/ 16 w 34"/>
                <a:gd name="T19" fmla="*/ 16 h 23"/>
                <a:gd name="T20" fmla="*/ 15 w 34"/>
                <a:gd name="T21" fmla="*/ 15 h 23"/>
                <a:gd name="T22" fmla="*/ 15 w 34"/>
                <a:gd name="T23" fmla="*/ 15 h 23"/>
                <a:gd name="T24" fmla="*/ 15 w 34"/>
                <a:gd name="T25" fmla="*/ 15 h 23"/>
                <a:gd name="T26" fmla="*/ 4 w 34"/>
                <a:gd name="T27" fmla="*/ 7 h 23"/>
                <a:gd name="T28" fmla="*/ 2 w 34"/>
                <a:gd name="T29" fmla="*/ 6 h 23"/>
                <a:gd name="T30" fmla="*/ 1 w 34"/>
                <a:gd name="T31" fmla="*/ 7 h 23"/>
                <a:gd name="T32" fmla="*/ 0 w 34"/>
                <a:gd name="T33" fmla="*/ 9 h 23"/>
                <a:gd name="T34" fmla="*/ 1 w 34"/>
                <a:gd name="T35" fmla="*/ 10 h 23"/>
                <a:gd name="T36" fmla="*/ 13 w 34"/>
                <a:gd name="T37" fmla="*/ 19 h 23"/>
                <a:gd name="T38" fmla="*/ 12 w 34"/>
                <a:gd name="T39" fmla="*/ 20 h 23"/>
                <a:gd name="T40" fmla="*/ 11 w 34"/>
                <a:gd name="T41" fmla="*/ 21 h 23"/>
                <a:gd name="T42" fmla="*/ 12 w 34"/>
                <a:gd name="T43" fmla="*/ 23 h 23"/>
                <a:gd name="T44" fmla="*/ 13 w 34"/>
                <a:gd name="T45" fmla="*/ 23 h 23"/>
                <a:gd name="T46" fmla="*/ 16 w 34"/>
                <a:gd name="T47" fmla="*/ 21 h 23"/>
                <a:gd name="T48" fmla="*/ 17 w 34"/>
                <a:gd name="T49" fmla="*/ 22 h 23"/>
                <a:gd name="T50" fmla="*/ 18 w 34"/>
                <a:gd name="T51" fmla="*/ 23 h 23"/>
                <a:gd name="T52" fmla="*/ 20 w 34"/>
                <a:gd name="T53" fmla="*/ 23 h 23"/>
                <a:gd name="T54" fmla="*/ 21 w 34"/>
                <a:gd name="T55" fmla="*/ 21 h 23"/>
                <a:gd name="T56" fmla="*/ 21 w 34"/>
                <a:gd name="T57" fmla="*/ 19 h 23"/>
                <a:gd name="T58" fmla="*/ 18 w 34"/>
                <a:gd name="T59"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 h="23">
                  <a:moveTo>
                    <a:pt x="18" y="18"/>
                  </a:moveTo>
                  <a:cubicBezTo>
                    <a:pt x="33" y="3"/>
                    <a:pt x="33" y="3"/>
                    <a:pt x="33" y="3"/>
                  </a:cubicBezTo>
                  <a:cubicBezTo>
                    <a:pt x="33" y="3"/>
                    <a:pt x="34" y="2"/>
                    <a:pt x="34" y="2"/>
                  </a:cubicBezTo>
                  <a:cubicBezTo>
                    <a:pt x="34" y="2"/>
                    <a:pt x="33" y="1"/>
                    <a:pt x="33" y="1"/>
                  </a:cubicBezTo>
                  <a:cubicBezTo>
                    <a:pt x="33" y="1"/>
                    <a:pt x="32" y="0"/>
                    <a:pt x="32" y="0"/>
                  </a:cubicBezTo>
                  <a:cubicBezTo>
                    <a:pt x="32" y="0"/>
                    <a:pt x="31" y="1"/>
                    <a:pt x="31" y="1"/>
                  </a:cubicBezTo>
                  <a:cubicBezTo>
                    <a:pt x="20" y="12"/>
                    <a:pt x="20" y="12"/>
                    <a:pt x="20" y="12"/>
                  </a:cubicBezTo>
                  <a:cubicBezTo>
                    <a:pt x="16" y="16"/>
                    <a:pt x="16" y="16"/>
                    <a:pt x="16" y="16"/>
                  </a:cubicBezTo>
                  <a:cubicBezTo>
                    <a:pt x="16" y="16"/>
                    <a:pt x="16" y="16"/>
                    <a:pt x="16" y="16"/>
                  </a:cubicBezTo>
                  <a:cubicBezTo>
                    <a:pt x="16" y="16"/>
                    <a:pt x="16" y="16"/>
                    <a:pt x="16" y="16"/>
                  </a:cubicBezTo>
                  <a:cubicBezTo>
                    <a:pt x="15" y="15"/>
                    <a:pt x="15" y="15"/>
                    <a:pt x="15" y="15"/>
                  </a:cubicBezTo>
                  <a:cubicBezTo>
                    <a:pt x="15" y="15"/>
                    <a:pt x="15" y="15"/>
                    <a:pt x="15" y="15"/>
                  </a:cubicBezTo>
                  <a:cubicBezTo>
                    <a:pt x="15" y="15"/>
                    <a:pt x="15" y="15"/>
                    <a:pt x="15" y="15"/>
                  </a:cubicBezTo>
                  <a:cubicBezTo>
                    <a:pt x="4" y="7"/>
                    <a:pt x="4" y="7"/>
                    <a:pt x="4" y="7"/>
                  </a:cubicBezTo>
                  <a:cubicBezTo>
                    <a:pt x="3" y="6"/>
                    <a:pt x="3" y="6"/>
                    <a:pt x="2" y="6"/>
                  </a:cubicBezTo>
                  <a:cubicBezTo>
                    <a:pt x="2" y="6"/>
                    <a:pt x="1" y="7"/>
                    <a:pt x="1" y="7"/>
                  </a:cubicBezTo>
                  <a:cubicBezTo>
                    <a:pt x="0" y="8"/>
                    <a:pt x="0" y="8"/>
                    <a:pt x="0" y="9"/>
                  </a:cubicBezTo>
                  <a:cubicBezTo>
                    <a:pt x="0" y="9"/>
                    <a:pt x="1" y="10"/>
                    <a:pt x="1" y="10"/>
                  </a:cubicBezTo>
                  <a:cubicBezTo>
                    <a:pt x="13" y="19"/>
                    <a:pt x="13" y="19"/>
                    <a:pt x="13" y="19"/>
                  </a:cubicBezTo>
                  <a:cubicBezTo>
                    <a:pt x="12" y="20"/>
                    <a:pt x="12" y="20"/>
                    <a:pt x="12" y="20"/>
                  </a:cubicBezTo>
                  <a:cubicBezTo>
                    <a:pt x="11" y="21"/>
                    <a:pt x="11" y="21"/>
                    <a:pt x="11" y="21"/>
                  </a:cubicBezTo>
                  <a:cubicBezTo>
                    <a:pt x="11" y="22"/>
                    <a:pt x="11" y="22"/>
                    <a:pt x="12" y="23"/>
                  </a:cubicBezTo>
                  <a:cubicBezTo>
                    <a:pt x="12" y="23"/>
                    <a:pt x="12" y="23"/>
                    <a:pt x="13" y="23"/>
                  </a:cubicBezTo>
                  <a:cubicBezTo>
                    <a:pt x="16" y="21"/>
                    <a:pt x="16" y="21"/>
                    <a:pt x="16" y="21"/>
                  </a:cubicBezTo>
                  <a:cubicBezTo>
                    <a:pt x="17" y="22"/>
                    <a:pt x="17" y="22"/>
                    <a:pt x="17" y="22"/>
                  </a:cubicBezTo>
                  <a:cubicBezTo>
                    <a:pt x="18" y="23"/>
                    <a:pt x="18" y="23"/>
                    <a:pt x="18" y="23"/>
                  </a:cubicBezTo>
                  <a:cubicBezTo>
                    <a:pt x="18" y="23"/>
                    <a:pt x="19" y="23"/>
                    <a:pt x="20" y="23"/>
                  </a:cubicBezTo>
                  <a:cubicBezTo>
                    <a:pt x="21" y="23"/>
                    <a:pt x="22" y="22"/>
                    <a:pt x="21" y="21"/>
                  </a:cubicBezTo>
                  <a:cubicBezTo>
                    <a:pt x="21" y="20"/>
                    <a:pt x="21" y="20"/>
                    <a:pt x="21" y="19"/>
                  </a:cubicBezTo>
                  <a:lnTo>
                    <a:pt x="18" y="18"/>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7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72"/>
                                        </p:tgtEl>
                                        <p:attrNameLst>
                                          <p:attrName>style.visibility</p:attrName>
                                        </p:attrNameLst>
                                      </p:cBhvr>
                                      <p:to>
                                        <p:strVal val="visible"/>
                                      </p:to>
                                    </p:set>
                                    <p:animEffect transition="in" filter="fade">
                                      <p:cBhvr>
                                        <p:cTn id="10" dur="500"/>
                                        <p:tgtEl>
                                          <p:spTgt spid="72"/>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58"/>
                                        </p:tgtEl>
                                        <p:attrNameLst>
                                          <p:attrName>style.visibility</p:attrName>
                                        </p:attrNameLst>
                                      </p:cBhvr>
                                      <p:to>
                                        <p:strVal val="visible"/>
                                      </p:to>
                                    </p:set>
                                    <p:animEffect transition="in" filter="fade">
                                      <p:cBhvr>
                                        <p:cTn id="14" dur="500"/>
                                        <p:tgtEl>
                                          <p:spTgt spid="58"/>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fade">
                                      <p:cBhvr>
                                        <p:cTn id="18" dur="500"/>
                                        <p:tgtEl>
                                          <p:spTgt spid="54"/>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fade">
                                      <p:cBhvr>
                                        <p:cTn id="22" dur="500"/>
                                        <p:tgtEl>
                                          <p:spTgt spid="57"/>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fade">
                                      <p:cBhvr>
                                        <p:cTn id="26" dur="500"/>
                                        <p:tgtEl>
                                          <p:spTgt spid="55"/>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63"/>
                                        </p:tgtEl>
                                        <p:attrNameLst>
                                          <p:attrName>style.visibility</p:attrName>
                                        </p:attrNameLst>
                                      </p:cBhvr>
                                      <p:to>
                                        <p:strVal val="visible"/>
                                      </p:to>
                                    </p:set>
                                    <p:animEffect transition="in" filter="fade">
                                      <p:cBhvr>
                                        <p:cTn id="30" dur="500"/>
                                        <p:tgtEl>
                                          <p:spTgt spid="63"/>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fade">
                                      <p:cBhvr>
                                        <p:cTn id="3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4" grpId="0"/>
      <p:bldP spid="55" grpId="0"/>
      <p:bldP spid="56" grpId="0"/>
      <p:bldP spid="57"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p>
        </p:txBody>
      </p:sp>
      <p:sp>
        <p:nvSpPr>
          <p:cNvPr id="25" name="Rectangle 24"/>
          <p:cNvSpPr/>
          <p:nvPr/>
        </p:nvSpPr>
        <p:spPr>
          <a:xfrm>
            <a:off x="0" y="3951288"/>
            <a:ext cx="12192000" cy="182562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solidFill>
                <a:schemeClr val="tx1"/>
              </a:solidFill>
            </a:endParaRPr>
          </a:p>
        </p:txBody>
      </p:sp>
      <p:sp>
        <p:nvSpPr>
          <p:cNvPr id="24" name="Title 13"/>
          <p:cNvSpPr txBox="1">
            <a:spLocks/>
          </p:cNvSpPr>
          <p:nvPr/>
        </p:nvSpPr>
        <p:spPr>
          <a:xfrm>
            <a:off x="839788" y="4259263"/>
            <a:ext cx="10534650" cy="1033462"/>
          </a:xfrm>
          <a:prstGeom prst="rect">
            <a:avLst/>
          </a:prstGeom>
        </p:spPr>
        <p:txBody>
          <a:bodyPr anchor="b"/>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defRPr/>
            </a:pPr>
            <a:r>
              <a:rPr lang="ar-SA" sz="3200" b="1" dirty="0">
                <a:solidFill>
                  <a:schemeClr val="bg1"/>
                </a:solidFill>
              </a:rPr>
              <a:t>وتعرف الوسائل التعليمية في المفهوم التقليدي على أنها "المواد والأدوات والأجهزة أو قنوات الاتصال التي تنقل أو تنتقل بواسطتها المعرفة للدارسين".</a:t>
            </a:r>
            <a:endParaRPr lang="en-US" sz="3200" b="1" dirty="0">
              <a:solidFill>
                <a:schemeClr val="bg1"/>
              </a:solidFill>
              <a:latin typeface="+mn-lt"/>
            </a:endParaRPr>
          </a:p>
        </p:txBody>
      </p:sp>
      <p:grpSp>
        <p:nvGrpSpPr>
          <p:cNvPr id="5" name="Group 451"/>
          <p:cNvGrpSpPr>
            <a:grpSpLocks/>
          </p:cNvGrpSpPr>
          <p:nvPr/>
        </p:nvGrpSpPr>
        <p:grpSpPr bwMode="auto">
          <a:xfrm>
            <a:off x="5193506" y="988219"/>
            <a:ext cx="2220913" cy="2878137"/>
            <a:chOff x="10718172" y="4638836"/>
            <a:chExt cx="3366534" cy="4365286"/>
          </a:xfrm>
        </p:grpSpPr>
        <p:sp>
          <p:nvSpPr>
            <p:cNvPr id="6" name="Freeform 117"/>
            <p:cNvSpPr>
              <a:spLocks noChangeArrowheads="1"/>
            </p:cNvSpPr>
            <p:nvPr/>
          </p:nvSpPr>
          <p:spPr bwMode="auto">
            <a:xfrm>
              <a:off x="12405049" y="7805053"/>
              <a:ext cx="348925" cy="712700"/>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7" name="Freeform 118"/>
            <p:cNvSpPr>
              <a:spLocks noChangeArrowheads="1"/>
            </p:cNvSpPr>
            <p:nvPr/>
          </p:nvSpPr>
          <p:spPr bwMode="auto">
            <a:xfrm>
              <a:off x="12053717" y="7805053"/>
              <a:ext cx="356145" cy="727146"/>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8" name="Freeform 119"/>
            <p:cNvSpPr>
              <a:spLocks noChangeArrowheads="1"/>
            </p:cNvSpPr>
            <p:nvPr/>
          </p:nvSpPr>
          <p:spPr bwMode="auto">
            <a:xfrm>
              <a:off x="11964680" y="7675033"/>
              <a:ext cx="440369" cy="476738"/>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9" name="Freeform 120"/>
            <p:cNvSpPr>
              <a:spLocks noChangeArrowheads="1"/>
            </p:cNvSpPr>
            <p:nvPr/>
          </p:nvSpPr>
          <p:spPr bwMode="auto">
            <a:xfrm>
              <a:off x="12405049" y="7675033"/>
              <a:ext cx="437962" cy="476738"/>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0" name="Freeform 121"/>
            <p:cNvSpPr>
              <a:spLocks noChangeArrowheads="1"/>
            </p:cNvSpPr>
            <p:nvPr/>
          </p:nvSpPr>
          <p:spPr bwMode="auto">
            <a:xfrm>
              <a:off x="11603722" y="7675033"/>
              <a:ext cx="2480984" cy="1329089"/>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1" name="Freeform 122"/>
            <p:cNvSpPr>
              <a:spLocks noChangeArrowheads="1"/>
            </p:cNvSpPr>
            <p:nvPr/>
          </p:nvSpPr>
          <p:spPr bwMode="auto">
            <a:xfrm>
              <a:off x="11707197" y="7675033"/>
              <a:ext cx="257482" cy="248001"/>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2" name="Freeform 123"/>
            <p:cNvSpPr>
              <a:spLocks noChangeArrowheads="1"/>
            </p:cNvSpPr>
            <p:nvPr/>
          </p:nvSpPr>
          <p:spPr bwMode="auto">
            <a:xfrm>
              <a:off x="10718172" y="7675033"/>
              <a:ext cx="1607465" cy="1329089"/>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3" name="Freeform 124"/>
            <p:cNvSpPr>
              <a:spLocks noChangeArrowheads="1"/>
            </p:cNvSpPr>
            <p:nvPr/>
          </p:nvSpPr>
          <p:spPr bwMode="auto">
            <a:xfrm>
              <a:off x="12205318" y="7805053"/>
              <a:ext cx="399460" cy="399690"/>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4" name="Freeform 125"/>
            <p:cNvSpPr>
              <a:spLocks noChangeArrowheads="1"/>
            </p:cNvSpPr>
            <p:nvPr/>
          </p:nvSpPr>
          <p:spPr bwMode="auto">
            <a:xfrm>
              <a:off x="11483403" y="5185399"/>
              <a:ext cx="926459" cy="1846760"/>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5" name="Freeform 126"/>
            <p:cNvSpPr>
              <a:spLocks noChangeArrowheads="1"/>
            </p:cNvSpPr>
            <p:nvPr/>
          </p:nvSpPr>
          <p:spPr bwMode="auto">
            <a:xfrm>
              <a:off x="12405049" y="5794566"/>
              <a:ext cx="310423" cy="628427"/>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6" name="Freeform 127"/>
            <p:cNvSpPr>
              <a:spLocks noChangeArrowheads="1"/>
            </p:cNvSpPr>
            <p:nvPr/>
          </p:nvSpPr>
          <p:spPr bwMode="auto">
            <a:xfrm>
              <a:off x="12092219" y="5794566"/>
              <a:ext cx="317643" cy="628427"/>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7" name="Freeform 128"/>
            <p:cNvSpPr>
              <a:spLocks noChangeArrowheads="1"/>
            </p:cNvSpPr>
            <p:nvPr/>
          </p:nvSpPr>
          <p:spPr bwMode="auto">
            <a:xfrm>
              <a:off x="12405049" y="5185399"/>
              <a:ext cx="919239" cy="1846760"/>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19" name="Freeform 129"/>
            <p:cNvSpPr>
              <a:spLocks noChangeArrowheads="1"/>
            </p:cNvSpPr>
            <p:nvPr/>
          </p:nvSpPr>
          <p:spPr bwMode="auto">
            <a:xfrm>
              <a:off x="10937154" y="4638836"/>
              <a:ext cx="1467895" cy="2927848"/>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20" name="Freeform 130"/>
            <p:cNvSpPr>
              <a:spLocks noChangeArrowheads="1"/>
            </p:cNvSpPr>
            <p:nvPr/>
          </p:nvSpPr>
          <p:spPr bwMode="auto">
            <a:xfrm>
              <a:off x="12405049" y="4638836"/>
              <a:ext cx="1460675" cy="2927848"/>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21" name="Freeform 131"/>
            <p:cNvSpPr>
              <a:spLocks noChangeArrowheads="1"/>
            </p:cNvSpPr>
            <p:nvPr/>
          </p:nvSpPr>
          <p:spPr bwMode="auto">
            <a:xfrm>
              <a:off x="12405049" y="4934991"/>
              <a:ext cx="1167096" cy="2340352"/>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22" name="Freeform 132"/>
            <p:cNvSpPr>
              <a:spLocks noChangeArrowheads="1"/>
            </p:cNvSpPr>
            <p:nvPr/>
          </p:nvSpPr>
          <p:spPr bwMode="auto">
            <a:xfrm>
              <a:off x="11235546" y="4934991"/>
              <a:ext cx="1169503" cy="2340352"/>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23" name="Freeform 133"/>
            <p:cNvSpPr>
              <a:spLocks noChangeArrowheads="1"/>
            </p:cNvSpPr>
            <p:nvPr/>
          </p:nvSpPr>
          <p:spPr bwMode="auto">
            <a:xfrm>
              <a:off x="12405049" y="5544157"/>
              <a:ext cx="567907" cy="1131652"/>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26" name="Freeform 134"/>
            <p:cNvSpPr>
              <a:spLocks noChangeArrowheads="1"/>
            </p:cNvSpPr>
            <p:nvPr/>
          </p:nvSpPr>
          <p:spPr bwMode="auto">
            <a:xfrm>
              <a:off x="11844360" y="5544157"/>
              <a:ext cx="560689" cy="1131652"/>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 calcmode="lin" valueType="num">
                                      <p:cBhvr additive="base">
                                        <p:cTn id="10" dur="500" fill="hold"/>
                                        <p:tgtEl>
                                          <p:spTgt spid="25"/>
                                        </p:tgtEl>
                                        <p:attrNameLst>
                                          <p:attrName>ppt_x</p:attrName>
                                        </p:attrNameLst>
                                      </p:cBhvr>
                                      <p:tavLst>
                                        <p:tav tm="0">
                                          <p:val>
                                            <p:strVal val="#ppt_x"/>
                                          </p:val>
                                        </p:tav>
                                        <p:tav tm="100000">
                                          <p:val>
                                            <p:strVal val="#ppt_x"/>
                                          </p:val>
                                        </p:tav>
                                      </p:tavLst>
                                    </p:anim>
                                    <p:anim calcmode="lin" valueType="num">
                                      <p:cBhvr additive="base">
                                        <p:cTn id="11" dur="500" fill="hold"/>
                                        <p:tgtEl>
                                          <p:spTgt spid="25"/>
                                        </p:tgtEl>
                                        <p:attrNameLst>
                                          <p:attrName>ppt_y</p:attrName>
                                        </p:attrNameLst>
                                      </p:cBhvr>
                                      <p:tavLst>
                                        <p:tav tm="0">
                                          <p:val>
                                            <p:strVal val="1+#ppt_h/2"/>
                                          </p:val>
                                        </p:tav>
                                        <p:tav tm="100000">
                                          <p:val>
                                            <p:strVal val="#ppt_y"/>
                                          </p:val>
                                        </p:tav>
                                      </p:tavLst>
                                    </p:anim>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a:grpSpLocks/>
          </p:cNvGrpSpPr>
          <p:nvPr/>
        </p:nvGrpSpPr>
        <p:grpSpPr bwMode="auto">
          <a:xfrm>
            <a:off x="0" y="0"/>
            <a:ext cx="12192000" cy="6858000"/>
            <a:chOff x="0" y="-1"/>
            <a:chExt cx="9146438" cy="5143501"/>
          </a:xfrm>
        </p:grpSpPr>
        <p:sp>
          <p:nvSpPr>
            <p:cNvPr id="20" name="Rectangle 19"/>
            <p:cNvSpPr/>
            <p:nvPr/>
          </p:nvSpPr>
          <p:spPr>
            <a:xfrm flipH="1">
              <a:off x="0" y="-1"/>
              <a:ext cx="9146438" cy="51435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1" name="Rectangle 20"/>
            <p:cNvSpPr/>
            <p:nvPr/>
          </p:nvSpPr>
          <p:spPr>
            <a:xfrm>
              <a:off x="0" y="-1"/>
              <a:ext cx="9146438" cy="5143501"/>
            </a:xfrm>
            <a:prstGeom prst="rect">
              <a:avLst/>
            </a:prstGeom>
            <a:solidFill>
              <a:schemeClr val="tx2">
                <a:lumMod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22" name="Rectangle 21"/>
          <p:cNvSpPr/>
          <p:nvPr/>
        </p:nvSpPr>
        <p:spPr>
          <a:xfrm>
            <a:off x="0" y="5045075"/>
            <a:ext cx="12192000" cy="1812925"/>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56" name="Content Placeholder 2"/>
          <p:cNvSpPr txBox="1">
            <a:spLocks/>
          </p:cNvSpPr>
          <p:nvPr/>
        </p:nvSpPr>
        <p:spPr bwMode="auto">
          <a:xfrm>
            <a:off x="340519" y="5065874"/>
            <a:ext cx="11510962" cy="1463675"/>
          </a:xfrm>
          <a:prstGeom prst="rect">
            <a:avLst/>
          </a:prstGeom>
          <a:noFill/>
          <a:ln w="9525">
            <a:noFill/>
            <a:miter lim="800000"/>
            <a:headEnd/>
            <a:tailEnd/>
          </a:ln>
        </p:spPr>
        <p:txBody>
          <a:bodyPr/>
          <a:lstStyle/>
          <a:p>
            <a:pPr algn="ctr">
              <a:spcBef>
                <a:spcPct val="20000"/>
              </a:spcBef>
              <a:buFont typeface="Arial" charset="0"/>
              <a:buNone/>
            </a:pPr>
            <a:r>
              <a:rPr lang="ar-SA" sz="3200" dirty="0"/>
              <a:t>تشتمل الوسائل التعليمية إلى جانب نقل المعرفة؛ تخطيطاً وتطبيقاً وتقويماً لمواقف تعليمية صالحة وقادرة على تحقيق الأهداف التعليمية وذلك باستخدام أفضل الطرق لتعديل بيئة المتعلم، مع الأخذ بنظر الاعتبار جميع عناصر النظام التعليمي</a:t>
            </a:r>
            <a:endParaRPr lang="en-US" sz="3200" dirty="0">
              <a:solidFill>
                <a:srgbClr val="595959"/>
              </a:solidFill>
            </a:endParaRPr>
          </a:p>
        </p:txBody>
      </p:sp>
      <p:sp>
        <p:nvSpPr>
          <p:cNvPr id="40" name="Subtitle 2"/>
          <p:cNvSpPr txBox="1">
            <a:spLocks/>
          </p:cNvSpPr>
          <p:nvPr/>
        </p:nvSpPr>
        <p:spPr bwMode="auto">
          <a:xfrm>
            <a:off x="11507788" y="6289675"/>
            <a:ext cx="538162" cy="314325"/>
          </a:xfrm>
          <a:prstGeom prst="rect">
            <a:avLst/>
          </a:prstGeom>
          <a:noFill/>
          <a:ln w="9525">
            <a:noFill/>
            <a:miter lim="800000"/>
            <a:headEnd/>
            <a:tailEnd/>
          </a:ln>
        </p:spPr>
        <p:txBody>
          <a:bodyPr>
            <a:spAutoFit/>
          </a:bodyPr>
          <a:lstStyle/>
          <a:p>
            <a:pPr algn="ctr">
              <a:lnSpc>
                <a:spcPct val="90000"/>
              </a:lnSpc>
              <a:spcBef>
                <a:spcPts val="1000"/>
              </a:spcBef>
              <a:buFont typeface="Arial" charset="0"/>
              <a:buNone/>
            </a:pPr>
            <a:fld id="{509205F9-B038-4281-B5D1-ED5BDB7C7DF2}" type="slidenum">
              <a:rPr lang="id-ID" sz="1600">
                <a:solidFill>
                  <a:srgbClr val="F2F2F2"/>
                </a:solidFill>
                <a:latin typeface="Calibri Light"/>
              </a:rPr>
              <a:pPr algn="ctr">
                <a:lnSpc>
                  <a:spcPct val="90000"/>
                </a:lnSpc>
                <a:spcBef>
                  <a:spcPts val="1000"/>
                </a:spcBef>
                <a:buFont typeface="Arial" charset="0"/>
                <a:buNone/>
              </a:pPr>
              <a:t>45</a:t>
            </a:fld>
            <a:endParaRPr lang="en-US" sz="1600">
              <a:solidFill>
                <a:srgbClr val="F2F2F2"/>
              </a:solidFill>
              <a:latin typeface="Calibri Light"/>
            </a:endParaRPr>
          </a:p>
        </p:txBody>
      </p:sp>
      <p:grpSp>
        <p:nvGrpSpPr>
          <p:cNvPr id="16" name="Group 15"/>
          <p:cNvGrpSpPr>
            <a:grpSpLocks noChangeAspect="1"/>
          </p:cNvGrpSpPr>
          <p:nvPr/>
        </p:nvGrpSpPr>
        <p:grpSpPr bwMode="auto">
          <a:xfrm>
            <a:off x="2646363" y="674688"/>
            <a:ext cx="6784975" cy="4092575"/>
            <a:chOff x="7533540" y="5212665"/>
            <a:chExt cx="2421025" cy="1460618"/>
          </a:xfrm>
        </p:grpSpPr>
        <p:pic>
          <p:nvPicPr>
            <p:cNvPr id="483335" name="Picture 16"/>
            <p:cNvPicPr>
              <a:picLocks noChangeAspect="1"/>
            </p:cNvPicPr>
            <p:nvPr/>
          </p:nvPicPr>
          <p:blipFill>
            <a:blip r:embed="rId3"/>
            <a:srcRect l="19221" t="29398" r="17921" b="13718"/>
            <a:stretch>
              <a:fillRect/>
            </a:stretch>
          </p:blipFill>
          <p:spPr bwMode="auto">
            <a:xfrm>
              <a:off x="7533540" y="5212665"/>
              <a:ext cx="2421025" cy="1460618"/>
            </a:xfrm>
            <a:prstGeom prst="rect">
              <a:avLst/>
            </a:prstGeom>
            <a:noFill/>
            <a:ln w="9525">
              <a:noFill/>
              <a:miter lim="800000"/>
              <a:headEnd/>
              <a:tailEnd/>
            </a:ln>
          </p:spPr>
        </p:pic>
        <p:sp>
          <p:nvSpPr>
            <p:cNvPr id="18" name="Rectangle 17"/>
            <p:cNvSpPr/>
            <p:nvPr/>
          </p:nvSpPr>
          <p:spPr>
            <a:xfrm>
              <a:off x="7886441" y="5384902"/>
              <a:ext cx="1677837" cy="10549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69" name="Title 1"/>
          <p:cNvSpPr txBox="1">
            <a:spLocks/>
          </p:cNvSpPr>
          <p:nvPr/>
        </p:nvSpPr>
        <p:spPr>
          <a:xfrm>
            <a:off x="3508375" y="2336800"/>
            <a:ext cx="5175250" cy="769938"/>
          </a:xfrm>
          <a:prstGeom prst="rect">
            <a:avLst/>
          </a:prstGeom>
        </p:spPr>
        <p:txBody>
          <a:bodyPr anchor="ctr">
            <a:spAutoFit/>
          </a:bodyPr>
          <a:lstStyle>
            <a:lvl1pPr algn="ctr" defTabSz="914400" rtl="0" eaLnBrk="1" latinLnBrk="0" hangingPunct="1">
              <a:spcBef>
                <a:spcPct val="0"/>
              </a:spcBef>
              <a:buNone/>
              <a:defRPr sz="2800" kern="1200">
                <a:solidFill>
                  <a:schemeClr val="tx1"/>
                </a:solidFill>
                <a:latin typeface="+mj-lt"/>
                <a:ea typeface="+mj-ea"/>
                <a:cs typeface="+mj-cs"/>
              </a:defRPr>
            </a:lvl1pPr>
          </a:lstStyle>
          <a:p>
            <a:pPr>
              <a:defRPr/>
            </a:pPr>
            <a:r>
              <a:rPr lang="ar-SA" sz="4400" b="1" u="sng" dirty="0">
                <a:solidFill>
                  <a:schemeClr val="bg1"/>
                </a:solidFill>
              </a:rPr>
              <a:t>وفي المفهوم الحديث</a:t>
            </a:r>
            <a:endParaRPr lang="en-US" sz="4400" b="1" u="sng" dirty="0">
              <a:solidFill>
                <a:schemeClr val="bg1"/>
              </a:solidFill>
              <a:latin typeface="+mn-lt"/>
            </a:endParaRPr>
          </a:p>
        </p:txBody>
      </p:sp>
      <p:sp>
        <p:nvSpPr>
          <p:cNvPr id="2" name="Footer Placeholder 1"/>
          <p:cNvSpPr>
            <a:spLocks noGrp="1"/>
          </p:cNvSpPr>
          <p:nvPr>
            <p:ph type="ftr" sz="quarter" idx="11"/>
          </p:nvPr>
        </p:nvSpPr>
        <p:spPr>
          <a:xfrm>
            <a:off x="4038600" y="6572250"/>
            <a:ext cx="4114800" cy="365125"/>
          </a:xfrm>
        </p:spPr>
        <p:txBody>
          <a:bodyPr/>
          <a:lstStyle/>
          <a:p>
            <a:pPr>
              <a:defRPr/>
            </a:pPr>
            <a:r>
              <a:rPr lang="ar-SA" smtClean="0"/>
              <a:t>موسوعة تكنولوجيا التعليم</a:t>
            </a:r>
            <a:endParaRPr lang="id-ID" dirty="0"/>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childTnLst>
                                </p:cTn>
                              </p:par>
                            </p:childTnLst>
                          </p:cTn>
                        </p:par>
                        <p:par>
                          <p:cTn id="10" fill="hold">
                            <p:stCondLst>
                              <p:cond delay="0"/>
                            </p:stCondLst>
                            <p:childTnLst>
                              <p:par>
                                <p:cTn id="11" presetID="10" presetClass="entr" presetSubtype="0" fill="hold" grpId="0" nodeType="afterEffect">
                                  <p:stCondLst>
                                    <p:cond delay="0"/>
                                  </p:stCondLst>
                                  <p:childTnLst>
                                    <p:set>
                                      <p:cBhvr>
                                        <p:cTn id="12" dur="1" fill="hold">
                                          <p:stCondLst>
                                            <p:cond delay="0"/>
                                          </p:stCondLst>
                                        </p:cTn>
                                        <p:tgtEl>
                                          <p:spTgt spid="69"/>
                                        </p:tgtEl>
                                        <p:attrNameLst>
                                          <p:attrName>style.visibility</p:attrName>
                                        </p:attrNameLst>
                                      </p:cBhvr>
                                      <p:to>
                                        <p:strVal val="visible"/>
                                      </p:to>
                                    </p:set>
                                    <p:animEffect transition="in" filter="fade">
                                      <p:cBhvr>
                                        <p:cTn id="13" dur="500"/>
                                        <p:tgtEl>
                                          <p:spTgt spid="69"/>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9"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5" name="Group 444"/>
          <p:cNvGrpSpPr/>
          <p:nvPr/>
        </p:nvGrpSpPr>
        <p:grpSpPr>
          <a:xfrm>
            <a:off x="2573321" y="1523453"/>
            <a:ext cx="7482374" cy="3524413"/>
            <a:chOff x="4949758" y="3099293"/>
            <a:chExt cx="14966696" cy="7049744"/>
          </a:xfrm>
          <a:solidFill>
            <a:schemeClr val="bg1">
              <a:lumMod val="85000"/>
            </a:schemeClr>
          </a:solidFill>
        </p:grpSpPr>
        <p:sp>
          <p:nvSpPr>
            <p:cNvPr id="446" name="Freeform 2"/>
            <p:cNvSpPr>
              <a:spLocks noChangeArrowheads="1"/>
            </p:cNvSpPr>
            <p:nvPr/>
          </p:nvSpPr>
          <p:spPr bwMode="auto">
            <a:xfrm>
              <a:off x="15093202" y="3225964"/>
              <a:ext cx="1695446" cy="6806145"/>
            </a:xfrm>
            <a:custGeom>
              <a:avLst/>
              <a:gdLst>
                <a:gd name="T0" fmla="*/ 51 w 1533"/>
                <a:gd name="T1" fmla="*/ 6161 h 6162"/>
                <a:gd name="T2" fmla="*/ 25 w 1533"/>
                <a:gd name="T3" fmla="*/ 6084 h 6162"/>
                <a:gd name="T4" fmla="*/ 249 w 1533"/>
                <a:gd name="T5" fmla="*/ 5946 h 6162"/>
                <a:gd name="T6" fmla="*/ 77 w 1533"/>
                <a:gd name="T7" fmla="*/ 6153 h 6162"/>
                <a:gd name="T8" fmla="*/ 456 w 1533"/>
                <a:gd name="T9" fmla="*/ 5774 h 6162"/>
                <a:gd name="T10" fmla="*/ 430 w 1533"/>
                <a:gd name="T11" fmla="*/ 5765 h 6162"/>
                <a:gd name="T12" fmla="*/ 568 w 1533"/>
                <a:gd name="T13" fmla="*/ 5542 h 6162"/>
                <a:gd name="T14" fmla="*/ 636 w 1533"/>
                <a:gd name="T15" fmla="*/ 5602 h 6162"/>
                <a:gd name="T16" fmla="*/ 456 w 1533"/>
                <a:gd name="T17" fmla="*/ 5774 h 6162"/>
                <a:gd name="T18" fmla="*/ 809 w 1533"/>
                <a:gd name="T19" fmla="*/ 5335 h 6162"/>
                <a:gd name="T20" fmla="*/ 774 w 1533"/>
                <a:gd name="T21" fmla="*/ 5266 h 6162"/>
                <a:gd name="T22" fmla="*/ 946 w 1533"/>
                <a:gd name="T23" fmla="*/ 5077 h 6162"/>
                <a:gd name="T24" fmla="*/ 843 w 1533"/>
                <a:gd name="T25" fmla="*/ 5318 h 6162"/>
                <a:gd name="T26" fmla="*/ 1093 w 1533"/>
                <a:gd name="T27" fmla="*/ 4853 h 6162"/>
                <a:gd name="T28" fmla="*/ 1067 w 1533"/>
                <a:gd name="T29" fmla="*/ 4853 h 6162"/>
                <a:gd name="T30" fmla="*/ 1136 w 1533"/>
                <a:gd name="T31" fmla="*/ 4595 h 6162"/>
                <a:gd name="T32" fmla="*/ 1222 w 1533"/>
                <a:gd name="T33" fmla="*/ 4629 h 6162"/>
                <a:gd name="T34" fmla="*/ 1093 w 1533"/>
                <a:gd name="T35" fmla="*/ 4853 h 6162"/>
                <a:gd name="T36" fmla="*/ 1299 w 1533"/>
                <a:gd name="T37" fmla="*/ 4337 h 6162"/>
                <a:gd name="T38" fmla="*/ 1256 w 1533"/>
                <a:gd name="T39" fmla="*/ 4277 h 6162"/>
                <a:gd name="T40" fmla="*/ 1377 w 1533"/>
                <a:gd name="T41" fmla="*/ 4044 h 6162"/>
                <a:gd name="T42" fmla="*/ 1342 w 1533"/>
                <a:gd name="T43" fmla="*/ 4302 h 6162"/>
                <a:gd name="T44" fmla="*/ 1437 w 1533"/>
                <a:gd name="T45" fmla="*/ 3795 h 6162"/>
                <a:gd name="T46" fmla="*/ 1428 w 1533"/>
                <a:gd name="T47" fmla="*/ 3795 h 6162"/>
                <a:gd name="T48" fmla="*/ 1420 w 1533"/>
                <a:gd name="T49" fmla="*/ 3528 h 6162"/>
                <a:gd name="T50" fmla="*/ 1506 w 1533"/>
                <a:gd name="T51" fmla="*/ 3536 h 6162"/>
                <a:gd name="T52" fmla="*/ 1437 w 1533"/>
                <a:gd name="T53" fmla="*/ 3795 h 6162"/>
                <a:gd name="T54" fmla="*/ 1489 w 1533"/>
                <a:gd name="T55" fmla="*/ 3235 h 6162"/>
                <a:gd name="T56" fmla="*/ 1446 w 1533"/>
                <a:gd name="T57" fmla="*/ 3192 h 6162"/>
                <a:gd name="T58" fmla="*/ 1446 w 1533"/>
                <a:gd name="T59" fmla="*/ 2978 h 6162"/>
                <a:gd name="T60" fmla="*/ 1489 w 1533"/>
                <a:gd name="T61" fmla="*/ 2935 h 6162"/>
                <a:gd name="T62" fmla="*/ 1532 w 1533"/>
                <a:gd name="T63" fmla="*/ 3081 h 6162"/>
                <a:gd name="T64" fmla="*/ 1489 w 1533"/>
                <a:gd name="T65" fmla="*/ 3235 h 6162"/>
                <a:gd name="T66" fmla="*/ 1471 w 1533"/>
                <a:gd name="T67" fmla="*/ 2677 h 6162"/>
                <a:gd name="T68" fmla="*/ 1394 w 1533"/>
                <a:gd name="T69" fmla="*/ 2427 h 6162"/>
                <a:gd name="T70" fmla="*/ 1480 w 1533"/>
                <a:gd name="T71" fmla="*/ 2410 h 6162"/>
                <a:gd name="T72" fmla="*/ 1471 w 1533"/>
                <a:gd name="T73" fmla="*/ 2677 h 6162"/>
                <a:gd name="T74" fmla="*/ 1368 w 1533"/>
                <a:gd name="T75" fmla="*/ 2126 h 6162"/>
                <a:gd name="T76" fmla="*/ 1265 w 1533"/>
                <a:gd name="T77" fmla="*/ 1885 h 6162"/>
                <a:gd name="T78" fmla="*/ 1342 w 1533"/>
                <a:gd name="T79" fmla="*/ 1859 h 6162"/>
                <a:gd name="T80" fmla="*/ 1377 w 1533"/>
                <a:gd name="T81" fmla="*/ 2126 h 6162"/>
                <a:gd name="T82" fmla="*/ 1187 w 1533"/>
                <a:gd name="T83" fmla="*/ 1593 h 6162"/>
                <a:gd name="T84" fmla="*/ 1144 w 1533"/>
                <a:gd name="T85" fmla="*/ 1567 h 6162"/>
                <a:gd name="T86" fmla="*/ 1075 w 1533"/>
                <a:gd name="T87" fmla="*/ 1317 h 6162"/>
                <a:gd name="T88" fmla="*/ 1222 w 1533"/>
                <a:gd name="T89" fmla="*/ 1532 h 6162"/>
                <a:gd name="T90" fmla="*/ 1187 w 1533"/>
                <a:gd name="T91" fmla="*/ 1593 h 6162"/>
                <a:gd name="T92" fmla="*/ 929 w 1533"/>
                <a:gd name="T93" fmla="*/ 1093 h 6162"/>
                <a:gd name="T94" fmla="*/ 774 w 1533"/>
                <a:gd name="T95" fmla="*/ 895 h 6162"/>
                <a:gd name="T96" fmla="*/ 852 w 1533"/>
                <a:gd name="T97" fmla="*/ 844 h 6162"/>
                <a:gd name="T98" fmla="*/ 955 w 1533"/>
                <a:gd name="T99" fmla="*/ 1093 h 6162"/>
                <a:gd name="T100" fmla="*/ 611 w 1533"/>
                <a:gd name="T101" fmla="*/ 637 h 6162"/>
                <a:gd name="T102" fmla="*/ 576 w 1533"/>
                <a:gd name="T103" fmla="*/ 620 h 6162"/>
                <a:gd name="T104" fmla="*/ 439 w 1533"/>
                <a:gd name="T105" fmla="*/ 396 h 6162"/>
                <a:gd name="T106" fmla="*/ 636 w 1533"/>
                <a:gd name="T107" fmla="*/ 568 h 6162"/>
                <a:gd name="T108" fmla="*/ 611 w 1533"/>
                <a:gd name="T109" fmla="*/ 637 h 6162"/>
                <a:gd name="T110" fmla="*/ 223 w 1533"/>
                <a:gd name="T111" fmla="*/ 233 h 6162"/>
                <a:gd name="T112" fmla="*/ 34 w 1533"/>
                <a:gd name="T113" fmla="*/ 78 h 6162"/>
                <a:gd name="T114" fmla="*/ 86 w 1533"/>
                <a:gd name="T115" fmla="*/ 9 h 6162"/>
                <a:gd name="T116" fmla="*/ 258 w 1533"/>
                <a:gd name="T117" fmla="*/ 215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3" h="6162">
                  <a:moveTo>
                    <a:pt x="51" y="6161"/>
                  </a:moveTo>
                  <a:lnTo>
                    <a:pt x="51" y="6161"/>
                  </a:lnTo>
                  <a:cubicBezTo>
                    <a:pt x="34" y="6161"/>
                    <a:pt x="25" y="6153"/>
                    <a:pt x="17" y="6144"/>
                  </a:cubicBezTo>
                  <a:cubicBezTo>
                    <a:pt x="0" y="6127"/>
                    <a:pt x="8" y="6101"/>
                    <a:pt x="25" y="6084"/>
                  </a:cubicBezTo>
                  <a:cubicBezTo>
                    <a:pt x="77" y="6041"/>
                    <a:pt x="129" y="5989"/>
                    <a:pt x="180" y="5946"/>
                  </a:cubicBezTo>
                  <a:cubicBezTo>
                    <a:pt x="198" y="5929"/>
                    <a:pt x="232" y="5929"/>
                    <a:pt x="249" y="5946"/>
                  </a:cubicBezTo>
                  <a:cubicBezTo>
                    <a:pt x="258" y="5964"/>
                    <a:pt x="258" y="5989"/>
                    <a:pt x="241" y="6006"/>
                  </a:cubicBezTo>
                  <a:cubicBezTo>
                    <a:pt x="189" y="6058"/>
                    <a:pt x="137" y="6110"/>
                    <a:pt x="77" y="6153"/>
                  </a:cubicBezTo>
                  <a:cubicBezTo>
                    <a:pt x="68" y="6161"/>
                    <a:pt x="60" y="6161"/>
                    <a:pt x="51" y="6161"/>
                  </a:cubicBezTo>
                  <a:close/>
                  <a:moveTo>
                    <a:pt x="456" y="5774"/>
                  </a:moveTo>
                  <a:lnTo>
                    <a:pt x="456" y="5774"/>
                  </a:lnTo>
                  <a:cubicBezTo>
                    <a:pt x="447" y="5774"/>
                    <a:pt x="439" y="5774"/>
                    <a:pt x="430" y="5765"/>
                  </a:cubicBezTo>
                  <a:cubicBezTo>
                    <a:pt x="413" y="5748"/>
                    <a:pt x="413" y="5723"/>
                    <a:pt x="421" y="5705"/>
                  </a:cubicBezTo>
                  <a:cubicBezTo>
                    <a:pt x="473" y="5654"/>
                    <a:pt x="525" y="5602"/>
                    <a:pt x="568" y="5542"/>
                  </a:cubicBezTo>
                  <a:cubicBezTo>
                    <a:pt x="585" y="5525"/>
                    <a:pt x="611" y="5525"/>
                    <a:pt x="628" y="5533"/>
                  </a:cubicBezTo>
                  <a:cubicBezTo>
                    <a:pt x="645" y="5550"/>
                    <a:pt x="645" y="5576"/>
                    <a:pt x="636" y="5602"/>
                  </a:cubicBezTo>
                  <a:cubicBezTo>
                    <a:pt x="585" y="5654"/>
                    <a:pt x="542" y="5714"/>
                    <a:pt x="490" y="5765"/>
                  </a:cubicBezTo>
                  <a:cubicBezTo>
                    <a:pt x="482" y="5774"/>
                    <a:pt x="473" y="5774"/>
                    <a:pt x="456" y="5774"/>
                  </a:cubicBezTo>
                  <a:close/>
                  <a:moveTo>
                    <a:pt x="809" y="5335"/>
                  </a:moveTo>
                  <a:lnTo>
                    <a:pt x="809" y="5335"/>
                  </a:lnTo>
                  <a:cubicBezTo>
                    <a:pt x="800" y="5335"/>
                    <a:pt x="791" y="5335"/>
                    <a:pt x="783" y="5327"/>
                  </a:cubicBezTo>
                  <a:cubicBezTo>
                    <a:pt x="766" y="5318"/>
                    <a:pt x="757" y="5292"/>
                    <a:pt x="774" y="5266"/>
                  </a:cubicBezTo>
                  <a:cubicBezTo>
                    <a:pt x="809" y="5215"/>
                    <a:pt x="852" y="5154"/>
                    <a:pt x="886" y="5094"/>
                  </a:cubicBezTo>
                  <a:cubicBezTo>
                    <a:pt x="895" y="5068"/>
                    <a:pt x="929" y="5068"/>
                    <a:pt x="946" y="5077"/>
                  </a:cubicBezTo>
                  <a:cubicBezTo>
                    <a:pt x="964" y="5086"/>
                    <a:pt x="972" y="5120"/>
                    <a:pt x="964" y="5137"/>
                  </a:cubicBezTo>
                  <a:cubicBezTo>
                    <a:pt x="921" y="5197"/>
                    <a:pt x="886" y="5258"/>
                    <a:pt x="843" y="5318"/>
                  </a:cubicBezTo>
                  <a:cubicBezTo>
                    <a:pt x="834" y="5335"/>
                    <a:pt x="817" y="5335"/>
                    <a:pt x="809" y="5335"/>
                  </a:cubicBezTo>
                  <a:close/>
                  <a:moveTo>
                    <a:pt x="1093" y="4853"/>
                  </a:moveTo>
                  <a:lnTo>
                    <a:pt x="1093" y="4853"/>
                  </a:lnTo>
                  <a:cubicBezTo>
                    <a:pt x="1084" y="4853"/>
                    <a:pt x="1075" y="4853"/>
                    <a:pt x="1067" y="4853"/>
                  </a:cubicBezTo>
                  <a:cubicBezTo>
                    <a:pt x="1050" y="4836"/>
                    <a:pt x="1041" y="4810"/>
                    <a:pt x="1050" y="4793"/>
                  </a:cubicBezTo>
                  <a:cubicBezTo>
                    <a:pt x="1084" y="4733"/>
                    <a:pt x="1110" y="4664"/>
                    <a:pt x="1136" y="4595"/>
                  </a:cubicBezTo>
                  <a:cubicBezTo>
                    <a:pt x="1153" y="4578"/>
                    <a:pt x="1179" y="4569"/>
                    <a:pt x="1196" y="4578"/>
                  </a:cubicBezTo>
                  <a:cubicBezTo>
                    <a:pt x="1222" y="4586"/>
                    <a:pt x="1230" y="4612"/>
                    <a:pt x="1222" y="4629"/>
                  </a:cubicBezTo>
                  <a:cubicBezTo>
                    <a:pt x="1187" y="4698"/>
                    <a:pt x="1162" y="4767"/>
                    <a:pt x="1127" y="4827"/>
                  </a:cubicBezTo>
                  <a:cubicBezTo>
                    <a:pt x="1118" y="4845"/>
                    <a:pt x="1110" y="4853"/>
                    <a:pt x="1093" y="4853"/>
                  </a:cubicBezTo>
                  <a:close/>
                  <a:moveTo>
                    <a:pt x="1299" y="4337"/>
                  </a:moveTo>
                  <a:lnTo>
                    <a:pt x="1299" y="4337"/>
                  </a:lnTo>
                  <a:lnTo>
                    <a:pt x="1291" y="4337"/>
                  </a:lnTo>
                  <a:cubicBezTo>
                    <a:pt x="1265" y="4328"/>
                    <a:pt x="1248" y="4302"/>
                    <a:pt x="1256" y="4277"/>
                  </a:cubicBezTo>
                  <a:cubicBezTo>
                    <a:pt x="1282" y="4208"/>
                    <a:pt x="1299" y="4139"/>
                    <a:pt x="1316" y="4070"/>
                  </a:cubicBezTo>
                  <a:cubicBezTo>
                    <a:pt x="1325" y="4053"/>
                    <a:pt x="1351" y="4036"/>
                    <a:pt x="1377" y="4044"/>
                  </a:cubicBezTo>
                  <a:cubicBezTo>
                    <a:pt x="1394" y="4053"/>
                    <a:pt x="1411" y="4070"/>
                    <a:pt x="1403" y="4096"/>
                  </a:cubicBezTo>
                  <a:cubicBezTo>
                    <a:pt x="1385" y="4165"/>
                    <a:pt x="1368" y="4233"/>
                    <a:pt x="1342" y="4302"/>
                  </a:cubicBezTo>
                  <a:cubicBezTo>
                    <a:pt x="1334" y="4328"/>
                    <a:pt x="1316" y="4337"/>
                    <a:pt x="1299" y="4337"/>
                  </a:cubicBezTo>
                  <a:close/>
                  <a:moveTo>
                    <a:pt x="1437" y="3795"/>
                  </a:moveTo>
                  <a:lnTo>
                    <a:pt x="1437" y="3795"/>
                  </a:lnTo>
                  <a:lnTo>
                    <a:pt x="1428" y="3795"/>
                  </a:lnTo>
                  <a:cubicBezTo>
                    <a:pt x="1403" y="3786"/>
                    <a:pt x="1385" y="3760"/>
                    <a:pt x="1394" y="3743"/>
                  </a:cubicBezTo>
                  <a:cubicBezTo>
                    <a:pt x="1403" y="3674"/>
                    <a:pt x="1411" y="3597"/>
                    <a:pt x="1420" y="3528"/>
                  </a:cubicBezTo>
                  <a:cubicBezTo>
                    <a:pt x="1428" y="3502"/>
                    <a:pt x="1446" y="3485"/>
                    <a:pt x="1471" y="3493"/>
                  </a:cubicBezTo>
                  <a:cubicBezTo>
                    <a:pt x="1497" y="3493"/>
                    <a:pt x="1514" y="3519"/>
                    <a:pt x="1506" y="3536"/>
                  </a:cubicBezTo>
                  <a:cubicBezTo>
                    <a:pt x="1497" y="3614"/>
                    <a:pt x="1489" y="3683"/>
                    <a:pt x="1480" y="3751"/>
                  </a:cubicBezTo>
                  <a:cubicBezTo>
                    <a:pt x="1471" y="3777"/>
                    <a:pt x="1454" y="3795"/>
                    <a:pt x="1437" y="3795"/>
                  </a:cubicBezTo>
                  <a:close/>
                  <a:moveTo>
                    <a:pt x="1489" y="3235"/>
                  </a:moveTo>
                  <a:lnTo>
                    <a:pt x="1489" y="3235"/>
                  </a:lnTo>
                  <a:lnTo>
                    <a:pt x="1489" y="3235"/>
                  </a:lnTo>
                  <a:cubicBezTo>
                    <a:pt x="1463" y="3235"/>
                    <a:pt x="1446" y="3209"/>
                    <a:pt x="1446" y="3192"/>
                  </a:cubicBezTo>
                  <a:cubicBezTo>
                    <a:pt x="1446" y="3149"/>
                    <a:pt x="1446" y="3115"/>
                    <a:pt x="1446" y="3081"/>
                  </a:cubicBezTo>
                  <a:cubicBezTo>
                    <a:pt x="1446" y="3047"/>
                    <a:pt x="1446" y="3012"/>
                    <a:pt x="1446" y="2978"/>
                  </a:cubicBezTo>
                  <a:cubicBezTo>
                    <a:pt x="1446" y="2952"/>
                    <a:pt x="1463" y="2935"/>
                    <a:pt x="1489" y="2935"/>
                  </a:cubicBezTo>
                  <a:lnTo>
                    <a:pt x="1489" y="2935"/>
                  </a:lnTo>
                  <a:cubicBezTo>
                    <a:pt x="1514" y="2935"/>
                    <a:pt x="1532" y="2952"/>
                    <a:pt x="1532" y="2978"/>
                  </a:cubicBezTo>
                  <a:cubicBezTo>
                    <a:pt x="1532" y="3012"/>
                    <a:pt x="1532" y="3047"/>
                    <a:pt x="1532" y="3081"/>
                  </a:cubicBezTo>
                  <a:cubicBezTo>
                    <a:pt x="1532" y="3115"/>
                    <a:pt x="1532" y="3158"/>
                    <a:pt x="1532" y="3192"/>
                  </a:cubicBezTo>
                  <a:cubicBezTo>
                    <a:pt x="1532" y="3218"/>
                    <a:pt x="1514" y="3235"/>
                    <a:pt x="1489" y="3235"/>
                  </a:cubicBezTo>
                  <a:close/>
                  <a:moveTo>
                    <a:pt x="1471" y="2677"/>
                  </a:moveTo>
                  <a:lnTo>
                    <a:pt x="1471" y="2677"/>
                  </a:lnTo>
                  <a:cubicBezTo>
                    <a:pt x="1446" y="2677"/>
                    <a:pt x="1428" y="2660"/>
                    <a:pt x="1420" y="2634"/>
                  </a:cubicBezTo>
                  <a:cubicBezTo>
                    <a:pt x="1420" y="2565"/>
                    <a:pt x="1403" y="2496"/>
                    <a:pt x="1394" y="2427"/>
                  </a:cubicBezTo>
                  <a:cubicBezTo>
                    <a:pt x="1394" y="2401"/>
                    <a:pt x="1403" y="2375"/>
                    <a:pt x="1428" y="2375"/>
                  </a:cubicBezTo>
                  <a:cubicBezTo>
                    <a:pt x="1454" y="2367"/>
                    <a:pt x="1480" y="2384"/>
                    <a:pt x="1480" y="2410"/>
                  </a:cubicBezTo>
                  <a:cubicBezTo>
                    <a:pt x="1489" y="2479"/>
                    <a:pt x="1506" y="2556"/>
                    <a:pt x="1514" y="2625"/>
                  </a:cubicBezTo>
                  <a:cubicBezTo>
                    <a:pt x="1514" y="2651"/>
                    <a:pt x="1497" y="2668"/>
                    <a:pt x="1471" y="2677"/>
                  </a:cubicBezTo>
                  <a:close/>
                  <a:moveTo>
                    <a:pt x="1368" y="2126"/>
                  </a:moveTo>
                  <a:lnTo>
                    <a:pt x="1368" y="2126"/>
                  </a:lnTo>
                  <a:cubicBezTo>
                    <a:pt x="1342" y="2126"/>
                    <a:pt x="1325" y="2109"/>
                    <a:pt x="1325" y="2092"/>
                  </a:cubicBezTo>
                  <a:cubicBezTo>
                    <a:pt x="1308" y="2023"/>
                    <a:pt x="1282" y="1954"/>
                    <a:pt x="1265" y="1885"/>
                  </a:cubicBezTo>
                  <a:cubicBezTo>
                    <a:pt x="1256" y="1868"/>
                    <a:pt x="1265" y="1842"/>
                    <a:pt x="1291" y="1833"/>
                  </a:cubicBezTo>
                  <a:cubicBezTo>
                    <a:pt x="1316" y="1825"/>
                    <a:pt x="1342" y="1842"/>
                    <a:pt x="1342" y="1859"/>
                  </a:cubicBezTo>
                  <a:cubicBezTo>
                    <a:pt x="1368" y="1928"/>
                    <a:pt x="1385" y="1997"/>
                    <a:pt x="1403" y="2074"/>
                  </a:cubicBezTo>
                  <a:cubicBezTo>
                    <a:pt x="1411" y="2092"/>
                    <a:pt x="1403" y="2117"/>
                    <a:pt x="1377" y="2126"/>
                  </a:cubicBezTo>
                  <a:cubicBezTo>
                    <a:pt x="1368" y="2126"/>
                    <a:pt x="1368" y="2126"/>
                    <a:pt x="1368" y="2126"/>
                  </a:cubicBezTo>
                  <a:close/>
                  <a:moveTo>
                    <a:pt x="1187" y="1593"/>
                  </a:moveTo>
                  <a:lnTo>
                    <a:pt x="1187" y="1593"/>
                  </a:lnTo>
                  <a:cubicBezTo>
                    <a:pt x="1170" y="1593"/>
                    <a:pt x="1153" y="1584"/>
                    <a:pt x="1144" y="1567"/>
                  </a:cubicBezTo>
                  <a:cubicBezTo>
                    <a:pt x="1118" y="1506"/>
                    <a:pt x="1084" y="1437"/>
                    <a:pt x="1058" y="1377"/>
                  </a:cubicBezTo>
                  <a:cubicBezTo>
                    <a:pt x="1041" y="1352"/>
                    <a:pt x="1058" y="1326"/>
                    <a:pt x="1075" y="1317"/>
                  </a:cubicBezTo>
                  <a:cubicBezTo>
                    <a:pt x="1101" y="1308"/>
                    <a:pt x="1127" y="1317"/>
                    <a:pt x="1136" y="1334"/>
                  </a:cubicBezTo>
                  <a:cubicBezTo>
                    <a:pt x="1170" y="1403"/>
                    <a:pt x="1196" y="1472"/>
                    <a:pt x="1222" y="1532"/>
                  </a:cubicBezTo>
                  <a:cubicBezTo>
                    <a:pt x="1230" y="1558"/>
                    <a:pt x="1222" y="1584"/>
                    <a:pt x="1205" y="1593"/>
                  </a:cubicBezTo>
                  <a:cubicBezTo>
                    <a:pt x="1196" y="1593"/>
                    <a:pt x="1187" y="1593"/>
                    <a:pt x="1187" y="1593"/>
                  </a:cubicBezTo>
                  <a:close/>
                  <a:moveTo>
                    <a:pt x="929" y="1093"/>
                  </a:moveTo>
                  <a:lnTo>
                    <a:pt x="929" y="1093"/>
                  </a:lnTo>
                  <a:cubicBezTo>
                    <a:pt x="912" y="1093"/>
                    <a:pt x="903" y="1085"/>
                    <a:pt x="895" y="1076"/>
                  </a:cubicBezTo>
                  <a:cubicBezTo>
                    <a:pt x="860" y="1016"/>
                    <a:pt x="817" y="955"/>
                    <a:pt x="774" y="895"/>
                  </a:cubicBezTo>
                  <a:cubicBezTo>
                    <a:pt x="766" y="878"/>
                    <a:pt x="766" y="852"/>
                    <a:pt x="791" y="835"/>
                  </a:cubicBezTo>
                  <a:cubicBezTo>
                    <a:pt x="809" y="818"/>
                    <a:pt x="834" y="826"/>
                    <a:pt x="852" y="844"/>
                  </a:cubicBezTo>
                  <a:cubicBezTo>
                    <a:pt x="886" y="904"/>
                    <a:pt x="929" y="964"/>
                    <a:pt x="964" y="1033"/>
                  </a:cubicBezTo>
                  <a:cubicBezTo>
                    <a:pt x="981" y="1050"/>
                    <a:pt x="972" y="1076"/>
                    <a:pt x="955" y="1093"/>
                  </a:cubicBezTo>
                  <a:cubicBezTo>
                    <a:pt x="946" y="1093"/>
                    <a:pt x="938" y="1093"/>
                    <a:pt x="929" y="1093"/>
                  </a:cubicBezTo>
                  <a:close/>
                  <a:moveTo>
                    <a:pt x="611" y="637"/>
                  </a:moveTo>
                  <a:lnTo>
                    <a:pt x="611" y="637"/>
                  </a:lnTo>
                  <a:cubicBezTo>
                    <a:pt x="593" y="637"/>
                    <a:pt x="585" y="629"/>
                    <a:pt x="576" y="620"/>
                  </a:cubicBezTo>
                  <a:cubicBezTo>
                    <a:pt x="525" y="568"/>
                    <a:pt x="482" y="517"/>
                    <a:pt x="430" y="456"/>
                  </a:cubicBezTo>
                  <a:cubicBezTo>
                    <a:pt x="421" y="439"/>
                    <a:pt x="421" y="413"/>
                    <a:pt x="439" y="396"/>
                  </a:cubicBezTo>
                  <a:cubicBezTo>
                    <a:pt x="456" y="379"/>
                    <a:pt x="482" y="388"/>
                    <a:pt x="499" y="405"/>
                  </a:cubicBezTo>
                  <a:cubicBezTo>
                    <a:pt x="550" y="456"/>
                    <a:pt x="593" y="508"/>
                    <a:pt x="636" y="568"/>
                  </a:cubicBezTo>
                  <a:cubicBezTo>
                    <a:pt x="654" y="585"/>
                    <a:pt x="654" y="611"/>
                    <a:pt x="636" y="629"/>
                  </a:cubicBezTo>
                  <a:cubicBezTo>
                    <a:pt x="628" y="637"/>
                    <a:pt x="619" y="637"/>
                    <a:pt x="611" y="637"/>
                  </a:cubicBezTo>
                  <a:close/>
                  <a:moveTo>
                    <a:pt x="223" y="233"/>
                  </a:moveTo>
                  <a:lnTo>
                    <a:pt x="223" y="233"/>
                  </a:lnTo>
                  <a:cubicBezTo>
                    <a:pt x="215" y="233"/>
                    <a:pt x="198" y="224"/>
                    <a:pt x="189" y="215"/>
                  </a:cubicBezTo>
                  <a:cubicBezTo>
                    <a:pt x="137" y="172"/>
                    <a:pt x="86" y="121"/>
                    <a:pt x="34" y="78"/>
                  </a:cubicBezTo>
                  <a:cubicBezTo>
                    <a:pt x="17" y="60"/>
                    <a:pt x="8" y="35"/>
                    <a:pt x="25" y="17"/>
                  </a:cubicBezTo>
                  <a:cubicBezTo>
                    <a:pt x="43" y="0"/>
                    <a:pt x="68" y="0"/>
                    <a:pt x="86" y="9"/>
                  </a:cubicBezTo>
                  <a:cubicBezTo>
                    <a:pt x="146" y="60"/>
                    <a:pt x="198" y="103"/>
                    <a:pt x="249" y="155"/>
                  </a:cubicBezTo>
                  <a:cubicBezTo>
                    <a:pt x="266" y="172"/>
                    <a:pt x="275" y="198"/>
                    <a:pt x="258" y="215"/>
                  </a:cubicBezTo>
                  <a:cubicBezTo>
                    <a:pt x="249" y="224"/>
                    <a:pt x="232" y="233"/>
                    <a:pt x="223" y="233"/>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47" name="Freeform 3"/>
            <p:cNvSpPr>
              <a:spLocks noChangeArrowheads="1"/>
            </p:cNvSpPr>
            <p:nvPr/>
          </p:nvSpPr>
          <p:spPr bwMode="auto">
            <a:xfrm>
              <a:off x="8019100" y="3308789"/>
              <a:ext cx="1807503" cy="6806142"/>
            </a:xfrm>
            <a:custGeom>
              <a:avLst/>
              <a:gdLst>
                <a:gd name="T0" fmla="*/ 1584 w 1636"/>
                <a:gd name="T1" fmla="*/ 6161 h 6162"/>
                <a:gd name="T2" fmla="*/ 1386 w 1636"/>
                <a:gd name="T3" fmla="*/ 6014 h 6162"/>
                <a:gd name="T4" fmla="*/ 1446 w 1636"/>
                <a:gd name="T5" fmla="*/ 5946 h 6162"/>
                <a:gd name="T6" fmla="*/ 1618 w 1636"/>
                <a:gd name="T7" fmla="*/ 6144 h 6162"/>
                <a:gd name="T8" fmla="*/ 1162 w 1636"/>
                <a:gd name="T9" fmla="*/ 5791 h 6162"/>
                <a:gd name="T10" fmla="*/ 1136 w 1636"/>
                <a:gd name="T11" fmla="*/ 5773 h 6162"/>
                <a:gd name="T12" fmla="*/ 990 w 1636"/>
                <a:gd name="T13" fmla="*/ 5558 h 6162"/>
                <a:gd name="T14" fmla="*/ 1196 w 1636"/>
                <a:gd name="T15" fmla="*/ 5713 h 6162"/>
                <a:gd name="T16" fmla="*/ 1162 w 1636"/>
                <a:gd name="T17" fmla="*/ 5791 h 6162"/>
                <a:gd name="T18" fmla="*/ 800 w 1636"/>
                <a:gd name="T19" fmla="*/ 5360 h 6162"/>
                <a:gd name="T20" fmla="*/ 646 w 1636"/>
                <a:gd name="T21" fmla="*/ 5171 h 6162"/>
                <a:gd name="T22" fmla="*/ 714 w 1636"/>
                <a:gd name="T23" fmla="*/ 5119 h 6162"/>
                <a:gd name="T24" fmla="*/ 826 w 1636"/>
                <a:gd name="T25" fmla="*/ 5352 h 6162"/>
                <a:gd name="T26" fmla="*/ 499 w 1636"/>
                <a:gd name="T27" fmla="*/ 4887 h 6162"/>
                <a:gd name="T28" fmla="*/ 465 w 1636"/>
                <a:gd name="T29" fmla="*/ 4870 h 6162"/>
                <a:gd name="T30" fmla="*/ 387 w 1636"/>
                <a:gd name="T31" fmla="*/ 4612 h 6162"/>
                <a:gd name="T32" fmla="*/ 542 w 1636"/>
                <a:gd name="T33" fmla="*/ 4827 h 6162"/>
                <a:gd name="T34" fmla="*/ 499 w 1636"/>
                <a:gd name="T35" fmla="*/ 4887 h 6162"/>
                <a:gd name="T36" fmla="*/ 275 w 1636"/>
                <a:gd name="T37" fmla="*/ 4379 h 6162"/>
                <a:gd name="T38" fmla="*/ 164 w 1636"/>
                <a:gd name="T39" fmla="*/ 4138 h 6162"/>
                <a:gd name="T40" fmla="*/ 249 w 1636"/>
                <a:gd name="T41" fmla="*/ 4121 h 6162"/>
                <a:gd name="T42" fmla="*/ 292 w 1636"/>
                <a:gd name="T43" fmla="*/ 4379 h 6162"/>
                <a:gd name="T44" fmla="*/ 120 w 1636"/>
                <a:gd name="T45" fmla="*/ 3837 h 6162"/>
                <a:gd name="T46" fmla="*/ 77 w 1636"/>
                <a:gd name="T47" fmla="*/ 3803 h 6162"/>
                <a:gd name="T48" fmla="*/ 77 w 1636"/>
                <a:gd name="T49" fmla="*/ 3545 h 6162"/>
                <a:gd name="T50" fmla="*/ 164 w 1636"/>
                <a:gd name="T51" fmla="*/ 3786 h 6162"/>
                <a:gd name="T52" fmla="*/ 120 w 1636"/>
                <a:gd name="T53" fmla="*/ 3837 h 6162"/>
                <a:gd name="T54" fmla="*/ 51 w 1636"/>
                <a:gd name="T55" fmla="*/ 3286 h 6162"/>
                <a:gd name="T56" fmla="*/ 0 w 1636"/>
                <a:gd name="T57" fmla="*/ 3028 h 6162"/>
                <a:gd name="T58" fmla="*/ 43 w 1636"/>
                <a:gd name="T59" fmla="*/ 2986 h 6162"/>
                <a:gd name="T60" fmla="*/ 95 w 1636"/>
                <a:gd name="T61" fmla="*/ 3235 h 6162"/>
                <a:gd name="T62" fmla="*/ 51 w 1636"/>
                <a:gd name="T63" fmla="*/ 2728 h 6162"/>
                <a:gd name="T64" fmla="*/ 51 w 1636"/>
                <a:gd name="T65" fmla="*/ 2728 h 6162"/>
                <a:gd name="T66" fmla="*/ 34 w 1636"/>
                <a:gd name="T67" fmla="*/ 2461 h 6162"/>
                <a:gd name="T68" fmla="*/ 120 w 1636"/>
                <a:gd name="T69" fmla="*/ 2470 h 6162"/>
                <a:gd name="T70" fmla="*/ 51 w 1636"/>
                <a:gd name="T71" fmla="*/ 2728 h 6162"/>
                <a:gd name="T72" fmla="*/ 138 w 1636"/>
                <a:gd name="T73" fmla="*/ 2169 h 6162"/>
                <a:gd name="T74" fmla="*/ 95 w 1636"/>
                <a:gd name="T75" fmla="*/ 2117 h 6162"/>
                <a:gd name="T76" fmla="*/ 206 w 1636"/>
                <a:gd name="T77" fmla="*/ 1876 h 6162"/>
                <a:gd name="T78" fmla="*/ 181 w 1636"/>
                <a:gd name="T79" fmla="*/ 2134 h 6162"/>
                <a:gd name="T80" fmla="*/ 301 w 1636"/>
                <a:gd name="T81" fmla="*/ 1635 h 6162"/>
                <a:gd name="T82" fmla="*/ 284 w 1636"/>
                <a:gd name="T83" fmla="*/ 1635 h 6162"/>
                <a:gd name="T84" fmla="*/ 344 w 1636"/>
                <a:gd name="T85" fmla="*/ 1377 h 6162"/>
                <a:gd name="T86" fmla="*/ 422 w 1636"/>
                <a:gd name="T87" fmla="*/ 1411 h 6162"/>
                <a:gd name="T88" fmla="*/ 301 w 1636"/>
                <a:gd name="T89" fmla="*/ 1635 h 6162"/>
                <a:gd name="T90" fmla="*/ 542 w 1636"/>
                <a:gd name="T91" fmla="*/ 1127 h 6162"/>
                <a:gd name="T92" fmla="*/ 499 w 1636"/>
                <a:gd name="T93" fmla="*/ 1067 h 6162"/>
                <a:gd name="T94" fmla="*/ 671 w 1636"/>
                <a:gd name="T95" fmla="*/ 860 h 6162"/>
                <a:gd name="T96" fmla="*/ 577 w 1636"/>
                <a:gd name="T97" fmla="*/ 1101 h 6162"/>
                <a:gd name="T98" fmla="*/ 852 w 1636"/>
                <a:gd name="T99" fmla="*/ 662 h 6162"/>
                <a:gd name="T100" fmla="*/ 826 w 1636"/>
                <a:gd name="T101" fmla="*/ 654 h 6162"/>
                <a:gd name="T102" fmla="*/ 955 w 1636"/>
                <a:gd name="T103" fmla="*/ 421 h 6162"/>
                <a:gd name="T104" fmla="*/ 1015 w 1636"/>
                <a:gd name="T105" fmla="*/ 473 h 6162"/>
                <a:gd name="T106" fmla="*/ 852 w 1636"/>
                <a:gd name="T107" fmla="*/ 662 h 6162"/>
                <a:gd name="T108" fmla="*/ 1222 w 1636"/>
                <a:gd name="T109" fmla="*/ 241 h 6162"/>
                <a:gd name="T110" fmla="*/ 1188 w 1636"/>
                <a:gd name="T111" fmla="*/ 163 h 6162"/>
                <a:gd name="T112" fmla="*/ 1411 w 1636"/>
                <a:gd name="T113" fmla="*/ 17 h 6162"/>
                <a:gd name="T114" fmla="*/ 1248 w 1636"/>
                <a:gd name="T115" fmla="*/ 223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6" h="6162">
                  <a:moveTo>
                    <a:pt x="1584" y="6161"/>
                  </a:moveTo>
                  <a:lnTo>
                    <a:pt x="1584" y="6161"/>
                  </a:lnTo>
                  <a:cubicBezTo>
                    <a:pt x="1575" y="6161"/>
                    <a:pt x="1566" y="6161"/>
                    <a:pt x="1558" y="6152"/>
                  </a:cubicBezTo>
                  <a:cubicBezTo>
                    <a:pt x="1497" y="6109"/>
                    <a:pt x="1446" y="6066"/>
                    <a:pt x="1386" y="6014"/>
                  </a:cubicBezTo>
                  <a:cubicBezTo>
                    <a:pt x="1369" y="5997"/>
                    <a:pt x="1369" y="5971"/>
                    <a:pt x="1386" y="5954"/>
                  </a:cubicBezTo>
                  <a:cubicBezTo>
                    <a:pt x="1394" y="5937"/>
                    <a:pt x="1429" y="5937"/>
                    <a:pt x="1446" y="5946"/>
                  </a:cubicBezTo>
                  <a:cubicBezTo>
                    <a:pt x="1497" y="5997"/>
                    <a:pt x="1558" y="6040"/>
                    <a:pt x="1609" y="6083"/>
                  </a:cubicBezTo>
                  <a:cubicBezTo>
                    <a:pt x="1627" y="6101"/>
                    <a:pt x="1635" y="6126"/>
                    <a:pt x="1618" y="6144"/>
                  </a:cubicBezTo>
                  <a:cubicBezTo>
                    <a:pt x="1609" y="6152"/>
                    <a:pt x="1601" y="6161"/>
                    <a:pt x="1584" y="6161"/>
                  </a:cubicBezTo>
                  <a:close/>
                  <a:moveTo>
                    <a:pt x="1162" y="5791"/>
                  </a:moveTo>
                  <a:lnTo>
                    <a:pt x="1162" y="5791"/>
                  </a:lnTo>
                  <a:cubicBezTo>
                    <a:pt x="1153" y="5791"/>
                    <a:pt x="1145" y="5791"/>
                    <a:pt x="1136" y="5773"/>
                  </a:cubicBezTo>
                  <a:cubicBezTo>
                    <a:pt x="1084" y="5722"/>
                    <a:pt x="1033" y="5670"/>
                    <a:pt x="981" y="5619"/>
                  </a:cubicBezTo>
                  <a:cubicBezTo>
                    <a:pt x="972" y="5601"/>
                    <a:pt x="972" y="5576"/>
                    <a:pt x="990" y="5558"/>
                  </a:cubicBezTo>
                  <a:cubicBezTo>
                    <a:pt x="1007" y="5541"/>
                    <a:pt x="1033" y="5541"/>
                    <a:pt x="1050" y="5558"/>
                  </a:cubicBezTo>
                  <a:cubicBezTo>
                    <a:pt x="1093" y="5610"/>
                    <a:pt x="1145" y="5670"/>
                    <a:pt x="1196" y="5713"/>
                  </a:cubicBezTo>
                  <a:cubicBezTo>
                    <a:pt x="1213" y="5730"/>
                    <a:pt x="1213" y="5765"/>
                    <a:pt x="1196" y="5782"/>
                  </a:cubicBezTo>
                  <a:cubicBezTo>
                    <a:pt x="1188" y="5791"/>
                    <a:pt x="1179" y="5791"/>
                    <a:pt x="1162" y="5791"/>
                  </a:cubicBezTo>
                  <a:close/>
                  <a:moveTo>
                    <a:pt x="800" y="5360"/>
                  </a:moveTo>
                  <a:lnTo>
                    <a:pt x="800" y="5360"/>
                  </a:lnTo>
                  <a:cubicBezTo>
                    <a:pt x="792" y="5360"/>
                    <a:pt x="774" y="5360"/>
                    <a:pt x="766" y="5343"/>
                  </a:cubicBezTo>
                  <a:cubicBezTo>
                    <a:pt x="723" y="5291"/>
                    <a:pt x="680" y="5231"/>
                    <a:pt x="646" y="5171"/>
                  </a:cubicBezTo>
                  <a:cubicBezTo>
                    <a:pt x="628" y="5145"/>
                    <a:pt x="637" y="5119"/>
                    <a:pt x="654" y="5111"/>
                  </a:cubicBezTo>
                  <a:cubicBezTo>
                    <a:pt x="671" y="5094"/>
                    <a:pt x="706" y="5102"/>
                    <a:pt x="714" y="5119"/>
                  </a:cubicBezTo>
                  <a:cubicBezTo>
                    <a:pt x="757" y="5180"/>
                    <a:pt x="792" y="5240"/>
                    <a:pt x="835" y="5291"/>
                  </a:cubicBezTo>
                  <a:cubicBezTo>
                    <a:pt x="852" y="5317"/>
                    <a:pt x="843" y="5343"/>
                    <a:pt x="826" y="5352"/>
                  </a:cubicBezTo>
                  <a:cubicBezTo>
                    <a:pt x="818" y="5360"/>
                    <a:pt x="809" y="5360"/>
                    <a:pt x="800" y="5360"/>
                  </a:cubicBezTo>
                  <a:close/>
                  <a:moveTo>
                    <a:pt x="499" y="4887"/>
                  </a:moveTo>
                  <a:lnTo>
                    <a:pt x="499" y="4887"/>
                  </a:lnTo>
                  <a:cubicBezTo>
                    <a:pt x="490" y="4887"/>
                    <a:pt x="473" y="4878"/>
                    <a:pt x="465" y="4870"/>
                  </a:cubicBezTo>
                  <a:cubicBezTo>
                    <a:pt x="430" y="4801"/>
                    <a:pt x="396" y="4741"/>
                    <a:pt x="370" y="4672"/>
                  </a:cubicBezTo>
                  <a:cubicBezTo>
                    <a:pt x="353" y="4646"/>
                    <a:pt x="370" y="4620"/>
                    <a:pt x="387" y="4612"/>
                  </a:cubicBezTo>
                  <a:cubicBezTo>
                    <a:pt x="413" y="4603"/>
                    <a:pt x="439" y="4612"/>
                    <a:pt x="447" y="4637"/>
                  </a:cubicBezTo>
                  <a:cubicBezTo>
                    <a:pt x="473" y="4698"/>
                    <a:pt x="508" y="4767"/>
                    <a:pt x="542" y="4827"/>
                  </a:cubicBezTo>
                  <a:cubicBezTo>
                    <a:pt x="551" y="4844"/>
                    <a:pt x="542" y="4870"/>
                    <a:pt x="525" y="4887"/>
                  </a:cubicBezTo>
                  <a:cubicBezTo>
                    <a:pt x="516" y="4887"/>
                    <a:pt x="508" y="4887"/>
                    <a:pt x="499" y="4887"/>
                  </a:cubicBezTo>
                  <a:close/>
                  <a:moveTo>
                    <a:pt x="275" y="4379"/>
                  </a:moveTo>
                  <a:lnTo>
                    <a:pt x="275" y="4379"/>
                  </a:lnTo>
                  <a:cubicBezTo>
                    <a:pt x="258" y="4379"/>
                    <a:pt x="241" y="4371"/>
                    <a:pt x="232" y="4353"/>
                  </a:cubicBezTo>
                  <a:cubicBezTo>
                    <a:pt x="206" y="4285"/>
                    <a:pt x="189" y="4216"/>
                    <a:pt x="164" y="4138"/>
                  </a:cubicBezTo>
                  <a:cubicBezTo>
                    <a:pt x="155" y="4121"/>
                    <a:pt x="172" y="4095"/>
                    <a:pt x="198" y="4087"/>
                  </a:cubicBezTo>
                  <a:cubicBezTo>
                    <a:pt x="215" y="4078"/>
                    <a:pt x="241" y="4095"/>
                    <a:pt x="249" y="4121"/>
                  </a:cubicBezTo>
                  <a:cubicBezTo>
                    <a:pt x="267" y="4181"/>
                    <a:pt x="292" y="4250"/>
                    <a:pt x="318" y="4319"/>
                  </a:cubicBezTo>
                  <a:cubicBezTo>
                    <a:pt x="327" y="4345"/>
                    <a:pt x="310" y="4371"/>
                    <a:pt x="292" y="4379"/>
                  </a:cubicBezTo>
                  <a:cubicBezTo>
                    <a:pt x="284" y="4379"/>
                    <a:pt x="284" y="4379"/>
                    <a:pt x="275" y="4379"/>
                  </a:cubicBezTo>
                  <a:close/>
                  <a:moveTo>
                    <a:pt x="120" y="3837"/>
                  </a:moveTo>
                  <a:lnTo>
                    <a:pt x="120" y="3837"/>
                  </a:lnTo>
                  <a:cubicBezTo>
                    <a:pt x="103" y="3837"/>
                    <a:pt x="86" y="3829"/>
                    <a:pt x="77" y="3803"/>
                  </a:cubicBezTo>
                  <a:cubicBezTo>
                    <a:pt x="69" y="3734"/>
                    <a:pt x="51" y="3665"/>
                    <a:pt x="43" y="3588"/>
                  </a:cubicBezTo>
                  <a:cubicBezTo>
                    <a:pt x="34" y="3570"/>
                    <a:pt x="51" y="3545"/>
                    <a:pt x="77" y="3545"/>
                  </a:cubicBezTo>
                  <a:cubicBezTo>
                    <a:pt x="103" y="3536"/>
                    <a:pt x="120" y="3553"/>
                    <a:pt x="129" y="3579"/>
                  </a:cubicBezTo>
                  <a:cubicBezTo>
                    <a:pt x="138" y="3648"/>
                    <a:pt x="155" y="3717"/>
                    <a:pt x="164" y="3786"/>
                  </a:cubicBezTo>
                  <a:cubicBezTo>
                    <a:pt x="172" y="3811"/>
                    <a:pt x="155" y="3837"/>
                    <a:pt x="129" y="3837"/>
                  </a:cubicBezTo>
                  <a:cubicBezTo>
                    <a:pt x="129" y="3837"/>
                    <a:pt x="129" y="3837"/>
                    <a:pt x="120" y="3837"/>
                  </a:cubicBezTo>
                  <a:close/>
                  <a:moveTo>
                    <a:pt x="51" y="3286"/>
                  </a:moveTo>
                  <a:lnTo>
                    <a:pt x="51" y="3286"/>
                  </a:lnTo>
                  <a:cubicBezTo>
                    <a:pt x="26" y="3286"/>
                    <a:pt x="8" y="3269"/>
                    <a:pt x="8" y="3243"/>
                  </a:cubicBezTo>
                  <a:cubicBezTo>
                    <a:pt x="0" y="3174"/>
                    <a:pt x="0" y="3097"/>
                    <a:pt x="0" y="3028"/>
                  </a:cubicBezTo>
                  <a:cubicBezTo>
                    <a:pt x="0" y="3003"/>
                    <a:pt x="17" y="2986"/>
                    <a:pt x="43" y="2986"/>
                  </a:cubicBezTo>
                  <a:lnTo>
                    <a:pt x="43" y="2986"/>
                  </a:lnTo>
                  <a:cubicBezTo>
                    <a:pt x="69" y="2986"/>
                    <a:pt x="86" y="3003"/>
                    <a:pt x="86" y="3028"/>
                  </a:cubicBezTo>
                  <a:cubicBezTo>
                    <a:pt x="86" y="3097"/>
                    <a:pt x="86" y="3166"/>
                    <a:pt x="95" y="3235"/>
                  </a:cubicBezTo>
                  <a:cubicBezTo>
                    <a:pt x="95" y="3260"/>
                    <a:pt x="77" y="3286"/>
                    <a:pt x="51" y="3286"/>
                  </a:cubicBezTo>
                  <a:close/>
                  <a:moveTo>
                    <a:pt x="51" y="2728"/>
                  </a:moveTo>
                  <a:lnTo>
                    <a:pt x="51" y="2728"/>
                  </a:lnTo>
                  <a:lnTo>
                    <a:pt x="51" y="2728"/>
                  </a:lnTo>
                  <a:cubicBezTo>
                    <a:pt x="26" y="2719"/>
                    <a:pt x="8" y="2702"/>
                    <a:pt x="8" y="2676"/>
                  </a:cubicBezTo>
                  <a:cubicBezTo>
                    <a:pt x="17" y="2607"/>
                    <a:pt x="26" y="2530"/>
                    <a:pt x="34" y="2461"/>
                  </a:cubicBezTo>
                  <a:cubicBezTo>
                    <a:pt x="34" y="2435"/>
                    <a:pt x="60" y="2418"/>
                    <a:pt x="86" y="2427"/>
                  </a:cubicBezTo>
                  <a:cubicBezTo>
                    <a:pt x="103" y="2427"/>
                    <a:pt x="120" y="2453"/>
                    <a:pt x="120" y="2470"/>
                  </a:cubicBezTo>
                  <a:cubicBezTo>
                    <a:pt x="112" y="2538"/>
                    <a:pt x="103" y="2616"/>
                    <a:pt x="95" y="2685"/>
                  </a:cubicBezTo>
                  <a:cubicBezTo>
                    <a:pt x="95" y="2711"/>
                    <a:pt x="77" y="2728"/>
                    <a:pt x="51" y="2728"/>
                  </a:cubicBezTo>
                  <a:close/>
                  <a:moveTo>
                    <a:pt x="138" y="2169"/>
                  </a:moveTo>
                  <a:lnTo>
                    <a:pt x="138" y="2169"/>
                  </a:lnTo>
                  <a:lnTo>
                    <a:pt x="129" y="2169"/>
                  </a:lnTo>
                  <a:cubicBezTo>
                    <a:pt x="103" y="2169"/>
                    <a:pt x="95" y="2143"/>
                    <a:pt x="95" y="2117"/>
                  </a:cubicBezTo>
                  <a:cubicBezTo>
                    <a:pt x="112" y="2048"/>
                    <a:pt x="129" y="1979"/>
                    <a:pt x="155" y="1910"/>
                  </a:cubicBezTo>
                  <a:cubicBezTo>
                    <a:pt x="155" y="1884"/>
                    <a:pt x="181" y="1867"/>
                    <a:pt x="206" y="1876"/>
                  </a:cubicBezTo>
                  <a:cubicBezTo>
                    <a:pt x="224" y="1884"/>
                    <a:pt x="241" y="1910"/>
                    <a:pt x="232" y="1928"/>
                  </a:cubicBezTo>
                  <a:cubicBezTo>
                    <a:pt x="215" y="1996"/>
                    <a:pt x="198" y="2065"/>
                    <a:pt x="181" y="2134"/>
                  </a:cubicBezTo>
                  <a:cubicBezTo>
                    <a:pt x="181" y="2160"/>
                    <a:pt x="155" y="2169"/>
                    <a:pt x="138" y="2169"/>
                  </a:cubicBezTo>
                  <a:close/>
                  <a:moveTo>
                    <a:pt x="301" y="1635"/>
                  </a:moveTo>
                  <a:lnTo>
                    <a:pt x="301" y="1635"/>
                  </a:lnTo>
                  <a:cubicBezTo>
                    <a:pt x="301" y="1635"/>
                    <a:pt x="292" y="1635"/>
                    <a:pt x="284" y="1635"/>
                  </a:cubicBezTo>
                  <a:cubicBezTo>
                    <a:pt x="267" y="1626"/>
                    <a:pt x="249" y="1600"/>
                    <a:pt x="258" y="1575"/>
                  </a:cubicBezTo>
                  <a:cubicBezTo>
                    <a:pt x="284" y="1506"/>
                    <a:pt x="318" y="1437"/>
                    <a:pt x="344" y="1377"/>
                  </a:cubicBezTo>
                  <a:cubicBezTo>
                    <a:pt x="353" y="1351"/>
                    <a:pt x="379" y="1342"/>
                    <a:pt x="404" y="1351"/>
                  </a:cubicBezTo>
                  <a:cubicBezTo>
                    <a:pt x="422" y="1359"/>
                    <a:pt x="439" y="1385"/>
                    <a:pt x="422" y="1411"/>
                  </a:cubicBezTo>
                  <a:cubicBezTo>
                    <a:pt x="396" y="1471"/>
                    <a:pt x="370" y="1540"/>
                    <a:pt x="344" y="1609"/>
                  </a:cubicBezTo>
                  <a:cubicBezTo>
                    <a:pt x="336" y="1626"/>
                    <a:pt x="318" y="1635"/>
                    <a:pt x="301" y="1635"/>
                  </a:cubicBezTo>
                  <a:close/>
                  <a:moveTo>
                    <a:pt x="542" y="1127"/>
                  </a:moveTo>
                  <a:lnTo>
                    <a:pt x="542" y="1127"/>
                  </a:lnTo>
                  <a:cubicBezTo>
                    <a:pt x="533" y="1127"/>
                    <a:pt x="525" y="1127"/>
                    <a:pt x="516" y="1118"/>
                  </a:cubicBezTo>
                  <a:cubicBezTo>
                    <a:pt x="499" y="1110"/>
                    <a:pt x="490" y="1084"/>
                    <a:pt x="499" y="1067"/>
                  </a:cubicBezTo>
                  <a:cubicBezTo>
                    <a:pt x="533" y="998"/>
                    <a:pt x="577" y="938"/>
                    <a:pt x="611" y="877"/>
                  </a:cubicBezTo>
                  <a:cubicBezTo>
                    <a:pt x="628" y="852"/>
                    <a:pt x="654" y="852"/>
                    <a:pt x="671" y="860"/>
                  </a:cubicBezTo>
                  <a:cubicBezTo>
                    <a:pt x="697" y="877"/>
                    <a:pt x="697" y="903"/>
                    <a:pt x="688" y="920"/>
                  </a:cubicBezTo>
                  <a:cubicBezTo>
                    <a:pt x="646" y="981"/>
                    <a:pt x="611" y="1041"/>
                    <a:pt x="577" y="1101"/>
                  </a:cubicBezTo>
                  <a:cubicBezTo>
                    <a:pt x="568" y="1118"/>
                    <a:pt x="559" y="1127"/>
                    <a:pt x="542" y="1127"/>
                  </a:cubicBezTo>
                  <a:close/>
                  <a:moveTo>
                    <a:pt x="852" y="662"/>
                  </a:moveTo>
                  <a:lnTo>
                    <a:pt x="852" y="662"/>
                  </a:lnTo>
                  <a:cubicBezTo>
                    <a:pt x="843" y="662"/>
                    <a:pt x="826" y="654"/>
                    <a:pt x="826" y="654"/>
                  </a:cubicBezTo>
                  <a:cubicBezTo>
                    <a:pt x="800" y="637"/>
                    <a:pt x="800" y="611"/>
                    <a:pt x="818" y="594"/>
                  </a:cubicBezTo>
                  <a:cubicBezTo>
                    <a:pt x="861" y="533"/>
                    <a:pt x="904" y="473"/>
                    <a:pt x="955" y="421"/>
                  </a:cubicBezTo>
                  <a:cubicBezTo>
                    <a:pt x="964" y="404"/>
                    <a:pt x="998" y="396"/>
                    <a:pt x="1015" y="413"/>
                  </a:cubicBezTo>
                  <a:cubicBezTo>
                    <a:pt x="1033" y="430"/>
                    <a:pt x="1033" y="456"/>
                    <a:pt x="1015" y="473"/>
                  </a:cubicBezTo>
                  <a:cubicBezTo>
                    <a:pt x="972" y="533"/>
                    <a:pt x="929" y="585"/>
                    <a:pt x="887" y="645"/>
                  </a:cubicBezTo>
                  <a:cubicBezTo>
                    <a:pt x="878" y="654"/>
                    <a:pt x="861" y="662"/>
                    <a:pt x="852" y="662"/>
                  </a:cubicBezTo>
                  <a:close/>
                  <a:moveTo>
                    <a:pt x="1222" y="241"/>
                  </a:moveTo>
                  <a:lnTo>
                    <a:pt x="1222" y="241"/>
                  </a:lnTo>
                  <a:cubicBezTo>
                    <a:pt x="1205" y="241"/>
                    <a:pt x="1196" y="232"/>
                    <a:pt x="1188" y="223"/>
                  </a:cubicBezTo>
                  <a:cubicBezTo>
                    <a:pt x="1170" y="206"/>
                    <a:pt x="1170" y="180"/>
                    <a:pt x="1188" y="163"/>
                  </a:cubicBezTo>
                  <a:cubicBezTo>
                    <a:pt x="1239" y="112"/>
                    <a:pt x="1291" y="69"/>
                    <a:pt x="1351" y="17"/>
                  </a:cubicBezTo>
                  <a:cubicBezTo>
                    <a:pt x="1369" y="0"/>
                    <a:pt x="1394" y="0"/>
                    <a:pt x="1411" y="17"/>
                  </a:cubicBezTo>
                  <a:cubicBezTo>
                    <a:pt x="1429" y="43"/>
                    <a:pt x="1429" y="69"/>
                    <a:pt x="1403" y="86"/>
                  </a:cubicBezTo>
                  <a:cubicBezTo>
                    <a:pt x="1351" y="129"/>
                    <a:pt x="1300" y="180"/>
                    <a:pt x="1248" y="223"/>
                  </a:cubicBezTo>
                  <a:cubicBezTo>
                    <a:pt x="1239" y="232"/>
                    <a:pt x="1231" y="241"/>
                    <a:pt x="1222" y="241"/>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48" name="Freeform 4"/>
            <p:cNvSpPr>
              <a:spLocks noChangeArrowheads="1"/>
            </p:cNvSpPr>
            <p:nvPr/>
          </p:nvSpPr>
          <p:spPr bwMode="auto">
            <a:xfrm>
              <a:off x="17051735" y="3138268"/>
              <a:ext cx="1227737" cy="6742808"/>
            </a:xfrm>
            <a:custGeom>
              <a:avLst/>
              <a:gdLst>
                <a:gd name="T0" fmla="*/ 198 w 1111"/>
                <a:gd name="T1" fmla="*/ 6101 h 6102"/>
                <a:gd name="T2" fmla="*/ 163 w 1111"/>
                <a:gd name="T3" fmla="*/ 6032 h 6102"/>
                <a:gd name="T4" fmla="*/ 335 w 1111"/>
                <a:gd name="T5" fmla="*/ 5834 h 6102"/>
                <a:gd name="T6" fmla="*/ 232 w 1111"/>
                <a:gd name="T7" fmla="*/ 6075 h 6102"/>
                <a:gd name="T8" fmla="*/ 482 w 1111"/>
                <a:gd name="T9" fmla="*/ 5610 h 6102"/>
                <a:gd name="T10" fmla="*/ 456 w 1111"/>
                <a:gd name="T11" fmla="*/ 5610 h 6102"/>
                <a:gd name="T12" fmla="*/ 533 w 1111"/>
                <a:gd name="T13" fmla="*/ 5361 h 6102"/>
                <a:gd name="T14" fmla="*/ 611 w 1111"/>
                <a:gd name="T15" fmla="*/ 5395 h 6102"/>
                <a:gd name="T16" fmla="*/ 482 w 1111"/>
                <a:gd name="T17" fmla="*/ 5610 h 6102"/>
                <a:gd name="T18" fmla="*/ 714 w 1111"/>
                <a:gd name="T19" fmla="*/ 5102 h 6102"/>
                <a:gd name="T20" fmla="*/ 671 w 1111"/>
                <a:gd name="T21" fmla="*/ 5042 h 6102"/>
                <a:gd name="T22" fmla="*/ 800 w 1111"/>
                <a:gd name="T23" fmla="*/ 4810 h 6102"/>
                <a:gd name="T24" fmla="*/ 748 w 1111"/>
                <a:gd name="T25" fmla="*/ 5077 h 6102"/>
                <a:gd name="T26" fmla="*/ 886 w 1111"/>
                <a:gd name="T27" fmla="*/ 4569 h 6102"/>
                <a:gd name="T28" fmla="*/ 869 w 1111"/>
                <a:gd name="T29" fmla="*/ 4569 h 6102"/>
                <a:gd name="T30" fmla="*/ 895 w 1111"/>
                <a:gd name="T31" fmla="*/ 4302 h 6102"/>
                <a:gd name="T32" fmla="*/ 981 w 1111"/>
                <a:gd name="T33" fmla="*/ 4328 h 6102"/>
                <a:gd name="T34" fmla="*/ 886 w 1111"/>
                <a:gd name="T35" fmla="*/ 4569 h 6102"/>
                <a:gd name="T36" fmla="*/ 998 w 1111"/>
                <a:gd name="T37" fmla="*/ 4018 h 6102"/>
                <a:gd name="T38" fmla="*/ 955 w 1111"/>
                <a:gd name="T39" fmla="*/ 3966 h 6102"/>
                <a:gd name="T40" fmla="*/ 1032 w 1111"/>
                <a:gd name="T41" fmla="*/ 3717 h 6102"/>
                <a:gd name="T42" fmla="*/ 1041 w 1111"/>
                <a:gd name="T43" fmla="*/ 3984 h 6102"/>
                <a:gd name="T44" fmla="*/ 1058 w 1111"/>
                <a:gd name="T45" fmla="*/ 3459 h 6102"/>
                <a:gd name="T46" fmla="*/ 1058 w 1111"/>
                <a:gd name="T47" fmla="*/ 3459 h 6102"/>
                <a:gd name="T48" fmla="*/ 1024 w 1111"/>
                <a:gd name="T49" fmla="*/ 3200 h 6102"/>
                <a:gd name="T50" fmla="*/ 1067 w 1111"/>
                <a:gd name="T51" fmla="*/ 3158 h 6102"/>
                <a:gd name="T52" fmla="*/ 1101 w 1111"/>
                <a:gd name="T53" fmla="*/ 3415 h 6102"/>
                <a:gd name="T54" fmla="*/ 1058 w 1111"/>
                <a:gd name="T55" fmla="*/ 2900 h 6102"/>
                <a:gd name="T56" fmla="*/ 1015 w 1111"/>
                <a:gd name="T57" fmla="*/ 2857 h 6102"/>
                <a:gd name="T58" fmla="*/ 1032 w 1111"/>
                <a:gd name="T59" fmla="*/ 2599 h 6102"/>
                <a:gd name="T60" fmla="*/ 1101 w 1111"/>
                <a:gd name="T61" fmla="*/ 2857 h 6102"/>
                <a:gd name="T62" fmla="*/ 998 w 1111"/>
                <a:gd name="T63" fmla="*/ 2341 h 6102"/>
                <a:gd name="T64" fmla="*/ 955 w 1111"/>
                <a:gd name="T65" fmla="*/ 2306 h 6102"/>
                <a:gd name="T66" fmla="*/ 946 w 1111"/>
                <a:gd name="T67" fmla="*/ 2039 h 6102"/>
                <a:gd name="T68" fmla="*/ 1041 w 1111"/>
                <a:gd name="T69" fmla="*/ 2289 h 6102"/>
                <a:gd name="T70" fmla="*/ 878 w 1111"/>
                <a:gd name="T71" fmla="*/ 1790 h 6102"/>
                <a:gd name="T72" fmla="*/ 835 w 1111"/>
                <a:gd name="T73" fmla="*/ 1764 h 6102"/>
                <a:gd name="T74" fmla="*/ 800 w 1111"/>
                <a:gd name="T75" fmla="*/ 1497 h 6102"/>
                <a:gd name="T76" fmla="*/ 921 w 1111"/>
                <a:gd name="T77" fmla="*/ 1738 h 6102"/>
                <a:gd name="T78" fmla="*/ 878 w 1111"/>
                <a:gd name="T79" fmla="*/ 1790 h 6102"/>
                <a:gd name="T80" fmla="*/ 697 w 1111"/>
                <a:gd name="T81" fmla="*/ 1265 h 6102"/>
                <a:gd name="T82" fmla="*/ 576 w 1111"/>
                <a:gd name="T83" fmla="*/ 1032 h 6102"/>
                <a:gd name="T84" fmla="*/ 654 w 1111"/>
                <a:gd name="T85" fmla="*/ 998 h 6102"/>
                <a:gd name="T86" fmla="*/ 714 w 1111"/>
                <a:gd name="T87" fmla="*/ 1256 h 6102"/>
                <a:gd name="T88" fmla="*/ 464 w 1111"/>
                <a:gd name="T89" fmla="*/ 749 h 6102"/>
                <a:gd name="T90" fmla="*/ 421 w 1111"/>
                <a:gd name="T91" fmla="*/ 731 h 6102"/>
                <a:gd name="T92" fmla="*/ 335 w 1111"/>
                <a:gd name="T93" fmla="*/ 482 h 6102"/>
                <a:gd name="T94" fmla="*/ 499 w 1111"/>
                <a:gd name="T95" fmla="*/ 688 h 6102"/>
                <a:gd name="T96" fmla="*/ 464 w 1111"/>
                <a:gd name="T97" fmla="*/ 749 h 6102"/>
                <a:gd name="T98" fmla="*/ 172 w 1111"/>
                <a:gd name="T99" fmla="*/ 267 h 6102"/>
                <a:gd name="T100" fmla="*/ 17 w 1111"/>
                <a:gd name="T101" fmla="*/ 77 h 6102"/>
                <a:gd name="T102" fmla="*/ 86 w 1111"/>
                <a:gd name="T103" fmla="*/ 26 h 6102"/>
                <a:gd name="T104" fmla="*/ 198 w 1111"/>
                <a:gd name="T105" fmla="*/ 258 h 6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11" h="6102">
                  <a:moveTo>
                    <a:pt x="198" y="6101"/>
                  </a:moveTo>
                  <a:lnTo>
                    <a:pt x="198" y="6101"/>
                  </a:lnTo>
                  <a:cubicBezTo>
                    <a:pt x="189" y="6101"/>
                    <a:pt x="180" y="6092"/>
                    <a:pt x="172" y="6092"/>
                  </a:cubicBezTo>
                  <a:cubicBezTo>
                    <a:pt x="155" y="6075"/>
                    <a:pt x="146" y="6049"/>
                    <a:pt x="163" y="6032"/>
                  </a:cubicBezTo>
                  <a:cubicBezTo>
                    <a:pt x="198" y="5972"/>
                    <a:pt x="241" y="5911"/>
                    <a:pt x="275" y="5851"/>
                  </a:cubicBezTo>
                  <a:cubicBezTo>
                    <a:pt x="284" y="5825"/>
                    <a:pt x="309" y="5825"/>
                    <a:pt x="335" y="5834"/>
                  </a:cubicBezTo>
                  <a:cubicBezTo>
                    <a:pt x="353" y="5842"/>
                    <a:pt x="361" y="5877"/>
                    <a:pt x="353" y="5894"/>
                  </a:cubicBezTo>
                  <a:cubicBezTo>
                    <a:pt x="309" y="5954"/>
                    <a:pt x="275" y="6015"/>
                    <a:pt x="232" y="6075"/>
                  </a:cubicBezTo>
                  <a:cubicBezTo>
                    <a:pt x="223" y="6092"/>
                    <a:pt x="206" y="6101"/>
                    <a:pt x="198" y="6101"/>
                  </a:cubicBezTo>
                  <a:close/>
                  <a:moveTo>
                    <a:pt x="482" y="5610"/>
                  </a:moveTo>
                  <a:lnTo>
                    <a:pt x="482" y="5610"/>
                  </a:lnTo>
                  <a:cubicBezTo>
                    <a:pt x="473" y="5610"/>
                    <a:pt x="464" y="5610"/>
                    <a:pt x="456" y="5610"/>
                  </a:cubicBezTo>
                  <a:cubicBezTo>
                    <a:pt x="439" y="5593"/>
                    <a:pt x="430" y="5567"/>
                    <a:pt x="439" y="5550"/>
                  </a:cubicBezTo>
                  <a:cubicBezTo>
                    <a:pt x="473" y="5490"/>
                    <a:pt x="507" y="5421"/>
                    <a:pt x="533" y="5361"/>
                  </a:cubicBezTo>
                  <a:cubicBezTo>
                    <a:pt x="542" y="5335"/>
                    <a:pt x="568" y="5326"/>
                    <a:pt x="594" y="5335"/>
                  </a:cubicBezTo>
                  <a:cubicBezTo>
                    <a:pt x="611" y="5343"/>
                    <a:pt x="628" y="5369"/>
                    <a:pt x="611" y="5395"/>
                  </a:cubicBezTo>
                  <a:cubicBezTo>
                    <a:pt x="585" y="5455"/>
                    <a:pt x="550" y="5524"/>
                    <a:pt x="516" y="5593"/>
                  </a:cubicBezTo>
                  <a:cubicBezTo>
                    <a:pt x="507" y="5602"/>
                    <a:pt x="499" y="5610"/>
                    <a:pt x="482" y="5610"/>
                  </a:cubicBezTo>
                  <a:close/>
                  <a:moveTo>
                    <a:pt x="714" y="5102"/>
                  </a:moveTo>
                  <a:lnTo>
                    <a:pt x="714" y="5102"/>
                  </a:lnTo>
                  <a:cubicBezTo>
                    <a:pt x="705" y="5102"/>
                    <a:pt x="697" y="5102"/>
                    <a:pt x="697" y="5094"/>
                  </a:cubicBezTo>
                  <a:cubicBezTo>
                    <a:pt x="671" y="5085"/>
                    <a:pt x="662" y="5068"/>
                    <a:pt x="671" y="5042"/>
                  </a:cubicBezTo>
                  <a:cubicBezTo>
                    <a:pt x="697" y="4973"/>
                    <a:pt x="723" y="4904"/>
                    <a:pt x="740" y="4844"/>
                  </a:cubicBezTo>
                  <a:cubicBezTo>
                    <a:pt x="748" y="4818"/>
                    <a:pt x="774" y="4810"/>
                    <a:pt x="800" y="4810"/>
                  </a:cubicBezTo>
                  <a:cubicBezTo>
                    <a:pt x="817" y="4818"/>
                    <a:pt x="835" y="4844"/>
                    <a:pt x="826" y="4870"/>
                  </a:cubicBezTo>
                  <a:cubicBezTo>
                    <a:pt x="800" y="4939"/>
                    <a:pt x="774" y="5008"/>
                    <a:pt x="748" y="5077"/>
                  </a:cubicBezTo>
                  <a:cubicBezTo>
                    <a:pt x="740" y="5094"/>
                    <a:pt x="731" y="5102"/>
                    <a:pt x="714" y="5102"/>
                  </a:cubicBezTo>
                  <a:close/>
                  <a:moveTo>
                    <a:pt x="886" y="4569"/>
                  </a:moveTo>
                  <a:lnTo>
                    <a:pt x="886" y="4569"/>
                  </a:lnTo>
                  <a:cubicBezTo>
                    <a:pt x="878" y="4569"/>
                    <a:pt x="878" y="4569"/>
                    <a:pt x="869" y="4569"/>
                  </a:cubicBezTo>
                  <a:cubicBezTo>
                    <a:pt x="852" y="4560"/>
                    <a:pt x="835" y="4534"/>
                    <a:pt x="843" y="4508"/>
                  </a:cubicBezTo>
                  <a:cubicBezTo>
                    <a:pt x="860" y="4448"/>
                    <a:pt x="878" y="4371"/>
                    <a:pt x="895" y="4302"/>
                  </a:cubicBezTo>
                  <a:cubicBezTo>
                    <a:pt x="895" y="4285"/>
                    <a:pt x="921" y="4267"/>
                    <a:pt x="946" y="4267"/>
                  </a:cubicBezTo>
                  <a:cubicBezTo>
                    <a:pt x="972" y="4276"/>
                    <a:pt x="981" y="4302"/>
                    <a:pt x="981" y="4328"/>
                  </a:cubicBezTo>
                  <a:cubicBezTo>
                    <a:pt x="964" y="4397"/>
                    <a:pt x="946" y="4465"/>
                    <a:pt x="929" y="4534"/>
                  </a:cubicBezTo>
                  <a:cubicBezTo>
                    <a:pt x="921" y="4551"/>
                    <a:pt x="903" y="4569"/>
                    <a:pt x="886" y="4569"/>
                  </a:cubicBezTo>
                  <a:close/>
                  <a:moveTo>
                    <a:pt x="998" y="4018"/>
                  </a:moveTo>
                  <a:lnTo>
                    <a:pt x="998" y="4018"/>
                  </a:lnTo>
                  <a:lnTo>
                    <a:pt x="998" y="4018"/>
                  </a:lnTo>
                  <a:cubicBezTo>
                    <a:pt x="972" y="4018"/>
                    <a:pt x="955" y="3992"/>
                    <a:pt x="955" y="3966"/>
                  </a:cubicBezTo>
                  <a:cubicBezTo>
                    <a:pt x="972" y="3897"/>
                    <a:pt x="981" y="3828"/>
                    <a:pt x="989" y="3760"/>
                  </a:cubicBezTo>
                  <a:cubicBezTo>
                    <a:pt x="989" y="3734"/>
                    <a:pt x="1007" y="3717"/>
                    <a:pt x="1032" y="3717"/>
                  </a:cubicBezTo>
                  <a:cubicBezTo>
                    <a:pt x="1058" y="3717"/>
                    <a:pt x="1076" y="3743"/>
                    <a:pt x="1076" y="3768"/>
                  </a:cubicBezTo>
                  <a:cubicBezTo>
                    <a:pt x="1067" y="3837"/>
                    <a:pt x="1058" y="3915"/>
                    <a:pt x="1041" y="3984"/>
                  </a:cubicBezTo>
                  <a:cubicBezTo>
                    <a:pt x="1041" y="4001"/>
                    <a:pt x="1024" y="4018"/>
                    <a:pt x="998" y="4018"/>
                  </a:cubicBezTo>
                  <a:close/>
                  <a:moveTo>
                    <a:pt x="1058" y="3459"/>
                  </a:moveTo>
                  <a:lnTo>
                    <a:pt x="1058" y="3459"/>
                  </a:lnTo>
                  <a:lnTo>
                    <a:pt x="1058" y="3459"/>
                  </a:lnTo>
                  <a:cubicBezTo>
                    <a:pt x="1032" y="3459"/>
                    <a:pt x="1015" y="3441"/>
                    <a:pt x="1015" y="3415"/>
                  </a:cubicBezTo>
                  <a:cubicBezTo>
                    <a:pt x="1015" y="3347"/>
                    <a:pt x="1024" y="3269"/>
                    <a:pt x="1024" y="3200"/>
                  </a:cubicBezTo>
                  <a:cubicBezTo>
                    <a:pt x="1024" y="3174"/>
                    <a:pt x="1041" y="3158"/>
                    <a:pt x="1067" y="3158"/>
                  </a:cubicBezTo>
                  <a:lnTo>
                    <a:pt x="1067" y="3158"/>
                  </a:lnTo>
                  <a:cubicBezTo>
                    <a:pt x="1084" y="3158"/>
                    <a:pt x="1110" y="3174"/>
                    <a:pt x="1110" y="3200"/>
                  </a:cubicBezTo>
                  <a:cubicBezTo>
                    <a:pt x="1110" y="3269"/>
                    <a:pt x="1101" y="3347"/>
                    <a:pt x="1101" y="3415"/>
                  </a:cubicBezTo>
                  <a:cubicBezTo>
                    <a:pt x="1101" y="3441"/>
                    <a:pt x="1084" y="3459"/>
                    <a:pt x="1058" y="3459"/>
                  </a:cubicBezTo>
                  <a:close/>
                  <a:moveTo>
                    <a:pt x="1058" y="2900"/>
                  </a:moveTo>
                  <a:lnTo>
                    <a:pt x="1058" y="2900"/>
                  </a:lnTo>
                  <a:cubicBezTo>
                    <a:pt x="1032" y="2900"/>
                    <a:pt x="1015" y="2883"/>
                    <a:pt x="1015" y="2857"/>
                  </a:cubicBezTo>
                  <a:cubicBezTo>
                    <a:pt x="1007" y="2788"/>
                    <a:pt x="1007" y="2711"/>
                    <a:pt x="998" y="2642"/>
                  </a:cubicBezTo>
                  <a:cubicBezTo>
                    <a:pt x="989" y="2625"/>
                    <a:pt x="1015" y="2599"/>
                    <a:pt x="1032" y="2599"/>
                  </a:cubicBezTo>
                  <a:cubicBezTo>
                    <a:pt x="1058" y="2590"/>
                    <a:pt x="1084" y="2616"/>
                    <a:pt x="1084" y="2633"/>
                  </a:cubicBezTo>
                  <a:cubicBezTo>
                    <a:pt x="1093" y="2711"/>
                    <a:pt x="1093" y="2780"/>
                    <a:pt x="1101" y="2857"/>
                  </a:cubicBezTo>
                  <a:cubicBezTo>
                    <a:pt x="1101" y="2874"/>
                    <a:pt x="1084" y="2900"/>
                    <a:pt x="1058" y="2900"/>
                  </a:cubicBezTo>
                  <a:close/>
                  <a:moveTo>
                    <a:pt x="998" y="2341"/>
                  </a:moveTo>
                  <a:lnTo>
                    <a:pt x="998" y="2341"/>
                  </a:lnTo>
                  <a:cubicBezTo>
                    <a:pt x="972" y="2341"/>
                    <a:pt x="955" y="2324"/>
                    <a:pt x="955" y="2306"/>
                  </a:cubicBezTo>
                  <a:cubicBezTo>
                    <a:pt x="938" y="2237"/>
                    <a:pt x="929" y="2169"/>
                    <a:pt x="912" y="2091"/>
                  </a:cubicBezTo>
                  <a:cubicBezTo>
                    <a:pt x="912" y="2074"/>
                    <a:pt x="921" y="2048"/>
                    <a:pt x="946" y="2039"/>
                  </a:cubicBezTo>
                  <a:cubicBezTo>
                    <a:pt x="972" y="2039"/>
                    <a:pt x="989" y="2057"/>
                    <a:pt x="998" y="2074"/>
                  </a:cubicBezTo>
                  <a:cubicBezTo>
                    <a:pt x="1015" y="2151"/>
                    <a:pt x="1024" y="2220"/>
                    <a:pt x="1041" y="2289"/>
                  </a:cubicBezTo>
                  <a:cubicBezTo>
                    <a:pt x="1041" y="2315"/>
                    <a:pt x="1024" y="2341"/>
                    <a:pt x="998" y="2341"/>
                  </a:cubicBezTo>
                  <a:close/>
                  <a:moveTo>
                    <a:pt x="878" y="1790"/>
                  </a:moveTo>
                  <a:lnTo>
                    <a:pt x="878" y="1790"/>
                  </a:lnTo>
                  <a:cubicBezTo>
                    <a:pt x="852" y="1790"/>
                    <a:pt x="835" y="1781"/>
                    <a:pt x="835" y="1764"/>
                  </a:cubicBezTo>
                  <a:cubicBezTo>
                    <a:pt x="817" y="1695"/>
                    <a:pt x="791" y="1626"/>
                    <a:pt x="774" y="1557"/>
                  </a:cubicBezTo>
                  <a:cubicBezTo>
                    <a:pt x="766" y="1532"/>
                    <a:pt x="774" y="1506"/>
                    <a:pt x="800" y="1497"/>
                  </a:cubicBezTo>
                  <a:cubicBezTo>
                    <a:pt x="826" y="1497"/>
                    <a:pt x="843" y="1506"/>
                    <a:pt x="852" y="1532"/>
                  </a:cubicBezTo>
                  <a:cubicBezTo>
                    <a:pt x="878" y="1601"/>
                    <a:pt x="895" y="1670"/>
                    <a:pt x="921" y="1738"/>
                  </a:cubicBezTo>
                  <a:cubicBezTo>
                    <a:pt x="921" y="1764"/>
                    <a:pt x="912" y="1781"/>
                    <a:pt x="886" y="1790"/>
                  </a:cubicBezTo>
                  <a:lnTo>
                    <a:pt x="878" y="1790"/>
                  </a:lnTo>
                  <a:close/>
                  <a:moveTo>
                    <a:pt x="697" y="1265"/>
                  </a:moveTo>
                  <a:lnTo>
                    <a:pt x="697" y="1265"/>
                  </a:lnTo>
                  <a:cubicBezTo>
                    <a:pt x="680" y="1265"/>
                    <a:pt x="662" y="1248"/>
                    <a:pt x="654" y="1231"/>
                  </a:cubicBezTo>
                  <a:cubicBezTo>
                    <a:pt x="628" y="1170"/>
                    <a:pt x="602" y="1101"/>
                    <a:pt x="576" y="1032"/>
                  </a:cubicBezTo>
                  <a:cubicBezTo>
                    <a:pt x="568" y="1015"/>
                    <a:pt x="576" y="990"/>
                    <a:pt x="594" y="981"/>
                  </a:cubicBezTo>
                  <a:cubicBezTo>
                    <a:pt x="619" y="972"/>
                    <a:pt x="645" y="981"/>
                    <a:pt x="654" y="998"/>
                  </a:cubicBezTo>
                  <a:cubicBezTo>
                    <a:pt x="680" y="1067"/>
                    <a:pt x="714" y="1136"/>
                    <a:pt x="740" y="1205"/>
                  </a:cubicBezTo>
                  <a:cubicBezTo>
                    <a:pt x="748" y="1222"/>
                    <a:pt x="731" y="1248"/>
                    <a:pt x="714" y="1256"/>
                  </a:cubicBezTo>
                  <a:cubicBezTo>
                    <a:pt x="705" y="1256"/>
                    <a:pt x="705" y="1265"/>
                    <a:pt x="697" y="1265"/>
                  </a:cubicBezTo>
                  <a:close/>
                  <a:moveTo>
                    <a:pt x="464" y="749"/>
                  </a:moveTo>
                  <a:lnTo>
                    <a:pt x="464" y="749"/>
                  </a:lnTo>
                  <a:cubicBezTo>
                    <a:pt x="447" y="749"/>
                    <a:pt x="430" y="740"/>
                    <a:pt x="421" y="731"/>
                  </a:cubicBezTo>
                  <a:cubicBezTo>
                    <a:pt x="387" y="662"/>
                    <a:pt x="353" y="602"/>
                    <a:pt x="318" y="542"/>
                  </a:cubicBezTo>
                  <a:cubicBezTo>
                    <a:pt x="309" y="516"/>
                    <a:pt x="318" y="490"/>
                    <a:pt x="335" y="482"/>
                  </a:cubicBezTo>
                  <a:cubicBezTo>
                    <a:pt x="361" y="465"/>
                    <a:pt x="387" y="473"/>
                    <a:pt x="396" y="499"/>
                  </a:cubicBezTo>
                  <a:cubicBezTo>
                    <a:pt x="430" y="559"/>
                    <a:pt x="464" y="619"/>
                    <a:pt x="499" y="688"/>
                  </a:cubicBezTo>
                  <a:cubicBezTo>
                    <a:pt x="516" y="706"/>
                    <a:pt x="507" y="731"/>
                    <a:pt x="482" y="749"/>
                  </a:cubicBezTo>
                  <a:cubicBezTo>
                    <a:pt x="473" y="749"/>
                    <a:pt x="473" y="749"/>
                    <a:pt x="464" y="749"/>
                  </a:cubicBezTo>
                  <a:close/>
                  <a:moveTo>
                    <a:pt x="172" y="267"/>
                  </a:moveTo>
                  <a:lnTo>
                    <a:pt x="172" y="267"/>
                  </a:lnTo>
                  <a:cubicBezTo>
                    <a:pt x="163" y="267"/>
                    <a:pt x="146" y="258"/>
                    <a:pt x="137" y="249"/>
                  </a:cubicBezTo>
                  <a:cubicBezTo>
                    <a:pt x="103" y="189"/>
                    <a:pt x="60" y="129"/>
                    <a:pt x="17" y="77"/>
                  </a:cubicBezTo>
                  <a:cubicBezTo>
                    <a:pt x="0" y="52"/>
                    <a:pt x="8" y="26"/>
                    <a:pt x="25" y="17"/>
                  </a:cubicBezTo>
                  <a:cubicBezTo>
                    <a:pt x="43" y="0"/>
                    <a:pt x="77" y="0"/>
                    <a:pt x="86" y="26"/>
                  </a:cubicBezTo>
                  <a:cubicBezTo>
                    <a:pt x="129" y="77"/>
                    <a:pt x="172" y="137"/>
                    <a:pt x="215" y="198"/>
                  </a:cubicBezTo>
                  <a:cubicBezTo>
                    <a:pt x="223" y="224"/>
                    <a:pt x="223" y="249"/>
                    <a:pt x="198" y="258"/>
                  </a:cubicBezTo>
                  <a:cubicBezTo>
                    <a:pt x="189" y="267"/>
                    <a:pt x="180" y="267"/>
                    <a:pt x="172" y="267"/>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49" name="Freeform 5"/>
            <p:cNvSpPr>
              <a:spLocks noChangeArrowheads="1"/>
            </p:cNvSpPr>
            <p:nvPr/>
          </p:nvSpPr>
          <p:spPr bwMode="auto">
            <a:xfrm>
              <a:off x="6528276" y="3376996"/>
              <a:ext cx="1227737" cy="6733064"/>
            </a:xfrm>
            <a:custGeom>
              <a:avLst/>
              <a:gdLst>
                <a:gd name="T0" fmla="*/ 1058 w 1111"/>
                <a:gd name="T1" fmla="*/ 6092 h 6093"/>
                <a:gd name="T2" fmla="*/ 903 w 1111"/>
                <a:gd name="T3" fmla="*/ 5903 h 6093"/>
                <a:gd name="T4" fmla="*/ 972 w 1111"/>
                <a:gd name="T5" fmla="*/ 5851 h 6093"/>
                <a:gd name="T6" fmla="*/ 1084 w 1111"/>
                <a:gd name="T7" fmla="*/ 6084 h 6093"/>
                <a:gd name="T8" fmla="*/ 757 w 1111"/>
                <a:gd name="T9" fmla="*/ 5627 h 6093"/>
                <a:gd name="T10" fmla="*/ 714 w 1111"/>
                <a:gd name="T11" fmla="*/ 5602 h 6093"/>
                <a:gd name="T12" fmla="*/ 628 w 1111"/>
                <a:gd name="T13" fmla="*/ 5352 h 6093"/>
                <a:gd name="T14" fmla="*/ 792 w 1111"/>
                <a:gd name="T15" fmla="*/ 5559 h 6093"/>
                <a:gd name="T16" fmla="*/ 757 w 1111"/>
                <a:gd name="T17" fmla="*/ 5627 h 6093"/>
                <a:gd name="T18" fmla="*/ 499 w 1111"/>
                <a:gd name="T19" fmla="*/ 5128 h 6093"/>
                <a:gd name="T20" fmla="*/ 378 w 1111"/>
                <a:gd name="T21" fmla="*/ 4896 h 6093"/>
                <a:gd name="T22" fmla="*/ 456 w 1111"/>
                <a:gd name="T23" fmla="*/ 4870 h 6093"/>
                <a:gd name="T24" fmla="*/ 516 w 1111"/>
                <a:gd name="T25" fmla="*/ 5120 h 6093"/>
                <a:gd name="T26" fmla="*/ 301 w 1111"/>
                <a:gd name="T27" fmla="*/ 4603 h 6093"/>
                <a:gd name="T28" fmla="*/ 258 w 1111"/>
                <a:gd name="T29" fmla="*/ 4569 h 6093"/>
                <a:gd name="T30" fmla="*/ 223 w 1111"/>
                <a:gd name="T31" fmla="*/ 4311 h 6093"/>
                <a:gd name="T32" fmla="*/ 344 w 1111"/>
                <a:gd name="T33" fmla="*/ 4543 h 6093"/>
                <a:gd name="T34" fmla="*/ 301 w 1111"/>
                <a:gd name="T35" fmla="*/ 4603 h 6093"/>
                <a:gd name="T36" fmla="*/ 154 w 1111"/>
                <a:gd name="T37" fmla="*/ 4061 h 6093"/>
                <a:gd name="T38" fmla="*/ 77 w 1111"/>
                <a:gd name="T39" fmla="*/ 3811 h 6093"/>
                <a:gd name="T40" fmla="*/ 163 w 1111"/>
                <a:gd name="T41" fmla="*/ 3794 h 6093"/>
                <a:gd name="T42" fmla="*/ 163 w 1111"/>
                <a:gd name="T43" fmla="*/ 4061 h 6093"/>
                <a:gd name="T44" fmla="*/ 69 w 1111"/>
                <a:gd name="T45" fmla="*/ 3502 h 6093"/>
                <a:gd name="T46" fmla="*/ 25 w 1111"/>
                <a:gd name="T47" fmla="*/ 3467 h 6093"/>
                <a:gd name="T48" fmla="*/ 51 w 1111"/>
                <a:gd name="T49" fmla="*/ 3200 h 6093"/>
                <a:gd name="T50" fmla="*/ 112 w 1111"/>
                <a:gd name="T51" fmla="*/ 3459 h 6093"/>
                <a:gd name="T52" fmla="*/ 69 w 1111"/>
                <a:gd name="T53" fmla="*/ 3502 h 6093"/>
                <a:gd name="T54" fmla="*/ 43 w 1111"/>
                <a:gd name="T55" fmla="*/ 2943 h 6093"/>
                <a:gd name="T56" fmla="*/ 0 w 1111"/>
                <a:gd name="T57" fmla="*/ 2900 h 6093"/>
                <a:gd name="T58" fmla="*/ 51 w 1111"/>
                <a:gd name="T59" fmla="*/ 2642 h 6093"/>
                <a:gd name="T60" fmla="*/ 86 w 1111"/>
                <a:gd name="T61" fmla="*/ 2900 h 6093"/>
                <a:gd name="T62" fmla="*/ 77 w 1111"/>
                <a:gd name="T63" fmla="*/ 2384 h 6093"/>
                <a:gd name="T64" fmla="*/ 77 w 1111"/>
                <a:gd name="T65" fmla="*/ 2384 h 6093"/>
                <a:gd name="T66" fmla="*/ 69 w 1111"/>
                <a:gd name="T67" fmla="*/ 2117 h 6093"/>
                <a:gd name="T68" fmla="*/ 154 w 1111"/>
                <a:gd name="T69" fmla="*/ 2134 h 6093"/>
                <a:gd name="T70" fmla="*/ 77 w 1111"/>
                <a:gd name="T71" fmla="*/ 2384 h 6093"/>
                <a:gd name="T72" fmla="*/ 172 w 1111"/>
                <a:gd name="T73" fmla="*/ 1833 h 6093"/>
                <a:gd name="T74" fmla="*/ 129 w 1111"/>
                <a:gd name="T75" fmla="*/ 1781 h 6093"/>
                <a:gd name="T76" fmla="*/ 232 w 1111"/>
                <a:gd name="T77" fmla="*/ 1532 h 6093"/>
                <a:gd name="T78" fmla="*/ 215 w 1111"/>
                <a:gd name="T79" fmla="*/ 1799 h 6093"/>
                <a:gd name="T80" fmla="*/ 327 w 1111"/>
                <a:gd name="T81" fmla="*/ 1291 h 6093"/>
                <a:gd name="T82" fmla="*/ 310 w 1111"/>
                <a:gd name="T83" fmla="*/ 1291 h 6093"/>
                <a:gd name="T84" fmla="*/ 353 w 1111"/>
                <a:gd name="T85" fmla="*/ 1033 h 6093"/>
                <a:gd name="T86" fmla="*/ 438 w 1111"/>
                <a:gd name="T87" fmla="*/ 1058 h 6093"/>
                <a:gd name="T88" fmla="*/ 327 w 1111"/>
                <a:gd name="T89" fmla="*/ 1291 h 6093"/>
                <a:gd name="T90" fmla="*/ 533 w 1111"/>
                <a:gd name="T91" fmla="*/ 766 h 6093"/>
                <a:gd name="T92" fmla="*/ 490 w 1111"/>
                <a:gd name="T93" fmla="*/ 706 h 6093"/>
                <a:gd name="T94" fmla="*/ 645 w 1111"/>
                <a:gd name="T95" fmla="*/ 491 h 6093"/>
                <a:gd name="T96" fmla="*/ 568 w 1111"/>
                <a:gd name="T97" fmla="*/ 749 h 6093"/>
                <a:gd name="T98" fmla="*/ 792 w 1111"/>
                <a:gd name="T99" fmla="*/ 275 h 6093"/>
                <a:gd name="T100" fmla="*/ 774 w 1111"/>
                <a:gd name="T101" fmla="*/ 267 h 6093"/>
                <a:gd name="T102" fmla="*/ 869 w 1111"/>
                <a:gd name="T103" fmla="*/ 26 h 6093"/>
                <a:gd name="T104" fmla="*/ 946 w 1111"/>
                <a:gd name="T105" fmla="*/ 69 h 6093"/>
                <a:gd name="T106" fmla="*/ 792 w 1111"/>
                <a:gd name="T107" fmla="*/ 275 h 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1" h="6093">
                  <a:moveTo>
                    <a:pt x="1058" y="6092"/>
                  </a:moveTo>
                  <a:lnTo>
                    <a:pt x="1058" y="6092"/>
                  </a:lnTo>
                  <a:cubicBezTo>
                    <a:pt x="1050" y="6092"/>
                    <a:pt x="1033" y="6092"/>
                    <a:pt x="1024" y="6075"/>
                  </a:cubicBezTo>
                  <a:cubicBezTo>
                    <a:pt x="981" y="6023"/>
                    <a:pt x="946" y="5963"/>
                    <a:pt x="903" y="5903"/>
                  </a:cubicBezTo>
                  <a:cubicBezTo>
                    <a:pt x="886" y="5877"/>
                    <a:pt x="895" y="5851"/>
                    <a:pt x="912" y="5843"/>
                  </a:cubicBezTo>
                  <a:cubicBezTo>
                    <a:pt x="938" y="5826"/>
                    <a:pt x="964" y="5834"/>
                    <a:pt x="972" y="5851"/>
                  </a:cubicBezTo>
                  <a:cubicBezTo>
                    <a:pt x="1015" y="5911"/>
                    <a:pt x="1058" y="5972"/>
                    <a:pt x="1101" y="6023"/>
                  </a:cubicBezTo>
                  <a:cubicBezTo>
                    <a:pt x="1110" y="6049"/>
                    <a:pt x="1110" y="6075"/>
                    <a:pt x="1084" y="6084"/>
                  </a:cubicBezTo>
                  <a:cubicBezTo>
                    <a:pt x="1084" y="6092"/>
                    <a:pt x="1076" y="6092"/>
                    <a:pt x="1058" y="6092"/>
                  </a:cubicBezTo>
                  <a:close/>
                  <a:moveTo>
                    <a:pt x="757" y="5627"/>
                  </a:moveTo>
                  <a:lnTo>
                    <a:pt x="757" y="5627"/>
                  </a:lnTo>
                  <a:cubicBezTo>
                    <a:pt x="740" y="5627"/>
                    <a:pt x="723" y="5619"/>
                    <a:pt x="714" y="5602"/>
                  </a:cubicBezTo>
                  <a:cubicBezTo>
                    <a:pt x="679" y="5541"/>
                    <a:pt x="645" y="5481"/>
                    <a:pt x="611" y="5412"/>
                  </a:cubicBezTo>
                  <a:cubicBezTo>
                    <a:pt x="602" y="5395"/>
                    <a:pt x="611" y="5369"/>
                    <a:pt x="628" y="5352"/>
                  </a:cubicBezTo>
                  <a:cubicBezTo>
                    <a:pt x="654" y="5344"/>
                    <a:pt x="679" y="5352"/>
                    <a:pt x="688" y="5369"/>
                  </a:cubicBezTo>
                  <a:cubicBezTo>
                    <a:pt x="723" y="5438"/>
                    <a:pt x="757" y="5498"/>
                    <a:pt x="792" y="5559"/>
                  </a:cubicBezTo>
                  <a:cubicBezTo>
                    <a:pt x="809" y="5585"/>
                    <a:pt x="800" y="5610"/>
                    <a:pt x="774" y="5619"/>
                  </a:cubicBezTo>
                  <a:cubicBezTo>
                    <a:pt x="774" y="5627"/>
                    <a:pt x="766" y="5627"/>
                    <a:pt x="757" y="5627"/>
                  </a:cubicBezTo>
                  <a:close/>
                  <a:moveTo>
                    <a:pt x="499" y="5128"/>
                  </a:moveTo>
                  <a:lnTo>
                    <a:pt x="499" y="5128"/>
                  </a:lnTo>
                  <a:cubicBezTo>
                    <a:pt x="482" y="5128"/>
                    <a:pt x="464" y="5120"/>
                    <a:pt x="456" y="5103"/>
                  </a:cubicBezTo>
                  <a:cubicBezTo>
                    <a:pt x="430" y="5034"/>
                    <a:pt x="404" y="4965"/>
                    <a:pt x="378" y="4896"/>
                  </a:cubicBezTo>
                  <a:cubicBezTo>
                    <a:pt x="370" y="4879"/>
                    <a:pt x="378" y="4853"/>
                    <a:pt x="404" y="4844"/>
                  </a:cubicBezTo>
                  <a:cubicBezTo>
                    <a:pt x="421" y="4836"/>
                    <a:pt x="447" y="4844"/>
                    <a:pt x="456" y="4870"/>
                  </a:cubicBezTo>
                  <a:cubicBezTo>
                    <a:pt x="482" y="4930"/>
                    <a:pt x="507" y="4999"/>
                    <a:pt x="542" y="5068"/>
                  </a:cubicBezTo>
                  <a:cubicBezTo>
                    <a:pt x="550" y="5085"/>
                    <a:pt x="542" y="5111"/>
                    <a:pt x="516" y="5120"/>
                  </a:cubicBezTo>
                  <a:cubicBezTo>
                    <a:pt x="507" y="5128"/>
                    <a:pt x="507" y="5128"/>
                    <a:pt x="499" y="5128"/>
                  </a:cubicBezTo>
                  <a:close/>
                  <a:moveTo>
                    <a:pt x="301" y="4603"/>
                  </a:moveTo>
                  <a:lnTo>
                    <a:pt x="301" y="4603"/>
                  </a:lnTo>
                  <a:cubicBezTo>
                    <a:pt x="284" y="4603"/>
                    <a:pt x="266" y="4595"/>
                    <a:pt x="258" y="4569"/>
                  </a:cubicBezTo>
                  <a:cubicBezTo>
                    <a:pt x="232" y="4500"/>
                    <a:pt x="215" y="4431"/>
                    <a:pt x="197" y="4362"/>
                  </a:cubicBezTo>
                  <a:cubicBezTo>
                    <a:pt x="189" y="4336"/>
                    <a:pt x="206" y="4319"/>
                    <a:pt x="223" y="4311"/>
                  </a:cubicBezTo>
                  <a:cubicBezTo>
                    <a:pt x="249" y="4302"/>
                    <a:pt x="275" y="4319"/>
                    <a:pt x="275" y="4336"/>
                  </a:cubicBezTo>
                  <a:cubicBezTo>
                    <a:pt x="301" y="4405"/>
                    <a:pt x="318" y="4474"/>
                    <a:pt x="344" y="4543"/>
                  </a:cubicBezTo>
                  <a:cubicBezTo>
                    <a:pt x="344" y="4569"/>
                    <a:pt x="335" y="4595"/>
                    <a:pt x="310" y="4603"/>
                  </a:cubicBezTo>
                  <a:lnTo>
                    <a:pt x="301" y="4603"/>
                  </a:lnTo>
                  <a:close/>
                  <a:moveTo>
                    <a:pt x="154" y="4061"/>
                  </a:moveTo>
                  <a:lnTo>
                    <a:pt x="154" y="4061"/>
                  </a:lnTo>
                  <a:cubicBezTo>
                    <a:pt x="137" y="4061"/>
                    <a:pt x="120" y="4044"/>
                    <a:pt x="112" y="4027"/>
                  </a:cubicBezTo>
                  <a:cubicBezTo>
                    <a:pt x="94" y="3958"/>
                    <a:pt x="86" y="3880"/>
                    <a:pt x="77" y="3811"/>
                  </a:cubicBezTo>
                  <a:cubicBezTo>
                    <a:pt x="69" y="3786"/>
                    <a:pt x="86" y="3769"/>
                    <a:pt x="112" y="3760"/>
                  </a:cubicBezTo>
                  <a:cubicBezTo>
                    <a:pt x="137" y="3760"/>
                    <a:pt x="154" y="3777"/>
                    <a:pt x="163" y="3794"/>
                  </a:cubicBezTo>
                  <a:cubicBezTo>
                    <a:pt x="172" y="3863"/>
                    <a:pt x="180" y="3941"/>
                    <a:pt x="197" y="4010"/>
                  </a:cubicBezTo>
                  <a:cubicBezTo>
                    <a:pt x="206" y="4035"/>
                    <a:pt x="189" y="4052"/>
                    <a:pt x="163" y="4061"/>
                  </a:cubicBezTo>
                  <a:lnTo>
                    <a:pt x="154" y="4061"/>
                  </a:lnTo>
                  <a:close/>
                  <a:moveTo>
                    <a:pt x="69" y="3502"/>
                  </a:moveTo>
                  <a:lnTo>
                    <a:pt x="69" y="3502"/>
                  </a:lnTo>
                  <a:cubicBezTo>
                    <a:pt x="51" y="3502"/>
                    <a:pt x="34" y="3485"/>
                    <a:pt x="25" y="3467"/>
                  </a:cubicBezTo>
                  <a:cubicBezTo>
                    <a:pt x="17" y="3398"/>
                    <a:pt x="17" y="3321"/>
                    <a:pt x="8" y="3252"/>
                  </a:cubicBezTo>
                  <a:cubicBezTo>
                    <a:pt x="8" y="3226"/>
                    <a:pt x="25" y="3200"/>
                    <a:pt x="51" y="3200"/>
                  </a:cubicBezTo>
                  <a:cubicBezTo>
                    <a:pt x="77" y="3200"/>
                    <a:pt x="94" y="3218"/>
                    <a:pt x="94" y="3244"/>
                  </a:cubicBezTo>
                  <a:cubicBezTo>
                    <a:pt x="103" y="3312"/>
                    <a:pt x="112" y="3390"/>
                    <a:pt x="112" y="3459"/>
                  </a:cubicBezTo>
                  <a:cubicBezTo>
                    <a:pt x="120" y="3485"/>
                    <a:pt x="103" y="3502"/>
                    <a:pt x="77" y="3502"/>
                  </a:cubicBezTo>
                  <a:lnTo>
                    <a:pt x="69" y="3502"/>
                  </a:lnTo>
                  <a:close/>
                  <a:moveTo>
                    <a:pt x="43" y="2943"/>
                  </a:moveTo>
                  <a:lnTo>
                    <a:pt x="43" y="2943"/>
                  </a:lnTo>
                  <a:lnTo>
                    <a:pt x="43" y="2943"/>
                  </a:lnTo>
                  <a:cubicBezTo>
                    <a:pt x="25" y="2943"/>
                    <a:pt x="0" y="2926"/>
                    <a:pt x="0" y="2900"/>
                  </a:cubicBezTo>
                  <a:cubicBezTo>
                    <a:pt x="0" y="2832"/>
                    <a:pt x="8" y="2754"/>
                    <a:pt x="8" y="2685"/>
                  </a:cubicBezTo>
                  <a:cubicBezTo>
                    <a:pt x="8" y="2659"/>
                    <a:pt x="34" y="2642"/>
                    <a:pt x="51" y="2642"/>
                  </a:cubicBezTo>
                  <a:cubicBezTo>
                    <a:pt x="77" y="2642"/>
                    <a:pt x="94" y="2668"/>
                    <a:pt x="94" y="2685"/>
                  </a:cubicBezTo>
                  <a:cubicBezTo>
                    <a:pt x="94" y="2763"/>
                    <a:pt x="86" y="2832"/>
                    <a:pt x="86" y="2900"/>
                  </a:cubicBezTo>
                  <a:cubicBezTo>
                    <a:pt x="86" y="2926"/>
                    <a:pt x="69" y="2943"/>
                    <a:pt x="43" y="2943"/>
                  </a:cubicBezTo>
                  <a:close/>
                  <a:moveTo>
                    <a:pt x="77" y="2384"/>
                  </a:moveTo>
                  <a:lnTo>
                    <a:pt x="77" y="2384"/>
                  </a:lnTo>
                  <a:lnTo>
                    <a:pt x="77" y="2384"/>
                  </a:lnTo>
                  <a:cubicBezTo>
                    <a:pt x="51" y="2384"/>
                    <a:pt x="34" y="2358"/>
                    <a:pt x="34" y="2341"/>
                  </a:cubicBezTo>
                  <a:cubicBezTo>
                    <a:pt x="43" y="2263"/>
                    <a:pt x="51" y="2195"/>
                    <a:pt x="69" y="2117"/>
                  </a:cubicBezTo>
                  <a:cubicBezTo>
                    <a:pt x="69" y="2100"/>
                    <a:pt x="94" y="2083"/>
                    <a:pt x="112" y="2083"/>
                  </a:cubicBezTo>
                  <a:cubicBezTo>
                    <a:pt x="137" y="2091"/>
                    <a:pt x="154" y="2109"/>
                    <a:pt x="154" y="2134"/>
                  </a:cubicBezTo>
                  <a:cubicBezTo>
                    <a:pt x="137" y="2203"/>
                    <a:pt x="129" y="2272"/>
                    <a:pt x="120" y="2350"/>
                  </a:cubicBezTo>
                  <a:cubicBezTo>
                    <a:pt x="120" y="2367"/>
                    <a:pt x="103" y="2384"/>
                    <a:pt x="77" y="2384"/>
                  </a:cubicBezTo>
                  <a:close/>
                  <a:moveTo>
                    <a:pt x="172" y="1833"/>
                  </a:moveTo>
                  <a:lnTo>
                    <a:pt x="172" y="1833"/>
                  </a:lnTo>
                  <a:lnTo>
                    <a:pt x="163" y="1833"/>
                  </a:lnTo>
                  <a:cubicBezTo>
                    <a:pt x="137" y="1824"/>
                    <a:pt x="120" y="1799"/>
                    <a:pt x="129" y="1781"/>
                  </a:cubicBezTo>
                  <a:cubicBezTo>
                    <a:pt x="146" y="1704"/>
                    <a:pt x="163" y="1635"/>
                    <a:pt x="180" y="1566"/>
                  </a:cubicBezTo>
                  <a:cubicBezTo>
                    <a:pt x="189" y="1540"/>
                    <a:pt x="215" y="1532"/>
                    <a:pt x="232" y="1532"/>
                  </a:cubicBezTo>
                  <a:cubicBezTo>
                    <a:pt x="258" y="1540"/>
                    <a:pt x="275" y="1566"/>
                    <a:pt x="266" y="1592"/>
                  </a:cubicBezTo>
                  <a:cubicBezTo>
                    <a:pt x="249" y="1661"/>
                    <a:pt x="232" y="1730"/>
                    <a:pt x="215" y="1799"/>
                  </a:cubicBezTo>
                  <a:cubicBezTo>
                    <a:pt x="206" y="1816"/>
                    <a:pt x="189" y="1833"/>
                    <a:pt x="172" y="1833"/>
                  </a:cubicBezTo>
                  <a:close/>
                  <a:moveTo>
                    <a:pt x="327" y="1291"/>
                  </a:moveTo>
                  <a:lnTo>
                    <a:pt x="327" y="1291"/>
                  </a:lnTo>
                  <a:cubicBezTo>
                    <a:pt x="318" y="1291"/>
                    <a:pt x="318" y="1291"/>
                    <a:pt x="310" y="1291"/>
                  </a:cubicBezTo>
                  <a:cubicBezTo>
                    <a:pt x="284" y="1282"/>
                    <a:pt x="275" y="1256"/>
                    <a:pt x="284" y="1231"/>
                  </a:cubicBezTo>
                  <a:cubicBezTo>
                    <a:pt x="301" y="1162"/>
                    <a:pt x="327" y="1093"/>
                    <a:pt x="353" y="1033"/>
                  </a:cubicBezTo>
                  <a:cubicBezTo>
                    <a:pt x="361" y="1007"/>
                    <a:pt x="387" y="998"/>
                    <a:pt x="413" y="1007"/>
                  </a:cubicBezTo>
                  <a:cubicBezTo>
                    <a:pt x="438" y="1016"/>
                    <a:pt x="447" y="1041"/>
                    <a:pt x="438" y="1058"/>
                  </a:cubicBezTo>
                  <a:cubicBezTo>
                    <a:pt x="413" y="1127"/>
                    <a:pt x="387" y="1196"/>
                    <a:pt x="361" y="1265"/>
                  </a:cubicBezTo>
                  <a:cubicBezTo>
                    <a:pt x="361" y="1282"/>
                    <a:pt x="344" y="1291"/>
                    <a:pt x="327" y="1291"/>
                  </a:cubicBezTo>
                  <a:close/>
                  <a:moveTo>
                    <a:pt x="533" y="766"/>
                  </a:moveTo>
                  <a:lnTo>
                    <a:pt x="533" y="766"/>
                  </a:lnTo>
                  <a:cubicBezTo>
                    <a:pt x="525" y="766"/>
                    <a:pt x="516" y="766"/>
                    <a:pt x="516" y="766"/>
                  </a:cubicBezTo>
                  <a:cubicBezTo>
                    <a:pt x="490" y="757"/>
                    <a:pt x="482" y="732"/>
                    <a:pt x="490" y="706"/>
                  </a:cubicBezTo>
                  <a:cubicBezTo>
                    <a:pt x="525" y="645"/>
                    <a:pt x="550" y="577"/>
                    <a:pt x="585" y="516"/>
                  </a:cubicBezTo>
                  <a:cubicBezTo>
                    <a:pt x="602" y="491"/>
                    <a:pt x="628" y="482"/>
                    <a:pt x="645" y="491"/>
                  </a:cubicBezTo>
                  <a:cubicBezTo>
                    <a:pt x="671" y="508"/>
                    <a:pt x="679" y="534"/>
                    <a:pt x="662" y="551"/>
                  </a:cubicBezTo>
                  <a:cubicBezTo>
                    <a:pt x="636" y="611"/>
                    <a:pt x="602" y="680"/>
                    <a:pt x="568" y="749"/>
                  </a:cubicBezTo>
                  <a:cubicBezTo>
                    <a:pt x="568" y="757"/>
                    <a:pt x="550" y="766"/>
                    <a:pt x="533" y="766"/>
                  </a:cubicBezTo>
                  <a:close/>
                  <a:moveTo>
                    <a:pt x="792" y="275"/>
                  </a:moveTo>
                  <a:lnTo>
                    <a:pt x="792" y="275"/>
                  </a:lnTo>
                  <a:cubicBezTo>
                    <a:pt x="783" y="275"/>
                    <a:pt x="783" y="275"/>
                    <a:pt x="774" y="267"/>
                  </a:cubicBezTo>
                  <a:cubicBezTo>
                    <a:pt x="748" y="258"/>
                    <a:pt x="748" y="232"/>
                    <a:pt x="757" y="206"/>
                  </a:cubicBezTo>
                  <a:cubicBezTo>
                    <a:pt x="792" y="146"/>
                    <a:pt x="835" y="86"/>
                    <a:pt x="869" y="26"/>
                  </a:cubicBezTo>
                  <a:cubicBezTo>
                    <a:pt x="886" y="0"/>
                    <a:pt x="912" y="0"/>
                    <a:pt x="929" y="9"/>
                  </a:cubicBezTo>
                  <a:cubicBezTo>
                    <a:pt x="955" y="26"/>
                    <a:pt x="955" y="52"/>
                    <a:pt x="946" y="69"/>
                  </a:cubicBezTo>
                  <a:cubicBezTo>
                    <a:pt x="903" y="129"/>
                    <a:pt x="869" y="189"/>
                    <a:pt x="835" y="250"/>
                  </a:cubicBezTo>
                  <a:cubicBezTo>
                    <a:pt x="826" y="267"/>
                    <a:pt x="809" y="275"/>
                    <a:pt x="792" y="275"/>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0" name="Freeform 6"/>
            <p:cNvSpPr>
              <a:spLocks noChangeArrowheads="1"/>
            </p:cNvSpPr>
            <p:nvPr/>
          </p:nvSpPr>
          <p:spPr bwMode="auto">
            <a:xfrm>
              <a:off x="18937189" y="3099293"/>
              <a:ext cx="979265" cy="6932817"/>
            </a:xfrm>
            <a:custGeom>
              <a:avLst/>
              <a:gdLst>
                <a:gd name="T0" fmla="*/ 138 w 887"/>
                <a:gd name="T1" fmla="*/ 6273 h 6274"/>
                <a:gd name="T2" fmla="*/ 103 w 887"/>
                <a:gd name="T3" fmla="*/ 6213 h 6274"/>
                <a:gd name="T4" fmla="*/ 249 w 887"/>
                <a:gd name="T5" fmla="*/ 5998 h 6274"/>
                <a:gd name="T6" fmla="*/ 181 w 887"/>
                <a:gd name="T7" fmla="*/ 6248 h 6274"/>
                <a:gd name="T8" fmla="*/ 370 w 887"/>
                <a:gd name="T9" fmla="*/ 5757 h 6274"/>
                <a:gd name="T10" fmla="*/ 353 w 887"/>
                <a:gd name="T11" fmla="*/ 5757 h 6274"/>
                <a:gd name="T12" fmla="*/ 404 w 887"/>
                <a:gd name="T13" fmla="*/ 5499 h 6274"/>
                <a:gd name="T14" fmla="*/ 490 w 887"/>
                <a:gd name="T15" fmla="*/ 5525 h 6274"/>
                <a:gd name="T16" fmla="*/ 370 w 887"/>
                <a:gd name="T17" fmla="*/ 5757 h 6274"/>
                <a:gd name="T18" fmla="*/ 559 w 887"/>
                <a:gd name="T19" fmla="*/ 5232 h 6274"/>
                <a:gd name="T20" fmla="*/ 516 w 887"/>
                <a:gd name="T21" fmla="*/ 5172 h 6274"/>
                <a:gd name="T22" fmla="*/ 628 w 887"/>
                <a:gd name="T23" fmla="*/ 4931 h 6274"/>
                <a:gd name="T24" fmla="*/ 602 w 887"/>
                <a:gd name="T25" fmla="*/ 5198 h 6274"/>
                <a:gd name="T26" fmla="*/ 697 w 887"/>
                <a:gd name="T27" fmla="*/ 4681 h 6274"/>
                <a:gd name="T28" fmla="*/ 688 w 887"/>
                <a:gd name="T29" fmla="*/ 4681 h 6274"/>
                <a:gd name="T30" fmla="*/ 697 w 887"/>
                <a:gd name="T31" fmla="*/ 4414 h 6274"/>
                <a:gd name="T32" fmla="*/ 783 w 887"/>
                <a:gd name="T33" fmla="*/ 4432 h 6274"/>
                <a:gd name="T34" fmla="*/ 697 w 887"/>
                <a:gd name="T35" fmla="*/ 4681 h 6274"/>
                <a:gd name="T36" fmla="*/ 792 w 887"/>
                <a:gd name="T37" fmla="*/ 4122 h 6274"/>
                <a:gd name="T38" fmla="*/ 749 w 887"/>
                <a:gd name="T39" fmla="*/ 4079 h 6274"/>
                <a:gd name="T40" fmla="*/ 818 w 887"/>
                <a:gd name="T41" fmla="*/ 3821 h 6274"/>
                <a:gd name="T42" fmla="*/ 835 w 887"/>
                <a:gd name="T43" fmla="*/ 4087 h 6274"/>
                <a:gd name="T44" fmla="*/ 843 w 887"/>
                <a:gd name="T45" fmla="*/ 3562 h 6274"/>
                <a:gd name="T46" fmla="*/ 835 w 887"/>
                <a:gd name="T47" fmla="*/ 3562 h 6274"/>
                <a:gd name="T48" fmla="*/ 800 w 887"/>
                <a:gd name="T49" fmla="*/ 3304 h 6274"/>
                <a:gd name="T50" fmla="*/ 843 w 887"/>
                <a:gd name="T51" fmla="*/ 3261 h 6274"/>
                <a:gd name="T52" fmla="*/ 886 w 887"/>
                <a:gd name="T53" fmla="*/ 3519 h 6274"/>
                <a:gd name="T54" fmla="*/ 843 w 887"/>
                <a:gd name="T55" fmla="*/ 3004 h 6274"/>
                <a:gd name="T56" fmla="*/ 800 w 887"/>
                <a:gd name="T57" fmla="*/ 2961 h 6274"/>
                <a:gd name="T58" fmla="*/ 826 w 887"/>
                <a:gd name="T59" fmla="*/ 2694 h 6274"/>
                <a:gd name="T60" fmla="*/ 886 w 887"/>
                <a:gd name="T61" fmla="*/ 2952 h 6274"/>
                <a:gd name="T62" fmla="*/ 792 w 887"/>
                <a:gd name="T63" fmla="*/ 2436 h 6274"/>
                <a:gd name="T64" fmla="*/ 749 w 887"/>
                <a:gd name="T65" fmla="*/ 2402 h 6274"/>
                <a:gd name="T66" fmla="*/ 757 w 887"/>
                <a:gd name="T67" fmla="*/ 2135 h 6274"/>
                <a:gd name="T68" fmla="*/ 835 w 887"/>
                <a:gd name="T69" fmla="*/ 2393 h 6274"/>
                <a:gd name="T70" fmla="*/ 792 w 887"/>
                <a:gd name="T71" fmla="*/ 2436 h 6274"/>
                <a:gd name="T72" fmla="*/ 706 w 887"/>
                <a:gd name="T73" fmla="*/ 1885 h 6274"/>
                <a:gd name="T74" fmla="*/ 611 w 887"/>
                <a:gd name="T75" fmla="*/ 1636 h 6274"/>
                <a:gd name="T76" fmla="*/ 697 w 887"/>
                <a:gd name="T77" fmla="*/ 1618 h 6274"/>
                <a:gd name="T78" fmla="*/ 714 w 887"/>
                <a:gd name="T79" fmla="*/ 1885 h 6274"/>
                <a:gd name="T80" fmla="*/ 568 w 887"/>
                <a:gd name="T81" fmla="*/ 1334 h 6274"/>
                <a:gd name="T82" fmla="*/ 525 w 887"/>
                <a:gd name="T83" fmla="*/ 1308 h 6274"/>
                <a:gd name="T84" fmla="*/ 482 w 887"/>
                <a:gd name="T85" fmla="*/ 1042 h 6274"/>
                <a:gd name="T86" fmla="*/ 602 w 887"/>
                <a:gd name="T87" fmla="*/ 1283 h 6274"/>
                <a:gd name="T88" fmla="*/ 568 w 887"/>
                <a:gd name="T89" fmla="*/ 1334 h 6274"/>
                <a:gd name="T90" fmla="*/ 379 w 887"/>
                <a:gd name="T91" fmla="*/ 801 h 6274"/>
                <a:gd name="T92" fmla="*/ 258 w 887"/>
                <a:gd name="T93" fmla="*/ 577 h 6274"/>
                <a:gd name="T94" fmla="*/ 336 w 887"/>
                <a:gd name="T95" fmla="*/ 543 h 6274"/>
                <a:gd name="T96" fmla="*/ 396 w 887"/>
                <a:gd name="T97" fmla="*/ 801 h 6274"/>
                <a:gd name="T98" fmla="*/ 155 w 887"/>
                <a:gd name="T99" fmla="*/ 284 h 6274"/>
                <a:gd name="T100" fmla="*/ 112 w 887"/>
                <a:gd name="T101" fmla="*/ 267 h 6274"/>
                <a:gd name="T102" fmla="*/ 34 w 887"/>
                <a:gd name="T103" fmla="*/ 18 h 6274"/>
                <a:gd name="T104" fmla="*/ 189 w 887"/>
                <a:gd name="T105" fmla="*/ 224 h 6274"/>
                <a:gd name="T106" fmla="*/ 155 w 887"/>
                <a:gd name="T107" fmla="*/ 284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7" h="6274">
                  <a:moveTo>
                    <a:pt x="138" y="6273"/>
                  </a:moveTo>
                  <a:lnTo>
                    <a:pt x="138" y="6273"/>
                  </a:lnTo>
                  <a:cubicBezTo>
                    <a:pt x="129" y="6273"/>
                    <a:pt x="129" y="6273"/>
                    <a:pt x="120" y="6273"/>
                  </a:cubicBezTo>
                  <a:cubicBezTo>
                    <a:pt x="95" y="6256"/>
                    <a:pt x="86" y="6230"/>
                    <a:pt x="103" y="6213"/>
                  </a:cubicBezTo>
                  <a:cubicBezTo>
                    <a:pt x="129" y="6144"/>
                    <a:pt x="163" y="6084"/>
                    <a:pt x="198" y="6015"/>
                  </a:cubicBezTo>
                  <a:cubicBezTo>
                    <a:pt x="206" y="5998"/>
                    <a:pt x="232" y="5989"/>
                    <a:pt x="249" y="5998"/>
                  </a:cubicBezTo>
                  <a:cubicBezTo>
                    <a:pt x="275" y="6007"/>
                    <a:pt x="284" y="6032"/>
                    <a:pt x="275" y="6050"/>
                  </a:cubicBezTo>
                  <a:cubicBezTo>
                    <a:pt x="241" y="6118"/>
                    <a:pt x="206" y="6187"/>
                    <a:pt x="181" y="6248"/>
                  </a:cubicBezTo>
                  <a:cubicBezTo>
                    <a:pt x="172" y="6265"/>
                    <a:pt x="155" y="6273"/>
                    <a:pt x="138" y="6273"/>
                  </a:cubicBezTo>
                  <a:close/>
                  <a:moveTo>
                    <a:pt x="370" y="5757"/>
                  </a:moveTo>
                  <a:lnTo>
                    <a:pt x="370" y="5757"/>
                  </a:lnTo>
                  <a:cubicBezTo>
                    <a:pt x="361" y="5757"/>
                    <a:pt x="361" y="5757"/>
                    <a:pt x="353" y="5757"/>
                  </a:cubicBezTo>
                  <a:cubicBezTo>
                    <a:pt x="336" y="5748"/>
                    <a:pt x="318" y="5722"/>
                    <a:pt x="327" y="5697"/>
                  </a:cubicBezTo>
                  <a:cubicBezTo>
                    <a:pt x="353" y="5637"/>
                    <a:pt x="379" y="5568"/>
                    <a:pt x="404" y="5499"/>
                  </a:cubicBezTo>
                  <a:cubicBezTo>
                    <a:pt x="413" y="5473"/>
                    <a:pt x="439" y="5464"/>
                    <a:pt x="465" y="5473"/>
                  </a:cubicBezTo>
                  <a:cubicBezTo>
                    <a:pt x="482" y="5481"/>
                    <a:pt x="499" y="5507"/>
                    <a:pt x="490" y="5525"/>
                  </a:cubicBezTo>
                  <a:cubicBezTo>
                    <a:pt x="465" y="5594"/>
                    <a:pt x="439" y="5662"/>
                    <a:pt x="413" y="5731"/>
                  </a:cubicBezTo>
                  <a:cubicBezTo>
                    <a:pt x="404" y="5748"/>
                    <a:pt x="387" y="5757"/>
                    <a:pt x="370" y="5757"/>
                  </a:cubicBezTo>
                  <a:close/>
                  <a:moveTo>
                    <a:pt x="559" y="5232"/>
                  </a:moveTo>
                  <a:lnTo>
                    <a:pt x="559" y="5232"/>
                  </a:lnTo>
                  <a:cubicBezTo>
                    <a:pt x="551" y="5232"/>
                    <a:pt x="551" y="5223"/>
                    <a:pt x="542" y="5223"/>
                  </a:cubicBezTo>
                  <a:cubicBezTo>
                    <a:pt x="525" y="5215"/>
                    <a:pt x="508" y="5198"/>
                    <a:pt x="516" y="5172"/>
                  </a:cubicBezTo>
                  <a:cubicBezTo>
                    <a:pt x="533" y="5103"/>
                    <a:pt x="559" y="5034"/>
                    <a:pt x="577" y="4965"/>
                  </a:cubicBezTo>
                  <a:cubicBezTo>
                    <a:pt x="577" y="4939"/>
                    <a:pt x="602" y="4931"/>
                    <a:pt x="628" y="4931"/>
                  </a:cubicBezTo>
                  <a:cubicBezTo>
                    <a:pt x="654" y="4939"/>
                    <a:pt x="663" y="4965"/>
                    <a:pt x="663" y="4991"/>
                  </a:cubicBezTo>
                  <a:cubicBezTo>
                    <a:pt x="637" y="5060"/>
                    <a:pt x="620" y="5129"/>
                    <a:pt x="602" y="5198"/>
                  </a:cubicBezTo>
                  <a:cubicBezTo>
                    <a:pt x="594" y="5215"/>
                    <a:pt x="577" y="5232"/>
                    <a:pt x="559" y="5232"/>
                  </a:cubicBezTo>
                  <a:close/>
                  <a:moveTo>
                    <a:pt x="697" y="4681"/>
                  </a:moveTo>
                  <a:lnTo>
                    <a:pt x="697" y="4681"/>
                  </a:lnTo>
                  <a:lnTo>
                    <a:pt x="688" y="4681"/>
                  </a:lnTo>
                  <a:cubicBezTo>
                    <a:pt x="663" y="4673"/>
                    <a:pt x="654" y="4655"/>
                    <a:pt x="654" y="4630"/>
                  </a:cubicBezTo>
                  <a:cubicBezTo>
                    <a:pt x="671" y="4561"/>
                    <a:pt x="688" y="4483"/>
                    <a:pt x="697" y="4414"/>
                  </a:cubicBezTo>
                  <a:cubicBezTo>
                    <a:pt x="697" y="4397"/>
                    <a:pt x="723" y="4380"/>
                    <a:pt x="749" y="4380"/>
                  </a:cubicBezTo>
                  <a:cubicBezTo>
                    <a:pt x="774" y="4389"/>
                    <a:pt x="783" y="4406"/>
                    <a:pt x="783" y="4432"/>
                  </a:cubicBezTo>
                  <a:cubicBezTo>
                    <a:pt x="766" y="4500"/>
                    <a:pt x="757" y="4578"/>
                    <a:pt x="740" y="4647"/>
                  </a:cubicBezTo>
                  <a:cubicBezTo>
                    <a:pt x="740" y="4664"/>
                    <a:pt x="714" y="4681"/>
                    <a:pt x="697" y="4681"/>
                  </a:cubicBezTo>
                  <a:close/>
                  <a:moveTo>
                    <a:pt x="792" y="4122"/>
                  </a:moveTo>
                  <a:lnTo>
                    <a:pt x="792" y="4122"/>
                  </a:lnTo>
                  <a:cubicBezTo>
                    <a:pt x="792" y="4122"/>
                    <a:pt x="792" y="4122"/>
                    <a:pt x="783" y="4122"/>
                  </a:cubicBezTo>
                  <a:cubicBezTo>
                    <a:pt x="766" y="4122"/>
                    <a:pt x="749" y="4104"/>
                    <a:pt x="749" y="4079"/>
                  </a:cubicBezTo>
                  <a:cubicBezTo>
                    <a:pt x="757" y="4010"/>
                    <a:pt x="766" y="3932"/>
                    <a:pt x="774" y="3863"/>
                  </a:cubicBezTo>
                  <a:cubicBezTo>
                    <a:pt x="774" y="3838"/>
                    <a:pt x="800" y="3821"/>
                    <a:pt x="818" y="3821"/>
                  </a:cubicBezTo>
                  <a:cubicBezTo>
                    <a:pt x="843" y="3829"/>
                    <a:pt x="861" y="3846"/>
                    <a:pt x="861" y="3872"/>
                  </a:cubicBezTo>
                  <a:cubicBezTo>
                    <a:pt x="852" y="3941"/>
                    <a:pt x="843" y="4019"/>
                    <a:pt x="835" y="4087"/>
                  </a:cubicBezTo>
                  <a:cubicBezTo>
                    <a:pt x="835" y="4113"/>
                    <a:pt x="818" y="4122"/>
                    <a:pt x="792" y="4122"/>
                  </a:cubicBezTo>
                  <a:close/>
                  <a:moveTo>
                    <a:pt x="843" y="3562"/>
                  </a:moveTo>
                  <a:lnTo>
                    <a:pt x="843" y="3562"/>
                  </a:lnTo>
                  <a:lnTo>
                    <a:pt x="835" y="3562"/>
                  </a:lnTo>
                  <a:cubicBezTo>
                    <a:pt x="818" y="3562"/>
                    <a:pt x="792" y="3545"/>
                    <a:pt x="800" y="3519"/>
                  </a:cubicBezTo>
                  <a:cubicBezTo>
                    <a:pt x="800" y="3450"/>
                    <a:pt x="800" y="3373"/>
                    <a:pt x="800" y="3304"/>
                  </a:cubicBezTo>
                  <a:cubicBezTo>
                    <a:pt x="800" y="3278"/>
                    <a:pt x="826" y="3261"/>
                    <a:pt x="843" y="3261"/>
                  </a:cubicBezTo>
                  <a:lnTo>
                    <a:pt x="843" y="3261"/>
                  </a:lnTo>
                  <a:cubicBezTo>
                    <a:pt x="869" y="3261"/>
                    <a:pt x="886" y="3278"/>
                    <a:pt x="886" y="3304"/>
                  </a:cubicBezTo>
                  <a:cubicBezTo>
                    <a:pt x="886" y="3373"/>
                    <a:pt x="886" y="3450"/>
                    <a:pt x="886" y="3519"/>
                  </a:cubicBezTo>
                  <a:cubicBezTo>
                    <a:pt x="886" y="3545"/>
                    <a:pt x="861" y="3562"/>
                    <a:pt x="843" y="3562"/>
                  </a:cubicBezTo>
                  <a:close/>
                  <a:moveTo>
                    <a:pt x="843" y="3004"/>
                  </a:moveTo>
                  <a:lnTo>
                    <a:pt x="843" y="3004"/>
                  </a:lnTo>
                  <a:cubicBezTo>
                    <a:pt x="818" y="3004"/>
                    <a:pt x="800" y="2987"/>
                    <a:pt x="800" y="2961"/>
                  </a:cubicBezTo>
                  <a:cubicBezTo>
                    <a:pt x="792" y="2883"/>
                    <a:pt x="792" y="2815"/>
                    <a:pt x="783" y="2746"/>
                  </a:cubicBezTo>
                  <a:cubicBezTo>
                    <a:pt x="783" y="2720"/>
                    <a:pt x="800" y="2703"/>
                    <a:pt x="826" y="2694"/>
                  </a:cubicBezTo>
                  <a:cubicBezTo>
                    <a:pt x="852" y="2694"/>
                    <a:pt x="869" y="2711"/>
                    <a:pt x="869" y="2737"/>
                  </a:cubicBezTo>
                  <a:cubicBezTo>
                    <a:pt x="878" y="2806"/>
                    <a:pt x="878" y="2883"/>
                    <a:pt x="886" y="2952"/>
                  </a:cubicBezTo>
                  <a:cubicBezTo>
                    <a:pt x="886" y="2978"/>
                    <a:pt x="869" y="3004"/>
                    <a:pt x="843" y="3004"/>
                  </a:cubicBezTo>
                  <a:close/>
                  <a:moveTo>
                    <a:pt x="792" y="2436"/>
                  </a:moveTo>
                  <a:lnTo>
                    <a:pt x="792" y="2436"/>
                  </a:lnTo>
                  <a:cubicBezTo>
                    <a:pt x="774" y="2436"/>
                    <a:pt x="757" y="2419"/>
                    <a:pt x="749" y="2402"/>
                  </a:cubicBezTo>
                  <a:cubicBezTo>
                    <a:pt x="740" y="2333"/>
                    <a:pt x="731" y="2255"/>
                    <a:pt x="723" y="2186"/>
                  </a:cubicBezTo>
                  <a:cubicBezTo>
                    <a:pt x="723" y="2161"/>
                    <a:pt x="731" y="2143"/>
                    <a:pt x="757" y="2135"/>
                  </a:cubicBezTo>
                  <a:cubicBezTo>
                    <a:pt x="783" y="2135"/>
                    <a:pt x="809" y="2152"/>
                    <a:pt x="809" y="2178"/>
                  </a:cubicBezTo>
                  <a:cubicBezTo>
                    <a:pt x="818" y="2246"/>
                    <a:pt x="826" y="2315"/>
                    <a:pt x="835" y="2393"/>
                  </a:cubicBezTo>
                  <a:cubicBezTo>
                    <a:pt x="843" y="2410"/>
                    <a:pt x="826" y="2436"/>
                    <a:pt x="800" y="2436"/>
                  </a:cubicBezTo>
                  <a:cubicBezTo>
                    <a:pt x="800" y="2436"/>
                    <a:pt x="800" y="2436"/>
                    <a:pt x="792" y="2436"/>
                  </a:cubicBezTo>
                  <a:close/>
                  <a:moveTo>
                    <a:pt x="706" y="1885"/>
                  </a:moveTo>
                  <a:lnTo>
                    <a:pt x="706" y="1885"/>
                  </a:lnTo>
                  <a:cubicBezTo>
                    <a:pt x="680" y="1885"/>
                    <a:pt x="663" y="1868"/>
                    <a:pt x="663" y="1851"/>
                  </a:cubicBezTo>
                  <a:cubicBezTo>
                    <a:pt x="645" y="1782"/>
                    <a:pt x="628" y="1705"/>
                    <a:pt x="611" y="1636"/>
                  </a:cubicBezTo>
                  <a:cubicBezTo>
                    <a:pt x="611" y="1618"/>
                    <a:pt x="620" y="1592"/>
                    <a:pt x="645" y="1584"/>
                  </a:cubicBezTo>
                  <a:cubicBezTo>
                    <a:pt x="671" y="1584"/>
                    <a:pt x="688" y="1592"/>
                    <a:pt x="697" y="1618"/>
                  </a:cubicBezTo>
                  <a:cubicBezTo>
                    <a:pt x="714" y="1687"/>
                    <a:pt x="731" y="1756"/>
                    <a:pt x="749" y="1833"/>
                  </a:cubicBezTo>
                  <a:cubicBezTo>
                    <a:pt x="749" y="1851"/>
                    <a:pt x="740" y="1877"/>
                    <a:pt x="714" y="1885"/>
                  </a:cubicBezTo>
                  <a:cubicBezTo>
                    <a:pt x="706" y="1885"/>
                    <a:pt x="706" y="1885"/>
                    <a:pt x="706" y="1885"/>
                  </a:cubicBezTo>
                  <a:close/>
                  <a:moveTo>
                    <a:pt x="568" y="1334"/>
                  </a:moveTo>
                  <a:lnTo>
                    <a:pt x="568" y="1334"/>
                  </a:lnTo>
                  <a:cubicBezTo>
                    <a:pt x="542" y="1334"/>
                    <a:pt x="525" y="1326"/>
                    <a:pt x="525" y="1308"/>
                  </a:cubicBezTo>
                  <a:cubicBezTo>
                    <a:pt x="499" y="1240"/>
                    <a:pt x="482" y="1171"/>
                    <a:pt x="456" y="1102"/>
                  </a:cubicBezTo>
                  <a:cubicBezTo>
                    <a:pt x="447" y="1076"/>
                    <a:pt x="465" y="1050"/>
                    <a:pt x="482" y="1042"/>
                  </a:cubicBezTo>
                  <a:cubicBezTo>
                    <a:pt x="508" y="1042"/>
                    <a:pt x="533" y="1050"/>
                    <a:pt x="542" y="1076"/>
                  </a:cubicBezTo>
                  <a:cubicBezTo>
                    <a:pt x="559" y="1136"/>
                    <a:pt x="585" y="1214"/>
                    <a:pt x="602" y="1283"/>
                  </a:cubicBezTo>
                  <a:cubicBezTo>
                    <a:pt x="611" y="1300"/>
                    <a:pt x="602" y="1326"/>
                    <a:pt x="577" y="1334"/>
                  </a:cubicBezTo>
                  <a:lnTo>
                    <a:pt x="568" y="1334"/>
                  </a:lnTo>
                  <a:close/>
                  <a:moveTo>
                    <a:pt x="379" y="801"/>
                  </a:moveTo>
                  <a:lnTo>
                    <a:pt x="379" y="801"/>
                  </a:lnTo>
                  <a:cubicBezTo>
                    <a:pt x="361" y="801"/>
                    <a:pt x="344" y="792"/>
                    <a:pt x="336" y="775"/>
                  </a:cubicBezTo>
                  <a:cubicBezTo>
                    <a:pt x="310" y="706"/>
                    <a:pt x="284" y="646"/>
                    <a:pt x="258" y="577"/>
                  </a:cubicBezTo>
                  <a:cubicBezTo>
                    <a:pt x="249" y="551"/>
                    <a:pt x="258" y="525"/>
                    <a:pt x="284" y="517"/>
                  </a:cubicBezTo>
                  <a:cubicBezTo>
                    <a:pt x="301" y="508"/>
                    <a:pt x="327" y="517"/>
                    <a:pt x="336" y="543"/>
                  </a:cubicBezTo>
                  <a:cubicBezTo>
                    <a:pt x="370" y="611"/>
                    <a:pt x="396" y="680"/>
                    <a:pt x="422" y="741"/>
                  </a:cubicBezTo>
                  <a:cubicBezTo>
                    <a:pt x="430" y="766"/>
                    <a:pt x="422" y="792"/>
                    <a:pt x="396" y="801"/>
                  </a:cubicBezTo>
                  <a:cubicBezTo>
                    <a:pt x="387" y="801"/>
                    <a:pt x="387" y="801"/>
                    <a:pt x="379" y="801"/>
                  </a:cubicBezTo>
                  <a:close/>
                  <a:moveTo>
                    <a:pt x="155" y="284"/>
                  </a:moveTo>
                  <a:lnTo>
                    <a:pt x="155" y="284"/>
                  </a:lnTo>
                  <a:cubicBezTo>
                    <a:pt x="138" y="284"/>
                    <a:pt x="120" y="276"/>
                    <a:pt x="112" y="267"/>
                  </a:cubicBezTo>
                  <a:cubicBezTo>
                    <a:pt x="77" y="198"/>
                    <a:pt x="51" y="138"/>
                    <a:pt x="17" y="69"/>
                  </a:cubicBezTo>
                  <a:cubicBezTo>
                    <a:pt x="0" y="52"/>
                    <a:pt x="8" y="26"/>
                    <a:pt x="34" y="18"/>
                  </a:cubicBezTo>
                  <a:cubicBezTo>
                    <a:pt x="51" y="0"/>
                    <a:pt x="77" y="9"/>
                    <a:pt x="95" y="35"/>
                  </a:cubicBezTo>
                  <a:cubicBezTo>
                    <a:pt x="120" y="95"/>
                    <a:pt x="155" y="164"/>
                    <a:pt x="189" y="224"/>
                  </a:cubicBezTo>
                  <a:cubicBezTo>
                    <a:pt x="198" y="250"/>
                    <a:pt x="189" y="276"/>
                    <a:pt x="172" y="284"/>
                  </a:cubicBezTo>
                  <a:cubicBezTo>
                    <a:pt x="163" y="284"/>
                    <a:pt x="155" y="284"/>
                    <a:pt x="155" y="284"/>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1" name="Freeform 7"/>
            <p:cNvSpPr>
              <a:spLocks noChangeArrowheads="1"/>
            </p:cNvSpPr>
            <p:nvPr/>
          </p:nvSpPr>
          <p:spPr bwMode="auto">
            <a:xfrm>
              <a:off x="4949758" y="3216220"/>
              <a:ext cx="940292" cy="6932817"/>
            </a:xfrm>
            <a:custGeom>
              <a:avLst/>
              <a:gdLst>
                <a:gd name="T0" fmla="*/ 800 w 853"/>
                <a:gd name="T1" fmla="*/ 6273 h 6274"/>
                <a:gd name="T2" fmla="*/ 662 w 853"/>
                <a:gd name="T3" fmla="*/ 6057 h 6274"/>
                <a:gd name="T4" fmla="*/ 740 w 853"/>
                <a:gd name="T5" fmla="*/ 6014 h 6274"/>
                <a:gd name="T6" fmla="*/ 826 w 853"/>
                <a:gd name="T7" fmla="*/ 6273 h 6274"/>
                <a:gd name="T8" fmla="*/ 559 w 853"/>
                <a:gd name="T9" fmla="*/ 5765 h 6274"/>
                <a:gd name="T10" fmla="*/ 525 w 853"/>
                <a:gd name="T11" fmla="*/ 5739 h 6274"/>
                <a:gd name="T12" fmla="*/ 465 w 853"/>
                <a:gd name="T13" fmla="*/ 5481 h 6274"/>
                <a:gd name="T14" fmla="*/ 602 w 853"/>
                <a:gd name="T15" fmla="*/ 5705 h 6274"/>
                <a:gd name="T16" fmla="*/ 559 w 853"/>
                <a:gd name="T17" fmla="*/ 5765 h 6274"/>
                <a:gd name="T18" fmla="*/ 370 w 853"/>
                <a:gd name="T19" fmla="*/ 5231 h 6274"/>
                <a:gd name="T20" fmla="*/ 258 w 853"/>
                <a:gd name="T21" fmla="*/ 4999 h 6274"/>
                <a:gd name="T22" fmla="*/ 344 w 853"/>
                <a:gd name="T23" fmla="*/ 4973 h 6274"/>
                <a:gd name="T24" fmla="*/ 378 w 853"/>
                <a:gd name="T25" fmla="*/ 5231 h 6274"/>
                <a:gd name="T26" fmla="*/ 215 w 853"/>
                <a:gd name="T27" fmla="*/ 4689 h 6274"/>
                <a:gd name="T28" fmla="*/ 172 w 853"/>
                <a:gd name="T29" fmla="*/ 4655 h 6274"/>
                <a:gd name="T30" fmla="*/ 163 w 853"/>
                <a:gd name="T31" fmla="*/ 4396 h 6274"/>
                <a:gd name="T32" fmla="*/ 258 w 853"/>
                <a:gd name="T33" fmla="*/ 4637 h 6274"/>
                <a:gd name="T34" fmla="*/ 215 w 853"/>
                <a:gd name="T35" fmla="*/ 4689 h 6274"/>
                <a:gd name="T36" fmla="*/ 112 w 853"/>
                <a:gd name="T37" fmla="*/ 4138 h 6274"/>
                <a:gd name="T38" fmla="*/ 43 w 853"/>
                <a:gd name="T39" fmla="*/ 3880 h 6274"/>
                <a:gd name="T40" fmla="*/ 129 w 853"/>
                <a:gd name="T41" fmla="*/ 3872 h 6274"/>
                <a:gd name="T42" fmla="*/ 120 w 853"/>
                <a:gd name="T43" fmla="*/ 4138 h 6274"/>
                <a:gd name="T44" fmla="*/ 52 w 853"/>
                <a:gd name="T45" fmla="*/ 3579 h 6274"/>
                <a:gd name="T46" fmla="*/ 8 w 853"/>
                <a:gd name="T47" fmla="*/ 3536 h 6274"/>
                <a:gd name="T48" fmla="*/ 43 w 853"/>
                <a:gd name="T49" fmla="*/ 3269 h 6274"/>
                <a:gd name="T50" fmla="*/ 95 w 853"/>
                <a:gd name="T51" fmla="*/ 3527 h 6274"/>
                <a:gd name="T52" fmla="*/ 52 w 853"/>
                <a:gd name="T53" fmla="*/ 3579 h 6274"/>
                <a:gd name="T54" fmla="*/ 43 w 853"/>
                <a:gd name="T55" fmla="*/ 3012 h 6274"/>
                <a:gd name="T56" fmla="*/ 0 w 853"/>
                <a:gd name="T57" fmla="*/ 2969 h 6274"/>
                <a:gd name="T58" fmla="*/ 52 w 853"/>
                <a:gd name="T59" fmla="*/ 2711 h 6274"/>
                <a:gd name="T60" fmla="*/ 86 w 853"/>
                <a:gd name="T61" fmla="*/ 2969 h 6274"/>
                <a:gd name="T62" fmla="*/ 77 w 853"/>
                <a:gd name="T63" fmla="*/ 2452 h 6274"/>
                <a:gd name="T64" fmla="*/ 77 w 853"/>
                <a:gd name="T65" fmla="*/ 2452 h 6274"/>
                <a:gd name="T66" fmla="*/ 60 w 853"/>
                <a:gd name="T67" fmla="*/ 2186 h 6274"/>
                <a:gd name="T68" fmla="*/ 146 w 853"/>
                <a:gd name="T69" fmla="*/ 2194 h 6274"/>
                <a:gd name="T70" fmla="*/ 77 w 853"/>
                <a:gd name="T71" fmla="*/ 2452 h 6274"/>
                <a:gd name="T72" fmla="*/ 163 w 853"/>
                <a:gd name="T73" fmla="*/ 1893 h 6274"/>
                <a:gd name="T74" fmla="*/ 120 w 853"/>
                <a:gd name="T75" fmla="*/ 1841 h 6274"/>
                <a:gd name="T76" fmla="*/ 215 w 853"/>
                <a:gd name="T77" fmla="*/ 1592 h 6274"/>
                <a:gd name="T78" fmla="*/ 206 w 853"/>
                <a:gd name="T79" fmla="*/ 1859 h 6274"/>
                <a:gd name="T80" fmla="*/ 293 w 853"/>
                <a:gd name="T81" fmla="*/ 1342 h 6274"/>
                <a:gd name="T82" fmla="*/ 284 w 853"/>
                <a:gd name="T83" fmla="*/ 1342 h 6274"/>
                <a:gd name="T84" fmla="*/ 310 w 853"/>
                <a:gd name="T85" fmla="*/ 1084 h 6274"/>
                <a:gd name="T86" fmla="*/ 396 w 853"/>
                <a:gd name="T87" fmla="*/ 1110 h 6274"/>
                <a:gd name="T88" fmla="*/ 293 w 853"/>
                <a:gd name="T89" fmla="*/ 1342 h 6274"/>
                <a:gd name="T90" fmla="*/ 465 w 853"/>
                <a:gd name="T91" fmla="*/ 809 h 6274"/>
                <a:gd name="T92" fmla="*/ 430 w 853"/>
                <a:gd name="T93" fmla="*/ 748 h 6274"/>
                <a:gd name="T94" fmla="*/ 559 w 853"/>
                <a:gd name="T95" fmla="*/ 525 h 6274"/>
                <a:gd name="T96" fmla="*/ 508 w 853"/>
                <a:gd name="T97" fmla="*/ 783 h 6274"/>
                <a:gd name="T98" fmla="*/ 688 w 853"/>
                <a:gd name="T99" fmla="*/ 292 h 6274"/>
                <a:gd name="T100" fmla="*/ 671 w 853"/>
                <a:gd name="T101" fmla="*/ 284 h 6274"/>
                <a:gd name="T102" fmla="*/ 740 w 853"/>
                <a:gd name="T103" fmla="*/ 34 h 6274"/>
                <a:gd name="T104" fmla="*/ 818 w 853"/>
                <a:gd name="T105" fmla="*/ 68 h 6274"/>
                <a:gd name="T106" fmla="*/ 688 w 853"/>
                <a:gd name="T107" fmla="*/ 292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3" h="6274">
                  <a:moveTo>
                    <a:pt x="800" y="6273"/>
                  </a:moveTo>
                  <a:lnTo>
                    <a:pt x="800" y="6273"/>
                  </a:lnTo>
                  <a:cubicBezTo>
                    <a:pt x="783" y="6273"/>
                    <a:pt x="774" y="6264"/>
                    <a:pt x="766" y="6247"/>
                  </a:cubicBezTo>
                  <a:cubicBezTo>
                    <a:pt x="731" y="6187"/>
                    <a:pt x="697" y="6118"/>
                    <a:pt x="662" y="6057"/>
                  </a:cubicBezTo>
                  <a:cubicBezTo>
                    <a:pt x="654" y="6032"/>
                    <a:pt x="662" y="6006"/>
                    <a:pt x="688" y="5997"/>
                  </a:cubicBezTo>
                  <a:cubicBezTo>
                    <a:pt x="706" y="5989"/>
                    <a:pt x="731" y="5997"/>
                    <a:pt x="740" y="6014"/>
                  </a:cubicBezTo>
                  <a:cubicBezTo>
                    <a:pt x="774" y="6083"/>
                    <a:pt x="809" y="6144"/>
                    <a:pt x="843" y="6212"/>
                  </a:cubicBezTo>
                  <a:cubicBezTo>
                    <a:pt x="852" y="6230"/>
                    <a:pt x="843" y="6255"/>
                    <a:pt x="826" y="6273"/>
                  </a:cubicBezTo>
                  <a:cubicBezTo>
                    <a:pt x="818" y="6273"/>
                    <a:pt x="809" y="6273"/>
                    <a:pt x="800" y="6273"/>
                  </a:cubicBezTo>
                  <a:close/>
                  <a:moveTo>
                    <a:pt x="559" y="5765"/>
                  </a:moveTo>
                  <a:lnTo>
                    <a:pt x="559" y="5765"/>
                  </a:lnTo>
                  <a:cubicBezTo>
                    <a:pt x="542" y="5765"/>
                    <a:pt x="534" y="5756"/>
                    <a:pt x="525" y="5739"/>
                  </a:cubicBezTo>
                  <a:cubicBezTo>
                    <a:pt x="490" y="5670"/>
                    <a:pt x="465" y="5601"/>
                    <a:pt x="439" y="5533"/>
                  </a:cubicBezTo>
                  <a:cubicBezTo>
                    <a:pt x="430" y="5515"/>
                    <a:pt x="447" y="5490"/>
                    <a:pt x="465" y="5481"/>
                  </a:cubicBezTo>
                  <a:cubicBezTo>
                    <a:pt x="490" y="5472"/>
                    <a:pt x="516" y="5481"/>
                    <a:pt x="525" y="5507"/>
                  </a:cubicBezTo>
                  <a:cubicBezTo>
                    <a:pt x="551" y="5567"/>
                    <a:pt x="577" y="5636"/>
                    <a:pt x="602" y="5705"/>
                  </a:cubicBezTo>
                  <a:cubicBezTo>
                    <a:pt x="611" y="5722"/>
                    <a:pt x="602" y="5748"/>
                    <a:pt x="577" y="5756"/>
                  </a:cubicBezTo>
                  <a:cubicBezTo>
                    <a:pt x="577" y="5765"/>
                    <a:pt x="568" y="5765"/>
                    <a:pt x="559" y="5765"/>
                  </a:cubicBezTo>
                  <a:close/>
                  <a:moveTo>
                    <a:pt x="370" y="5231"/>
                  </a:moveTo>
                  <a:lnTo>
                    <a:pt x="370" y="5231"/>
                  </a:lnTo>
                  <a:cubicBezTo>
                    <a:pt x="344" y="5231"/>
                    <a:pt x="336" y="5223"/>
                    <a:pt x="327" y="5205"/>
                  </a:cubicBezTo>
                  <a:cubicBezTo>
                    <a:pt x="301" y="5136"/>
                    <a:pt x="284" y="5068"/>
                    <a:pt x="258" y="4999"/>
                  </a:cubicBezTo>
                  <a:cubicBezTo>
                    <a:pt x="258" y="4973"/>
                    <a:pt x="267" y="4947"/>
                    <a:pt x="293" y="4939"/>
                  </a:cubicBezTo>
                  <a:cubicBezTo>
                    <a:pt x="318" y="4939"/>
                    <a:pt x="336" y="4947"/>
                    <a:pt x="344" y="4973"/>
                  </a:cubicBezTo>
                  <a:cubicBezTo>
                    <a:pt x="361" y="5042"/>
                    <a:pt x="387" y="5111"/>
                    <a:pt x="404" y="5180"/>
                  </a:cubicBezTo>
                  <a:cubicBezTo>
                    <a:pt x="413" y="5197"/>
                    <a:pt x="404" y="5223"/>
                    <a:pt x="378" y="5231"/>
                  </a:cubicBezTo>
                  <a:lnTo>
                    <a:pt x="370" y="5231"/>
                  </a:lnTo>
                  <a:close/>
                  <a:moveTo>
                    <a:pt x="215" y="4689"/>
                  </a:moveTo>
                  <a:lnTo>
                    <a:pt x="215" y="4689"/>
                  </a:lnTo>
                  <a:cubicBezTo>
                    <a:pt x="198" y="4689"/>
                    <a:pt x="180" y="4680"/>
                    <a:pt x="172" y="4655"/>
                  </a:cubicBezTo>
                  <a:cubicBezTo>
                    <a:pt x="155" y="4586"/>
                    <a:pt x="146" y="4517"/>
                    <a:pt x="129" y="4448"/>
                  </a:cubicBezTo>
                  <a:cubicBezTo>
                    <a:pt x="120" y="4422"/>
                    <a:pt x="137" y="4396"/>
                    <a:pt x="163" y="4396"/>
                  </a:cubicBezTo>
                  <a:cubicBezTo>
                    <a:pt x="189" y="4388"/>
                    <a:pt x="206" y="4405"/>
                    <a:pt x="215" y="4431"/>
                  </a:cubicBezTo>
                  <a:cubicBezTo>
                    <a:pt x="224" y="4500"/>
                    <a:pt x="241" y="4569"/>
                    <a:pt x="258" y="4637"/>
                  </a:cubicBezTo>
                  <a:cubicBezTo>
                    <a:pt x="267" y="4663"/>
                    <a:pt x="249" y="4680"/>
                    <a:pt x="224" y="4689"/>
                  </a:cubicBezTo>
                  <a:cubicBezTo>
                    <a:pt x="224" y="4689"/>
                    <a:pt x="224" y="4689"/>
                    <a:pt x="215" y="4689"/>
                  </a:cubicBezTo>
                  <a:close/>
                  <a:moveTo>
                    <a:pt x="112" y="4138"/>
                  </a:moveTo>
                  <a:lnTo>
                    <a:pt x="112" y="4138"/>
                  </a:lnTo>
                  <a:cubicBezTo>
                    <a:pt x="95" y="4138"/>
                    <a:pt x="69" y="4121"/>
                    <a:pt x="69" y="4104"/>
                  </a:cubicBezTo>
                  <a:cubicBezTo>
                    <a:pt x="60" y="4026"/>
                    <a:pt x="52" y="3957"/>
                    <a:pt x="43" y="3880"/>
                  </a:cubicBezTo>
                  <a:cubicBezTo>
                    <a:pt x="43" y="3863"/>
                    <a:pt x="60" y="3837"/>
                    <a:pt x="77" y="3837"/>
                  </a:cubicBezTo>
                  <a:cubicBezTo>
                    <a:pt x="103" y="3828"/>
                    <a:pt x="129" y="3846"/>
                    <a:pt x="129" y="3872"/>
                  </a:cubicBezTo>
                  <a:cubicBezTo>
                    <a:pt x="137" y="3949"/>
                    <a:pt x="146" y="4018"/>
                    <a:pt x="155" y="4087"/>
                  </a:cubicBezTo>
                  <a:cubicBezTo>
                    <a:pt x="155" y="4113"/>
                    <a:pt x="146" y="4130"/>
                    <a:pt x="120" y="4138"/>
                  </a:cubicBezTo>
                  <a:lnTo>
                    <a:pt x="112" y="4138"/>
                  </a:lnTo>
                  <a:close/>
                  <a:moveTo>
                    <a:pt x="52" y="3579"/>
                  </a:moveTo>
                  <a:lnTo>
                    <a:pt x="52" y="3579"/>
                  </a:lnTo>
                  <a:cubicBezTo>
                    <a:pt x="34" y="3579"/>
                    <a:pt x="17" y="3562"/>
                    <a:pt x="8" y="3536"/>
                  </a:cubicBezTo>
                  <a:cubicBezTo>
                    <a:pt x="8" y="3467"/>
                    <a:pt x="0" y="3390"/>
                    <a:pt x="0" y="3321"/>
                  </a:cubicBezTo>
                  <a:cubicBezTo>
                    <a:pt x="0" y="3295"/>
                    <a:pt x="17" y="3278"/>
                    <a:pt x="43" y="3269"/>
                  </a:cubicBezTo>
                  <a:cubicBezTo>
                    <a:pt x="69" y="3269"/>
                    <a:pt x="86" y="3295"/>
                    <a:pt x="86" y="3312"/>
                  </a:cubicBezTo>
                  <a:cubicBezTo>
                    <a:pt x="95" y="3390"/>
                    <a:pt x="95" y="3458"/>
                    <a:pt x="95" y="3527"/>
                  </a:cubicBezTo>
                  <a:cubicBezTo>
                    <a:pt x="103" y="3553"/>
                    <a:pt x="86" y="3579"/>
                    <a:pt x="60" y="3579"/>
                  </a:cubicBezTo>
                  <a:cubicBezTo>
                    <a:pt x="60" y="3579"/>
                    <a:pt x="60" y="3579"/>
                    <a:pt x="52" y="3579"/>
                  </a:cubicBezTo>
                  <a:close/>
                  <a:moveTo>
                    <a:pt x="43" y="3012"/>
                  </a:moveTo>
                  <a:lnTo>
                    <a:pt x="43" y="3012"/>
                  </a:lnTo>
                  <a:lnTo>
                    <a:pt x="43" y="3012"/>
                  </a:lnTo>
                  <a:cubicBezTo>
                    <a:pt x="17" y="3012"/>
                    <a:pt x="0" y="2995"/>
                    <a:pt x="0" y="2969"/>
                  </a:cubicBezTo>
                  <a:cubicBezTo>
                    <a:pt x="0" y="2900"/>
                    <a:pt x="8" y="2822"/>
                    <a:pt x="8" y="2754"/>
                  </a:cubicBezTo>
                  <a:cubicBezTo>
                    <a:pt x="8" y="2728"/>
                    <a:pt x="34" y="2711"/>
                    <a:pt x="52" y="2711"/>
                  </a:cubicBezTo>
                  <a:cubicBezTo>
                    <a:pt x="77" y="2711"/>
                    <a:pt x="95" y="2728"/>
                    <a:pt x="95" y="2754"/>
                  </a:cubicBezTo>
                  <a:cubicBezTo>
                    <a:pt x="95" y="2831"/>
                    <a:pt x="86" y="2900"/>
                    <a:pt x="86" y="2969"/>
                  </a:cubicBezTo>
                  <a:cubicBezTo>
                    <a:pt x="86" y="2995"/>
                    <a:pt x="69" y="3012"/>
                    <a:pt x="43" y="3012"/>
                  </a:cubicBezTo>
                  <a:close/>
                  <a:moveTo>
                    <a:pt x="77" y="2452"/>
                  </a:moveTo>
                  <a:lnTo>
                    <a:pt x="77" y="2452"/>
                  </a:lnTo>
                  <a:lnTo>
                    <a:pt x="77" y="2452"/>
                  </a:lnTo>
                  <a:cubicBezTo>
                    <a:pt x="52" y="2452"/>
                    <a:pt x="34" y="2427"/>
                    <a:pt x="34" y="2401"/>
                  </a:cubicBezTo>
                  <a:cubicBezTo>
                    <a:pt x="43" y="2332"/>
                    <a:pt x="52" y="2255"/>
                    <a:pt x="60" y="2186"/>
                  </a:cubicBezTo>
                  <a:cubicBezTo>
                    <a:pt x="69" y="2160"/>
                    <a:pt x="86" y="2142"/>
                    <a:pt x="112" y="2151"/>
                  </a:cubicBezTo>
                  <a:cubicBezTo>
                    <a:pt x="137" y="2151"/>
                    <a:pt x="155" y="2177"/>
                    <a:pt x="146" y="2194"/>
                  </a:cubicBezTo>
                  <a:cubicBezTo>
                    <a:pt x="137" y="2272"/>
                    <a:pt x="129" y="2341"/>
                    <a:pt x="120" y="2409"/>
                  </a:cubicBezTo>
                  <a:cubicBezTo>
                    <a:pt x="120" y="2435"/>
                    <a:pt x="103" y="2452"/>
                    <a:pt x="77" y="2452"/>
                  </a:cubicBezTo>
                  <a:close/>
                  <a:moveTo>
                    <a:pt x="163" y="1893"/>
                  </a:moveTo>
                  <a:lnTo>
                    <a:pt x="163" y="1893"/>
                  </a:lnTo>
                  <a:lnTo>
                    <a:pt x="155" y="1893"/>
                  </a:lnTo>
                  <a:cubicBezTo>
                    <a:pt x="129" y="1884"/>
                    <a:pt x="112" y="1867"/>
                    <a:pt x="120" y="1841"/>
                  </a:cubicBezTo>
                  <a:cubicBezTo>
                    <a:pt x="137" y="1773"/>
                    <a:pt x="146" y="1695"/>
                    <a:pt x="163" y="1626"/>
                  </a:cubicBezTo>
                  <a:cubicBezTo>
                    <a:pt x="172" y="1601"/>
                    <a:pt x="189" y="1592"/>
                    <a:pt x="215" y="1592"/>
                  </a:cubicBezTo>
                  <a:cubicBezTo>
                    <a:pt x="241" y="1601"/>
                    <a:pt x="258" y="1626"/>
                    <a:pt x="249" y="1643"/>
                  </a:cubicBezTo>
                  <a:cubicBezTo>
                    <a:pt x="232" y="1712"/>
                    <a:pt x="215" y="1790"/>
                    <a:pt x="206" y="1859"/>
                  </a:cubicBezTo>
                  <a:cubicBezTo>
                    <a:pt x="198" y="1876"/>
                    <a:pt x="180" y="1893"/>
                    <a:pt x="163" y="1893"/>
                  </a:cubicBezTo>
                  <a:close/>
                  <a:moveTo>
                    <a:pt x="293" y="1342"/>
                  </a:moveTo>
                  <a:lnTo>
                    <a:pt x="293" y="1342"/>
                  </a:lnTo>
                  <a:cubicBezTo>
                    <a:pt x="284" y="1342"/>
                    <a:pt x="284" y="1342"/>
                    <a:pt x="284" y="1342"/>
                  </a:cubicBezTo>
                  <a:cubicBezTo>
                    <a:pt x="258" y="1334"/>
                    <a:pt x="241" y="1316"/>
                    <a:pt x="249" y="1291"/>
                  </a:cubicBezTo>
                  <a:cubicBezTo>
                    <a:pt x="267" y="1222"/>
                    <a:pt x="293" y="1153"/>
                    <a:pt x="310" y="1084"/>
                  </a:cubicBezTo>
                  <a:cubicBezTo>
                    <a:pt x="318" y="1058"/>
                    <a:pt x="344" y="1041"/>
                    <a:pt x="370" y="1050"/>
                  </a:cubicBezTo>
                  <a:cubicBezTo>
                    <a:pt x="387" y="1058"/>
                    <a:pt x="404" y="1084"/>
                    <a:pt x="396" y="1110"/>
                  </a:cubicBezTo>
                  <a:cubicBezTo>
                    <a:pt x="370" y="1170"/>
                    <a:pt x="353" y="1247"/>
                    <a:pt x="336" y="1316"/>
                  </a:cubicBezTo>
                  <a:cubicBezTo>
                    <a:pt x="327" y="1334"/>
                    <a:pt x="310" y="1342"/>
                    <a:pt x="293" y="1342"/>
                  </a:cubicBezTo>
                  <a:close/>
                  <a:moveTo>
                    <a:pt x="465" y="809"/>
                  </a:moveTo>
                  <a:lnTo>
                    <a:pt x="465" y="809"/>
                  </a:lnTo>
                  <a:lnTo>
                    <a:pt x="456" y="809"/>
                  </a:lnTo>
                  <a:cubicBezTo>
                    <a:pt x="430" y="800"/>
                    <a:pt x="421" y="774"/>
                    <a:pt x="430" y="748"/>
                  </a:cubicBezTo>
                  <a:cubicBezTo>
                    <a:pt x="447" y="680"/>
                    <a:pt x="482" y="611"/>
                    <a:pt x="508" y="550"/>
                  </a:cubicBezTo>
                  <a:cubicBezTo>
                    <a:pt x="516" y="525"/>
                    <a:pt x="542" y="516"/>
                    <a:pt x="559" y="525"/>
                  </a:cubicBezTo>
                  <a:cubicBezTo>
                    <a:pt x="585" y="533"/>
                    <a:pt x="594" y="559"/>
                    <a:pt x="585" y="576"/>
                  </a:cubicBezTo>
                  <a:cubicBezTo>
                    <a:pt x="559" y="645"/>
                    <a:pt x="534" y="714"/>
                    <a:pt x="508" y="783"/>
                  </a:cubicBezTo>
                  <a:cubicBezTo>
                    <a:pt x="499" y="800"/>
                    <a:pt x="482" y="809"/>
                    <a:pt x="465" y="809"/>
                  </a:cubicBezTo>
                  <a:close/>
                  <a:moveTo>
                    <a:pt x="688" y="292"/>
                  </a:moveTo>
                  <a:lnTo>
                    <a:pt x="688" y="292"/>
                  </a:lnTo>
                  <a:cubicBezTo>
                    <a:pt x="680" y="292"/>
                    <a:pt x="671" y="284"/>
                    <a:pt x="671" y="284"/>
                  </a:cubicBezTo>
                  <a:cubicBezTo>
                    <a:pt x="645" y="275"/>
                    <a:pt x="637" y="249"/>
                    <a:pt x="645" y="223"/>
                  </a:cubicBezTo>
                  <a:cubicBezTo>
                    <a:pt x="680" y="163"/>
                    <a:pt x="714" y="94"/>
                    <a:pt x="740" y="34"/>
                  </a:cubicBezTo>
                  <a:cubicBezTo>
                    <a:pt x="757" y="8"/>
                    <a:pt x="783" y="0"/>
                    <a:pt x="800" y="8"/>
                  </a:cubicBezTo>
                  <a:cubicBezTo>
                    <a:pt x="826" y="25"/>
                    <a:pt x="835" y="51"/>
                    <a:pt x="818" y="68"/>
                  </a:cubicBezTo>
                  <a:cubicBezTo>
                    <a:pt x="792" y="137"/>
                    <a:pt x="757" y="198"/>
                    <a:pt x="723" y="266"/>
                  </a:cubicBezTo>
                  <a:cubicBezTo>
                    <a:pt x="723" y="284"/>
                    <a:pt x="706" y="292"/>
                    <a:pt x="688" y="292"/>
                  </a:cubicBezTo>
                  <a:close/>
                </a:path>
              </a:pathLst>
            </a:custGeom>
            <a:grp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452" name="Group 451"/>
          <p:cNvGrpSpPr>
            <a:grpSpLocks/>
          </p:cNvGrpSpPr>
          <p:nvPr/>
        </p:nvGrpSpPr>
        <p:grpSpPr bwMode="auto">
          <a:xfrm>
            <a:off x="5187950" y="1830388"/>
            <a:ext cx="2220913" cy="2878137"/>
            <a:chOff x="10718172" y="4638836"/>
            <a:chExt cx="3366534" cy="4365286"/>
          </a:xfrm>
        </p:grpSpPr>
        <p:sp>
          <p:nvSpPr>
            <p:cNvPr id="453" name="Freeform 117"/>
            <p:cNvSpPr>
              <a:spLocks noChangeArrowheads="1"/>
            </p:cNvSpPr>
            <p:nvPr/>
          </p:nvSpPr>
          <p:spPr bwMode="auto">
            <a:xfrm>
              <a:off x="12405049" y="7805053"/>
              <a:ext cx="348925" cy="712700"/>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4" name="Freeform 118"/>
            <p:cNvSpPr>
              <a:spLocks noChangeArrowheads="1"/>
            </p:cNvSpPr>
            <p:nvPr/>
          </p:nvSpPr>
          <p:spPr bwMode="auto">
            <a:xfrm>
              <a:off x="12053717" y="7805053"/>
              <a:ext cx="356145" cy="727146"/>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5" name="Freeform 119"/>
            <p:cNvSpPr>
              <a:spLocks noChangeArrowheads="1"/>
            </p:cNvSpPr>
            <p:nvPr/>
          </p:nvSpPr>
          <p:spPr bwMode="auto">
            <a:xfrm>
              <a:off x="11964680" y="7675033"/>
              <a:ext cx="440369" cy="476738"/>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6" name="Freeform 120"/>
            <p:cNvSpPr>
              <a:spLocks noChangeArrowheads="1"/>
            </p:cNvSpPr>
            <p:nvPr/>
          </p:nvSpPr>
          <p:spPr bwMode="auto">
            <a:xfrm>
              <a:off x="12405049" y="7675033"/>
              <a:ext cx="437962" cy="476738"/>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7" name="Freeform 121"/>
            <p:cNvSpPr>
              <a:spLocks noChangeArrowheads="1"/>
            </p:cNvSpPr>
            <p:nvPr/>
          </p:nvSpPr>
          <p:spPr bwMode="auto">
            <a:xfrm>
              <a:off x="11603722" y="7675033"/>
              <a:ext cx="2480984" cy="1329089"/>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8" name="Freeform 122"/>
            <p:cNvSpPr>
              <a:spLocks noChangeArrowheads="1"/>
            </p:cNvSpPr>
            <p:nvPr/>
          </p:nvSpPr>
          <p:spPr bwMode="auto">
            <a:xfrm>
              <a:off x="11707197" y="7675033"/>
              <a:ext cx="257482" cy="248001"/>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59" name="Freeform 123"/>
            <p:cNvSpPr>
              <a:spLocks noChangeArrowheads="1"/>
            </p:cNvSpPr>
            <p:nvPr/>
          </p:nvSpPr>
          <p:spPr bwMode="auto">
            <a:xfrm>
              <a:off x="10718172" y="7675033"/>
              <a:ext cx="1607465" cy="1329089"/>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0" name="Freeform 124"/>
            <p:cNvSpPr>
              <a:spLocks noChangeArrowheads="1"/>
            </p:cNvSpPr>
            <p:nvPr/>
          </p:nvSpPr>
          <p:spPr bwMode="auto">
            <a:xfrm>
              <a:off x="12205318" y="7805053"/>
              <a:ext cx="399460" cy="399690"/>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1" name="Freeform 125"/>
            <p:cNvSpPr>
              <a:spLocks noChangeArrowheads="1"/>
            </p:cNvSpPr>
            <p:nvPr/>
          </p:nvSpPr>
          <p:spPr bwMode="auto">
            <a:xfrm>
              <a:off x="11483403" y="5185399"/>
              <a:ext cx="926459" cy="1846760"/>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2" name="Freeform 126"/>
            <p:cNvSpPr>
              <a:spLocks noChangeArrowheads="1"/>
            </p:cNvSpPr>
            <p:nvPr/>
          </p:nvSpPr>
          <p:spPr bwMode="auto">
            <a:xfrm>
              <a:off x="12405049" y="5794566"/>
              <a:ext cx="310423" cy="628427"/>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3" name="Freeform 127"/>
            <p:cNvSpPr>
              <a:spLocks noChangeArrowheads="1"/>
            </p:cNvSpPr>
            <p:nvPr/>
          </p:nvSpPr>
          <p:spPr bwMode="auto">
            <a:xfrm>
              <a:off x="12092219" y="5794566"/>
              <a:ext cx="317643" cy="628427"/>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4" name="Freeform 128"/>
            <p:cNvSpPr>
              <a:spLocks noChangeArrowheads="1"/>
            </p:cNvSpPr>
            <p:nvPr/>
          </p:nvSpPr>
          <p:spPr bwMode="auto">
            <a:xfrm>
              <a:off x="12405049" y="5185399"/>
              <a:ext cx="919239" cy="1846760"/>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5" name="Freeform 129"/>
            <p:cNvSpPr>
              <a:spLocks noChangeArrowheads="1"/>
            </p:cNvSpPr>
            <p:nvPr/>
          </p:nvSpPr>
          <p:spPr bwMode="auto">
            <a:xfrm>
              <a:off x="10937154" y="4638836"/>
              <a:ext cx="1467895" cy="2927848"/>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6" name="Freeform 130"/>
            <p:cNvSpPr>
              <a:spLocks noChangeArrowheads="1"/>
            </p:cNvSpPr>
            <p:nvPr/>
          </p:nvSpPr>
          <p:spPr bwMode="auto">
            <a:xfrm>
              <a:off x="12405049" y="4638836"/>
              <a:ext cx="1460675" cy="2927848"/>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chemeClr val="accent1">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7" name="Freeform 131"/>
            <p:cNvSpPr>
              <a:spLocks noChangeArrowheads="1"/>
            </p:cNvSpPr>
            <p:nvPr/>
          </p:nvSpPr>
          <p:spPr bwMode="auto">
            <a:xfrm>
              <a:off x="12405049" y="4934991"/>
              <a:ext cx="1167096" cy="2340352"/>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8" name="Freeform 132"/>
            <p:cNvSpPr>
              <a:spLocks noChangeArrowheads="1"/>
            </p:cNvSpPr>
            <p:nvPr/>
          </p:nvSpPr>
          <p:spPr bwMode="auto">
            <a:xfrm>
              <a:off x="11235546" y="4934991"/>
              <a:ext cx="1169503" cy="2340352"/>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69" name="Freeform 133"/>
            <p:cNvSpPr>
              <a:spLocks noChangeArrowheads="1"/>
            </p:cNvSpPr>
            <p:nvPr/>
          </p:nvSpPr>
          <p:spPr bwMode="auto">
            <a:xfrm>
              <a:off x="12405049" y="5544157"/>
              <a:ext cx="567907" cy="1131652"/>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0" name="Freeform 134"/>
            <p:cNvSpPr>
              <a:spLocks noChangeArrowheads="1"/>
            </p:cNvSpPr>
            <p:nvPr/>
          </p:nvSpPr>
          <p:spPr bwMode="auto">
            <a:xfrm>
              <a:off x="11844360" y="5544157"/>
              <a:ext cx="560689" cy="1131652"/>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6" name="Group 5"/>
          <p:cNvGrpSpPr>
            <a:grpSpLocks/>
          </p:cNvGrpSpPr>
          <p:nvPr/>
        </p:nvGrpSpPr>
        <p:grpSpPr bwMode="auto">
          <a:xfrm rot="-900000">
            <a:off x="1423988" y="2330450"/>
            <a:ext cx="1522412" cy="1519238"/>
            <a:chOff x="5851074" y="4746019"/>
            <a:chExt cx="3044980" cy="3040110"/>
          </a:xfrm>
        </p:grpSpPr>
        <p:sp>
          <p:nvSpPr>
            <p:cNvPr id="471" name="Freeform 8"/>
            <p:cNvSpPr>
              <a:spLocks noChangeArrowheads="1"/>
            </p:cNvSpPr>
            <p:nvPr/>
          </p:nvSpPr>
          <p:spPr bwMode="auto">
            <a:xfrm>
              <a:off x="6296575" y="5359192"/>
              <a:ext cx="298465" cy="628988"/>
            </a:xfrm>
            <a:custGeom>
              <a:avLst/>
              <a:gdLst>
                <a:gd name="T0" fmla="*/ 267 w 268"/>
                <a:gd name="T1" fmla="*/ 456 h 569"/>
                <a:gd name="T2" fmla="*/ 267 w 268"/>
                <a:gd name="T3" fmla="*/ 456 h 569"/>
                <a:gd name="T4" fmla="*/ 155 w 268"/>
                <a:gd name="T5" fmla="*/ 568 h 569"/>
                <a:gd name="T6" fmla="*/ 155 w 268"/>
                <a:gd name="T7" fmla="*/ 0 h 569"/>
                <a:gd name="T8" fmla="*/ 267 w 268"/>
                <a:gd name="T9" fmla="*/ 112 h 569"/>
                <a:gd name="T10" fmla="*/ 267 w 268"/>
                <a:gd name="T11" fmla="*/ 456 h 569"/>
              </a:gdLst>
              <a:ahLst/>
              <a:cxnLst>
                <a:cxn ang="0">
                  <a:pos x="T0" y="T1"/>
                </a:cxn>
                <a:cxn ang="0">
                  <a:pos x="T2" y="T3"/>
                </a:cxn>
                <a:cxn ang="0">
                  <a:pos x="T4" y="T5"/>
                </a:cxn>
                <a:cxn ang="0">
                  <a:pos x="T6" y="T7"/>
                </a:cxn>
                <a:cxn ang="0">
                  <a:pos x="T8" y="T9"/>
                </a:cxn>
                <a:cxn ang="0">
                  <a:pos x="T10" y="T11"/>
                </a:cxn>
              </a:cxnLst>
              <a:rect l="0" t="0" r="r" b="b"/>
              <a:pathLst>
                <a:path w="268" h="569">
                  <a:moveTo>
                    <a:pt x="267" y="456"/>
                  </a:moveTo>
                  <a:lnTo>
                    <a:pt x="267" y="456"/>
                  </a:lnTo>
                  <a:cubicBezTo>
                    <a:pt x="155" y="568"/>
                    <a:pt x="155" y="568"/>
                    <a:pt x="155" y="568"/>
                  </a:cubicBezTo>
                  <a:cubicBezTo>
                    <a:pt x="0" y="413"/>
                    <a:pt x="0" y="155"/>
                    <a:pt x="155" y="0"/>
                  </a:cubicBezTo>
                  <a:cubicBezTo>
                    <a:pt x="267" y="112"/>
                    <a:pt x="267" y="112"/>
                    <a:pt x="267" y="112"/>
                  </a:cubicBezTo>
                  <a:cubicBezTo>
                    <a:pt x="172" y="206"/>
                    <a:pt x="172" y="361"/>
                    <a:pt x="267" y="456"/>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2" name="Freeform 9"/>
            <p:cNvSpPr>
              <a:spLocks noChangeArrowheads="1"/>
            </p:cNvSpPr>
            <p:nvPr/>
          </p:nvSpPr>
          <p:spPr bwMode="auto">
            <a:xfrm>
              <a:off x="6469746" y="5194104"/>
              <a:ext cx="628682" cy="298610"/>
            </a:xfrm>
            <a:custGeom>
              <a:avLst/>
              <a:gdLst>
                <a:gd name="T0" fmla="*/ 568 w 569"/>
                <a:gd name="T1" fmla="*/ 155 h 268"/>
                <a:gd name="T2" fmla="*/ 568 w 569"/>
                <a:gd name="T3" fmla="*/ 155 h 268"/>
                <a:gd name="T4" fmla="*/ 456 w 569"/>
                <a:gd name="T5" fmla="*/ 267 h 268"/>
                <a:gd name="T6" fmla="*/ 112 w 569"/>
                <a:gd name="T7" fmla="*/ 267 h 268"/>
                <a:gd name="T8" fmla="*/ 0 w 569"/>
                <a:gd name="T9" fmla="*/ 155 h 268"/>
                <a:gd name="T10" fmla="*/ 568 w 569"/>
                <a:gd name="T11" fmla="*/ 155 h 268"/>
              </a:gdLst>
              <a:ahLst/>
              <a:cxnLst>
                <a:cxn ang="0">
                  <a:pos x="T0" y="T1"/>
                </a:cxn>
                <a:cxn ang="0">
                  <a:pos x="T2" y="T3"/>
                </a:cxn>
                <a:cxn ang="0">
                  <a:pos x="T4" y="T5"/>
                </a:cxn>
                <a:cxn ang="0">
                  <a:pos x="T6" y="T7"/>
                </a:cxn>
                <a:cxn ang="0">
                  <a:pos x="T8" y="T9"/>
                </a:cxn>
                <a:cxn ang="0">
                  <a:pos x="T10" y="T11"/>
                </a:cxn>
              </a:cxnLst>
              <a:rect l="0" t="0" r="r" b="b"/>
              <a:pathLst>
                <a:path w="569" h="268">
                  <a:moveTo>
                    <a:pt x="568" y="155"/>
                  </a:moveTo>
                  <a:lnTo>
                    <a:pt x="568" y="155"/>
                  </a:lnTo>
                  <a:cubicBezTo>
                    <a:pt x="456" y="267"/>
                    <a:pt x="456" y="267"/>
                    <a:pt x="456" y="267"/>
                  </a:cubicBezTo>
                  <a:cubicBezTo>
                    <a:pt x="362" y="163"/>
                    <a:pt x="206" y="163"/>
                    <a:pt x="112" y="267"/>
                  </a:cubicBezTo>
                  <a:cubicBezTo>
                    <a:pt x="0" y="155"/>
                    <a:pt x="0" y="155"/>
                    <a:pt x="0" y="155"/>
                  </a:cubicBezTo>
                  <a:cubicBezTo>
                    <a:pt x="155" y="0"/>
                    <a:pt x="413" y="0"/>
                    <a:pt x="568" y="155"/>
                  </a:cubicBezTo>
                </a:path>
              </a:pathLst>
            </a:custGeom>
            <a:solidFill>
              <a:schemeClr val="bg1">
                <a:lumMod val="8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3" name="Freeform 10"/>
            <p:cNvSpPr>
              <a:spLocks noChangeArrowheads="1"/>
            </p:cNvSpPr>
            <p:nvPr/>
          </p:nvSpPr>
          <p:spPr bwMode="auto">
            <a:xfrm>
              <a:off x="5845974" y="5072434"/>
              <a:ext cx="457223" cy="1200795"/>
            </a:xfrm>
            <a:custGeom>
              <a:avLst/>
              <a:gdLst>
                <a:gd name="T0" fmla="*/ 413 w 414"/>
                <a:gd name="T1" fmla="*/ 973 h 1086"/>
                <a:gd name="T2" fmla="*/ 413 w 414"/>
                <a:gd name="T3" fmla="*/ 973 h 1086"/>
                <a:gd name="T4" fmla="*/ 301 w 414"/>
                <a:gd name="T5" fmla="*/ 1085 h 1086"/>
                <a:gd name="T6" fmla="*/ 301 w 414"/>
                <a:gd name="T7" fmla="*/ 0 h 1086"/>
                <a:gd name="T8" fmla="*/ 413 w 414"/>
                <a:gd name="T9" fmla="*/ 112 h 1086"/>
                <a:gd name="T10" fmla="*/ 413 w 414"/>
                <a:gd name="T11" fmla="*/ 973 h 1086"/>
              </a:gdLst>
              <a:ahLst/>
              <a:cxnLst>
                <a:cxn ang="0">
                  <a:pos x="T0" y="T1"/>
                </a:cxn>
                <a:cxn ang="0">
                  <a:pos x="T2" y="T3"/>
                </a:cxn>
                <a:cxn ang="0">
                  <a:pos x="T4" y="T5"/>
                </a:cxn>
                <a:cxn ang="0">
                  <a:pos x="T6" y="T7"/>
                </a:cxn>
                <a:cxn ang="0">
                  <a:pos x="T8" y="T9"/>
                </a:cxn>
                <a:cxn ang="0">
                  <a:pos x="T10" y="T11"/>
                </a:cxn>
              </a:cxnLst>
              <a:rect l="0" t="0" r="r" b="b"/>
              <a:pathLst>
                <a:path w="414" h="1086">
                  <a:moveTo>
                    <a:pt x="413" y="973"/>
                  </a:moveTo>
                  <a:lnTo>
                    <a:pt x="413" y="973"/>
                  </a:lnTo>
                  <a:cubicBezTo>
                    <a:pt x="301" y="1085"/>
                    <a:pt x="301" y="1085"/>
                    <a:pt x="301" y="1085"/>
                  </a:cubicBezTo>
                  <a:cubicBezTo>
                    <a:pt x="0" y="784"/>
                    <a:pt x="0" y="302"/>
                    <a:pt x="301" y="0"/>
                  </a:cubicBezTo>
                  <a:cubicBezTo>
                    <a:pt x="413" y="112"/>
                    <a:pt x="413" y="112"/>
                    <a:pt x="413" y="112"/>
                  </a:cubicBezTo>
                  <a:cubicBezTo>
                    <a:pt x="172" y="345"/>
                    <a:pt x="172" y="732"/>
                    <a:pt x="413" y="973"/>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4" name="Freeform 11"/>
            <p:cNvSpPr>
              <a:spLocks noChangeArrowheads="1"/>
            </p:cNvSpPr>
            <p:nvPr/>
          </p:nvSpPr>
          <p:spPr bwMode="auto">
            <a:xfrm>
              <a:off x="6181821" y="4742050"/>
              <a:ext cx="1197037" cy="457446"/>
            </a:xfrm>
            <a:custGeom>
              <a:avLst/>
              <a:gdLst>
                <a:gd name="T0" fmla="*/ 1084 w 1085"/>
                <a:gd name="T1" fmla="*/ 301 h 414"/>
                <a:gd name="T2" fmla="*/ 1084 w 1085"/>
                <a:gd name="T3" fmla="*/ 301 h 414"/>
                <a:gd name="T4" fmla="*/ 972 w 1085"/>
                <a:gd name="T5" fmla="*/ 413 h 414"/>
                <a:gd name="T6" fmla="*/ 112 w 1085"/>
                <a:gd name="T7" fmla="*/ 413 h 414"/>
                <a:gd name="T8" fmla="*/ 0 w 1085"/>
                <a:gd name="T9" fmla="*/ 301 h 414"/>
                <a:gd name="T10" fmla="*/ 1084 w 1085"/>
                <a:gd name="T11" fmla="*/ 301 h 414"/>
              </a:gdLst>
              <a:ahLst/>
              <a:cxnLst>
                <a:cxn ang="0">
                  <a:pos x="T0" y="T1"/>
                </a:cxn>
                <a:cxn ang="0">
                  <a:pos x="T2" y="T3"/>
                </a:cxn>
                <a:cxn ang="0">
                  <a:pos x="T4" y="T5"/>
                </a:cxn>
                <a:cxn ang="0">
                  <a:pos x="T6" y="T7"/>
                </a:cxn>
                <a:cxn ang="0">
                  <a:pos x="T8" y="T9"/>
                </a:cxn>
                <a:cxn ang="0">
                  <a:pos x="T10" y="T11"/>
                </a:cxn>
              </a:cxnLst>
              <a:rect l="0" t="0" r="r" b="b"/>
              <a:pathLst>
                <a:path w="1085" h="414">
                  <a:moveTo>
                    <a:pt x="1084" y="301"/>
                  </a:moveTo>
                  <a:lnTo>
                    <a:pt x="1084" y="301"/>
                  </a:lnTo>
                  <a:cubicBezTo>
                    <a:pt x="972" y="413"/>
                    <a:pt x="972" y="413"/>
                    <a:pt x="972" y="413"/>
                  </a:cubicBezTo>
                  <a:cubicBezTo>
                    <a:pt x="731" y="172"/>
                    <a:pt x="344" y="172"/>
                    <a:pt x="112" y="413"/>
                  </a:cubicBezTo>
                  <a:cubicBezTo>
                    <a:pt x="0" y="301"/>
                    <a:pt x="0" y="301"/>
                    <a:pt x="0" y="301"/>
                  </a:cubicBezTo>
                  <a:cubicBezTo>
                    <a:pt x="301" y="0"/>
                    <a:pt x="783" y="0"/>
                    <a:pt x="1084" y="301"/>
                  </a:cubicBezTo>
                </a:path>
              </a:pathLst>
            </a:custGeom>
            <a:solidFill>
              <a:schemeClr val="bg1">
                <a:lumMod val="8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5" name="Freeform 12"/>
            <p:cNvSpPr>
              <a:spLocks noChangeArrowheads="1"/>
            </p:cNvSpPr>
            <p:nvPr/>
          </p:nvSpPr>
          <p:spPr bwMode="auto">
            <a:xfrm>
              <a:off x="7084322" y="5456151"/>
              <a:ext cx="1304991" cy="1607414"/>
            </a:xfrm>
            <a:custGeom>
              <a:avLst/>
              <a:gdLst>
                <a:gd name="T0" fmla="*/ 1180 w 1181"/>
                <a:gd name="T1" fmla="*/ 1083 h 1454"/>
                <a:gd name="T2" fmla="*/ 1180 w 1181"/>
                <a:gd name="T3" fmla="*/ 1083 h 1454"/>
                <a:gd name="T4" fmla="*/ 1068 w 1181"/>
                <a:gd name="T5" fmla="*/ 964 h 1454"/>
                <a:gd name="T6" fmla="*/ 663 w 1181"/>
                <a:gd name="T7" fmla="*/ 0 h 1454"/>
                <a:gd name="T8" fmla="*/ 0 w 1181"/>
                <a:gd name="T9" fmla="*/ 654 h 1454"/>
                <a:gd name="T10" fmla="*/ 809 w 1181"/>
                <a:gd name="T11" fmla="*/ 1453 h 1454"/>
                <a:gd name="T12" fmla="*/ 1180 w 1181"/>
                <a:gd name="T13" fmla="*/ 1083 h 1454"/>
              </a:gdLst>
              <a:ahLst/>
              <a:cxnLst>
                <a:cxn ang="0">
                  <a:pos x="T0" y="T1"/>
                </a:cxn>
                <a:cxn ang="0">
                  <a:pos x="T2" y="T3"/>
                </a:cxn>
                <a:cxn ang="0">
                  <a:pos x="T4" y="T5"/>
                </a:cxn>
                <a:cxn ang="0">
                  <a:pos x="T6" y="T7"/>
                </a:cxn>
                <a:cxn ang="0">
                  <a:pos x="T8" y="T9"/>
                </a:cxn>
                <a:cxn ang="0">
                  <a:pos x="T10" y="T11"/>
                </a:cxn>
                <a:cxn ang="0">
                  <a:pos x="T12" y="T13"/>
                </a:cxn>
              </a:cxnLst>
              <a:rect l="0" t="0" r="r" b="b"/>
              <a:pathLst>
                <a:path w="1181" h="1454">
                  <a:moveTo>
                    <a:pt x="1180" y="1083"/>
                  </a:moveTo>
                  <a:lnTo>
                    <a:pt x="1180" y="1083"/>
                  </a:lnTo>
                  <a:cubicBezTo>
                    <a:pt x="1145" y="1050"/>
                    <a:pt x="1102" y="1007"/>
                    <a:pt x="1068" y="964"/>
                  </a:cubicBezTo>
                  <a:cubicBezTo>
                    <a:pt x="775" y="585"/>
                    <a:pt x="758" y="361"/>
                    <a:pt x="663" y="0"/>
                  </a:cubicBezTo>
                  <a:cubicBezTo>
                    <a:pt x="0" y="654"/>
                    <a:pt x="0" y="654"/>
                    <a:pt x="0" y="654"/>
                  </a:cubicBezTo>
                  <a:cubicBezTo>
                    <a:pt x="809" y="1453"/>
                    <a:pt x="809" y="1453"/>
                    <a:pt x="809" y="1453"/>
                  </a:cubicBezTo>
                  <a:lnTo>
                    <a:pt x="1180" y="1083"/>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6" name="Freeform 13"/>
            <p:cNvSpPr>
              <a:spLocks noChangeArrowheads="1"/>
            </p:cNvSpPr>
            <p:nvPr/>
          </p:nvSpPr>
          <p:spPr bwMode="auto">
            <a:xfrm>
              <a:off x="6668856" y="5564089"/>
              <a:ext cx="1406596" cy="1709069"/>
            </a:xfrm>
            <a:custGeom>
              <a:avLst/>
              <a:gdLst>
                <a:gd name="T0" fmla="*/ 1067 w 1274"/>
                <a:gd name="T1" fmla="*/ 0 h 1550"/>
                <a:gd name="T2" fmla="*/ 1067 w 1274"/>
                <a:gd name="T3" fmla="*/ 0 h 1550"/>
                <a:gd name="T4" fmla="*/ 0 w 1274"/>
                <a:gd name="T5" fmla="*/ 1067 h 1550"/>
                <a:gd name="T6" fmla="*/ 998 w 1274"/>
                <a:gd name="T7" fmla="*/ 1549 h 1550"/>
                <a:gd name="T8" fmla="*/ 1273 w 1274"/>
                <a:gd name="T9" fmla="*/ 1273 h 1550"/>
                <a:gd name="T10" fmla="*/ 680 w 1274"/>
                <a:gd name="T11" fmla="*/ 680 h 1550"/>
                <a:gd name="T12" fmla="*/ 1119 w 1274"/>
                <a:gd name="T13" fmla="*/ 241 h 1550"/>
                <a:gd name="T14" fmla="*/ 1067 w 1274"/>
                <a:gd name="T15" fmla="*/ 0 h 1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4" h="1550">
                  <a:moveTo>
                    <a:pt x="1067" y="0"/>
                  </a:moveTo>
                  <a:lnTo>
                    <a:pt x="1067" y="0"/>
                  </a:lnTo>
                  <a:cubicBezTo>
                    <a:pt x="0" y="1067"/>
                    <a:pt x="0" y="1067"/>
                    <a:pt x="0" y="1067"/>
                  </a:cubicBezTo>
                  <a:cubicBezTo>
                    <a:pt x="774" y="1342"/>
                    <a:pt x="998" y="1549"/>
                    <a:pt x="998" y="1549"/>
                  </a:cubicBezTo>
                  <a:cubicBezTo>
                    <a:pt x="1273" y="1273"/>
                    <a:pt x="1273" y="1273"/>
                    <a:pt x="1273" y="1273"/>
                  </a:cubicBezTo>
                  <a:cubicBezTo>
                    <a:pt x="680" y="680"/>
                    <a:pt x="680" y="680"/>
                    <a:pt x="680" y="680"/>
                  </a:cubicBezTo>
                  <a:cubicBezTo>
                    <a:pt x="1119" y="241"/>
                    <a:pt x="1119" y="241"/>
                    <a:pt x="1119" y="241"/>
                  </a:cubicBezTo>
                  <a:cubicBezTo>
                    <a:pt x="1119" y="241"/>
                    <a:pt x="1084" y="130"/>
                    <a:pt x="1067" y="0"/>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7" name="Freeform 14"/>
            <p:cNvSpPr>
              <a:spLocks noChangeArrowheads="1"/>
            </p:cNvSpPr>
            <p:nvPr/>
          </p:nvSpPr>
          <p:spPr bwMode="auto">
            <a:xfrm>
              <a:off x="8074744" y="6649014"/>
              <a:ext cx="819192" cy="819591"/>
            </a:xfrm>
            <a:custGeom>
              <a:avLst/>
              <a:gdLst>
                <a:gd name="T0" fmla="*/ 646 w 742"/>
                <a:gd name="T1" fmla="*/ 560 h 741"/>
                <a:gd name="T2" fmla="*/ 741 w 742"/>
                <a:gd name="T3" fmla="*/ 465 h 741"/>
                <a:gd name="T4" fmla="*/ 285 w 742"/>
                <a:gd name="T5" fmla="*/ 0 h 741"/>
                <a:gd name="T6" fmla="*/ 190 w 742"/>
                <a:gd name="T7" fmla="*/ 95 h 741"/>
                <a:gd name="T8" fmla="*/ 190 w 742"/>
                <a:gd name="T9" fmla="*/ 95 h 741"/>
                <a:gd name="T10" fmla="*/ 181 w 742"/>
                <a:gd name="T11" fmla="*/ 95 h 741"/>
                <a:gd name="T12" fmla="*/ 95 w 742"/>
                <a:gd name="T13" fmla="*/ 189 h 741"/>
                <a:gd name="T14" fmla="*/ 95 w 742"/>
                <a:gd name="T15" fmla="*/ 189 h 741"/>
                <a:gd name="T16" fmla="*/ 0 w 742"/>
                <a:gd name="T17" fmla="*/ 284 h 741"/>
                <a:gd name="T18" fmla="*/ 457 w 742"/>
                <a:gd name="T19" fmla="*/ 740 h 741"/>
                <a:gd name="T20" fmla="*/ 551 w 742"/>
                <a:gd name="T21" fmla="*/ 645 h 741"/>
                <a:gd name="T22" fmla="*/ 646 w 742"/>
                <a:gd name="T23" fmla="*/ 560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2" h="741">
                  <a:moveTo>
                    <a:pt x="646" y="560"/>
                  </a:moveTo>
                  <a:lnTo>
                    <a:pt x="741" y="465"/>
                  </a:lnTo>
                  <a:lnTo>
                    <a:pt x="285" y="0"/>
                  </a:lnTo>
                  <a:lnTo>
                    <a:pt x="190" y="95"/>
                  </a:lnTo>
                  <a:lnTo>
                    <a:pt x="190" y="95"/>
                  </a:lnTo>
                  <a:lnTo>
                    <a:pt x="181" y="95"/>
                  </a:lnTo>
                  <a:lnTo>
                    <a:pt x="95" y="189"/>
                  </a:lnTo>
                  <a:lnTo>
                    <a:pt x="95" y="189"/>
                  </a:lnTo>
                  <a:lnTo>
                    <a:pt x="0" y="284"/>
                  </a:lnTo>
                  <a:lnTo>
                    <a:pt x="457" y="740"/>
                  </a:lnTo>
                  <a:lnTo>
                    <a:pt x="551" y="645"/>
                  </a:lnTo>
                  <a:lnTo>
                    <a:pt x="646" y="560"/>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8" name="Freeform 15"/>
            <p:cNvSpPr>
              <a:spLocks noChangeArrowheads="1"/>
            </p:cNvSpPr>
            <p:nvPr/>
          </p:nvSpPr>
          <p:spPr bwMode="auto">
            <a:xfrm>
              <a:off x="7754323" y="6962335"/>
              <a:ext cx="828718" cy="819591"/>
            </a:xfrm>
            <a:custGeom>
              <a:avLst/>
              <a:gdLst>
                <a:gd name="T0" fmla="*/ 646 w 750"/>
                <a:gd name="T1" fmla="*/ 551 h 741"/>
                <a:gd name="T2" fmla="*/ 749 w 750"/>
                <a:gd name="T3" fmla="*/ 456 h 741"/>
                <a:gd name="T4" fmla="*/ 284 w 750"/>
                <a:gd name="T5" fmla="*/ 0 h 741"/>
                <a:gd name="T6" fmla="*/ 190 w 750"/>
                <a:gd name="T7" fmla="*/ 95 h 741"/>
                <a:gd name="T8" fmla="*/ 190 w 750"/>
                <a:gd name="T9" fmla="*/ 95 h 741"/>
                <a:gd name="T10" fmla="*/ 190 w 750"/>
                <a:gd name="T11" fmla="*/ 95 h 741"/>
                <a:gd name="T12" fmla="*/ 95 w 750"/>
                <a:gd name="T13" fmla="*/ 189 h 741"/>
                <a:gd name="T14" fmla="*/ 95 w 750"/>
                <a:gd name="T15" fmla="*/ 189 h 741"/>
                <a:gd name="T16" fmla="*/ 0 w 750"/>
                <a:gd name="T17" fmla="*/ 284 h 741"/>
                <a:gd name="T18" fmla="*/ 465 w 750"/>
                <a:gd name="T19" fmla="*/ 740 h 741"/>
                <a:gd name="T20" fmla="*/ 560 w 750"/>
                <a:gd name="T21" fmla="*/ 646 h 741"/>
                <a:gd name="T22" fmla="*/ 646 w 750"/>
                <a:gd name="T23" fmla="*/ 551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0" h="741">
                  <a:moveTo>
                    <a:pt x="646" y="551"/>
                  </a:moveTo>
                  <a:lnTo>
                    <a:pt x="749" y="456"/>
                  </a:lnTo>
                  <a:lnTo>
                    <a:pt x="284" y="0"/>
                  </a:lnTo>
                  <a:lnTo>
                    <a:pt x="190" y="95"/>
                  </a:lnTo>
                  <a:lnTo>
                    <a:pt x="190" y="95"/>
                  </a:lnTo>
                  <a:lnTo>
                    <a:pt x="190" y="95"/>
                  </a:lnTo>
                  <a:lnTo>
                    <a:pt x="95" y="189"/>
                  </a:lnTo>
                  <a:lnTo>
                    <a:pt x="95" y="189"/>
                  </a:lnTo>
                  <a:lnTo>
                    <a:pt x="0" y="284"/>
                  </a:lnTo>
                  <a:lnTo>
                    <a:pt x="465" y="740"/>
                  </a:lnTo>
                  <a:lnTo>
                    <a:pt x="560" y="646"/>
                  </a:lnTo>
                  <a:lnTo>
                    <a:pt x="646" y="551"/>
                  </a:lnTo>
                </a:path>
              </a:pathLst>
            </a:custGeom>
            <a:solidFill>
              <a:schemeClr val="accent1">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79" name="Freeform 16"/>
            <p:cNvSpPr>
              <a:spLocks noChangeArrowheads="1"/>
            </p:cNvSpPr>
            <p:nvPr/>
          </p:nvSpPr>
          <p:spPr bwMode="auto">
            <a:xfrm>
              <a:off x="6465391" y="6005628"/>
              <a:ext cx="787440" cy="790999"/>
            </a:xfrm>
            <a:custGeom>
              <a:avLst/>
              <a:gdLst>
                <a:gd name="T0" fmla="*/ 585 w 715"/>
                <a:gd name="T1" fmla="*/ 0 h 714"/>
                <a:gd name="T2" fmla="*/ 585 w 715"/>
                <a:gd name="T3" fmla="*/ 0 h 714"/>
                <a:gd name="T4" fmla="*/ 26 w 715"/>
                <a:gd name="T5" fmla="*/ 551 h 714"/>
                <a:gd name="T6" fmla="*/ 26 w 715"/>
                <a:gd name="T7" fmla="*/ 653 h 714"/>
                <a:gd name="T8" fmla="*/ 60 w 715"/>
                <a:gd name="T9" fmla="*/ 687 h 714"/>
                <a:gd name="T10" fmla="*/ 164 w 715"/>
                <a:gd name="T11" fmla="*/ 687 h 714"/>
                <a:gd name="T12" fmla="*/ 714 w 715"/>
                <a:gd name="T13" fmla="*/ 129 h 714"/>
                <a:gd name="T14" fmla="*/ 585 w 715"/>
                <a:gd name="T15" fmla="*/ 0 h 7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714">
                  <a:moveTo>
                    <a:pt x="585" y="0"/>
                  </a:moveTo>
                  <a:lnTo>
                    <a:pt x="585" y="0"/>
                  </a:lnTo>
                  <a:cubicBezTo>
                    <a:pt x="26" y="551"/>
                    <a:pt x="26" y="551"/>
                    <a:pt x="26" y="551"/>
                  </a:cubicBezTo>
                  <a:cubicBezTo>
                    <a:pt x="0" y="575"/>
                    <a:pt x="0" y="619"/>
                    <a:pt x="26" y="653"/>
                  </a:cubicBezTo>
                  <a:cubicBezTo>
                    <a:pt x="60" y="687"/>
                    <a:pt x="60" y="687"/>
                    <a:pt x="60" y="687"/>
                  </a:cubicBezTo>
                  <a:cubicBezTo>
                    <a:pt x="95" y="713"/>
                    <a:pt x="138" y="713"/>
                    <a:pt x="164" y="687"/>
                  </a:cubicBezTo>
                  <a:cubicBezTo>
                    <a:pt x="714" y="129"/>
                    <a:pt x="714" y="129"/>
                    <a:pt x="714" y="129"/>
                  </a:cubicBezTo>
                  <a:lnTo>
                    <a:pt x="585" y="0"/>
                  </a:lnTo>
                </a:path>
              </a:pathLst>
            </a:custGeom>
            <a:solidFill>
              <a:schemeClr val="accent1">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80" name="Freeform 17"/>
            <p:cNvSpPr>
              <a:spLocks noChangeArrowheads="1"/>
            </p:cNvSpPr>
            <p:nvPr/>
          </p:nvSpPr>
          <p:spPr bwMode="auto">
            <a:xfrm>
              <a:off x="7117330" y="5365154"/>
              <a:ext cx="790615" cy="787823"/>
            </a:xfrm>
            <a:custGeom>
              <a:avLst/>
              <a:gdLst>
                <a:gd name="T0" fmla="*/ 129 w 716"/>
                <a:gd name="T1" fmla="*/ 714 h 715"/>
                <a:gd name="T2" fmla="*/ 129 w 716"/>
                <a:gd name="T3" fmla="*/ 714 h 715"/>
                <a:gd name="T4" fmla="*/ 689 w 716"/>
                <a:gd name="T5" fmla="*/ 155 h 715"/>
                <a:gd name="T6" fmla="*/ 689 w 716"/>
                <a:gd name="T7" fmla="*/ 60 h 715"/>
                <a:gd name="T8" fmla="*/ 654 w 716"/>
                <a:gd name="T9" fmla="*/ 25 h 715"/>
                <a:gd name="T10" fmla="*/ 551 w 716"/>
                <a:gd name="T11" fmla="*/ 25 h 715"/>
                <a:gd name="T12" fmla="*/ 0 w 716"/>
                <a:gd name="T13" fmla="*/ 585 h 715"/>
                <a:gd name="T14" fmla="*/ 129 w 716"/>
                <a:gd name="T15" fmla="*/ 714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6" h="715">
                  <a:moveTo>
                    <a:pt x="129" y="714"/>
                  </a:moveTo>
                  <a:lnTo>
                    <a:pt x="129" y="714"/>
                  </a:lnTo>
                  <a:cubicBezTo>
                    <a:pt x="689" y="155"/>
                    <a:pt x="689" y="155"/>
                    <a:pt x="689" y="155"/>
                  </a:cubicBezTo>
                  <a:cubicBezTo>
                    <a:pt x="715" y="129"/>
                    <a:pt x="715" y="86"/>
                    <a:pt x="689" y="60"/>
                  </a:cubicBezTo>
                  <a:cubicBezTo>
                    <a:pt x="654" y="25"/>
                    <a:pt x="654" y="25"/>
                    <a:pt x="654" y="25"/>
                  </a:cubicBezTo>
                  <a:cubicBezTo>
                    <a:pt x="628" y="0"/>
                    <a:pt x="585" y="0"/>
                    <a:pt x="551" y="25"/>
                  </a:cubicBezTo>
                  <a:cubicBezTo>
                    <a:pt x="0" y="585"/>
                    <a:pt x="0" y="585"/>
                    <a:pt x="0" y="585"/>
                  </a:cubicBezTo>
                  <a:lnTo>
                    <a:pt x="129" y="714"/>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485" name="Group 484"/>
          <p:cNvGrpSpPr>
            <a:grpSpLocks/>
          </p:cNvGrpSpPr>
          <p:nvPr/>
        </p:nvGrpSpPr>
        <p:grpSpPr bwMode="auto">
          <a:xfrm>
            <a:off x="9483725" y="1758950"/>
            <a:ext cx="676275" cy="581025"/>
            <a:chOff x="20798282" y="5004235"/>
            <a:chExt cx="1354409" cy="1159529"/>
          </a:xfrm>
        </p:grpSpPr>
        <p:sp>
          <p:nvSpPr>
            <p:cNvPr id="486" name="Freeform 18"/>
            <p:cNvSpPr>
              <a:spLocks noChangeArrowheads="1"/>
            </p:cNvSpPr>
            <p:nvPr/>
          </p:nvSpPr>
          <p:spPr bwMode="auto">
            <a:xfrm>
              <a:off x="20798282" y="5194322"/>
              <a:ext cx="677206" cy="969442"/>
            </a:xfrm>
            <a:custGeom>
              <a:avLst/>
              <a:gdLst>
                <a:gd name="T0" fmla="*/ 0 w 612"/>
                <a:gd name="T1" fmla="*/ 0 h 879"/>
                <a:gd name="T2" fmla="*/ 0 w 612"/>
                <a:gd name="T3" fmla="*/ 878 h 879"/>
                <a:gd name="T4" fmla="*/ 611 w 612"/>
                <a:gd name="T5" fmla="*/ 878 h 879"/>
                <a:gd name="T6" fmla="*/ 611 w 612"/>
                <a:gd name="T7" fmla="*/ 0 h 879"/>
                <a:gd name="T8" fmla="*/ 0 w 612"/>
                <a:gd name="T9" fmla="*/ 0 h 879"/>
              </a:gdLst>
              <a:ahLst/>
              <a:cxnLst>
                <a:cxn ang="0">
                  <a:pos x="T0" y="T1"/>
                </a:cxn>
                <a:cxn ang="0">
                  <a:pos x="T2" y="T3"/>
                </a:cxn>
                <a:cxn ang="0">
                  <a:pos x="T4" y="T5"/>
                </a:cxn>
                <a:cxn ang="0">
                  <a:pos x="T6" y="T7"/>
                </a:cxn>
                <a:cxn ang="0">
                  <a:pos x="T8" y="T9"/>
                </a:cxn>
              </a:cxnLst>
              <a:rect l="0" t="0" r="r" b="b"/>
              <a:pathLst>
                <a:path w="612" h="879">
                  <a:moveTo>
                    <a:pt x="0" y="0"/>
                  </a:moveTo>
                  <a:lnTo>
                    <a:pt x="0" y="878"/>
                  </a:lnTo>
                  <a:lnTo>
                    <a:pt x="611" y="878"/>
                  </a:lnTo>
                  <a:lnTo>
                    <a:pt x="611" y="0"/>
                  </a:lnTo>
                  <a:lnTo>
                    <a:pt x="0" y="0"/>
                  </a:lnTo>
                </a:path>
              </a:pathLst>
            </a:custGeom>
            <a:solidFill>
              <a:schemeClr val="accent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87" name="Freeform 19"/>
            <p:cNvSpPr>
              <a:spLocks noChangeArrowheads="1"/>
            </p:cNvSpPr>
            <p:nvPr/>
          </p:nvSpPr>
          <p:spPr bwMode="auto">
            <a:xfrm>
              <a:off x="21475488" y="5194322"/>
              <a:ext cx="677203" cy="969442"/>
            </a:xfrm>
            <a:custGeom>
              <a:avLst/>
              <a:gdLst>
                <a:gd name="T0" fmla="*/ 611 w 612"/>
                <a:gd name="T1" fmla="*/ 0 h 879"/>
                <a:gd name="T2" fmla="*/ 0 w 612"/>
                <a:gd name="T3" fmla="*/ 0 h 879"/>
                <a:gd name="T4" fmla="*/ 0 w 612"/>
                <a:gd name="T5" fmla="*/ 878 h 879"/>
                <a:gd name="T6" fmla="*/ 611 w 612"/>
                <a:gd name="T7" fmla="*/ 878 h 879"/>
                <a:gd name="T8" fmla="*/ 611 w 612"/>
                <a:gd name="T9" fmla="*/ 0 h 879"/>
              </a:gdLst>
              <a:ahLst/>
              <a:cxnLst>
                <a:cxn ang="0">
                  <a:pos x="T0" y="T1"/>
                </a:cxn>
                <a:cxn ang="0">
                  <a:pos x="T2" y="T3"/>
                </a:cxn>
                <a:cxn ang="0">
                  <a:pos x="T4" y="T5"/>
                </a:cxn>
                <a:cxn ang="0">
                  <a:pos x="T6" y="T7"/>
                </a:cxn>
                <a:cxn ang="0">
                  <a:pos x="T8" y="T9"/>
                </a:cxn>
              </a:cxnLst>
              <a:rect l="0" t="0" r="r" b="b"/>
              <a:pathLst>
                <a:path w="612" h="879">
                  <a:moveTo>
                    <a:pt x="611" y="0"/>
                  </a:moveTo>
                  <a:lnTo>
                    <a:pt x="0" y="0"/>
                  </a:lnTo>
                  <a:lnTo>
                    <a:pt x="0" y="878"/>
                  </a:lnTo>
                  <a:lnTo>
                    <a:pt x="611" y="878"/>
                  </a:lnTo>
                  <a:lnTo>
                    <a:pt x="611" y="0"/>
                  </a:lnTo>
                </a:path>
              </a:pathLst>
            </a:custGeom>
            <a:solidFill>
              <a:schemeClr val="accent2">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88" name="Freeform 20"/>
            <p:cNvSpPr>
              <a:spLocks noChangeArrowheads="1"/>
            </p:cNvSpPr>
            <p:nvPr/>
          </p:nvSpPr>
          <p:spPr bwMode="auto">
            <a:xfrm>
              <a:off x="20798282" y="5194322"/>
              <a:ext cx="1348050" cy="437199"/>
            </a:xfrm>
            <a:custGeom>
              <a:avLst/>
              <a:gdLst>
                <a:gd name="T0" fmla="*/ 0 w 1223"/>
                <a:gd name="T1" fmla="*/ 0 h 397"/>
                <a:gd name="T2" fmla="*/ 232 w 1223"/>
                <a:gd name="T3" fmla="*/ 396 h 397"/>
                <a:gd name="T4" fmla="*/ 990 w 1223"/>
                <a:gd name="T5" fmla="*/ 396 h 397"/>
                <a:gd name="T6" fmla="*/ 1222 w 1223"/>
                <a:gd name="T7" fmla="*/ 0 h 397"/>
                <a:gd name="T8" fmla="*/ 0 w 1223"/>
                <a:gd name="T9" fmla="*/ 0 h 397"/>
              </a:gdLst>
              <a:ahLst/>
              <a:cxnLst>
                <a:cxn ang="0">
                  <a:pos x="T0" y="T1"/>
                </a:cxn>
                <a:cxn ang="0">
                  <a:pos x="T2" y="T3"/>
                </a:cxn>
                <a:cxn ang="0">
                  <a:pos x="T4" y="T5"/>
                </a:cxn>
                <a:cxn ang="0">
                  <a:pos x="T6" y="T7"/>
                </a:cxn>
                <a:cxn ang="0">
                  <a:pos x="T8" y="T9"/>
                </a:cxn>
              </a:cxnLst>
              <a:rect l="0" t="0" r="r" b="b"/>
              <a:pathLst>
                <a:path w="1223" h="397">
                  <a:moveTo>
                    <a:pt x="0" y="0"/>
                  </a:moveTo>
                  <a:lnTo>
                    <a:pt x="232" y="396"/>
                  </a:lnTo>
                  <a:lnTo>
                    <a:pt x="990" y="396"/>
                  </a:lnTo>
                  <a:lnTo>
                    <a:pt x="1222" y="0"/>
                  </a:lnTo>
                  <a:lnTo>
                    <a:pt x="0" y="0"/>
                  </a:lnTo>
                </a:path>
              </a:pathLst>
            </a:custGeom>
            <a:solidFill>
              <a:schemeClr val="accent2">
                <a:lumMod val="60000"/>
                <a:lumOff val="4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89" name="Freeform 21"/>
            <p:cNvSpPr>
              <a:spLocks noChangeArrowheads="1"/>
            </p:cNvSpPr>
            <p:nvPr/>
          </p:nvSpPr>
          <p:spPr bwMode="auto">
            <a:xfrm>
              <a:off x="21396002" y="5514302"/>
              <a:ext cx="158968" cy="117219"/>
            </a:xfrm>
            <a:custGeom>
              <a:avLst/>
              <a:gdLst>
                <a:gd name="T0" fmla="*/ 138 w 139"/>
                <a:gd name="T1" fmla="*/ 0 h 105"/>
                <a:gd name="T2" fmla="*/ 0 w 139"/>
                <a:gd name="T3" fmla="*/ 0 h 105"/>
                <a:gd name="T4" fmla="*/ 0 w 139"/>
                <a:gd name="T5" fmla="*/ 104 h 105"/>
                <a:gd name="T6" fmla="*/ 138 w 139"/>
                <a:gd name="T7" fmla="*/ 104 h 105"/>
                <a:gd name="T8" fmla="*/ 138 w 139"/>
                <a:gd name="T9" fmla="*/ 0 h 105"/>
              </a:gdLst>
              <a:ahLst/>
              <a:cxnLst>
                <a:cxn ang="0">
                  <a:pos x="T0" y="T1"/>
                </a:cxn>
                <a:cxn ang="0">
                  <a:pos x="T2" y="T3"/>
                </a:cxn>
                <a:cxn ang="0">
                  <a:pos x="T4" y="T5"/>
                </a:cxn>
                <a:cxn ang="0">
                  <a:pos x="T6" y="T7"/>
                </a:cxn>
                <a:cxn ang="0">
                  <a:pos x="T8" y="T9"/>
                </a:cxn>
              </a:cxnLst>
              <a:rect l="0" t="0" r="r" b="b"/>
              <a:pathLst>
                <a:path w="139" h="105">
                  <a:moveTo>
                    <a:pt x="138" y="0"/>
                  </a:moveTo>
                  <a:lnTo>
                    <a:pt x="0" y="0"/>
                  </a:lnTo>
                  <a:lnTo>
                    <a:pt x="0" y="104"/>
                  </a:lnTo>
                  <a:lnTo>
                    <a:pt x="138" y="104"/>
                  </a:lnTo>
                  <a:lnTo>
                    <a:pt x="138" y="0"/>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0" name="Freeform 22"/>
            <p:cNvSpPr>
              <a:spLocks noChangeArrowheads="1"/>
            </p:cNvSpPr>
            <p:nvPr/>
          </p:nvSpPr>
          <p:spPr bwMode="auto">
            <a:xfrm>
              <a:off x="21396002" y="5628354"/>
              <a:ext cx="158968" cy="126724"/>
            </a:xfrm>
            <a:custGeom>
              <a:avLst/>
              <a:gdLst>
                <a:gd name="T0" fmla="*/ 0 w 139"/>
                <a:gd name="T1" fmla="*/ 0 h 113"/>
                <a:gd name="T2" fmla="*/ 0 w 139"/>
                <a:gd name="T3" fmla="*/ 112 h 113"/>
                <a:gd name="T4" fmla="*/ 138 w 139"/>
                <a:gd name="T5" fmla="*/ 112 h 113"/>
                <a:gd name="T6" fmla="*/ 138 w 139"/>
                <a:gd name="T7" fmla="*/ 0 h 113"/>
                <a:gd name="T8" fmla="*/ 0 w 139"/>
                <a:gd name="T9" fmla="*/ 0 h 113"/>
              </a:gdLst>
              <a:ahLst/>
              <a:cxnLst>
                <a:cxn ang="0">
                  <a:pos x="T0" y="T1"/>
                </a:cxn>
                <a:cxn ang="0">
                  <a:pos x="T2" y="T3"/>
                </a:cxn>
                <a:cxn ang="0">
                  <a:pos x="T4" y="T5"/>
                </a:cxn>
                <a:cxn ang="0">
                  <a:pos x="T6" y="T7"/>
                </a:cxn>
                <a:cxn ang="0">
                  <a:pos x="T8" y="T9"/>
                </a:cxn>
              </a:cxnLst>
              <a:rect l="0" t="0" r="r" b="b"/>
              <a:pathLst>
                <a:path w="139" h="113">
                  <a:moveTo>
                    <a:pt x="0" y="0"/>
                  </a:moveTo>
                  <a:lnTo>
                    <a:pt x="0" y="112"/>
                  </a:lnTo>
                  <a:lnTo>
                    <a:pt x="138" y="112"/>
                  </a:lnTo>
                  <a:lnTo>
                    <a:pt x="138" y="0"/>
                  </a:lnTo>
                  <a:lnTo>
                    <a:pt x="0" y="0"/>
                  </a:lnTo>
                </a:path>
              </a:pathLst>
            </a:custGeom>
            <a:solidFill>
              <a:schemeClr val="accent2">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1" name="Freeform 23"/>
            <p:cNvSpPr>
              <a:spLocks noChangeArrowheads="1"/>
            </p:cNvSpPr>
            <p:nvPr/>
          </p:nvSpPr>
          <p:spPr bwMode="auto">
            <a:xfrm>
              <a:off x="21179806" y="5004235"/>
              <a:ext cx="588183" cy="98212"/>
            </a:xfrm>
            <a:custGeom>
              <a:avLst/>
              <a:gdLst>
                <a:gd name="T0" fmla="*/ 534 w 535"/>
                <a:gd name="T1" fmla="*/ 86 h 87"/>
                <a:gd name="T2" fmla="*/ 0 w 535"/>
                <a:gd name="T3" fmla="*/ 86 h 87"/>
                <a:gd name="T4" fmla="*/ 0 w 535"/>
                <a:gd name="T5" fmla="*/ 0 h 87"/>
                <a:gd name="T6" fmla="*/ 534 w 535"/>
                <a:gd name="T7" fmla="*/ 0 h 87"/>
                <a:gd name="T8" fmla="*/ 534 w 535"/>
                <a:gd name="T9" fmla="*/ 86 h 87"/>
              </a:gdLst>
              <a:ahLst/>
              <a:cxnLst>
                <a:cxn ang="0">
                  <a:pos x="T0" y="T1"/>
                </a:cxn>
                <a:cxn ang="0">
                  <a:pos x="T2" y="T3"/>
                </a:cxn>
                <a:cxn ang="0">
                  <a:pos x="T4" y="T5"/>
                </a:cxn>
                <a:cxn ang="0">
                  <a:pos x="T6" y="T7"/>
                </a:cxn>
                <a:cxn ang="0">
                  <a:pos x="T8" y="T9"/>
                </a:cxn>
              </a:cxnLst>
              <a:rect l="0" t="0" r="r" b="b"/>
              <a:pathLst>
                <a:path w="535" h="87">
                  <a:moveTo>
                    <a:pt x="534" y="86"/>
                  </a:moveTo>
                  <a:lnTo>
                    <a:pt x="0" y="86"/>
                  </a:lnTo>
                  <a:lnTo>
                    <a:pt x="0" y="0"/>
                  </a:lnTo>
                  <a:lnTo>
                    <a:pt x="534" y="0"/>
                  </a:lnTo>
                  <a:lnTo>
                    <a:pt x="534" y="86"/>
                  </a:lnTo>
                </a:path>
              </a:pathLst>
            </a:custGeom>
            <a:solidFill>
              <a:schemeClr val="accent2">
                <a:lumMod val="60000"/>
                <a:lumOff val="4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2" name="Freeform 24"/>
            <p:cNvSpPr>
              <a:spLocks noChangeArrowheads="1"/>
            </p:cNvSpPr>
            <p:nvPr/>
          </p:nvSpPr>
          <p:spPr bwMode="auto">
            <a:xfrm>
              <a:off x="21227497" y="5096111"/>
              <a:ext cx="85842" cy="98210"/>
            </a:xfrm>
            <a:custGeom>
              <a:avLst/>
              <a:gdLst>
                <a:gd name="T0" fmla="*/ 77 w 78"/>
                <a:gd name="T1" fmla="*/ 86 h 87"/>
                <a:gd name="T2" fmla="*/ 0 w 78"/>
                <a:gd name="T3" fmla="*/ 86 h 87"/>
                <a:gd name="T4" fmla="*/ 0 w 78"/>
                <a:gd name="T5" fmla="*/ 0 h 87"/>
                <a:gd name="T6" fmla="*/ 77 w 78"/>
                <a:gd name="T7" fmla="*/ 0 h 87"/>
                <a:gd name="T8" fmla="*/ 77 w 78"/>
                <a:gd name="T9" fmla="*/ 86 h 87"/>
              </a:gdLst>
              <a:ahLst/>
              <a:cxnLst>
                <a:cxn ang="0">
                  <a:pos x="T0" y="T1"/>
                </a:cxn>
                <a:cxn ang="0">
                  <a:pos x="T2" y="T3"/>
                </a:cxn>
                <a:cxn ang="0">
                  <a:pos x="T4" y="T5"/>
                </a:cxn>
                <a:cxn ang="0">
                  <a:pos x="T6" y="T7"/>
                </a:cxn>
                <a:cxn ang="0">
                  <a:pos x="T8" y="T9"/>
                </a:cxn>
              </a:cxnLst>
              <a:rect l="0" t="0" r="r" b="b"/>
              <a:pathLst>
                <a:path w="78" h="87">
                  <a:moveTo>
                    <a:pt x="77" y="86"/>
                  </a:moveTo>
                  <a:lnTo>
                    <a:pt x="0" y="86"/>
                  </a:lnTo>
                  <a:lnTo>
                    <a:pt x="0" y="0"/>
                  </a:lnTo>
                  <a:lnTo>
                    <a:pt x="77" y="0"/>
                  </a:lnTo>
                  <a:lnTo>
                    <a:pt x="77" y="86"/>
                  </a:lnTo>
                </a:path>
              </a:pathLst>
            </a:custGeom>
            <a:solidFill>
              <a:schemeClr val="accent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3" name="Freeform 25"/>
            <p:cNvSpPr>
              <a:spLocks noChangeArrowheads="1"/>
            </p:cNvSpPr>
            <p:nvPr/>
          </p:nvSpPr>
          <p:spPr bwMode="auto">
            <a:xfrm>
              <a:off x="21637634" y="5096111"/>
              <a:ext cx="85844" cy="98210"/>
            </a:xfrm>
            <a:custGeom>
              <a:avLst/>
              <a:gdLst>
                <a:gd name="T0" fmla="*/ 78 w 79"/>
                <a:gd name="T1" fmla="*/ 86 h 87"/>
                <a:gd name="T2" fmla="*/ 0 w 79"/>
                <a:gd name="T3" fmla="*/ 86 h 87"/>
                <a:gd name="T4" fmla="*/ 0 w 79"/>
                <a:gd name="T5" fmla="*/ 0 h 87"/>
                <a:gd name="T6" fmla="*/ 78 w 79"/>
                <a:gd name="T7" fmla="*/ 0 h 87"/>
                <a:gd name="T8" fmla="*/ 78 w 79"/>
                <a:gd name="T9" fmla="*/ 86 h 87"/>
              </a:gdLst>
              <a:ahLst/>
              <a:cxnLst>
                <a:cxn ang="0">
                  <a:pos x="T0" y="T1"/>
                </a:cxn>
                <a:cxn ang="0">
                  <a:pos x="T2" y="T3"/>
                </a:cxn>
                <a:cxn ang="0">
                  <a:pos x="T4" y="T5"/>
                </a:cxn>
                <a:cxn ang="0">
                  <a:pos x="T6" y="T7"/>
                </a:cxn>
                <a:cxn ang="0">
                  <a:pos x="T8" y="T9"/>
                </a:cxn>
              </a:cxnLst>
              <a:rect l="0" t="0" r="r" b="b"/>
              <a:pathLst>
                <a:path w="79" h="87">
                  <a:moveTo>
                    <a:pt x="78" y="86"/>
                  </a:moveTo>
                  <a:lnTo>
                    <a:pt x="0" y="86"/>
                  </a:lnTo>
                  <a:lnTo>
                    <a:pt x="0" y="0"/>
                  </a:lnTo>
                  <a:lnTo>
                    <a:pt x="78" y="0"/>
                  </a:lnTo>
                  <a:lnTo>
                    <a:pt x="78" y="86"/>
                  </a:lnTo>
                </a:path>
              </a:pathLst>
            </a:custGeom>
            <a:solidFill>
              <a:schemeClr val="accent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494" name="Group 493"/>
          <p:cNvGrpSpPr>
            <a:grpSpLocks/>
          </p:cNvGrpSpPr>
          <p:nvPr/>
        </p:nvGrpSpPr>
        <p:grpSpPr bwMode="auto">
          <a:xfrm>
            <a:off x="9483725" y="3624263"/>
            <a:ext cx="1190625" cy="869950"/>
            <a:chOff x="18201520" y="5165008"/>
            <a:chExt cx="1612624" cy="1179017"/>
          </a:xfrm>
        </p:grpSpPr>
        <p:sp>
          <p:nvSpPr>
            <p:cNvPr id="495" name="Freeform 26"/>
            <p:cNvSpPr>
              <a:spLocks noChangeArrowheads="1"/>
            </p:cNvSpPr>
            <p:nvPr/>
          </p:nvSpPr>
          <p:spPr bwMode="auto">
            <a:xfrm>
              <a:off x="18289677" y="5315612"/>
              <a:ext cx="1328802" cy="901474"/>
            </a:xfrm>
            <a:custGeom>
              <a:avLst/>
              <a:gdLst>
                <a:gd name="T0" fmla="*/ 1205 w 1206"/>
                <a:gd name="T1" fmla="*/ 817 h 818"/>
                <a:gd name="T2" fmla="*/ 0 w 1206"/>
                <a:gd name="T3" fmla="*/ 817 h 818"/>
                <a:gd name="T4" fmla="*/ 0 w 1206"/>
                <a:gd name="T5" fmla="*/ 0 h 818"/>
                <a:gd name="T6" fmla="*/ 1205 w 1206"/>
                <a:gd name="T7" fmla="*/ 0 h 818"/>
                <a:gd name="T8" fmla="*/ 1205 w 1206"/>
                <a:gd name="T9" fmla="*/ 817 h 818"/>
              </a:gdLst>
              <a:ahLst/>
              <a:cxnLst>
                <a:cxn ang="0">
                  <a:pos x="T0" y="T1"/>
                </a:cxn>
                <a:cxn ang="0">
                  <a:pos x="T2" y="T3"/>
                </a:cxn>
                <a:cxn ang="0">
                  <a:pos x="T4" y="T5"/>
                </a:cxn>
                <a:cxn ang="0">
                  <a:pos x="T6" y="T7"/>
                </a:cxn>
                <a:cxn ang="0">
                  <a:pos x="T8" y="T9"/>
                </a:cxn>
              </a:cxnLst>
              <a:rect l="0" t="0" r="r" b="b"/>
              <a:pathLst>
                <a:path w="1206" h="818">
                  <a:moveTo>
                    <a:pt x="1205" y="817"/>
                  </a:moveTo>
                  <a:lnTo>
                    <a:pt x="0" y="817"/>
                  </a:lnTo>
                  <a:lnTo>
                    <a:pt x="0" y="0"/>
                  </a:lnTo>
                  <a:lnTo>
                    <a:pt x="1205" y="0"/>
                  </a:lnTo>
                  <a:lnTo>
                    <a:pt x="1205" y="817"/>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6" name="Freeform 27"/>
            <p:cNvSpPr>
              <a:spLocks noChangeArrowheads="1"/>
            </p:cNvSpPr>
            <p:nvPr/>
          </p:nvSpPr>
          <p:spPr bwMode="auto">
            <a:xfrm>
              <a:off x="18201520" y="6217086"/>
              <a:ext cx="1505116" cy="126939"/>
            </a:xfrm>
            <a:custGeom>
              <a:avLst/>
              <a:gdLst>
                <a:gd name="T0" fmla="*/ 60 w 1361"/>
                <a:gd name="T1" fmla="*/ 112 h 113"/>
                <a:gd name="T2" fmla="*/ 60 w 1361"/>
                <a:gd name="T3" fmla="*/ 112 h 113"/>
                <a:gd name="T4" fmla="*/ 336 w 1361"/>
                <a:gd name="T5" fmla="*/ 112 h 113"/>
                <a:gd name="T6" fmla="*/ 1300 w 1361"/>
                <a:gd name="T7" fmla="*/ 112 h 113"/>
                <a:gd name="T8" fmla="*/ 1360 w 1361"/>
                <a:gd name="T9" fmla="*/ 43 h 113"/>
                <a:gd name="T10" fmla="*/ 1360 w 1361"/>
                <a:gd name="T11" fmla="*/ 0 h 113"/>
                <a:gd name="T12" fmla="*/ 336 w 1361"/>
                <a:gd name="T13" fmla="*/ 0 h 113"/>
                <a:gd name="T14" fmla="*/ 0 w 1361"/>
                <a:gd name="T15" fmla="*/ 0 h 113"/>
                <a:gd name="T16" fmla="*/ 0 w 1361"/>
                <a:gd name="T17" fmla="*/ 43 h 113"/>
                <a:gd name="T18" fmla="*/ 60 w 1361"/>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1" h="113">
                  <a:moveTo>
                    <a:pt x="60" y="112"/>
                  </a:moveTo>
                  <a:lnTo>
                    <a:pt x="60" y="112"/>
                  </a:lnTo>
                  <a:cubicBezTo>
                    <a:pt x="336" y="112"/>
                    <a:pt x="336" y="112"/>
                    <a:pt x="336" y="112"/>
                  </a:cubicBezTo>
                  <a:cubicBezTo>
                    <a:pt x="1300" y="112"/>
                    <a:pt x="1300" y="112"/>
                    <a:pt x="1300" y="112"/>
                  </a:cubicBezTo>
                  <a:cubicBezTo>
                    <a:pt x="1334" y="112"/>
                    <a:pt x="1360" y="78"/>
                    <a:pt x="1360" y="43"/>
                  </a:cubicBezTo>
                  <a:cubicBezTo>
                    <a:pt x="1360" y="0"/>
                    <a:pt x="1360" y="0"/>
                    <a:pt x="1360" y="0"/>
                  </a:cubicBezTo>
                  <a:cubicBezTo>
                    <a:pt x="336" y="0"/>
                    <a:pt x="336" y="0"/>
                    <a:pt x="336" y="0"/>
                  </a:cubicBezTo>
                  <a:cubicBezTo>
                    <a:pt x="0" y="0"/>
                    <a:pt x="0" y="0"/>
                    <a:pt x="0" y="0"/>
                  </a:cubicBezTo>
                  <a:cubicBezTo>
                    <a:pt x="0" y="43"/>
                    <a:pt x="0" y="43"/>
                    <a:pt x="0" y="43"/>
                  </a:cubicBezTo>
                  <a:cubicBezTo>
                    <a:pt x="0" y="78"/>
                    <a:pt x="26" y="112"/>
                    <a:pt x="60" y="112"/>
                  </a:cubicBezTo>
                </a:path>
              </a:pathLst>
            </a:custGeom>
            <a:solidFill>
              <a:srgbClr val="30394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7" name="Freeform 28"/>
            <p:cNvSpPr>
              <a:spLocks noChangeArrowheads="1"/>
            </p:cNvSpPr>
            <p:nvPr/>
          </p:nvSpPr>
          <p:spPr bwMode="auto">
            <a:xfrm>
              <a:off x="18362783" y="5384460"/>
              <a:ext cx="1178291" cy="770234"/>
            </a:xfrm>
            <a:custGeom>
              <a:avLst/>
              <a:gdLst>
                <a:gd name="T0" fmla="*/ 0 w 1069"/>
                <a:gd name="T1" fmla="*/ 0 h 698"/>
                <a:gd name="T2" fmla="*/ 0 w 1069"/>
                <a:gd name="T3" fmla="*/ 697 h 698"/>
                <a:gd name="T4" fmla="*/ 1068 w 1069"/>
                <a:gd name="T5" fmla="*/ 697 h 698"/>
                <a:gd name="T6" fmla="*/ 1068 w 1069"/>
                <a:gd name="T7" fmla="*/ 0 h 698"/>
                <a:gd name="T8" fmla="*/ 0 w 1069"/>
                <a:gd name="T9" fmla="*/ 0 h 698"/>
              </a:gdLst>
              <a:ahLst/>
              <a:cxnLst>
                <a:cxn ang="0">
                  <a:pos x="T0" y="T1"/>
                </a:cxn>
                <a:cxn ang="0">
                  <a:pos x="T2" y="T3"/>
                </a:cxn>
                <a:cxn ang="0">
                  <a:pos x="T4" y="T5"/>
                </a:cxn>
                <a:cxn ang="0">
                  <a:pos x="T6" y="T7"/>
                </a:cxn>
                <a:cxn ang="0">
                  <a:pos x="T8" y="T9"/>
                </a:cxn>
              </a:cxnLst>
              <a:rect l="0" t="0" r="r" b="b"/>
              <a:pathLst>
                <a:path w="1069" h="698">
                  <a:moveTo>
                    <a:pt x="0" y="0"/>
                  </a:moveTo>
                  <a:lnTo>
                    <a:pt x="0" y="697"/>
                  </a:lnTo>
                  <a:lnTo>
                    <a:pt x="1068" y="697"/>
                  </a:lnTo>
                  <a:lnTo>
                    <a:pt x="1068" y="0"/>
                  </a:lnTo>
                  <a:lnTo>
                    <a:pt x="0" y="0"/>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8" name="Freeform 29"/>
            <p:cNvSpPr>
              <a:spLocks noChangeArrowheads="1"/>
            </p:cNvSpPr>
            <p:nvPr/>
          </p:nvSpPr>
          <p:spPr bwMode="auto">
            <a:xfrm>
              <a:off x="18401486" y="5715790"/>
              <a:ext cx="180614" cy="200088"/>
            </a:xfrm>
            <a:custGeom>
              <a:avLst/>
              <a:gdLst>
                <a:gd name="T0" fmla="*/ 163 w 164"/>
                <a:gd name="T1" fmla="*/ 129 h 182"/>
                <a:gd name="T2" fmla="*/ 163 w 164"/>
                <a:gd name="T3" fmla="*/ 129 h 182"/>
                <a:gd name="T4" fmla="*/ 43 w 164"/>
                <a:gd name="T5" fmla="*/ 0 h 182"/>
                <a:gd name="T6" fmla="*/ 0 w 164"/>
                <a:gd name="T7" fmla="*/ 52 h 182"/>
                <a:gd name="T8" fmla="*/ 138 w 164"/>
                <a:gd name="T9" fmla="*/ 181 h 182"/>
                <a:gd name="T10" fmla="*/ 163 w 164"/>
                <a:gd name="T11" fmla="*/ 129 h 182"/>
              </a:gdLst>
              <a:ahLst/>
              <a:cxnLst>
                <a:cxn ang="0">
                  <a:pos x="T0" y="T1"/>
                </a:cxn>
                <a:cxn ang="0">
                  <a:pos x="T2" y="T3"/>
                </a:cxn>
                <a:cxn ang="0">
                  <a:pos x="T4" y="T5"/>
                </a:cxn>
                <a:cxn ang="0">
                  <a:pos x="T6" y="T7"/>
                </a:cxn>
                <a:cxn ang="0">
                  <a:pos x="T8" y="T9"/>
                </a:cxn>
                <a:cxn ang="0">
                  <a:pos x="T10" y="T11"/>
                </a:cxn>
              </a:cxnLst>
              <a:rect l="0" t="0" r="r" b="b"/>
              <a:pathLst>
                <a:path w="164" h="182">
                  <a:moveTo>
                    <a:pt x="163" y="129"/>
                  </a:moveTo>
                  <a:lnTo>
                    <a:pt x="163" y="129"/>
                  </a:lnTo>
                  <a:cubicBezTo>
                    <a:pt x="43" y="0"/>
                    <a:pt x="43" y="0"/>
                    <a:pt x="43" y="0"/>
                  </a:cubicBezTo>
                  <a:cubicBezTo>
                    <a:pt x="0" y="52"/>
                    <a:pt x="0" y="52"/>
                    <a:pt x="0" y="52"/>
                  </a:cubicBezTo>
                  <a:cubicBezTo>
                    <a:pt x="138" y="181"/>
                    <a:pt x="138" y="181"/>
                    <a:pt x="138" y="181"/>
                  </a:cubicBezTo>
                  <a:cubicBezTo>
                    <a:pt x="138" y="164"/>
                    <a:pt x="146" y="138"/>
                    <a:pt x="163" y="129"/>
                  </a:cubicBezTo>
                </a:path>
              </a:pathLst>
            </a:custGeom>
            <a:solidFill>
              <a:schemeClr val="accent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499" name="Freeform 30"/>
            <p:cNvSpPr>
              <a:spLocks noChangeArrowheads="1"/>
            </p:cNvSpPr>
            <p:nvPr/>
          </p:nvSpPr>
          <p:spPr bwMode="auto">
            <a:xfrm>
              <a:off x="18917526" y="5724396"/>
              <a:ext cx="126859" cy="122634"/>
            </a:xfrm>
            <a:custGeom>
              <a:avLst/>
              <a:gdLst>
                <a:gd name="T0" fmla="*/ 112 w 113"/>
                <a:gd name="T1" fmla="*/ 69 h 112"/>
                <a:gd name="T2" fmla="*/ 112 w 113"/>
                <a:gd name="T3" fmla="*/ 69 h 112"/>
                <a:gd name="T4" fmla="*/ 43 w 113"/>
                <a:gd name="T5" fmla="*/ 0 h 112"/>
                <a:gd name="T6" fmla="*/ 0 w 113"/>
                <a:gd name="T7" fmla="*/ 43 h 112"/>
                <a:gd name="T8" fmla="*/ 68 w 113"/>
                <a:gd name="T9" fmla="*/ 111 h 112"/>
                <a:gd name="T10" fmla="*/ 112 w 113"/>
                <a:gd name="T11" fmla="*/ 69 h 112"/>
              </a:gdLst>
              <a:ahLst/>
              <a:cxnLst>
                <a:cxn ang="0">
                  <a:pos x="T0" y="T1"/>
                </a:cxn>
                <a:cxn ang="0">
                  <a:pos x="T2" y="T3"/>
                </a:cxn>
                <a:cxn ang="0">
                  <a:pos x="T4" y="T5"/>
                </a:cxn>
                <a:cxn ang="0">
                  <a:pos x="T6" y="T7"/>
                </a:cxn>
                <a:cxn ang="0">
                  <a:pos x="T8" y="T9"/>
                </a:cxn>
                <a:cxn ang="0">
                  <a:pos x="T10" y="T11"/>
                </a:cxn>
              </a:cxnLst>
              <a:rect l="0" t="0" r="r" b="b"/>
              <a:pathLst>
                <a:path w="113" h="112">
                  <a:moveTo>
                    <a:pt x="112" y="69"/>
                  </a:moveTo>
                  <a:lnTo>
                    <a:pt x="112" y="69"/>
                  </a:lnTo>
                  <a:cubicBezTo>
                    <a:pt x="43" y="0"/>
                    <a:pt x="43" y="0"/>
                    <a:pt x="43" y="0"/>
                  </a:cubicBezTo>
                  <a:cubicBezTo>
                    <a:pt x="34" y="17"/>
                    <a:pt x="17" y="34"/>
                    <a:pt x="0" y="43"/>
                  </a:cubicBezTo>
                  <a:cubicBezTo>
                    <a:pt x="68" y="111"/>
                    <a:pt x="68" y="111"/>
                    <a:pt x="68" y="111"/>
                  </a:cubicBezTo>
                  <a:cubicBezTo>
                    <a:pt x="77" y="94"/>
                    <a:pt x="94" y="77"/>
                    <a:pt x="112" y="69"/>
                  </a:cubicBezTo>
                </a:path>
              </a:pathLst>
            </a:custGeom>
            <a:solidFill>
              <a:schemeClr val="accent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0" name="Freeform 31"/>
            <p:cNvSpPr>
              <a:spLocks noChangeArrowheads="1"/>
            </p:cNvSpPr>
            <p:nvPr/>
          </p:nvSpPr>
          <p:spPr bwMode="auto">
            <a:xfrm>
              <a:off x="18678857" y="5724396"/>
              <a:ext cx="169864" cy="180725"/>
            </a:xfrm>
            <a:custGeom>
              <a:avLst/>
              <a:gdLst>
                <a:gd name="T0" fmla="*/ 112 w 156"/>
                <a:gd name="T1" fmla="*/ 0 h 164"/>
                <a:gd name="T2" fmla="*/ 112 w 156"/>
                <a:gd name="T3" fmla="*/ 0 h 164"/>
                <a:gd name="T4" fmla="*/ 0 w 156"/>
                <a:gd name="T5" fmla="*/ 111 h 164"/>
                <a:gd name="T6" fmla="*/ 43 w 156"/>
                <a:gd name="T7" fmla="*/ 163 h 164"/>
                <a:gd name="T8" fmla="*/ 155 w 156"/>
                <a:gd name="T9" fmla="*/ 43 h 164"/>
                <a:gd name="T10" fmla="*/ 112 w 156"/>
                <a:gd name="T11" fmla="*/ 0 h 164"/>
              </a:gdLst>
              <a:ahLst/>
              <a:cxnLst>
                <a:cxn ang="0">
                  <a:pos x="T0" y="T1"/>
                </a:cxn>
                <a:cxn ang="0">
                  <a:pos x="T2" y="T3"/>
                </a:cxn>
                <a:cxn ang="0">
                  <a:pos x="T4" y="T5"/>
                </a:cxn>
                <a:cxn ang="0">
                  <a:pos x="T6" y="T7"/>
                </a:cxn>
                <a:cxn ang="0">
                  <a:pos x="T8" y="T9"/>
                </a:cxn>
                <a:cxn ang="0">
                  <a:pos x="T10" y="T11"/>
                </a:cxn>
              </a:cxnLst>
              <a:rect l="0" t="0" r="r" b="b"/>
              <a:pathLst>
                <a:path w="156" h="164">
                  <a:moveTo>
                    <a:pt x="112" y="0"/>
                  </a:moveTo>
                  <a:lnTo>
                    <a:pt x="112" y="0"/>
                  </a:lnTo>
                  <a:cubicBezTo>
                    <a:pt x="0" y="111"/>
                    <a:pt x="0" y="111"/>
                    <a:pt x="0" y="111"/>
                  </a:cubicBezTo>
                  <a:cubicBezTo>
                    <a:pt x="18" y="120"/>
                    <a:pt x="35" y="137"/>
                    <a:pt x="43" y="163"/>
                  </a:cubicBezTo>
                  <a:cubicBezTo>
                    <a:pt x="155" y="43"/>
                    <a:pt x="155" y="43"/>
                    <a:pt x="155" y="43"/>
                  </a:cubicBezTo>
                  <a:cubicBezTo>
                    <a:pt x="138" y="34"/>
                    <a:pt x="121" y="17"/>
                    <a:pt x="112" y="0"/>
                  </a:cubicBezTo>
                </a:path>
              </a:pathLst>
            </a:custGeom>
            <a:solidFill>
              <a:schemeClr val="accent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1" name="Freeform 32"/>
            <p:cNvSpPr>
              <a:spLocks noChangeArrowheads="1"/>
            </p:cNvSpPr>
            <p:nvPr/>
          </p:nvSpPr>
          <p:spPr bwMode="auto">
            <a:xfrm>
              <a:off x="18575649" y="5857788"/>
              <a:ext cx="126860" cy="135543"/>
            </a:xfrm>
            <a:custGeom>
              <a:avLst/>
              <a:gdLst>
                <a:gd name="T0" fmla="*/ 86 w 113"/>
                <a:gd name="T1" fmla="*/ 9 h 122"/>
                <a:gd name="T2" fmla="*/ 86 w 113"/>
                <a:gd name="T3" fmla="*/ 9 h 122"/>
                <a:gd name="T4" fmla="*/ 60 w 113"/>
                <a:gd name="T5" fmla="*/ 0 h 122"/>
                <a:gd name="T6" fmla="*/ 26 w 113"/>
                <a:gd name="T7" fmla="*/ 9 h 122"/>
                <a:gd name="T8" fmla="*/ 0 w 113"/>
                <a:gd name="T9" fmla="*/ 60 h 122"/>
                <a:gd name="T10" fmla="*/ 0 w 113"/>
                <a:gd name="T11" fmla="*/ 78 h 122"/>
                <a:gd name="T12" fmla="*/ 34 w 113"/>
                <a:gd name="T13" fmla="*/ 112 h 122"/>
                <a:gd name="T14" fmla="*/ 60 w 113"/>
                <a:gd name="T15" fmla="*/ 121 h 122"/>
                <a:gd name="T16" fmla="*/ 60 w 113"/>
                <a:gd name="T17" fmla="*/ 121 h 122"/>
                <a:gd name="T18" fmla="*/ 112 w 113"/>
                <a:gd name="T19" fmla="*/ 60 h 122"/>
                <a:gd name="T20" fmla="*/ 112 w 113"/>
                <a:gd name="T21" fmla="*/ 60 h 122"/>
                <a:gd name="T22" fmla="*/ 86 w 113"/>
                <a:gd name="T23"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22">
                  <a:moveTo>
                    <a:pt x="86" y="9"/>
                  </a:moveTo>
                  <a:lnTo>
                    <a:pt x="86" y="9"/>
                  </a:lnTo>
                  <a:cubicBezTo>
                    <a:pt x="77" y="0"/>
                    <a:pt x="69" y="0"/>
                    <a:pt x="60" y="0"/>
                  </a:cubicBezTo>
                  <a:cubicBezTo>
                    <a:pt x="43" y="0"/>
                    <a:pt x="34" y="0"/>
                    <a:pt x="26" y="9"/>
                  </a:cubicBezTo>
                  <a:cubicBezTo>
                    <a:pt x="8" y="26"/>
                    <a:pt x="0" y="43"/>
                    <a:pt x="0" y="60"/>
                  </a:cubicBezTo>
                  <a:cubicBezTo>
                    <a:pt x="0" y="69"/>
                    <a:pt x="0" y="69"/>
                    <a:pt x="0" y="78"/>
                  </a:cubicBezTo>
                  <a:cubicBezTo>
                    <a:pt x="8" y="95"/>
                    <a:pt x="17" y="104"/>
                    <a:pt x="34" y="112"/>
                  </a:cubicBezTo>
                  <a:cubicBezTo>
                    <a:pt x="43" y="112"/>
                    <a:pt x="51" y="121"/>
                    <a:pt x="60" y="121"/>
                  </a:cubicBezTo>
                  <a:lnTo>
                    <a:pt x="60" y="121"/>
                  </a:lnTo>
                  <a:cubicBezTo>
                    <a:pt x="94" y="112"/>
                    <a:pt x="112" y="95"/>
                    <a:pt x="112" y="60"/>
                  </a:cubicBezTo>
                  <a:lnTo>
                    <a:pt x="112" y="60"/>
                  </a:lnTo>
                  <a:cubicBezTo>
                    <a:pt x="112" y="35"/>
                    <a:pt x="103" y="17"/>
                    <a:pt x="86" y="9"/>
                  </a:cubicBezTo>
                </a:path>
              </a:pathLst>
            </a:custGeom>
            <a:solidFill>
              <a:schemeClr val="accent3">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2" name="Freeform 33"/>
            <p:cNvSpPr>
              <a:spLocks noChangeArrowheads="1"/>
            </p:cNvSpPr>
            <p:nvPr/>
          </p:nvSpPr>
          <p:spPr bwMode="auto">
            <a:xfrm>
              <a:off x="18820768" y="5627578"/>
              <a:ext cx="120409" cy="131242"/>
            </a:xfrm>
            <a:custGeom>
              <a:avLst/>
              <a:gdLst>
                <a:gd name="T0" fmla="*/ 60 w 112"/>
                <a:gd name="T1" fmla="*/ 0 h 121"/>
                <a:gd name="T2" fmla="*/ 60 w 112"/>
                <a:gd name="T3" fmla="*/ 0 h 121"/>
                <a:gd name="T4" fmla="*/ 0 w 112"/>
                <a:gd name="T5" fmla="*/ 60 h 121"/>
                <a:gd name="T6" fmla="*/ 0 w 112"/>
                <a:gd name="T7" fmla="*/ 69 h 121"/>
                <a:gd name="T8" fmla="*/ 43 w 112"/>
                <a:gd name="T9" fmla="*/ 112 h 121"/>
                <a:gd name="T10" fmla="*/ 60 w 112"/>
                <a:gd name="T11" fmla="*/ 120 h 121"/>
                <a:gd name="T12" fmla="*/ 68 w 112"/>
                <a:gd name="T13" fmla="*/ 112 h 121"/>
                <a:gd name="T14" fmla="*/ 111 w 112"/>
                <a:gd name="T15" fmla="*/ 69 h 121"/>
                <a:gd name="T16" fmla="*/ 111 w 112"/>
                <a:gd name="T17" fmla="*/ 60 h 121"/>
                <a:gd name="T18" fmla="*/ 60 w 112"/>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21">
                  <a:moveTo>
                    <a:pt x="60" y="0"/>
                  </a:moveTo>
                  <a:lnTo>
                    <a:pt x="60" y="0"/>
                  </a:lnTo>
                  <a:cubicBezTo>
                    <a:pt x="25" y="0"/>
                    <a:pt x="0" y="25"/>
                    <a:pt x="0" y="60"/>
                  </a:cubicBezTo>
                  <a:lnTo>
                    <a:pt x="0" y="69"/>
                  </a:lnTo>
                  <a:cubicBezTo>
                    <a:pt x="8" y="94"/>
                    <a:pt x="25" y="112"/>
                    <a:pt x="43" y="112"/>
                  </a:cubicBezTo>
                  <a:cubicBezTo>
                    <a:pt x="51" y="112"/>
                    <a:pt x="51" y="120"/>
                    <a:pt x="60" y="120"/>
                  </a:cubicBezTo>
                  <a:lnTo>
                    <a:pt x="68" y="112"/>
                  </a:lnTo>
                  <a:cubicBezTo>
                    <a:pt x="94" y="112"/>
                    <a:pt x="111" y="94"/>
                    <a:pt x="111" y="69"/>
                  </a:cubicBezTo>
                  <a:lnTo>
                    <a:pt x="111" y="60"/>
                  </a:lnTo>
                  <a:cubicBezTo>
                    <a:pt x="111" y="25"/>
                    <a:pt x="86" y="0"/>
                    <a:pt x="60" y="0"/>
                  </a:cubicBezTo>
                </a:path>
              </a:pathLst>
            </a:custGeom>
            <a:solidFill>
              <a:schemeClr val="accent3">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3" name="Freeform 34"/>
            <p:cNvSpPr>
              <a:spLocks noChangeArrowheads="1"/>
            </p:cNvSpPr>
            <p:nvPr/>
          </p:nvSpPr>
          <p:spPr bwMode="auto">
            <a:xfrm>
              <a:off x="19009982" y="5808303"/>
              <a:ext cx="131161" cy="126939"/>
            </a:xfrm>
            <a:custGeom>
              <a:avLst/>
              <a:gdLst>
                <a:gd name="T0" fmla="*/ 120 w 121"/>
                <a:gd name="T1" fmla="*/ 52 h 113"/>
                <a:gd name="T2" fmla="*/ 120 w 121"/>
                <a:gd name="T3" fmla="*/ 52 h 113"/>
                <a:gd name="T4" fmla="*/ 86 w 121"/>
                <a:gd name="T5" fmla="*/ 0 h 113"/>
                <a:gd name="T6" fmla="*/ 60 w 121"/>
                <a:gd name="T7" fmla="*/ 0 h 113"/>
                <a:gd name="T8" fmla="*/ 43 w 121"/>
                <a:gd name="T9" fmla="*/ 0 h 113"/>
                <a:gd name="T10" fmla="*/ 0 w 121"/>
                <a:gd name="T11" fmla="*/ 52 h 113"/>
                <a:gd name="T12" fmla="*/ 0 w 121"/>
                <a:gd name="T13" fmla="*/ 60 h 113"/>
                <a:gd name="T14" fmla="*/ 60 w 121"/>
                <a:gd name="T15" fmla="*/ 112 h 113"/>
                <a:gd name="T16" fmla="*/ 120 w 121"/>
                <a:gd name="T17" fmla="*/ 60 h 113"/>
                <a:gd name="T18" fmla="*/ 120 w 121"/>
                <a:gd name="T19" fmla="*/ 5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3">
                  <a:moveTo>
                    <a:pt x="120" y="52"/>
                  </a:moveTo>
                  <a:lnTo>
                    <a:pt x="120" y="52"/>
                  </a:lnTo>
                  <a:cubicBezTo>
                    <a:pt x="120" y="26"/>
                    <a:pt x="103" y="9"/>
                    <a:pt x="86" y="0"/>
                  </a:cubicBezTo>
                  <a:cubicBezTo>
                    <a:pt x="77" y="0"/>
                    <a:pt x="69" y="0"/>
                    <a:pt x="60" y="0"/>
                  </a:cubicBezTo>
                  <a:cubicBezTo>
                    <a:pt x="51" y="0"/>
                    <a:pt x="43" y="0"/>
                    <a:pt x="43" y="0"/>
                  </a:cubicBezTo>
                  <a:cubicBezTo>
                    <a:pt x="17" y="9"/>
                    <a:pt x="0" y="34"/>
                    <a:pt x="0" y="52"/>
                  </a:cubicBezTo>
                  <a:lnTo>
                    <a:pt x="0" y="60"/>
                  </a:lnTo>
                  <a:cubicBezTo>
                    <a:pt x="0" y="86"/>
                    <a:pt x="26" y="112"/>
                    <a:pt x="60" y="112"/>
                  </a:cubicBezTo>
                  <a:cubicBezTo>
                    <a:pt x="94" y="112"/>
                    <a:pt x="120" y="86"/>
                    <a:pt x="120" y="60"/>
                  </a:cubicBezTo>
                  <a:cubicBezTo>
                    <a:pt x="120" y="52"/>
                    <a:pt x="120" y="52"/>
                    <a:pt x="120" y="52"/>
                  </a:cubicBezTo>
                </a:path>
              </a:pathLst>
            </a:custGeom>
            <a:solidFill>
              <a:schemeClr val="accent3">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4" name="Freeform 35"/>
            <p:cNvSpPr>
              <a:spLocks noChangeArrowheads="1"/>
            </p:cNvSpPr>
            <p:nvPr/>
          </p:nvSpPr>
          <p:spPr bwMode="auto">
            <a:xfrm>
              <a:off x="19117490" y="5246765"/>
              <a:ext cx="599897" cy="600265"/>
            </a:xfrm>
            <a:custGeom>
              <a:avLst/>
              <a:gdLst>
                <a:gd name="T0" fmla="*/ 0 w 544"/>
                <a:gd name="T1" fmla="*/ 500 h 543"/>
                <a:gd name="T2" fmla="*/ 0 w 544"/>
                <a:gd name="T3" fmla="*/ 500 h 543"/>
                <a:gd name="T4" fmla="*/ 43 w 544"/>
                <a:gd name="T5" fmla="*/ 542 h 543"/>
                <a:gd name="T6" fmla="*/ 543 w 544"/>
                <a:gd name="T7" fmla="*/ 52 h 543"/>
                <a:gd name="T8" fmla="*/ 500 w 544"/>
                <a:gd name="T9" fmla="*/ 0 h 543"/>
                <a:gd name="T10" fmla="*/ 0 w 544"/>
                <a:gd name="T11" fmla="*/ 500 h 543"/>
              </a:gdLst>
              <a:ahLst/>
              <a:cxnLst>
                <a:cxn ang="0">
                  <a:pos x="T0" y="T1"/>
                </a:cxn>
                <a:cxn ang="0">
                  <a:pos x="T2" y="T3"/>
                </a:cxn>
                <a:cxn ang="0">
                  <a:pos x="T4" y="T5"/>
                </a:cxn>
                <a:cxn ang="0">
                  <a:pos x="T6" y="T7"/>
                </a:cxn>
                <a:cxn ang="0">
                  <a:pos x="T8" y="T9"/>
                </a:cxn>
                <a:cxn ang="0">
                  <a:pos x="T10" y="T11"/>
                </a:cxn>
              </a:cxnLst>
              <a:rect l="0" t="0" r="r" b="b"/>
              <a:pathLst>
                <a:path w="544" h="543">
                  <a:moveTo>
                    <a:pt x="0" y="500"/>
                  </a:moveTo>
                  <a:lnTo>
                    <a:pt x="0" y="500"/>
                  </a:lnTo>
                  <a:cubicBezTo>
                    <a:pt x="26" y="508"/>
                    <a:pt x="35" y="525"/>
                    <a:pt x="43" y="542"/>
                  </a:cubicBezTo>
                  <a:cubicBezTo>
                    <a:pt x="543" y="52"/>
                    <a:pt x="543" y="52"/>
                    <a:pt x="543" y="52"/>
                  </a:cubicBezTo>
                  <a:cubicBezTo>
                    <a:pt x="500" y="0"/>
                    <a:pt x="500" y="0"/>
                    <a:pt x="500" y="0"/>
                  </a:cubicBezTo>
                  <a:lnTo>
                    <a:pt x="0" y="500"/>
                  </a:lnTo>
                </a:path>
              </a:pathLst>
            </a:custGeom>
            <a:solidFill>
              <a:schemeClr val="accent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5" name="Freeform 36"/>
            <p:cNvSpPr>
              <a:spLocks noChangeArrowheads="1"/>
            </p:cNvSpPr>
            <p:nvPr/>
          </p:nvSpPr>
          <p:spPr bwMode="auto">
            <a:xfrm>
              <a:off x="19648582" y="5165008"/>
              <a:ext cx="165562" cy="154907"/>
            </a:xfrm>
            <a:custGeom>
              <a:avLst/>
              <a:gdLst>
                <a:gd name="T0" fmla="*/ 0 w 148"/>
                <a:gd name="T1" fmla="*/ 34 h 139"/>
                <a:gd name="T2" fmla="*/ 35 w 148"/>
                <a:gd name="T3" fmla="*/ 60 h 139"/>
                <a:gd name="T4" fmla="*/ 78 w 148"/>
                <a:gd name="T5" fmla="*/ 112 h 139"/>
                <a:gd name="T6" fmla="*/ 104 w 148"/>
                <a:gd name="T7" fmla="*/ 138 h 139"/>
                <a:gd name="T8" fmla="*/ 147 w 148"/>
                <a:gd name="T9" fmla="*/ 0 h 139"/>
                <a:gd name="T10" fmla="*/ 0 w 148"/>
                <a:gd name="T11" fmla="*/ 34 h 139"/>
              </a:gdLst>
              <a:ahLst/>
              <a:cxnLst>
                <a:cxn ang="0">
                  <a:pos x="T0" y="T1"/>
                </a:cxn>
                <a:cxn ang="0">
                  <a:pos x="T2" y="T3"/>
                </a:cxn>
                <a:cxn ang="0">
                  <a:pos x="T4" y="T5"/>
                </a:cxn>
                <a:cxn ang="0">
                  <a:pos x="T6" y="T7"/>
                </a:cxn>
                <a:cxn ang="0">
                  <a:pos x="T8" y="T9"/>
                </a:cxn>
                <a:cxn ang="0">
                  <a:pos x="T10" y="T11"/>
                </a:cxn>
              </a:cxnLst>
              <a:rect l="0" t="0" r="r" b="b"/>
              <a:pathLst>
                <a:path w="148" h="139">
                  <a:moveTo>
                    <a:pt x="0" y="34"/>
                  </a:moveTo>
                  <a:lnTo>
                    <a:pt x="35" y="60"/>
                  </a:lnTo>
                  <a:lnTo>
                    <a:pt x="78" y="112"/>
                  </a:lnTo>
                  <a:lnTo>
                    <a:pt x="104" y="138"/>
                  </a:lnTo>
                  <a:lnTo>
                    <a:pt x="147" y="0"/>
                  </a:lnTo>
                  <a:lnTo>
                    <a:pt x="0" y="34"/>
                  </a:lnTo>
                </a:path>
              </a:pathLst>
            </a:custGeom>
            <a:solidFill>
              <a:schemeClr val="accent3">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506" name="Group 505"/>
          <p:cNvGrpSpPr>
            <a:grpSpLocks/>
          </p:cNvGrpSpPr>
          <p:nvPr/>
        </p:nvGrpSpPr>
        <p:grpSpPr bwMode="auto">
          <a:xfrm>
            <a:off x="3405187" y="3111500"/>
            <a:ext cx="1265238" cy="1492250"/>
            <a:chOff x="8126097" y="5696055"/>
            <a:chExt cx="2528741" cy="2986516"/>
          </a:xfrm>
        </p:grpSpPr>
        <p:sp>
          <p:nvSpPr>
            <p:cNvPr id="507" name="Freeform 84"/>
            <p:cNvSpPr>
              <a:spLocks noChangeArrowheads="1"/>
            </p:cNvSpPr>
            <p:nvPr/>
          </p:nvSpPr>
          <p:spPr bwMode="auto">
            <a:xfrm>
              <a:off x="9664917" y="5696055"/>
              <a:ext cx="60285" cy="276413"/>
            </a:xfrm>
            <a:custGeom>
              <a:avLst/>
              <a:gdLst>
                <a:gd name="T0" fmla="*/ 26 w 53"/>
                <a:gd name="T1" fmla="*/ 0 h 251"/>
                <a:gd name="T2" fmla="*/ 26 w 53"/>
                <a:gd name="T3" fmla="*/ 0 h 251"/>
                <a:gd name="T4" fmla="*/ 0 w 53"/>
                <a:gd name="T5" fmla="*/ 26 h 251"/>
                <a:gd name="T6" fmla="*/ 0 w 53"/>
                <a:gd name="T7" fmla="*/ 224 h 251"/>
                <a:gd name="T8" fmla="*/ 26 w 53"/>
                <a:gd name="T9" fmla="*/ 250 h 251"/>
                <a:gd name="T10" fmla="*/ 52 w 53"/>
                <a:gd name="T11" fmla="*/ 224 h 251"/>
                <a:gd name="T12" fmla="*/ 52 w 53"/>
                <a:gd name="T13" fmla="*/ 26 h 251"/>
                <a:gd name="T14" fmla="*/ 26 w 53"/>
                <a:gd name="T15" fmla="*/ 0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251">
                  <a:moveTo>
                    <a:pt x="26" y="0"/>
                  </a:moveTo>
                  <a:lnTo>
                    <a:pt x="26" y="0"/>
                  </a:lnTo>
                  <a:cubicBezTo>
                    <a:pt x="8" y="0"/>
                    <a:pt x="0" y="9"/>
                    <a:pt x="0" y="26"/>
                  </a:cubicBezTo>
                  <a:cubicBezTo>
                    <a:pt x="0" y="224"/>
                    <a:pt x="0" y="224"/>
                    <a:pt x="0" y="224"/>
                  </a:cubicBezTo>
                  <a:cubicBezTo>
                    <a:pt x="0" y="241"/>
                    <a:pt x="8" y="250"/>
                    <a:pt x="26" y="250"/>
                  </a:cubicBezTo>
                  <a:cubicBezTo>
                    <a:pt x="43" y="250"/>
                    <a:pt x="52" y="241"/>
                    <a:pt x="52" y="224"/>
                  </a:cubicBezTo>
                  <a:cubicBezTo>
                    <a:pt x="52" y="26"/>
                    <a:pt x="52" y="26"/>
                    <a:pt x="52" y="26"/>
                  </a:cubicBezTo>
                  <a:cubicBezTo>
                    <a:pt x="52" y="9"/>
                    <a:pt x="43" y="0"/>
                    <a:pt x="26" y="0"/>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8" name="Freeform 85"/>
            <p:cNvSpPr>
              <a:spLocks noChangeArrowheads="1"/>
            </p:cNvSpPr>
            <p:nvPr/>
          </p:nvSpPr>
          <p:spPr bwMode="auto">
            <a:xfrm>
              <a:off x="8998624" y="5962935"/>
              <a:ext cx="228443" cy="228754"/>
            </a:xfrm>
            <a:custGeom>
              <a:avLst/>
              <a:gdLst>
                <a:gd name="T0" fmla="*/ 8 w 207"/>
                <a:gd name="T1" fmla="*/ 9 h 207"/>
                <a:gd name="T2" fmla="*/ 8 w 207"/>
                <a:gd name="T3" fmla="*/ 9 h 207"/>
                <a:gd name="T4" fmla="*/ 8 w 207"/>
                <a:gd name="T5" fmla="*/ 52 h 207"/>
                <a:gd name="T6" fmla="*/ 154 w 207"/>
                <a:gd name="T7" fmla="*/ 189 h 207"/>
                <a:gd name="T8" fmla="*/ 189 w 207"/>
                <a:gd name="T9" fmla="*/ 189 h 207"/>
                <a:gd name="T10" fmla="*/ 189 w 207"/>
                <a:gd name="T11" fmla="*/ 146 h 207"/>
                <a:gd name="T12" fmla="*/ 51 w 207"/>
                <a:gd name="T13" fmla="*/ 9 h 207"/>
                <a:gd name="T14" fmla="*/ 8 w 207"/>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9"/>
                  </a:moveTo>
                  <a:lnTo>
                    <a:pt x="8" y="9"/>
                  </a:lnTo>
                  <a:cubicBezTo>
                    <a:pt x="0" y="26"/>
                    <a:pt x="0" y="43"/>
                    <a:pt x="8" y="52"/>
                  </a:cubicBezTo>
                  <a:cubicBezTo>
                    <a:pt x="154" y="189"/>
                    <a:pt x="154" y="189"/>
                    <a:pt x="154" y="189"/>
                  </a:cubicBezTo>
                  <a:cubicBezTo>
                    <a:pt x="163" y="206"/>
                    <a:pt x="180" y="206"/>
                    <a:pt x="189" y="189"/>
                  </a:cubicBezTo>
                  <a:cubicBezTo>
                    <a:pt x="206" y="181"/>
                    <a:pt x="206" y="163"/>
                    <a:pt x="189" y="146"/>
                  </a:cubicBezTo>
                  <a:cubicBezTo>
                    <a:pt x="51" y="9"/>
                    <a:pt x="51" y="9"/>
                    <a:pt x="51" y="9"/>
                  </a:cubicBezTo>
                  <a:cubicBezTo>
                    <a:pt x="42" y="0"/>
                    <a:pt x="25" y="0"/>
                    <a:pt x="8" y="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09" name="Freeform 86"/>
            <p:cNvSpPr>
              <a:spLocks noChangeArrowheads="1"/>
            </p:cNvSpPr>
            <p:nvPr/>
          </p:nvSpPr>
          <p:spPr bwMode="auto">
            <a:xfrm>
              <a:off x="8735281" y="6617427"/>
              <a:ext cx="279208" cy="66721"/>
            </a:xfrm>
            <a:custGeom>
              <a:avLst/>
              <a:gdLst>
                <a:gd name="T0" fmla="*/ 0 w 250"/>
                <a:gd name="T1" fmla="*/ 33 h 60"/>
                <a:gd name="T2" fmla="*/ 0 w 250"/>
                <a:gd name="T3" fmla="*/ 33 h 60"/>
                <a:gd name="T4" fmla="*/ 25 w 250"/>
                <a:gd name="T5" fmla="*/ 59 h 60"/>
                <a:gd name="T6" fmla="*/ 223 w 250"/>
                <a:gd name="T7" fmla="*/ 59 h 60"/>
                <a:gd name="T8" fmla="*/ 249 w 250"/>
                <a:gd name="T9" fmla="*/ 33 h 60"/>
                <a:gd name="T10" fmla="*/ 223 w 250"/>
                <a:gd name="T11" fmla="*/ 0 h 60"/>
                <a:gd name="T12" fmla="*/ 25 w 250"/>
                <a:gd name="T13" fmla="*/ 0 h 60"/>
                <a:gd name="T14" fmla="*/ 0 w 250"/>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60">
                  <a:moveTo>
                    <a:pt x="0" y="33"/>
                  </a:moveTo>
                  <a:lnTo>
                    <a:pt x="0" y="33"/>
                  </a:lnTo>
                  <a:cubicBezTo>
                    <a:pt x="0" y="50"/>
                    <a:pt x="8" y="59"/>
                    <a:pt x="25" y="59"/>
                  </a:cubicBezTo>
                  <a:cubicBezTo>
                    <a:pt x="223" y="59"/>
                    <a:pt x="223" y="59"/>
                    <a:pt x="223" y="59"/>
                  </a:cubicBezTo>
                  <a:cubicBezTo>
                    <a:pt x="241" y="59"/>
                    <a:pt x="249" y="50"/>
                    <a:pt x="249" y="33"/>
                  </a:cubicBezTo>
                  <a:cubicBezTo>
                    <a:pt x="249" y="17"/>
                    <a:pt x="241" y="0"/>
                    <a:pt x="223" y="0"/>
                  </a:cubicBezTo>
                  <a:cubicBezTo>
                    <a:pt x="25" y="0"/>
                    <a:pt x="25" y="0"/>
                    <a:pt x="25" y="0"/>
                  </a:cubicBezTo>
                  <a:cubicBezTo>
                    <a:pt x="8" y="0"/>
                    <a:pt x="0" y="17"/>
                    <a:pt x="0" y="33"/>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0" name="Freeform 87"/>
            <p:cNvSpPr>
              <a:spLocks noChangeArrowheads="1"/>
            </p:cNvSpPr>
            <p:nvPr/>
          </p:nvSpPr>
          <p:spPr bwMode="auto">
            <a:xfrm>
              <a:off x="8998624" y="7122594"/>
              <a:ext cx="228443" cy="228754"/>
            </a:xfrm>
            <a:custGeom>
              <a:avLst/>
              <a:gdLst>
                <a:gd name="T0" fmla="*/ 8 w 207"/>
                <a:gd name="T1" fmla="*/ 189 h 207"/>
                <a:gd name="T2" fmla="*/ 8 w 207"/>
                <a:gd name="T3" fmla="*/ 189 h 207"/>
                <a:gd name="T4" fmla="*/ 51 w 207"/>
                <a:gd name="T5" fmla="*/ 189 h 207"/>
                <a:gd name="T6" fmla="*/ 189 w 207"/>
                <a:gd name="T7" fmla="*/ 51 h 207"/>
                <a:gd name="T8" fmla="*/ 189 w 207"/>
                <a:gd name="T9" fmla="*/ 8 h 207"/>
                <a:gd name="T10" fmla="*/ 154 w 207"/>
                <a:gd name="T11" fmla="*/ 8 h 207"/>
                <a:gd name="T12" fmla="*/ 8 w 207"/>
                <a:gd name="T13" fmla="*/ 155 h 207"/>
                <a:gd name="T14" fmla="*/ 8 w 207"/>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189"/>
                  </a:moveTo>
                  <a:lnTo>
                    <a:pt x="8" y="189"/>
                  </a:lnTo>
                  <a:cubicBezTo>
                    <a:pt x="25" y="206"/>
                    <a:pt x="42" y="206"/>
                    <a:pt x="51" y="189"/>
                  </a:cubicBezTo>
                  <a:cubicBezTo>
                    <a:pt x="189" y="51"/>
                    <a:pt x="189" y="51"/>
                    <a:pt x="189" y="51"/>
                  </a:cubicBezTo>
                  <a:cubicBezTo>
                    <a:pt x="206" y="43"/>
                    <a:pt x="206" y="26"/>
                    <a:pt x="189" y="8"/>
                  </a:cubicBezTo>
                  <a:cubicBezTo>
                    <a:pt x="180" y="0"/>
                    <a:pt x="163" y="0"/>
                    <a:pt x="154" y="8"/>
                  </a:cubicBezTo>
                  <a:cubicBezTo>
                    <a:pt x="8" y="155"/>
                    <a:pt x="8" y="155"/>
                    <a:pt x="8" y="155"/>
                  </a:cubicBezTo>
                  <a:cubicBezTo>
                    <a:pt x="0" y="163"/>
                    <a:pt x="0" y="181"/>
                    <a:pt x="8" y="18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1" name="Freeform 88"/>
            <p:cNvSpPr>
              <a:spLocks noChangeArrowheads="1"/>
            </p:cNvSpPr>
            <p:nvPr/>
          </p:nvSpPr>
          <p:spPr bwMode="auto">
            <a:xfrm>
              <a:off x="10156706" y="7122594"/>
              <a:ext cx="231615" cy="228754"/>
            </a:xfrm>
            <a:custGeom>
              <a:avLst/>
              <a:gdLst>
                <a:gd name="T0" fmla="*/ 198 w 208"/>
                <a:gd name="T1" fmla="*/ 189 h 207"/>
                <a:gd name="T2" fmla="*/ 198 w 208"/>
                <a:gd name="T3" fmla="*/ 189 h 207"/>
                <a:gd name="T4" fmla="*/ 198 w 208"/>
                <a:gd name="T5" fmla="*/ 155 h 207"/>
                <a:gd name="T6" fmla="*/ 52 w 208"/>
                <a:gd name="T7" fmla="*/ 8 h 207"/>
                <a:gd name="T8" fmla="*/ 18 w 208"/>
                <a:gd name="T9" fmla="*/ 8 h 207"/>
                <a:gd name="T10" fmla="*/ 18 w 208"/>
                <a:gd name="T11" fmla="*/ 51 h 207"/>
                <a:gd name="T12" fmla="*/ 156 w 208"/>
                <a:gd name="T13" fmla="*/ 189 h 207"/>
                <a:gd name="T14" fmla="*/ 198 w 208"/>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189"/>
                  </a:moveTo>
                  <a:lnTo>
                    <a:pt x="198" y="189"/>
                  </a:lnTo>
                  <a:cubicBezTo>
                    <a:pt x="207" y="181"/>
                    <a:pt x="207" y="163"/>
                    <a:pt x="198" y="155"/>
                  </a:cubicBezTo>
                  <a:cubicBezTo>
                    <a:pt x="52" y="8"/>
                    <a:pt x="52" y="8"/>
                    <a:pt x="52" y="8"/>
                  </a:cubicBezTo>
                  <a:cubicBezTo>
                    <a:pt x="43" y="0"/>
                    <a:pt x="26" y="0"/>
                    <a:pt x="18" y="8"/>
                  </a:cubicBezTo>
                  <a:cubicBezTo>
                    <a:pt x="0" y="26"/>
                    <a:pt x="0" y="43"/>
                    <a:pt x="18" y="51"/>
                  </a:cubicBezTo>
                  <a:cubicBezTo>
                    <a:pt x="156" y="189"/>
                    <a:pt x="156" y="189"/>
                    <a:pt x="156" y="189"/>
                  </a:cubicBezTo>
                  <a:cubicBezTo>
                    <a:pt x="164" y="206"/>
                    <a:pt x="181" y="206"/>
                    <a:pt x="198" y="18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2" name="Freeform 89"/>
            <p:cNvSpPr>
              <a:spLocks noChangeArrowheads="1"/>
            </p:cNvSpPr>
            <p:nvPr/>
          </p:nvSpPr>
          <p:spPr bwMode="auto">
            <a:xfrm>
              <a:off x="10366112" y="6617427"/>
              <a:ext cx="288726" cy="66721"/>
            </a:xfrm>
            <a:custGeom>
              <a:avLst/>
              <a:gdLst>
                <a:gd name="T0" fmla="*/ 258 w 259"/>
                <a:gd name="T1" fmla="*/ 33 h 60"/>
                <a:gd name="T2" fmla="*/ 258 w 259"/>
                <a:gd name="T3" fmla="*/ 33 h 60"/>
                <a:gd name="T4" fmla="*/ 232 w 259"/>
                <a:gd name="T5" fmla="*/ 0 h 60"/>
                <a:gd name="T6" fmla="*/ 34 w 259"/>
                <a:gd name="T7" fmla="*/ 0 h 60"/>
                <a:gd name="T8" fmla="*/ 0 w 259"/>
                <a:gd name="T9" fmla="*/ 33 h 60"/>
                <a:gd name="T10" fmla="*/ 34 w 259"/>
                <a:gd name="T11" fmla="*/ 59 h 60"/>
                <a:gd name="T12" fmla="*/ 232 w 259"/>
                <a:gd name="T13" fmla="*/ 59 h 60"/>
                <a:gd name="T14" fmla="*/ 258 w 259"/>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60">
                  <a:moveTo>
                    <a:pt x="258" y="33"/>
                  </a:moveTo>
                  <a:lnTo>
                    <a:pt x="258" y="33"/>
                  </a:lnTo>
                  <a:cubicBezTo>
                    <a:pt x="258" y="17"/>
                    <a:pt x="249" y="0"/>
                    <a:pt x="232" y="0"/>
                  </a:cubicBezTo>
                  <a:cubicBezTo>
                    <a:pt x="34" y="0"/>
                    <a:pt x="34" y="0"/>
                    <a:pt x="34" y="0"/>
                  </a:cubicBezTo>
                  <a:cubicBezTo>
                    <a:pt x="17" y="0"/>
                    <a:pt x="0" y="17"/>
                    <a:pt x="0" y="33"/>
                  </a:cubicBezTo>
                  <a:cubicBezTo>
                    <a:pt x="0" y="50"/>
                    <a:pt x="17" y="59"/>
                    <a:pt x="34" y="59"/>
                  </a:cubicBezTo>
                  <a:cubicBezTo>
                    <a:pt x="232" y="59"/>
                    <a:pt x="232" y="59"/>
                    <a:pt x="232" y="59"/>
                  </a:cubicBezTo>
                  <a:cubicBezTo>
                    <a:pt x="249" y="59"/>
                    <a:pt x="258" y="50"/>
                    <a:pt x="258" y="33"/>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3" name="Freeform 90"/>
            <p:cNvSpPr>
              <a:spLocks noChangeArrowheads="1"/>
            </p:cNvSpPr>
            <p:nvPr/>
          </p:nvSpPr>
          <p:spPr bwMode="auto">
            <a:xfrm>
              <a:off x="10156706" y="5962935"/>
              <a:ext cx="231615" cy="228754"/>
            </a:xfrm>
            <a:custGeom>
              <a:avLst/>
              <a:gdLst>
                <a:gd name="T0" fmla="*/ 198 w 208"/>
                <a:gd name="T1" fmla="*/ 9 h 207"/>
                <a:gd name="T2" fmla="*/ 198 w 208"/>
                <a:gd name="T3" fmla="*/ 9 h 207"/>
                <a:gd name="T4" fmla="*/ 156 w 208"/>
                <a:gd name="T5" fmla="*/ 9 h 207"/>
                <a:gd name="T6" fmla="*/ 18 w 208"/>
                <a:gd name="T7" fmla="*/ 146 h 207"/>
                <a:gd name="T8" fmla="*/ 18 w 208"/>
                <a:gd name="T9" fmla="*/ 189 h 207"/>
                <a:gd name="T10" fmla="*/ 52 w 208"/>
                <a:gd name="T11" fmla="*/ 189 h 207"/>
                <a:gd name="T12" fmla="*/ 198 w 208"/>
                <a:gd name="T13" fmla="*/ 52 h 207"/>
                <a:gd name="T14" fmla="*/ 198 w 208"/>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9"/>
                  </a:moveTo>
                  <a:lnTo>
                    <a:pt x="198" y="9"/>
                  </a:lnTo>
                  <a:cubicBezTo>
                    <a:pt x="181" y="0"/>
                    <a:pt x="164" y="0"/>
                    <a:pt x="156" y="9"/>
                  </a:cubicBezTo>
                  <a:cubicBezTo>
                    <a:pt x="18" y="146"/>
                    <a:pt x="18" y="146"/>
                    <a:pt x="18" y="146"/>
                  </a:cubicBezTo>
                  <a:cubicBezTo>
                    <a:pt x="0" y="163"/>
                    <a:pt x="0" y="181"/>
                    <a:pt x="18" y="189"/>
                  </a:cubicBezTo>
                  <a:cubicBezTo>
                    <a:pt x="26" y="206"/>
                    <a:pt x="43" y="206"/>
                    <a:pt x="52" y="189"/>
                  </a:cubicBezTo>
                  <a:cubicBezTo>
                    <a:pt x="198" y="52"/>
                    <a:pt x="198" y="52"/>
                    <a:pt x="198" y="52"/>
                  </a:cubicBezTo>
                  <a:cubicBezTo>
                    <a:pt x="207" y="43"/>
                    <a:pt x="207" y="26"/>
                    <a:pt x="198" y="9"/>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4" name="Freeform 91"/>
            <p:cNvSpPr>
              <a:spLocks noChangeArrowheads="1"/>
            </p:cNvSpPr>
            <p:nvPr/>
          </p:nvSpPr>
          <p:spPr bwMode="auto">
            <a:xfrm>
              <a:off x="9150920" y="7376766"/>
              <a:ext cx="1085106" cy="1305805"/>
            </a:xfrm>
            <a:custGeom>
              <a:avLst/>
              <a:gdLst>
                <a:gd name="T0" fmla="*/ 491 w 982"/>
                <a:gd name="T1" fmla="*/ 86 h 1180"/>
                <a:gd name="T2" fmla="*/ 491 w 982"/>
                <a:gd name="T3" fmla="*/ 86 h 1180"/>
                <a:gd name="T4" fmla="*/ 517 w 982"/>
                <a:gd name="T5" fmla="*/ 104 h 1180"/>
                <a:gd name="T6" fmla="*/ 517 w 982"/>
                <a:gd name="T7" fmla="*/ 104 h 1180"/>
                <a:gd name="T8" fmla="*/ 887 w 982"/>
                <a:gd name="T9" fmla="*/ 732 h 1180"/>
                <a:gd name="T10" fmla="*/ 887 w 982"/>
                <a:gd name="T11" fmla="*/ 766 h 1180"/>
                <a:gd name="T12" fmla="*/ 852 w 982"/>
                <a:gd name="T13" fmla="*/ 783 h 1180"/>
                <a:gd name="T14" fmla="*/ 852 w 982"/>
                <a:gd name="T15" fmla="*/ 783 h 1180"/>
                <a:gd name="T16" fmla="*/ 809 w 982"/>
                <a:gd name="T17" fmla="*/ 783 h 1180"/>
                <a:gd name="T18" fmla="*/ 654 w 982"/>
                <a:gd name="T19" fmla="*/ 947 h 1180"/>
                <a:gd name="T20" fmla="*/ 654 w 982"/>
                <a:gd name="T21" fmla="*/ 1059 h 1180"/>
                <a:gd name="T22" fmla="*/ 620 w 982"/>
                <a:gd name="T23" fmla="*/ 1093 h 1180"/>
                <a:gd name="T24" fmla="*/ 491 w 982"/>
                <a:gd name="T25" fmla="*/ 1093 h 1180"/>
                <a:gd name="T26" fmla="*/ 362 w 982"/>
                <a:gd name="T27" fmla="*/ 1093 h 1180"/>
                <a:gd name="T28" fmla="*/ 327 w 982"/>
                <a:gd name="T29" fmla="*/ 1059 h 1180"/>
                <a:gd name="T30" fmla="*/ 327 w 982"/>
                <a:gd name="T31" fmla="*/ 947 h 1180"/>
                <a:gd name="T32" fmla="*/ 164 w 982"/>
                <a:gd name="T33" fmla="*/ 783 h 1180"/>
                <a:gd name="T34" fmla="*/ 129 w 982"/>
                <a:gd name="T35" fmla="*/ 783 h 1180"/>
                <a:gd name="T36" fmla="*/ 95 w 982"/>
                <a:gd name="T37" fmla="*/ 766 h 1180"/>
                <a:gd name="T38" fmla="*/ 95 w 982"/>
                <a:gd name="T39" fmla="*/ 732 h 1180"/>
                <a:gd name="T40" fmla="*/ 456 w 982"/>
                <a:gd name="T41" fmla="*/ 104 h 1180"/>
                <a:gd name="T42" fmla="*/ 456 w 982"/>
                <a:gd name="T43" fmla="*/ 104 h 1180"/>
                <a:gd name="T44" fmla="*/ 491 w 982"/>
                <a:gd name="T45" fmla="*/ 86 h 1180"/>
                <a:gd name="T46" fmla="*/ 491 w 982"/>
                <a:gd name="T47" fmla="*/ 0 h 1180"/>
                <a:gd name="T48" fmla="*/ 491 w 982"/>
                <a:gd name="T49" fmla="*/ 0 h 1180"/>
                <a:gd name="T50" fmla="*/ 491 w 982"/>
                <a:gd name="T51" fmla="*/ 0 h 1180"/>
                <a:gd name="T52" fmla="*/ 379 w 982"/>
                <a:gd name="T53" fmla="*/ 60 h 1180"/>
                <a:gd name="T54" fmla="*/ 379 w 982"/>
                <a:gd name="T55" fmla="*/ 60 h 1180"/>
                <a:gd name="T56" fmla="*/ 17 w 982"/>
                <a:gd name="T57" fmla="*/ 689 h 1180"/>
                <a:gd name="T58" fmla="*/ 17 w 982"/>
                <a:gd name="T59" fmla="*/ 809 h 1180"/>
                <a:gd name="T60" fmla="*/ 129 w 982"/>
                <a:gd name="T61" fmla="*/ 878 h 1180"/>
                <a:gd name="T62" fmla="*/ 164 w 982"/>
                <a:gd name="T63" fmla="*/ 878 h 1180"/>
                <a:gd name="T64" fmla="*/ 232 w 982"/>
                <a:gd name="T65" fmla="*/ 947 h 1180"/>
                <a:gd name="T66" fmla="*/ 232 w 982"/>
                <a:gd name="T67" fmla="*/ 1059 h 1180"/>
                <a:gd name="T68" fmla="*/ 276 w 982"/>
                <a:gd name="T69" fmla="*/ 1145 h 1180"/>
                <a:gd name="T70" fmla="*/ 362 w 982"/>
                <a:gd name="T71" fmla="*/ 1179 h 1180"/>
                <a:gd name="T72" fmla="*/ 491 w 982"/>
                <a:gd name="T73" fmla="*/ 1179 h 1180"/>
                <a:gd name="T74" fmla="*/ 620 w 982"/>
                <a:gd name="T75" fmla="*/ 1179 h 1180"/>
                <a:gd name="T76" fmla="*/ 740 w 982"/>
                <a:gd name="T77" fmla="*/ 1059 h 1180"/>
                <a:gd name="T78" fmla="*/ 740 w 982"/>
                <a:gd name="T79" fmla="*/ 947 h 1180"/>
                <a:gd name="T80" fmla="*/ 818 w 982"/>
                <a:gd name="T81" fmla="*/ 878 h 1180"/>
                <a:gd name="T82" fmla="*/ 852 w 982"/>
                <a:gd name="T83" fmla="*/ 878 h 1180"/>
                <a:gd name="T84" fmla="*/ 964 w 982"/>
                <a:gd name="T85" fmla="*/ 809 h 1180"/>
                <a:gd name="T86" fmla="*/ 964 w 982"/>
                <a:gd name="T87" fmla="*/ 689 h 1180"/>
                <a:gd name="T88" fmla="*/ 603 w 982"/>
                <a:gd name="T89" fmla="*/ 60 h 1180"/>
                <a:gd name="T90" fmla="*/ 594 w 982"/>
                <a:gd name="T91" fmla="*/ 52 h 1180"/>
                <a:gd name="T92" fmla="*/ 585 w 982"/>
                <a:gd name="T93" fmla="*/ 43 h 1180"/>
                <a:gd name="T94" fmla="*/ 491 w 982"/>
                <a:gd name="T95"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2" h="1180">
                  <a:moveTo>
                    <a:pt x="491" y="86"/>
                  </a:moveTo>
                  <a:lnTo>
                    <a:pt x="491" y="86"/>
                  </a:lnTo>
                  <a:cubicBezTo>
                    <a:pt x="499" y="86"/>
                    <a:pt x="517" y="95"/>
                    <a:pt x="517" y="104"/>
                  </a:cubicBezTo>
                  <a:lnTo>
                    <a:pt x="517" y="104"/>
                  </a:lnTo>
                  <a:cubicBezTo>
                    <a:pt x="887" y="732"/>
                    <a:pt x="887" y="732"/>
                    <a:pt x="887" y="732"/>
                  </a:cubicBezTo>
                  <a:cubicBezTo>
                    <a:pt x="887" y="740"/>
                    <a:pt x="887" y="758"/>
                    <a:pt x="887" y="766"/>
                  </a:cubicBezTo>
                  <a:cubicBezTo>
                    <a:pt x="878" y="783"/>
                    <a:pt x="869" y="783"/>
                    <a:pt x="852" y="783"/>
                  </a:cubicBezTo>
                  <a:lnTo>
                    <a:pt x="852" y="783"/>
                  </a:lnTo>
                  <a:cubicBezTo>
                    <a:pt x="809" y="783"/>
                    <a:pt x="809" y="783"/>
                    <a:pt x="809" y="783"/>
                  </a:cubicBezTo>
                  <a:cubicBezTo>
                    <a:pt x="723" y="792"/>
                    <a:pt x="654" y="861"/>
                    <a:pt x="654" y="947"/>
                  </a:cubicBezTo>
                  <a:cubicBezTo>
                    <a:pt x="654" y="1059"/>
                    <a:pt x="654" y="1059"/>
                    <a:pt x="654" y="1059"/>
                  </a:cubicBezTo>
                  <a:cubicBezTo>
                    <a:pt x="654" y="1076"/>
                    <a:pt x="637" y="1093"/>
                    <a:pt x="620" y="1093"/>
                  </a:cubicBezTo>
                  <a:cubicBezTo>
                    <a:pt x="491" y="1093"/>
                    <a:pt x="491" y="1093"/>
                    <a:pt x="491" y="1093"/>
                  </a:cubicBezTo>
                  <a:cubicBezTo>
                    <a:pt x="362" y="1093"/>
                    <a:pt x="362" y="1093"/>
                    <a:pt x="362" y="1093"/>
                  </a:cubicBezTo>
                  <a:cubicBezTo>
                    <a:pt x="345" y="1093"/>
                    <a:pt x="327" y="1076"/>
                    <a:pt x="327" y="1059"/>
                  </a:cubicBezTo>
                  <a:cubicBezTo>
                    <a:pt x="327" y="947"/>
                    <a:pt x="327" y="947"/>
                    <a:pt x="327" y="947"/>
                  </a:cubicBezTo>
                  <a:cubicBezTo>
                    <a:pt x="327" y="861"/>
                    <a:pt x="258" y="792"/>
                    <a:pt x="164" y="783"/>
                  </a:cubicBezTo>
                  <a:cubicBezTo>
                    <a:pt x="129" y="783"/>
                    <a:pt x="129" y="783"/>
                    <a:pt x="129" y="783"/>
                  </a:cubicBezTo>
                  <a:cubicBezTo>
                    <a:pt x="112" y="783"/>
                    <a:pt x="104" y="783"/>
                    <a:pt x="95" y="766"/>
                  </a:cubicBezTo>
                  <a:cubicBezTo>
                    <a:pt x="86" y="758"/>
                    <a:pt x="86" y="740"/>
                    <a:pt x="95" y="732"/>
                  </a:cubicBezTo>
                  <a:cubicBezTo>
                    <a:pt x="456" y="104"/>
                    <a:pt x="456" y="104"/>
                    <a:pt x="456" y="104"/>
                  </a:cubicBezTo>
                  <a:lnTo>
                    <a:pt x="456" y="104"/>
                  </a:lnTo>
                  <a:cubicBezTo>
                    <a:pt x="465" y="95"/>
                    <a:pt x="473" y="86"/>
                    <a:pt x="491" y="86"/>
                  </a:cubicBezTo>
                  <a:close/>
                  <a:moveTo>
                    <a:pt x="491" y="0"/>
                  </a:moveTo>
                  <a:lnTo>
                    <a:pt x="491" y="0"/>
                  </a:lnTo>
                  <a:lnTo>
                    <a:pt x="491" y="0"/>
                  </a:lnTo>
                  <a:cubicBezTo>
                    <a:pt x="439" y="0"/>
                    <a:pt x="405" y="17"/>
                    <a:pt x="379" y="60"/>
                  </a:cubicBezTo>
                  <a:lnTo>
                    <a:pt x="379" y="60"/>
                  </a:lnTo>
                  <a:cubicBezTo>
                    <a:pt x="17" y="689"/>
                    <a:pt x="17" y="689"/>
                    <a:pt x="17" y="689"/>
                  </a:cubicBezTo>
                  <a:cubicBezTo>
                    <a:pt x="0" y="723"/>
                    <a:pt x="0" y="775"/>
                    <a:pt x="17" y="809"/>
                  </a:cubicBezTo>
                  <a:cubicBezTo>
                    <a:pt x="43" y="852"/>
                    <a:pt x="78" y="878"/>
                    <a:pt x="129" y="878"/>
                  </a:cubicBezTo>
                  <a:cubicBezTo>
                    <a:pt x="164" y="878"/>
                    <a:pt x="164" y="878"/>
                    <a:pt x="164" y="878"/>
                  </a:cubicBezTo>
                  <a:cubicBezTo>
                    <a:pt x="207" y="878"/>
                    <a:pt x="232" y="912"/>
                    <a:pt x="232" y="947"/>
                  </a:cubicBezTo>
                  <a:cubicBezTo>
                    <a:pt x="232" y="1059"/>
                    <a:pt x="232" y="1059"/>
                    <a:pt x="232" y="1059"/>
                  </a:cubicBezTo>
                  <a:cubicBezTo>
                    <a:pt x="232" y="1093"/>
                    <a:pt x="250" y="1119"/>
                    <a:pt x="276" y="1145"/>
                  </a:cubicBezTo>
                  <a:cubicBezTo>
                    <a:pt x="293" y="1171"/>
                    <a:pt x="327" y="1179"/>
                    <a:pt x="362" y="1179"/>
                  </a:cubicBezTo>
                  <a:cubicBezTo>
                    <a:pt x="491" y="1179"/>
                    <a:pt x="491" y="1179"/>
                    <a:pt x="491" y="1179"/>
                  </a:cubicBezTo>
                  <a:cubicBezTo>
                    <a:pt x="620" y="1179"/>
                    <a:pt x="620" y="1179"/>
                    <a:pt x="620" y="1179"/>
                  </a:cubicBezTo>
                  <a:cubicBezTo>
                    <a:pt x="689" y="1179"/>
                    <a:pt x="740" y="1128"/>
                    <a:pt x="740" y="1059"/>
                  </a:cubicBezTo>
                  <a:cubicBezTo>
                    <a:pt x="740" y="947"/>
                    <a:pt x="740" y="947"/>
                    <a:pt x="740" y="947"/>
                  </a:cubicBezTo>
                  <a:cubicBezTo>
                    <a:pt x="740" y="912"/>
                    <a:pt x="775" y="878"/>
                    <a:pt x="818" y="878"/>
                  </a:cubicBezTo>
                  <a:cubicBezTo>
                    <a:pt x="852" y="878"/>
                    <a:pt x="852" y="878"/>
                    <a:pt x="852" y="878"/>
                  </a:cubicBezTo>
                  <a:cubicBezTo>
                    <a:pt x="895" y="878"/>
                    <a:pt x="938" y="852"/>
                    <a:pt x="964" y="809"/>
                  </a:cubicBezTo>
                  <a:cubicBezTo>
                    <a:pt x="981" y="775"/>
                    <a:pt x="981" y="723"/>
                    <a:pt x="964" y="689"/>
                  </a:cubicBezTo>
                  <a:cubicBezTo>
                    <a:pt x="603" y="60"/>
                    <a:pt x="603" y="60"/>
                    <a:pt x="603" y="60"/>
                  </a:cubicBezTo>
                  <a:cubicBezTo>
                    <a:pt x="594" y="52"/>
                    <a:pt x="594" y="52"/>
                    <a:pt x="594" y="52"/>
                  </a:cubicBezTo>
                  <a:cubicBezTo>
                    <a:pt x="585" y="43"/>
                    <a:pt x="585" y="43"/>
                    <a:pt x="585" y="43"/>
                  </a:cubicBezTo>
                  <a:cubicBezTo>
                    <a:pt x="568" y="17"/>
                    <a:pt x="525" y="0"/>
                    <a:pt x="491" y="0"/>
                  </a:cubicBezTo>
                  <a:close/>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5" name="Freeform 92"/>
            <p:cNvSpPr>
              <a:spLocks noChangeArrowheads="1"/>
            </p:cNvSpPr>
            <p:nvPr/>
          </p:nvSpPr>
          <p:spPr bwMode="auto">
            <a:xfrm>
              <a:off x="8126097" y="7573747"/>
              <a:ext cx="447369" cy="1096116"/>
            </a:xfrm>
            <a:custGeom>
              <a:avLst/>
              <a:gdLst>
                <a:gd name="T0" fmla="*/ 370 w 406"/>
                <a:gd name="T1" fmla="*/ 258 h 990"/>
                <a:gd name="T2" fmla="*/ 370 w 406"/>
                <a:gd name="T3" fmla="*/ 258 h 990"/>
                <a:gd name="T4" fmla="*/ 370 w 406"/>
                <a:gd name="T5" fmla="*/ 0 h 990"/>
                <a:gd name="T6" fmla="*/ 9 w 406"/>
                <a:gd name="T7" fmla="*/ 628 h 990"/>
                <a:gd name="T8" fmla="*/ 9 w 406"/>
                <a:gd name="T9" fmla="*/ 662 h 990"/>
                <a:gd name="T10" fmla="*/ 43 w 406"/>
                <a:gd name="T11" fmla="*/ 679 h 990"/>
                <a:gd name="T12" fmla="*/ 78 w 406"/>
                <a:gd name="T13" fmla="*/ 679 h 990"/>
                <a:gd name="T14" fmla="*/ 241 w 406"/>
                <a:gd name="T15" fmla="*/ 843 h 990"/>
                <a:gd name="T16" fmla="*/ 241 w 406"/>
                <a:gd name="T17" fmla="*/ 955 h 990"/>
                <a:gd name="T18" fmla="*/ 276 w 406"/>
                <a:gd name="T19" fmla="*/ 989 h 990"/>
                <a:gd name="T20" fmla="*/ 405 w 406"/>
                <a:gd name="T21" fmla="*/ 989 h 990"/>
                <a:gd name="T22" fmla="*/ 405 w 406"/>
                <a:gd name="T23" fmla="*/ 258 h 990"/>
                <a:gd name="T24" fmla="*/ 370 w 406"/>
                <a:gd name="T25" fmla="*/ 25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6" h="990">
                  <a:moveTo>
                    <a:pt x="370" y="258"/>
                  </a:moveTo>
                  <a:lnTo>
                    <a:pt x="370" y="258"/>
                  </a:lnTo>
                  <a:cubicBezTo>
                    <a:pt x="370" y="0"/>
                    <a:pt x="370" y="0"/>
                    <a:pt x="370" y="0"/>
                  </a:cubicBezTo>
                  <a:cubicBezTo>
                    <a:pt x="9" y="628"/>
                    <a:pt x="9" y="628"/>
                    <a:pt x="9" y="628"/>
                  </a:cubicBezTo>
                  <a:cubicBezTo>
                    <a:pt x="0" y="636"/>
                    <a:pt x="0" y="654"/>
                    <a:pt x="9" y="662"/>
                  </a:cubicBezTo>
                  <a:cubicBezTo>
                    <a:pt x="18" y="679"/>
                    <a:pt x="26" y="679"/>
                    <a:pt x="43" y="679"/>
                  </a:cubicBezTo>
                  <a:cubicBezTo>
                    <a:pt x="78" y="679"/>
                    <a:pt x="78" y="679"/>
                    <a:pt x="78" y="679"/>
                  </a:cubicBezTo>
                  <a:cubicBezTo>
                    <a:pt x="172" y="688"/>
                    <a:pt x="241" y="757"/>
                    <a:pt x="241" y="843"/>
                  </a:cubicBezTo>
                  <a:cubicBezTo>
                    <a:pt x="241" y="955"/>
                    <a:pt x="241" y="955"/>
                    <a:pt x="241" y="955"/>
                  </a:cubicBezTo>
                  <a:cubicBezTo>
                    <a:pt x="241" y="972"/>
                    <a:pt x="259" y="989"/>
                    <a:pt x="276" y="989"/>
                  </a:cubicBezTo>
                  <a:cubicBezTo>
                    <a:pt x="405" y="989"/>
                    <a:pt x="405" y="989"/>
                    <a:pt x="405" y="989"/>
                  </a:cubicBezTo>
                  <a:cubicBezTo>
                    <a:pt x="405" y="258"/>
                    <a:pt x="405" y="258"/>
                    <a:pt x="405" y="258"/>
                  </a:cubicBezTo>
                  <a:lnTo>
                    <a:pt x="370" y="258"/>
                  </a:lnTo>
                </a:path>
              </a:pathLst>
            </a:custGeom>
            <a:solidFill>
              <a:schemeClr val="accent4"/>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6" name="Freeform 93"/>
            <p:cNvSpPr>
              <a:spLocks noChangeArrowheads="1"/>
            </p:cNvSpPr>
            <p:nvPr/>
          </p:nvSpPr>
          <p:spPr bwMode="auto">
            <a:xfrm>
              <a:off x="8573466" y="7573747"/>
              <a:ext cx="450541" cy="1096116"/>
            </a:xfrm>
            <a:custGeom>
              <a:avLst/>
              <a:gdLst>
                <a:gd name="T0" fmla="*/ 396 w 405"/>
                <a:gd name="T1" fmla="*/ 628 h 990"/>
                <a:gd name="T2" fmla="*/ 396 w 405"/>
                <a:gd name="T3" fmla="*/ 628 h 990"/>
                <a:gd name="T4" fmla="*/ 34 w 405"/>
                <a:gd name="T5" fmla="*/ 0 h 990"/>
                <a:gd name="T6" fmla="*/ 34 w 405"/>
                <a:gd name="T7" fmla="*/ 0 h 990"/>
                <a:gd name="T8" fmla="*/ 34 w 405"/>
                <a:gd name="T9" fmla="*/ 258 h 990"/>
                <a:gd name="T10" fmla="*/ 0 w 405"/>
                <a:gd name="T11" fmla="*/ 258 h 990"/>
                <a:gd name="T12" fmla="*/ 0 w 405"/>
                <a:gd name="T13" fmla="*/ 989 h 990"/>
                <a:gd name="T14" fmla="*/ 129 w 405"/>
                <a:gd name="T15" fmla="*/ 989 h 990"/>
                <a:gd name="T16" fmla="*/ 163 w 405"/>
                <a:gd name="T17" fmla="*/ 955 h 990"/>
                <a:gd name="T18" fmla="*/ 163 w 405"/>
                <a:gd name="T19" fmla="*/ 843 h 990"/>
                <a:gd name="T20" fmla="*/ 327 w 405"/>
                <a:gd name="T21" fmla="*/ 679 h 990"/>
                <a:gd name="T22" fmla="*/ 361 w 405"/>
                <a:gd name="T23" fmla="*/ 679 h 990"/>
                <a:gd name="T24" fmla="*/ 396 w 405"/>
                <a:gd name="T25" fmla="*/ 662 h 990"/>
                <a:gd name="T26" fmla="*/ 396 w 405"/>
                <a:gd name="T27" fmla="*/ 62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5" h="990">
                  <a:moveTo>
                    <a:pt x="396" y="628"/>
                  </a:moveTo>
                  <a:lnTo>
                    <a:pt x="396" y="628"/>
                  </a:lnTo>
                  <a:cubicBezTo>
                    <a:pt x="34" y="0"/>
                    <a:pt x="34" y="0"/>
                    <a:pt x="34" y="0"/>
                  </a:cubicBezTo>
                  <a:lnTo>
                    <a:pt x="34" y="0"/>
                  </a:lnTo>
                  <a:cubicBezTo>
                    <a:pt x="34" y="258"/>
                    <a:pt x="34" y="258"/>
                    <a:pt x="34" y="258"/>
                  </a:cubicBezTo>
                  <a:cubicBezTo>
                    <a:pt x="0" y="258"/>
                    <a:pt x="0" y="258"/>
                    <a:pt x="0" y="258"/>
                  </a:cubicBezTo>
                  <a:cubicBezTo>
                    <a:pt x="0" y="989"/>
                    <a:pt x="0" y="989"/>
                    <a:pt x="0" y="989"/>
                  </a:cubicBezTo>
                  <a:cubicBezTo>
                    <a:pt x="129" y="989"/>
                    <a:pt x="129" y="989"/>
                    <a:pt x="129" y="989"/>
                  </a:cubicBezTo>
                  <a:cubicBezTo>
                    <a:pt x="146" y="989"/>
                    <a:pt x="163" y="972"/>
                    <a:pt x="163" y="955"/>
                  </a:cubicBezTo>
                  <a:cubicBezTo>
                    <a:pt x="163" y="843"/>
                    <a:pt x="163" y="843"/>
                    <a:pt x="163" y="843"/>
                  </a:cubicBezTo>
                  <a:cubicBezTo>
                    <a:pt x="163" y="757"/>
                    <a:pt x="232" y="688"/>
                    <a:pt x="327" y="679"/>
                  </a:cubicBezTo>
                  <a:cubicBezTo>
                    <a:pt x="361" y="679"/>
                    <a:pt x="361" y="679"/>
                    <a:pt x="361" y="679"/>
                  </a:cubicBezTo>
                  <a:cubicBezTo>
                    <a:pt x="378" y="679"/>
                    <a:pt x="387" y="679"/>
                    <a:pt x="396" y="662"/>
                  </a:cubicBezTo>
                  <a:cubicBezTo>
                    <a:pt x="404" y="654"/>
                    <a:pt x="404" y="636"/>
                    <a:pt x="396" y="628"/>
                  </a:cubicBezTo>
                </a:path>
              </a:pathLst>
            </a:custGeom>
            <a:solidFill>
              <a:schemeClr val="accent4">
                <a:lumMod val="5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7" name="Freeform 94"/>
            <p:cNvSpPr>
              <a:spLocks noChangeArrowheads="1"/>
            </p:cNvSpPr>
            <p:nvPr/>
          </p:nvSpPr>
          <p:spPr bwMode="auto">
            <a:xfrm>
              <a:off x="9655400" y="7475256"/>
              <a:ext cx="79320" cy="305006"/>
            </a:xfrm>
            <a:custGeom>
              <a:avLst/>
              <a:gdLst>
                <a:gd name="T0" fmla="*/ 35 w 70"/>
                <a:gd name="T1" fmla="*/ 0 h 277"/>
                <a:gd name="T2" fmla="*/ 35 w 70"/>
                <a:gd name="T3" fmla="*/ 0 h 277"/>
                <a:gd name="T4" fmla="*/ 0 w 70"/>
                <a:gd name="T5" fmla="*/ 18 h 277"/>
                <a:gd name="T6" fmla="*/ 0 w 70"/>
                <a:gd name="T7" fmla="*/ 18 h 277"/>
                <a:gd name="T8" fmla="*/ 0 w 70"/>
                <a:gd name="T9" fmla="*/ 276 h 277"/>
                <a:gd name="T10" fmla="*/ 35 w 70"/>
                <a:gd name="T11" fmla="*/ 276 h 277"/>
                <a:gd name="T12" fmla="*/ 69 w 70"/>
                <a:gd name="T13" fmla="*/ 276 h 277"/>
                <a:gd name="T14" fmla="*/ 69 w 70"/>
                <a:gd name="T15" fmla="*/ 18 h 277"/>
                <a:gd name="T16" fmla="*/ 35 w 70"/>
                <a:gd name="T17"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77">
                  <a:moveTo>
                    <a:pt x="35" y="0"/>
                  </a:moveTo>
                  <a:lnTo>
                    <a:pt x="35" y="0"/>
                  </a:lnTo>
                  <a:cubicBezTo>
                    <a:pt x="26" y="0"/>
                    <a:pt x="9" y="9"/>
                    <a:pt x="0" y="18"/>
                  </a:cubicBezTo>
                  <a:lnTo>
                    <a:pt x="0" y="18"/>
                  </a:lnTo>
                  <a:cubicBezTo>
                    <a:pt x="0" y="276"/>
                    <a:pt x="0" y="276"/>
                    <a:pt x="0" y="276"/>
                  </a:cubicBezTo>
                  <a:cubicBezTo>
                    <a:pt x="35" y="276"/>
                    <a:pt x="35" y="276"/>
                    <a:pt x="35" y="276"/>
                  </a:cubicBezTo>
                  <a:cubicBezTo>
                    <a:pt x="69" y="276"/>
                    <a:pt x="69" y="276"/>
                    <a:pt x="69" y="276"/>
                  </a:cubicBezTo>
                  <a:cubicBezTo>
                    <a:pt x="69" y="18"/>
                    <a:pt x="69" y="18"/>
                    <a:pt x="69" y="18"/>
                  </a:cubicBezTo>
                  <a:cubicBezTo>
                    <a:pt x="61" y="9"/>
                    <a:pt x="43" y="0"/>
                    <a:pt x="35" y="0"/>
                  </a:cubicBezTo>
                </a:path>
              </a:pathLst>
            </a:custGeom>
            <a:solidFill>
              <a:schemeClr val="accent4">
                <a:lumMod val="60000"/>
                <a:lumOff val="40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8" name="Freeform 95"/>
            <p:cNvSpPr>
              <a:spLocks noChangeArrowheads="1"/>
            </p:cNvSpPr>
            <p:nvPr/>
          </p:nvSpPr>
          <p:spPr bwMode="auto">
            <a:xfrm>
              <a:off x="9693474" y="7732606"/>
              <a:ext cx="79320" cy="257348"/>
            </a:xfrm>
            <a:custGeom>
              <a:avLst/>
              <a:gdLst>
                <a:gd name="T0" fmla="*/ 0 w 70"/>
                <a:gd name="T1" fmla="*/ 0 h 233"/>
                <a:gd name="T2" fmla="*/ 0 w 70"/>
                <a:gd name="T3" fmla="*/ 0 h 233"/>
                <a:gd name="T4" fmla="*/ 0 w 70"/>
                <a:gd name="T5" fmla="*/ 0 h 233"/>
                <a:gd name="T6" fmla="*/ 0 w 70"/>
                <a:gd name="T7" fmla="*/ 232 h 233"/>
                <a:gd name="T8" fmla="*/ 0 w 70"/>
                <a:gd name="T9" fmla="*/ 232 h 233"/>
                <a:gd name="T10" fmla="*/ 69 w 70"/>
                <a:gd name="T11" fmla="*/ 154 h 233"/>
                <a:gd name="T12" fmla="*/ 69 w 70"/>
                <a:gd name="T13" fmla="*/ 77 h 233"/>
                <a:gd name="T14" fmla="*/ 0 w 70"/>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33">
                  <a:moveTo>
                    <a:pt x="0" y="0"/>
                  </a:moveTo>
                  <a:lnTo>
                    <a:pt x="0" y="0"/>
                  </a:lnTo>
                  <a:lnTo>
                    <a:pt x="0" y="0"/>
                  </a:lnTo>
                  <a:cubicBezTo>
                    <a:pt x="0" y="232"/>
                    <a:pt x="0" y="232"/>
                    <a:pt x="0" y="232"/>
                  </a:cubicBezTo>
                  <a:lnTo>
                    <a:pt x="0" y="232"/>
                  </a:lnTo>
                  <a:cubicBezTo>
                    <a:pt x="43" y="232"/>
                    <a:pt x="69" y="198"/>
                    <a:pt x="69" y="154"/>
                  </a:cubicBezTo>
                  <a:cubicBezTo>
                    <a:pt x="69" y="77"/>
                    <a:pt x="69" y="77"/>
                    <a:pt x="69" y="77"/>
                  </a:cubicBezTo>
                  <a:cubicBezTo>
                    <a:pt x="69" y="34"/>
                    <a:pt x="43" y="0"/>
                    <a:pt x="0" y="0"/>
                  </a:cubicBez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19" name="Freeform 96"/>
            <p:cNvSpPr>
              <a:spLocks noChangeArrowheads="1"/>
            </p:cNvSpPr>
            <p:nvPr/>
          </p:nvSpPr>
          <p:spPr bwMode="auto">
            <a:xfrm>
              <a:off x="9617326" y="7732606"/>
              <a:ext cx="76148" cy="257348"/>
            </a:xfrm>
            <a:custGeom>
              <a:avLst/>
              <a:gdLst>
                <a:gd name="T0" fmla="*/ 0 w 70"/>
                <a:gd name="T1" fmla="*/ 77 h 233"/>
                <a:gd name="T2" fmla="*/ 0 w 70"/>
                <a:gd name="T3" fmla="*/ 77 h 233"/>
                <a:gd name="T4" fmla="*/ 0 w 70"/>
                <a:gd name="T5" fmla="*/ 154 h 233"/>
                <a:gd name="T6" fmla="*/ 69 w 70"/>
                <a:gd name="T7" fmla="*/ 232 h 233"/>
                <a:gd name="T8" fmla="*/ 69 w 70"/>
                <a:gd name="T9" fmla="*/ 0 h 233"/>
                <a:gd name="T10" fmla="*/ 0 w 70"/>
                <a:gd name="T11" fmla="*/ 77 h 233"/>
              </a:gdLst>
              <a:ahLst/>
              <a:cxnLst>
                <a:cxn ang="0">
                  <a:pos x="T0" y="T1"/>
                </a:cxn>
                <a:cxn ang="0">
                  <a:pos x="T2" y="T3"/>
                </a:cxn>
                <a:cxn ang="0">
                  <a:pos x="T4" y="T5"/>
                </a:cxn>
                <a:cxn ang="0">
                  <a:pos x="T6" y="T7"/>
                </a:cxn>
                <a:cxn ang="0">
                  <a:pos x="T8" y="T9"/>
                </a:cxn>
                <a:cxn ang="0">
                  <a:pos x="T10" y="T11"/>
                </a:cxn>
              </a:cxnLst>
              <a:rect l="0" t="0" r="r" b="b"/>
              <a:pathLst>
                <a:path w="70" h="233">
                  <a:moveTo>
                    <a:pt x="0" y="77"/>
                  </a:moveTo>
                  <a:lnTo>
                    <a:pt x="0" y="77"/>
                  </a:lnTo>
                  <a:cubicBezTo>
                    <a:pt x="0" y="154"/>
                    <a:pt x="0" y="154"/>
                    <a:pt x="0" y="154"/>
                  </a:cubicBezTo>
                  <a:cubicBezTo>
                    <a:pt x="0" y="198"/>
                    <a:pt x="26" y="232"/>
                    <a:pt x="69" y="232"/>
                  </a:cubicBezTo>
                  <a:cubicBezTo>
                    <a:pt x="69" y="0"/>
                    <a:pt x="69" y="0"/>
                    <a:pt x="69" y="0"/>
                  </a:cubicBezTo>
                  <a:cubicBezTo>
                    <a:pt x="26" y="0"/>
                    <a:pt x="0" y="34"/>
                    <a:pt x="0" y="77"/>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20" name="Freeform 97"/>
            <p:cNvSpPr>
              <a:spLocks noChangeArrowheads="1"/>
            </p:cNvSpPr>
            <p:nvPr/>
          </p:nvSpPr>
          <p:spPr bwMode="auto">
            <a:xfrm>
              <a:off x="9106500" y="6105908"/>
              <a:ext cx="586973" cy="1070697"/>
            </a:xfrm>
            <a:custGeom>
              <a:avLst/>
              <a:gdLst>
                <a:gd name="T0" fmla="*/ 293 w 535"/>
                <a:gd name="T1" fmla="*/ 722 h 972"/>
                <a:gd name="T2" fmla="*/ 293 w 535"/>
                <a:gd name="T3" fmla="*/ 722 h 972"/>
                <a:gd name="T4" fmla="*/ 293 w 535"/>
                <a:gd name="T5" fmla="*/ 241 h 972"/>
                <a:gd name="T6" fmla="*/ 534 w 535"/>
                <a:gd name="T7" fmla="*/ 146 h 972"/>
                <a:gd name="T8" fmla="*/ 534 w 535"/>
                <a:gd name="T9" fmla="*/ 0 h 972"/>
                <a:gd name="T10" fmla="*/ 189 w 535"/>
                <a:gd name="T11" fmla="*/ 138 h 972"/>
                <a:gd name="T12" fmla="*/ 189 w 535"/>
                <a:gd name="T13" fmla="*/ 825 h 972"/>
                <a:gd name="T14" fmla="*/ 534 w 535"/>
                <a:gd name="T15" fmla="*/ 971 h 972"/>
                <a:gd name="T16" fmla="*/ 534 w 535"/>
                <a:gd name="T17" fmla="*/ 825 h 972"/>
                <a:gd name="T18" fmla="*/ 293 w 535"/>
                <a:gd name="T19" fmla="*/ 72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72">
                  <a:moveTo>
                    <a:pt x="293" y="722"/>
                  </a:moveTo>
                  <a:lnTo>
                    <a:pt x="293" y="722"/>
                  </a:lnTo>
                  <a:cubicBezTo>
                    <a:pt x="164" y="593"/>
                    <a:pt x="164" y="379"/>
                    <a:pt x="293" y="241"/>
                  </a:cubicBezTo>
                  <a:cubicBezTo>
                    <a:pt x="362" y="181"/>
                    <a:pt x="448" y="146"/>
                    <a:pt x="534" y="146"/>
                  </a:cubicBezTo>
                  <a:cubicBezTo>
                    <a:pt x="534" y="0"/>
                    <a:pt x="534" y="0"/>
                    <a:pt x="534" y="0"/>
                  </a:cubicBezTo>
                  <a:cubicBezTo>
                    <a:pt x="405" y="0"/>
                    <a:pt x="284" y="43"/>
                    <a:pt x="189" y="138"/>
                  </a:cubicBezTo>
                  <a:cubicBezTo>
                    <a:pt x="0" y="327"/>
                    <a:pt x="0" y="636"/>
                    <a:pt x="189" y="825"/>
                  </a:cubicBezTo>
                  <a:cubicBezTo>
                    <a:pt x="284" y="920"/>
                    <a:pt x="405" y="971"/>
                    <a:pt x="534" y="971"/>
                  </a:cubicBezTo>
                  <a:cubicBezTo>
                    <a:pt x="534" y="825"/>
                    <a:pt x="534" y="825"/>
                    <a:pt x="534" y="825"/>
                  </a:cubicBezTo>
                  <a:cubicBezTo>
                    <a:pt x="448" y="825"/>
                    <a:pt x="362" y="791"/>
                    <a:pt x="293" y="722"/>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21" name="Freeform 98"/>
            <p:cNvSpPr>
              <a:spLocks noChangeArrowheads="1"/>
            </p:cNvSpPr>
            <p:nvPr/>
          </p:nvSpPr>
          <p:spPr bwMode="auto">
            <a:xfrm>
              <a:off x="9693474" y="6105908"/>
              <a:ext cx="590145" cy="1070697"/>
            </a:xfrm>
            <a:custGeom>
              <a:avLst/>
              <a:gdLst>
                <a:gd name="T0" fmla="*/ 0 w 534"/>
                <a:gd name="T1" fmla="*/ 0 h 972"/>
                <a:gd name="T2" fmla="*/ 0 w 534"/>
                <a:gd name="T3" fmla="*/ 0 h 972"/>
                <a:gd name="T4" fmla="*/ 0 w 534"/>
                <a:gd name="T5" fmla="*/ 146 h 972"/>
                <a:gd name="T6" fmla="*/ 241 w 534"/>
                <a:gd name="T7" fmla="*/ 241 h 972"/>
                <a:gd name="T8" fmla="*/ 241 w 534"/>
                <a:gd name="T9" fmla="*/ 722 h 972"/>
                <a:gd name="T10" fmla="*/ 0 w 534"/>
                <a:gd name="T11" fmla="*/ 825 h 972"/>
                <a:gd name="T12" fmla="*/ 0 w 534"/>
                <a:gd name="T13" fmla="*/ 971 h 972"/>
                <a:gd name="T14" fmla="*/ 344 w 534"/>
                <a:gd name="T15" fmla="*/ 825 h 972"/>
                <a:gd name="T16" fmla="*/ 344 w 534"/>
                <a:gd name="T17" fmla="*/ 138 h 972"/>
                <a:gd name="T18" fmla="*/ 0 w 534"/>
                <a:gd name="T19"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72">
                  <a:moveTo>
                    <a:pt x="0" y="0"/>
                  </a:moveTo>
                  <a:lnTo>
                    <a:pt x="0" y="0"/>
                  </a:lnTo>
                  <a:cubicBezTo>
                    <a:pt x="0" y="146"/>
                    <a:pt x="0" y="146"/>
                    <a:pt x="0" y="146"/>
                  </a:cubicBezTo>
                  <a:cubicBezTo>
                    <a:pt x="86" y="146"/>
                    <a:pt x="172" y="181"/>
                    <a:pt x="241" y="241"/>
                  </a:cubicBezTo>
                  <a:cubicBezTo>
                    <a:pt x="370" y="379"/>
                    <a:pt x="370" y="593"/>
                    <a:pt x="241" y="722"/>
                  </a:cubicBezTo>
                  <a:cubicBezTo>
                    <a:pt x="172" y="791"/>
                    <a:pt x="86" y="825"/>
                    <a:pt x="0" y="825"/>
                  </a:cubicBezTo>
                  <a:cubicBezTo>
                    <a:pt x="0" y="971"/>
                    <a:pt x="0" y="971"/>
                    <a:pt x="0" y="971"/>
                  </a:cubicBezTo>
                  <a:cubicBezTo>
                    <a:pt x="120" y="971"/>
                    <a:pt x="249" y="920"/>
                    <a:pt x="344" y="825"/>
                  </a:cubicBezTo>
                  <a:cubicBezTo>
                    <a:pt x="533" y="636"/>
                    <a:pt x="533" y="327"/>
                    <a:pt x="344" y="138"/>
                  </a:cubicBezTo>
                  <a:cubicBezTo>
                    <a:pt x="249" y="43"/>
                    <a:pt x="120" y="0"/>
                    <a:pt x="0" y="0"/>
                  </a:cubicBezTo>
                </a:path>
              </a:pathLst>
            </a:custGeom>
            <a:solidFill>
              <a:schemeClr val="accent3">
                <a:lumMod val="75000"/>
              </a:schemeClr>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22" name="Freeform 99"/>
            <p:cNvSpPr>
              <a:spLocks noChangeArrowheads="1"/>
            </p:cNvSpPr>
            <p:nvPr/>
          </p:nvSpPr>
          <p:spPr bwMode="auto">
            <a:xfrm>
              <a:off x="9287352" y="6264765"/>
              <a:ext cx="815415" cy="752982"/>
            </a:xfrm>
            <a:custGeom>
              <a:avLst/>
              <a:gdLst>
                <a:gd name="T0" fmla="*/ 611 w 741"/>
                <a:gd name="T1" fmla="*/ 95 h 680"/>
                <a:gd name="T2" fmla="*/ 611 w 741"/>
                <a:gd name="T3" fmla="*/ 95 h 680"/>
                <a:gd name="T4" fmla="*/ 370 w 741"/>
                <a:gd name="T5" fmla="*/ 0 h 680"/>
                <a:gd name="T6" fmla="*/ 129 w 741"/>
                <a:gd name="T7" fmla="*/ 95 h 680"/>
                <a:gd name="T8" fmla="*/ 129 w 741"/>
                <a:gd name="T9" fmla="*/ 576 h 680"/>
                <a:gd name="T10" fmla="*/ 370 w 741"/>
                <a:gd name="T11" fmla="*/ 679 h 680"/>
                <a:gd name="T12" fmla="*/ 611 w 741"/>
                <a:gd name="T13" fmla="*/ 576 h 680"/>
                <a:gd name="T14" fmla="*/ 611 w 741"/>
                <a:gd name="T15" fmla="*/ 95 h 6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1" h="680">
                  <a:moveTo>
                    <a:pt x="611" y="95"/>
                  </a:moveTo>
                  <a:lnTo>
                    <a:pt x="611" y="95"/>
                  </a:lnTo>
                  <a:cubicBezTo>
                    <a:pt x="542" y="35"/>
                    <a:pt x="456" y="0"/>
                    <a:pt x="370" y="0"/>
                  </a:cubicBezTo>
                  <a:cubicBezTo>
                    <a:pt x="284" y="0"/>
                    <a:pt x="198" y="35"/>
                    <a:pt x="129" y="95"/>
                  </a:cubicBezTo>
                  <a:cubicBezTo>
                    <a:pt x="0" y="233"/>
                    <a:pt x="0" y="447"/>
                    <a:pt x="129" y="576"/>
                  </a:cubicBezTo>
                  <a:cubicBezTo>
                    <a:pt x="198" y="645"/>
                    <a:pt x="284" y="679"/>
                    <a:pt x="370" y="679"/>
                  </a:cubicBezTo>
                  <a:cubicBezTo>
                    <a:pt x="456" y="679"/>
                    <a:pt x="542" y="645"/>
                    <a:pt x="611" y="576"/>
                  </a:cubicBezTo>
                  <a:cubicBezTo>
                    <a:pt x="740" y="447"/>
                    <a:pt x="740" y="233"/>
                    <a:pt x="611" y="95"/>
                  </a:cubicBezTo>
                </a:path>
              </a:pathLst>
            </a:custGeom>
            <a:solidFill>
              <a:schemeClr val="accent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23" name="Freeform 100"/>
            <p:cNvSpPr>
              <a:spLocks noChangeArrowheads="1"/>
            </p:cNvSpPr>
            <p:nvPr/>
          </p:nvSpPr>
          <p:spPr bwMode="auto">
            <a:xfrm>
              <a:off x="9534832" y="6306067"/>
              <a:ext cx="320454" cy="667200"/>
            </a:xfrm>
            <a:custGeom>
              <a:avLst/>
              <a:gdLst>
                <a:gd name="T0" fmla="*/ 240 w 293"/>
                <a:gd name="T1" fmla="*/ 292 h 602"/>
                <a:gd name="T2" fmla="*/ 240 w 293"/>
                <a:gd name="T3" fmla="*/ 292 h 602"/>
                <a:gd name="T4" fmla="*/ 172 w 293"/>
                <a:gd name="T5" fmla="*/ 258 h 602"/>
                <a:gd name="T6" fmla="*/ 154 w 293"/>
                <a:gd name="T7" fmla="*/ 258 h 602"/>
                <a:gd name="T8" fmla="*/ 146 w 293"/>
                <a:gd name="T9" fmla="*/ 249 h 602"/>
                <a:gd name="T10" fmla="*/ 111 w 293"/>
                <a:gd name="T11" fmla="*/ 232 h 602"/>
                <a:gd name="T12" fmla="*/ 103 w 293"/>
                <a:gd name="T13" fmla="*/ 198 h 602"/>
                <a:gd name="T14" fmla="*/ 111 w 293"/>
                <a:gd name="T15" fmla="*/ 163 h 602"/>
                <a:gd name="T16" fmla="*/ 146 w 293"/>
                <a:gd name="T17" fmla="*/ 155 h 602"/>
                <a:gd name="T18" fmla="*/ 146 w 293"/>
                <a:gd name="T19" fmla="*/ 155 h 602"/>
                <a:gd name="T20" fmla="*/ 180 w 293"/>
                <a:gd name="T21" fmla="*/ 163 h 602"/>
                <a:gd name="T22" fmla="*/ 189 w 293"/>
                <a:gd name="T23" fmla="*/ 198 h 602"/>
                <a:gd name="T24" fmla="*/ 275 w 293"/>
                <a:gd name="T25" fmla="*/ 198 h 602"/>
                <a:gd name="T26" fmla="*/ 258 w 293"/>
                <a:gd name="T27" fmla="*/ 137 h 602"/>
                <a:gd name="T28" fmla="*/ 215 w 293"/>
                <a:gd name="T29" fmla="*/ 94 h 602"/>
                <a:gd name="T30" fmla="*/ 180 w 293"/>
                <a:gd name="T31" fmla="*/ 77 h 602"/>
                <a:gd name="T32" fmla="*/ 180 w 293"/>
                <a:gd name="T33" fmla="*/ 0 h 602"/>
                <a:gd name="T34" fmla="*/ 146 w 293"/>
                <a:gd name="T35" fmla="*/ 0 h 602"/>
                <a:gd name="T36" fmla="*/ 111 w 293"/>
                <a:gd name="T37" fmla="*/ 0 h 602"/>
                <a:gd name="T38" fmla="*/ 111 w 293"/>
                <a:gd name="T39" fmla="*/ 77 h 602"/>
                <a:gd name="T40" fmla="*/ 111 w 293"/>
                <a:gd name="T41" fmla="*/ 77 h 602"/>
                <a:gd name="T42" fmla="*/ 85 w 293"/>
                <a:gd name="T43" fmla="*/ 94 h 602"/>
                <a:gd name="T44" fmla="*/ 34 w 293"/>
                <a:gd name="T45" fmla="*/ 137 h 602"/>
                <a:gd name="T46" fmla="*/ 17 w 293"/>
                <a:gd name="T47" fmla="*/ 198 h 602"/>
                <a:gd name="T48" fmla="*/ 34 w 293"/>
                <a:gd name="T49" fmla="*/ 258 h 602"/>
                <a:gd name="T50" fmla="*/ 77 w 293"/>
                <a:gd name="T51" fmla="*/ 301 h 602"/>
                <a:gd name="T52" fmla="*/ 111 w 293"/>
                <a:gd name="T53" fmla="*/ 317 h 602"/>
                <a:gd name="T54" fmla="*/ 128 w 293"/>
                <a:gd name="T55" fmla="*/ 326 h 602"/>
                <a:gd name="T56" fmla="*/ 146 w 293"/>
                <a:gd name="T57" fmla="*/ 326 h 602"/>
                <a:gd name="T58" fmla="*/ 189 w 293"/>
                <a:gd name="T59" fmla="*/ 352 h 602"/>
                <a:gd name="T60" fmla="*/ 206 w 293"/>
                <a:gd name="T61" fmla="*/ 395 h 602"/>
                <a:gd name="T62" fmla="*/ 189 w 293"/>
                <a:gd name="T63" fmla="*/ 438 h 602"/>
                <a:gd name="T64" fmla="*/ 146 w 293"/>
                <a:gd name="T65" fmla="*/ 455 h 602"/>
                <a:gd name="T66" fmla="*/ 146 w 293"/>
                <a:gd name="T67" fmla="*/ 455 h 602"/>
                <a:gd name="T68" fmla="*/ 103 w 293"/>
                <a:gd name="T69" fmla="*/ 438 h 602"/>
                <a:gd name="T70" fmla="*/ 85 w 293"/>
                <a:gd name="T71" fmla="*/ 395 h 602"/>
                <a:gd name="T72" fmla="*/ 0 w 293"/>
                <a:gd name="T73" fmla="*/ 395 h 602"/>
                <a:gd name="T74" fmla="*/ 8 w 293"/>
                <a:gd name="T75" fmla="*/ 446 h 602"/>
                <a:gd name="T76" fmla="*/ 42 w 293"/>
                <a:gd name="T77" fmla="*/ 489 h 602"/>
                <a:gd name="T78" fmla="*/ 111 w 293"/>
                <a:gd name="T79" fmla="*/ 532 h 602"/>
                <a:gd name="T80" fmla="*/ 111 w 293"/>
                <a:gd name="T81" fmla="*/ 601 h 602"/>
                <a:gd name="T82" fmla="*/ 146 w 293"/>
                <a:gd name="T83" fmla="*/ 601 h 602"/>
                <a:gd name="T84" fmla="*/ 180 w 293"/>
                <a:gd name="T85" fmla="*/ 601 h 602"/>
                <a:gd name="T86" fmla="*/ 180 w 293"/>
                <a:gd name="T87" fmla="*/ 532 h 602"/>
                <a:gd name="T88" fmla="*/ 215 w 293"/>
                <a:gd name="T89" fmla="*/ 515 h 602"/>
                <a:gd name="T90" fmla="*/ 266 w 293"/>
                <a:gd name="T91" fmla="*/ 463 h 602"/>
                <a:gd name="T92" fmla="*/ 292 w 293"/>
                <a:gd name="T93" fmla="*/ 395 h 602"/>
                <a:gd name="T94" fmla="*/ 240 w 293"/>
                <a:gd name="T95" fmla="*/ 29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602">
                  <a:moveTo>
                    <a:pt x="240" y="292"/>
                  </a:moveTo>
                  <a:lnTo>
                    <a:pt x="240" y="292"/>
                  </a:lnTo>
                  <a:cubicBezTo>
                    <a:pt x="223" y="284"/>
                    <a:pt x="206" y="275"/>
                    <a:pt x="172" y="258"/>
                  </a:cubicBezTo>
                  <a:cubicBezTo>
                    <a:pt x="154" y="258"/>
                    <a:pt x="154" y="258"/>
                    <a:pt x="154" y="258"/>
                  </a:cubicBezTo>
                  <a:cubicBezTo>
                    <a:pt x="154" y="249"/>
                    <a:pt x="146" y="249"/>
                    <a:pt x="146" y="249"/>
                  </a:cubicBezTo>
                  <a:cubicBezTo>
                    <a:pt x="128" y="241"/>
                    <a:pt x="120" y="241"/>
                    <a:pt x="111" y="232"/>
                  </a:cubicBezTo>
                  <a:cubicBezTo>
                    <a:pt x="103" y="223"/>
                    <a:pt x="103" y="215"/>
                    <a:pt x="103" y="198"/>
                  </a:cubicBezTo>
                  <a:cubicBezTo>
                    <a:pt x="103" y="189"/>
                    <a:pt x="103" y="172"/>
                    <a:pt x="111" y="163"/>
                  </a:cubicBezTo>
                  <a:cubicBezTo>
                    <a:pt x="120" y="155"/>
                    <a:pt x="128" y="155"/>
                    <a:pt x="146" y="155"/>
                  </a:cubicBezTo>
                  <a:lnTo>
                    <a:pt x="146" y="155"/>
                  </a:lnTo>
                  <a:cubicBezTo>
                    <a:pt x="154" y="155"/>
                    <a:pt x="172" y="155"/>
                    <a:pt x="180" y="163"/>
                  </a:cubicBezTo>
                  <a:cubicBezTo>
                    <a:pt x="189" y="172"/>
                    <a:pt x="189" y="189"/>
                    <a:pt x="189" y="198"/>
                  </a:cubicBezTo>
                  <a:cubicBezTo>
                    <a:pt x="275" y="198"/>
                    <a:pt x="275" y="198"/>
                    <a:pt x="275" y="198"/>
                  </a:cubicBezTo>
                  <a:cubicBezTo>
                    <a:pt x="275" y="172"/>
                    <a:pt x="266" y="155"/>
                    <a:pt x="258" y="137"/>
                  </a:cubicBezTo>
                  <a:cubicBezTo>
                    <a:pt x="249" y="120"/>
                    <a:pt x="232" y="103"/>
                    <a:pt x="215" y="94"/>
                  </a:cubicBezTo>
                  <a:cubicBezTo>
                    <a:pt x="206" y="86"/>
                    <a:pt x="189" y="77"/>
                    <a:pt x="180" y="77"/>
                  </a:cubicBezTo>
                  <a:cubicBezTo>
                    <a:pt x="180" y="0"/>
                    <a:pt x="180" y="0"/>
                    <a:pt x="180" y="0"/>
                  </a:cubicBezTo>
                  <a:cubicBezTo>
                    <a:pt x="146" y="0"/>
                    <a:pt x="146" y="0"/>
                    <a:pt x="146" y="0"/>
                  </a:cubicBezTo>
                  <a:cubicBezTo>
                    <a:pt x="111" y="0"/>
                    <a:pt x="111" y="0"/>
                    <a:pt x="111" y="0"/>
                  </a:cubicBezTo>
                  <a:cubicBezTo>
                    <a:pt x="111" y="77"/>
                    <a:pt x="111" y="77"/>
                    <a:pt x="111" y="77"/>
                  </a:cubicBezTo>
                  <a:lnTo>
                    <a:pt x="111" y="77"/>
                  </a:lnTo>
                  <a:cubicBezTo>
                    <a:pt x="103" y="86"/>
                    <a:pt x="94" y="86"/>
                    <a:pt x="85" y="94"/>
                  </a:cubicBezTo>
                  <a:cubicBezTo>
                    <a:pt x="60" y="103"/>
                    <a:pt x="51" y="120"/>
                    <a:pt x="34" y="137"/>
                  </a:cubicBezTo>
                  <a:cubicBezTo>
                    <a:pt x="25" y="155"/>
                    <a:pt x="17" y="181"/>
                    <a:pt x="17" y="198"/>
                  </a:cubicBezTo>
                  <a:cubicBezTo>
                    <a:pt x="17" y="223"/>
                    <a:pt x="25" y="241"/>
                    <a:pt x="34" y="258"/>
                  </a:cubicBezTo>
                  <a:cubicBezTo>
                    <a:pt x="42" y="275"/>
                    <a:pt x="60" y="292"/>
                    <a:pt x="77" y="301"/>
                  </a:cubicBezTo>
                  <a:cubicBezTo>
                    <a:pt x="85" y="308"/>
                    <a:pt x="94" y="317"/>
                    <a:pt x="111" y="317"/>
                  </a:cubicBezTo>
                  <a:cubicBezTo>
                    <a:pt x="111" y="317"/>
                    <a:pt x="120" y="317"/>
                    <a:pt x="128" y="326"/>
                  </a:cubicBezTo>
                  <a:cubicBezTo>
                    <a:pt x="137" y="326"/>
                    <a:pt x="137" y="326"/>
                    <a:pt x="146" y="326"/>
                  </a:cubicBezTo>
                  <a:cubicBezTo>
                    <a:pt x="163" y="334"/>
                    <a:pt x="180" y="343"/>
                    <a:pt x="189" y="352"/>
                  </a:cubicBezTo>
                  <a:cubicBezTo>
                    <a:pt x="197" y="360"/>
                    <a:pt x="206" y="377"/>
                    <a:pt x="206" y="395"/>
                  </a:cubicBezTo>
                  <a:cubicBezTo>
                    <a:pt x="206" y="412"/>
                    <a:pt x="197" y="429"/>
                    <a:pt x="189" y="438"/>
                  </a:cubicBezTo>
                  <a:cubicBezTo>
                    <a:pt x="180" y="446"/>
                    <a:pt x="163" y="455"/>
                    <a:pt x="146" y="455"/>
                  </a:cubicBezTo>
                  <a:lnTo>
                    <a:pt x="146" y="455"/>
                  </a:lnTo>
                  <a:cubicBezTo>
                    <a:pt x="128" y="455"/>
                    <a:pt x="111" y="446"/>
                    <a:pt x="103" y="438"/>
                  </a:cubicBezTo>
                  <a:cubicBezTo>
                    <a:pt x="94" y="429"/>
                    <a:pt x="85" y="412"/>
                    <a:pt x="85" y="395"/>
                  </a:cubicBezTo>
                  <a:cubicBezTo>
                    <a:pt x="0" y="395"/>
                    <a:pt x="0" y="395"/>
                    <a:pt x="0" y="395"/>
                  </a:cubicBezTo>
                  <a:cubicBezTo>
                    <a:pt x="0" y="420"/>
                    <a:pt x="8" y="438"/>
                    <a:pt x="8" y="446"/>
                  </a:cubicBezTo>
                  <a:cubicBezTo>
                    <a:pt x="17" y="463"/>
                    <a:pt x="25" y="481"/>
                    <a:pt x="42" y="489"/>
                  </a:cubicBezTo>
                  <a:cubicBezTo>
                    <a:pt x="60" y="515"/>
                    <a:pt x="85" y="524"/>
                    <a:pt x="111" y="532"/>
                  </a:cubicBezTo>
                  <a:cubicBezTo>
                    <a:pt x="111" y="601"/>
                    <a:pt x="111" y="601"/>
                    <a:pt x="111" y="601"/>
                  </a:cubicBezTo>
                  <a:cubicBezTo>
                    <a:pt x="146" y="601"/>
                    <a:pt x="146" y="601"/>
                    <a:pt x="146" y="601"/>
                  </a:cubicBezTo>
                  <a:cubicBezTo>
                    <a:pt x="180" y="601"/>
                    <a:pt x="180" y="601"/>
                    <a:pt x="180" y="601"/>
                  </a:cubicBezTo>
                  <a:cubicBezTo>
                    <a:pt x="180" y="532"/>
                    <a:pt x="180" y="532"/>
                    <a:pt x="180" y="532"/>
                  </a:cubicBezTo>
                  <a:cubicBezTo>
                    <a:pt x="197" y="524"/>
                    <a:pt x="206" y="524"/>
                    <a:pt x="215" y="515"/>
                  </a:cubicBezTo>
                  <a:cubicBezTo>
                    <a:pt x="240" y="506"/>
                    <a:pt x="258" y="489"/>
                    <a:pt x="266" y="463"/>
                  </a:cubicBezTo>
                  <a:cubicBezTo>
                    <a:pt x="283" y="446"/>
                    <a:pt x="292" y="420"/>
                    <a:pt x="292" y="395"/>
                  </a:cubicBezTo>
                  <a:cubicBezTo>
                    <a:pt x="292" y="352"/>
                    <a:pt x="275" y="317"/>
                    <a:pt x="240" y="292"/>
                  </a:cubicBez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grpSp>
        <p:nvGrpSpPr>
          <p:cNvPr id="530" name="Group 529"/>
          <p:cNvGrpSpPr>
            <a:grpSpLocks/>
          </p:cNvGrpSpPr>
          <p:nvPr/>
        </p:nvGrpSpPr>
        <p:grpSpPr bwMode="auto">
          <a:xfrm>
            <a:off x="7889875" y="2586038"/>
            <a:ext cx="984250" cy="876300"/>
            <a:chOff x="14464719" y="5257577"/>
            <a:chExt cx="1968276" cy="1753910"/>
          </a:xfrm>
        </p:grpSpPr>
        <p:sp>
          <p:nvSpPr>
            <p:cNvPr id="531" name="Freeform 37"/>
            <p:cNvSpPr>
              <a:spLocks noChangeArrowheads="1"/>
            </p:cNvSpPr>
            <p:nvPr/>
          </p:nvSpPr>
          <p:spPr bwMode="auto">
            <a:xfrm>
              <a:off x="14464719" y="5556250"/>
              <a:ext cx="1968276" cy="1455237"/>
            </a:xfrm>
            <a:custGeom>
              <a:avLst/>
              <a:gdLst>
                <a:gd name="T0" fmla="*/ 0 w 1783"/>
                <a:gd name="T1" fmla="*/ 1316 h 1317"/>
                <a:gd name="T2" fmla="*/ 1782 w 1783"/>
                <a:gd name="T3" fmla="*/ 1316 h 1317"/>
                <a:gd name="T4" fmla="*/ 1782 w 1783"/>
                <a:gd name="T5" fmla="*/ 0 h 1317"/>
                <a:gd name="T6" fmla="*/ 0 w 1783"/>
                <a:gd name="T7" fmla="*/ 0 h 1317"/>
                <a:gd name="T8" fmla="*/ 0 w 1783"/>
                <a:gd name="T9" fmla="*/ 1316 h 1317"/>
              </a:gdLst>
              <a:ahLst/>
              <a:cxnLst>
                <a:cxn ang="0">
                  <a:pos x="T0" y="T1"/>
                </a:cxn>
                <a:cxn ang="0">
                  <a:pos x="T2" y="T3"/>
                </a:cxn>
                <a:cxn ang="0">
                  <a:pos x="T4" y="T5"/>
                </a:cxn>
                <a:cxn ang="0">
                  <a:pos x="T6" y="T7"/>
                </a:cxn>
                <a:cxn ang="0">
                  <a:pos x="T8" y="T9"/>
                </a:cxn>
              </a:cxnLst>
              <a:rect l="0" t="0" r="r" b="b"/>
              <a:pathLst>
                <a:path w="1783" h="1317">
                  <a:moveTo>
                    <a:pt x="0" y="1316"/>
                  </a:moveTo>
                  <a:lnTo>
                    <a:pt x="1782" y="1316"/>
                  </a:lnTo>
                  <a:lnTo>
                    <a:pt x="1782" y="0"/>
                  </a:lnTo>
                  <a:lnTo>
                    <a:pt x="0" y="0"/>
                  </a:lnTo>
                  <a:lnTo>
                    <a:pt x="0" y="1316"/>
                  </a:lnTo>
                </a:path>
              </a:pathLst>
            </a:custGeom>
            <a:solidFill>
              <a:srgbClr val="FFFFFF"/>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2" name="Freeform 39"/>
            <p:cNvSpPr>
              <a:spLocks noChangeArrowheads="1"/>
            </p:cNvSpPr>
            <p:nvPr/>
          </p:nvSpPr>
          <p:spPr bwMode="auto">
            <a:xfrm>
              <a:off x="14645674" y="6573010"/>
              <a:ext cx="285717" cy="292318"/>
            </a:xfrm>
            <a:custGeom>
              <a:avLst/>
              <a:gdLst>
                <a:gd name="T0" fmla="*/ 258 w 259"/>
                <a:gd name="T1" fmla="*/ 265 h 266"/>
                <a:gd name="T2" fmla="*/ 0 w 259"/>
                <a:gd name="T3" fmla="*/ 265 h 266"/>
                <a:gd name="T4" fmla="*/ 0 w 259"/>
                <a:gd name="T5" fmla="*/ 0 h 266"/>
                <a:gd name="T6" fmla="*/ 258 w 259"/>
                <a:gd name="T7" fmla="*/ 0 h 266"/>
                <a:gd name="T8" fmla="*/ 258 w 259"/>
                <a:gd name="T9" fmla="*/ 265 h 266"/>
              </a:gdLst>
              <a:ahLst/>
              <a:cxnLst>
                <a:cxn ang="0">
                  <a:pos x="T0" y="T1"/>
                </a:cxn>
                <a:cxn ang="0">
                  <a:pos x="T2" y="T3"/>
                </a:cxn>
                <a:cxn ang="0">
                  <a:pos x="T4" y="T5"/>
                </a:cxn>
                <a:cxn ang="0">
                  <a:pos x="T6" y="T7"/>
                </a:cxn>
                <a:cxn ang="0">
                  <a:pos x="T8" y="T9"/>
                </a:cxn>
              </a:cxnLst>
              <a:rect l="0" t="0" r="r" b="b"/>
              <a:pathLst>
                <a:path w="259" h="266">
                  <a:moveTo>
                    <a:pt x="258" y="265"/>
                  </a:moveTo>
                  <a:lnTo>
                    <a:pt x="0" y="265"/>
                  </a:lnTo>
                  <a:lnTo>
                    <a:pt x="0" y="0"/>
                  </a:lnTo>
                  <a:lnTo>
                    <a:pt x="258" y="0"/>
                  </a:lnTo>
                  <a:lnTo>
                    <a:pt x="258" y="265"/>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3" name="Freeform 40"/>
            <p:cNvSpPr>
              <a:spLocks noChangeArrowheads="1"/>
            </p:cNvSpPr>
            <p:nvPr/>
          </p:nvSpPr>
          <p:spPr bwMode="auto">
            <a:xfrm>
              <a:off x="15083775" y="6573010"/>
              <a:ext cx="298416"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4" name="Freeform 41"/>
            <p:cNvSpPr>
              <a:spLocks noChangeArrowheads="1"/>
            </p:cNvSpPr>
            <p:nvPr/>
          </p:nvSpPr>
          <p:spPr bwMode="auto">
            <a:xfrm>
              <a:off x="15521875" y="6573010"/>
              <a:ext cx="298416"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5" name="Freeform 42"/>
            <p:cNvSpPr>
              <a:spLocks noChangeArrowheads="1"/>
            </p:cNvSpPr>
            <p:nvPr/>
          </p:nvSpPr>
          <p:spPr bwMode="auto">
            <a:xfrm>
              <a:off x="14645674" y="6134532"/>
              <a:ext cx="285717" cy="298673"/>
            </a:xfrm>
            <a:custGeom>
              <a:avLst/>
              <a:gdLst>
                <a:gd name="T0" fmla="*/ 258 w 259"/>
                <a:gd name="T1" fmla="*/ 267 h 268"/>
                <a:gd name="T2" fmla="*/ 0 w 259"/>
                <a:gd name="T3" fmla="*/ 267 h 268"/>
                <a:gd name="T4" fmla="*/ 0 w 259"/>
                <a:gd name="T5" fmla="*/ 0 h 268"/>
                <a:gd name="T6" fmla="*/ 258 w 259"/>
                <a:gd name="T7" fmla="*/ 0 h 268"/>
                <a:gd name="T8" fmla="*/ 258 w 259"/>
                <a:gd name="T9" fmla="*/ 267 h 268"/>
              </a:gdLst>
              <a:ahLst/>
              <a:cxnLst>
                <a:cxn ang="0">
                  <a:pos x="T0" y="T1"/>
                </a:cxn>
                <a:cxn ang="0">
                  <a:pos x="T2" y="T3"/>
                </a:cxn>
                <a:cxn ang="0">
                  <a:pos x="T4" y="T5"/>
                </a:cxn>
                <a:cxn ang="0">
                  <a:pos x="T6" y="T7"/>
                </a:cxn>
                <a:cxn ang="0">
                  <a:pos x="T8" y="T9"/>
                </a:cxn>
              </a:cxnLst>
              <a:rect l="0" t="0" r="r" b="b"/>
              <a:pathLst>
                <a:path w="259" h="268">
                  <a:moveTo>
                    <a:pt x="258" y="267"/>
                  </a:moveTo>
                  <a:lnTo>
                    <a:pt x="0" y="267"/>
                  </a:lnTo>
                  <a:lnTo>
                    <a:pt x="0" y="0"/>
                  </a:lnTo>
                  <a:lnTo>
                    <a:pt x="258" y="0"/>
                  </a:lnTo>
                  <a:lnTo>
                    <a:pt x="258" y="267"/>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6" name="Freeform 43"/>
            <p:cNvSpPr>
              <a:spLocks noChangeArrowheads="1"/>
            </p:cNvSpPr>
            <p:nvPr/>
          </p:nvSpPr>
          <p:spPr bwMode="auto">
            <a:xfrm>
              <a:off x="15521875" y="6134532"/>
              <a:ext cx="298416" cy="298673"/>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7" name="Freeform 44"/>
            <p:cNvSpPr>
              <a:spLocks noChangeArrowheads="1"/>
            </p:cNvSpPr>
            <p:nvPr/>
          </p:nvSpPr>
          <p:spPr bwMode="auto">
            <a:xfrm>
              <a:off x="15959975" y="6134532"/>
              <a:ext cx="298416" cy="298673"/>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8" name="Freeform 45"/>
            <p:cNvSpPr>
              <a:spLocks noChangeArrowheads="1"/>
            </p:cNvSpPr>
            <p:nvPr/>
          </p:nvSpPr>
          <p:spPr bwMode="auto">
            <a:xfrm>
              <a:off x="14645674" y="5556250"/>
              <a:ext cx="1606367" cy="438477"/>
            </a:xfrm>
            <a:custGeom>
              <a:avLst/>
              <a:gdLst>
                <a:gd name="T0" fmla="*/ 1455 w 1456"/>
                <a:gd name="T1" fmla="*/ 396 h 397"/>
                <a:gd name="T2" fmla="*/ 0 w 1456"/>
                <a:gd name="T3" fmla="*/ 396 h 397"/>
                <a:gd name="T4" fmla="*/ 0 w 1456"/>
                <a:gd name="T5" fmla="*/ 0 h 397"/>
                <a:gd name="T6" fmla="*/ 1455 w 1456"/>
                <a:gd name="T7" fmla="*/ 0 h 397"/>
                <a:gd name="T8" fmla="*/ 1455 w 1456"/>
                <a:gd name="T9" fmla="*/ 396 h 397"/>
              </a:gdLst>
              <a:ahLst/>
              <a:cxnLst>
                <a:cxn ang="0">
                  <a:pos x="T0" y="T1"/>
                </a:cxn>
                <a:cxn ang="0">
                  <a:pos x="T2" y="T3"/>
                </a:cxn>
                <a:cxn ang="0">
                  <a:pos x="T4" y="T5"/>
                </a:cxn>
                <a:cxn ang="0">
                  <a:pos x="T6" y="T7"/>
                </a:cxn>
                <a:cxn ang="0">
                  <a:pos x="T8" y="T9"/>
                </a:cxn>
              </a:cxnLst>
              <a:rect l="0" t="0" r="r" b="b"/>
              <a:pathLst>
                <a:path w="1456" h="397">
                  <a:moveTo>
                    <a:pt x="1455" y="396"/>
                  </a:moveTo>
                  <a:lnTo>
                    <a:pt x="0" y="396"/>
                  </a:lnTo>
                  <a:lnTo>
                    <a:pt x="0" y="0"/>
                  </a:lnTo>
                  <a:lnTo>
                    <a:pt x="1455" y="0"/>
                  </a:lnTo>
                  <a:lnTo>
                    <a:pt x="1455" y="396"/>
                  </a:lnTo>
                </a:path>
              </a:pathLst>
            </a:custGeom>
            <a:solidFill>
              <a:srgbClr val="D6D8D8"/>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39" name="Freeform 46"/>
            <p:cNvSpPr>
              <a:spLocks noChangeArrowheads="1"/>
            </p:cNvSpPr>
            <p:nvPr/>
          </p:nvSpPr>
          <p:spPr bwMode="auto">
            <a:xfrm>
              <a:off x="15950450" y="5556250"/>
              <a:ext cx="200003" cy="196997"/>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5" y="0"/>
                    <a:pt x="0" y="43"/>
                    <a:pt x="0" y="86"/>
                  </a:cubicBezTo>
                  <a:cubicBezTo>
                    <a:pt x="0" y="138"/>
                    <a:pt x="35" y="181"/>
                    <a:pt x="86" y="181"/>
                  </a:cubicBezTo>
                  <a:cubicBezTo>
                    <a:pt x="138" y="181"/>
                    <a:pt x="181" y="138"/>
                    <a:pt x="181" y="86"/>
                  </a:cubicBezTo>
                  <a:cubicBezTo>
                    <a:pt x="181" y="43"/>
                    <a:pt x="138" y="0"/>
                    <a:pt x="86" y="0"/>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0" name="Freeform 47"/>
            <p:cNvSpPr>
              <a:spLocks noChangeArrowheads="1"/>
            </p:cNvSpPr>
            <p:nvPr/>
          </p:nvSpPr>
          <p:spPr bwMode="auto">
            <a:xfrm>
              <a:off x="15988546" y="5257577"/>
              <a:ext cx="117463" cy="438477"/>
            </a:xfrm>
            <a:custGeom>
              <a:avLst/>
              <a:gdLst>
                <a:gd name="T0" fmla="*/ 51 w 104"/>
                <a:gd name="T1" fmla="*/ 396 h 397"/>
                <a:gd name="T2" fmla="*/ 51 w 104"/>
                <a:gd name="T3" fmla="*/ 396 h 397"/>
                <a:gd name="T4" fmla="*/ 0 w 104"/>
                <a:gd name="T5" fmla="*/ 344 h 397"/>
                <a:gd name="T6" fmla="*/ 0 w 104"/>
                <a:gd name="T7" fmla="*/ 52 h 397"/>
                <a:gd name="T8" fmla="*/ 51 w 104"/>
                <a:gd name="T9" fmla="*/ 0 h 397"/>
                <a:gd name="T10" fmla="*/ 51 w 104"/>
                <a:gd name="T11" fmla="*/ 0 h 397"/>
                <a:gd name="T12" fmla="*/ 103 w 104"/>
                <a:gd name="T13" fmla="*/ 52 h 397"/>
                <a:gd name="T14" fmla="*/ 103 w 104"/>
                <a:gd name="T15" fmla="*/ 344 h 397"/>
                <a:gd name="T16" fmla="*/ 51 w 104"/>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97">
                  <a:moveTo>
                    <a:pt x="51" y="396"/>
                  </a:moveTo>
                  <a:lnTo>
                    <a:pt x="51" y="396"/>
                  </a:lnTo>
                  <a:cubicBezTo>
                    <a:pt x="25" y="396"/>
                    <a:pt x="0" y="370"/>
                    <a:pt x="0" y="344"/>
                  </a:cubicBezTo>
                  <a:cubicBezTo>
                    <a:pt x="0" y="52"/>
                    <a:pt x="0" y="52"/>
                    <a:pt x="0" y="52"/>
                  </a:cubicBezTo>
                  <a:cubicBezTo>
                    <a:pt x="0" y="26"/>
                    <a:pt x="25" y="0"/>
                    <a:pt x="51" y="0"/>
                  </a:cubicBezTo>
                  <a:lnTo>
                    <a:pt x="51" y="0"/>
                  </a:lnTo>
                  <a:cubicBezTo>
                    <a:pt x="86" y="0"/>
                    <a:pt x="103" y="26"/>
                    <a:pt x="103" y="52"/>
                  </a:cubicBezTo>
                  <a:cubicBezTo>
                    <a:pt x="103" y="344"/>
                    <a:pt x="103" y="344"/>
                    <a:pt x="103" y="344"/>
                  </a:cubicBezTo>
                  <a:cubicBezTo>
                    <a:pt x="103" y="370"/>
                    <a:pt x="86" y="396"/>
                    <a:pt x="51" y="396"/>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1" name="Freeform 48"/>
            <p:cNvSpPr>
              <a:spLocks noChangeArrowheads="1"/>
            </p:cNvSpPr>
            <p:nvPr/>
          </p:nvSpPr>
          <p:spPr bwMode="auto">
            <a:xfrm>
              <a:off x="15642511" y="5556250"/>
              <a:ext cx="200001" cy="196997"/>
            </a:xfrm>
            <a:custGeom>
              <a:avLst/>
              <a:gdLst>
                <a:gd name="T0" fmla="*/ 94 w 182"/>
                <a:gd name="T1" fmla="*/ 0 h 182"/>
                <a:gd name="T2" fmla="*/ 94 w 182"/>
                <a:gd name="T3" fmla="*/ 0 h 182"/>
                <a:gd name="T4" fmla="*/ 0 w 182"/>
                <a:gd name="T5" fmla="*/ 86 h 182"/>
                <a:gd name="T6" fmla="*/ 94 w 182"/>
                <a:gd name="T7" fmla="*/ 181 h 182"/>
                <a:gd name="T8" fmla="*/ 181 w 182"/>
                <a:gd name="T9" fmla="*/ 86 h 182"/>
                <a:gd name="T10" fmla="*/ 94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94" y="0"/>
                  </a:moveTo>
                  <a:lnTo>
                    <a:pt x="94" y="0"/>
                  </a:lnTo>
                  <a:cubicBezTo>
                    <a:pt x="43" y="0"/>
                    <a:pt x="0" y="43"/>
                    <a:pt x="0" y="86"/>
                  </a:cubicBezTo>
                  <a:cubicBezTo>
                    <a:pt x="0" y="138"/>
                    <a:pt x="43" y="181"/>
                    <a:pt x="94" y="181"/>
                  </a:cubicBezTo>
                  <a:cubicBezTo>
                    <a:pt x="137" y="181"/>
                    <a:pt x="181" y="138"/>
                    <a:pt x="181" y="86"/>
                  </a:cubicBezTo>
                  <a:cubicBezTo>
                    <a:pt x="181" y="43"/>
                    <a:pt x="137" y="0"/>
                    <a:pt x="94" y="0"/>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2" name="Freeform 49"/>
            <p:cNvSpPr>
              <a:spLocks noChangeArrowheads="1"/>
            </p:cNvSpPr>
            <p:nvPr/>
          </p:nvSpPr>
          <p:spPr bwMode="auto">
            <a:xfrm>
              <a:off x="15683780" y="5257577"/>
              <a:ext cx="126986"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3" name="Freeform 50"/>
            <p:cNvSpPr>
              <a:spLocks noChangeArrowheads="1"/>
            </p:cNvSpPr>
            <p:nvPr/>
          </p:nvSpPr>
          <p:spPr bwMode="auto">
            <a:xfrm>
              <a:off x="15350444" y="5556250"/>
              <a:ext cx="200001" cy="196997"/>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4" y="0"/>
                    <a:pt x="0" y="43"/>
                    <a:pt x="0" y="86"/>
                  </a:cubicBezTo>
                  <a:cubicBezTo>
                    <a:pt x="0" y="138"/>
                    <a:pt x="34" y="181"/>
                    <a:pt x="86" y="181"/>
                  </a:cubicBezTo>
                  <a:cubicBezTo>
                    <a:pt x="138" y="181"/>
                    <a:pt x="181" y="138"/>
                    <a:pt x="181" y="86"/>
                  </a:cubicBezTo>
                  <a:cubicBezTo>
                    <a:pt x="181" y="43"/>
                    <a:pt x="138" y="0"/>
                    <a:pt x="86" y="0"/>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4" name="Freeform 51"/>
            <p:cNvSpPr>
              <a:spLocks noChangeArrowheads="1"/>
            </p:cNvSpPr>
            <p:nvPr/>
          </p:nvSpPr>
          <p:spPr bwMode="auto">
            <a:xfrm>
              <a:off x="15391714" y="5257577"/>
              <a:ext cx="123812"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5" name="Freeform 52"/>
            <p:cNvSpPr>
              <a:spLocks noChangeArrowheads="1"/>
            </p:cNvSpPr>
            <p:nvPr/>
          </p:nvSpPr>
          <p:spPr bwMode="auto">
            <a:xfrm>
              <a:off x="15045679" y="5556250"/>
              <a:ext cx="200001" cy="196997"/>
            </a:xfrm>
            <a:custGeom>
              <a:avLst/>
              <a:gdLst>
                <a:gd name="T0" fmla="*/ 94 w 181"/>
                <a:gd name="T1" fmla="*/ 0 h 182"/>
                <a:gd name="T2" fmla="*/ 94 w 181"/>
                <a:gd name="T3" fmla="*/ 0 h 182"/>
                <a:gd name="T4" fmla="*/ 0 w 181"/>
                <a:gd name="T5" fmla="*/ 86 h 182"/>
                <a:gd name="T6" fmla="*/ 94 w 181"/>
                <a:gd name="T7" fmla="*/ 181 h 182"/>
                <a:gd name="T8" fmla="*/ 180 w 181"/>
                <a:gd name="T9" fmla="*/ 86 h 182"/>
                <a:gd name="T10" fmla="*/ 94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94" y="0"/>
                  </a:moveTo>
                  <a:lnTo>
                    <a:pt x="94" y="0"/>
                  </a:lnTo>
                  <a:cubicBezTo>
                    <a:pt x="43" y="0"/>
                    <a:pt x="0" y="43"/>
                    <a:pt x="0" y="86"/>
                  </a:cubicBezTo>
                  <a:cubicBezTo>
                    <a:pt x="0" y="138"/>
                    <a:pt x="43" y="181"/>
                    <a:pt x="94" y="181"/>
                  </a:cubicBezTo>
                  <a:cubicBezTo>
                    <a:pt x="146" y="181"/>
                    <a:pt x="180" y="138"/>
                    <a:pt x="180" y="86"/>
                  </a:cubicBezTo>
                  <a:cubicBezTo>
                    <a:pt x="180" y="43"/>
                    <a:pt x="146" y="0"/>
                    <a:pt x="94" y="0"/>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6" name="Freeform 53"/>
            <p:cNvSpPr>
              <a:spLocks noChangeArrowheads="1"/>
            </p:cNvSpPr>
            <p:nvPr/>
          </p:nvSpPr>
          <p:spPr bwMode="auto">
            <a:xfrm>
              <a:off x="15083775" y="5257577"/>
              <a:ext cx="126986"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7" name="Freeform 54"/>
            <p:cNvSpPr>
              <a:spLocks noChangeArrowheads="1"/>
            </p:cNvSpPr>
            <p:nvPr/>
          </p:nvSpPr>
          <p:spPr bwMode="auto">
            <a:xfrm>
              <a:off x="14753612" y="5556250"/>
              <a:ext cx="196828" cy="196997"/>
            </a:xfrm>
            <a:custGeom>
              <a:avLst/>
              <a:gdLst>
                <a:gd name="T0" fmla="*/ 86 w 181"/>
                <a:gd name="T1" fmla="*/ 0 h 182"/>
                <a:gd name="T2" fmla="*/ 86 w 181"/>
                <a:gd name="T3" fmla="*/ 0 h 182"/>
                <a:gd name="T4" fmla="*/ 0 w 181"/>
                <a:gd name="T5" fmla="*/ 86 h 182"/>
                <a:gd name="T6" fmla="*/ 86 w 181"/>
                <a:gd name="T7" fmla="*/ 181 h 182"/>
                <a:gd name="T8" fmla="*/ 180 w 181"/>
                <a:gd name="T9" fmla="*/ 86 h 182"/>
                <a:gd name="T10" fmla="*/ 86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86" y="0"/>
                  </a:moveTo>
                  <a:lnTo>
                    <a:pt x="86" y="0"/>
                  </a:lnTo>
                  <a:cubicBezTo>
                    <a:pt x="43" y="0"/>
                    <a:pt x="0" y="43"/>
                    <a:pt x="0" y="86"/>
                  </a:cubicBezTo>
                  <a:cubicBezTo>
                    <a:pt x="0" y="138"/>
                    <a:pt x="43" y="181"/>
                    <a:pt x="86" y="181"/>
                  </a:cubicBezTo>
                  <a:cubicBezTo>
                    <a:pt x="137" y="181"/>
                    <a:pt x="180" y="138"/>
                    <a:pt x="180" y="86"/>
                  </a:cubicBezTo>
                  <a:cubicBezTo>
                    <a:pt x="180" y="43"/>
                    <a:pt x="137" y="0"/>
                    <a:pt x="86" y="0"/>
                  </a:cubicBezTo>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8" name="Freeform 55"/>
            <p:cNvSpPr>
              <a:spLocks noChangeArrowheads="1"/>
            </p:cNvSpPr>
            <p:nvPr/>
          </p:nvSpPr>
          <p:spPr bwMode="auto">
            <a:xfrm>
              <a:off x="14791708" y="5257577"/>
              <a:ext cx="126986"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49" name="Freeform 56"/>
            <p:cNvSpPr>
              <a:spLocks noChangeArrowheads="1"/>
            </p:cNvSpPr>
            <p:nvPr/>
          </p:nvSpPr>
          <p:spPr bwMode="auto">
            <a:xfrm>
              <a:off x="15093297" y="6144063"/>
              <a:ext cx="266670" cy="266899"/>
            </a:xfrm>
            <a:custGeom>
              <a:avLst/>
              <a:gdLst>
                <a:gd name="T0" fmla="*/ 241 w 242"/>
                <a:gd name="T1" fmla="*/ 215 h 242"/>
                <a:gd name="T2" fmla="*/ 154 w 242"/>
                <a:gd name="T3" fmla="*/ 121 h 242"/>
                <a:gd name="T4" fmla="*/ 232 w 242"/>
                <a:gd name="T5" fmla="*/ 43 h 242"/>
                <a:gd name="T6" fmla="*/ 206 w 242"/>
                <a:gd name="T7" fmla="*/ 9 h 242"/>
                <a:gd name="T8" fmla="*/ 120 w 242"/>
                <a:gd name="T9" fmla="*/ 95 h 242"/>
                <a:gd name="T10" fmla="*/ 25 w 242"/>
                <a:gd name="T11" fmla="*/ 0 h 242"/>
                <a:gd name="T12" fmla="*/ 0 w 242"/>
                <a:gd name="T13" fmla="*/ 35 h 242"/>
                <a:gd name="T14" fmla="*/ 86 w 242"/>
                <a:gd name="T15" fmla="*/ 121 h 242"/>
                <a:gd name="T16" fmla="*/ 0 w 242"/>
                <a:gd name="T17" fmla="*/ 215 h 242"/>
                <a:gd name="T18" fmla="*/ 34 w 242"/>
                <a:gd name="T19" fmla="*/ 241 h 242"/>
                <a:gd name="T20" fmla="*/ 120 w 242"/>
                <a:gd name="T21" fmla="*/ 155 h 242"/>
                <a:gd name="T22" fmla="*/ 206 w 242"/>
                <a:gd name="T23" fmla="*/ 241 h 242"/>
                <a:gd name="T24" fmla="*/ 241 w 242"/>
                <a:gd name="T25" fmla="*/ 21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242">
                  <a:moveTo>
                    <a:pt x="241" y="215"/>
                  </a:moveTo>
                  <a:lnTo>
                    <a:pt x="154" y="121"/>
                  </a:lnTo>
                  <a:lnTo>
                    <a:pt x="232" y="43"/>
                  </a:lnTo>
                  <a:lnTo>
                    <a:pt x="206" y="9"/>
                  </a:lnTo>
                  <a:lnTo>
                    <a:pt x="120" y="95"/>
                  </a:lnTo>
                  <a:lnTo>
                    <a:pt x="25" y="0"/>
                  </a:lnTo>
                  <a:lnTo>
                    <a:pt x="0" y="35"/>
                  </a:lnTo>
                  <a:lnTo>
                    <a:pt x="86" y="121"/>
                  </a:lnTo>
                  <a:lnTo>
                    <a:pt x="0" y="215"/>
                  </a:lnTo>
                  <a:lnTo>
                    <a:pt x="34" y="241"/>
                  </a:lnTo>
                  <a:lnTo>
                    <a:pt x="120" y="155"/>
                  </a:lnTo>
                  <a:lnTo>
                    <a:pt x="206" y="241"/>
                  </a:lnTo>
                  <a:lnTo>
                    <a:pt x="241" y="215"/>
                  </a:lnTo>
                </a:path>
              </a:pathLst>
            </a:custGeom>
            <a:solidFill>
              <a:srgbClr val="303943"/>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sp>
          <p:nvSpPr>
            <p:cNvPr id="550" name="Freeform 57"/>
            <p:cNvSpPr>
              <a:spLocks noChangeArrowheads="1"/>
            </p:cNvSpPr>
            <p:nvPr/>
          </p:nvSpPr>
          <p:spPr bwMode="auto">
            <a:xfrm>
              <a:off x="15083775" y="6134532"/>
              <a:ext cx="298416" cy="298673"/>
            </a:xfrm>
            <a:custGeom>
              <a:avLst/>
              <a:gdLst>
                <a:gd name="T0" fmla="*/ 215 w 268"/>
                <a:gd name="T1" fmla="*/ 43 h 268"/>
                <a:gd name="T2" fmla="*/ 215 w 268"/>
                <a:gd name="T3" fmla="*/ 223 h 268"/>
                <a:gd name="T4" fmla="*/ 43 w 268"/>
                <a:gd name="T5" fmla="*/ 223 h 268"/>
                <a:gd name="T6" fmla="*/ 43 w 268"/>
                <a:gd name="T7" fmla="*/ 43 h 268"/>
                <a:gd name="T8" fmla="*/ 215 w 268"/>
                <a:gd name="T9" fmla="*/ 43 h 268"/>
                <a:gd name="T10" fmla="*/ 267 w 268"/>
                <a:gd name="T11" fmla="*/ 0 h 268"/>
                <a:gd name="T12" fmla="*/ 0 w 268"/>
                <a:gd name="T13" fmla="*/ 0 h 268"/>
                <a:gd name="T14" fmla="*/ 0 w 268"/>
                <a:gd name="T15" fmla="*/ 267 h 268"/>
                <a:gd name="T16" fmla="*/ 267 w 268"/>
                <a:gd name="T17" fmla="*/ 267 h 268"/>
                <a:gd name="T18" fmla="*/ 267 w 268"/>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68">
                  <a:moveTo>
                    <a:pt x="215" y="43"/>
                  </a:moveTo>
                  <a:lnTo>
                    <a:pt x="215" y="223"/>
                  </a:lnTo>
                  <a:lnTo>
                    <a:pt x="43" y="223"/>
                  </a:lnTo>
                  <a:lnTo>
                    <a:pt x="43" y="43"/>
                  </a:lnTo>
                  <a:lnTo>
                    <a:pt x="215" y="43"/>
                  </a:lnTo>
                  <a:close/>
                  <a:moveTo>
                    <a:pt x="267" y="0"/>
                  </a:moveTo>
                  <a:lnTo>
                    <a:pt x="0" y="0"/>
                  </a:lnTo>
                  <a:lnTo>
                    <a:pt x="0" y="267"/>
                  </a:lnTo>
                  <a:lnTo>
                    <a:pt x="267" y="267"/>
                  </a:lnTo>
                  <a:lnTo>
                    <a:pt x="267" y="0"/>
                  </a:lnTo>
                  <a:close/>
                </a:path>
              </a:pathLst>
            </a:custGeom>
            <a:solidFill>
              <a:schemeClr val="accent1"/>
            </a:solidFill>
            <a:ln>
              <a:noFill/>
            </a:ln>
            <a:effectLst/>
            <a:extLst>
              <a:ext uri="{91240B29-F687-4f45-9708-019B960494DF}"/>
              <a:ext uri="{AF507438-7753-43e0-B8FC-AC1667EBCBE1}"/>
            </a:extLst>
          </p:spPr>
          <p:txBody>
            <a:bodyPr wrap="none" anchor="ctr"/>
            <a:lstStyle/>
            <a:p>
              <a:pPr defTabSz="544211" fontAlgn="auto">
                <a:spcBef>
                  <a:spcPts val="0"/>
                </a:spcBef>
                <a:spcAft>
                  <a:spcPts val="0"/>
                </a:spcAft>
                <a:defRPr/>
              </a:pPr>
              <a:endParaRPr lang="en-US" sz="2150">
                <a:solidFill>
                  <a:srgbClr val="737572"/>
                </a:solidFill>
                <a:latin typeface="Calibri"/>
                <a:cs typeface="+mn-cs"/>
              </a:endParaRPr>
            </a:p>
          </p:txBody>
        </p:sp>
      </p:grpSp>
      <p:sp>
        <p:nvSpPr>
          <p:cNvPr id="551" name="TextBox 550"/>
          <p:cNvSpPr txBox="1">
            <a:spLocks noChangeArrowheads="1"/>
          </p:cNvSpPr>
          <p:nvPr/>
        </p:nvSpPr>
        <p:spPr bwMode="auto">
          <a:xfrm>
            <a:off x="2003425" y="306388"/>
            <a:ext cx="8640763" cy="769937"/>
          </a:xfrm>
          <a:prstGeom prst="rect">
            <a:avLst/>
          </a:prstGeom>
          <a:noFill/>
          <a:ln w="9525">
            <a:noFill/>
            <a:miter lim="800000"/>
            <a:headEnd/>
            <a:tailEnd/>
          </a:ln>
        </p:spPr>
        <p:txBody>
          <a:bodyPr>
            <a:spAutoFit/>
          </a:bodyPr>
          <a:lstStyle/>
          <a:p>
            <a:pPr algn="r" defTabSz="542925" rtl="1"/>
            <a:r>
              <a:rPr lang="ar-SA" sz="4400" b="1" dirty="0">
                <a:solidFill>
                  <a:srgbClr val="292929"/>
                </a:solidFill>
              </a:rPr>
              <a:t>الثقافة التكنولوجية </a:t>
            </a:r>
            <a:endParaRPr lang="en-US" sz="4400" dirty="0">
              <a:solidFill>
                <a:srgbClr val="292929"/>
              </a:solidFill>
              <a:latin typeface="Roboto Black"/>
              <a:ea typeface="Roboto Black"/>
              <a:cs typeface="Roboto Black"/>
            </a:endParaRPr>
          </a:p>
        </p:txBody>
      </p:sp>
      <p:sp>
        <p:nvSpPr>
          <p:cNvPr id="108" name="Content Placeholder 3"/>
          <p:cNvSpPr txBox="1">
            <a:spLocks/>
          </p:cNvSpPr>
          <p:nvPr/>
        </p:nvSpPr>
        <p:spPr bwMode="auto">
          <a:xfrm>
            <a:off x="365125" y="5507038"/>
            <a:ext cx="11266488" cy="995362"/>
          </a:xfrm>
          <a:prstGeom prst="rect">
            <a:avLst/>
          </a:prstGeom>
          <a:noFill/>
          <a:ln w="9525">
            <a:noFill/>
            <a:miter lim="800000"/>
            <a:headEnd/>
            <a:tailEnd/>
          </a:ln>
        </p:spPr>
        <p:txBody>
          <a:bodyPr lIns="217728" tIns="108864" rIns="217728" bIns="108864" anchor="ctr"/>
          <a:lstStyle/>
          <a:p>
            <a:pPr algn="ctr" rtl="1" eaLnBrk="0" hangingPunct="0"/>
            <a:r>
              <a:rPr lang="ar-SA" sz="3200" b="1">
                <a:solidFill>
                  <a:srgbClr val="292929"/>
                </a:solidFill>
                <a:latin typeface="Roboto Regular"/>
                <a:ea typeface="Roboto Regular"/>
                <a:cs typeface="Roboto Regular"/>
              </a:rPr>
              <a:t>الثقافة التكنولوجية يمكن وصفها من المفاهيم ذات العلاقة لمفهوم تكنولوجيا التعليم</a:t>
            </a:r>
            <a:endParaRPr lang="en-US" sz="3200" b="1">
              <a:solidFill>
                <a:srgbClr val="292929"/>
              </a:solidFill>
              <a:latin typeface="Roboto Regular"/>
              <a:ea typeface="Roboto Regular"/>
              <a:cs typeface="Roboto Regular"/>
            </a:endParaRPr>
          </a:p>
          <a:p>
            <a:pPr algn="ctr" eaLnBrk="0" hangingPunct="0"/>
            <a:endParaRPr lang="en-US" sz="1200">
              <a:solidFill>
                <a:schemeClr val="bg1"/>
              </a:solidFill>
              <a:latin typeface="Roboto Regular"/>
              <a:ea typeface="Roboto Regular"/>
              <a:cs typeface="Roboto Regular"/>
            </a:endParaRPr>
          </a:p>
        </p:txBody>
      </p:sp>
      <p:sp>
        <p:nvSpPr>
          <p:cNvPr id="10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1"/>
                                        </p:tgtEl>
                                        <p:attrNameLst>
                                          <p:attrName>style.visibility</p:attrName>
                                        </p:attrNameLst>
                                      </p:cBhvr>
                                      <p:to>
                                        <p:strVal val="visible"/>
                                      </p:to>
                                    </p:set>
                                    <p:animEffect transition="in" filter="fade">
                                      <p:cBhvr>
                                        <p:cTn id="7" dur="500"/>
                                        <p:tgtEl>
                                          <p:spTgt spid="55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45"/>
                                        </p:tgtEl>
                                        <p:attrNameLst>
                                          <p:attrName>style.visibility</p:attrName>
                                        </p:attrNameLst>
                                      </p:cBhvr>
                                      <p:to>
                                        <p:strVal val="visible"/>
                                      </p:to>
                                    </p:set>
                                    <p:animEffect transition="in" filter="fade">
                                      <p:cBhvr>
                                        <p:cTn id="11" dur="500"/>
                                        <p:tgtEl>
                                          <p:spTgt spid="445"/>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52"/>
                                        </p:tgtEl>
                                        <p:attrNameLst>
                                          <p:attrName>style.visibility</p:attrName>
                                        </p:attrNameLst>
                                      </p:cBhvr>
                                      <p:to>
                                        <p:strVal val="visible"/>
                                      </p:to>
                                    </p:set>
                                    <p:animEffect transition="in" filter="fade">
                                      <p:cBhvr>
                                        <p:cTn id="15" dur="500"/>
                                        <p:tgtEl>
                                          <p:spTgt spid="45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06"/>
                                        </p:tgtEl>
                                        <p:attrNameLst>
                                          <p:attrName>style.visibility</p:attrName>
                                        </p:attrNameLst>
                                      </p:cBhvr>
                                      <p:to>
                                        <p:strVal val="visible"/>
                                      </p:to>
                                    </p:set>
                                    <p:animEffect transition="in" filter="fade">
                                      <p:cBhvr>
                                        <p:cTn id="19" dur="500"/>
                                        <p:tgtEl>
                                          <p:spTgt spid="50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30"/>
                                        </p:tgtEl>
                                        <p:attrNameLst>
                                          <p:attrName>style.visibility</p:attrName>
                                        </p:attrNameLst>
                                      </p:cBhvr>
                                      <p:to>
                                        <p:strVal val="visible"/>
                                      </p:to>
                                    </p:set>
                                    <p:animEffect transition="in" filter="fade">
                                      <p:cBhvr>
                                        <p:cTn id="27" dur="500"/>
                                        <p:tgtEl>
                                          <p:spTgt spid="530"/>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85"/>
                                        </p:tgtEl>
                                        <p:attrNameLst>
                                          <p:attrName>style.visibility</p:attrName>
                                        </p:attrNameLst>
                                      </p:cBhvr>
                                      <p:to>
                                        <p:strVal val="visible"/>
                                      </p:to>
                                    </p:set>
                                    <p:animEffect transition="in" filter="fade">
                                      <p:cBhvr>
                                        <p:cTn id="31" dur="500"/>
                                        <p:tgtEl>
                                          <p:spTgt spid="485"/>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94"/>
                                        </p:tgtEl>
                                        <p:attrNameLst>
                                          <p:attrName>style.visibility</p:attrName>
                                        </p:attrNameLst>
                                      </p:cBhvr>
                                      <p:to>
                                        <p:strVal val="visible"/>
                                      </p:to>
                                    </p:set>
                                    <p:animEffect transition="in" filter="fade">
                                      <p:cBhvr>
                                        <p:cTn id="35" dur="500"/>
                                        <p:tgtEl>
                                          <p:spTgt spid="49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08">
                                            <p:txEl>
                                              <p:pRg st="0" end="0"/>
                                            </p:txEl>
                                          </p:spTgt>
                                        </p:tgtEl>
                                        <p:attrNameLst>
                                          <p:attrName>style.visibility</p:attrName>
                                        </p:attrNameLst>
                                      </p:cBhvr>
                                      <p:to>
                                        <p:strVal val="visible"/>
                                      </p:to>
                                    </p:set>
                                    <p:animEffect transition="in" filter="fade">
                                      <p:cBhvr>
                                        <p:cTn id="39" dur="500"/>
                                        <p:tgtEl>
                                          <p:spTgt spid="10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 grpId="0"/>
      <p:bldP spid="108"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p>
        </p:txBody>
      </p:sp>
      <p:sp>
        <p:nvSpPr>
          <p:cNvPr id="22" name="Title 1"/>
          <p:cNvSpPr>
            <a:spLocks noGrp="1"/>
          </p:cNvSpPr>
          <p:nvPr>
            <p:ph type="ctrTitle"/>
          </p:nvPr>
        </p:nvSpPr>
        <p:spPr>
          <a:xfrm>
            <a:off x="897148" y="2764631"/>
            <a:ext cx="10783018" cy="922337"/>
          </a:xfrm>
        </p:spPr>
        <p:txBody>
          <a:bodyPr wrap="square" rtlCol="0">
            <a:spAutoFit/>
          </a:bodyPr>
          <a:lstStyle/>
          <a:p>
            <a:pPr eaLnBrk="1" fontAlgn="auto" hangingPunct="1">
              <a:spcAft>
                <a:spcPts val="0"/>
              </a:spcAft>
              <a:defRPr/>
            </a:pPr>
            <a:r>
              <a:rPr lang="ar-SA" b="1" u="sng" dirty="0">
                <a:solidFill>
                  <a:schemeClr val="bg1"/>
                </a:solidFill>
              </a:rPr>
              <a:t>تحليل مفهوم تكنولوجيا التعليم</a:t>
            </a:r>
            <a:endParaRPr lang="en-US" b="1" u="sng" dirty="0">
              <a:solidFill>
                <a:schemeClr val="bg1"/>
              </a:solidFill>
              <a:latin typeface="+mn-lt"/>
              <a:cs typeface="Arial" panose="020B0604020202020204" pitchFamily="34" charset="0"/>
            </a:endParaRPr>
          </a:p>
        </p:txBody>
      </p:sp>
      <p:sp>
        <p:nvSpPr>
          <p:cNvPr id="23" name="Subtitle 2"/>
          <p:cNvSpPr txBox="1">
            <a:spLocks/>
          </p:cNvSpPr>
          <p:nvPr/>
        </p:nvSpPr>
        <p:spPr bwMode="auto">
          <a:xfrm>
            <a:off x="1387475" y="3925888"/>
            <a:ext cx="9417050" cy="757237"/>
          </a:xfrm>
          <a:prstGeom prst="rect">
            <a:avLst/>
          </a:prstGeom>
          <a:noFill/>
          <a:ln w="9525">
            <a:noFill/>
            <a:miter lim="800000"/>
            <a:headEnd/>
            <a:tailEnd/>
          </a:ln>
        </p:spPr>
        <p:txBody>
          <a:bodyPr>
            <a:spAutoFit/>
          </a:bodyPr>
          <a:lstStyle/>
          <a:p>
            <a:pPr algn="ctr" rtl="1">
              <a:lnSpc>
                <a:spcPct val="90000"/>
              </a:lnSpc>
              <a:spcBef>
                <a:spcPts val="1000"/>
              </a:spcBef>
              <a:buFont typeface="Arial" charset="0"/>
              <a:buNone/>
            </a:pPr>
            <a:r>
              <a:rPr lang="ar-JO" sz="4800" b="1" dirty="0">
                <a:solidFill>
                  <a:srgbClr val="FFFF00"/>
                </a:solidFill>
              </a:rPr>
              <a:t>هل تكنولوجيا التعليم يلغي دور الإنسان؟!</a:t>
            </a:r>
            <a:endParaRPr lang="en-US" sz="4800" dirty="0">
              <a:solidFill>
                <a:srgbClr val="FFFF00"/>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23">
                                            <p:txEl>
                                              <p:pRg st="0" end="0"/>
                                            </p:txEl>
                                          </p:spTgt>
                                        </p:tgtEl>
                                        <p:attrNameLst>
                                          <p:attrName>style.visibility</p:attrName>
                                        </p:attrNameLst>
                                      </p:cBhvr>
                                      <p:to>
                                        <p:strVal val="visible"/>
                                      </p:to>
                                    </p:set>
                                    <p:animEffect transition="in" filter="fade">
                                      <p:cBhvr>
                                        <p:cTn id="10"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build="p"/>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76225" y="339725"/>
            <a:ext cx="11009313" cy="642938"/>
          </a:xfrm>
        </p:spPr>
        <p:txBody>
          <a:bodyPr/>
          <a:lstStyle/>
          <a:p>
            <a:pPr algn="r" rtl="1" eaLnBrk="1" fontAlgn="auto" hangingPunct="1">
              <a:spcAft>
                <a:spcPts val="0"/>
              </a:spcAft>
              <a:buFont typeface="Arial" panose="020B0604020202020204" pitchFamily="34" charset="0"/>
              <a:buNone/>
              <a:defRPr/>
            </a:pPr>
            <a:r>
              <a:rPr lang="ar-SA" b="1" u="sng" dirty="0"/>
              <a:t>تحليل مفهوم تكنولوجيا التعليم</a:t>
            </a:r>
            <a:endParaRPr lang="en-US" u="sng" dirty="0">
              <a:solidFill>
                <a:srgbClr val="3DBF9C"/>
              </a:solidFill>
              <a:latin typeface="Lato Light" panose="020F0302020204030203" pitchFamily="34" charset="0"/>
            </a:endParaRPr>
          </a:p>
        </p:txBody>
      </p:sp>
      <p:graphicFrame>
        <p:nvGraphicFramePr>
          <p:cNvPr id="4" name="Diagram 3"/>
          <p:cNvGraphicFramePr/>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1803400"/>
            <a:ext cx="12192000" cy="2655888"/>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0" name="TextBox 9"/>
          <p:cNvSpPr txBox="1">
            <a:spLocks noChangeArrowheads="1"/>
          </p:cNvSpPr>
          <p:nvPr/>
        </p:nvSpPr>
        <p:spPr bwMode="auto">
          <a:xfrm>
            <a:off x="90488" y="2409825"/>
            <a:ext cx="12192000" cy="1568450"/>
          </a:xfrm>
          <a:prstGeom prst="rect">
            <a:avLst/>
          </a:prstGeom>
          <a:noFill/>
          <a:ln w="9525">
            <a:noFill/>
            <a:miter lim="800000"/>
            <a:headEnd/>
            <a:tailEnd/>
          </a:ln>
        </p:spPr>
        <p:txBody>
          <a:bodyPr>
            <a:spAutoFit/>
          </a:bodyPr>
          <a:lstStyle/>
          <a:p>
            <a:pPr algn="ctr"/>
            <a:r>
              <a:rPr lang="ar-SA" sz="3200" b="1">
                <a:solidFill>
                  <a:schemeClr val="bg1"/>
                </a:solidFill>
              </a:rPr>
              <a:t>تعددت مفاهيم تكنولوجيا التعليم، وقد قمنا باستعراض المفاهيم الأساسية لمفهوم تكنولوجيا التعليم، والمفاهيم التي لها علاقه بها، ويمكن من خلال التدقيق لمفهوم تكنولوجيا التعليم استخلاص </a:t>
            </a:r>
            <a:r>
              <a:rPr lang="ar-BH" sz="3200" b="1">
                <a:solidFill>
                  <a:schemeClr val="bg1"/>
                </a:solidFill>
              </a:rPr>
              <a:t>الأمور التالية: </a:t>
            </a:r>
            <a:endParaRPr lang="en-US" sz="3200" b="1" i="1">
              <a:solidFill>
                <a:schemeClr val="bg1"/>
              </a:solidFill>
              <a:latin typeface="Lato Light"/>
            </a:endParaRPr>
          </a:p>
        </p:txBody>
      </p:sp>
      <p:grpSp>
        <p:nvGrpSpPr>
          <p:cNvPr id="12" name="Group 11"/>
          <p:cNvGrpSpPr>
            <a:grpSpLocks/>
          </p:cNvGrpSpPr>
          <p:nvPr/>
        </p:nvGrpSpPr>
        <p:grpSpPr bwMode="auto">
          <a:xfrm>
            <a:off x="2155825" y="1728788"/>
            <a:ext cx="7867650" cy="177800"/>
            <a:chOff x="2155371" y="1910842"/>
            <a:chExt cx="7868558" cy="176748"/>
          </a:xfrm>
        </p:grpSpPr>
        <p:sp>
          <p:nvSpPr>
            <p:cNvPr id="13" name="Rectangle 12"/>
            <p:cNvSpPr/>
            <p:nvPr/>
          </p:nvSpPr>
          <p:spPr>
            <a:xfrm>
              <a:off x="4782987" y="1910842"/>
              <a:ext cx="2626028"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 name="Rectangle 13"/>
            <p:cNvSpPr/>
            <p:nvPr/>
          </p:nvSpPr>
          <p:spPr>
            <a:xfrm>
              <a:off x="2155371" y="1910842"/>
              <a:ext cx="262761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5" name="Rectangle 14"/>
            <p:cNvSpPr/>
            <p:nvPr/>
          </p:nvSpPr>
          <p:spPr>
            <a:xfrm>
              <a:off x="7396314" y="1910842"/>
              <a:ext cx="2627615"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16" name="Group 15"/>
          <p:cNvGrpSpPr>
            <a:grpSpLocks/>
          </p:cNvGrpSpPr>
          <p:nvPr/>
        </p:nvGrpSpPr>
        <p:grpSpPr bwMode="auto">
          <a:xfrm>
            <a:off x="2155825" y="4394200"/>
            <a:ext cx="7867650" cy="177800"/>
            <a:chOff x="2155371" y="4699578"/>
            <a:chExt cx="7868558" cy="178510"/>
          </a:xfrm>
        </p:grpSpPr>
        <p:sp>
          <p:nvSpPr>
            <p:cNvPr id="17" name="Rectangle 16"/>
            <p:cNvSpPr/>
            <p:nvPr/>
          </p:nvSpPr>
          <p:spPr>
            <a:xfrm>
              <a:off x="4782987" y="4701172"/>
              <a:ext cx="2626028" cy="176916"/>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8" name="Rectangle 17"/>
            <p:cNvSpPr/>
            <p:nvPr/>
          </p:nvSpPr>
          <p:spPr>
            <a:xfrm>
              <a:off x="2155371" y="4701172"/>
              <a:ext cx="2627616" cy="176916"/>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9" name="Rectangle 18"/>
            <p:cNvSpPr/>
            <p:nvPr/>
          </p:nvSpPr>
          <p:spPr>
            <a:xfrm>
              <a:off x="7396314" y="4699578"/>
              <a:ext cx="2627615" cy="176917"/>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489480" name="Group 37"/>
          <p:cNvGrpSpPr>
            <a:grpSpLocks/>
          </p:cNvGrpSpPr>
          <p:nvPr/>
        </p:nvGrpSpPr>
        <p:grpSpPr bwMode="auto">
          <a:xfrm>
            <a:off x="11295063" y="401638"/>
            <a:ext cx="46037" cy="674687"/>
            <a:chOff x="455000" y="491056"/>
            <a:chExt cx="45720" cy="675713"/>
          </a:xfrm>
        </p:grpSpPr>
        <p:sp>
          <p:nvSpPr>
            <p:cNvPr id="39" name="Rectangle 38"/>
            <p:cNvSpPr/>
            <p:nvPr/>
          </p:nvSpPr>
          <p:spPr>
            <a:xfrm>
              <a:off x="455000" y="491056"/>
              <a:ext cx="45720" cy="675713"/>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40" name="Rectangle 39"/>
            <p:cNvSpPr/>
            <p:nvPr/>
          </p:nvSpPr>
          <p:spPr>
            <a:xfrm>
              <a:off x="455000" y="961671"/>
              <a:ext cx="45720" cy="205098"/>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2"/>
          </p:nvPr>
        </p:nvSpPr>
        <p:spPr>
          <a:xfrm>
            <a:off x="585788" y="3549650"/>
            <a:ext cx="10983912" cy="2767013"/>
          </a:xfrm>
        </p:spPr>
        <p:txBody>
          <a:bodyPr/>
          <a:lstStyle/>
          <a:p>
            <a:pPr eaLnBrk="1" fontAlgn="auto" hangingPunct="1">
              <a:lnSpc>
                <a:spcPct val="150000"/>
              </a:lnSpc>
              <a:spcAft>
                <a:spcPts val="0"/>
              </a:spcAft>
              <a:buFont typeface="Arial" panose="020B0604020202020204" pitchFamily="34" charset="0"/>
              <a:buNone/>
              <a:defRPr/>
            </a:pPr>
            <a:endParaRPr lang="en-US" dirty="0" smtClean="0"/>
          </a:p>
          <a:p>
            <a:pPr marL="514350" indent="-514350" algn="ctr" rtl="1">
              <a:buFont typeface="Wingdings" panose="05000000000000000000" pitchFamily="2" charset="2"/>
              <a:buChar char="ü"/>
              <a:defRPr/>
            </a:pPr>
            <a:r>
              <a:rPr lang="ar-SA" sz="3200" dirty="0"/>
              <a:t>أن تكنولوجيا التعليم من حيث المفهوم أكبر من كونها مجرد إدخال الأجهزة والمواد الحديثة والتقنية في العملية التعليمية بل أنها تمتد وتتشعب إلى جميع جوانب العملية التعليمية من التخطيط وحتى التنفيذ، بالتالي فهي تمثل نظاماً كأي نظام آخر يتسم بأنه نظام متكامل</a:t>
            </a:r>
            <a:r>
              <a:rPr lang="en-US" sz="3200" dirty="0"/>
              <a:t>.</a:t>
            </a:r>
          </a:p>
        </p:txBody>
      </p:sp>
      <p:grpSp>
        <p:nvGrpSpPr>
          <p:cNvPr id="24" name="Group 23"/>
          <p:cNvGrpSpPr>
            <a:grpSpLocks/>
          </p:cNvGrpSpPr>
          <p:nvPr/>
        </p:nvGrpSpPr>
        <p:grpSpPr bwMode="auto">
          <a:xfrm>
            <a:off x="4833938" y="325438"/>
            <a:ext cx="2487612" cy="3225800"/>
            <a:chOff x="10718172" y="4638836"/>
            <a:chExt cx="3366534" cy="4365286"/>
          </a:xfrm>
        </p:grpSpPr>
        <p:sp>
          <p:nvSpPr>
            <p:cNvPr id="25" name="Freeform 117"/>
            <p:cNvSpPr>
              <a:spLocks noChangeArrowheads="1"/>
            </p:cNvSpPr>
            <p:nvPr/>
          </p:nvSpPr>
          <p:spPr bwMode="auto">
            <a:xfrm>
              <a:off x="12404661" y="7805387"/>
              <a:ext cx="350189" cy="711077"/>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6" name="Freeform 118"/>
            <p:cNvSpPr>
              <a:spLocks noChangeArrowheads="1"/>
            </p:cNvSpPr>
            <p:nvPr/>
          </p:nvSpPr>
          <p:spPr bwMode="auto">
            <a:xfrm>
              <a:off x="12052325" y="7805387"/>
              <a:ext cx="356634" cy="72611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7" name="Freeform 119"/>
            <p:cNvSpPr>
              <a:spLocks noChangeArrowheads="1"/>
            </p:cNvSpPr>
            <p:nvPr/>
          </p:nvSpPr>
          <p:spPr bwMode="auto">
            <a:xfrm>
              <a:off x="11966389" y="7674342"/>
              <a:ext cx="438273" cy="476916"/>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8" name="Freeform 120"/>
            <p:cNvSpPr>
              <a:spLocks noChangeArrowheads="1"/>
            </p:cNvSpPr>
            <p:nvPr/>
          </p:nvSpPr>
          <p:spPr bwMode="auto">
            <a:xfrm>
              <a:off x="12404661" y="7674342"/>
              <a:ext cx="438273" cy="476916"/>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9" name="Freeform 121"/>
            <p:cNvSpPr>
              <a:spLocks noChangeArrowheads="1"/>
            </p:cNvSpPr>
            <p:nvPr/>
          </p:nvSpPr>
          <p:spPr bwMode="auto">
            <a:xfrm>
              <a:off x="11605458" y="7674342"/>
              <a:ext cx="2479248" cy="1329780"/>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0" name="Freeform 122"/>
            <p:cNvSpPr>
              <a:spLocks noChangeArrowheads="1"/>
            </p:cNvSpPr>
            <p:nvPr/>
          </p:nvSpPr>
          <p:spPr bwMode="auto">
            <a:xfrm>
              <a:off x="11706434" y="7674342"/>
              <a:ext cx="259955" cy="24919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1" name="Freeform 123"/>
            <p:cNvSpPr>
              <a:spLocks noChangeArrowheads="1"/>
            </p:cNvSpPr>
            <p:nvPr/>
          </p:nvSpPr>
          <p:spPr bwMode="auto">
            <a:xfrm>
              <a:off x="10718172" y="7674342"/>
              <a:ext cx="1606999" cy="1329780"/>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2" name="Freeform 124"/>
            <p:cNvSpPr>
              <a:spLocks noChangeArrowheads="1"/>
            </p:cNvSpPr>
            <p:nvPr/>
          </p:nvSpPr>
          <p:spPr bwMode="auto">
            <a:xfrm>
              <a:off x="12204861" y="7805387"/>
              <a:ext cx="399601" cy="399578"/>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3" name="Freeform 125"/>
            <p:cNvSpPr>
              <a:spLocks noChangeArrowheads="1"/>
            </p:cNvSpPr>
            <p:nvPr/>
          </p:nvSpPr>
          <p:spPr bwMode="auto">
            <a:xfrm>
              <a:off x="11483001" y="5184497"/>
              <a:ext cx="925957" cy="1847513"/>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4" name="Freeform 126"/>
            <p:cNvSpPr>
              <a:spLocks noChangeArrowheads="1"/>
            </p:cNvSpPr>
            <p:nvPr/>
          </p:nvSpPr>
          <p:spPr bwMode="auto">
            <a:xfrm>
              <a:off x="12404661" y="5792457"/>
              <a:ext cx="311518" cy="629444"/>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5" name="Freeform 127"/>
            <p:cNvSpPr>
              <a:spLocks noChangeArrowheads="1"/>
            </p:cNvSpPr>
            <p:nvPr/>
          </p:nvSpPr>
          <p:spPr bwMode="auto">
            <a:xfrm>
              <a:off x="12090996" y="5792457"/>
              <a:ext cx="317962" cy="629444"/>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6" name="Freeform 128"/>
            <p:cNvSpPr>
              <a:spLocks noChangeArrowheads="1"/>
            </p:cNvSpPr>
            <p:nvPr/>
          </p:nvSpPr>
          <p:spPr bwMode="auto">
            <a:xfrm>
              <a:off x="12404661" y="5184497"/>
              <a:ext cx="919513" cy="1847513"/>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7" name="Freeform 129"/>
            <p:cNvSpPr>
              <a:spLocks noChangeArrowheads="1"/>
            </p:cNvSpPr>
            <p:nvPr/>
          </p:nvSpPr>
          <p:spPr bwMode="auto">
            <a:xfrm>
              <a:off x="10937308" y="4638836"/>
              <a:ext cx="1467353" cy="2928092"/>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8" name="Freeform 130"/>
            <p:cNvSpPr>
              <a:spLocks noChangeArrowheads="1"/>
            </p:cNvSpPr>
            <p:nvPr/>
          </p:nvSpPr>
          <p:spPr bwMode="auto">
            <a:xfrm>
              <a:off x="12404661" y="4638836"/>
              <a:ext cx="1460908" cy="2928092"/>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9" name="Freeform 131"/>
            <p:cNvSpPr>
              <a:spLocks noChangeArrowheads="1"/>
            </p:cNvSpPr>
            <p:nvPr/>
          </p:nvSpPr>
          <p:spPr bwMode="auto">
            <a:xfrm>
              <a:off x="12404661" y="4935297"/>
              <a:ext cx="1168727" cy="233946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0" name="Freeform 132"/>
            <p:cNvSpPr>
              <a:spLocks noChangeArrowheads="1"/>
            </p:cNvSpPr>
            <p:nvPr/>
          </p:nvSpPr>
          <p:spPr bwMode="auto">
            <a:xfrm>
              <a:off x="11233787" y="4935297"/>
              <a:ext cx="1170874" cy="233946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1" name="Freeform 133"/>
            <p:cNvSpPr>
              <a:spLocks noChangeArrowheads="1"/>
            </p:cNvSpPr>
            <p:nvPr/>
          </p:nvSpPr>
          <p:spPr bwMode="auto">
            <a:xfrm>
              <a:off x="12404661" y="5545406"/>
              <a:ext cx="569325" cy="1129990"/>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2" name="Freeform 134"/>
            <p:cNvSpPr>
              <a:spLocks noChangeArrowheads="1"/>
            </p:cNvSpPr>
            <p:nvPr/>
          </p:nvSpPr>
          <p:spPr bwMode="auto">
            <a:xfrm>
              <a:off x="11843931" y="5545406"/>
              <a:ext cx="560730" cy="1129990"/>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gr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2"/>
          </p:nvPr>
        </p:nvSpPr>
        <p:spPr>
          <a:xfrm>
            <a:off x="585788" y="3549650"/>
            <a:ext cx="10983912" cy="2767013"/>
          </a:xfrm>
        </p:spPr>
        <p:txBody>
          <a:bodyPr/>
          <a:lstStyle/>
          <a:p>
            <a:pPr eaLnBrk="1" fontAlgn="auto" hangingPunct="1">
              <a:lnSpc>
                <a:spcPct val="150000"/>
              </a:lnSpc>
              <a:spcAft>
                <a:spcPts val="0"/>
              </a:spcAft>
              <a:buFont typeface="Arial" panose="020B0604020202020204" pitchFamily="34" charset="0"/>
              <a:buNone/>
              <a:defRPr/>
            </a:pPr>
            <a:endParaRPr lang="en-US" dirty="0" smtClean="0"/>
          </a:p>
          <a:p>
            <a:pPr marL="285750" indent="-285750" rtl="1" eaLnBrk="1" fontAlgn="auto" hangingPunct="1">
              <a:lnSpc>
                <a:spcPct val="100000"/>
              </a:lnSpc>
              <a:spcBef>
                <a:spcPts val="600"/>
              </a:spcBef>
              <a:spcAft>
                <a:spcPts val="0"/>
              </a:spcAft>
              <a:buFont typeface="Wingdings" panose="05000000000000000000" pitchFamily="2" charset="2"/>
              <a:buChar char="ü"/>
              <a:defRPr/>
            </a:pPr>
            <a:r>
              <a:rPr lang="en-US" sz="3200" dirty="0" smtClean="0">
                <a:solidFill>
                  <a:schemeClr val="tx1"/>
                </a:solidFill>
                <a:latin typeface="+mn-lt"/>
              </a:rPr>
              <a:t> </a:t>
            </a:r>
            <a:r>
              <a:rPr lang="ar-SA" sz="3200" dirty="0" smtClean="0">
                <a:solidFill>
                  <a:schemeClr val="tx1"/>
                </a:solidFill>
                <a:latin typeface="+mn-lt"/>
              </a:rPr>
              <a:t>أن </a:t>
            </a:r>
            <a:r>
              <a:rPr lang="ar-SA" sz="3200" dirty="0">
                <a:solidFill>
                  <a:schemeClr val="tx1"/>
                </a:solidFill>
                <a:latin typeface="+mn-lt"/>
              </a:rPr>
              <a:t>مفهوم تكنولوجيا التعليم يشمل جميع ميادين التربية حيث أنها تشتمل كل ما في التعليم تقريباً من مقررات وأساليب وطرق تدريس إلى جانب المعلم والكتاب والسبورة ونظام الامتحانات والإدارة التعليمية وغيرها من الأشياء التي تهدف إلى تعلم </a:t>
            </a:r>
            <a:r>
              <a:rPr lang="ar-SA" sz="3200" dirty="0" smtClean="0">
                <a:solidFill>
                  <a:schemeClr val="tx1"/>
                </a:solidFill>
                <a:latin typeface="+mn-lt"/>
              </a:rPr>
              <a:t>أفضل</a:t>
            </a:r>
            <a:endParaRPr lang="en-US" sz="3200" dirty="0" smtClean="0">
              <a:solidFill>
                <a:schemeClr val="tx1"/>
              </a:solidFill>
              <a:latin typeface="+mn-lt"/>
            </a:endParaRPr>
          </a:p>
        </p:txBody>
      </p:sp>
      <p:grpSp>
        <p:nvGrpSpPr>
          <p:cNvPr id="24" name="Group 23"/>
          <p:cNvGrpSpPr>
            <a:grpSpLocks/>
          </p:cNvGrpSpPr>
          <p:nvPr/>
        </p:nvGrpSpPr>
        <p:grpSpPr bwMode="auto">
          <a:xfrm>
            <a:off x="4833938" y="325438"/>
            <a:ext cx="2487612" cy="3225800"/>
            <a:chOff x="10718172" y="4638836"/>
            <a:chExt cx="3366534" cy="4365286"/>
          </a:xfrm>
        </p:grpSpPr>
        <p:sp>
          <p:nvSpPr>
            <p:cNvPr id="25" name="Freeform 117"/>
            <p:cNvSpPr>
              <a:spLocks noChangeArrowheads="1"/>
            </p:cNvSpPr>
            <p:nvPr/>
          </p:nvSpPr>
          <p:spPr bwMode="auto">
            <a:xfrm>
              <a:off x="12404661" y="7805387"/>
              <a:ext cx="350189" cy="711077"/>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6" name="Freeform 118"/>
            <p:cNvSpPr>
              <a:spLocks noChangeArrowheads="1"/>
            </p:cNvSpPr>
            <p:nvPr/>
          </p:nvSpPr>
          <p:spPr bwMode="auto">
            <a:xfrm>
              <a:off x="12052325" y="7805387"/>
              <a:ext cx="356634" cy="72611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7" name="Freeform 119"/>
            <p:cNvSpPr>
              <a:spLocks noChangeArrowheads="1"/>
            </p:cNvSpPr>
            <p:nvPr/>
          </p:nvSpPr>
          <p:spPr bwMode="auto">
            <a:xfrm>
              <a:off x="11966389" y="7674342"/>
              <a:ext cx="438273" cy="476916"/>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8" name="Freeform 120"/>
            <p:cNvSpPr>
              <a:spLocks noChangeArrowheads="1"/>
            </p:cNvSpPr>
            <p:nvPr/>
          </p:nvSpPr>
          <p:spPr bwMode="auto">
            <a:xfrm>
              <a:off x="12404661" y="7674342"/>
              <a:ext cx="438273" cy="476916"/>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9" name="Freeform 121"/>
            <p:cNvSpPr>
              <a:spLocks noChangeArrowheads="1"/>
            </p:cNvSpPr>
            <p:nvPr/>
          </p:nvSpPr>
          <p:spPr bwMode="auto">
            <a:xfrm>
              <a:off x="11605458" y="7674342"/>
              <a:ext cx="2479248" cy="1329780"/>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0" name="Freeform 122"/>
            <p:cNvSpPr>
              <a:spLocks noChangeArrowheads="1"/>
            </p:cNvSpPr>
            <p:nvPr/>
          </p:nvSpPr>
          <p:spPr bwMode="auto">
            <a:xfrm>
              <a:off x="11706434" y="7674342"/>
              <a:ext cx="259955" cy="24919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1" name="Freeform 123"/>
            <p:cNvSpPr>
              <a:spLocks noChangeArrowheads="1"/>
            </p:cNvSpPr>
            <p:nvPr/>
          </p:nvSpPr>
          <p:spPr bwMode="auto">
            <a:xfrm>
              <a:off x="10718172" y="7674342"/>
              <a:ext cx="1606999" cy="1329780"/>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2" name="Freeform 124"/>
            <p:cNvSpPr>
              <a:spLocks noChangeArrowheads="1"/>
            </p:cNvSpPr>
            <p:nvPr/>
          </p:nvSpPr>
          <p:spPr bwMode="auto">
            <a:xfrm>
              <a:off x="12204861" y="7805387"/>
              <a:ext cx="399601" cy="399578"/>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3" name="Freeform 125"/>
            <p:cNvSpPr>
              <a:spLocks noChangeArrowheads="1"/>
            </p:cNvSpPr>
            <p:nvPr/>
          </p:nvSpPr>
          <p:spPr bwMode="auto">
            <a:xfrm>
              <a:off x="11483001" y="5184497"/>
              <a:ext cx="925957" cy="1847513"/>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4" name="Freeform 126"/>
            <p:cNvSpPr>
              <a:spLocks noChangeArrowheads="1"/>
            </p:cNvSpPr>
            <p:nvPr/>
          </p:nvSpPr>
          <p:spPr bwMode="auto">
            <a:xfrm>
              <a:off x="12404661" y="5792457"/>
              <a:ext cx="311518" cy="629444"/>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5" name="Freeform 127"/>
            <p:cNvSpPr>
              <a:spLocks noChangeArrowheads="1"/>
            </p:cNvSpPr>
            <p:nvPr/>
          </p:nvSpPr>
          <p:spPr bwMode="auto">
            <a:xfrm>
              <a:off x="12090996" y="5792457"/>
              <a:ext cx="317962" cy="629444"/>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6" name="Freeform 128"/>
            <p:cNvSpPr>
              <a:spLocks noChangeArrowheads="1"/>
            </p:cNvSpPr>
            <p:nvPr/>
          </p:nvSpPr>
          <p:spPr bwMode="auto">
            <a:xfrm>
              <a:off x="12404661" y="5184497"/>
              <a:ext cx="919513" cy="1847513"/>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7" name="Freeform 129"/>
            <p:cNvSpPr>
              <a:spLocks noChangeArrowheads="1"/>
            </p:cNvSpPr>
            <p:nvPr/>
          </p:nvSpPr>
          <p:spPr bwMode="auto">
            <a:xfrm>
              <a:off x="10937308" y="4638836"/>
              <a:ext cx="1467353" cy="2928092"/>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8" name="Freeform 130"/>
            <p:cNvSpPr>
              <a:spLocks noChangeArrowheads="1"/>
            </p:cNvSpPr>
            <p:nvPr/>
          </p:nvSpPr>
          <p:spPr bwMode="auto">
            <a:xfrm>
              <a:off x="12404661" y="4638836"/>
              <a:ext cx="1460908" cy="2928092"/>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39" name="Freeform 131"/>
            <p:cNvSpPr>
              <a:spLocks noChangeArrowheads="1"/>
            </p:cNvSpPr>
            <p:nvPr/>
          </p:nvSpPr>
          <p:spPr bwMode="auto">
            <a:xfrm>
              <a:off x="12404661" y="4935297"/>
              <a:ext cx="1168727" cy="233946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0" name="Freeform 132"/>
            <p:cNvSpPr>
              <a:spLocks noChangeArrowheads="1"/>
            </p:cNvSpPr>
            <p:nvPr/>
          </p:nvSpPr>
          <p:spPr bwMode="auto">
            <a:xfrm>
              <a:off x="11233787" y="4935297"/>
              <a:ext cx="1170874" cy="233946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1" name="Freeform 133"/>
            <p:cNvSpPr>
              <a:spLocks noChangeArrowheads="1"/>
            </p:cNvSpPr>
            <p:nvPr/>
          </p:nvSpPr>
          <p:spPr bwMode="auto">
            <a:xfrm>
              <a:off x="12404661" y="5545406"/>
              <a:ext cx="569325" cy="1129990"/>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42" name="Freeform 134"/>
            <p:cNvSpPr>
              <a:spLocks noChangeArrowheads="1"/>
            </p:cNvSpPr>
            <p:nvPr/>
          </p:nvSpPr>
          <p:spPr bwMode="auto">
            <a:xfrm>
              <a:off x="11843931" y="5545406"/>
              <a:ext cx="560730" cy="1129990"/>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grpSp>
      <p:sp>
        <p:nvSpPr>
          <p:cNvPr id="2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863309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2"/>
          </p:nvPr>
        </p:nvSpPr>
        <p:spPr>
          <a:xfrm>
            <a:off x="741363" y="3744913"/>
            <a:ext cx="10985500" cy="2522537"/>
          </a:xfrm>
        </p:spPr>
        <p:txBody>
          <a:bodyPr/>
          <a:lstStyle/>
          <a:p>
            <a:pPr marL="285750" indent="-285750" rtl="1" eaLnBrk="1" fontAlgn="auto" hangingPunct="1">
              <a:lnSpc>
                <a:spcPct val="100000"/>
              </a:lnSpc>
              <a:spcBef>
                <a:spcPts val="600"/>
              </a:spcBef>
              <a:spcAft>
                <a:spcPts val="0"/>
              </a:spcAft>
              <a:buFont typeface="Wingdings" panose="05000000000000000000" pitchFamily="2" charset="2"/>
              <a:buChar char="ü"/>
              <a:defRPr/>
            </a:pPr>
            <a:r>
              <a:rPr lang="en-US" sz="3200" dirty="0" smtClean="0">
                <a:latin typeface="+mn-lt"/>
              </a:rPr>
              <a:t> </a:t>
            </a:r>
            <a:r>
              <a:rPr lang="ar-SA" sz="3200" dirty="0" smtClean="0">
                <a:latin typeface="+mn-lt"/>
              </a:rPr>
              <a:t>أن </a:t>
            </a:r>
            <a:r>
              <a:rPr lang="ar-SA" sz="3200" dirty="0">
                <a:latin typeface="+mn-lt"/>
              </a:rPr>
              <a:t>تكنولوجيا التعليم شاملة حيث تستغل المصادر البشرية وغير البشرية المتاحة وهذا يؤكد أهمية الدور الذي يقوم به الإنسان في هذا المجال، وبالتالي ويلغي الفكر الخاطئ القائل بأن تكنولوجيا التعليم تحل محل الإنسان ويمكن التعليق على ذلك قولاً أن "تكنولوجيا التعليم لن تلغي دور الإنسان وإنما تتطلب تغيير الدور الذي يقوم به</a:t>
            </a:r>
            <a:r>
              <a:rPr lang="en-US" sz="3200" dirty="0" smtClean="0">
                <a:latin typeface="+mn-lt"/>
              </a:rPr>
              <a:t>.“</a:t>
            </a:r>
          </a:p>
        </p:txBody>
      </p:sp>
      <p:grpSp>
        <p:nvGrpSpPr>
          <p:cNvPr id="3" name="Group 2"/>
          <p:cNvGrpSpPr>
            <a:grpSpLocks/>
          </p:cNvGrpSpPr>
          <p:nvPr/>
        </p:nvGrpSpPr>
        <p:grpSpPr bwMode="auto">
          <a:xfrm>
            <a:off x="4833938" y="325438"/>
            <a:ext cx="2487612" cy="3225800"/>
            <a:chOff x="10718172" y="4638836"/>
            <a:chExt cx="3366534" cy="4365286"/>
          </a:xfrm>
        </p:grpSpPr>
        <p:sp>
          <p:nvSpPr>
            <p:cNvPr id="5" name="Freeform 117"/>
            <p:cNvSpPr>
              <a:spLocks noChangeArrowheads="1"/>
            </p:cNvSpPr>
            <p:nvPr/>
          </p:nvSpPr>
          <p:spPr bwMode="auto">
            <a:xfrm>
              <a:off x="12404661" y="7805387"/>
              <a:ext cx="350189" cy="711077"/>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6" name="Freeform 118"/>
            <p:cNvSpPr>
              <a:spLocks noChangeArrowheads="1"/>
            </p:cNvSpPr>
            <p:nvPr/>
          </p:nvSpPr>
          <p:spPr bwMode="auto">
            <a:xfrm>
              <a:off x="12052325" y="7805387"/>
              <a:ext cx="356634" cy="72611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7" name="Freeform 119"/>
            <p:cNvSpPr>
              <a:spLocks noChangeArrowheads="1"/>
            </p:cNvSpPr>
            <p:nvPr/>
          </p:nvSpPr>
          <p:spPr bwMode="auto">
            <a:xfrm>
              <a:off x="11966389" y="7674342"/>
              <a:ext cx="438273" cy="476916"/>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8" name="Freeform 120"/>
            <p:cNvSpPr>
              <a:spLocks noChangeArrowheads="1"/>
            </p:cNvSpPr>
            <p:nvPr/>
          </p:nvSpPr>
          <p:spPr bwMode="auto">
            <a:xfrm>
              <a:off x="12404661" y="7674342"/>
              <a:ext cx="438273" cy="476916"/>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9" name="Freeform 121"/>
            <p:cNvSpPr>
              <a:spLocks noChangeArrowheads="1"/>
            </p:cNvSpPr>
            <p:nvPr/>
          </p:nvSpPr>
          <p:spPr bwMode="auto">
            <a:xfrm>
              <a:off x="11605458" y="7674342"/>
              <a:ext cx="2479248" cy="1329780"/>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0" name="Freeform 122"/>
            <p:cNvSpPr>
              <a:spLocks noChangeArrowheads="1"/>
            </p:cNvSpPr>
            <p:nvPr/>
          </p:nvSpPr>
          <p:spPr bwMode="auto">
            <a:xfrm>
              <a:off x="11706434" y="7674342"/>
              <a:ext cx="259955" cy="24919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1" name="Freeform 123"/>
            <p:cNvSpPr>
              <a:spLocks noChangeArrowheads="1"/>
            </p:cNvSpPr>
            <p:nvPr/>
          </p:nvSpPr>
          <p:spPr bwMode="auto">
            <a:xfrm>
              <a:off x="10718172" y="7674342"/>
              <a:ext cx="1606999" cy="1329780"/>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2" name="Freeform 124"/>
            <p:cNvSpPr>
              <a:spLocks noChangeArrowheads="1"/>
            </p:cNvSpPr>
            <p:nvPr/>
          </p:nvSpPr>
          <p:spPr bwMode="auto">
            <a:xfrm>
              <a:off x="12204861" y="7805387"/>
              <a:ext cx="399601" cy="399578"/>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3" name="Freeform 125"/>
            <p:cNvSpPr>
              <a:spLocks noChangeArrowheads="1"/>
            </p:cNvSpPr>
            <p:nvPr/>
          </p:nvSpPr>
          <p:spPr bwMode="auto">
            <a:xfrm>
              <a:off x="11483001" y="5184497"/>
              <a:ext cx="925957" cy="1847513"/>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4" name="Freeform 126"/>
            <p:cNvSpPr>
              <a:spLocks noChangeArrowheads="1"/>
            </p:cNvSpPr>
            <p:nvPr/>
          </p:nvSpPr>
          <p:spPr bwMode="auto">
            <a:xfrm>
              <a:off x="12404661" y="5792457"/>
              <a:ext cx="311518" cy="629444"/>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5" name="Freeform 127"/>
            <p:cNvSpPr>
              <a:spLocks noChangeArrowheads="1"/>
            </p:cNvSpPr>
            <p:nvPr/>
          </p:nvSpPr>
          <p:spPr bwMode="auto">
            <a:xfrm>
              <a:off x="12090996" y="5792457"/>
              <a:ext cx="317962" cy="629444"/>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6" name="Freeform 128"/>
            <p:cNvSpPr>
              <a:spLocks noChangeArrowheads="1"/>
            </p:cNvSpPr>
            <p:nvPr/>
          </p:nvSpPr>
          <p:spPr bwMode="auto">
            <a:xfrm>
              <a:off x="12404661" y="5184497"/>
              <a:ext cx="919513" cy="1847513"/>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7" name="Freeform 129"/>
            <p:cNvSpPr>
              <a:spLocks noChangeArrowheads="1"/>
            </p:cNvSpPr>
            <p:nvPr/>
          </p:nvSpPr>
          <p:spPr bwMode="auto">
            <a:xfrm>
              <a:off x="10937308" y="4638836"/>
              <a:ext cx="1467353" cy="2928092"/>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8" name="Freeform 130"/>
            <p:cNvSpPr>
              <a:spLocks noChangeArrowheads="1"/>
            </p:cNvSpPr>
            <p:nvPr/>
          </p:nvSpPr>
          <p:spPr bwMode="auto">
            <a:xfrm>
              <a:off x="12404661" y="4638836"/>
              <a:ext cx="1460908" cy="2928092"/>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9" name="Freeform 131"/>
            <p:cNvSpPr>
              <a:spLocks noChangeArrowheads="1"/>
            </p:cNvSpPr>
            <p:nvPr/>
          </p:nvSpPr>
          <p:spPr bwMode="auto">
            <a:xfrm>
              <a:off x="12404661" y="4935297"/>
              <a:ext cx="1168727" cy="233946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0" name="Freeform 132"/>
            <p:cNvSpPr>
              <a:spLocks noChangeArrowheads="1"/>
            </p:cNvSpPr>
            <p:nvPr/>
          </p:nvSpPr>
          <p:spPr bwMode="auto">
            <a:xfrm>
              <a:off x="11233787" y="4935297"/>
              <a:ext cx="1170874" cy="233946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1" name="Freeform 133"/>
            <p:cNvSpPr>
              <a:spLocks noChangeArrowheads="1"/>
            </p:cNvSpPr>
            <p:nvPr/>
          </p:nvSpPr>
          <p:spPr bwMode="auto">
            <a:xfrm>
              <a:off x="12404661" y="5545406"/>
              <a:ext cx="569325" cy="1129990"/>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2" name="Freeform 134"/>
            <p:cNvSpPr>
              <a:spLocks noChangeArrowheads="1"/>
            </p:cNvSpPr>
            <p:nvPr/>
          </p:nvSpPr>
          <p:spPr bwMode="auto">
            <a:xfrm>
              <a:off x="11843931" y="5545406"/>
              <a:ext cx="560730" cy="1129990"/>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2"/>
          </p:nvPr>
        </p:nvSpPr>
        <p:spPr>
          <a:xfrm>
            <a:off x="474663" y="4124325"/>
            <a:ext cx="10983912" cy="2209800"/>
          </a:xfrm>
        </p:spPr>
        <p:txBody>
          <a:bodyPr/>
          <a:lstStyle/>
          <a:p>
            <a:pPr eaLnBrk="1" fontAlgn="auto" hangingPunct="1">
              <a:lnSpc>
                <a:spcPct val="150000"/>
              </a:lnSpc>
              <a:spcAft>
                <a:spcPts val="0"/>
              </a:spcAft>
              <a:buFont typeface="Arial" panose="020B0604020202020204" pitchFamily="34" charset="0"/>
              <a:buNone/>
              <a:defRPr/>
            </a:pPr>
            <a:endParaRPr lang="en-US" dirty="0" smtClean="0"/>
          </a:p>
          <a:p>
            <a:pPr marL="285750" indent="-285750" rtl="1" eaLnBrk="1" fontAlgn="auto" hangingPunct="1">
              <a:lnSpc>
                <a:spcPct val="100000"/>
              </a:lnSpc>
              <a:spcBef>
                <a:spcPts val="600"/>
              </a:spcBef>
              <a:spcAft>
                <a:spcPts val="0"/>
              </a:spcAft>
              <a:buFont typeface="Wingdings" panose="05000000000000000000" pitchFamily="2" charset="2"/>
              <a:buChar char="ü"/>
              <a:defRPr/>
            </a:pPr>
            <a:r>
              <a:rPr lang="en-US" sz="3200" dirty="0" smtClean="0"/>
              <a:t> </a:t>
            </a:r>
            <a:r>
              <a:rPr lang="ar-SA" sz="3200" dirty="0" smtClean="0"/>
              <a:t>أن </a:t>
            </a:r>
            <a:r>
              <a:rPr lang="ar-SA" sz="3200" dirty="0"/>
              <a:t>هذا المجال وما يتضمنه من أدوار ووظائف يجب أن يقوم به متخصصون فيه</a:t>
            </a:r>
            <a:r>
              <a:rPr lang="ar-JO" sz="3200" dirty="0"/>
              <a:t> في كافة المجالات </a:t>
            </a:r>
            <a:r>
              <a:rPr lang="ar-SA" sz="3200" dirty="0"/>
              <a:t>من تخطيط وتصميم وتنفيذ وتقويم مثله مثل أي نظام أخر</a:t>
            </a:r>
            <a:endParaRPr lang="en-US" sz="3200" dirty="0">
              <a:latin typeface="+mn-lt"/>
            </a:endParaRPr>
          </a:p>
        </p:txBody>
      </p:sp>
      <p:grpSp>
        <p:nvGrpSpPr>
          <p:cNvPr id="3" name="Group 2"/>
          <p:cNvGrpSpPr>
            <a:grpSpLocks/>
          </p:cNvGrpSpPr>
          <p:nvPr/>
        </p:nvGrpSpPr>
        <p:grpSpPr bwMode="auto">
          <a:xfrm>
            <a:off x="4833938" y="325438"/>
            <a:ext cx="2487612" cy="3225800"/>
            <a:chOff x="10718172" y="4638836"/>
            <a:chExt cx="3366534" cy="4365286"/>
          </a:xfrm>
        </p:grpSpPr>
        <p:sp>
          <p:nvSpPr>
            <p:cNvPr id="5" name="Freeform 117"/>
            <p:cNvSpPr>
              <a:spLocks noChangeArrowheads="1"/>
            </p:cNvSpPr>
            <p:nvPr/>
          </p:nvSpPr>
          <p:spPr bwMode="auto">
            <a:xfrm>
              <a:off x="12404661" y="7805387"/>
              <a:ext cx="350189" cy="711077"/>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6" name="Freeform 118"/>
            <p:cNvSpPr>
              <a:spLocks noChangeArrowheads="1"/>
            </p:cNvSpPr>
            <p:nvPr/>
          </p:nvSpPr>
          <p:spPr bwMode="auto">
            <a:xfrm>
              <a:off x="12052325" y="7805387"/>
              <a:ext cx="356634" cy="72611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7" name="Freeform 119"/>
            <p:cNvSpPr>
              <a:spLocks noChangeArrowheads="1"/>
            </p:cNvSpPr>
            <p:nvPr/>
          </p:nvSpPr>
          <p:spPr bwMode="auto">
            <a:xfrm>
              <a:off x="11966389" y="7674342"/>
              <a:ext cx="438273" cy="476916"/>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8" name="Freeform 120"/>
            <p:cNvSpPr>
              <a:spLocks noChangeArrowheads="1"/>
            </p:cNvSpPr>
            <p:nvPr/>
          </p:nvSpPr>
          <p:spPr bwMode="auto">
            <a:xfrm>
              <a:off x="12404661" y="7674342"/>
              <a:ext cx="438273" cy="476916"/>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9" name="Freeform 121"/>
            <p:cNvSpPr>
              <a:spLocks noChangeArrowheads="1"/>
            </p:cNvSpPr>
            <p:nvPr/>
          </p:nvSpPr>
          <p:spPr bwMode="auto">
            <a:xfrm>
              <a:off x="11605458" y="7674342"/>
              <a:ext cx="2479248" cy="1329780"/>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0" name="Freeform 122"/>
            <p:cNvSpPr>
              <a:spLocks noChangeArrowheads="1"/>
            </p:cNvSpPr>
            <p:nvPr/>
          </p:nvSpPr>
          <p:spPr bwMode="auto">
            <a:xfrm>
              <a:off x="11706434" y="7674342"/>
              <a:ext cx="259955" cy="24919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1" name="Freeform 123"/>
            <p:cNvSpPr>
              <a:spLocks noChangeArrowheads="1"/>
            </p:cNvSpPr>
            <p:nvPr/>
          </p:nvSpPr>
          <p:spPr bwMode="auto">
            <a:xfrm>
              <a:off x="10718172" y="7674342"/>
              <a:ext cx="1606999" cy="1329780"/>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2" name="Freeform 124"/>
            <p:cNvSpPr>
              <a:spLocks noChangeArrowheads="1"/>
            </p:cNvSpPr>
            <p:nvPr/>
          </p:nvSpPr>
          <p:spPr bwMode="auto">
            <a:xfrm>
              <a:off x="12204861" y="7805387"/>
              <a:ext cx="399601" cy="399578"/>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3" name="Freeform 125"/>
            <p:cNvSpPr>
              <a:spLocks noChangeArrowheads="1"/>
            </p:cNvSpPr>
            <p:nvPr/>
          </p:nvSpPr>
          <p:spPr bwMode="auto">
            <a:xfrm>
              <a:off x="11483001" y="5184497"/>
              <a:ext cx="925957" cy="1847513"/>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4" name="Freeform 126"/>
            <p:cNvSpPr>
              <a:spLocks noChangeArrowheads="1"/>
            </p:cNvSpPr>
            <p:nvPr/>
          </p:nvSpPr>
          <p:spPr bwMode="auto">
            <a:xfrm>
              <a:off x="12404661" y="5792457"/>
              <a:ext cx="311518" cy="629444"/>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5" name="Freeform 127"/>
            <p:cNvSpPr>
              <a:spLocks noChangeArrowheads="1"/>
            </p:cNvSpPr>
            <p:nvPr/>
          </p:nvSpPr>
          <p:spPr bwMode="auto">
            <a:xfrm>
              <a:off x="12090996" y="5792457"/>
              <a:ext cx="317962" cy="629444"/>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6" name="Freeform 128"/>
            <p:cNvSpPr>
              <a:spLocks noChangeArrowheads="1"/>
            </p:cNvSpPr>
            <p:nvPr/>
          </p:nvSpPr>
          <p:spPr bwMode="auto">
            <a:xfrm>
              <a:off x="12404661" y="5184497"/>
              <a:ext cx="919513" cy="1847513"/>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7" name="Freeform 129"/>
            <p:cNvSpPr>
              <a:spLocks noChangeArrowheads="1"/>
            </p:cNvSpPr>
            <p:nvPr/>
          </p:nvSpPr>
          <p:spPr bwMode="auto">
            <a:xfrm>
              <a:off x="10937308" y="4638836"/>
              <a:ext cx="1467353" cy="2928092"/>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rgbClr val="4D6D92"/>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8" name="Freeform 130"/>
            <p:cNvSpPr>
              <a:spLocks noChangeArrowheads="1"/>
            </p:cNvSpPr>
            <p:nvPr/>
          </p:nvSpPr>
          <p:spPr bwMode="auto">
            <a:xfrm>
              <a:off x="12404661" y="4638836"/>
              <a:ext cx="1460908" cy="2928092"/>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rgbClr val="4D6D92">
                <a:lumMod val="75000"/>
              </a:srgbClr>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19" name="Freeform 131"/>
            <p:cNvSpPr>
              <a:spLocks noChangeArrowheads="1"/>
            </p:cNvSpPr>
            <p:nvPr/>
          </p:nvSpPr>
          <p:spPr bwMode="auto">
            <a:xfrm>
              <a:off x="12404661" y="4935297"/>
              <a:ext cx="1168727" cy="233946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0" name="Freeform 132"/>
            <p:cNvSpPr>
              <a:spLocks noChangeArrowheads="1"/>
            </p:cNvSpPr>
            <p:nvPr/>
          </p:nvSpPr>
          <p:spPr bwMode="auto">
            <a:xfrm>
              <a:off x="11233787" y="4935297"/>
              <a:ext cx="1170874" cy="233946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1" name="Freeform 133"/>
            <p:cNvSpPr>
              <a:spLocks noChangeArrowheads="1"/>
            </p:cNvSpPr>
            <p:nvPr/>
          </p:nvSpPr>
          <p:spPr bwMode="auto">
            <a:xfrm>
              <a:off x="12404661" y="5545406"/>
              <a:ext cx="569325" cy="1129990"/>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sp>
          <p:nvSpPr>
            <p:cNvPr id="22" name="Freeform 134"/>
            <p:cNvSpPr>
              <a:spLocks noChangeArrowheads="1"/>
            </p:cNvSpPr>
            <p:nvPr/>
          </p:nvSpPr>
          <p:spPr bwMode="auto">
            <a:xfrm>
              <a:off x="11843931" y="5545406"/>
              <a:ext cx="560730" cy="1129990"/>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ext uri="{AF507438-7753-43e0-B8FC-AC1667EBCBE1}"/>
            </a:extLst>
          </p:spPr>
          <p:txBody>
            <a:bodyPr wrap="none" anchor="ctr"/>
            <a:lstStyle/>
            <a:p>
              <a:pPr defTabSz="1088639" fontAlgn="auto">
                <a:spcBef>
                  <a:spcPts val="0"/>
                </a:spcBef>
                <a:spcAft>
                  <a:spcPts val="0"/>
                </a:spcAft>
                <a:defRPr/>
              </a:pPr>
              <a:endParaRPr lang="en-US" sz="4300" kern="0">
                <a:solidFill>
                  <a:srgbClr val="737572"/>
                </a:solidFill>
                <a:latin typeface="Calibri"/>
                <a:cs typeface="+mn-cs"/>
              </a:endParaRPr>
            </a:p>
          </p:txBody>
        </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3569" name="Picture 4"/>
          <p:cNvPicPr>
            <a:picLocks noChangeAspect="1"/>
          </p:cNvPicPr>
          <p:nvPr/>
        </p:nvPicPr>
        <p:blipFill>
          <a:blip r:embed="rId2"/>
          <a:srcRect/>
          <a:stretch>
            <a:fillRect/>
          </a:stretch>
        </p:blipFill>
        <p:spPr bwMode="auto">
          <a:xfrm>
            <a:off x="0" y="0"/>
            <a:ext cx="12192000" cy="6858000"/>
          </a:xfrm>
          <a:prstGeom prst="rect">
            <a:avLst/>
          </a:prstGeom>
          <a:noFill/>
          <a:ln w="9525">
            <a:noFill/>
            <a:miter lim="800000"/>
            <a:headEnd/>
            <a:tailEnd/>
          </a:ln>
        </p:spPr>
      </p:pic>
      <p:grpSp>
        <p:nvGrpSpPr>
          <p:cNvPr id="3" name="Group 2"/>
          <p:cNvGrpSpPr>
            <a:grpSpLocks/>
          </p:cNvGrpSpPr>
          <p:nvPr/>
        </p:nvGrpSpPr>
        <p:grpSpPr bwMode="auto">
          <a:xfrm>
            <a:off x="3257550" y="2897188"/>
            <a:ext cx="8707438" cy="1552575"/>
            <a:chOff x="7680543" y="5695165"/>
            <a:chExt cx="15211970" cy="3104434"/>
          </a:xfrm>
        </p:grpSpPr>
        <p:sp>
          <p:nvSpPr>
            <p:cNvPr id="4" name="Rectangle 3"/>
            <p:cNvSpPr/>
            <p:nvPr/>
          </p:nvSpPr>
          <p:spPr>
            <a:xfrm>
              <a:off x="7680543" y="5695165"/>
              <a:ext cx="15211970" cy="1723626"/>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800" b="1" u="sng" dirty="0">
                  <a:solidFill>
                    <a:schemeClr val="accent1"/>
                  </a:solidFill>
                </a:rPr>
                <a:t>نظرة تاريخية في تكنولوجيا التعليم</a:t>
              </a:r>
              <a:endParaRPr lang="en-US" sz="4800" u="sng" dirty="0">
                <a:solidFill>
                  <a:schemeClr val="accent1"/>
                </a:solidFill>
              </a:endParaRPr>
            </a:p>
          </p:txBody>
        </p:sp>
        <p:sp>
          <p:nvSpPr>
            <p:cNvPr id="5" name="Rectangle 4"/>
            <p:cNvSpPr/>
            <p:nvPr/>
          </p:nvSpPr>
          <p:spPr>
            <a:xfrm>
              <a:off x="7680543" y="7323563"/>
              <a:ext cx="15211970" cy="1476036"/>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dirty="0">
                  <a:solidFill>
                    <a:schemeClr val="accent2"/>
                  </a:solidFill>
                </a:rPr>
                <a:t>الفصل الثاني</a:t>
              </a:r>
              <a:endParaRPr lang="en-US" sz="4000" dirty="0">
                <a:solidFill>
                  <a:schemeClr val="accent2"/>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srgbClr val="000000"/>
              </a:solidFill>
            </a:endParaRPr>
          </a:p>
        </p:txBody>
      </p:sp>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p:nvPr>
        </p:nvSpPr>
        <p:spPr>
          <a:xfrm>
            <a:off x="1793875" y="2829351"/>
            <a:ext cx="8604250" cy="830997"/>
          </a:xfrm>
        </p:spPr>
        <p:txBody>
          <a:bodyPr>
            <a:spAutoFit/>
          </a:bodyPr>
          <a:lstStyle/>
          <a:p>
            <a:pPr marL="342900" indent="-342900" rtl="1" eaLnBrk="1" hangingPunct="1">
              <a:lnSpc>
                <a:spcPct val="100000"/>
              </a:lnSpc>
            </a:pPr>
            <a:r>
              <a:rPr lang="ar-SA" sz="4800" b="1" u="sng" dirty="0" smtClean="0">
                <a:solidFill>
                  <a:schemeClr val="bg1"/>
                </a:solidFill>
              </a:rPr>
              <a:t>تاريخ تكنولوجيا التعليم وتطور مفهومها</a:t>
            </a:r>
            <a:endParaRPr lang="en-US" sz="4800" u="sng" dirty="0" smtClean="0">
              <a:solidFill>
                <a:schemeClr val="bg1"/>
              </a:solidFill>
            </a:endParaRPr>
          </a:p>
        </p:txBody>
      </p:sp>
      <p:sp>
        <p:nvSpPr>
          <p:cNvPr id="23" name="Subtitle 2"/>
          <p:cNvSpPr txBox="1">
            <a:spLocks/>
          </p:cNvSpPr>
          <p:nvPr/>
        </p:nvSpPr>
        <p:spPr bwMode="auto">
          <a:xfrm>
            <a:off x="1386681" y="3876861"/>
            <a:ext cx="9418638" cy="979488"/>
          </a:xfrm>
          <a:prstGeom prst="rect">
            <a:avLst/>
          </a:prstGeom>
          <a:noFill/>
          <a:ln w="9525">
            <a:noFill/>
            <a:miter lim="800000"/>
            <a:headEnd/>
            <a:tailEnd/>
          </a:ln>
        </p:spPr>
        <p:txBody>
          <a:bodyPr>
            <a:spAutoFit/>
          </a:bodyPr>
          <a:lstStyle/>
          <a:p>
            <a:pPr algn="ctr" rtl="1">
              <a:lnSpc>
                <a:spcPct val="90000"/>
              </a:lnSpc>
              <a:spcBef>
                <a:spcPts val="1000"/>
              </a:spcBef>
              <a:buFont typeface="Arial" charset="0"/>
              <a:buNone/>
            </a:pPr>
            <a:r>
              <a:rPr lang="ar-SA" sz="3200" b="1" dirty="0">
                <a:solidFill>
                  <a:srgbClr val="FFFF00"/>
                </a:solidFill>
              </a:rPr>
              <a:t>مر مفهوم تكنولوجيا التعليم في إطار الوسائل التعليمية والأجهزة بعدة مراحل وهي كالآتي وبشكل متسلسل: </a:t>
            </a:r>
            <a:endParaRPr lang="en-US" sz="3200" b="1" dirty="0">
              <a:solidFill>
                <a:srgbClr val="FFFF00"/>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23">
                                            <p:txEl>
                                              <p:pRg st="0" end="0"/>
                                            </p:txEl>
                                          </p:spTgt>
                                        </p:tgtEl>
                                        <p:attrNameLst>
                                          <p:attrName>style.visibility</p:attrName>
                                        </p:attrNameLst>
                                      </p:cBhvr>
                                      <p:to>
                                        <p:strVal val="visible"/>
                                      </p:to>
                                    </p:set>
                                    <p:animEffect transition="in" filter="fade">
                                      <p:cBhvr>
                                        <p:cTn id="10"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2" name="Group 31"/>
          <p:cNvGrpSpPr>
            <a:grpSpLocks noChangeAspect="1"/>
          </p:cNvGrpSpPr>
          <p:nvPr/>
        </p:nvGrpSpPr>
        <p:grpSpPr bwMode="auto">
          <a:xfrm>
            <a:off x="136525" y="2146300"/>
            <a:ext cx="5461843" cy="5176838"/>
            <a:chOff x="-386189" y="1492065"/>
            <a:chExt cx="4814806" cy="4562567"/>
          </a:xfrm>
        </p:grpSpPr>
        <p:grpSp>
          <p:nvGrpSpPr>
            <p:cNvPr id="496648" name="Group 32"/>
            <p:cNvGrpSpPr>
              <a:grpSpLocks/>
            </p:cNvGrpSpPr>
            <p:nvPr/>
          </p:nvGrpSpPr>
          <p:grpSpPr bwMode="auto">
            <a:xfrm>
              <a:off x="1029249" y="1492065"/>
              <a:ext cx="990600" cy="1490606"/>
              <a:chOff x="1180764" y="1293047"/>
              <a:chExt cx="990600" cy="1490606"/>
            </a:xfrm>
          </p:grpSpPr>
          <p:sp>
            <p:nvSpPr>
              <p:cNvPr id="36" name="Oval 35"/>
              <p:cNvSpPr/>
              <p:nvPr/>
            </p:nvSpPr>
            <p:spPr>
              <a:xfrm>
                <a:off x="1180158" y="1293047"/>
                <a:ext cx="990801" cy="9905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3600" dirty="0" smtClean="0">
                    <a:solidFill>
                      <a:prstClr val="white"/>
                    </a:solidFill>
                  </a:rPr>
                  <a:t>1</a:t>
                </a:r>
                <a:endParaRPr lang="en-US" sz="3600" dirty="0">
                  <a:solidFill>
                    <a:prstClr val="white"/>
                  </a:solidFill>
                </a:endParaRPr>
              </a:p>
            </p:txBody>
          </p:sp>
          <p:sp>
            <p:nvSpPr>
              <p:cNvPr id="37" name="Isosceles Triangle 36"/>
              <p:cNvSpPr/>
              <p:nvPr/>
            </p:nvSpPr>
            <p:spPr>
              <a:xfrm flipV="1">
                <a:off x="1567801" y="2215075"/>
                <a:ext cx="215513" cy="202874"/>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38" name="Straight Connector 37"/>
              <p:cNvCxnSpPr/>
              <p:nvPr/>
            </p:nvCxnSpPr>
            <p:spPr>
              <a:xfrm>
                <a:off x="1662963" y="2367580"/>
                <a:ext cx="0" cy="415542"/>
              </a:xfrm>
              <a:prstGeom prst="line">
                <a:avLst/>
              </a:prstGeom>
              <a:ln>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9" name="Content Placeholder 2"/>
            <p:cNvSpPr txBox="1">
              <a:spLocks/>
            </p:cNvSpPr>
            <p:nvPr/>
          </p:nvSpPr>
          <p:spPr bwMode="auto">
            <a:xfrm>
              <a:off x="-386189" y="3112763"/>
              <a:ext cx="4814806" cy="2941869"/>
            </a:xfrm>
            <a:prstGeom prst="rect">
              <a:avLst/>
            </a:prstGeom>
            <a:noFill/>
            <a:ln w="9525">
              <a:noFill/>
              <a:miter lim="800000"/>
              <a:headEnd/>
              <a:tailEnd/>
            </a:ln>
          </p:spPr>
          <p:txBody>
            <a:bodyPr/>
            <a:lstStyle/>
            <a:p>
              <a:pPr algn="ctr">
                <a:spcBef>
                  <a:spcPct val="20000"/>
                </a:spcBef>
                <a:buFont typeface="Arial" charset="0"/>
                <a:buNone/>
              </a:pPr>
              <a:r>
                <a:rPr lang="ar-SA" sz="3200" b="1" u="sng" dirty="0">
                  <a:solidFill>
                    <a:srgbClr val="5B9BD5"/>
                  </a:solidFill>
                </a:rPr>
                <a:t>مرحلة الوسائل المسموعة والمرئيّة</a:t>
              </a:r>
              <a:endParaRPr lang="en-US" sz="3200" b="1" u="sng" dirty="0">
                <a:solidFill>
                  <a:srgbClr val="5B9BD5"/>
                </a:solidFill>
              </a:endParaRPr>
            </a:p>
            <a:p>
              <a:pPr algn="ctr">
                <a:spcBef>
                  <a:spcPct val="20000"/>
                </a:spcBef>
                <a:buFont typeface="Arial" charset="0"/>
                <a:buNone/>
              </a:pPr>
              <a:r>
                <a:rPr lang="ar-SA" sz="2800" b="1" dirty="0" smtClean="0"/>
                <a:t>استخدمت </a:t>
              </a:r>
              <a:r>
                <a:rPr lang="ar-SA" sz="2800" b="1" dirty="0"/>
                <a:t>وسائل مرئيّة ومسموعة في إثراء عمليّة التعلّم مثل: اللّوحات الجداريّة والأناشيد التعليميّة كطريقة لعرض الدّرس وتيسيره</a:t>
              </a:r>
              <a:endParaRPr lang="en-US" sz="2800" b="1" dirty="0"/>
            </a:p>
          </p:txBody>
        </p:sp>
      </p:gr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barn(outHorizontal)">
                                      <p:cBhvr>
                                        <p:cTn id="11"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7" name="Group 16"/>
          <p:cNvGrpSpPr>
            <a:grpSpLocks noChangeAspect="1"/>
          </p:cNvGrpSpPr>
          <p:nvPr/>
        </p:nvGrpSpPr>
        <p:grpSpPr bwMode="auto">
          <a:xfrm>
            <a:off x="3205163" y="1062038"/>
            <a:ext cx="5775325" cy="4249737"/>
            <a:chOff x="-324883" y="730406"/>
            <a:chExt cx="5090507" cy="3746344"/>
          </a:xfrm>
        </p:grpSpPr>
        <p:grpSp>
          <p:nvGrpSpPr>
            <p:cNvPr id="18" name="Group 17"/>
            <p:cNvGrpSpPr/>
            <p:nvPr/>
          </p:nvGrpSpPr>
          <p:grpSpPr>
            <a:xfrm flipV="1">
              <a:off x="1903612" y="2986144"/>
              <a:ext cx="990600" cy="1490606"/>
              <a:chOff x="1180764" y="1293047"/>
              <a:chExt cx="990600" cy="1490606"/>
            </a:xfrm>
            <a:solidFill>
              <a:schemeClr val="accent4"/>
            </a:solidFill>
          </p:grpSpPr>
          <p:sp>
            <p:nvSpPr>
              <p:cNvPr id="21" name="Oval 20"/>
              <p:cNvSpPr/>
              <p:nvPr/>
            </p:nvSpPr>
            <p:spPr>
              <a:xfrm>
                <a:off x="1180764" y="1293047"/>
                <a:ext cx="990600" cy="9906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22" name="Isosceles Triangle 21"/>
              <p:cNvSpPr/>
              <p:nvPr/>
            </p:nvSpPr>
            <p:spPr>
              <a:xfrm flipV="1">
                <a:off x="1568733" y="2215149"/>
                <a:ext cx="214662" cy="20355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23" name="Straight Connector 22"/>
              <p:cNvCxnSpPr/>
              <p:nvPr/>
            </p:nvCxnSpPr>
            <p:spPr>
              <a:xfrm>
                <a:off x="1676064" y="2368550"/>
                <a:ext cx="0" cy="415103"/>
              </a:xfrm>
              <a:prstGeom prst="line">
                <a:avLst/>
              </a:prstGeom>
              <a:grpFill/>
              <a:ln>
                <a:solidFill>
                  <a:schemeClr val="accent4"/>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55" name="Content Placeholder 2"/>
            <p:cNvSpPr txBox="1">
              <a:spLocks/>
            </p:cNvSpPr>
            <p:nvPr/>
          </p:nvSpPr>
          <p:spPr bwMode="auto">
            <a:xfrm>
              <a:off x="-324883" y="730406"/>
              <a:ext cx="5090507" cy="2491907"/>
            </a:xfrm>
            <a:prstGeom prst="rect">
              <a:avLst/>
            </a:prstGeom>
            <a:noFill/>
            <a:ln w="9525">
              <a:noFill/>
              <a:miter lim="800000"/>
              <a:headEnd/>
              <a:tailEnd/>
            </a:ln>
          </p:spPr>
          <p:txBody>
            <a:bodyPr/>
            <a:lstStyle/>
            <a:p>
              <a:pPr algn="ctr">
                <a:spcBef>
                  <a:spcPct val="20000"/>
                </a:spcBef>
                <a:buFont typeface="Arial" charset="0"/>
                <a:buNone/>
              </a:pPr>
              <a:r>
                <a:rPr lang="ar-SA" sz="3200" b="1" u="sng">
                  <a:solidFill>
                    <a:srgbClr val="FFC000"/>
                  </a:solidFill>
                </a:rPr>
                <a:t>مرحلة الوسائل التعليميّة</a:t>
              </a:r>
              <a:endParaRPr lang="en-US" b="1">
                <a:solidFill>
                  <a:srgbClr val="A6A6A6"/>
                </a:solidFill>
              </a:endParaRPr>
            </a:p>
            <a:p>
              <a:pPr algn="ctr">
                <a:spcBef>
                  <a:spcPct val="20000"/>
                </a:spcBef>
                <a:buFont typeface="Arial" charset="0"/>
                <a:buNone/>
              </a:pPr>
              <a:r>
                <a:rPr lang="ar-SA" sz="2800" b="1"/>
                <a:t>استخدمت بعض الوسائل التعليميّة التي تعين المدارس في عرض الدّرس وتوصيله بأقصر الطّرق وأيسرها كالشرائط التعليميّة المسموعة والمرئيّة</a:t>
              </a:r>
              <a:endParaRPr lang="en-US" sz="2800" b="1"/>
            </a:p>
          </p:txBody>
        </p:sp>
      </p:grpSp>
      <p:sp>
        <p:nvSpPr>
          <p:cNvPr id="2" name="Rectangle 1"/>
          <p:cNvSpPr/>
          <p:nvPr/>
        </p:nvSpPr>
        <p:spPr>
          <a:xfrm>
            <a:off x="6086034" y="4496385"/>
            <a:ext cx="418705" cy="646331"/>
          </a:xfrm>
          <a:prstGeom prst="rect">
            <a:avLst/>
          </a:prstGeom>
        </p:spPr>
        <p:txBody>
          <a:bodyPr wrap="none">
            <a:spAutoFit/>
          </a:bodyPr>
          <a:lstStyle/>
          <a:p>
            <a:pPr algn="ctr" fontAlgn="auto">
              <a:spcBef>
                <a:spcPts val="0"/>
              </a:spcBef>
              <a:spcAft>
                <a:spcPts val="0"/>
              </a:spcAft>
              <a:defRPr/>
            </a:pPr>
            <a:r>
              <a:rPr lang="en-US" sz="3600" dirty="0" smtClean="0">
                <a:solidFill>
                  <a:prstClr val="white"/>
                </a:solidFill>
              </a:rPr>
              <a:t>2</a:t>
            </a:r>
            <a:endParaRPr lang="en-US" sz="3600" dirty="0">
              <a:solidFill>
                <a:prstClr val="white"/>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41194987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barn(outHorizontal)">
                                      <p:cBhvr>
                                        <p:cTn id="1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a:off x="1158875" y="3602038"/>
            <a:ext cx="9928225" cy="0"/>
          </a:xfrm>
          <a:prstGeom prst="line">
            <a:avLst/>
          </a:prstGeom>
          <a:ln w="28575">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9" name="Group 38"/>
          <p:cNvGrpSpPr>
            <a:grpSpLocks noChangeAspect="1"/>
          </p:cNvGrpSpPr>
          <p:nvPr/>
        </p:nvGrpSpPr>
        <p:grpSpPr bwMode="auto">
          <a:xfrm>
            <a:off x="7107238" y="1833563"/>
            <a:ext cx="5737225" cy="4710112"/>
            <a:chOff x="1471324" y="1492065"/>
            <a:chExt cx="5057333" cy="4151065"/>
          </a:xfrm>
        </p:grpSpPr>
        <p:grpSp>
          <p:nvGrpSpPr>
            <p:cNvPr id="41" name="Group 40"/>
            <p:cNvGrpSpPr/>
            <p:nvPr/>
          </p:nvGrpSpPr>
          <p:grpSpPr>
            <a:xfrm>
              <a:off x="3504691" y="1492065"/>
              <a:ext cx="990600" cy="1490606"/>
              <a:chOff x="1180764" y="1293047"/>
              <a:chExt cx="990600" cy="1490606"/>
            </a:xfrm>
            <a:solidFill>
              <a:schemeClr val="accent2"/>
            </a:solidFill>
          </p:grpSpPr>
          <p:sp>
            <p:nvSpPr>
              <p:cNvPr id="44" name="Oval 43"/>
              <p:cNvSpPr/>
              <p:nvPr/>
            </p:nvSpPr>
            <p:spPr>
              <a:xfrm>
                <a:off x="1180764" y="1293047"/>
                <a:ext cx="990600" cy="9906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45" name="Isosceles Triangle 44"/>
              <p:cNvSpPr/>
              <p:nvPr/>
            </p:nvSpPr>
            <p:spPr>
              <a:xfrm flipV="1">
                <a:off x="1568733" y="2215149"/>
                <a:ext cx="214662" cy="20355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cxnSp>
            <p:nvCxnSpPr>
              <p:cNvPr id="46" name="Straight Connector 45"/>
              <p:cNvCxnSpPr/>
              <p:nvPr/>
            </p:nvCxnSpPr>
            <p:spPr>
              <a:xfrm>
                <a:off x="1663272" y="2368550"/>
                <a:ext cx="0" cy="415103"/>
              </a:xfrm>
              <a:prstGeom prst="line">
                <a:avLst/>
              </a:prstGeom>
              <a:grpFill/>
              <a:ln>
                <a:solidFill>
                  <a:srgbClr val="FF0000"/>
                </a:solidFill>
                <a:headEnd type="none" w="med" len="med"/>
                <a:tailEnd type="oval" w="lg" len="lg"/>
              </a:ln>
            </p:spPr>
            <p:style>
              <a:lnRef idx="1">
                <a:schemeClr val="accent1"/>
              </a:lnRef>
              <a:fillRef idx="0">
                <a:schemeClr val="accent1"/>
              </a:fillRef>
              <a:effectRef idx="0">
                <a:schemeClr val="accent1"/>
              </a:effectRef>
              <a:fontRef idx="minor">
                <a:schemeClr val="tx1"/>
              </a:fontRef>
            </p:style>
          </p:cxnSp>
        </p:grpSp>
        <p:sp>
          <p:nvSpPr>
            <p:cNvPr id="496646" name="Content Placeholder 2"/>
            <p:cNvSpPr txBox="1">
              <a:spLocks/>
            </p:cNvSpPr>
            <p:nvPr/>
          </p:nvSpPr>
          <p:spPr bwMode="auto">
            <a:xfrm>
              <a:off x="1471324" y="3100190"/>
              <a:ext cx="5057333" cy="2542940"/>
            </a:xfrm>
            <a:prstGeom prst="rect">
              <a:avLst/>
            </a:prstGeom>
            <a:noFill/>
            <a:ln w="9525">
              <a:noFill/>
              <a:miter lim="800000"/>
              <a:headEnd/>
              <a:tailEnd/>
            </a:ln>
          </p:spPr>
          <p:txBody>
            <a:bodyPr/>
            <a:lstStyle/>
            <a:p>
              <a:pPr algn="ctr">
                <a:spcBef>
                  <a:spcPct val="20000"/>
                </a:spcBef>
                <a:buFont typeface="Arial" charset="0"/>
                <a:buNone/>
              </a:pPr>
              <a:r>
                <a:rPr lang="ar-SA" sz="3200" b="1" u="sng">
                  <a:solidFill>
                    <a:srgbClr val="FF0000"/>
                  </a:solidFill>
                </a:rPr>
                <a:t>مرحلة الاتّصال التربوي</a:t>
              </a:r>
              <a:endParaRPr lang="en-US" sz="2000" b="1">
                <a:solidFill>
                  <a:srgbClr val="404040"/>
                </a:solidFill>
              </a:endParaRPr>
            </a:p>
            <a:p>
              <a:pPr lvl="2" algn="ctr" rtl="1">
                <a:spcBef>
                  <a:spcPct val="20000"/>
                </a:spcBef>
                <a:buFont typeface="Arial" charset="0"/>
                <a:buNone/>
              </a:pPr>
              <a:r>
                <a:rPr lang="ar-SA" sz="2800" b="1"/>
                <a:t>في هذه المرحلة تطوّر مفهوم التعليم واستخدمت وسائل تعليميّه حديثة تراعي التّواصل الجيّد والمثمر بين المعلّم والمتعلّم كالبحث على الإنترنت وغيرها من الوسائل الحديثة.</a:t>
              </a:r>
              <a:endParaRPr lang="en-US" sz="2800" b="1"/>
            </a:p>
          </p:txBody>
        </p:sp>
      </p:grpSp>
      <p:sp>
        <p:nvSpPr>
          <p:cNvPr id="2" name="Rectangle 1"/>
          <p:cNvSpPr/>
          <p:nvPr/>
        </p:nvSpPr>
        <p:spPr>
          <a:xfrm>
            <a:off x="9751987" y="2051406"/>
            <a:ext cx="418704" cy="646331"/>
          </a:xfrm>
          <a:prstGeom prst="rect">
            <a:avLst/>
          </a:prstGeom>
        </p:spPr>
        <p:txBody>
          <a:bodyPr wrap="none">
            <a:spAutoFit/>
          </a:bodyPr>
          <a:lstStyle/>
          <a:p>
            <a:pPr algn="ctr" fontAlgn="auto">
              <a:spcBef>
                <a:spcPts val="0"/>
              </a:spcBef>
              <a:spcAft>
                <a:spcPts val="0"/>
              </a:spcAft>
              <a:defRPr/>
            </a:pPr>
            <a:r>
              <a:rPr lang="en-US" sz="3600" dirty="0" smtClean="0">
                <a:solidFill>
                  <a:prstClr val="white"/>
                </a:solidFill>
              </a:rPr>
              <a:t>3</a:t>
            </a:r>
            <a:endParaRPr lang="en-US" sz="3600" dirty="0">
              <a:solidFill>
                <a:prstClr val="white"/>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557004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barn(outHorizontal)">
                                      <p:cBhvr>
                                        <p:cTn id="11"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 Same Side Corner Rectangle 10"/>
          <p:cNvSpPr/>
          <p:nvPr/>
        </p:nvSpPr>
        <p:spPr>
          <a:xfrm rot="16200000" flipV="1">
            <a:off x="4170363" y="-1835150"/>
            <a:ext cx="1847850" cy="10163175"/>
          </a:xfrm>
          <a:prstGeom prst="round2SameRect">
            <a:avLst>
              <a:gd name="adj1" fmla="val 50000"/>
              <a:gd name="adj2" fmla="val 0"/>
            </a:avLst>
          </a:prstGeom>
          <a:solidFill>
            <a:schemeClr val="accent6">
              <a:lumMod val="50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anchor="ctr"/>
          <a:lstStyle/>
          <a:p>
            <a:pPr algn="ctr" defTabSz="914217" fontAlgn="auto">
              <a:spcBef>
                <a:spcPts val="0"/>
              </a:spcBef>
              <a:spcAft>
                <a:spcPts val="0"/>
              </a:spcAft>
              <a:defRPr/>
            </a:pPr>
            <a:endParaRPr lang="bg-BG">
              <a:solidFill>
                <a:prstClr val="white"/>
              </a:solidFill>
            </a:endParaRPr>
          </a:p>
        </p:txBody>
      </p:sp>
      <p:grpSp>
        <p:nvGrpSpPr>
          <p:cNvPr id="5" name="Group 4"/>
          <p:cNvGrpSpPr>
            <a:grpSpLocks/>
          </p:cNvGrpSpPr>
          <p:nvPr/>
        </p:nvGrpSpPr>
        <p:grpSpPr bwMode="auto">
          <a:xfrm>
            <a:off x="217488" y="2490788"/>
            <a:ext cx="9285287" cy="1400175"/>
            <a:chOff x="701992" y="4122454"/>
            <a:chExt cx="18572227" cy="2802111"/>
          </a:xfrm>
        </p:grpSpPr>
        <p:sp>
          <p:nvSpPr>
            <p:cNvPr id="498691" name="Title 13"/>
            <p:cNvSpPr txBox="1">
              <a:spLocks/>
            </p:cNvSpPr>
            <p:nvPr/>
          </p:nvSpPr>
          <p:spPr bwMode="auto">
            <a:xfrm>
              <a:off x="1637916" y="4638566"/>
              <a:ext cx="17636303" cy="2285999"/>
            </a:xfrm>
            <a:prstGeom prst="rect">
              <a:avLst/>
            </a:prstGeom>
            <a:noFill/>
            <a:ln w="9525">
              <a:noFill/>
              <a:miter lim="800000"/>
              <a:headEnd/>
              <a:tailEnd/>
            </a:ln>
          </p:spPr>
          <p:txBody>
            <a:bodyPr lIns="91422" tIns="45711" rIns="91422" bIns="45711" anchor="ctr"/>
            <a:lstStyle/>
            <a:p>
              <a:pPr defTabSz="1827213" rtl="1">
                <a:lnSpc>
                  <a:spcPct val="90000"/>
                </a:lnSpc>
              </a:pPr>
              <a:r>
                <a:rPr lang="ar-SA" sz="4400" b="1">
                  <a:solidFill>
                    <a:schemeClr val="bg1"/>
                  </a:solidFill>
                  <a:latin typeface="Lato"/>
                </a:rPr>
                <a:t>تعتبر تكنولوجيا التعليم الأم حيث تضم منظومتين فرعيتين متفاعلتين هما</a:t>
              </a:r>
              <a:endParaRPr lang="en-US" sz="4400" b="1">
                <a:solidFill>
                  <a:schemeClr val="bg1"/>
                </a:solidFill>
                <a:latin typeface="Lato"/>
              </a:endParaRPr>
            </a:p>
          </p:txBody>
        </p:sp>
        <p:sp>
          <p:nvSpPr>
            <p:cNvPr id="498692" name="Freeform 71"/>
            <p:cNvSpPr>
              <a:spLocks noChangeArrowheads="1"/>
            </p:cNvSpPr>
            <p:nvPr/>
          </p:nvSpPr>
          <p:spPr bwMode="auto">
            <a:xfrm>
              <a:off x="10348971" y="613742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sp>
          <p:nvSpPr>
            <p:cNvPr id="498693" name="Freeform 71"/>
            <p:cNvSpPr>
              <a:spLocks noChangeArrowheads="1"/>
            </p:cNvSpPr>
            <p:nvPr/>
          </p:nvSpPr>
          <p:spPr bwMode="auto">
            <a:xfrm rot="-10468783">
              <a:off x="701992" y="412245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gr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 Same Side Corner Rectangle 10"/>
          <p:cNvSpPr/>
          <p:nvPr/>
        </p:nvSpPr>
        <p:spPr>
          <a:xfrm rot="16200000" flipV="1">
            <a:off x="4170363" y="-2613025"/>
            <a:ext cx="1847850" cy="10163175"/>
          </a:xfrm>
          <a:prstGeom prst="round2SameRect">
            <a:avLst>
              <a:gd name="adj1" fmla="val 50000"/>
              <a:gd name="adj2" fmla="val 0"/>
            </a:avLst>
          </a:prstGeom>
          <a:solidFill>
            <a:schemeClr val="accent6">
              <a:lumMod val="50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anchor="ctr"/>
          <a:lstStyle/>
          <a:p>
            <a:pPr algn="ctr" defTabSz="914217" fontAlgn="auto">
              <a:spcBef>
                <a:spcPts val="0"/>
              </a:spcBef>
              <a:spcAft>
                <a:spcPts val="0"/>
              </a:spcAft>
              <a:defRPr/>
            </a:pPr>
            <a:endParaRPr lang="bg-BG">
              <a:solidFill>
                <a:prstClr val="white"/>
              </a:solidFill>
            </a:endParaRPr>
          </a:p>
        </p:txBody>
      </p:sp>
      <p:grpSp>
        <p:nvGrpSpPr>
          <p:cNvPr id="5" name="Group 4"/>
          <p:cNvGrpSpPr>
            <a:grpSpLocks/>
          </p:cNvGrpSpPr>
          <p:nvPr/>
        </p:nvGrpSpPr>
        <p:grpSpPr bwMode="auto">
          <a:xfrm>
            <a:off x="217488" y="1768475"/>
            <a:ext cx="9285287" cy="1401763"/>
            <a:chOff x="701992" y="4122454"/>
            <a:chExt cx="18572227" cy="2802111"/>
          </a:xfrm>
        </p:grpSpPr>
        <p:sp>
          <p:nvSpPr>
            <p:cNvPr id="499716" name="Title 13"/>
            <p:cNvSpPr txBox="1">
              <a:spLocks/>
            </p:cNvSpPr>
            <p:nvPr/>
          </p:nvSpPr>
          <p:spPr bwMode="auto">
            <a:xfrm>
              <a:off x="1637916" y="4638566"/>
              <a:ext cx="17636303" cy="2285999"/>
            </a:xfrm>
            <a:prstGeom prst="rect">
              <a:avLst/>
            </a:prstGeom>
            <a:noFill/>
            <a:ln w="9525">
              <a:noFill/>
              <a:miter lim="800000"/>
              <a:headEnd/>
              <a:tailEnd/>
            </a:ln>
          </p:spPr>
          <p:txBody>
            <a:bodyPr lIns="91422" tIns="45711" rIns="91422" bIns="45711" anchor="ctr"/>
            <a:lstStyle/>
            <a:p>
              <a:pPr defTabSz="1827213" rtl="1">
                <a:lnSpc>
                  <a:spcPct val="90000"/>
                </a:lnSpc>
              </a:pPr>
              <a:r>
                <a:rPr lang="ar-SA" sz="4400" b="1">
                  <a:solidFill>
                    <a:schemeClr val="bg1"/>
                  </a:solidFill>
                  <a:latin typeface="Lato"/>
                </a:rPr>
                <a:t>تعتبر تكنولوجيا التعليم الأم حيث تضم منظومتين فرعيتين متفاعلتين هما</a:t>
              </a:r>
              <a:endParaRPr lang="en-US" sz="4400" b="1">
                <a:solidFill>
                  <a:schemeClr val="bg1"/>
                </a:solidFill>
                <a:latin typeface="Lato"/>
              </a:endParaRPr>
            </a:p>
          </p:txBody>
        </p:sp>
        <p:sp>
          <p:nvSpPr>
            <p:cNvPr id="499717" name="Freeform 71"/>
            <p:cNvSpPr>
              <a:spLocks noChangeArrowheads="1"/>
            </p:cNvSpPr>
            <p:nvPr/>
          </p:nvSpPr>
          <p:spPr bwMode="auto">
            <a:xfrm>
              <a:off x="10348971" y="613742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sp>
          <p:nvSpPr>
            <p:cNvPr id="499718" name="Freeform 71"/>
            <p:cNvSpPr>
              <a:spLocks noChangeArrowheads="1"/>
            </p:cNvSpPr>
            <p:nvPr/>
          </p:nvSpPr>
          <p:spPr bwMode="auto">
            <a:xfrm rot="-10468783">
              <a:off x="701992" y="412245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grpSp>
      <p:sp>
        <p:nvSpPr>
          <p:cNvPr id="16" name="TextBox 15"/>
          <p:cNvSpPr txBox="1"/>
          <p:nvPr/>
        </p:nvSpPr>
        <p:spPr>
          <a:xfrm>
            <a:off x="410547" y="3919538"/>
            <a:ext cx="11476653" cy="1957423"/>
          </a:xfrm>
          <a:prstGeom prst="rect">
            <a:avLst/>
          </a:prstGeom>
          <a:noFill/>
        </p:spPr>
        <p:txBody>
          <a:bodyPr wrap="square" lIns="182843" tIns="91422" rIns="182843" bIns="91422">
            <a:spAutoFit/>
          </a:bodyPr>
          <a:lstStyle/>
          <a:p>
            <a:pPr marL="514350" indent="-514350" algn="ctr" defTabSz="647570" rtl="1" eaLnBrk="0" hangingPunct="0">
              <a:lnSpc>
                <a:spcPct val="120000"/>
              </a:lnSpc>
              <a:spcBef>
                <a:spcPts val="1700"/>
              </a:spcBef>
              <a:buFont typeface="+mj-lt"/>
              <a:buAutoNum type="arabicPeriod"/>
              <a:defRPr/>
            </a:pPr>
            <a:r>
              <a:rPr lang="ar-SA" sz="3200" b="1" dirty="0">
                <a:solidFill>
                  <a:schemeClr val="accent2">
                    <a:lumMod val="75000"/>
                  </a:schemeClr>
                </a:solidFill>
                <a:cs typeface="+mn-cs"/>
              </a:rPr>
              <a:t>"منظومة تكنولوجيا التعليم كعملية تتم وفق مدخل النظم غايتها تقديم حلول عملية لمشكلات منظومة التعليم/ التدريس من خلال تحليل هذه المشكلات، وتصميم الحلول لها، وإنتاجها، وتنفيذها، وتقييمها، وإدخال التحسينات عليها.</a:t>
            </a:r>
            <a:endParaRPr lang="es-ES" sz="3200" b="1" dirty="0">
              <a:solidFill>
                <a:schemeClr val="accent2">
                  <a:lumMod val="75000"/>
                </a:schemeClr>
              </a:solidFill>
              <a:cs typeface="Lato Light"/>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 Same Side Corner Rectangle 10"/>
          <p:cNvSpPr/>
          <p:nvPr/>
        </p:nvSpPr>
        <p:spPr>
          <a:xfrm rot="16200000" flipV="1">
            <a:off x="4170363" y="-2613025"/>
            <a:ext cx="1847850" cy="10163175"/>
          </a:xfrm>
          <a:prstGeom prst="round2SameRect">
            <a:avLst>
              <a:gd name="adj1" fmla="val 50000"/>
              <a:gd name="adj2" fmla="val 0"/>
            </a:avLst>
          </a:prstGeom>
          <a:solidFill>
            <a:schemeClr val="accent6">
              <a:lumMod val="50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anchor="ctr"/>
          <a:lstStyle/>
          <a:p>
            <a:pPr algn="ctr" defTabSz="914217" fontAlgn="auto">
              <a:spcBef>
                <a:spcPts val="0"/>
              </a:spcBef>
              <a:spcAft>
                <a:spcPts val="0"/>
              </a:spcAft>
              <a:defRPr/>
            </a:pPr>
            <a:endParaRPr lang="bg-BG">
              <a:solidFill>
                <a:prstClr val="white"/>
              </a:solidFill>
            </a:endParaRPr>
          </a:p>
        </p:txBody>
      </p:sp>
      <p:grpSp>
        <p:nvGrpSpPr>
          <p:cNvPr id="5" name="Group 4"/>
          <p:cNvGrpSpPr>
            <a:grpSpLocks/>
          </p:cNvGrpSpPr>
          <p:nvPr/>
        </p:nvGrpSpPr>
        <p:grpSpPr bwMode="auto">
          <a:xfrm>
            <a:off x="217488" y="1768475"/>
            <a:ext cx="9285287" cy="1401763"/>
            <a:chOff x="701992" y="4122454"/>
            <a:chExt cx="18572227" cy="2802111"/>
          </a:xfrm>
        </p:grpSpPr>
        <p:sp>
          <p:nvSpPr>
            <p:cNvPr id="500740" name="Title 13"/>
            <p:cNvSpPr txBox="1">
              <a:spLocks/>
            </p:cNvSpPr>
            <p:nvPr/>
          </p:nvSpPr>
          <p:spPr bwMode="auto">
            <a:xfrm>
              <a:off x="1637916" y="4638566"/>
              <a:ext cx="17636303" cy="2285999"/>
            </a:xfrm>
            <a:prstGeom prst="rect">
              <a:avLst/>
            </a:prstGeom>
            <a:noFill/>
            <a:ln w="9525">
              <a:noFill/>
              <a:miter lim="800000"/>
              <a:headEnd/>
              <a:tailEnd/>
            </a:ln>
          </p:spPr>
          <p:txBody>
            <a:bodyPr lIns="91422" tIns="45711" rIns="91422" bIns="45711" anchor="ctr"/>
            <a:lstStyle/>
            <a:p>
              <a:pPr defTabSz="1827213" rtl="1">
                <a:lnSpc>
                  <a:spcPct val="90000"/>
                </a:lnSpc>
              </a:pPr>
              <a:r>
                <a:rPr lang="ar-SA" sz="4400" b="1">
                  <a:solidFill>
                    <a:schemeClr val="bg1"/>
                  </a:solidFill>
                  <a:latin typeface="Lato"/>
                </a:rPr>
                <a:t>تعتبر تكنولوجيا التعليم الأم حيث تضم منظومتين فرعيتين متفاعلتين هما</a:t>
              </a:r>
              <a:endParaRPr lang="en-US" sz="4400" b="1">
                <a:solidFill>
                  <a:schemeClr val="bg1"/>
                </a:solidFill>
                <a:latin typeface="Lato"/>
              </a:endParaRPr>
            </a:p>
          </p:txBody>
        </p:sp>
        <p:sp>
          <p:nvSpPr>
            <p:cNvPr id="500741" name="Freeform 71"/>
            <p:cNvSpPr>
              <a:spLocks noChangeArrowheads="1"/>
            </p:cNvSpPr>
            <p:nvPr/>
          </p:nvSpPr>
          <p:spPr bwMode="auto">
            <a:xfrm>
              <a:off x="10348971" y="613742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sp>
          <p:nvSpPr>
            <p:cNvPr id="500742" name="Freeform 71"/>
            <p:cNvSpPr>
              <a:spLocks noChangeArrowheads="1"/>
            </p:cNvSpPr>
            <p:nvPr/>
          </p:nvSpPr>
          <p:spPr bwMode="auto">
            <a:xfrm rot="-10468783">
              <a:off x="701992" y="4122454"/>
              <a:ext cx="909999" cy="675742"/>
            </a:xfrm>
            <a:custGeom>
              <a:avLst/>
              <a:gdLst>
                <a:gd name="T0" fmla="*/ 294044499 w 444"/>
                <a:gd name="T1" fmla="*/ 0 h 329"/>
                <a:gd name="T2" fmla="*/ 294044499 w 444"/>
                <a:gd name="T3" fmla="*/ 0 h 329"/>
                <a:gd name="T4" fmla="*/ 0 w 444"/>
                <a:gd name="T5" fmla="*/ 295303381 h 329"/>
                <a:gd name="T6" fmla="*/ 294044499 w 444"/>
                <a:gd name="T7" fmla="*/ 632792353 h 329"/>
                <a:gd name="T8" fmla="*/ 0 w 444"/>
                <a:gd name="T9" fmla="*/ 1227617879 h 329"/>
                <a:gd name="T10" fmla="*/ 0 w 444"/>
                <a:gd name="T11" fmla="*/ 1383706008 h 329"/>
                <a:gd name="T12" fmla="*/ 294044499 w 444"/>
                <a:gd name="T13" fmla="*/ 0 h 329"/>
                <a:gd name="T14" fmla="*/ 1155178340 w 444"/>
                <a:gd name="T15" fmla="*/ 0 h 329"/>
                <a:gd name="T16" fmla="*/ 1155178340 w 444"/>
                <a:gd name="T17" fmla="*/ 0 h 329"/>
                <a:gd name="T18" fmla="*/ 856932142 w 444"/>
                <a:gd name="T19" fmla="*/ 295303381 h 329"/>
                <a:gd name="T20" fmla="*/ 1155178340 w 444"/>
                <a:gd name="T21" fmla="*/ 632792353 h 329"/>
                <a:gd name="T22" fmla="*/ 856932142 w 444"/>
                <a:gd name="T23" fmla="*/ 1227617879 h 329"/>
                <a:gd name="T24" fmla="*/ 856932142 w 444"/>
                <a:gd name="T25" fmla="*/ 1383706008 h 329"/>
                <a:gd name="T26" fmla="*/ 1155178340 w 444"/>
                <a:gd name="T27" fmla="*/ 0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4"/>
                <a:gd name="T43" fmla="*/ 0 h 329"/>
                <a:gd name="T44" fmla="*/ 444 w 444"/>
                <a:gd name="T45" fmla="*/ 329 h 3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w="9525">
              <a:noFill/>
              <a:miter lim="800000"/>
              <a:headEnd/>
              <a:tailEnd/>
            </a:ln>
          </p:spPr>
          <p:txBody>
            <a:bodyPr wrap="none" anchor="ctr"/>
            <a:lstStyle/>
            <a:p>
              <a:pPr defTabSz="912813"/>
              <a:endParaRPr lang="el-GR">
                <a:solidFill>
                  <a:srgbClr val="445469"/>
                </a:solidFill>
                <a:latin typeface="Lato Light"/>
              </a:endParaRPr>
            </a:p>
          </p:txBody>
        </p:sp>
      </p:grpSp>
      <p:sp>
        <p:nvSpPr>
          <p:cNvPr id="16" name="TextBox 15"/>
          <p:cNvSpPr txBox="1"/>
          <p:nvPr/>
        </p:nvSpPr>
        <p:spPr>
          <a:xfrm>
            <a:off x="202283" y="3691116"/>
            <a:ext cx="11684917" cy="2548354"/>
          </a:xfrm>
          <a:prstGeom prst="rect">
            <a:avLst/>
          </a:prstGeom>
          <a:noFill/>
        </p:spPr>
        <p:txBody>
          <a:bodyPr wrap="square" lIns="182843" tIns="91422" rIns="182843" bIns="91422">
            <a:spAutoFit/>
          </a:bodyPr>
          <a:lstStyle/>
          <a:p>
            <a:pPr marL="514350" indent="-514350" algn="ctr" defTabSz="647570" rtl="1" eaLnBrk="0" hangingPunct="0">
              <a:lnSpc>
                <a:spcPct val="120000"/>
              </a:lnSpc>
              <a:spcBef>
                <a:spcPts val="1700"/>
              </a:spcBef>
              <a:buFont typeface="+mj-lt"/>
              <a:buAutoNum type="arabicPeriod" startAt="2"/>
              <a:defRPr/>
            </a:pPr>
            <a:r>
              <a:rPr lang="ar-SA" sz="3200" b="1" dirty="0">
                <a:solidFill>
                  <a:schemeClr val="accent2">
                    <a:lumMod val="75000"/>
                  </a:schemeClr>
                </a:solidFill>
                <a:cs typeface="+mn-cs"/>
              </a:rPr>
              <a:t>منظومة منتوجات تكنولوجيا التعليم التي تنتج من عمليات تكنولوجيا التعليم متمثلة في المواد التعليمية (مثل: الكتب وأفلام الفيديو) وأجهرة العرض (مثل: جهاز عرض الأفلام والتلفاز) والمواقف التعليمية (مثل اللعب، لعب الأدوار) وهذه المنتوجات تستخدم لرفع كفاءة وفاعلية منظومة التعليم/ التدريس".</a:t>
            </a:r>
            <a:endParaRPr lang="es-ES" sz="3200" b="1" dirty="0">
              <a:solidFill>
                <a:schemeClr val="accent2">
                  <a:lumMod val="75000"/>
                </a:schemeClr>
              </a:solidFill>
              <a:cs typeface="Lato Light"/>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p:nvPr>
        </p:nvSpPr>
        <p:spPr>
          <a:xfrm>
            <a:off x="1497013" y="2841625"/>
            <a:ext cx="8604250" cy="769938"/>
          </a:xfrm>
        </p:spPr>
        <p:txBody>
          <a:bodyPr>
            <a:spAutoFit/>
          </a:bodyPr>
          <a:lstStyle/>
          <a:p>
            <a:pPr marL="342900" indent="-342900" algn="l" rtl="1" eaLnBrk="1" hangingPunct="1">
              <a:lnSpc>
                <a:spcPct val="100000"/>
              </a:lnSpc>
            </a:pPr>
            <a:r>
              <a:rPr lang="ar-SA" sz="4400" b="1" u="sng" dirty="0" smtClean="0">
                <a:solidFill>
                  <a:schemeClr val="bg1"/>
                </a:solidFill>
              </a:rPr>
              <a:t>هل التكنولوجيا كانت موجودة منذ بداية الخلق؟</a:t>
            </a:r>
            <a:endParaRPr lang="en-US" sz="4400" u="sng" dirty="0" smtClean="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7"/>
          <p:cNvSpPr>
            <a:spLocks noChangeAspect="1"/>
          </p:cNvSpPr>
          <p:nvPr/>
        </p:nvSpPr>
        <p:spPr bwMode="auto">
          <a:xfrm>
            <a:off x="463550" y="1506538"/>
            <a:ext cx="3757613" cy="4625975"/>
          </a:xfrm>
          <a:custGeom>
            <a:avLst/>
            <a:gdLst>
              <a:gd name="T0" fmla="*/ 401 w 1218"/>
              <a:gd name="T1" fmla="*/ 1586 h 1586"/>
              <a:gd name="T2" fmla="*/ 665 w 1218"/>
              <a:gd name="T3" fmla="*/ 1586 h 1586"/>
              <a:gd name="T4" fmla="*/ 647 w 1218"/>
              <a:gd name="T5" fmla="*/ 1268 h 1586"/>
              <a:gd name="T6" fmla="*/ 765 w 1218"/>
              <a:gd name="T7" fmla="*/ 746 h 1586"/>
              <a:gd name="T8" fmla="*/ 1178 w 1218"/>
              <a:gd name="T9" fmla="*/ 746 h 1586"/>
              <a:gd name="T10" fmla="*/ 775 w 1218"/>
              <a:gd name="T11" fmla="*/ 674 h 1586"/>
              <a:gd name="T12" fmla="*/ 1218 w 1218"/>
              <a:gd name="T13" fmla="*/ 459 h 1586"/>
              <a:gd name="T14" fmla="*/ 945 w 1218"/>
              <a:gd name="T15" fmla="*/ 448 h 1586"/>
              <a:gd name="T16" fmla="*/ 952 w 1218"/>
              <a:gd name="T17" fmla="*/ 198 h 1586"/>
              <a:gd name="T18" fmla="*/ 821 w 1218"/>
              <a:gd name="T19" fmla="*/ 523 h 1586"/>
              <a:gd name="T20" fmla="*/ 632 w 1218"/>
              <a:gd name="T21" fmla="*/ 746 h 1586"/>
              <a:gd name="T22" fmla="*/ 821 w 1218"/>
              <a:gd name="T23" fmla="*/ 208 h 1586"/>
              <a:gd name="T24" fmla="*/ 608 w 1218"/>
              <a:gd name="T25" fmla="*/ 360 h 1586"/>
              <a:gd name="T26" fmla="*/ 313 w 1218"/>
              <a:gd name="T27" fmla="*/ 26 h 1586"/>
              <a:gd name="T28" fmla="*/ 541 w 1218"/>
              <a:gd name="T29" fmla="*/ 318 h 1586"/>
              <a:gd name="T30" fmla="*/ 321 w 1218"/>
              <a:gd name="T31" fmla="*/ 217 h 1586"/>
              <a:gd name="T32" fmla="*/ 113 w 1218"/>
              <a:gd name="T33" fmla="*/ 107 h 1586"/>
              <a:gd name="T34" fmla="*/ 321 w 1218"/>
              <a:gd name="T35" fmla="*/ 240 h 1586"/>
              <a:gd name="T36" fmla="*/ 557 w 1218"/>
              <a:gd name="T37" fmla="*/ 448 h 1586"/>
              <a:gd name="T38" fmla="*/ 577 w 1218"/>
              <a:gd name="T39" fmla="*/ 904 h 1586"/>
              <a:gd name="T40" fmla="*/ 377 w 1218"/>
              <a:gd name="T41" fmla="*/ 693 h 1586"/>
              <a:gd name="T42" fmla="*/ 299 w 1218"/>
              <a:gd name="T43" fmla="*/ 407 h 1586"/>
              <a:gd name="T44" fmla="*/ 275 w 1218"/>
              <a:gd name="T45" fmla="*/ 648 h 1586"/>
              <a:gd name="T46" fmla="*/ 0 w 1218"/>
              <a:gd name="T47" fmla="*/ 662 h 1586"/>
              <a:gd name="T48" fmla="*/ 321 w 1218"/>
              <a:gd name="T49" fmla="*/ 710 h 1586"/>
              <a:gd name="T50" fmla="*/ 513 w 1218"/>
              <a:gd name="T51" fmla="*/ 980 h 1586"/>
              <a:gd name="T52" fmla="*/ 125 w 1218"/>
              <a:gd name="T53" fmla="*/ 1038 h 1586"/>
              <a:gd name="T54" fmla="*/ 501 w 1218"/>
              <a:gd name="T55" fmla="*/ 1050 h 1586"/>
              <a:gd name="T56" fmla="*/ 401 w 1218"/>
              <a:gd name="T57" fmla="*/ 158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8" h="1586">
                <a:moveTo>
                  <a:pt x="401" y="1586"/>
                </a:moveTo>
                <a:cubicBezTo>
                  <a:pt x="665" y="1586"/>
                  <a:pt x="665" y="1586"/>
                  <a:pt x="665" y="1586"/>
                </a:cubicBezTo>
                <a:cubicBezTo>
                  <a:pt x="665" y="1586"/>
                  <a:pt x="659" y="1456"/>
                  <a:pt x="647" y="1268"/>
                </a:cubicBezTo>
                <a:cubicBezTo>
                  <a:pt x="635" y="1080"/>
                  <a:pt x="629" y="840"/>
                  <a:pt x="765" y="746"/>
                </a:cubicBezTo>
                <a:cubicBezTo>
                  <a:pt x="901" y="652"/>
                  <a:pt x="1096" y="648"/>
                  <a:pt x="1178" y="746"/>
                </a:cubicBezTo>
                <a:cubicBezTo>
                  <a:pt x="1178" y="746"/>
                  <a:pt x="1017" y="568"/>
                  <a:pt x="775" y="674"/>
                </a:cubicBezTo>
                <a:cubicBezTo>
                  <a:pt x="775" y="674"/>
                  <a:pt x="912" y="370"/>
                  <a:pt x="1218" y="459"/>
                </a:cubicBezTo>
                <a:cubicBezTo>
                  <a:pt x="1218" y="459"/>
                  <a:pt x="1081" y="404"/>
                  <a:pt x="945" y="448"/>
                </a:cubicBezTo>
                <a:cubicBezTo>
                  <a:pt x="945" y="448"/>
                  <a:pt x="1022" y="359"/>
                  <a:pt x="952" y="198"/>
                </a:cubicBezTo>
                <a:cubicBezTo>
                  <a:pt x="952" y="198"/>
                  <a:pt x="1027" y="402"/>
                  <a:pt x="821" y="523"/>
                </a:cubicBezTo>
                <a:cubicBezTo>
                  <a:pt x="714" y="586"/>
                  <a:pt x="632" y="746"/>
                  <a:pt x="632" y="746"/>
                </a:cubicBezTo>
                <a:cubicBezTo>
                  <a:pt x="632" y="746"/>
                  <a:pt x="551" y="236"/>
                  <a:pt x="821" y="208"/>
                </a:cubicBezTo>
                <a:cubicBezTo>
                  <a:pt x="821" y="208"/>
                  <a:pt x="668" y="205"/>
                  <a:pt x="608" y="360"/>
                </a:cubicBezTo>
                <a:cubicBezTo>
                  <a:pt x="608" y="360"/>
                  <a:pt x="557" y="0"/>
                  <a:pt x="313" y="26"/>
                </a:cubicBezTo>
                <a:cubicBezTo>
                  <a:pt x="313" y="26"/>
                  <a:pt x="521" y="8"/>
                  <a:pt x="541" y="318"/>
                </a:cubicBezTo>
                <a:cubicBezTo>
                  <a:pt x="541" y="318"/>
                  <a:pt x="482" y="198"/>
                  <a:pt x="321" y="217"/>
                </a:cubicBezTo>
                <a:cubicBezTo>
                  <a:pt x="161" y="236"/>
                  <a:pt x="113" y="107"/>
                  <a:pt x="113" y="107"/>
                </a:cubicBezTo>
                <a:cubicBezTo>
                  <a:pt x="113" y="107"/>
                  <a:pt x="154" y="229"/>
                  <a:pt x="321" y="240"/>
                </a:cubicBezTo>
                <a:cubicBezTo>
                  <a:pt x="489" y="252"/>
                  <a:pt x="555" y="378"/>
                  <a:pt x="557" y="448"/>
                </a:cubicBezTo>
                <a:cubicBezTo>
                  <a:pt x="559" y="518"/>
                  <a:pt x="577" y="904"/>
                  <a:pt x="577" y="904"/>
                </a:cubicBezTo>
                <a:cubicBezTo>
                  <a:pt x="577" y="904"/>
                  <a:pt x="485" y="767"/>
                  <a:pt x="377" y="693"/>
                </a:cubicBezTo>
                <a:cubicBezTo>
                  <a:pt x="269" y="618"/>
                  <a:pt x="229" y="510"/>
                  <a:pt x="299" y="407"/>
                </a:cubicBezTo>
                <a:cubicBezTo>
                  <a:pt x="299" y="407"/>
                  <a:pt x="213" y="494"/>
                  <a:pt x="275" y="648"/>
                </a:cubicBezTo>
                <a:cubicBezTo>
                  <a:pt x="275" y="648"/>
                  <a:pt x="135" y="592"/>
                  <a:pt x="0" y="662"/>
                </a:cubicBezTo>
                <a:cubicBezTo>
                  <a:pt x="0" y="662"/>
                  <a:pt x="192" y="586"/>
                  <a:pt x="321" y="710"/>
                </a:cubicBezTo>
                <a:cubicBezTo>
                  <a:pt x="451" y="834"/>
                  <a:pt x="513" y="980"/>
                  <a:pt x="513" y="980"/>
                </a:cubicBezTo>
                <a:cubicBezTo>
                  <a:pt x="513" y="980"/>
                  <a:pt x="297" y="886"/>
                  <a:pt x="125" y="1038"/>
                </a:cubicBezTo>
                <a:cubicBezTo>
                  <a:pt x="125" y="1038"/>
                  <a:pt x="431" y="886"/>
                  <a:pt x="501" y="1050"/>
                </a:cubicBezTo>
                <a:cubicBezTo>
                  <a:pt x="571" y="1214"/>
                  <a:pt x="551" y="1440"/>
                  <a:pt x="401" y="1586"/>
                </a:cubicBezTo>
                <a:close/>
              </a:path>
            </a:pathLst>
          </a:custGeom>
          <a:solidFill>
            <a:schemeClr val="accent6">
              <a:lumMod val="75000"/>
            </a:schemeClr>
          </a:solidFill>
          <a:ln>
            <a:noFill/>
          </a:ln>
        </p:spPr>
        <p:txBody>
          <a:bodyPr/>
          <a:lstStyle/>
          <a:p>
            <a:pPr eaLnBrk="0" hangingPunct="0">
              <a:defRPr/>
            </a:pPr>
            <a:endParaRPr lang="en-US" dirty="0">
              <a:cs typeface="+mn-cs"/>
            </a:endParaRPr>
          </a:p>
        </p:txBody>
      </p:sp>
      <p:sp>
        <p:nvSpPr>
          <p:cNvPr id="51" name="Freeform 50"/>
          <p:cNvSpPr/>
          <p:nvPr/>
        </p:nvSpPr>
        <p:spPr>
          <a:xfrm>
            <a:off x="-508000" y="3476625"/>
            <a:ext cx="12990513" cy="4297363"/>
          </a:xfrm>
          <a:custGeom>
            <a:avLst/>
            <a:gdLst>
              <a:gd name="connsiteX0" fmla="*/ 732553 w 10571072"/>
              <a:gd name="connsiteY0" fmla="*/ 1624083 h 2793545"/>
              <a:gd name="connsiteX1" fmla="*/ 1469532 w 10571072"/>
              <a:gd name="connsiteY1" fmla="*/ 1248770 h 2793545"/>
              <a:gd name="connsiteX2" fmla="*/ 3066320 w 10571072"/>
              <a:gd name="connsiteY2" fmla="*/ 1917510 h 2793545"/>
              <a:gd name="connsiteX3" fmla="*/ 4594870 w 10571072"/>
              <a:gd name="connsiteY3" fmla="*/ 1112292 h 2793545"/>
              <a:gd name="connsiteX4" fmla="*/ 5543389 w 10571072"/>
              <a:gd name="connsiteY4" fmla="*/ 1549021 h 2793545"/>
              <a:gd name="connsiteX5" fmla="*/ 6300840 w 10571072"/>
              <a:gd name="connsiteY5" fmla="*/ 1030406 h 2793545"/>
              <a:gd name="connsiteX6" fmla="*/ 7433604 w 10571072"/>
              <a:gd name="connsiteY6" fmla="*/ 1153236 h 2793545"/>
              <a:gd name="connsiteX7" fmla="*/ 8423067 w 10571072"/>
              <a:gd name="connsiteY7" fmla="*/ 416257 h 2793545"/>
              <a:gd name="connsiteX8" fmla="*/ 9364762 w 10571072"/>
              <a:gd name="connsiteY8" fmla="*/ 1337481 h 2793545"/>
              <a:gd name="connsiteX9" fmla="*/ 9890201 w 10571072"/>
              <a:gd name="connsiteY9" fmla="*/ 0 h 2793545"/>
              <a:gd name="connsiteX10" fmla="*/ 9890201 w 10571072"/>
              <a:gd name="connsiteY10" fmla="*/ 0 h 2793545"/>
              <a:gd name="connsiteX11" fmla="*/ 9890201 w 10571072"/>
              <a:gd name="connsiteY11" fmla="*/ 2470245 h 2793545"/>
              <a:gd name="connsiteX12" fmla="*/ 698434 w 10571072"/>
              <a:gd name="connsiteY12" fmla="*/ 2674961 h 2793545"/>
              <a:gd name="connsiteX13" fmla="*/ 732553 w 10571072"/>
              <a:gd name="connsiteY13" fmla="*/ 1624083 h 279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71072" h="2793545">
                <a:moveTo>
                  <a:pt x="732553" y="1624083"/>
                </a:moveTo>
                <a:cubicBezTo>
                  <a:pt x="861069" y="1386384"/>
                  <a:pt x="1080571" y="1199865"/>
                  <a:pt x="1469532" y="1248770"/>
                </a:cubicBezTo>
                <a:cubicBezTo>
                  <a:pt x="1858493" y="1297675"/>
                  <a:pt x="2545430" y="1940256"/>
                  <a:pt x="3066320" y="1917510"/>
                </a:cubicBezTo>
                <a:cubicBezTo>
                  <a:pt x="3587210" y="1894764"/>
                  <a:pt x="4182025" y="1173707"/>
                  <a:pt x="4594870" y="1112292"/>
                </a:cubicBezTo>
                <a:cubicBezTo>
                  <a:pt x="5007715" y="1050877"/>
                  <a:pt x="5259061" y="1562669"/>
                  <a:pt x="5543389" y="1549021"/>
                </a:cubicBezTo>
                <a:cubicBezTo>
                  <a:pt x="5827717" y="1535373"/>
                  <a:pt x="5985804" y="1096370"/>
                  <a:pt x="6300840" y="1030406"/>
                </a:cubicBezTo>
                <a:cubicBezTo>
                  <a:pt x="6615876" y="964442"/>
                  <a:pt x="7079900" y="1255594"/>
                  <a:pt x="7433604" y="1153236"/>
                </a:cubicBezTo>
                <a:cubicBezTo>
                  <a:pt x="7787308" y="1050878"/>
                  <a:pt x="8101207" y="385550"/>
                  <a:pt x="8423067" y="416257"/>
                </a:cubicBezTo>
                <a:cubicBezTo>
                  <a:pt x="8744927" y="446964"/>
                  <a:pt x="9120240" y="1406857"/>
                  <a:pt x="9364762" y="1337481"/>
                </a:cubicBezTo>
                <a:cubicBezTo>
                  <a:pt x="9609284" y="1268105"/>
                  <a:pt x="9890201" y="0"/>
                  <a:pt x="9890201" y="0"/>
                </a:cubicBezTo>
                <a:lnTo>
                  <a:pt x="9890201" y="0"/>
                </a:lnTo>
                <a:cubicBezTo>
                  <a:pt x="9890201" y="411707"/>
                  <a:pt x="11422162" y="2024418"/>
                  <a:pt x="9890201" y="2470245"/>
                </a:cubicBezTo>
                <a:cubicBezTo>
                  <a:pt x="8358240" y="2916072"/>
                  <a:pt x="2224709" y="2813713"/>
                  <a:pt x="698434" y="2674961"/>
                </a:cubicBezTo>
                <a:cubicBezTo>
                  <a:pt x="-827841" y="2536209"/>
                  <a:pt x="604037" y="1861782"/>
                  <a:pt x="732553" y="1624083"/>
                </a:cubicBezTo>
                <a:close/>
              </a:path>
            </a:pathLst>
          </a:cu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19" name="Oval 18"/>
          <p:cNvSpPr/>
          <p:nvPr/>
        </p:nvSpPr>
        <p:spPr bwMode="auto">
          <a:xfrm>
            <a:off x="623889" y="1595437"/>
            <a:ext cx="447675" cy="4476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23" name="Oval 22"/>
          <p:cNvSpPr/>
          <p:nvPr/>
        </p:nvSpPr>
        <p:spPr bwMode="auto">
          <a:xfrm>
            <a:off x="2649529" y="1722441"/>
            <a:ext cx="369886" cy="3698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27" name="Oval 26"/>
          <p:cNvSpPr/>
          <p:nvPr/>
        </p:nvSpPr>
        <p:spPr bwMode="auto">
          <a:xfrm>
            <a:off x="3238501" y="1714500"/>
            <a:ext cx="654050" cy="65405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32" name="Oval 31"/>
          <p:cNvSpPr/>
          <p:nvPr/>
        </p:nvSpPr>
        <p:spPr bwMode="auto">
          <a:xfrm>
            <a:off x="1270004" y="2335212"/>
            <a:ext cx="304800" cy="3048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36" name="Oval 35"/>
          <p:cNvSpPr/>
          <p:nvPr/>
        </p:nvSpPr>
        <p:spPr bwMode="auto">
          <a:xfrm>
            <a:off x="341313" y="2971801"/>
            <a:ext cx="492125" cy="4921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39" name="Oval 38"/>
          <p:cNvSpPr/>
          <p:nvPr/>
        </p:nvSpPr>
        <p:spPr>
          <a:xfrm>
            <a:off x="3606800" y="3222626"/>
            <a:ext cx="579438" cy="579438"/>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700" dirty="0"/>
          </a:p>
        </p:txBody>
      </p:sp>
      <p:sp>
        <p:nvSpPr>
          <p:cNvPr id="42" name="Title 1"/>
          <p:cNvSpPr txBox="1">
            <a:spLocks/>
          </p:cNvSpPr>
          <p:nvPr/>
        </p:nvSpPr>
        <p:spPr bwMode="auto">
          <a:xfrm>
            <a:off x="4203700" y="508000"/>
            <a:ext cx="7772400" cy="3636963"/>
          </a:xfrm>
          <a:prstGeom prst="rect">
            <a:avLst/>
          </a:prstGeom>
          <a:noFill/>
          <a:ln w="9525">
            <a:noFill/>
            <a:miter lim="800000"/>
            <a:headEnd/>
            <a:tailEnd/>
          </a:ln>
        </p:spPr>
        <p:txBody>
          <a:bodyPr anchor="b">
            <a:spAutoFit/>
          </a:bodyPr>
          <a:lstStyle/>
          <a:p>
            <a:pPr algn="ctr" rtl="1">
              <a:lnSpc>
                <a:spcPct val="90000"/>
              </a:lnSpc>
            </a:pPr>
            <a:r>
              <a:rPr lang="ar-SA" sz="3200" b="1">
                <a:latin typeface="Calibri Light"/>
                <a:cs typeface="Times New Roman" pitchFamily="18" charset="0"/>
              </a:rPr>
              <a:t>تطورت التكنولوجيا التربوية والتعليمية مع تطور الحياة على الأرض، وتعود البداية الحقيقية للتكنولوجيا التربوية إلى قصة ابني آدم، قال تعالى </a:t>
            </a:r>
            <a:r>
              <a:rPr lang="ar-SA" sz="3200" b="1">
                <a:solidFill>
                  <a:srgbClr val="FF0000"/>
                </a:solidFill>
                <a:latin typeface="Calibri Light"/>
                <a:cs typeface="Times New Roman" pitchFamily="18" charset="0"/>
              </a:rPr>
              <a:t>[فَبَعَثَ اللَّهُ غُرَاباً يَبْحَثُ فِي الْأَرْضِ لِيُرِيَهُ كَيْفَ يُوَارِي سَوْءَة أَخِيهِ قَالَ يَا وَيْلَتَى أَعَجَزْتُ أَنْ أَكُونَ مِثْلَ هَذَا الْغُرَابِ فَأوارِيَ سَوْءَة أَخِي فَأَصْبَحَ مِنَ النَّادِمِينَ?] </a:t>
            </a:r>
            <a:r>
              <a:rPr lang="ar-SA" sz="3200" b="1">
                <a:latin typeface="Calibri Light"/>
                <a:cs typeface="Times New Roman" pitchFamily="18" charset="0"/>
              </a:rPr>
              <a:t>(المائدة:31)، وبذلك علم الله ابن آدم كيف يواري سوءة أخيه من خلال ما قام به الغراب، وهذا ما يعرف بالتعلم بالملاحظة والمحاكاة.</a:t>
            </a:r>
            <a:endParaRPr lang="en-US" sz="3200" b="1">
              <a:latin typeface="Calibri Light"/>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100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2000"/>
                            </p:stCondLst>
                            <p:childTnLst>
                              <p:par>
                                <p:cTn id="11" presetID="22" presetClass="entr" presetSubtype="4" fill="hold" grpId="0" nodeType="after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down)">
                                      <p:cBhvr>
                                        <p:cTn id="13" dur="500"/>
                                        <p:tgtEl>
                                          <p:spTgt spid="17"/>
                                        </p:tgtEl>
                                      </p:cBhvr>
                                    </p:animEffect>
                                  </p:childTnLst>
                                </p:cTn>
                              </p:par>
                            </p:childTnLst>
                          </p:cTn>
                        </p:par>
                        <p:par>
                          <p:cTn id="14" fill="hold">
                            <p:stCondLst>
                              <p:cond delay="2500"/>
                            </p:stCondLst>
                            <p:childTnLst>
                              <p:par>
                                <p:cTn id="15" presetID="10" presetClass="entr" presetSubtype="0"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childTnLst>
                                </p:cTn>
                              </p:par>
                            </p:childTnLst>
                          </p:cTn>
                        </p:par>
                        <p:par>
                          <p:cTn id="18" fill="hold">
                            <p:stCondLst>
                              <p:cond delay="3000"/>
                            </p:stCondLst>
                            <p:childTnLst>
                              <p:par>
                                <p:cTn id="19" presetID="10" presetClass="entr" presetSubtype="0" fill="hold" grpId="0" nodeType="after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250"/>
                                        <p:tgtEl>
                                          <p:spTgt spid="36"/>
                                        </p:tgtEl>
                                      </p:cBhvr>
                                    </p:animEffect>
                                  </p:childTnLst>
                                </p:cTn>
                              </p:par>
                            </p:childTnLst>
                          </p:cTn>
                        </p:par>
                        <p:par>
                          <p:cTn id="22" fill="hold">
                            <p:stCondLst>
                              <p:cond delay="3250"/>
                            </p:stCondLst>
                            <p:childTnLst>
                              <p:par>
                                <p:cTn id="23" presetID="10"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250"/>
                                        <p:tgtEl>
                                          <p:spTgt spid="32"/>
                                        </p:tgtEl>
                                      </p:cBhvr>
                                    </p:animEffect>
                                  </p:childTnLst>
                                </p:cTn>
                              </p:par>
                            </p:childTnLst>
                          </p:cTn>
                        </p:par>
                        <p:par>
                          <p:cTn id="26" fill="hold">
                            <p:stCondLst>
                              <p:cond delay="3500"/>
                            </p:stCondLst>
                            <p:childTnLst>
                              <p:par>
                                <p:cTn id="27" presetID="10" presetClass="entr" presetSubtype="0"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250"/>
                                        <p:tgtEl>
                                          <p:spTgt spid="19"/>
                                        </p:tgtEl>
                                      </p:cBhvr>
                                    </p:animEffect>
                                  </p:childTnLst>
                                </p:cTn>
                              </p:par>
                            </p:childTnLst>
                          </p:cTn>
                        </p:par>
                        <p:par>
                          <p:cTn id="30" fill="hold">
                            <p:stCondLst>
                              <p:cond delay="3750"/>
                            </p:stCondLst>
                            <p:childTnLst>
                              <p:par>
                                <p:cTn id="31" presetID="10" presetClass="entr" presetSubtype="0"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250"/>
                                        <p:tgtEl>
                                          <p:spTgt spid="23"/>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250"/>
                                        <p:tgtEl>
                                          <p:spTgt spid="27"/>
                                        </p:tgtEl>
                                      </p:cBhvr>
                                    </p:animEffect>
                                  </p:childTnLst>
                                </p:cTn>
                              </p:par>
                            </p:childTnLst>
                          </p:cTn>
                        </p:par>
                        <p:par>
                          <p:cTn id="38" fill="hold">
                            <p:stCondLst>
                              <p:cond delay="4250"/>
                            </p:stCondLst>
                            <p:childTnLst>
                              <p:par>
                                <p:cTn id="39" presetID="10" presetClass="entr" presetSubtype="0" fill="hold" grpId="0" nodeType="after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fade">
                                      <p:cBhvr>
                                        <p:cTn id="41" dur="2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51" grpId="0" animBg="1"/>
      <p:bldP spid="19" grpId="0" animBg="1"/>
      <p:bldP spid="23" grpId="0" animBg="1"/>
      <p:bldP spid="27" grpId="0" animBg="1"/>
      <p:bldP spid="32" grpId="0" animBg="1"/>
      <p:bldP spid="36" grpId="0" animBg="1"/>
      <p:bldP spid="39" grpId="0" animBg="1"/>
      <p:bldP spid="4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p:nvPr>
        </p:nvSpPr>
        <p:spPr>
          <a:xfrm>
            <a:off x="719138" y="3073400"/>
            <a:ext cx="10321925" cy="769938"/>
          </a:xfrm>
        </p:spPr>
        <p:txBody>
          <a:bodyPr>
            <a:spAutoFit/>
          </a:bodyPr>
          <a:lstStyle/>
          <a:p>
            <a:pPr marL="342900" indent="-342900" algn="l" rtl="1" eaLnBrk="1" hangingPunct="1">
              <a:lnSpc>
                <a:spcPct val="100000"/>
              </a:lnSpc>
            </a:pPr>
            <a:r>
              <a:rPr lang="ar-SA" sz="4400" b="1" u="sng" dirty="0" smtClean="0">
                <a:solidFill>
                  <a:schemeClr val="bg1"/>
                </a:solidFill>
                <a:ea typeface="Arial Unicode MS" pitchFamily="34" charset="-128"/>
                <a:cs typeface="Simplified Arabic" pitchFamily="18" charset="-78"/>
              </a:rPr>
              <a:t>الإعلام والتكنولوجيا في </a:t>
            </a:r>
            <a:r>
              <a:rPr lang="ar-SA" sz="4400" b="1" u="sng" dirty="0" smtClean="0">
                <a:solidFill>
                  <a:srgbClr val="FFFF00"/>
                </a:solidFill>
                <a:ea typeface="Arial Unicode MS" pitchFamily="34" charset="-128"/>
                <a:cs typeface="Simplified Arabic" pitchFamily="18" charset="-78"/>
              </a:rPr>
              <a:t>عهد النبي صلى الله عليه وسلم</a:t>
            </a:r>
            <a:endParaRPr lang="en-US" sz="4400" u="sng" dirty="0" smtClean="0">
              <a:solidFill>
                <a:srgbClr val="FFFF00"/>
              </a:solidFill>
              <a:ea typeface="Arial Unicode MS" pitchFamily="34" charset="-128"/>
              <a:cs typeface="Simplified Arabic" pitchFamily="18" charset="-78"/>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a:grpSpLocks/>
          </p:cNvGrpSpPr>
          <p:nvPr/>
        </p:nvGrpSpPr>
        <p:grpSpPr bwMode="auto">
          <a:xfrm>
            <a:off x="6743700" y="4244975"/>
            <a:ext cx="1138238" cy="1154113"/>
            <a:chOff x="2285781" y="4847654"/>
            <a:chExt cx="952480" cy="966132"/>
          </a:xfrm>
        </p:grpSpPr>
        <p:sp>
          <p:nvSpPr>
            <p:cNvPr id="59" name="Oval 58"/>
            <p:cNvSpPr/>
            <p:nvPr/>
          </p:nvSpPr>
          <p:spPr bwMode="auto">
            <a:xfrm>
              <a:off x="2345560" y="4908785"/>
              <a:ext cx="840892" cy="853173"/>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fontAlgn="auto">
                <a:spcBef>
                  <a:spcPts val="0"/>
                </a:spcBef>
                <a:spcAft>
                  <a:spcPts val="0"/>
                </a:spcAft>
                <a:defRPr/>
              </a:pPr>
              <a:endParaRPr lang="en-US" dirty="0">
                <a:solidFill>
                  <a:prstClr val="white"/>
                </a:solidFill>
              </a:endParaRPr>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fontAlgn="auto">
                <a:spcBef>
                  <a:spcPts val="0"/>
                </a:spcBef>
                <a:spcAft>
                  <a:spcPts val="0"/>
                </a:spcAft>
                <a:defRPr/>
              </a:pPr>
              <a:endParaRPr lang="en-US" dirty="0">
                <a:solidFill>
                  <a:prstClr val="white"/>
                </a:solidFill>
              </a:endParaRPr>
            </a:p>
          </p:txBody>
        </p:sp>
      </p:grpSp>
      <p:grpSp>
        <p:nvGrpSpPr>
          <p:cNvPr id="50" name="Group 49"/>
          <p:cNvGrpSpPr>
            <a:grpSpLocks/>
          </p:cNvGrpSpPr>
          <p:nvPr/>
        </p:nvGrpSpPr>
        <p:grpSpPr bwMode="auto">
          <a:xfrm>
            <a:off x="4321175" y="2841625"/>
            <a:ext cx="1136650" cy="1154113"/>
            <a:chOff x="2285781" y="4847654"/>
            <a:chExt cx="952480" cy="966132"/>
          </a:xfrm>
        </p:grpSpPr>
        <p:sp>
          <p:nvSpPr>
            <p:cNvPr id="51" name="Oval 50"/>
            <p:cNvSpPr/>
            <p:nvPr/>
          </p:nvSpPr>
          <p:spPr bwMode="auto">
            <a:xfrm>
              <a:off x="2345644" y="4908785"/>
              <a:ext cx="840737" cy="853173"/>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fontAlgn="auto">
                <a:spcBef>
                  <a:spcPts val="0"/>
                </a:spcBef>
                <a:spcAft>
                  <a:spcPts val="0"/>
                </a:spcAft>
                <a:defRPr/>
              </a:pPr>
              <a:endParaRPr lang="en-US" dirty="0">
                <a:solidFill>
                  <a:prstClr val="white"/>
                </a:solidFill>
              </a:endParaRPr>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fontAlgn="auto">
                <a:spcBef>
                  <a:spcPts val="0"/>
                </a:spcBef>
                <a:spcAft>
                  <a:spcPts val="0"/>
                </a:spcAft>
                <a:defRPr/>
              </a:pPr>
              <a:endParaRPr lang="en-US" dirty="0">
                <a:solidFill>
                  <a:prstClr val="white"/>
                </a:solidFill>
              </a:endParaRPr>
            </a:p>
          </p:txBody>
        </p:sp>
      </p:grpSp>
      <p:cxnSp>
        <p:nvCxnSpPr>
          <p:cNvPr id="19" name="Straight Connector 18"/>
          <p:cNvCxnSpPr/>
          <p:nvPr/>
        </p:nvCxnSpPr>
        <p:spPr>
          <a:xfrm>
            <a:off x="6096000" y="2101850"/>
            <a:ext cx="0" cy="1249363"/>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a:spLocks noChangeArrowheads="1"/>
          </p:cNvSpPr>
          <p:nvPr/>
        </p:nvSpPr>
        <p:spPr bwMode="auto">
          <a:xfrm>
            <a:off x="1555750" y="2878138"/>
            <a:ext cx="2717800" cy="585787"/>
          </a:xfrm>
          <a:prstGeom prst="rect">
            <a:avLst/>
          </a:prstGeom>
          <a:noFill/>
          <a:ln w="9525">
            <a:noFill/>
            <a:miter lim="800000"/>
            <a:headEnd/>
            <a:tailEnd/>
          </a:ln>
        </p:spPr>
        <p:txBody>
          <a:bodyPr wrap="none" lIns="91422" tIns="45711" rIns="91422" bIns="45711">
            <a:spAutoFit/>
          </a:bodyPr>
          <a:lstStyle/>
          <a:p>
            <a:pPr algn="r" defTabSz="912813"/>
            <a:r>
              <a:rPr lang="ar-SA" sz="3200" b="1" u="sng">
                <a:solidFill>
                  <a:srgbClr val="7FB34C"/>
                </a:solidFill>
              </a:rPr>
              <a:t>علم النفس التربوي</a:t>
            </a:r>
            <a:endParaRPr lang="id-ID" sz="3200" b="1" u="sng">
              <a:solidFill>
                <a:srgbClr val="7FB34C"/>
              </a:solidFill>
              <a:latin typeface="Lato Regular"/>
              <a:ea typeface="Lato Regular"/>
              <a:cs typeface="Lato Regular"/>
            </a:endParaRPr>
          </a:p>
        </p:txBody>
      </p:sp>
      <p:sp>
        <p:nvSpPr>
          <p:cNvPr id="21" name="TextBox 20"/>
          <p:cNvSpPr txBox="1">
            <a:spLocks noChangeArrowheads="1"/>
          </p:cNvSpPr>
          <p:nvPr/>
        </p:nvSpPr>
        <p:spPr bwMode="auto">
          <a:xfrm>
            <a:off x="206375" y="3498850"/>
            <a:ext cx="4308475" cy="2160588"/>
          </a:xfrm>
          <a:prstGeom prst="rect">
            <a:avLst/>
          </a:prstGeom>
          <a:noFill/>
          <a:ln w="9525">
            <a:noFill/>
            <a:miter lim="800000"/>
            <a:headEnd/>
            <a:tailEnd/>
          </a:ln>
        </p:spPr>
        <p:txBody>
          <a:bodyPr lIns="91422" tIns="45711" rIns="91422" bIns="45711">
            <a:spAutoFit/>
          </a:bodyPr>
          <a:lstStyle/>
          <a:p>
            <a:pPr algn="ctr" defTabSz="322263">
              <a:lnSpc>
                <a:spcPct val="120000"/>
              </a:lnSpc>
              <a:spcBef>
                <a:spcPts val="850"/>
              </a:spcBef>
            </a:pPr>
            <a:r>
              <a:rPr lang="ar-SA" sz="2800" b="1"/>
              <a:t>: يدعم الاتجاه الذي يهدف إلى التعريف بأفضل الوسائل التعليمية التي تناسب نوعية محددة من التلاميذ ضمن مواقف تعليمية</a:t>
            </a:r>
            <a:endParaRPr lang="es-ES" sz="2800" b="1">
              <a:solidFill>
                <a:srgbClr val="445469"/>
              </a:solidFill>
              <a:latin typeface="Lato Light"/>
              <a:ea typeface="Lato Light"/>
              <a:cs typeface="Lato Light"/>
            </a:endParaRPr>
          </a:p>
        </p:txBody>
      </p:sp>
      <p:sp>
        <p:nvSpPr>
          <p:cNvPr id="23" name="Oval 22"/>
          <p:cNvSpPr/>
          <p:nvPr/>
        </p:nvSpPr>
        <p:spPr>
          <a:xfrm>
            <a:off x="6038850" y="3367088"/>
            <a:ext cx="114300" cy="112712"/>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fontAlgn="auto">
              <a:spcBef>
                <a:spcPts val="0"/>
              </a:spcBef>
              <a:spcAft>
                <a:spcPts val="0"/>
              </a:spcAft>
              <a:defRPr/>
            </a:pPr>
            <a:endParaRPr lang="id-ID">
              <a:solidFill>
                <a:prstClr val="white"/>
              </a:solidFill>
            </a:endParaRPr>
          </a:p>
        </p:txBody>
      </p:sp>
      <p:cxnSp>
        <p:nvCxnSpPr>
          <p:cNvPr id="24" name="Straight Connector 23"/>
          <p:cNvCxnSpPr/>
          <p:nvPr/>
        </p:nvCxnSpPr>
        <p:spPr>
          <a:xfrm>
            <a:off x="5514975" y="3441700"/>
            <a:ext cx="52387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6096000" y="3489325"/>
            <a:ext cx="0" cy="1249363"/>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6038850" y="4752975"/>
            <a:ext cx="114300" cy="114300"/>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fontAlgn="auto">
              <a:spcBef>
                <a:spcPts val="0"/>
              </a:spcBef>
              <a:spcAft>
                <a:spcPts val="0"/>
              </a:spcAft>
              <a:defRPr/>
            </a:pPr>
            <a:endParaRPr lang="id-ID">
              <a:solidFill>
                <a:prstClr val="white"/>
              </a:solidFill>
            </a:endParaRPr>
          </a:p>
        </p:txBody>
      </p:sp>
      <p:cxnSp>
        <p:nvCxnSpPr>
          <p:cNvPr id="33" name="Straight Connector 32"/>
          <p:cNvCxnSpPr/>
          <p:nvPr/>
        </p:nvCxnSpPr>
        <p:spPr>
          <a:xfrm>
            <a:off x="6153150" y="4829175"/>
            <a:ext cx="52387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096000" y="4867275"/>
            <a:ext cx="0" cy="1990725"/>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6" name="TextBox 35"/>
          <p:cNvSpPr txBox="1">
            <a:spLocks noChangeArrowheads="1"/>
          </p:cNvSpPr>
          <p:nvPr/>
        </p:nvSpPr>
        <p:spPr bwMode="auto">
          <a:xfrm>
            <a:off x="7927975" y="4302125"/>
            <a:ext cx="1766888" cy="584200"/>
          </a:xfrm>
          <a:prstGeom prst="rect">
            <a:avLst/>
          </a:prstGeom>
          <a:noFill/>
          <a:ln w="9525">
            <a:noFill/>
            <a:miter lim="800000"/>
            <a:headEnd/>
            <a:tailEnd/>
          </a:ln>
        </p:spPr>
        <p:txBody>
          <a:bodyPr wrap="none" lIns="91422" tIns="45711" rIns="91422" bIns="45711">
            <a:spAutoFit/>
          </a:bodyPr>
          <a:lstStyle/>
          <a:p>
            <a:pPr defTabSz="912813"/>
            <a:r>
              <a:rPr lang="ar-SA" sz="3200" b="1" u="sng" dirty="0">
                <a:solidFill>
                  <a:srgbClr val="3891DE"/>
                </a:solidFill>
              </a:rPr>
              <a:t>علم الاتصال</a:t>
            </a:r>
            <a:endParaRPr lang="id-ID" sz="3200" b="1" u="sng" dirty="0">
              <a:solidFill>
                <a:srgbClr val="3891DE"/>
              </a:solidFill>
              <a:latin typeface="Lato Regular"/>
              <a:ea typeface="Lato Regular"/>
              <a:cs typeface="Lato Regular"/>
            </a:endParaRPr>
          </a:p>
        </p:txBody>
      </p:sp>
      <p:cxnSp>
        <p:nvCxnSpPr>
          <p:cNvPr id="54" name="Straight Connector 53"/>
          <p:cNvCxnSpPr/>
          <p:nvPr/>
        </p:nvCxnSpPr>
        <p:spPr>
          <a:xfrm>
            <a:off x="5722938" y="2084388"/>
            <a:ext cx="738187"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
        <p:nvSpPr>
          <p:cNvPr id="63" name="TextBox 62"/>
          <p:cNvSpPr txBox="1">
            <a:spLocks noChangeArrowheads="1"/>
          </p:cNvSpPr>
          <p:nvPr/>
        </p:nvSpPr>
        <p:spPr bwMode="auto">
          <a:xfrm>
            <a:off x="7820025" y="4973638"/>
            <a:ext cx="3692525" cy="609600"/>
          </a:xfrm>
          <a:prstGeom prst="rect">
            <a:avLst/>
          </a:prstGeom>
          <a:noFill/>
          <a:ln w="9525">
            <a:noFill/>
            <a:miter lim="800000"/>
            <a:headEnd/>
            <a:tailEnd/>
          </a:ln>
        </p:spPr>
        <p:txBody>
          <a:bodyPr lIns="91422" tIns="45711" rIns="91422" bIns="45711">
            <a:spAutoFit/>
          </a:bodyPr>
          <a:lstStyle/>
          <a:p>
            <a:pPr defTabSz="322263">
              <a:lnSpc>
                <a:spcPct val="120000"/>
              </a:lnSpc>
              <a:spcBef>
                <a:spcPts val="850"/>
              </a:spcBef>
            </a:pPr>
            <a:r>
              <a:rPr lang="ar-SA" sz="2800" b="1" dirty="0"/>
              <a:t>علم علاقة الإنسان بالآلة </a:t>
            </a:r>
            <a:endParaRPr lang="es-ES" sz="2800" b="1" dirty="0">
              <a:solidFill>
                <a:srgbClr val="445469"/>
              </a:solidFill>
              <a:latin typeface="Lato Light"/>
              <a:ea typeface="Lato Light"/>
              <a:cs typeface="Lato Light"/>
            </a:endParaRPr>
          </a:p>
        </p:txBody>
      </p:sp>
      <p:grpSp>
        <p:nvGrpSpPr>
          <p:cNvPr id="37" name="Group 36"/>
          <p:cNvGrpSpPr>
            <a:grpSpLocks/>
          </p:cNvGrpSpPr>
          <p:nvPr/>
        </p:nvGrpSpPr>
        <p:grpSpPr bwMode="auto">
          <a:xfrm>
            <a:off x="617538" y="241300"/>
            <a:ext cx="10401300" cy="809625"/>
            <a:chOff x="1210677" y="483017"/>
            <a:chExt cx="20802597" cy="1619049"/>
          </a:xfrm>
        </p:grpSpPr>
        <p:sp>
          <p:nvSpPr>
            <p:cNvPr id="509971" name="TextBox 37"/>
            <p:cNvSpPr txBox="1">
              <a:spLocks noChangeArrowheads="1"/>
            </p:cNvSpPr>
            <p:nvPr/>
          </p:nvSpPr>
          <p:spPr bwMode="auto">
            <a:xfrm>
              <a:off x="1210677" y="483017"/>
              <a:ext cx="20802597" cy="1446533"/>
            </a:xfrm>
            <a:prstGeom prst="rect">
              <a:avLst/>
            </a:prstGeom>
            <a:noFill/>
            <a:ln w="9525">
              <a:noFill/>
              <a:miter lim="800000"/>
              <a:headEnd/>
              <a:tailEnd/>
            </a:ln>
          </p:spPr>
          <p:txBody>
            <a:bodyPr lIns="45711" tIns="22856" rIns="45711" bIns="22856">
              <a:spAutoFit/>
            </a:bodyPr>
            <a:lstStyle/>
            <a:p>
              <a:pPr algn="ctr" defTabSz="912813"/>
              <a:r>
                <a:rPr lang="ar-SA" sz="4400" b="1" dirty="0">
                  <a:solidFill>
                    <a:schemeClr val="tx2">
                      <a:lumMod val="50000"/>
                    </a:schemeClr>
                  </a:solidFill>
                </a:rPr>
                <a:t>النظريات التي اعتمدت عليها تكنولوجيا التعليم</a:t>
              </a:r>
              <a:endParaRPr lang="id-ID" sz="4400" b="1" dirty="0">
                <a:solidFill>
                  <a:schemeClr val="tx2">
                    <a:lumMod val="50000"/>
                  </a:schemeClr>
                </a:solidFill>
                <a:latin typeface="Lato Regular"/>
                <a:ea typeface="Lato Regular"/>
                <a:cs typeface="Lato Regular"/>
              </a:endParaRPr>
            </a:p>
          </p:txBody>
        </p:sp>
        <p:sp>
          <p:nvSpPr>
            <p:cNvPr id="39" name="Rectangle 38"/>
            <p:cNvSpPr/>
            <p:nvPr/>
          </p:nvSpPr>
          <p:spPr>
            <a:xfrm flipV="1">
              <a:off x="7459076" y="2010003"/>
              <a:ext cx="9194799" cy="92063"/>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algn="ctr" defTabSz="914217" fontAlgn="auto">
                <a:spcBef>
                  <a:spcPts val="0"/>
                </a:spcBef>
                <a:spcAft>
                  <a:spcPts val="0"/>
                </a:spcAft>
                <a:defRPr/>
              </a:pPr>
              <a:endParaRPr lang="en-US" dirty="0">
                <a:solidFill>
                  <a:srgbClr val="3891DE"/>
                </a:solidFill>
                <a:latin typeface="Open Sans Light"/>
              </a:endParaRPr>
            </a:p>
          </p:txBody>
        </p:sp>
      </p:grpSp>
      <p:sp>
        <p:nvSpPr>
          <p:cNvPr id="509970" name="Subtitle 2"/>
          <p:cNvSpPr txBox="1">
            <a:spLocks/>
          </p:cNvSpPr>
          <p:nvPr/>
        </p:nvSpPr>
        <p:spPr bwMode="auto">
          <a:xfrm>
            <a:off x="211138" y="1111250"/>
            <a:ext cx="11655425" cy="838200"/>
          </a:xfrm>
          <a:prstGeom prst="rect">
            <a:avLst/>
          </a:prstGeom>
          <a:noFill/>
          <a:ln w="9525">
            <a:noFill/>
            <a:miter lim="800000"/>
            <a:headEnd/>
            <a:tailEnd/>
          </a:ln>
        </p:spPr>
        <p:txBody>
          <a:bodyPr lIns="217490" tIns="108745" rIns="217490" bIns="108745"/>
          <a:lstStyle/>
          <a:p>
            <a:pPr algn="ctr" defTabSz="1087438" rtl="1">
              <a:lnSpc>
                <a:spcPct val="120000"/>
              </a:lnSpc>
              <a:spcBef>
                <a:spcPct val="20000"/>
              </a:spcBef>
              <a:buFont typeface="Arial" charset="0"/>
              <a:buNone/>
            </a:pPr>
            <a:r>
              <a:rPr lang="ar-SA" sz="2800" b="1" dirty="0">
                <a:solidFill>
                  <a:schemeClr val="tx2"/>
                </a:solidFill>
                <a:latin typeface="Open Sans Light"/>
                <a:ea typeface="Open Sans Light"/>
                <a:cs typeface="Open Sans Light"/>
              </a:rPr>
              <a:t>ترتبط في مفهومها بالمنحى النظامي وهما:</a:t>
            </a:r>
            <a:endParaRPr lang="en-US" sz="2800" b="1" dirty="0">
              <a:solidFill>
                <a:schemeClr val="tx2"/>
              </a:solidFill>
              <a:latin typeface="Open Sans Light"/>
              <a:ea typeface="Open Sans Light"/>
              <a:cs typeface="Open Sans Light"/>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 presetClass="entr" presetSubtype="0" fill="hold" grpId="0" nodeType="afterEffect">
                                  <p:stCondLst>
                                    <p:cond delay="0"/>
                                  </p:stCondLst>
                                  <p:childTnLst>
                                    <p:set>
                                      <p:cBhvr>
                                        <p:cTn id="13" dur="1" fill="hold">
                                          <p:stCondLst>
                                            <p:cond delay="0"/>
                                          </p:stCondLst>
                                        </p:cTn>
                                        <p:tgtEl>
                                          <p:spTgt spid="509970"/>
                                        </p:tgtEl>
                                        <p:attrNameLst>
                                          <p:attrName>style.visibility</p:attrName>
                                        </p:attrNameLst>
                                      </p:cBhvr>
                                      <p:to>
                                        <p:strVal val="visible"/>
                                      </p:to>
                                    </p:se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ipe(up)">
                                      <p:cBhvr>
                                        <p:cTn id="21" dur="500"/>
                                        <p:tgtEl>
                                          <p:spTgt spid="19"/>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 calcmode="lin" valueType="num">
                                      <p:cBhvr>
                                        <p:cTn id="25" dur="500" fill="hold"/>
                                        <p:tgtEl>
                                          <p:spTgt spid="23"/>
                                        </p:tgtEl>
                                        <p:attrNameLst>
                                          <p:attrName>ppt_w</p:attrName>
                                        </p:attrNameLst>
                                      </p:cBhvr>
                                      <p:tavLst>
                                        <p:tav tm="0">
                                          <p:val>
                                            <p:fltVal val="0"/>
                                          </p:val>
                                        </p:tav>
                                        <p:tav tm="100000">
                                          <p:val>
                                            <p:strVal val="#ppt_w"/>
                                          </p:val>
                                        </p:tav>
                                      </p:tavLst>
                                    </p:anim>
                                    <p:anim calcmode="lin" valueType="num">
                                      <p:cBhvr>
                                        <p:cTn id="26" dur="500" fill="hold"/>
                                        <p:tgtEl>
                                          <p:spTgt spid="23"/>
                                        </p:tgtEl>
                                        <p:attrNameLst>
                                          <p:attrName>ppt_h</p:attrName>
                                        </p:attrNameLst>
                                      </p:cBhvr>
                                      <p:tavLst>
                                        <p:tav tm="0">
                                          <p:val>
                                            <p:fltVal val="0"/>
                                          </p:val>
                                        </p:tav>
                                        <p:tav tm="100000">
                                          <p:val>
                                            <p:strVal val="#ppt_h"/>
                                          </p:val>
                                        </p:tav>
                                      </p:tavLst>
                                    </p:anim>
                                    <p:animEffect transition="in" filter="fade">
                                      <p:cBhvr>
                                        <p:cTn id="27" dur="500"/>
                                        <p:tgtEl>
                                          <p:spTgt spid="23"/>
                                        </p:tgtEl>
                                      </p:cBhvr>
                                    </p:animEffect>
                                  </p:childTnLst>
                                </p:cTn>
                              </p:par>
                            </p:childTnLst>
                          </p:cTn>
                        </p:par>
                        <p:par>
                          <p:cTn id="28" fill="hold">
                            <p:stCondLst>
                              <p:cond delay="2500"/>
                            </p:stCondLst>
                            <p:childTnLst>
                              <p:par>
                                <p:cTn id="29" presetID="22" presetClass="entr" presetSubtype="2" fill="hold"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wipe(right)">
                                      <p:cBhvr>
                                        <p:cTn id="31" dur="500"/>
                                        <p:tgtEl>
                                          <p:spTgt spid="24"/>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fade">
                                      <p:cBhvr>
                                        <p:cTn id="35" dur="500"/>
                                        <p:tgtEl>
                                          <p:spTgt spid="50"/>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par>
                          <p:cTn id="43" fill="hold">
                            <p:stCondLst>
                              <p:cond delay="4000"/>
                            </p:stCondLst>
                            <p:childTnLst>
                              <p:par>
                                <p:cTn id="44" presetID="22" presetClass="entr" presetSubtype="1" fill="hold" nodeType="after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wipe(up)">
                                      <p:cBhvr>
                                        <p:cTn id="46" dur="500"/>
                                        <p:tgtEl>
                                          <p:spTgt spid="31"/>
                                        </p:tgtEl>
                                      </p:cBhvr>
                                    </p:animEffect>
                                  </p:childTnLst>
                                </p:cTn>
                              </p:par>
                            </p:childTnLst>
                          </p:cTn>
                        </p:par>
                        <p:par>
                          <p:cTn id="47" fill="hold">
                            <p:stCondLst>
                              <p:cond delay="4500"/>
                            </p:stCondLst>
                            <p:childTnLst>
                              <p:par>
                                <p:cTn id="48" presetID="53" presetClass="entr" presetSubtype="16" fill="hold" grpId="0" nodeType="afterEffect">
                                  <p:stCondLst>
                                    <p:cond delay="0"/>
                                  </p:stCondLst>
                                  <p:childTnLst>
                                    <p:set>
                                      <p:cBhvr>
                                        <p:cTn id="49" dur="1" fill="hold">
                                          <p:stCondLst>
                                            <p:cond delay="0"/>
                                          </p:stCondLst>
                                        </p:cTn>
                                        <p:tgtEl>
                                          <p:spTgt spid="32"/>
                                        </p:tgtEl>
                                        <p:attrNameLst>
                                          <p:attrName>style.visibility</p:attrName>
                                        </p:attrNameLst>
                                      </p:cBhvr>
                                      <p:to>
                                        <p:strVal val="visible"/>
                                      </p:to>
                                    </p:set>
                                    <p:anim calcmode="lin" valueType="num">
                                      <p:cBhvr>
                                        <p:cTn id="50" dur="500" fill="hold"/>
                                        <p:tgtEl>
                                          <p:spTgt spid="32"/>
                                        </p:tgtEl>
                                        <p:attrNameLst>
                                          <p:attrName>ppt_w</p:attrName>
                                        </p:attrNameLst>
                                      </p:cBhvr>
                                      <p:tavLst>
                                        <p:tav tm="0">
                                          <p:val>
                                            <p:fltVal val="0"/>
                                          </p:val>
                                        </p:tav>
                                        <p:tav tm="100000">
                                          <p:val>
                                            <p:strVal val="#ppt_w"/>
                                          </p:val>
                                        </p:tav>
                                      </p:tavLst>
                                    </p:anim>
                                    <p:anim calcmode="lin" valueType="num">
                                      <p:cBhvr>
                                        <p:cTn id="51" dur="500" fill="hold"/>
                                        <p:tgtEl>
                                          <p:spTgt spid="32"/>
                                        </p:tgtEl>
                                        <p:attrNameLst>
                                          <p:attrName>ppt_h</p:attrName>
                                        </p:attrNameLst>
                                      </p:cBhvr>
                                      <p:tavLst>
                                        <p:tav tm="0">
                                          <p:val>
                                            <p:fltVal val="0"/>
                                          </p:val>
                                        </p:tav>
                                        <p:tav tm="100000">
                                          <p:val>
                                            <p:strVal val="#ppt_h"/>
                                          </p:val>
                                        </p:tav>
                                      </p:tavLst>
                                    </p:anim>
                                    <p:animEffect transition="in" filter="fade">
                                      <p:cBhvr>
                                        <p:cTn id="52" dur="500"/>
                                        <p:tgtEl>
                                          <p:spTgt spid="32"/>
                                        </p:tgtEl>
                                      </p:cBhvr>
                                    </p:animEffect>
                                  </p:childTnLst>
                                </p:cTn>
                              </p:par>
                            </p:childTnLst>
                          </p:cTn>
                        </p:par>
                        <p:par>
                          <p:cTn id="53" fill="hold">
                            <p:stCondLst>
                              <p:cond delay="5000"/>
                            </p:stCondLst>
                            <p:childTnLst>
                              <p:par>
                                <p:cTn id="54" presetID="22" presetClass="entr" presetSubtype="8" fill="hold" nodeType="after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wipe(left)">
                                      <p:cBhvr>
                                        <p:cTn id="56" dur="500"/>
                                        <p:tgtEl>
                                          <p:spTgt spid="33"/>
                                        </p:tgtEl>
                                      </p:cBhvr>
                                    </p:animEffect>
                                  </p:childTnLst>
                                </p:cTn>
                              </p:par>
                            </p:childTnLst>
                          </p:cTn>
                        </p:par>
                        <p:par>
                          <p:cTn id="57" fill="hold">
                            <p:stCondLst>
                              <p:cond delay="5500"/>
                            </p:stCondLst>
                            <p:childTnLst>
                              <p:par>
                                <p:cTn id="58" presetID="10" presetClass="entr" presetSubtype="0" fill="hold" nodeType="after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fade">
                                      <p:cBhvr>
                                        <p:cTn id="60" dur="500"/>
                                        <p:tgtEl>
                                          <p:spTgt spid="58"/>
                                        </p:tgtEl>
                                      </p:cBhvr>
                                    </p:animEffect>
                                  </p:childTnLst>
                                </p:cTn>
                              </p:par>
                            </p:childTnLst>
                          </p:cTn>
                        </p:par>
                        <p:par>
                          <p:cTn id="61" fill="hold">
                            <p:stCondLst>
                              <p:cond delay="6000"/>
                            </p:stCondLst>
                            <p:childTnLst>
                              <p:par>
                                <p:cTn id="62" presetID="10" presetClass="entr" presetSubtype="0" fill="hold" grpId="0" nodeType="after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Effect transition="in" filter="fade">
                                      <p:cBhvr>
                                        <p:cTn id="67" dur="500"/>
                                        <p:tgtEl>
                                          <p:spTgt spid="63"/>
                                        </p:tgtEl>
                                      </p:cBhvr>
                                    </p:animEffect>
                                  </p:childTnLst>
                                </p:cTn>
                              </p:par>
                            </p:childTnLst>
                          </p:cTn>
                        </p:par>
                        <p:par>
                          <p:cTn id="68" fill="hold">
                            <p:stCondLst>
                              <p:cond delay="6500"/>
                            </p:stCondLst>
                            <p:childTnLst>
                              <p:par>
                                <p:cTn id="69" presetID="22" presetClass="entr" presetSubtype="1" fill="hold" nodeType="after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wipe(up)">
                                      <p:cBhvr>
                                        <p:cTn id="7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0997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 Same Side Corner Rectangle 10"/>
          <p:cNvSpPr/>
          <p:nvPr/>
        </p:nvSpPr>
        <p:spPr>
          <a:xfrm rot="16200000" flipV="1">
            <a:off x="4170363" y="-2613025"/>
            <a:ext cx="1847850" cy="10163175"/>
          </a:xfrm>
          <a:prstGeom prst="round2SameRect">
            <a:avLst>
              <a:gd name="adj1" fmla="val 50000"/>
              <a:gd name="adj2" fmla="val 0"/>
            </a:avLst>
          </a:prstGeom>
          <a:solidFill>
            <a:schemeClr val="accent1">
              <a:lumMod val="50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anchor="ctr"/>
          <a:lstStyle/>
          <a:p>
            <a:pPr algn="ctr" defTabSz="914217" fontAlgn="auto">
              <a:spcBef>
                <a:spcPts val="0"/>
              </a:spcBef>
              <a:spcAft>
                <a:spcPts val="0"/>
              </a:spcAft>
              <a:defRPr/>
            </a:pPr>
            <a:endParaRPr lang="bg-BG">
              <a:solidFill>
                <a:prstClr val="white"/>
              </a:solidFill>
            </a:endParaRPr>
          </a:p>
        </p:txBody>
      </p:sp>
      <p:sp>
        <p:nvSpPr>
          <p:cNvPr id="512002" name="Title 13"/>
          <p:cNvSpPr txBox="1">
            <a:spLocks/>
          </p:cNvSpPr>
          <p:nvPr/>
        </p:nvSpPr>
        <p:spPr bwMode="auto">
          <a:xfrm>
            <a:off x="1622425" y="1979613"/>
            <a:ext cx="8816975" cy="1143000"/>
          </a:xfrm>
          <a:prstGeom prst="rect">
            <a:avLst/>
          </a:prstGeom>
          <a:noFill/>
          <a:ln w="9525">
            <a:noFill/>
            <a:miter lim="800000"/>
            <a:headEnd/>
            <a:tailEnd/>
          </a:ln>
        </p:spPr>
        <p:txBody>
          <a:bodyPr lIns="91422" tIns="45711" rIns="91422" bIns="45711" anchor="ctr"/>
          <a:lstStyle/>
          <a:p>
            <a:pPr defTabSz="1827213" rtl="1">
              <a:lnSpc>
                <a:spcPct val="90000"/>
              </a:lnSpc>
            </a:pPr>
            <a:r>
              <a:rPr lang="ar-SA" sz="4400" b="1" dirty="0">
                <a:solidFill>
                  <a:schemeClr val="bg2"/>
                </a:solidFill>
                <a:latin typeface="Lato"/>
              </a:rPr>
              <a:t>لماذا نريد دمج التكنولوجيا بالتعليم؟ </a:t>
            </a:r>
            <a:endParaRPr lang="en-US" sz="4400" b="1" dirty="0">
              <a:solidFill>
                <a:schemeClr val="bg2"/>
              </a:solidFill>
              <a:latin typeface="Lato"/>
            </a:endParaRPr>
          </a:p>
        </p:txBody>
      </p:sp>
      <p:sp>
        <p:nvSpPr>
          <p:cNvPr id="16" name="TextBox 15"/>
          <p:cNvSpPr txBox="1">
            <a:spLocks noChangeArrowheads="1"/>
          </p:cNvSpPr>
          <p:nvPr/>
        </p:nvSpPr>
        <p:spPr bwMode="auto">
          <a:xfrm>
            <a:off x="431800" y="3565525"/>
            <a:ext cx="11199813" cy="2505075"/>
          </a:xfrm>
          <a:prstGeom prst="rect">
            <a:avLst/>
          </a:prstGeom>
          <a:noFill/>
          <a:ln w="9525">
            <a:noFill/>
            <a:miter lim="800000"/>
            <a:headEnd/>
            <a:tailEnd/>
          </a:ln>
        </p:spPr>
        <p:txBody>
          <a:bodyPr lIns="182843" tIns="91422" rIns="182843" bIns="91422">
            <a:spAutoFit/>
          </a:bodyPr>
          <a:lstStyle/>
          <a:p>
            <a:pPr algn="ctr" defTabSz="646113" rtl="1" eaLnBrk="0" hangingPunct="0">
              <a:lnSpc>
                <a:spcPct val="120000"/>
              </a:lnSpc>
              <a:spcBef>
                <a:spcPts val="1700"/>
              </a:spcBef>
            </a:pPr>
            <a:r>
              <a:rPr lang="ar-SA" sz="3200" dirty="0"/>
              <a:t>إن عملية دمج التكنولوجيا في التعليم ينقلنا من التلقين إلى التمكين، ومن التعليم إلى التعلم، ومن التحصيل إلى الإنجاز مراعية الفروق الفردية للمتعلم، ولهذا نحن بحاجة إلى جيل يعي أهميتها ويرغب في توظيفها التوظيف الأمثل، ويعرف كيف يستخدمها ومتى يضيف عليها ويتجنب سلبياتها، ليصبح متعلما ذاتيا.</a:t>
            </a:r>
            <a:endParaRPr lang="en-US" sz="3200" dirty="0"/>
          </a:p>
        </p:txBody>
      </p:sp>
      <p:sp>
        <p:nvSpPr>
          <p:cNvPr id="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 presetClass="entr" presetSubtype="0" fill="hold" grpId="0" nodeType="afterEffect">
                                  <p:stCondLst>
                                    <p:cond delay="0"/>
                                  </p:stCondLst>
                                  <p:childTnLst>
                                    <p:set>
                                      <p:cBhvr>
                                        <p:cTn id="11" dur="1" fill="hold">
                                          <p:stCondLst>
                                            <p:cond delay="0"/>
                                          </p:stCondLst>
                                        </p:cTn>
                                        <p:tgtEl>
                                          <p:spTgt spid="512002"/>
                                        </p:tgtEl>
                                        <p:attrNameLst>
                                          <p:attrName>style.visibility</p:attrName>
                                        </p:attrNameLst>
                                      </p:cBhvr>
                                      <p:to>
                                        <p:strVal val="visible"/>
                                      </p:to>
                                    </p:set>
                                  </p:childTnLst>
                                </p:cTn>
                              </p:par>
                              <p:par>
                                <p:cTn id="12" presetID="10" presetClass="entr" presetSubtype="0" fill="hold" grpId="0" nodeType="with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512002" grpId="0"/>
      <p:bldP spid="1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3954463" y="458788"/>
            <a:ext cx="4252912" cy="723900"/>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أهمية تكنولوجيا التعليم</a:t>
            </a:r>
            <a:endParaRPr lang="en-CA" sz="4400" b="1" u="sng" spc="-150" dirty="0">
              <a:solidFill>
                <a:prstClr val="black">
                  <a:lumMod val="50000"/>
                  <a:lumOff val="50000"/>
                </a:prstClr>
              </a:solidFill>
              <a:latin typeface="Open Sans" pitchFamily="34" charset="0"/>
              <a:ea typeface="Open Sans" pitchFamily="34" charset="0"/>
              <a:cs typeface="Open Sans" pitchFamily="34" charset="0"/>
            </a:endParaRPr>
          </a:p>
        </p:txBody>
      </p:sp>
      <p:sp>
        <p:nvSpPr>
          <p:cNvPr id="13" name="Rounded Rectangle 12"/>
          <p:cNvSpPr/>
          <p:nvPr/>
        </p:nvSpPr>
        <p:spPr>
          <a:xfrm>
            <a:off x="10818813" y="2652713"/>
            <a:ext cx="573087" cy="571500"/>
          </a:xfrm>
          <a:prstGeom prst="round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 name="Text Box 10"/>
          <p:cNvSpPr txBox="1">
            <a:spLocks noChangeArrowheads="1"/>
          </p:cNvSpPr>
          <p:nvPr/>
        </p:nvSpPr>
        <p:spPr bwMode="auto">
          <a:xfrm>
            <a:off x="5853113" y="2422525"/>
            <a:ext cx="5813425" cy="2384425"/>
          </a:xfrm>
          <a:prstGeom prst="rect">
            <a:avLst/>
          </a:prstGeom>
          <a:noFill/>
          <a:ln w="9525">
            <a:noFill/>
            <a:miter lim="800000"/>
            <a:headEnd/>
            <a:tailEnd/>
          </a:ln>
        </p:spPr>
        <p:txBody>
          <a:bodyPr lIns="45720" tIns="22860" rIns="45720" bIns="22860">
            <a:spAutoFit/>
          </a:bodyPr>
          <a:lstStyle/>
          <a:p>
            <a:pPr algn="ctr" defTabSz="1088232" rtl="1" fontAlgn="auto">
              <a:lnSpc>
                <a:spcPct val="200000"/>
              </a:lnSpc>
              <a:spcBef>
                <a:spcPts val="0"/>
              </a:spcBef>
              <a:spcAft>
                <a:spcPts val="0"/>
              </a:spcAft>
              <a:defRPr/>
            </a:pPr>
            <a:r>
              <a:rPr lang="ar-SA" sz="2800" b="1" dirty="0">
                <a:solidFill>
                  <a:srgbClr val="C00000"/>
                </a:solidFill>
                <a:cs typeface="+mn-cs"/>
              </a:rPr>
              <a:t>ز</a:t>
            </a:r>
            <a:r>
              <a:rPr lang="ar-SA" sz="2800" b="1" u="sng" dirty="0">
                <a:solidFill>
                  <a:srgbClr val="C00000"/>
                </a:solidFill>
                <a:cs typeface="+mn-cs"/>
              </a:rPr>
              <a:t>يادة الإدراك الحسي عند الطالب</a:t>
            </a:r>
            <a:endParaRPr lang="en-US" sz="2800" b="1" u="sng" dirty="0">
              <a:solidFill>
                <a:srgbClr val="C00000"/>
              </a:solidFill>
              <a:cs typeface="+mn-cs"/>
            </a:endParaRPr>
          </a:p>
          <a:p>
            <a:pPr marL="171450" indent="-171450" algn="r" defTabSz="1088232" rtl="1" fontAlgn="auto">
              <a:spcBef>
                <a:spcPts val="0"/>
              </a:spcBef>
              <a:spcAft>
                <a:spcPts val="0"/>
              </a:spcAft>
              <a:buFontTx/>
              <a:buChar char="-"/>
              <a:defRPr/>
            </a:pPr>
            <a:r>
              <a:rPr lang="ar-SA" sz="3200" dirty="0">
                <a:cs typeface="+mn-cs"/>
              </a:rPr>
              <a:t>حيث إن المخططات المفاهيمية والتوضيحية تعلق في رأس الطالب وفي ذاكرته أفضل من الكلام المكتوب</a:t>
            </a:r>
            <a:endParaRPr lang="en-US" sz="3200" dirty="0">
              <a:solidFill>
                <a:prstClr val="white">
                  <a:lumMod val="65000"/>
                </a:prstClr>
              </a:solidFill>
              <a:latin typeface="Open Sans" pitchFamily="34" charset="0"/>
              <a:ea typeface="Open Sans" pitchFamily="34" charset="0"/>
              <a:cs typeface="Open Sans" pitchFamily="34" charset="0"/>
            </a:endParaRPr>
          </a:p>
        </p:txBody>
      </p:sp>
      <p:grpSp>
        <p:nvGrpSpPr>
          <p:cNvPr id="5" name="Group 4"/>
          <p:cNvGrpSpPr>
            <a:grpSpLocks/>
          </p:cNvGrpSpPr>
          <p:nvPr/>
        </p:nvGrpSpPr>
        <p:grpSpPr bwMode="auto">
          <a:xfrm>
            <a:off x="1446213" y="4508500"/>
            <a:ext cx="3454400" cy="889000"/>
            <a:chOff x="1446213" y="4508500"/>
            <a:chExt cx="3454400" cy="889000"/>
          </a:xfrm>
        </p:grpSpPr>
        <p:sp>
          <p:nvSpPr>
            <p:cNvPr id="515089" name="Freeform 9"/>
            <p:cNvSpPr>
              <a:spLocks/>
            </p:cNvSpPr>
            <p:nvPr/>
          </p:nvSpPr>
          <p:spPr bwMode="auto">
            <a:xfrm>
              <a:off x="1446213" y="4508500"/>
              <a:ext cx="3454400" cy="889000"/>
            </a:xfrm>
            <a:custGeom>
              <a:avLst/>
              <a:gdLst>
                <a:gd name="T0" fmla="*/ 231854370 w 2176"/>
                <a:gd name="T1" fmla="*/ 1338203576 h 560"/>
                <a:gd name="T2" fmla="*/ 226814060 w 2176"/>
                <a:gd name="T3" fmla="*/ 1048384940 h 560"/>
                <a:gd name="T4" fmla="*/ 201612459 w 2176"/>
                <a:gd name="T5" fmla="*/ 773687036 h 560"/>
                <a:gd name="T6" fmla="*/ 158769028 w 2176"/>
                <a:gd name="T7" fmla="*/ 526711831 h 560"/>
                <a:gd name="T8" fmla="*/ 110886875 w 2176"/>
                <a:gd name="T9" fmla="*/ 312499338 h 560"/>
                <a:gd name="T10" fmla="*/ 47882166 w 2176"/>
                <a:gd name="T11" fmla="*/ 123486858 h 560"/>
                <a:gd name="T12" fmla="*/ 0 w 2176"/>
                <a:gd name="T13" fmla="*/ 0 h 560"/>
                <a:gd name="T14" fmla="*/ 2147483647 w 2176"/>
                <a:gd name="T15" fmla="*/ 12599985 h 560"/>
                <a:gd name="T16" fmla="*/ 2147483647 w 2176"/>
                <a:gd name="T17" fmla="*/ 42843444 h 560"/>
                <a:gd name="T18" fmla="*/ 2147483647 w 2176"/>
                <a:gd name="T19" fmla="*/ 80644990 h 560"/>
                <a:gd name="T20" fmla="*/ 2147483647 w 2176"/>
                <a:gd name="T21" fmla="*/ 128527169 h 560"/>
                <a:gd name="T22" fmla="*/ 2147483647 w 2176"/>
                <a:gd name="T23" fmla="*/ 176410910 h 560"/>
                <a:gd name="T24" fmla="*/ 2147483647 w 2176"/>
                <a:gd name="T25" fmla="*/ 226814063 h 560"/>
                <a:gd name="T26" fmla="*/ 2147483647 w 2176"/>
                <a:gd name="T27" fmla="*/ 320059010 h 560"/>
                <a:gd name="T28" fmla="*/ 2147483647 w 2176"/>
                <a:gd name="T29" fmla="*/ 398184613 h 560"/>
                <a:gd name="T30" fmla="*/ 2147483647 w 2176"/>
                <a:gd name="T31" fmla="*/ 483869987 h 560"/>
                <a:gd name="T32" fmla="*/ 2147483647 w 2176"/>
                <a:gd name="T33" fmla="*/ 534273091 h 560"/>
                <a:gd name="T34" fmla="*/ 2147483647 w 2176"/>
                <a:gd name="T35" fmla="*/ 589716504 h 560"/>
                <a:gd name="T36" fmla="*/ 2147483647 w 2176"/>
                <a:gd name="T37" fmla="*/ 632558348 h 560"/>
                <a:gd name="T38" fmla="*/ 2147483647 w 2176"/>
                <a:gd name="T39" fmla="*/ 667842107 h 560"/>
                <a:gd name="T40" fmla="*/ 2147483647 w 2176"/>
                <a:gd name="T41" fmla="*/ 693043659 h 560"/>
                <a:gd name="T42" fmla="*/ 2147483647 w 2176"/>
                <a:gd name="T43" fmla="*/ 710683951 h 560"/>
                <a:gd name="T44" fmla="*/ 2147483647 w 2176"/>
                <a:gd name="T45" fmla="*/ 723283933 h 560"/>
                <a:gd name="T46" fmla="*/ 2147483647 w 2176"/>
                <a:gd name="T47" fmla="*/ 735885503 h 560"/>
                <a:gd name="T48" fmla="*/ 2147483647 w 2176"/>
                <a:gd name="T49" fmla="*/ 761087054 h 560"/>
                <a:gd name="T50" fmla="*/ 2147483647 w 2176"/>
                <a:gd name="T51" fmla="*/ 803928898 h 560"/>
                <a:gd name="T52" fmla="*/ 2147483647 w 2176"/>
                <a:gd name="T53" fmla="*/ 846772528 h 560"/>
                <a:gd name="T54" fmla="*/ 2147483647 w 2176"/>
                <a:gd name="T55" fmla="*/ 902215941 h 560"/>
                <a:gd name="T56" fmla="*/ 2147483647 w 2176"/>
                <a:gd name="T57" fmla="*/ 962699665 h 560"/>
                <a:gd name="T58" fmla="*/ 2147483647 w 2176"/>
                <a:gd name="T59" fmla="*/ 1005541508 h 560"/>
                <a:gd name="T60" fmla="*/ 2147483647 w 2176"/>
                <a:gd name="T61" fmla="*/ 1043344630 h 560"/>
                <a:gd name="T62" fmla="*/ 2147483647 w 2176"/>
                <a:gd name="T63" fmla="*/ 1081146163 h 560"/>
                <a:gd name="T64" fmla="*/ 2147483647 w 2176"/>
                <a:gd name="T65" fmla="*/ 1129029905 h 560"/>
                <a:gd name="T66" fmla="*/ 2147483647 w 2176"/>
                <a:gd name="T67" fmla="*/ 1244957042 h 560"/>
                <a:gd name="T68" fmla="*/ 2147483647 w 2176"/>
                <a:gd name="T69" fmla="*/ 1355843868 h 560"/>
                <a:gd name="T70" fmla="*/ 2147483647 w 2176"/>
                <a:gd name="T71" fmla="*/ 1411287282 h 5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76"/>
                <a:gd name="T109" fmla="*/ 0 h 560"/>
                <a:gd name="T110" fmla="*/ 2176 w 2176"/>
                <a:gd name="T111" fmla="*/ 560 h 5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92" y="560"/>
                  </a:ln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23" name="Group 22"/>
            <p:cNvGrpSpPr/>
            <p:nvPr/>
          </p:nvGrpSpPr>
          <p:grpSpPr>
            <a:xfrm>
              <a:off x="2658246" y="4710722"/>
              <a:ext cx="477914" cy="429490"/>
              <a:chOff x="5583238" y="3892551"/>
              <a:chExt cx="360363" cy="323850"/>
            </a:xfrm>
            <a:solidFill>
              <a:schemeClr val="bg1"/>
            </a:solidFill>
          </p:grpSpPr>
          <p:sp>
            <p:nvSpPr>
              <p:cNvPr id="24"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5"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6"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36" name="Group 35"/>
          <p:cNvGrpSpPr>
            <a:grpSpLocks/>
          </p:cNvGrpSpPr>
          <p:nvPr/>
        </p:nvGrpSpPr>
        <p:grpSpPr bwMode="auto">
          <a:xfrm>
            <a:off x="1090613" y="1835150"/>
            <a:ext cx="3411537" cy="893763"/>
            <a:chOff x="1090613" y="1835151"/>
            <a:chExt cx="3411538" cy="893762"/>
          </a:xfrm>
        </p:grpSpPr>
        <p:sp>
          <p:nvSpPr>
            <p:cNvPr id="515087" name="Freeform 6"/>
            <p:cNvSpPr>
              <a:spLocks/>
            </p:cNvSpPr>
            <p:nvPr/>
          </p:nvSpPr>
          <p:spPr bwMode="auto">
            <a:xfrm>
              <a:off x="1090613" y="1835151"/>
              <a:ext cx="3411538" cy="893762"/>
            </a:xfrm>
            <a:custGeom>
              <a:avLst/>
              <a:gdLst>
                <a:gd name="T0" fmla="*/ 0 w 2149"/>
                <a:gd name="T1" fmla="*/ 1418846163 h 563"/>
                <a:gd name="T2" fmla="*/ 35282189 w 2149"/>
                <a:gd name="T3" fmla="*/ 1340722190 h 563"/>
                <a:gd name="T4" fmla="*/ 78124051 w 2149"/>
                <a:gd name="T5" fmla="*/ 1247475708 h 563"/>
                <a:gd name="T6" fmla="*/ 133567496 w 2149"/>
                <a:gd name="T7" fmla="*/ 1149188918 h 563"/>
                <a:gd name="T8" fmla="*/ 189012504 w 2149"/>
                <a:gd name="T9" fmla="*/ 1055944023 h 563"/>
                <a:gd name="T10" fmla="*/ 252015647 w 2149"/>
                <a:gd name="T11" fmla="*/ 957658821 h 563"/>
                <a:gd name="T12" fmla="*/ 325100949 w 2149"/>
                <a:gd name="T13" fmla="*/ 866933286 h 563"/>
                <a:gd name="T14" fmla="*/ 398184664 w 2149"/>
                <a:gd name="T15" fmla="*/ 773686605 h 563"/>
                <a:gd name="T16" fmla="*/ 441028200 w 2149"/>
                <a:gd name="T17" fmla="*/ 725804478 h 563"/>
                <a:gd name="T18" fmla="*/ 496471621 w 2149"/>
                <a:gd name="T19" fmla="*/ 675401403 h 563"/>
                <a:gd name="T20" fmla="*/ 546873143 w 2149"/>
                <a:gd name="T21" fmla="*/ 627517688 h 563"/>
                <a:gd name="T22" fmla="*/ 599797201 w 2149"/>
                <a:gd name="T23" fmla="*/ 577114613 h 563"/>
                <a:gd name="T24" fmla="*/ 662801882 w 2149"/>
                <a:gd name="T25" fmla="*/ 534272793 h 563"/>
                <a:gd name="T26" fmla="*/ 723285613 w 2149"/>
                <a:gd name="T27" fmla="*/ 491429385 h 563"/>
                <a:gd name="T28" fmla="*/ 864414518 w 2149"/>
                <a:gd name="T29" fmla="*/ 413305314 h 563"/>
                <a:gd name="T30" fmla="*/ 1005541637 w 2149"/>
                <a:gd name="T31" fmla="*/ 337700701 h 563"/>
                <a:gd name="T32" fmla="*/ 1159271915 w 2149"/>
                <a:gd name="T33" fmla="*/ 272176704 h 563"/>
                <a:gd name="T34" fmla="*/ 1325602176 w 2149"/>
                <a:gd name="T35" fmla="*/ 216733321 h 563"/>
                <a:gd name="T36" fmla="*/ 1496972749 w 2149"/>
                <a:gd name="T37" fmla="*/ 161289889 h 563"/>
                <a:gd name="T38" fmla="*/ 1668343718 w 2149"/>
                <a:gd name="T39" fmla="*/ 118446482 h 563"/>
                <a:gd name="T40" fmla="*/ 1854835223 w 2149"/>
                <a:gd name="T41" fmla="*/ 80644945 h 563"/>
                <a:gd name="T42" fmla="*/ 2043846090 w 2149"/>
                <a:gd name="T43" fmla="*/ 50403087 h 563"/>
                <a:gd name="T44" fmla="*/ 2147483647 w 2149"/>
                <a:gd name="T45" fmla="*/ 25201544 h 563"/>
                <a:gd name="T46" fmla="*/ 2147483647 w 2149"/>
                <a:gd name="T47" fmla="*/ 12599978 h 563"/>
                <a:gd name="T48" fmla="*/ 2147483647 w 2149"/>
                <a:gd name="T49" fmla="*/ 0 h 563"/>
                <a:gd name="T50" fmla="*/ 2147483647 w 2149"/>
                <a:gd name="T51" fmla="*/ 0 h 563"/>
                <a:gd name="T52" fmla="*/ 2147483647 w 2149"/>
                <a:gd name="T53" fmla="*/ 7559671 h 563"/>
                <a:gd name="T54" fmla="*/ 2147483647 w 2149"/>
                <a:gd name="T55" fmla="*/ 25201544 h 563"/>
                <a:gd name="T56" fmla="*/ 2147483647 w 2149"/>
                <a:gd name="T57" fmla="*/ 45362780 h 563"/>
                <a:gd name="T58" fmla="*/ 2147483647 w 2149"/>
                <a:gd name="T59" fmla="*/ 75604637 h 563"/>
                <a:gd name="T60" fmla="*/ 2147483647 w 2149"/>
                <a:gd name="T61" fmla="*/ 110886814 h 563"/>
                <a:gd name="T62" fmla="*/ 2147483647 w 2149"/>
                <a:gd name="T63" fmla="*/ 153728634 h 563"/>
                <a:gd name="T64" fmla="*/ 2147483647 w 2149"/>
                <a:gd name="T65" fmla="*/ 209172066 h 563"/>
                <a:gd name="T66" fmla="*/ 2147483647 w 2149"/>
                <a:gd name="T67" fmla="*/ 264615449 h 563"/>
                <a:gd name="T68" fmla="*/ 2147483647 w 2149"/>
                <a:gd name="T69" fmla="*/ 337700701 h 563"/>
                <a:gd name="T70" fmla="*/ 2147483647 w 2149"/>
                <a:gd name="T71" fmla="*/ 413305314 h 563"/>
                <a:gd name="T72" fmla="*/ 2147483647 w 2149"/>
                <a:gd name="T73" fmla="*/ 491429385 h 563"/>
                <a:gd name="T74" fmla="*/ 2147483647 w 2149"/>
                <a:gd name="T75" fmla="*/ 534272793 h 563"/>
                <a:gd name="T76" fmla="*/ 2147483647 w 2149"/>
                <a:gd name="T77" fmla="*/ 584675868 h 563"/>
                <a:gd name="T78" fmla="*/ 2147483647 w 2149"/>
                <a:gd name="T79" fmla="*/ 627517688 h 563"/>
                <a:gd name="T80" fmla="*/ 2147483647 w 2149"/>
                <a:gd name="T81" fmla="*/ 682961070 h 563"/>
                <a:gd name="T82" fmla="*/ 2147483647 w 2149"/>
                <a:gd name="T83" fmla="*/ 730844785 h 563"/>
                <a:gd name="T84" fmla="*/ 2147483647 w 2149"/>
                <a:gd name="T85" fmla="*/ 786288168 h 563"/>
                <a:gd name="T86" fmla="*/ 2147483647 w 2149"/>
                <a:gd name="T87" fmla="*/ 841731748 h 563"/>
                <a:gd name="T88" fmla="*/ 2147483647 w 2149"/>
                <a:gd name="T89" fmla="*/ 897175131 h 563"/>
                <a:gd name="T90" fmla="*/ 2147483647 w 2149"/>
                <a:gd name="T91" fmla="*/ 957658821 h 563"/>
                <a:gd name="T92" fmla="*/ 2147483647 w 2149"/>
                <a:gd name="T93" fmla="*/ 1020661871 h 563"/>
                <a:gd name="T94" fmla="*/ 2147483647 w 2149"/>
                <a:gd name="T95" fmla="*/ 1088706816 h 563"/>
                <a:gd name="T96" fmla="*/ 2147483647 w 2149"/>
                <a:gd name="T97" fmla="*/ 1154229226 h 563"/>
                <a:gd name="T98" fmla="*/ 2147483647 w 2149"/>
                <a:gd name="T99" fmla="*/ 1234874146 h 563"/>
                <a:gd name="T100" fmla="*/ 2147483647 w 2149"/>
                <a:gd name="T101" fmla="*/ 1315520653 h 563"/>
                <a:gd name="T102" fmla="*/ 2147483647 w 2149"/>
                <a:gd name="T103" fmla="*/ 1388604318 h 563"/>
                <a:gd name="T104" fmla="*/ 2147483647 w 2149"/>
                <a:gd name="T105" fmla="*/ 1418846163 h 563"/>
                <a:gd name="T106" fmla="*/ 0 w 2149"/>
                <a:gd name="T107" fmla="*/ 1418846163 h 5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9"/>
                <a:gd name="T163" fmla="*/ 0 h 563"/>
                <a:gd name="T164" fmla="*/ 2149 w 2149"/>
                <a:gd name="T165" fmla="*/ 563 h 5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rgbClr val="C0392B"/>
            </a:solidFill>
            <a:ln w="9525">
              <a:noFill/>
              <a:miter lim="800000"/>
              <a:headEnd/>
              <a:tailEnd/>
            </a:ln>
          </p:spPr>
          <p:txBody>
            <a:bodyPr/>
            <a:lstStyle/>
            <a:p>
              <a:endParaRPr lang="el-GR">
                <a:solidFill>
                  <a:srgbClr val="000000"/>
                </a:solidFill>
              </a:endParaRPr>
            </a:p>
          </p:txBody>
        </p:sp>
        <p:grpSp>
          <p:nvGrpSpPr>
            <p:cNvPr id="27" name="Group 26"/>
            <p:cNvGrpSpPr/>
            <p:nvPr/>
          </p:nvGrpSpPr>
          <p:grpSpPr>
            <a:xfrm>
              <a:off x="2670878" y="2117802"/>
              <a:ext cx="452650" cy="404228"/>
              <a:chOff x="8450263" y="4408488"/>
              <a:chExt cx="341313" cy="304801"/>
            </a:xfrm>
            <a:solidFill>
              <a:schemeClr val="bg1"/>
            </a:solidFill>
          </p:grpSpPr>
          <p:sp>
            <p:nvSpPr>
              <p:cNvPr id="28" name="Freeform 31"/>
              <p:cNvSpPr>
                <a:spLocks/>
              </p:cNvSpPr>
              <p:nvPr/>
            </p:nvSpPr>
            <p:spPr bwMode="auto">
              <a:xfrm>
                <a:off x="8505826" y="4683126"/>
                <a:ext cx="230188" cy="30163"/>
              </a:xfrm>
              <a:custGeom>
                <a:avLst/>
                <a:gdLst>
                  <a:gd name="T0" fmla="*/ 126 w 145"/>
                  <a:gd name="T1" fmla="*/ 0 h 19"/>
                  <a:gd name="T2" fmla="*/ 24 w 145"/>
                  <a:gd name="T3" fmla="*/ 0 h 19"/>
                  <a:gd name="T4" fmla="*/ 24 w 145"/>
                  <a:gd name="T5" fmla="*/ 10 h 19"/>
                  <a:gd name="T6" fmla="*/ 0 w 145"/>
                  <a:gd name="T7" fmla="*/ 10 h 19"/>
                  <a:gd name="T8" fmla="*/ 0 w 145"/>
                  <a:gd name="T9" fmla="*/ 19 h 19"/>
                  <a:gd name="T10" fmla="*/ 145 w 145"/>
                  <a:gd name="T11" fmla="*/ 19 h 19"/>
                  <a:gd name="T12" fmla="*/ 145 w 145"/>
                  <a:gd name="T13" fmla="*/ 10 h 19"/>
                  <a:gd name="T14" fmla="*/ 126 w 145"/>
                  <a:gd name="T15" fmla="*/ 10 h 19"/>
                  <a:gd name="T16" fmla="*/ 126 w 14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9">
                    <a:moveTo>
                      <a:pt x="126" y="0"/>
                    </a:moveTo>
                    <a:lnTo>
                      <a:pt x="24" y="0"/>
                    </a:lnTo>
                    <a:lnTo>
                      <a:pt x="24" y="10"/>
                    </a:lnTo>
                    <a:lnTo>
                      <a:pt x="0" y="10"/>
                    </a:lnTo>
                    <a:lnTo>
                      <a:pt x="0" y="19"/>
                    </a:lnTo>
                    <a:lnTo>
                      <a:pt x="145" y="19"/>
                    </a:lnTo>
                    <a:lnTo>
                      <a:pt x="145" y="10"/>
                    </a:lnTo>
                    <a:lnTo>
                      <a:pt x="126" y="10"/>
                    </a:lnTo>
                    <a:lnTo>
                      <a:pt x="12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9" name="Freeform 32"/>
              <p:cNvSpPr>
                <a:spLocks noEditPoints="1"/>
              </p:cNvSpPr>
              <p:nvPr/>
            </p:nvSpPr>
            <p:spPr bwMode="auto">
              <a:xfrm>
                <a:off x="8450263" y="4408488"/>
                <a:ext cx="341313" cy="266700"/>
              </a:xfrm>
              <a:custGeom>
                <a:avLst/>
                <a:gdLst>
                  <a:gd name="T0" fmla="*/ 87 w 91"/>
                  <a:gd name="T1" fmla="*/ 0 h 71"/>
                  <a:gd name="T2" fmla="*/ 4 w 91"/>
                  <a:gd name="T3" fmla="*/ 0 h 71"/>
                  <a:gd name="T4" fmla="*/ 0 w 91"/>
                  <a:gd name="T5" fmla="*/ 3 h 71"/>
                  <a:gd name="T6" fmla="*/ 0 w 91"/>
                  <a:gd name="T7" fmla="*/ 67 h 71"/>
                  <a:gd name="T8" fmla="*/ 4 w 91"/>
                  <a:gd name="T9" fmla="*/ 71 h 71"/>
                  <a:gd name="T10" fmla="*/ 87 w 91"/>
                  <a:gd name="T11" fmla="*/ 71 h 71"/>
                  <a:gd name="T12" fmla="*/ 91 w 91"/>
                  <a:gd name="T13" fmla="*/ 67 h 71"/>
                  <a:gd name="T14" fmla="*/ 91 w 91"/>
                  <a:gd name="T15" fmla="*/ 3 h 71"/>
                  <a:gd name="T16" fmla="*/ 87 w 91"/>
                  <a:gd name="T17" fmla="*/ 0 h 71"/>
                  <a:gd name="T18" fmla="*/ 46 w 91"/>
                  <a:gd name="T19" fmla="*/ 68 h 71"/>
                  <a:gd name="T20" fmla="*/ 41 w 91"/>
                  <a:gd name="T21" fmla="*/ 63 h 71"/>
                  <a:gd name="T22" fmla="*/ 46 w 91"/>
                  <a:gd name="T23" fmla="*/ 58 h 71"/>
                  <a:gd name="T24" fmla="*/ 51 w 91"/>
                  <a:gd name="T25" fmla="*/ 63 h 71"/>
                  <a:gd name="T26" fmla="*/ 46 w 91"/>
                  <a:gd name="T27" fmla="*/ 68 h 71"/>
                  <a:gd name="T28" fmla="*/ 86 w 91"/>
                  <a:gd name="T29" fmla="*/ 55 h 71"/>
                  <a:gd name="T30" fmla="*/ 6 w 91"/>
                  <a:gd name="T31" fmla="*/ 55 h 71"/>
                  <a:gd name="T32" fmla="*/ 6 w 91"/>
                  <a:gd name="T33" fmla="*/ 5 h 71"/>
                  <a:gd name="T34" fmla="*/ 86 w 91"/>
                  <a:gd name="T35" fmla="*/ 5 h 71"/>
                  <a:gd name="T36" fmla="*/ 86 w 91"/>
                  <a:gd name="T3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1">
                    <a:moveTo>
                      <a:pt x="87" y="0"/>
                    </a:moveTo>
                    <a:cubicBezTo>
                      <a:pt x="4" y="0"/>
                      <a:pt x="4" y="0"/>
                      <a:pt x="4" y="0"/>
                    </a:cubicBezTo>
                    <a:cubicBezTo>
                      <a:pt x="2" y="0"/>
                      <a:pt x="0" y="1"/>
                      <a:pt x="0" y="3"/>
                    </a:cubicBezTo>
                    <a:cubicBezTo>
                      <a:pt x="0" y="67"/>
                      <a:pt x="0" y="67"/>
                      <a:pt x="0" y="67"/>
                    </a:cubicBezTo>
                    <a:cubicBezTo>
                      <a:pt x="0" y="69"/>
                      <a:pt x="2" y="71"/>
                      <a:pt x="4" y="71"/>
                    </a:cubicBezTo>
                    <a:cubicBezTo>
                      <a:pt x="87" y="71"/>
                      <a:pt x="87" y="71"/>
                      <a:pt x="87" y="71"/>
                    </a:cubicBezTo>
                    <a:cubicBezTo>
                      <a:pt x="89" y="71"/>
                      <a:pt x="91" y="69"/>
                      <a:pt x="91" y="67"/>
                    </a:cubicBezTo>
                    <a:cubicBezTo>
                      <a:pt x="91" y="3"/>
                      <a:pt x="91" y="3"/>
                      <a:pt x="91" y="3"/>
                    </a:cubicBezTo>
                    <a:cubicBezTo>
                      <a:pt x="91" y="1"/>
                      <a:pt x="89" y="0"/>
                      <a:pt x="87" y="0"/>
                    </a:cubicBezTo>
                    <a:close/>
                    <a:moveTo>
                      <a:pt x="46" y="68"/>
                    </a:moveTo>
                    <a:cubicBezTo>
                      <a:pt x="43" y="68"/>
                      <a:pt x="41" y="65"/>
                      <a:pt x="41" y="63"/>
                    </a:cubicBezTo>
                    <a:cubicBezTo>
                      <a:pt x="41" y="60"/>
                      <a:pt x="43" y="58"/>
                      <a:pt x="46" y="58"/>
                    </a:cubicBezTo>
                    <a:cubicBezTo>
                      <a:pt x="48" y="58"/>
                      <a:pt x="51" y="60"/>
                      <a:pt x="51" y="63"/>
                    </a:cubicBezTo>
                    <a:cubicBezTo>
                      <a:pt x="51" y="65"/>
                      <a:pt x="48" y="68"/>
                      <a:pt x="46" y="68"/>
                    </a:cubicBezTo>
                    <a:close/>
                    <a:moveTo>
                      <a:pt x="86" y="55"/>
                    </a:moveTo>
                    <a:cubicBezTo>
                      <a:pt x="6" y="55"/>
                      <a:pt x="6" y="55"/>
                      <a:pt x="6" y="55"/>
                    </a:cubicBezTo>
                    <a:cubicBezTo>
                      <a:pt x="6" y="5"/>
                      <a:pt x="6" y="5"/>
                      <a:pt x="6" y="5"/>
                    </a:cubicBezTo>
                    <a:cubicBezTo>
                      <a:pt x="86" y="5"/>
                      <a:pt x="86" y="5"/>
                      <a:pt x="86" y="5"/>
                    </a:cubicBezTo>
                    <a:lnTo>
                      <a:pt x="86" y="55"/>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7" name="Group 6"/>
          <p:cNvGrpSpPr>
            <a:grpSpLocks/>
          </p:cNvGrpSpPr>
          <p:nvPr/>
        </p:nvGrpSpPr>
        <p:grpSpPr bwMode="auto">
          <a:xfrm>
            <a:off x="985838" y="2725738"/>
            <a:ext cx="3786187" cy="893762"/>
            <a:chOff x="985838" y="2725738"/>
            <a:chExt cx="3786188" cy="893762"/>
          </a:xfrm>
        </p:grpSpPr>
        <p:sp>
          <p:nvSpPr>
            <p:cNvPr id="515085" name="Freeform 7"/>
            <p:cNvSpPr>
              <a:spLocks/>
            </p:cNvSpPr>
            <p:nvPr/>
          </p:nvSpPr>
          <p:spPr bwMode="auto">
            <a:xfrm>
              <a:off x="985838" y="2725738"/>
              <a:ext cx="3786188" cy="893762"/>
            </a:xfrm>
            <a:custGeom>
              <a:avLst/>
              <a:gdLst>
                <a:gd name="T0" fmla="*/ 55443447 w 2385"/>
                <a:gd name="T1" fmla="*/ 1418846163 h 563"/>
                <a:gd name="T2" fmla="*/ 55443447 w 2385"/>
                <a:gd name="T3" fmla="*/ 1406246188 h 563"/>
                <a:gd name="T4" fmla="*/ 37801552 w 2385"/>
                <a:gd name="T5" fmla="*/ 1312999705 h 563"/>
                <a:gd name="T6" fmla="*/ 25201562 w 2385"/>
                <a:gd name="T7" fmla="*/ 1214712916 h 563"/>
                <a:gd name="T8" fmla="*/ 12601575 w 2385"/>
                <a:gd name="T9" fmla="*/ 1116427713 h 563"/>
                <a:gd name="T10" fmla="*/ 0 w 2385"/>
                <a:gd name="T11" fmla="*/ 1018142511 h 563"/>
                <a:gd name="T12" fmla="*/ 0 w 2385"/>
                <a:gd name="T13" fmla="*/ 919855721 h 563"/>
                <a:gd name="T14" fmla="*/ 0 w 2385"/>
                <a:gd name="T15" fmla="*/ 821570320 h 563"/>
                <a:gd name="T16" fmla="*/ 5040313 w 2385"/>
                <a:gd name="T17" fmla="*/ 723283530 h 563"/>
                <a:gd name="T18" fmla="*/ 12601575 w 2385"/>
                <a:gd name="T19" fmla="*/ 619958020 h 563"/>
                <a:gd name="T20" fmla="*/ 25201562 w 2385"/>
                <a:gd name="T21" fmla="*/ 521671230 h 563"/>
                <a:gd name="T22" fmla="*/ 42843451 w 2385"/>
                <a:gd name="T23" fmla="*/ 415824674 h 563"/>
                <a:gd name="T24" fmla="*/ 60483758 w 2385"/>
                <a:gd name="T25" fmla="*/ 317539471 h 563"/>
                <a:gd name="T26" fmla="*/ 90725625 w 2385"/>
                <a:gd name="T27" fmla="*/ 219252681 h 563"/>
                <a:gd name="T28" fmla="*/ 123488465 w 2385"/>
                <a:gd name="T29" fmla="*/ 120967429 h 563"/>
                <a:gd name="T30" fmla="*/ 158769056 w 2385"/>
                <a:gd name="T31" fmla="*/ 17640289 h 563"/>
                <a:gd name="T32" fmla="*/ 166330316 w 2385"/>
                <a:gd name="T33" fmla="*/ 0 h 563"/>
                <a:gd name="T34" fmla="*/ 2147483647 w 2385"/>
                <a:gd name="T35" fmla="*/ 0 h 563"/>
                <a:gd name="T36" fmla="*/ 2147483647 w 2385"/>
                <a:gd name="T37" fmla="*/ 35282165 h 563"/>
                <a:gd name="T38" fmla="*/ 2147483647 w 2385"/>
                <a:gd name="T39" fmla="*/ 98285227 h 563"/>
                <a:gd name="T40" fmla="*/ 2147483647 w 2385"/>
                <a:gd name="T41" fmla="*/ 158768942 h 563"/>
                <a:gd name="T42" fmla="*/ 2147483647 w 2385"/>
                <a:gd name="T43" fmla="*/ 214212374 h 563"/>
                <a:gd name="T44" fmla="*/ 2147483647 w 2385"/>
                <a:gd name="T45" fmla="*/ 264615449 h 563"/>
                <a:gd name="T46" fmla="*/ 2147483647 w 2385"/>
                <a:gd name="T47" fmla="*/ 312499164 h 563"/>
                <a:gd name="T48" fmla="*/ 2147483647 w 2385"/>
                <a:gd name="T49" fmla="*/ 355340984 h 563"/>
                <a:gd name="T50" fmla="*/ 2147483647 w 2385"/>
                <a:gd name="T51" fmla="*/ 393144084 h 563"/>
                <a:gd name="T52" fmla="*/ 2147483647 w 2385"/>
                <a:gd name="T53" fmla="*/ 435986003 h 563"/>
                <a:gd name="T54" fmla="*/ 2147483647 w 2385"/>
                <a:gd name="T55" fmla="*/ 504030948 h 563"/>
                <a:gd name="T56" fmla="*/ 2147483647 w 2385"/>
                <a:gd name="T57" fmla="*/ 564514638 h 563"/>
                <a:gd name="T58" fmla="*/ 2147483647 w 2385"/>
                <a:gd name="T59" fmla="*/ 619958020 h 563"/>
                <a:gd name="T60" fmla="*/ 2147483647 w 2385"/>
                <a:gd name="T61" fmla="*/ 675401403 h 563"/>
                <a:gd name="T62" fmla="*/ 2147483647 w 2385"/>
                <a:gd name="T63" fmla="*/ 730844785 h 563"/>
                <a:gd name="T64" fmla="*/ 2147483647 w 2385"/>
                <a:gd name="T65" fmla="*/ 786288168 h 563"/>
                <a:gd name="T66" fmla="*/ 2147483647 w 2385"/>
                <a:gd name="T67" fmla="*/ 846772056 h 563"/>
                <a:gd name="T68" fmla="*/ 2147483647 w 2385"/>
                <a:gd name="T69" fmla="*/ 919855721 h 563"/>
                <a:gd name="T70" fmla="*/ 2147483647 w 2385"/>
                <a:gd name="T71" fmla="*/ 957658821 h 563"/>
                <a:gd name="T72" fmla="*/ 2147483647 w 2385"/>
                <a:gd name="T73" fmla="*/ 1000500641 h 563"/>
                <a:gd name="T74" fmla="*/ 2147483647 w 2385"/>
                <a:gd name="T75" fmla="*/ 1043344048 h 563"/>
                <a:gd name="T76" fmla="*/ 2147483647 w 2385"/>
                <a:gd name="T77" fmla="*/ 1091226176 h 563"/>
                <a:gd name="T78" fmla="*/ 2147483647 w 2385"/>
                <a:gd name="T79" fmla="*/ 1129027688 h 563"/>
                <a:gd name="T80" fmla="*/ 2147483647 w 2385"/>
                <a:gd name="T81" fmla="*/ 1166830788 h 563"/>
                <a:gd name="T82" fmla="*/ 2147483647 w 2385"/>
                <a:gd name="T83" fmla="*/ 1197072633 h 563"/>
                <a:gd name="T84" fmla="*/ 2147483647 w 2385"/>
                <a:gd name="T85" fmla="*/ 1222274171 h 563"/>
                <a:gd name="T86" fmla="*/ 2147483647 w 2385"/>
                <a:gd name="T87" fmla="*/ 1244954761 h 563"/>
                <a:gd name="T88" fmla="*/ 2147483647 w 2385"/>
                <a:gd name="T89" fmla="*/ 1270156298 h 563"/>
                <a:gd name="T90" fmla="*/ 2147483647 w 2385"/>
                <a:gd name="T91" fmla="*/ 1307959398 h 563"/>
                <a:gd name="T92" fmla="*/ 2147483647 w 2385"/>
                <a:gd name="T93" fmla="*/ 1350802805 h 563"/>
                <a:gd name="T94" fmla="*/ 2147483647 w 2385"/>
                <a:gd name="T95" fmla="*/ 1386084958 h 563"/>
                <a:gd name="T96" fmla="*/ 2147483647 w 2385"/>
                <a:gd name="T97" fmla="*/ 1411286495 h 563"/>
                <a:gd name="T98" fmla="*/ 2147483647 w 2385"/>
                <a:gd name="T99" fmla="*/ 1418846163 h 563"/>
                <a:gd name="T100" fmla="*/ 55443447 w 2385"/>
                <a:gd name="T101" fmla="*/ 1418846163 h 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85"/>
                <a:gd name="T154" fmla="*/ 0 h 563"/>
                <a:gd name="T155" fmla="*/ 2385 w 2385"/>
                <a:gd name="T156" fmla="*/ 563 h 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rgbClr val="F39C12"/>
            </a:solidFill>
            <a:ln w="9525">
              <a:noFill/>
              <a:miter lim="800000"/>
              <a:headEnd/>
              <a:tailEnd/>
            </a:ln>
          </p:spPr>
          <p:txBody>
            <a:bodyPr/>
            <a:lstStyle/>
            <a:p>
              <a:endParaRPr lang="el-GR">
                <a:solidFill>
                  <a:srgbClr val="000000"/>
                </a:solidFill>
              </a:endParaRPr>
            </a:p>
          </p:txBody>
        </p:sp>
        <p:sp>
          <p:nvSpPr>
            <p:cNvPr id="515086" name="Freeform 37"/>
            <p:cNvSpPr>
              <a:spLocks noEditPoints="1"/>
            </p:cNvSpPr>
            <p:nvPr/>
          </p:nvSpPr>
          <p:spPr bwMode="auto">
            <a:xfrm>
              <a:off x="2696143" y="3002980"/>
              <a:ext cx="402120" cy="404875"/>
            </a:xfrm>
            <a:custGeom>
              <a:avLst/>
              <a:gdLst>
                <a:gd name="T0" fmla="*/ 2147483647 w 62"/>
                <a:gd name="T1" fmla="*/ 2147483647 h 62"/>
                <a:gd name="T2" fmla="*/ 2147483647 w 62"/>
                <a:gd name="T3" fmla="*/ 1961626239 h 62"/>
                <a:gd name="T4" fmla="*/ 2147483647 w 62"/>
                <a:gd name="T5" fmla="*/ 1961626239 h 62"/>
                <a:gd name="T6" fmla="*/ 630984700 w 62"/>
                <a:gd name="T7" fmla="*/ 213218928 h 62"/>
                <a:gd name="T8" fmla="*/ 630984700 w 62"/>
                <a:gd name="T9" fmla="*/ 213218928 h 62"/>
                <a:gd name="T10" fmla="*/ 630984700 w 62"/>
                <a:gd name="T11" fmla="*/ 170576459 h 62"/>
                <a:gd name="T12" fmla="*/ 126194356 w 62"/>
                <a:gd name="T13" fmla="*/ 127933989 h 62"/>
                <a:gd name="T14" fmla="*/ 210328216 w 62"/>
                <a:gd name="T15" fmla="*/ 639663365 h 62"/>
                <a:gd name="T16" fmla="*/ 210328216 w 62"/>
                <a:gd name="T17" fmla="*/ 639663365 h 62"/>
                <a:gd name="T18" fmla="*/ 210328216 w 62"/>
                <a:gd name="T19" fmla="*/ 639663365 h 62"/>
                <a:gd name="T20" fmla="*/ 1977088162 w 62"/>
                <a:gd name="T21" fmla="*/ 2147483647 h 62"/>
                <a:gd name="T22" fmla="*/ 1977088162 w 62"/>
                <a:gd name="T23" fmla="*/ 2147483647 h 62"/>
                <a:gd name="T24" fmla="*/ 2147483647 w 62"/>
                <a:gd name="T25" fmla="*/ 2147483647 h 62"/>
                <a:gd name="T26" fmla="*/ 2147483647 w 62"/>
                <a:gd name="T27" fmla="*/ 2046917708 h 62"/>
                <a:gd name="T28" fmla="*/ 2147483647 w 62"/>
                <a:gd name="T29" fmla="*/ 2147483647 h 62"/>
                <a:gd name="T30" fmla="*/ 2147483647 w 62"/>
                <a:gd name="T31" fmla="*/ 2147483647 h 62"/>
                <a:gd name="T32" fmla="*/ 2061222023 w 62"/>
                <a:gd name="T33" fmla="*/ 2147483647 h 62"/>
                <a:gd name="T34" fmla="*/ 2147483647 w 62"/>
                <a:gd name="T35" fmla="*/ 2046917708 h 62"/>
                <a:gd name="T36" fmla="*/ 2147483647 w 62"/>
                <a:gd name="T37" fmla="*/ 1961626239 h 62"/>
                <a:gd name="T38" fmla="*/ 2145349398 w 62"/>
                <a:gd name="T39" fmla="*/ 2089560177 h 62"/>
                <a:gd name="T40" fmla="*/ 504790395 w 62"/>
                <a:gd name="T41" fmla="*/ 426437856 h 62"/>
                <a:gd name="T42" fmla="*/ 630984700 w 62"/>
                <a:gd name="T43" fmla="*/ 298510448 h 62"/>
                <a:gd name="T44" fmla="*/ 2147483647 w 62"/>
                <a:gd name="T45" fmla="*/ 1961626239 h 62"/>
                <a:gd name="T46" fmla="*/ 294462128 w 62"/>
                <a:gd name="T47" fmla="*/ 639663365 h 62"/>
                <a:gd name="T48" fmla="*/ 420656433 w 62"/>
                <a:gd name="T49" fmla="*/ 511729427 h 62"/>
                <a:gd name="T50" fmla="*/ 2103282467 w 62"/>
                <a:gd name="T51" fmla="*/ 2147483647 h 62"/>
                <a:gd name="T52" fmla="*/ 1977088162 w 62"/>
                <a:gd name="T53" fmla="*/ 2147483647 h 62"/>
                <a:gd name="T54" fmla="*/ 294462128 w 62"/>
                <a:gd name="T55" fmla="*/ 63966336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
                <a:gd name="T85" fmla="*/ 0 h 62"/>
                <a:gd name="T86" fmla="*/ 62 w 62"/>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 h="62">
                  <a:moveTo>
                    <a:pt x="62" y="62"/>
                  </a:moveTo>
                  <a:cubicBezTo>
                    <a:pt x="57" y="46"/>
                    <a:pt x="57" y="46"/>
                    <a:pt x="57" y="46"/>
                  </a:cubicBezTo>
                  <a:cubicBezTo>
                    <a:pt x="57" y="46"/>
                    <a:pt x="57" y="46"/>
                    <a:pt x="57" y="46"/>
                  </a:cubicBezTo>
                  <a:cubicBezTo>
                    <a:pt x="15" y="5"/>
                    <a:pt x="15" y="5"/>
                    <a:pt x="15" y="5"/>
                  </a:cubicBezTo>
                  <a:cubicBezTo>
                    <a:pt x="15" y="5"/>
                    <a:pt x="15" y="5"/>
                    <a:pt x="15" y="5"/>
                  </a:cubicBezTo>
                  <a:cubicBezTo>
                    <a:pt x="15" y="4"/>
                    <a:pt x="15" y="4"/>
                    <a:pt x="15" y="4"/>
                  </a:cubicBezTo>
                  <a:cubicBezTo>
                    <a:pt x="11" y="1"/>
                    <a:pt x="6" y="0"/>
                    <a:pt x="3" y="3"/>
                  </a:cubicBezTo>
                  <a:cubicBezTo>
                    <a:pt x="0" y="6"/>
                    <a:pt x="1" y="11"/>
                    <a:pt x="5" y="15"/>
                  </a:cubicBezTo>
                  <a:cubicBezTo>
                    <a:pt x="5" y="15"/>
                    <a:pt x="5" y="15"/>
                    <a:pt x="5" y="15"/>
                  </a:cubicBezTo>
                  <a:cubicBezTo>
                    <a:pt x="5" y="15"/>
                    <a:pt x="5" y="15"/>
                    <a:pt x="5" y="15"/>
                  </a:cubicBezTo>
                  <a:cubicBezTo>
                    <a:pt x="47" y="57"/>
                    <a:pt x="47" y="57"/>
                    <a:pt x="47" y="57"/>
                  </a:cubicBezTo>
                  <a:cubicBezTo>
                    <a:pt x="47" y="57"/>
                    <a:pt x="47" y="57"/>
                    <a:pt x="47" y="57"/>
                  </a:cubicBezTo>
                  <a:lnTo>
                    <a:pt x="62" y="62"/>
                  </a:lnTo>
                  <a:close/>
                  <a:moveTo>
                    <a:pt x="56" y="48"/>
                  </a:moveTo>
                  <a:cubicBezTo>
                    <a:pt x="57" y="49"/>
                    <a:pt x="57" y="51"/>
                    <a:pt x="58" y="54"/>
                  </a:cubicBezTo>
                  <a:cubicBezTo>
                    <a:pt x="54" y="58"/>
                    <a:pt x="54" y="58"/>
                    <a:pt x="54" y="58"/>
                  </a:cubicBezTo>
                  <a:cubicBezTo>
                    <a:pt x="51" y="57"/>
                    <a:pt x="49" y="56"/>
                    <a:pt x="49" y="56"/>
                  </a:cubicBezTo>
                  <a:cubicBezTo>
                    <a:pt x="49" y="55"/>
                    <a:pt x="56" y="49"/>
                    <a:pt x="56" y="48"/>
                  </a:cubicBezTo>
                  <a:close/>
                  <a:moveTo>
                    <a:pt x="54" y="46"/>
                  </a:moveTo>
                  <a:cubicBezTo>
                    <a:pt x="54" y="47"/>
                    <a:pt x="53" y="48"/>
                    <a:pt x="51" y="49"/>
                  </a:cubicBezTo>
                  <a:cubicBezTo>
                    <a:pt x="12" y="10"/>
                    <a:pt x="12" y="10"/>
                    <a:pt x="12" y="10"/>
                  </a:cubicBezTo>
                  <a:cubicBezTo>
                    <a:pt x="14" y="9"/>
                    <a:pt x="15" y="8"/>
                    <a:pt x="15" y="7"/>
                  </a:cubicBezTo>
                  <a:cubicBezTo>
                    <a:pt x="16" y="8"/>
                    <a:pt x="53" y="45"/>
                    <a:pt x="54" y="46"/>
                  </a:cubicBezTo>
                  <a:close/>
                  <a:moveTo>
                    <a:pt x="7" y="15"/>
                  </a:moveTo>
                  <a:cubicBezTo>
                    <a:pt x="8" y="15"/>
                    <a:pt x="9" y="13"/>
                    <a:pt x="10" y="12"/>
                  </a:cubicBezTo>
                  <a:cubicBezTo>
                    <a:pt x="50" y="51"/>
                    <a:pt x="50" y="51"/>
                    <a:pt x="50" y="51"/>
                  </a:cubicBezTo>
                  <a:cubicBezTo>
                    <a:pt x="48" y="52"/>
                    <a:pt x="47" y="54"/>
                    <a:pt x="47" y="54"/>
                  </a:cubicBezTo>
                  <a:cubicBezTo>
                    <a:pt x="45" y="53"/>
                    <a:pt x="9" y="16"/>
                    <a:pt x="7" y="15"/>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2" name="Group 1"/>
          <p:cNvGrpSpPr>
            <a:grpSpLocks/>
          </p:cNvGrpSpPr>
          <p:nvPr/>
        </p:nvGrpSpPr>
        <p:grpSpPr bwMode="auto">
          <a:xfrm>
            <a:off x="1330325" y="5397500"/>
            <a:ext cx="3500438" cy="889000"/>
            <a:chOff x="1330326" y="5397500"/>
            <a:chExt cx="3500438" cy="889000"/>
          </a:xfrm>
        </p:grpSpPr>
        <p:sp>
          <p:nvSpPr>
            <p:cNvPr id="515083" name="Freeform 5"/>
            <p:cNvSpPr>
              <a:spLocks/>
            </p:cNvSpPr>
            <p:nvPr/>
          </p:nvSpPr>
          <p:spPr bwMode="auto">
            <a:xfrm>
              <a:off x="1330326" y="5397500"/>
              <a:ext cx="3500438" cy="889000"/>
            </a:xfrm>
            <a:custGeom>
              <a:avLst/>
              <a:gdLst>
                <a:gd name="T0" fmla="*/ 2147483647 w 2205"/>
                <a:gd name="T1" fmla="*/ 1411287282 h 560"/>
                <a:gd name="T2" fmla="*/ 2147483647 w 2205"/>
                <a:gd name="T3" fmla="*/ 1411287282 h 560"/>
                <a:gd name="T4" fmla="*/ 2147483647 w 2205"/>
                <a:gd name="T5" fmla="*/ 1411287282 h 560"/>
                <a:gd name="T6" fmla="*/ 2147483647 w 2205"/>
                <a:gd name="T7" fmla="*/ 1411287282 h 560"/>
                <a:gd name="T8" fmla="*/ 2147483647 w 2205"/>
                <a:gd name="T9" fmla="*/ 1411287282 h 560"/>
                <a:gd name="T10" fmla="*/ 2147483647 w 2205"/>
                <a:gd name="T11" fmla="*/ 1411287282 h 560"/>
                <a:gd name="T12" fmla="*/ 2056447677 w 2205"/>
                <a:gd name="T13" fmla="*/ 1411287282 h 560"/>
                <a:gd name="T14" fmla="*/ 1829633682 w 2205"/>
                <a:gd name="T15" fmla="*/ 1411287282 h 560"/>
                <a:gd name="T16" fmla="*/ 1625501484 w 2205"/>
                <a:gd name="T17" fmla="*/ 1411287282 h 560"/>
                <a:gd name="T18" fmla="*/ 1436489028 w 2205"/>
                <a:gd name="T19" fmla="*/ 1411287282 h 560"/>
                <a:gd name="T20" fmla="*/ 1257557195 w 2205"/>
                <a:gd name="T21" fmla="*/ 1411287282 h 560"/>
                <a:gd name="T22" fmla="*/ 1098788192 w 2205"/>
                <a:gd name="T23" fmla="*/ 1411287282 h 560"/>
                <a:gd name="T24" fmla="*/ 950099812 w 2205"/>
                <a:gd name="T25" fmla="*/ 1411287282 h 560"/>
                <a:gd name="T26" fmla="*/ 821570889 w 2205"/>
                <a:gd name="T27" fmla="*/ 1411287282 h 560"/>
                <a:gd name="T28" fmla="*/ 700603426 w 2205"/>
                <a:gd name="T29" fmla="*/ 1411287282 h 560"/>
                <a:gd name="T30" fmla="*/ 589716584 w 2205"/>
                <a:gd name="T31" fmla="*/ 1411287282 h 560"/>
                <a:gd name="T32" fmla="*/ 453628187 w 2205"/>
                <a:gd name="T33" fmla="*/ 1411287282 h 560"/>
                <a:gd name="T34" fmla="*/ 307459069 w 2205"/>
                <a:gd name="T35" fmla="*/ 1411287282 h 560"/>
                <a:gd name="T36" fmla="*/ 189012505 w 2205"/>
                <a:gd name="T37" fmla="*/ 1411287282 h 560"/>
                <a:gd name="T38" fmla="*/ 110886891 w 2205"/>
                <a:gd name="T39" fmla="*/ 1411287282 h 560"/>
                <a:gd name="T40" fmla="*/ 55443446 w 2205"/>
                <a:gd name="T41" fmla="*/ 1411287282 h 560"/>
                <a:gd name="T42" fmla="*/ 25201561 w 2205"/>
                <a:gd name="T43" fmla="*/ 1411287282 h 560"/>
                <a:gd name="T44" fmla="*/ 5040313 w 2205"/>
                <a:gd name="T45" fmla="*/ 1411287282 h 560"/>
                <a:gd name="T46" fmla="*/ 0 w 2205"/>
                <a:gd name="T47" fmla="*/ 1411287282 h 560"/>
                <a:gd name="T48" fmla="*/ 153728741 w 2205"/>
                <a:gd name="T49" fmla="*/ 1118949284 h 560"/>
                <a:gd name="T50" fmla="*/ 239415665 w 2205"/>
                <a:gd name="T51" fmla="*/ 902215941 h 560"/>
                <a:gd name="T52" fmla="*/ 312499380 w 2205"/>
                <a:gd name="T53" fmla="*/ 682963038 h 560"/>
                <a:gd name="T54" fmla="*/ 367942801 w 2205"/>
                <a:gd name="T55" fmla="*/ 443547505 h 560"/>
                <a:gd name="T56" fmla="*/ 405745927 w 2205"/>
                <a:gd name="T57" fmla="*/ 191531841 h 560"/>
                <a:gd name="T58" fmla="*/ 415826549 w 2205"/>
                <a:gd name="T59" fmla="*/ 0 h 560"/>
                <a:gd name="T60" fmla="*/ 2147483647 w 2205"/>
                <a:gd name="T61" fmla="*/ 42843444 h 560"/>
                <a:gd name="T62" fmla="*/ 2147483647 w 2205"/>
                <a:gd name="T63" fmla="*/ 123486858 h 560"/>
                <a:gd name="T64" fmla="*/ 2147483647 w 2205"/>
                <a:gd name="T65" fmla="*/ 191531841 h 560"/>
                <a:gd name="T66" fmla="*/ 2147483647 w 2205"/>
                <a:gd name="T67" fmla="*/ 269655907 h 560"/>
                <a:gd name="T68" fmla="*/ 2147483647 w 2205"/>
                <a:gd name="T69" fmla="*/ 355341182 h 560"/>
                <a:gd name="T70" fmla="*/ 2147483647 w 2205"/>
                <a:gd name="T71" fmla="*/ 388103993 h 560"/>
                <a:gd name="T72" fmla="*/ 2147483647 w 2205"/>
                <a:gd name="T73" fmla="*/ 405744285 h 560"/>
                <a:gd name="T74" fmla="*/ 2147483647 w 2205"/>
                <a:gd name="T75" fmla="*/ 418345954 h 560"/>
                <a:gd name="T76" fmla="*/ 2147483647 w 2205"/>
                <a:gd name="T77" fmla="*/ 423386264 h 560"/>
                <a:gd name="T78" fmla="*/ 2147483647 w 2205"/>
                <a:gd name="T79" fmla="*/ 443547505 h 560"/>
                <a:gd name="T80" fmla="*/ 2147483647 w 2205"/>
                <a:gd name="T81" fmla="*/ 473789367 h 560"/>
                <a:gd name="T82" fmla="*/ 2147483647 w 2205"/>
                <a:gd name="T83" fmla="*/ 534273091 h 560"/>
                <a:gd name="T84" fmla="*/ 2147483647 w 2205"/>
                <a:gd name="T85" fmla="*/ 584676194 h 560"/>
                <a:gd name="T86" fmla="*/ 2147483647 w 2205"/>
                <a:gd name="T87" fmla="*/ 645159917 h 560"/>
                <a:gd name="T88" fmla="*/ 2147483647 w 2205"/>
                <a:gd name="T89" fmla="*/ 725804882 h 560"/>
                <a:gd name="T90" fmla="*/ 2147483647 w 2205"/>
                <a:gd name="T91" fmla="*/ 816530467 h 560"/>
                <a:gd name="T92" fmla="*/ 2147483647 w 2205"/>
                <a:gd name="T93" fmla="*/ 932457803 h 560"/>
                <a:gd name="T94" fmla="*/ 2147483647 w 2205"/>
                <a:gd name="T95" fmla="*/ 1068546181 h 560"/>
                <a:gd name="T96" fmla="*/ 2147483647 w 2205"/>
                <a:gd name="T97" fmla="*/ 1227315162 h 560"/>
                <a:gd name="T98" fmla="*/ 2147483647 w 2205"/>
                <a:gd name="T99" fmla="*/ 1406246971 h 5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05"/>
                <a:gd name="T151" fmla="*/ 0 h 560"/>
                <a:gd name="T152" fmla="*/ 2205 w 2205"/>
                <a:gd name="T153" fmla="*/ 560 h 5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05" h="560">
                  <a:moveTo>
                    <a:pt x="1437" y="558"/>
                  </a:move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rgbClr val="2980B9"/>
            </a:solidFill>
            <a:ln w="9525">
              <a:noFill/>
              <a:miter lim="800000"/>
              <a:headEnd/>
              <a:tailEnd/>
            </a:ln>
          </p:spPr>
          <p:txBody>
            <a:bodyPr/>
            <a:lstStyle/>
            <a:p>
              <a:endParaRPr lang="el-GR">
                <a:solidFill>
                  <a:srgbClr val="000000"/>
                </a:solidFill>
              </a:endParaRPr>
            </a:p>
          </p:txBody>
        </p:sp>
        <p:grpSp>
          <p:nvGrpSpPr>
            <p:cNvPr id="31" name="Group 30"/>
            <p:cNvGrpSpPr/>
            <p:nvPr/>
          </p:nvGrpSpPr>
          <p:grpSpPr>
            <a:xfrm>
              <a:off x="2598624" y="5610938"/>
              <a:ext cx="597159" cy="462123"/>
              <a:chOff x="6916738" y="2898776"/>
              <a:chExt cx="315913" cy="244475"/>
            </a:xfrm>
            <a:solidFill>
              <a:schemeClr val="bg1"/>
            </a:solidFill>
          </p:grpSpPr>
          <p:sp>
            <p:nvSpPr>
              <p:cNvPr id="32"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3"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6" name="Group 5"/>
          <p:cNvGrpSpPr>
            <a:grpSpLocks/>
          </p:cNvGrpSpPr>
          <p:nvPr/>
        </p:nvGrpSpPr>
        <p:grpSpPr bwMode="auto">
          <a:xfrm>
            <a:off x="1020763" y="3614738"/>
            <a:ext cx="4092575" cy="893762"/>
            <a:chOff x="1020763" y="3614738"/>
            <a:chExt cx="4092575" cy="893762"/>
          </a:xfrm>
        </p:grpSpPr>
        <p:sp>
          <p:nvSpPr>
            <p:cNvPr id="515081" name="Freeform 8"/>
            <p:cNvSpPr>
              <a:spLocks/>
            </p:cNvSpPr>
            <p:nvPr/>
          </p:nvSpPr>
          <p:spPr bwMode="auto">
            <a:xfrm>
              <a:off x="1020763" y="3614738"/>
              <a:ext cx="4092575" cy="893762"/>
            </a:xfrm>
            <a:custGeom>
              <a:avLst/>
              <a:gdLst>
                <a:gd name="T0" fmla="*/ 675401818 w 2578"/>
                <a:gd name="T1" fmla="*/ 1418846163 h 563"/>
                <a:gd name="T2" fmla="*/ 662801835 w 2578"/>
                <a:gd name="T3" fmla="*/ 1381044650 h 563"/>
                <a:gd name="T4" fmla="*/ 632558384 w 2578"/>
                <a:gd name="T5" fmla="*/ 1307959398 h 563"/>
                <a:gd name="T6" fmla="*/ 594756848 w 2578"/>
                <a:gd name="T7" fmla="*/ 1234874146 h 563"/>
                <a:gd name="T8" fmla="*/ 559474674 w 2578"/>
                <a:gd name="T9" fmla="*/ 1166830788 h 563"/>
                <a:gd name="T10" fmla="*/ 521671551 w 2578"/>
                <a:gd name="T11" fmla="*/ 1106347098 h 563"/>
                <a:gd name="T12" fmla="*/ 483870015 w 2578"/>
                <a:gd name="T13" fmla="*/ 1043344048 h 563"/>
                <a:gd name="T14" fmla="*/ 410784619 w 2578"/>
                <a:gd name="T15" fmla="*/ 940016951 h 563"/>
                <a:gd name="T16" fmla="*/ 312499356 w 2578"/>
                <a:gd name="T17" fmla="*/ 786288168 h 563"/>
                <a:gd name="T18" fmla="*/ 221773765 w 2578"/>
                <a:gd name="T19" fmla="*/ 627517688 h 563"/>
                <a:gd name="T20" fmla="*/ 146169057 w 2578"/>
                <a:gd name="T21" fmla="*/ 453627873 h 563"/>
                <a:gd name="T22" fmla="*/ 110886883 w 2578"/>
                <a:gd name="T23" fmla="*/ 367942546 h 563"/>
                <a:gd name="T24" fmla="*/ 80644994 w 2578"/>
                <a:gd name="T25" fmla="*/ 277217011 h 563"/>
                <a:gd name="T26" fmla="*/ 47883757 w 2578"/>
                <a:gd name="T27" fmla="*/ 183970479 h 563"/>
                <a:gd name="T28" fmla="*/ 25201559 w 2578"/>
                <a:gd name="T29" fmla="*/ 93244920 h 563"/>
                <a:gd name="T30" fmla="*/ 0 w 2578"/>
                <a:gd name="T31" fmla="*/ 0 h 563"/>
                <a:gd name="T32" fmla="*/ 2147483647 w 2578"/>
                <a:gd name="T33" fmla="*/ 0 h 563"/>
                <a:gd name="T34" fmla="*/ 2147483647 w 2578"/>
                <a:gd name="T35" fmla="*/ 30241857 h 563"/>
                <a:gd name="T36" fmla="*/ 2147483647 w 2578"/>
                <a:gd name="T37" fmla="*/ 55443407 h 563"/>
                <a:gd name="T38" fmla="*/ 2147483647 w 2578"/>
                <a:gd name="T39" fmla="*/ 93244920 h 563"/>
                <a:gd name="T40" fmla="*/ 2147483647 w 2578"/>
                <a:gd name="T41" fmla="*/ 105846507 h 563"/>
                <a:gd name="T42" fmla="*/ 2147483647 w 2578"/>
                <a:gd name="T43" fmla="*/ 128527097 h 563"/>
                <a:gd name="T44" fmla="*/ 2147483647 w 2578"/>
                <a:gd name="T45" fmla="*/ 148688327 h 563"/>
                <a:gd name="T46" fmla="*/ 2147483647 w 2578"/>
                <a:gd name="T47" fmla="*/ 178930172 h 563"/>
                <a:gd name="T48" fmla="*/ 2147483647 w 2578"/>
                <a:gd name="T49" fmla="*/ 209172066 h 563"/>
                <a:gd name="T50" fmla="*/ 2147483647 w 2578"/>
                <a:gd name="T51" fmla="*/ 239413911 h 563"/>
                <a:gd name="T52" fmla="*/ 2147483647 w 2578"/>
                <a:gd name="T53" fmla="*/ 312499164 h 563"/>
                <a:gd name="T54" fmla="*/ 2147483647 w 2578"/>
                <a:gd name="T55" fmla="*/ 398184391 h 563"/>
                <a:gd name="T56" fmla="*/ 2147483647 w 2578"/>
                <a:gd name="T57" fmla="*/ 486389078 h 563"/>
                <a:gd name="T58" fmla="*/ 2147483647 w 2578"/>
                <a:gd name="T59" fmla="*/ 577114613 h 563"/>
                <a:gd name="T60" fmla="*/ 2147483647 w 2578"/>
                <a:gd name="T61" fmla="*/ 675401403 h 563"/>
                <a:gd name="T62" fmla="*/ 2147483647 w 2578"/>
                <a:gd name="T63" fmla="*/ 725804478 h 563"/>
                <a:gd name="T64" fmla="*/ 2147483647 w 2578"/>
                <a:gd name="T65" fmla="*/ 761086630 h 563"/>
                <a:gd name="T66" fmla="*/ 2147483647 w 2578"/>
                <a:gd name="T67" fmla="*/ 791328475 h 563"/>
                <a:gd name="T68" fmla="*/ 2147483647 w 2578"/>
                <a:gd name="T69" fmla="*/ 824089680 h 563"/>
                <a:gd name="T70" fmla="*/ 2147483647 w 2578"/>
                <a:gd name="T71" fmla="*/ 846772056 h 563"/>
                <a:gd name="T72" fmla="*/ 2147483647 w 2578"/>
                <a:gd name="T73" fmla="*/ 871973593 h 563"/>
                <a:gd name="T74" fmla="*/ 2147483647 w 2578"/>
                <a:gd name="T75" fmla="*/ 914815413 h 563"/>
                <a:gd name="T76" fmla="*/ 2147483647 w 2578"/>
                <a:gd name="T77" fmla="*/ 945057258 h 563"/>
                <a:gd name="T78" fmla="*/ 2147483647 w 2578"/>
                <a:gd name="T79" fmla="*/ 982860358 h 563"/>
                <a:gd name="T80" fmla="*/ 2147483647 w 2578"/>
                <a:gd name="T81" fmla="*/ 1030742486 h 563"/>
                <a:gd name="T82" fmla="*/ 2147483647 w 2578"/>
                <a:gd name="T83" fmla="*/ 1050903716 h 563"/>
                <a:gd name="T84" fmla="*/ 2147483647 w 2578"/>
                <a:gd name="T85" fmla="*/ 1081145561 h 563"/>
                <a:gd name="T86" fmla="*/ 2147483647 w 2578"/>
                <a:gd name="T87" fmla="*/ 1116427713 h 563"/>
                <a:gd name="T88" fmla="*/ 2147483647 w 2578"/>
                <a:gd name="T89" fmla="*/ 1149188918 h 563"/>
                <a:gd name="T90" fmla="*/ 2147483647 w 2578"/>
                <a:gd name="T91" fmla="*/ 1179430763 h 563"/>
                <a:gd name="T92" fmla="*/ 2147483647 w 2578"/>
                <a:gd name="T93" fmla="*/ 1204632301 h 563"/>
                <a:gd name="T94" fmla="*/ 2147483647 w 2578"/>
                <a:gd name="T95" fmla="*/ 1227314478 h 563"/>
                <a:gd name="T96" fmla="*/ 2147483647 w 2578"/>
                <a:gd name="T97" fmla="*/ 1247475708 h 563"/>
                <a:gd name="T98" fmla="*/ 2147483647 w 2578"/>
                <a:gd name="T99" fmla="*/ 1270156298 h 563"/>
                <a:gd name="T100" fmla="*/ 2147483647 w 2578"/>
                <a:gd name="T101" fmla="*/ 1290319115 h 563"/>
                <a:gd name="T102" fmla="*/ 2147483647 w 2578"/>
                <a:gd name="T103" fmla="*/ 1307959398 h 563"/>
                <a:gd name="T104" fmla="*/ 2147483647 w 2578"/>
                <a:gd name="T105" fmla="*/ 1320560960 h 563"/>
                <a:gd name="T106" fmla="*/ 2147483647 w 2578"/>
                <a:gd name="T107" fmla="*/ 1345762498 h 563"/>
                <a:gd name="T108" fmla="*/ 2147483647 w 2578"/>
                <a:gd name="T109" fmla="*/ 1376004343 h 563"/>
                <a:gd name="T110" fmla="*/ 2147483647 w 2578"/>
                <a:gd name="T111" fmla="*/ 1393644625 h 563"/>
                <a:gd name="T112" fmla="*/ 2147483647 w 2578"/>
                <a:gd name="T113" fmla="*/ 1406246188 h 563"/>
                <a:gd name="T114" fmla="*/ 2147483647 w 2578"/>
                <a:gd name="T115" fmla="*/ 1411286495 h 563"/>
                <a:gd name="T116" fmla="*/ 2147483647 w 2578"/>
                <a:gd name="T117" fmla="*/ 1418846163 h 563"/>
                <a:gd name="T118" fmla="*/ 675401818 w 2578"/>
                <a:gd name="T119" fmla="*/ 1418846163 h 5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78"/>
                <a:gd name="T181" fmla="*/ 0 h 563"/>
                <a:gd name="T182" fmla="*/ 2578 w 2578"/>
                <a:gd name="T183" fmla="*/ 563 h 5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rgbClr val="94B64E"/>
            </a:solidFill>
            <a:ln w="9525">
              <a:noFill/>
              <a:miter lim="800000"/>
              <a:headEnd/>
              <a:tailEnd/>
            </a:ln>
          </p:spPr>
          <p:txBody>
            <a:bodyPr/>
            <a:lstStyle/>
            <a:p>
              <a:endParaRPr lang="el-GR">
                <a:solidFill>
                  <a:srgbClr val="000000"/>
                </a:solidFill>
              </a:endParaRPr>
            </a:p>
          </p:txBody>
        </p:sp>
        <p:sp>
          <p:nvSpPr>
            <p:cNvPr id="515082" name="Freeform 71"/>
            <p:cNvSpPr>
              <a:spLocks noEditPoints="1"/>
            </p:cNvSpPr>
            <p:nvPr/>
          </p:nvSpPr>
          <p:spPr bwMode="auto">
            <a:xfrm>
              <a:off x="2735925" y="3789080"/>
              <a:ext cx="322556" cy="489493"/>
            </a:xfrm>
            <a:custGeom>
              <a:avLst/>
              <a:gdLst>
                <a:gd name="T0" fmla="*/ 587045223 w 48"/>
                <a:gd name="T1" fmla="*/ 2147483647 h 73"/>
                <a:gd name="T2" fmla="*/ 1625661983 w 48"/>
                <a:gd name="T3" fmla="*/ 2147483647 h 73"/>
                <a:gd name="T4" fmla="*/ 1625661983 w 48"/>
                <a:gd name="T5" fmla="*/ 2147483647 h 73"/>
                <a:gd name="T6" fmla="*/ 1670819809 w 48"/>
                <a:gd name="T7" fmla="*/ 2147483647 h 73"/>
                <a:gd name="T8" fmla="*/ 1715977635 w 48"/>
                <a:gd name="T9" fmla="*/ 2147483647 h 73"/>
                <a:gd name="T10" fmla="*/ 1083774796 w 48"/>
                <a:gd name="T11" fmla="*/ 1843450822 h 73"/>
                <a:gd name="T12" fmla="*/ 496729572 w 48"/>
                <a:gd name="T13" fmla="*/ 2147483647 h 73"/>
                <a:gd name="T14" fmla="*/ 496729572 w 48"/>
                <a:gd name="T15" fmla="*/ 2147483647 h 73"/>
                <a:gd name="T16" fmla="*/ 587045223 w 48"/>
                <a:gd name="T17" fmla="*/ 2147483647 h 73"/>
                <a:gd name="T18" fmla="*/ 587045223 w 48"/>
                <a:gd name="T19" fmla="*/ 2147483647 h 73"/>
                <a:gd name="T20" fmla="*/ 1986918289 w 48"/>
                <a:gd name="T21" fmla="*/ 494582389 h 73"/>
                <a:gd name="T22" fmla="*/ 2147483647 w 48"/>
                <a:gd name="T23" fmla="*/ 314737267 h 73"/>
                <a:gd name="T24" fmla="*/ 2147483647 w 48"/>
                <a:gd name="T25" fmla="*/ 224811405 h 73"/>
                <a:gd name="T26" fmla="*/ 1986918289 w 48"/>
                <a:gd name="T27" fmla="*/ 0 h 73"/>
                <a:gd name="T28" fmla="*/ 225789233 w 48"/>
                <a:gd name="T29" fmla="*/ 0 h 73"/>
                <a:gd name="T30" fmla="*/ 0 w 48"/>
                <a:gd name="T31" fmla="*/ 224811405 h 73"/>
                <a:gd name="T32" fmla="*/ 0 w 48"/>
                <a:gd name="T33" fmla="*/ 314737267 h 73"/>
                <a:gd name="T34" fmla="*/ 180631355 w 48"/>
                <a:gd name="T35" fmla="*/ 494582389 h 73"/>
                <a:gd name="T36" fmla="*/ 1986918289 w 48"/>
                <a:gd name="T37" fmla="*/ 494582389 h 73"/>
                <a:gd name="T38" fmla="*/ 1806293706 w 48"/>
                <a:gd name="T39" fmla="*/ 584508250 h 73"/>
                <a:gd name="T40" fmla="*/ 1986918289 w 48"/>
                <a:gd name="T41" fmla="*/ 584508250 h 73"/>
                <a:gd name="T42" fmla="*/ 1399872855 w 48"/>
                <a:gd name="T43" fmla="*/ 1618639102 h 73"/>
                <a:gd name="T44" fmla="*/ 1986918289 w 48"/>
                <a:gd name="T45" fmla="*/ 2147483647 h 73"/>
                <a:gd name="T46" fmla="*/ 1806293706 w 48"/>
                <a:gd name="T47" fmla="*/ 2147483647 h 73"/>
                <a:gd name="T48" fmla="*/ 1174090447 w 48"/>
                <a:gd name="T49" fmla="*/ 1708564963 h 73"/>
                <a:gd name="T50" fmla="*/ 1128932621 w 48"/>
                <a:gd name="T51" fmla="*/ 1618639102 h 73"/>
                <a:gd name="T52" fmla="*/ 1174090447 w 48"/>
                <a:gd name="T53" fmla="*/ 1573672819 h 73"/>
                <a:gd name="T54" fmla="*/ 1174090447 w 48"/>
                <a:gd name="T55" fmla="*/ 1573672819 h 73"/>
                <a:gd name="T56" fmla="*/ 1806293706 w 48"/>
                <a:gd name="T57" fmla="*/ 584508250 h 73"/>
                <a:gd name="T58" fmla="*/ 180631355 w 48"/>
                <a:gd name="T59" fmla="*/ 2147483647 h 73"/>
                <a:gd name="T60" fmla="*/ 0 w 48"/>
                <a:gd name="T61" fmla="*/ 2147483647 h 73"/>
                <a:gd name="T62" fmla="*/ 0 w 48"/>
                <a:gd name="T63" fmla="*/ 2147483647 h 73"/>
                <a:gd name="T64" fmla="*/ 225789233 w 48"/>
                <a:gd name="T65" fmla="*/ 2147483647 h 73"/>
                <a:gd name="T66" fmla="*/ 1986918289 w 48"/>
                <a:gd name="T67" fmla="*/ 2147483647 h 73"/>
                <a:gd name="T68" fmla="*/ 2147483647 w 48"/>
                <a:gd name="T69" fmla="*/ 2147483647 h 73"/>
                <a:gd name="T70" fmla="*/ 2147483647 w 48"/>
                <a:gd name="T71" fmla="*/ 2147483647 h 73"/>
                <a:gd name="T72" fmla="*/ 1986918289 w 48"/>
                <a:gd name="T73" fmla="*/ 2147483647 h 73"/>
                <a:gd name="T74" fmla="*/ 180631355 w 48"/>
                <a:gd name="T75" fmla="*/ 2147483647 h 73"/>
                <a:gd name="T76" fmla="*/ 361255990 w 48"/>
                <a:gd name="T77" fmla="*/ 2147483647 h 73"/>
                <a:gd name="T78" fmla="*/ 180631355 w 48"/>
                <a:gd name="T79" fmla="*/ 2147483647 h 73"/>
                <a:gd name="T80" fmla="*/ 812834352 w 48"/>
                <a:gd name="T81" fmla="*/ 1618639102 h 73"/>
                <a:gd name="T82" fmla="*/ 180631355 w 48"/>
                <a:gd name="T83" fmla="*/ 584508250 h 73"/>
                <a:gd name="T84" fmla="*/ 361255990 w 48"/>
                <a:gd name="T85" fmla="*/ 584508250 h 73"/>
                <a:gd name="T86" fmla="*/ 993459144 w 48"/>
                <a:gd name="T87" fmla="*/ 1573672819 h 73"/>
                <a:gd name="T88" fmla="*/ 1083774796 w 48"/>
                <a:gd name="T89" fmla="*/ 1663598680 h 73"/>
                <a:gd name="T90" fmla="*/ 993459144 w 48"/>
                <a:gd name="T91" fmla="*/ 1708564963 h 73"/>
                <a:gd name="T92" fmla="*/ 36125599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ppt_x"/>
                                          </p:val>
                                        </p:tav>
                                        <p:tav tm="100000">
                                          <p:val>
                                            <p:strVal val="#ppt_x"/>
                                          </p:val>
                                        </p:tav>
                                      </p:tavLst>
                                    </p:anim>
                                    <p:anim calcmode="lin" valueType="num">
                                      <p:cBhvr additive="base">
                                        <p:cTn id="19" dur="500" fill="hold"/>
                                        <p:tgtEl>
                                          <p:spTgt spid="5"/>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4"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ppt_x"/>
                                          </p:val>
                                        </p:tav>
                                        <p:tav tm="100000">
                                          <p:val>
                                            <p:strVal val="#ppt_x"/>
                                          </p:val>
                                        </p:tav>
                                      </p:tavLst>
                                    </p:anim>
                                    <p:anim calcmode="lin" valueType="num">
                                      <p:cBhvr additive="base">
                                        <p:cTn id="24" dur="500" fill="hold"/>
                                        <p:tgtEl>
                                          <p:spTgt spid="6"/>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ppt_x"/>
                                          </p:val>
                                        </p:tav>
                                        <p:tav tm="100000">
                                          <p:val>
                                            <p:strVal val="#ppt_x"/>
                                          </p:val>
                                        </p:tav>
                                      </p:tavLst>
                                    </p:anim>
                                    <p:anim calcmode="lin" valueType="num">
                                      <p:cBhvr additive="base">
                                        <p:cTn id="29" dur="500" fill="hold"/>
                                        <p:tgtEl>
                                          <p:spTgt spid="7"/>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fill="hold" nodeType="afterEffect">
                                  <p:stCondLst>
                                    <p:cond delay="0"/>
                                  </p:stCondLst>
                                  <p:childTnLst>
                                    <p:set>
                                      <p:cBhvr>
                                        <p:cTn id="32" dur="1" fill="hold">
                                          <p:stCondLst>
                                            <p:cond delay="0"/>
                                          </p:stCondLst>
                                        </p:cTn>
                                        <p:tgtEl>
                                          <p:spTgt spid="36"/>
                                        </p:tgtEl>
                                        <p:attrNameLst>
                                          <p:attrName>style.visibility</p:attrName>
                                        </p:attrNameLst>
                                      </p:cBhvr>
                                      <p:to>
                                        <p:strVal val="visible"/>
                                      </p:to>
                                    </p:set>
                                    <p:anim calcmode="lin" valueType="num">
                                      <p:cBhvr additive="base">
                                        <p:cTn id="33" dur="500" fill="hold"/>
                                        <p:tgtEl>
                                          <p:spTgt spid="36"/>
                                        </p:tgtEl>
                                        <p:attrNameLst>
                                          <p:attrName>ppt_x</p:attrName>
                                        </p:attrNameLst>
                                      </p:cBhvr>
                                      <p:tavLst>
                                        <p:tav tm="0">
                                          <p:val>
                                            <p:strVal val="#ppt_x"/>
                                          </p:val>
                                        </p:tav>
                                        <p:tav tm="100000">
                                          <p:val>
                                            <p:strVal val="#ppt_x"/>
                                          </p:val>
                                        </p:tav>
                                      </p:tavLst>
                                    </p:anim>
                                    <p:anim calcmode="lin" valueType="num">
                                      <p:cBhvr additive="base">
                                        <p:cTn id="34" dur="500" fill="hold"/>
                                        <p:tgtEl>
                                          <p:spTgt spid="36"/>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childTnLst>
                                </p:cTn>
                              </p:par>
                            </p:childTnLst>
                          </p:cTn>
                        </p:par>
                        <p:par>
                          <p:cTn id="38" fill="hold">
                            <p:stCondLst>
                              <p:cond delay="3000"/>
                            </p:stCondLst>
                            <p:childTnLst>
                              <p:par>
                                <p:cTn id="39" presetID="10"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animBg="1"/>
      <p:bldP spid="14"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3954463" y="458788"/>
            <a:ext cx="4252912" cy="723900"/>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أهمية تكنولوجيا التعليم</a:t>
            </a:r>
            <a:endParaRPr lang="en-CA" sz="4400" b="1" u="sng" spc="-150" dirty="0">
              <a:solidFill>
                <a:prstClr val="black">
                  <a:lumMod val="50000"/>
                  <a:lumOff val="50000"/>
                </a:prstClr>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5538788" y="1833563"/>
            <a:ext cx="6500812" cy="3494087"/>
          </a:xfrm>
          <a:prstGeom prst="rect">
            <a:avLst/>
          </a:prstGeom>
          <a:noFill/>
          <a:ln w="9525">
            <a:noFill/>
            <a:miter lim="800000"/>
            <a:headEnd/>
            <a:tailEnd/>
          </a:ln>
        </p:spPr>
        <p:txBody>
          <a:bodyPr lIns="45720" tIns="22860" rIns="45720" bIns="22860">
            <a:spAutoFit/>
          </a:bodyPr>
          <a:lstStyle/>
          <a:p>
            <a:pPr algn="ctr" defTabSz="1088232" rtl="1" fontAlgn="auto">
              <a:lnSpc>
                <a:spcPct val="200000"/>
              </a:lnSpc>
              <a:spcBef>
                <a:spcPts val="0"/>
              </a:spcBef>
              <a:spcAft>
                <a:spcPts val="0"/>
              </a:spcAft>
              <a:defRPr/>
            </a:pPr>
            <a:r>
              <a:rPr lang="ar-SA" sz="3200" b="1" u="sng" dirty="0">
                <a:solidFill>
                  <a:srgbClr val="F39C12"/>
                </a:solidFill>
                <a:latin typeface="+mn-lt"/>
                <a:cs typeface="+mn-cs"/>
              </a:rPr>
              <a:t>زياد الفهم</a:t>
            </a:r>
            <a:endParaRPr lang="en-US" sz="3200" b="1" u="sng" dirty="0">
              <a:solidFill>
                <a:srgbClr val="F39C12"/>
              </a:solidFill>
              <a:latin typeface="+mn-lt"/>
              <a:cs typeface="+mn-cs"/>
            </a:endParaRPr>
          </a:p>
          <a:p>
            <a:pPr algn="ctr" defTabSz="1088232" rtl="1" fontAlgn="auto">
              <a:spcBef>
                <a:spcPts val="0"/>
              </a:spcBef>
              <a:spcAft>
                <a:spcPts val="0"/>
              </a:spcAft>
              <a:defRPr/>
            </a:pPr>
            <a:r>
              <a:rPr lang="ar-SA" sz="3200" dirty="0">
                <a:cs typeface="+mn-cs"/>
              </a:rPr>
              <a:t>إن الطرق التقليدية من خلال الكلام والتلقين لم تعد تُؤْتي أُكْلَها، فعند عرض المدرس صورة من أجل الشرح يكون أفضل من طريقة الشرح بالكلام، حيث أن الصورة تجسد الكلام وتدركه بصورة أفضل. </a:t>
            </a:r>
            <a:endParaRPr lang="en-US" sz="3200" dirty="0">
              <a:solidFill>
                <a:prstClr val="white">
                  <a:lumMod val="65000"/>
                </a:prstClr>
              </a:solidFill>
              <a:latin typeface="Open Sans" pitchFamily="34" charset="0"/>
              <a:ea typeface="Open Sans" pitchFamily="34" charset="0"/>
              <a:cs typeface="Open Sans" pitchFamily="34" charset="0"/>
            </a:endParaRPr>
          </a:p>
        </p:txBody>
      </p:sp>
      <p:sp>
        <p:nvSpPr>
          <p:cNvPr id="15" name="Rounded Rectangle 14"/>
          <p:cNvSpPr/>
          <p:nvPr/>
        </p:nvSpPr>
        <p:spPr>
          <a:xfrm>
            <a:off x="9842500" y="2152650"/>
            <a:ext cx="571500" cy="573088"/>
          </a:xfrm>
          <a:prstGeom prst="round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5" name="Group 4"/>
          <p:cNvGrpSpPr>
            <a:grpSpLocks/>
          </p:cNvGrpSpPr>
          <p:nvPr/>
        </p:nvGrpSpPr>
        <p:grpSpPr bwMode="auto">
          <a:xfrm>
            <a:off x="1446213" y="4508500"/>
            <a:ext cx="3454400" cy="889000"/>
            <a:chOff x="1446213" y="4508500"/>
            <a:chExt cx="3454400" cy="889000"/>
          </a:xfrm>
        </p:grpSpPr>
        <p:sp>
          <p:nvSpPr>
            <p:cNvPr id="516113" name="Freeform 9"/>
            <p:cNvSpPr>
              <a:spLocks/>
            </p:cNvSpPr>
            <p:nvPr/>
          </p:nvSpPr>
          <p:spPr bwMode="auto">
            <a:xfrm>
              <a:off x="1446213" y="4508500"/>
              <a:ext cx="3454400" cy="889000"/>
            </a:xfrm>
            <a:custGeom>
              <a:avLst/>
              <a:gdLst>
                <a:gd name="T0" fmla="*/ 231854370 w 2176"/>
                <a:gd name="T1" fmla="*/ 1338203576 h 560"/>
                <a:gd name="T2" fmla="*/ 226814060 w 2176"/>
                <a:gd name="T3" fmla="*/ 1048384940 h 560"/>
                <a:gd name="T4" fmla="*/ 201612459 w 2176"/>
                <a:gd name="T5" fmla="*/ 773687036 h 560"/>
                <a:gd name="T6" fmla="*/ 158769028 w 2176"/>
                <a:gd name="T7" fmla="*/ 526711831 h 560"/>
                <a:gd name="T8" fmla="*/ 110886875 w 2176"/>
                <a:gd name="T9" fmla="*/ 312499338 h 560"/>
                <a:gd name="T10" fmla="*/ 47882166 w 2176"/>
                <a:gd name="T11" fmla="*/ 123486858 h 560"/>
                <a:gd name="T12" fmla="*/ 0 w 2176"/>
                <a:gd name="T13" fmla="*/ 0 h 560"/>
                <a:gd name="T14" fmla="*/ 2147483647 w 2176"/>
                <a:gd name="T15" fmla="*/ 12599985 h 560"/>
                <a:gd name="T16" fmla="*/ 2147483647 w 2176"/>
                <a:gd name="T17" fmla="*/ 42843444 h 560"/>
                <a:gd name="T18" fmla="*/ 2147483647 w 2176"/>
                <a:gd name="T19" fmla="*/ 80644990 h 560"/>
                <a:gd name="T20" fmla="*/ 2147483647 w 2176"/>
                <a:gd name="T21" fmla="*/ 128527169 h 560"/>
                <a:gd name="T22" fmla="*/ 2147483647 w 2176"/>
                <a:gd name="T23" fmla="*/ 176410910 h 560"/>
                <a:gd name="T24" fmla="*/ 2147483647 w 2176"/>
                <a:gd name="T25" fmla="*/ 226814063 h 560"/>
                <a:gd name="T26" fmla="*/ 2147483647 w 2176"/>
                <a:gd name="T27" fmla="*/ 320059010 h 560"/>
                <a:gd name="T28" fmla="*/ 2147483647 w 2176"/>
                <a:gd name="T29" fmla="*/ 398184613 h 560"/>
                <a:gd name="T30" fmla="*/ 2147483647 w 2176"/>
                <a:gd name="T31" fmla="*/ 483869987 h 560"/>
                <a:gd name="T32" fmla="*/ 2147483647 w 2176"/>
                <a:gd name="T33" fmla="*/ 534273091 h 560"/>
                <a:gd name="T34" fmla="*/ 2147483647 w 2176"/>
                <a:gd name="T35" fmla="*/ 589716504 h 560"/>
                <a:gd name="T36" fmla="*/ 2147483647 w 2176"/>
                <a:gd name="T37" fmla="*/ 632558348 h 560"/>
                <a:gd name="T38" fmla="*/ 2147483647 w 2176"/>
                <a:gd name="T39" fmla="*/ 667842107 h 560"/>
                <a:gd name="T40" fmla="*/ 2147483647 w 2176"/>
                <a:gd name="T41" fmla="*/ 693043659 h 560"/>
                <a:gd name="T42" fmla="*/ 2147483647 w 2176"/>
                <a:gd name="T43" fmla="*/ 710683951 h 560"/>
                <a:gd name="T44" fmla="*/ 2147483647 w 2176"/>
                <a:gd name="T45" fmla="*/ 723283933 h 560"/>
                <a:gd name="T46" fmla="*/ 2147483647 w 2176"/>
                <a:gd name="T47" fmla="*/ 735885503 h 560"/>
                <a:gd name="T48" fmla="*/ 2147483647 w 2176"/>
                <a:gd name="T49" fmla="*/ 761087054 h 560"/>
                <a:gd name="T50" fmla="*/ 2147483647 w 2176"/>
                <a:gd name="T51" fmla="*/ 803928898 h 560"/>
                <a:gd name="T52" fmla="*/ 2147483647 w 2176"/>
                <a:gd name="T53" fmla="*/ 846772528 h 560"/>
                <a:gd name="T54" fmla="*/ 2147483647 w 2176"/>
                <a:gd name="T55" fmla="*/ 902215941 h 560"/>
                <a:gd name="T56" fmla="*/ 2147483647 w 2176"/>
                <a:gd name="T57" fmla="*/ 962699665 h 560"/>
                <a:gd name="T58" fmla="*/ 2147483647 w 2176"/>
                <a:gd name="T59" fmla="*/ 1005541508 h 560"/>
                <a:gd name="T60" fmla="*/ 2147483647 w 2176"/>
                <a:gd name="T61" fmla="*/ 1043344630 h 560"/>
                <a:gd name="T62" fmla="*/ 2147483647 w 2176"/>
                <a:gd name="T63" fmla="*/ 1081146163 h 560"/>
                <a:gd name="T64" fmla="*/ 2147483647 w 2176"/>
                <a:gd name="T65" fmla="*/ 1129029905 h 560"/>
                <a:gd name="T66" fmla="*/ 2147483647 w 2176"/>
                <a:gd name="T67" fmla="*/ 1244957042 h 560"/>
                <a:gd name="T68" fmla="*/ 2147483647 w 2176"/>
                <a:gd name="T69" fmla="*/ 1355843868 h 560"/>
                <a:gd name="T70" fmla="*/ 2147483647 w 2176"/>
                <a:gd name="T71" fmla="*/ 1411287282 h 5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76"/>
                <a:gd name="T109" fmla="*/ 0 h 560"/>
                <a:gd name="T110" fmla="*/ 2176 w 2176"/>
                <a:gd name="T111" fmla="*/ 560 h 5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92" y="560"/>
                  </a:ln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23" name="Group 22"/>
            <p:cNvGrpSpPr/>
            <p:nvPr/>
          </p:nvGrpSpPr>
          <p:grpSpPr>
            <a:xfrm>
              <a:off x="2658246" y="4710722"/>
              <a:ext cx="477914" cy="429490"/>
              <a:chOff x="5583238" y="3892551"/>
              <a:chExt cx="360363" cy="323850"/>
            </a:xfrm>
            <a:solidFill>
              <a:schemeClr val="bg1"/>
            </a:solidFill>
          </p:grpSpPr>
          <p:sp>
            <p:nvSpPr>
              <p:cNvPr id="24"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5"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6"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36" name="Group 35"/>
          <p:cNvGrpSpPr>
            <a:grpSpLocks/>
          </p:cNvGrpSpPr>
          <p:nvPr/>
        </p:nvGrpSpPr>
        <p:grpSpPr bwMode="auto">
          <a:xfrm>
            <a:off x="1090613" y="1835150"/>
            <a:ext cx="3411537" cy="893763"/>
            <a:chOff x="1090613" y="1835151"/>
            <a:chExt cx="3411538" cy="893762"/>
          </a:xfrm>
        </p:grpSpPr>
        <p:sp>
          <p:nvSpPr>
            <p:cNvPr id="516111" name="Freeform 6"/>
            <p:cNvSpPr>
              <a:spLocks/>
            </p:cNvSpPr>
            <p:nvPr/>
          </p:nvSpPr>
          <p:spPr bwMode="auto">
            <a:xfrm>
              <a:off x="1090613" y="1835151"/>
              <a:ext cx="3411538" cy="893762"/>
            </a:xfrm>
            <a:custGeom>
              <a:avLst/>
              <a:gdLst>
                <a:gd name="T0" fmla="*/ 0 w 2149"/>
                <a:gd name="T1" fmla="*/ 1418846163 h 563"/>
                <a:gd name="T2" fmla="*/ 35282189 w 2149"/>
                <a:gd name="T3" fmla="*/ 1340722190 h 563"/>
                <a:gd name="T4" fmla="*/ 78124051 w 2149"/>
                <a:gd name="T5" fmla="*/ 1247475708 h 563"/>
                <a:gd name="T6" fmla="*/ 133567496 w 2149"/>
                <a:gd name="T7" fmla="*/ 1149188918 h 563"/>
                <a:gd name="T8" fmla="*/ 189012504 w 2149"/>
                <a:gd name="T9" fmla="*/ 1055944023 h 563"/>
                <a:gd name="T10" fmla="*/ 252015647 w 2149"/>
                <a:gd name="T11" fmla="*/ 957658821 h 563"/>
                <a:gd name="T12" fmla="*/ 325100949 w 2149"/>
                <a:gd name="T13" fmla="*/ 866933286 h 563"/>
                <a:gd name="T14" fmla="*/ 398184664 w 2149"/>
                <a:gd name="T15" fmla="*/ 773686605 h 563"/>
                <a:gd name="T16" fmla="*/ 441028200 w 2149"/>
                <a:gd name="T17" fmla="*/ 725804478 h 563"/>
                <a:gd name="T18" fmla="*/ 496471621 w 2149"/>
                <a:gd name="T19" fmla="*/ 675401403 h 563"/>
                <a:gd name="T20" fmla="*/ 546873143 w 2149"/>
                <a:gd name="T21" fmla="*/ 627517688 h 563"/>
                <a:gd name="T22" fmla="*/ 599797201 w 2149"/>
                <a:gd name="T23" fmla="*/ 577114613 h 563"/>
                <a:gd name="T24" fmla="*/ 662801882 w 2149"/>
                <a:gd name="T25" fmla="*/ 534272793 h 563"/>
                <a:gd name="T26" fmla="*/ 723285613 w 2149"/>
                <a:gd name="T27" fmla="*/ 491429385 h 563"/>
                <a:gd name="T28" fmla="*/ 864414518 w 2149"/>
                <a:gd name="T29" fmla="*/ 413305314 h 563"/>
                <a:gd name="T30" fmla="*/ 1005541637 w 2149"/>
                <a:gd name="T31" fmla="*/ 337700701 h 563"/>
                <a:gd name="T32" fmla="*/ 1159271915 w 2149"/>
                <a:gd name="T33" fmla="*/ 272176704 h 563"/>
                <a:gd name="T34" fmla="*/ 1325602176 w 2149"/>
                <a:gd name="T35" fmla="*/ 216733321 h 563"/>
                <a:gd name="T36" fmla="*/ 1496972749 w 2149"/>
                <a:gd name="T37" fmla="*/ 161289889 h 563"/>
                <a:gd name="T38" fmla="*/ 1668343718 w 2149"/>
                <a:gd name="T39" fmla="*/ 118446482 h 563"/>
                <a:gd name="T40" fmla="*/ 1854835223 w 2149"/>
                <a:gd name="T41" fmla="*/ 80644945 h 563"/>
                <a:gd name="T42" fmla="*/ 2043846090 w 2149"/>
                <a:gd name="T43" fmla="*/ 50403087 h 563"/>
                <a:gd name="T44" fmla="*/ 2147483647 w 2149"/>
                <a:gd name="T45" fmla="*/ 25201544 h 563"/>
                <a:gd name="T46" fmla="*/ 2147483647 w 2149"/>
                <a:gd name="T47" fmla="*/ 12599978 h 563"/>
                <a:gd name="T48" fmla="*/ 2147483647 w 2149"/>
                <a:gd name="T49" fmla="*/ 0 h 563"/>
                <a:gd name="T50" fmla="*/ 2147483647 w 2149"/>
                <a:gd name="T51" fmla="*/ 0 h 563"/>
                <a:gd name="T52" fmla="*/ 2147483647 w 2149"/>
                <a:gd name="T53" fmla="*/ 7559671 h 563"/>
                <a:gd name="T54" fmla="*/ 2147483647 w 2149"/>
                <a:gd name="T55" fmla="*/ 25201544 h 563"/>
                <a:gd name="T56" fmla="*/ 2147483647 w 2149"/>
                <a:gd name="T57" fmla="*/ 45362780 h 563"/>
                <a:gd name="T58" fmla="*/ 2147483647 w 2149"/>
                <a:gd name="T59" fmla="*/ 75604637 h 563"/>
                <a:gd name="T60" fmla="*/ 2147483647 w 2149"/>
                <a:gd name="T61" fmla="*/ 110886814 h 563"/>
                <a:gd name="T62" fmla="*/ 2147483647 w 2149"/>
                <a:gd name="T63" fmla="*/ 153728634 h 563"/>
                <a:gd name="T64" fmla="*/ 2147483647 w 2149"/>
                <a:gd name="T65" fmla="*/ 209172066 h 563"/>
                <a:gd name="T66" fmla="*/ 2147483647 w 2149"/>
                <a:gd name="T67" fmla="*/ 264615449 h 563"/>
                <a:gd name="T68" fmla="*/ 2147483647 w 2149"/>
                <a:gd name="T69" fmla="*/ 337700701 h 563"/>
                <a:gd name="T70" fmla="*/ 2147483647 w 2149"/>
                <a:gd name="T71" fmla="*/ 413305314 h 563"/>
                <a:gd name="T72" fmla="*/ 2147483647 w 2149"/>
                <a:gd name="T73" fmla="*/ 491429385 h 563"/>
                <a:gd name="T74" fmla="*/ 2147483647 w 2149"/>
                <a:gd name="T75" fmla="*/ 534272793 h 563"/>
                <a:gd name="T76" fmla="*/ 2147483647 w 2149"/>
                <a:gd name="T77" fmla="*/ 584675868 h 563"/>
                <a:gd name="T78" fmla="*/ 2147483647 w 2149"/>
                <a:gd name="T79" fmla="*/ 627517688 h 563"/>
                <a:gd name="T80" fmla="*/ 2147483647 w 2149"/>
                <a:gd name="T81" fmla="*/ 682961070 h 563"/>
                <a:gd name="T82" fmla="*/ 2147483647 w 2149"/>
                <a:gd name="T83" fmla="*/ 730844785 h 563"/>
                <a:gd name="T84" fmla="*/ 2147483647 w 2149"/>
                <a:gd name="T85" fmla="*/ 786288168 h 563"/>
                <a:gd name="T86" fmla="*/ 2147483647 w 2149"/>
                <a:gd name="T87" fmla="*/ 841731748 h 563"/>
                <a:gd name="T88" fmla="*/ 2147483647 w 2149"/>
                <a:gd name="T89" fmla="*/ 897175131 h 563"/>
                <a:gd name="T90" fmla="*/ 2147483647 w 2149"/>
                <a:gd name="T91" fmla="*/ 957658821 h 563"/>
                <a:gd name="T92" fmla="*/ 2147483647 w 2149"/>
                <a:gd name="T93" fmla="*/ 1020661871 h 563"/>
                <a:gd name="T94" fmla="*/ 2147483647 w 2149"/>
                <a:gd name="T95" fmla="*/ 1088706816 h 563"/>
                <a:gd name="T96" fmla="*/ 2147483647 w 2149"/>
                <a:gd name="T97" fmla="*/ 1154229226 h 563"/>
                <a:gd name="T98" fmla="*/ 2147483647 w 2149"/>
                <a:gd name="T99" fmla="*/ 1234874146 h 563"/>
                <a:gd name="T100" fmla="*/ 2147483647 w 2149"/>
                <a:gd name="T101" fmla="*/ 1315520653 h 563"/>
                <a:gd name="T102" fmla="*/ 2147483647 w 2149"/>
                <a:gd name="T103" fmla="*/ 1388604318 h 563"/>
                <a:gd name="T104" fmla="*/ 2147483647 w 2149"/>
                <a:gd name="T105" fmla="*/ 1418846163 h 563"/>
                <a:gd name="T106" fmla="*/ 0 w 2149"/>
                <a:gd name="T107" fmla="*/ 1418846163 h 5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9"/>
                <a:gd name="T163" fmla="*/ 0 h 563"/>
                <a:gd name="T164" fmla="*/ 2149 w 2149"/>
                <a:gd name="T165" fmla="*/ 563 h 5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rgbClr val="C0392B"/>
            </a:solidFill>
            <a:ln w="9525">
              <a:noFill/>
              <a:miter lim="800000"/>
              <a:headEnd/>
              <a:tailEnd/>
            </a:ln>
          </p:spPr>
          <p:txBody>
            <a:bodyPr/>
            <a:lstStyle/>
            <a:p>
              <a:endParaRPr lang="el-GR">
                <a:solidFill>
                  <a:srgbClr val="000000"/>
                </a:solidFill>
              </a:endParaRPr>
            </a:p>
          </p:txBody>
        </p:sp>
        <p:grpSp>
          <p:nvGrpSpPr>
            <p:cNvPr id="27" name="Group 26"/>
            <p:cNvGrpSpPr/>
            <p:nvPr/>
          </p:nvGrpSpPr>
          <p:grpSpPr>
            <a:xfrm>
              <a:off x="2670878" y="2117802"/>
              <a:ext cx="452650" cy="404228"/>
              <a:chOff x="8450263" y="4408488"/>
              <a:chExt cx="341313" cy="304801"/>
            </a:xfrm>
            <a:solidFill>
              <a:schemeClr val="bg1"/>
            </a:solidFill>
          </p:grpSpPr>
          <p:sp>
            <p:nvSpPr>
              <p:cNvPr id="28" name="Freeform 31"/>
              <p:cNvSpPr>
                <a:spLocks/>
              </p:cNvSpPr>
              <p:nvPr/>
            </p:nvSpPr>
            <p:spPr bwMode="auto">
              <a:xfrm>
                <a:off x="8505826" y="4683126"/>
                <a:ext cx="230188" cy="30163"/>
              </a:xfrm>
              <a:custGeom>
                <a:avLst/>
                <a:gdLst>
                  <a:gd name="T0" fmla="*/ 126 w 145"/>
                  <a:gd name="T1" fmla="*/ 0 h 19"/>
                  <a:gd name="T2" fmla="*/ 24 w 145"/>
                  <a:gd name="T3" fmla="*/ 0 h 19"/>
                  <a:gd name="T4" fmla="*/ 24 w 145"/>
                  <a:gd name="T5" fmla="*/ 10 h 19"/>
                  <a:gd name="T6" fmla="*/ 0 w 145"/>
                  <a:gd name="T7" fmla="*/ 10 h 19"/>
                  <a:gd name="T8" fmla="*/ 0 w 145"/>
                  <a:gd name="T9" fmla="*/ 19 h 19"/>
                  <a:gd name="T10" fmla="*/ 145 w 145"/>
                  <a:gd name="T11" fmla="*/ 19 h 19"/>
                  <a:gd name="T12" fmla="*/ 145 w 145"/>
                  <a:gd name="T13" fmla="*/ 10 h 19"/>
                  <a:gd name="T14" fmla="*/ 126 w 145"/>
                  <a:gd name="T15" fmla="*/ 10 h 19"/>
                  <a:gd name="T16" fmla="*/ 126 w 14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9">
                    <a:moveTo>
                      <a:pt x="126" y="0"/>
                    </a:moveTo>
                    <a:lnTo>
                      <a:pt x="24" y="0"/>
                    </a:lnTo>
                    <a:lnTo>
                      <a:pt x="24" y="10"/>
                    </a:lnTo>
                    <a:lnTo>
                      <a:pt x="0" y="10"/>
                    </a:lnTo>
                    <a:lnTo>
                      <a:pt x="0" y="19"/>
                    </a:lnTo>
                    <a:lnTo>
                      <a:pt x="145" y="19"/>
                    </a:lnTo>
                    <a:lnTo>
                      <a:pt x="145" y="10"/>
                    </a:lnTo>
                    <a:lnTo>
                      <a:pt x="126" y="10"/>
                    </a:lnTo>
                    <a:lnTo>
                      <a:pt x="12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9" name="Freeform 32"/>
              <p:cNvSpPr>
                <a:spLocks noEditPoints="1"/>
              </p:cNvSpPr>
              <p:nvPr/>
            </p:nvSpPr>
            <p:spPr bwMode="auto">
              <a:xfrm>
                <a:off x="8450263" y="4408488"/>
                <a:ext cx="341313" cy="266700"/>
              </a:xfrm>
              <a:custGeom>
                <a:avLst/>
                <a:gdLst>
                  <a:gd name="T0" fmla="*/ 87 w 91"/>
                  <a:gd name="T1" fmla="*/ 0 h 71"/>
                  <a:gd name="T2" fmla="*/ 4 w 91"/>
                  <a:gd name="T3" fmla="*/ 0 h 71"/>
                  <a:gd name="T4" fmla="*/ 0 w 91"/>
                  <a:gd name="T5" fmla="*/ 3 h 71"/>
                  <a:gd name="T6" fmla="*/ 0 w 91"/>
                  <a:gd name="T7" fmla="*/ 67 h 71"/>
                  <a:gd name="T8" fmla="*/ 4 w 91"/>
                  <a:gd name="T9" fmla="*/ 71 h 71"/>
                  <a:gd name="T10" fmla="*/ 87 w 91"/>
                  <a:gd name="T11" fmla="*/ 71 h 71"/>
                  <a:gd name="T12" fmla="*/ 91 w 91"/>
                  <a:gd name="T13" fmla="*/ 67 h 71"/>
                  <a:gd name="T14" fmla="*/ 91 w 91"/>
                  <a:gd name="T15" fmla="*/ 3 h 71"/>
                  <a:gd name="T16" fmla="*/ 87 w 91"/>
                  <a:gd name="T17" fmla="*/ 0 h 71"/>
                  <a:gd name="T18" fmla="*/ 46 w 91"/>
                  <a:gd name="T19" fmla="*/ 68 h 71"/>
                  <a:gd name="T20" fmla="*/ 41 w 91"/>
                  <a:gd name="T21" fmla="*/ 63 h 71"/>
                  <a:gd name="T22" fmla="*/ 46 w 91"/>
                  <a:gd name="T23" fmla="*/ 58 h 71"/>
                  <a:gd name="T24" fmla="*/ 51 w 91"/>
                  <a:gd name="T25" fmla="*/ 63 h 71"/>
                  <a:gd name="T26" fmla="*/ 46 w 91"/>
                  <a:gd name="T27" fmla="*/ 68 h 71"/>
                  <a:gd name="T28" fmla="*/ 86 w 91"/>
                  <a:gd name="T29" fmla="*/ 55 h 71"/>
                  <a:gd name="T30" fmla="*/ 6 w 91"/>
                  <a:gd name="T31" fmla="*/ 55 h 71"/>
                  <a:gd name="T32" fmla="*/ 6 w 91"/>
                  <a:gd name="T33" fmla="*/ 5 h 71"/>
                  <a:gd name="T34" fmla="*/ 86 w 91"/>
                  <a:gd name="T35" fmla="*/ 5 h 71"/>
                  <a:gd name="T36" fmla="*/ 86 w 91"/>
                  <a:gd name="T3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1">
                    <a:moveTo>
                      <a:pt x="87" y="0"/>
                    </a:moveTo>
                    <a:cubicBezTo>
                      <a:pt x="4" y="0"/>
                      <a:pt x="4" y="0"/>
                      <a:pt x="4" y="0"/>
                    </a:cubicBezTo>
                    <a:cubicBezTo>
                      <a:pt x="2" y="0"/>
                      <a:pt x="0" y="1"/>
                      <a:pt x="0" y="3"/>
                    </a:cubicBezTo>
                    <a:cubicBezTo>
                      <a:pt x="0" y="67"/>
                      <a:pt x="0" y="67"/>
                      <a:pt x="0" y="67"/>
                    </a:cubicBezTo>
                    <a:cubicBezTo>
                      <a:pt x="0" y="69"/>
                      <a:pt x="2" y="71"/>
                      <a:pt x="4" y="71"/>
                    </a:cubicBezTo>
                    <a:cubicBezTo>
                      <a:pt x="87" y="71"/>
                      <a:pt x="87" y="71"/>
                      <a:pt x="87" y="71"/>
                    </a:cubicBezTo>
                    <a:cubicBezTo>
                      <a:pt x="89" y="71"/>
                      <a:pt x="91" y="69"/>
                      <a:pt x="91" y="67"/>
                    </a:cubicBezTo>
                    <a:cubicBezTo>
                      <a:pt x="91" y="3"/>
                      <a:pt x="91" y="3"/>
                      <a:pt x="91" y="3"/>
                    </a:cubicBezTo>
                    <a:cubicBezTo>
                      <a:pt x="91" y="1"/>
                      <a:pt x="89" y="0"/>
                      <a:pt x="87" y="0"/>
                    </a:cubicBezTo>
                    <a:close/>
                    <a:moveTo>
                      <a:pt x="46" y="68"/>
                    </a:moveTo>
                    <a:cubicBezTo>
                      <a:pt x="43" y="68"/>
                      <a:pt x="41" y="65"/>
                      <a:pt x="41" y="63"/>
                    </a:cubicBezTo>
                    <a:cubicBezTo>
                      <a:pt x="41" y="60"/>
                      <a:pt x="43" y="58"/>
                      <a:pt x="46" y="58"/>
                    </a:cubicBezTo>
                    <a:cubicBezTo>
                      <a:pt x="48" y="58"/>
                      <a:pt x="51" y="60"/>
                      <a:pt x="51" y="63"/>
                    </a:cubicBezTo>
                    <a:cubicBezTo>
                      <a:pt x="51" y="65"/>
                      <a:pt x="48" y="68"/>
                      <a:pt x="46" y="68"/>
                    </a:cubicBezTo>
                    <a:close/>
                    <a:moveTo>
                      <a:pt x="86" y="55"/>
                    </a:moveTo>
                    <a:cubicBezTo>
                      <a:pt x="6" y="55"/>
                      <a:pt x="6" y="55"/>
                      <a:pt x="6" y="55"/>
                    </a:cubicBezTo>
                    <a:cubicBezTo>
                      <a:pt x="6" y="5"/>
                      <a:pt x="6" y="5"/>
                      <a:pt x="6" y="5"/>
                    </a:cubicBezTo>
                    <a:cubicBezTo>
                      <a:pt x="86" y="5"/>
                      <a:pt x="86" y="5"/>
                      <a:pt x="86" y="5"/>
                    </a:cubicBezTo>
                    <a:lnTo>
                      <a:pt x="86" y="55"/>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7" name="Group 6"/>
          <p:cNvGrpSpPr>
            <a:grpSpLocks/>
          </p:cNvGrpSpPr>
          <p:nvPr/>
        </p:nvGrpSpPr>
        <p:grpSpPr bwMode="auto">
          <a:xfrm>
            <a:off x="985838" y="2725738"/>
            <a:ext cx="3786187" cy="893762"/>
            <a:chOff x="985838" y="2725738"/>
            <a:chExt cx="3786188" cy="893762"/>
          </a:xfrm>
        </p:grpSpPr>
        <p:sp>
          <p:nvSpPr>
            <p:cNvPr id="516109" name="Freeform 7"/>
            <p:cNvSpPr>
              <a:spLocks/>
            </p:cNvSpPr>
            <p:nvPr/>
          </p:nvSpPr>
          <p:spPr bwMode="auto">
            <a:xfrm>
              <a:off x="985838" y="2725738"/>
              <a:ext cx="3786188" cy="893762"/>
            </a:xfrm>
            <a:custGeom>
              <a:avLst/>
              <a:gdLst>
                <a:gd name="T0" fmla="*/ 55443447 w 2385"/>
                <a:gd name="T1" fmla="*/ 1418846163 h 563"/>
                <a:gd name="T2" fmla="*/ 55443447 w 2385"/>
                <a:gd name="T3" fmla="*/ 1406246188 h 563"/>
                <a:gd name="T4" fmla="*/ 37801552 w 2385"/>
                <a:gd name="T5" fmla="*/ 1312999705 h 563"/>
                <a:gd name="T6" fmla="*/ 25201562 w 2385"/>
                <a:gd name="T7" fmla="*/ 1214712916 h 563"/>
                <a:gd name="T8" fmla="*/ 12601575 w 2385"/>
                <a:gd name="T9" fmla="*/ 1116427713 h 563"/>
                <a:gd name="T10" fmla="*/ 0 w 2385"/>
                <a:gd name="T11" fmla="*/ 1018142511 h 563"/>
                <a:gd name="T12" fmla="*/ 0 w 2385"/>
                <a:gd name="T13" fmla="*/ 919855721 h 563"/>
                <a:gd name="T14" fmla="*/ 0 w 2385"/>
                <a:gd name="T15" fmla="*/ 821570320 h 563"/>
                <a:gd name="T16" fmla="*/ 5040313 w 2385"/>
                <a:gd name="T17" fmla="*/ 723283530 h 563"/>
                <a:gd name="T18" fmla="*/ 12601575 w 2385"/>
                <a:gd name="T19" fmla="*/ 619958020 h 563"/>
                <a:gd name="T20" fmla="*/ 25201562 w 2385"/>
                <a:gd name="T21" fmla="*/ 521671230 h 563"/>
                <a:gd name="T22" fmla="*/ 42843451 w 2385"/>
                <a:gd name="T23" fmla="*/ 415824674 h 563"/>
                <a:gd name="T24" fmla="*/ 60483758 w 2385"/>
                <a:gd name="T25" fmla="*/ 317539471 h 563"/>
                <a:gd name="T26" fmla="*/ 90725625 w 2385"/>
                <a:gd name="T27" fmla="*/ 219252681 h 563"/>
                <a:gd name="T28" fmla="*/ 123488465 w 2385"/>
                <a:gd name="T29" fmla="*/ 120967429 h 563"/>
                <a:gd name="T30" fmla="*/ 158769056 w 2385"/>
                <a:gd name="T31" fmla="*/ 17640289 h 563"/>
                <a:gd name="T32" fmla="*/ 166330316 w 2385"/>
                <a:gd name="T33" fmla="*/ 0 h 563"/>
                <a:gd name="T34" fmla="*/ 2147483647 w 2385"/>
                <a:gd name="T35" fmla="*/ 0 h 563"/>
                <a:gd name="T36" fmla="*/ 2147483647 w 2385"/>
                <a:gd name="T37" fmla="*/ 35282165 h 563"/>
                <a:gd name="T38" fmla="*/ 2147483647 w 2385"/>
                <a:gd name="T39" fmla="*/ 98285227 h 563"/>
                <a:gd name="T40" fmla="*/ 2147483647 w 2385"/>
                <a:gd name="T41" fmla="*/ 158768942 h 563"/>
                <a:gd name="T42" fmla="*/ 2147483647 w 2385"/>
                <a:gd name="T43" fmla="*/ 214212374 h 563"/>
                <a:gd name="T44" fmla="*/ 2147483647 w 2385"/>
                <a:gd name="T45" fmla="*/ 264615449 h 563"/>
                <a:gd name="T46" fmla="*/ 2147483647 w 2385"/>
                <a:gd name="T47" fmla="*/ 312499164 h 563"/>
                <a:gd name="T48" fmla="*/ 2147483647 w 2385"/>
                <a:gd name="T49" fmla="*/ 355340984 h 563"/>
                <a:gd name="T50" fmla="*/ 2147483647 w 2385"/>
                <a:gd name="T51" fmla="*/ 393144084 h 563"/>
                <a:gd name="T52" fmla="*/ 2147483647 w 2385"/>
                <a:gd name="T53" fmla="*/ 435986003 h 563"/>
                <a:gd name="T54" fmla="*/ 2147483647 w 2385"/>
                <a:gd name="T55" fmla="*/ 504030948 h 563"/>
                <a:gd name="T56" fmla="*/ 2147483647 w 2385"/>
                <a:gd name="T57" fmla="*/ 564514638 h 563"/>
                <a:gd name="T58" fmla="*/ 2147483647 w 2385"/>
                <a:gd name="T59" fmla="*/ 619958020 h 563"/>
                <a:gd name="T60" fmla="*/ 2147483647 w 2385"/>
                <a:gd name="T61" fmla="*/ 675401403 h 563"/>
                <a:gd name="T62" fmla="*/ 2147483647 w 2385"/>
                <a:gd name="T63" fmla="*/ 730844785 h 563"/>
                <a:gd name="T64" fmla="*/ 2147483647 w 2385"/>
                <a:gd name="T65" fmla="*/ 786288168 h 563"/>
                <a:gd name="T66" fmla="*/ 2147483647 w 2385"/>
                <a:gd name="T67" fmla="*/ 846772056 h 563"/>
                <a:gd name="T68" fmla="*/ 2147483647 w 2385"/>
                <a:gd name="T69" fmla="*/ 919855721 h 563"/>
                <a:gd name="T70" fmla="*/ 2147483647 w 2385"/>
                <a:gd name="T71" fmla="*/ 957658821 h 563"/>
                <a:gd name="T72" fmla="*/ 2147483647 w 2385"/>
                <a:gd name="T73" fmla="*/ 1000500641 h 563"/>
                <a:gd name="T74" fmla="*/ 2147483647 w 2385"/>
                <a:gd name="T75" fmla="*/ 1043344048 h 563"/>
                <a:gd name="T76" fmla="*/ 2147483647 w 2385"/>
                <a:gd name="T77" fmla="*/ 1091226176 h 563"/>
                <a:gd name="T78" fmla="*/ 2147483647 w 2385"/>
                <a:gd name="T79" fmla="*/ 1129027688 h 563"/>
                <a:gd name="T80" fmla="*/ 2147483647 w 2385"/>
                <a:gd name="T81" fmla="*/ 1166830788 h 563"/>
                <a:gd name="T82" fmla="*/ 2147483647 w 2385"/>
                <a:gd name="T83" fmla="*/ 1197072633 h 563"/>
                <a:gd name="T84" fmla="*/ 2147483647 w 2385"/>
                <a:gd name="T85" fmla="*/ 1222274171 h 563"/>
                <a:gd name="T86" fmla="*/ 2147483647 w 2385"/>
                <a:gd name="T87" fmla="*/ 1244954761 h 563"/>
                <a:gd name="T88" fmla="*/ 2147483647 w 2385"/>
                <a:gd name="T89" fmla="*/ 1270156298 h 563"/>
                <a:gd name="T90" fmla="*/ 2147483647 w 2385"/>
                <a:gd name="T91" fmla="*/ 1307959398 h 563"/>
                <a:gd name="T92" fmla="*/ 2147483647 w 2385"/>
                <a:gd name="T93" fmla="*/ 1350802805 h 563"/>
                <a:gd name="T94" fmla="*/ 2147483647 w 2385"/>
                <a:gd name="T95" fmla="*/ 1386084958 h 563"/>
                <a:gd name="T96" fmla="*/ 2147483647 w 2385"/>
                <a:gd name="T97" fmla="*/ 1411286495 h 563"/>
                <a:gd name="T98" fmla="*/ 2147483647 w 2385"/>
                <a:gd name="T99" fmla="*/ 1418846163 h 563"/>
                <a:gd name="T100" fmla="*/ 55443447 w 2385"/>
                <a:gd name="T101" fmla="*/ 1418846163 h 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85"/>
                <a:gd name="T154" fmla="*/ 0 h 563"/>
                <a:gd name="T155" fmla="*/ 2385 w 2385"/>
                <a:gd name="T156" fmla="*/ 563 h 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rgbClr val="F39C12"/>
            </a:solidFill>
            <a:ln w="9525">
              <a:noFill/>
              <a:miter lim="800000"/>
              <a:headEnd/>
              <a:tailEnd/>
            </a:ln>
          </p:spPr>
          <p:txBody>
            <a:bodyPr/>
            <a:lstStyle/>
            <a:p>
              <a:endParaRPr lang="el-GR">
                <a:solidFill>
                  <a:srgbClr val="000000"/>
                </a:solidFill>
              </a:endParaRPr>
            </a:p>
          </p:txBody>
        </p:sp>
        <p:sp>
          <p:nvSpPr>
            <p:cNvPr id="516110" name="Freeform 37"/>
            <p:cNvSpPr>
              <a:spLocks noEditPoints="1"/>
            </p:cNvSpPr>
            <p:nvPr/>
          </p:nvSpPr>
          <p:spPr bwMode="auto">
            <a:xfrm>
              <a:off x="2696143" y="3002980"/>
              <a:ext cx="402120" cy="404875"/>
            </a:xfrm>
            <a:custGeom>
              <a:avLst/>
              <a:gdLst>
                <a:gd name="T0" fmla="*/ 2147483647 w 62"/>
                <a:gd name="T1" fmla="*/ 2147483647 h 62"/>
                <a:gd name="T2" fmla="*/ 2147483647 w 62"/>
                <a:gd name="T3" fmla="*/ 1961626239 h 62"/>
                <a:gd name="T4" fmla="*/ 2147483647 w 62"/>
                <a:gd name="T5" fmla="*/ 1961626239 h 62"/>
                <a:gd name="T6" fmla="*/ 630984700 w 62"/>
                <a:gd name="T7" fmla="*/ 213218928 h 62"/>
                <a:gd name="T8" fmla="*/ 630984700 w 62"/>
                <a:gd name="T9" fmla="*/ 213218928 h 62"/>
                <a:gd name="T10" fmla="*/ 630984700 w 62"/>
                <a:gd name="T11" fmla="*/ 170576459 h 62"/>
                <a:gd name="T12" fmla="*/ 126194356 w 62"/>
                <a:gd name="T13" fmla="*/ 127933989 h 62"/>
                <a:gd name="T14" fmla="*/ 210328216 w 62"/>
                <a:gd name="T15" fmla="*/ 639663365 h 62"/>
                <a:gd name="T16" fmla="*/ 210328216 w 62"/>
                <a:gd name="T17" fmla="*/ 639663365 h 62"/>
                <a:gd name="T18" fmla="*/ 210328216 w 62"/>
                <a:gd name="T19" fmla="*/ 639663365 h 62"/>
                <a:gd name="T20" fmla="*/ 1977088162 w 62"/>
                <a:gd name="T21" fmla="*/ 2147483647 h 62"/>
                <a:gd name="T22" fmla="*/ 1977088162 w 62"/>
                <a:gd name="T23" fmla="*/ 2147483647 h 62"/>
                <a:gd name="T24" fmla="*/ 2147483647 w 62"/>
                <a:gd name="T25" fmla="*/ 2147483647 h 62"/>
                <a:gd name="T26" fmla="*/ 2147483647 w 62"/>
                <a:gd name="T27" fmla="*/ 2046917708 h 62"/>
                <a:gd name="T28" fmla="*/ 2147483647 w 62"/>
                <a:gd name="T29" fmla="*/ 2147483647 h 62"/>
                <a:gd name="T30" fmla="*/ 2147483647 w 62"/>
                <a:gd name="T31" fmla="*/ 2147483647 h 62"/>
                <a:gd name="T32" fmla="*/ 2061222023 w 62"/>
                <a:gd name="T33" fmla="*/ 2147483647 h 62"/>
                <a:gd name="T34" fmla="*/ 2147483647 w 62"/>
                <a:gd name="T35" fmla="*/ 2046917708 h 62"/>
                <a:gd name="T36" fmla="*/ 2147483647 w 62"/>
                <a:gd name="T37" fmla="*/ 1961626239 h 62"/>
                <a:gd name="T38" fmla="*/ 2145349398 w 62"/>
                <a:gd name="T39" fmla="*/ 2089560177 h 62"/>
                <a:gd name="T40" fmla="*/ 504790395 w 62"/>
                <a:gd name="T41" fmla="*/ 426437856 h 62"/>
                <a:gd name="T42" fmla="*/ 630984700 w 62"/>
                <a:gd name="T43" fmla="*/ 298510448 h 62"/>
                <a:gd name="T44" fmla="*/ 2147483647 w 62"/>
                <a:gd name="T45" fmla="*/ 1961626239 h 62"/>
                <a:gd name="T46" fmla="*/ 294462128 w 62"/>
                <a:gd name="T47" fmla="*/ 639663365 h 62"/>
                <a:gd name="T48" fmla="*/ 420656433 w 62"/>
                <a:gd name="T49" fmla="*/ 511729427 h 62"/>
                <a:gd name="T50" fmla="*/ 2103282467 w 62"/>
                <a:gd name="T51" fmla="*/ 2147483647 h 62"/>
                <a:gd name="T52" fmla="*/ 1977088162 w 62"/>
                <a:gd name="T53" fmla="*/ 2147483647 h 62"/>
                <a:gd name="T54" fmla="*/ 294462128 w 62"/>
                <a:gd name="T55" fmla="*/ 63966336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
                <a:gd name="T85" fmla="*/ 0 h 62"/>
                <a:gd name="T86" fmla="*/ 62 w 62"/>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 h="62">
                  <a:moveTo>
                    <a:pt x="62" y="62"/>
                  </a:moveTo>
                  <a:cubicBezTo>
                    <a:pt x="57" y="46"/>
                    <a:pt x="57" y="46"/>
                    <a:pt x="57" y="46"/>
                  </a:cubicBezTo>
                  <a:cubicBezTo>
                    <a:pt x="57" y="46"/>
                    <a:pt x="57" y="46"/>
                    <a:pt x="57" y="46"/>
                  </a:cubicBezTo>
                  <a:cubicBezTo>
                    <a:pt x="15" y="5"/>
                    <a:pt x="15" y="5"/>
                    <a:pt x="15" y="5"/>
                  </a:cubicBezTo>
                  <a:cubicBezTo>
                    <a:pt x="15" y="5"/>
                    <a:pt x="15" y="5"/>
                    <a:pt x="15" y="5"/>
                  </a:cubicBezTo>
                  <a:cubicBezTo>
                    <a:pt x="15" y="4"/>
                    <a:pt x="15" y="4"/>
                    <a:pt x="15" y="4"/>
                  </a:cubicBezTo>
                  <a:cubicBezTo>
                    <a:pt x="11" y="1"/>
                    <a:pt x="6" y="0"/>
                    <a:pt x="3" y="3"/>
                  </a:cubicBezTo>
                  <a:cubicBezTo>
                    <a:pt x="0" y="6"/>
                    <a:pt x="1" y="11"/>
                    <a:pt x="5" y="15"/>
                  </a:cubicBezTo>
                  <a:cubicBezTo>
                    <a:pt x="5" y="15"/>
                    <a:pt x="5" y="15"/>
                    <a:pt x="5" y="15"/>
                  </a:cubicBezTo>
                  <a:cubicBezTo>
                    <a:pt x="5" y="15"/>
                    <a:pt x="5" y="15"/>
                    <a:pt x="5" y="15"/>
                  </a:cubicBezTo>
                  <a:cubicBezTo>
                    <a:pt x="47" y="57"/>
                    <a:pt x="47" y="57"/>
                    <a:pt x="47" y="57"/>
                  </a:cubicBezTo>
                  <a:cubicBezTo>
                    <a:pt x="47" y="57"/>
                    <a:pt x="47" y="57"/>
                    <a:pt x="47" y="57"/>
                  </a:cubicBezTo>
                  <a:lnTo>
                    <a:pt x="62" y="62"/>
                  </a:lnTo>
                  <a:close/>
                  <a:moveTo>
                    <a:pt x="56" y="48"/>
                  </a:moveTo>
                  <a:cubicBezTo>
                    <a:pt x="57" y="49"/>
                    <a:pt x="57" y="51"/>
                    <a:pt x="58" y="54"/>
                  </a:cubicBezTo>
                  <a:cubicBezTo>
                    <a:pt x="54" y="58"/>
                    <a:pt x="54" y="58"/>
                    <a:pt x="54" y="58"/>
                  </a:cubicBezTo>
                  <a:cubicBezTo>
                    <a:pt x="51" y="57"/>
                    <a:pt x="49" y="56"/>
                    <a:pt x="49" y="56"/>
                  </a:cubicBezTo>
                  <a:cubicBezTo>
                    <a:pt x="49" y="55"/>
                    <a:pt x="56" y="49"/>
                    <a:pt x="56" y="48"/>
                  </a:cubicBezTo>
                  <a:close/>
                  <a:moveTo>
                    <a:pt x="54" y="46"/>
                  </a:moveTo>
                  <a:cubicBezTo>
                    <a:pt x="54" y="47"/>
                    <a:pt x="53" y="48"/>
                    <a:pt x="51" y="49"/>
                  </a:cubicBezTo>
                  <a:cubicBezTo>
                    <a:pt x="12" y="10"/>
                    <a:pt x="12" y="10"/>
                    <a:pt x="12" y="10"/>
                  </a:cubicBezTo>
                  <a:cubicBezTo>
                    <a:pt x="14" y="9"/>
                    <a:pt x="15" y="8"/>
                    <a:pt x="15" y="7"/>
                  </a:cubicBezTo>
                  <a:cubicBezTo>
                    <a:pt x="16" y="8"/>
                    <a:pt x="53" y="45"/>
                    <a:pt x="54" y="46"/>
                  </a:cubicBezTo>
                  <a:close/>
                  <a:moveTo>
                    <a:pt x="7" y="15"/>
                  </a:moveTo>
                  <a:cubicBezTo>
                    <a:pt x="8" y="15"/>
                    <a:pt x="9" y="13"/>
                    <a:pt x="10" y="12"/>
                  </a:cubicBezTo>
                  <a:cubicBezTo>
                    <a:pt x="50" y="51"/>
                    <a:pt x="50" y="51"/>
                    <a:pt x="50" y="51"/>
                  </a:cubicBezTo>
                  <a:cubicBezTo>
                    <a:pt x="48" y="52"/>
                    <a:pt x="47" y="54"/>
                    <a:pt x="47" y="54"/>
                  </a:cubicBezTo>
                  <a:cubicBezTo>
                    <a:pt x="45" y="53"/>
                    <a:pt x="9" y="16"/>
                    <a:pt x="7" y="15"/>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2" name="Group 1"/>
          <p:cNvGrpSpPr>
            <a:grpSpLocks/>
          </p:cNvGrpSpPr>
          <p:nvPr/>
        </p:nvGrpSpPr>
        <p:grpSpPr bwMode="auto">
          <a:xfrm>
            <a:off x="1330325" y="5397500"/>
            <a:ext cx="3500438" cy="889000"/>
            <a:chOff x="1330326" y="5397500"/>
            <a:chExt cx="3500438" cy="889000"/>
          </a:xfrm>
        </p:grpSpPr>
        <p:sp>
          <p:nvSpPr>
            <p:cNvPr id="516107" name="Freeform 5"/>
            <p:cNvSpPr>
              <a:spLocks/>
            </p:cNvSpPr>
            <p:nvPr/>
          </p:nvSpPr>
          <p:spPr bwMode="auto">
            <a:xfrm>
              <a:off x="1330326" y="5397500"/>
              <a:ext cx="3500438" cy="889000"/>
            </a:xfrm>
            <a:custGeom>
              <a:avLst/>
              <a:gdLst>
                <a:gd name="T0" fmla="*/ 2147483647 w 2205"/>
                <a:gd name="T1" fmla="*/ 1411287282 h 560"/>
                <a:gd name="T2" fmla="*/ 2147483647 w 2205"/>
                <a:gd name="T3" fmla="*/ 1411287282 h 560"/>
                <a:gd name="T4" fmla="*/ 2147483647 w 2205"/>
                <a:gd name="T5" fmla="*/ 1411287282 h 560"/>
                <a:gd name="T6" fmla="*/ 2147483647 w 2205"/>
                <a:gd name="T7" fmla="*/ 1411287282 h 560"/>
                <a:gd name="T8" fmla="*/ 2147483647 w 2205"/>
                <a:gd name="T9" fmla="*/ 1411287282 h 560"/>
                <a:gd name="T10" fmla="*/ 2147483647 w 2205"/>
                <a:gd name="T11" fmla="*/ 1411287282 h 560"/>
                <a:gd name="T12" fmla="*/ 2056447677 w 2205"/>
                <a:gd name="T13" fmla="*/ 1411287282 h 560"/>
                <a:gd name="T14" fmla="*/ 1829633682 w 2205"/>
                <a:gd name="T15" fmla="*/ 1411287282 h 560"/>
                <a:gd name="T16" fmla="*/ 1625501484 w 2205"/>
                <a:gd name="T17" fmla="*/ 1411287282 h 560"/>
                <a:gd name="T18" fmla="*/ 1436489028 w 2205"/>
                <a:gd name="T19" fmla="*/ 1411287282 h 560"/>
                <a:gd name="T20" fmla="*/ 1257557195 w 2205"/>
                <a:gd name="T21" fmla="*/ 1411287282 h 560"/>
                <a:gd name="T22" fmla="*/ 1098788192 w 2205"/>
                <a:gd name="T23" fmla="*/ 1411287282 h 560"/>
                <a:gd name="T24" fmla="*/ 950099812 w 2205"/>
                <a:gd name="T25" fmla="*/ 1411287282 h 560"/>
                <a:gd name="T26" fmla="*/ 821570889 w 2205"/>
                <a:gd name="T27" fmla="*/ 1411287282 h 560"/>
                <a:gd name="T28" fmla="*/ 700603426 w 2205"/>
                <a:gd name="T29" fmla="*/ 1411287282 h 560"/>
                <a:gd name="T30" fmla="*/ 589716584 w 2205"/>
                <a:gd name="T31" fmla="*/ 1411287282 h 560"/>
                <a:gd name="T32" fmla="*/ 453628187 w 2205"/>
                <a:gd name="T33" fmla="*/ 1411287282 h 560"/>
                <a:gd name="T34" fmla="*/ 307459069 w 2205"/>
                <a:gd name="T35" fmla="*/ 1411287282 h 560"/>
                <a:gd name="T36" fmla="*/ 189012505 w 2205"/>
                <a:gd name="T37" fmla="*/ 1411287282 h 560"/>
                <a:gd name="T38" fmla="*/ 110886891 w 2205"/>
                <a:gd name="T39" fmla="*/ 1411287282 h 560"/>
                <a:gd name="T40" fmla="*/ 55443446 w 2205"/>
                <a:gd name="T41" fmla="*/ 1411287282 h 560"/>
                <a:gd name="T42" fmla="*/ 25201561 w 2205"/>
                <a:gd name="T43" fmla="*/ 1411287282 h 560"/>
                <a:gd name="T44" fmla="*/ 5040313 w 2205"/>
                <a:gd name="T45" fmla="*/ 1411287282 h 560"/>
                <a:gd name="T46" fmla="*/ 0 w 2205"/>
                <a:gd name="T47" fmla="*/ 1411287282 h 560"/>
                <a:gd name="T48" fmla="*/ 153728741 w 2205"/>
                <a:gd name="T49" fmla="*/ 1118949284 h 560"/>
                <a:gd name="T50" fmla="*/ 239415665 w 2205"/>
                <a:gd name="T51" fmla="*/ 902215941 h 560"/>
                <a:gd name="T52" fmla="*/ 312499380 w 2205"/>
                <a:gd name="T53" fmla="*/ 682963038 h 560"/>
                <a:gd name="T54" fmla="*/ 367942801 w 2205"/>
                <a:gd name="T55" fmla="*/ 443547505 h 560"/>
                <a:gd name="T56" fmla="*/ 405745927 w 2205"/>
                <a:gd name="T57" fmla="*/ 191531841 h 560"/>
                <a:gd name="T58" fmla="*/ 415826549 w 2205"/>
                <a:gd name="T59" fmla="*/ 0 h 560"/>
                <a:gd name="T60" fmla="*/ 2147483647 w 2205"/>
                <a:gd name="T61" fmla="*/ 42843444 h 560"/>
                <a:gd name="T62" fmla="*/ 2147483647 w 2205"/>
                <a:gd name="T63" fmla="*/ 123486858 h 560"/>
                <a:gd name="T64" fmla="*/ 2147483647 w 2205"/>
                <a:gd name="T65" fmla="*/ 191531841 h 560"/>
                <a:gd name="T66" fmla="*/ 2147483647 w 2205"/>
                <a:gd name="T67" fmla="*/ 269655907 h 560"/>
                <a:gd name="T68" fmla="*/ 2147483647 w 2205"/>
                <a:gd name="T69" fmla="*/ 355341182 h 560"/>
                <a:gd name="T70" fmla="*/ 2147483647 w 2205"/>
                <a:gd name="T71" fmla="*/ 388103993 h 560"/>
                <a:gd name="T72" fmla="*/ 2147483647 w 2205"/>
                <a:gd name="T73" fmla="*/ 405744285 h 560"/>
                <a:gd name="T74" fmla="*/ 2147483647 w 2205"/>
                <a:gd name="T75" fmla="*/ 418345954 h 560"/>
                <a:gd name="T76" fmla="*/ 2147483647 w 2205"/>
                <a:gd name="T77" fmla="*/ 423386264 h 560"/>
                <a:gd name="T78" fmla="*/ 2147483647 w 2205"/>
                <a:gd name="T79" fmla="*/ 443547505 h 560"/>
                <a:gd name="T80" fmla="*/ 2147483647 w 2205"/>
                <a:gd name="T81" fmla="*/ 473789367 h 560"/>
                <a:gd name="T82" fmla="*/ 2147483647 w 2205"/>
                <a:gd name="T83" fmla="*/ 534273091 h 560"/>
                <a:gd name="T84" fmla="*/ 2147483647 w 2205"/>
                <a:gd name="T85" fmla="*/ 584676194 h 560"/>
                <a:gd name="T86" fmla="*/ 2147483647 w 2205"/>
                <a:gd name="T87" fmla="*/ 645159917 h 560"/>
                <a:gd name="T88" fmla="*/ 2147483647 w 2205"/>
                <a:gd name="T89" fmla="*/ 725804882 h 560"/>
                <a:gd name="T90" fmla="*/ 2147483647 w 2205"/>
                <a:gd name="T91" fmla="*/ 816530467 h 560"/>
                <a:gd name="T92" fmla="*/ 2147483647 w 2205"/>
                <a:gd name="T93" fmla="*/ 932457803 h 560"/>
                <a:gd name="T94" fmla="*/ 2147483647 w 2205"/>
                <a:gd name="T95" fmla="*/ 1068546181 h 560"/>
                <a:gd name="T96" fmla="*/ 2147483647 w 2205"/>
                <a:gd name="T97" fmla="*/ 1227315162 h 560"/>
                <a:gd name="T98" fmla="*/ 2147483647 w 2205"/>
                <a:gd name="T99" fmla="*/ 1406246971 h 5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05"/>
                <a:gd name="T151" fmla="*/ 0 h 560"/>
                <a:gd name="T152" fmla="*/ 2205 w 2205"/>
                <a:gd name="T153" fmla="*/ 560 h 5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05" h="560">
                  <a:moveTo>
                    <a:pt x="1437" y="558"/>
                  </a:move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rgbClr val="2980B9"/>
            </a:solidFill>
            <a:ln w="9525">
              <a:noFill/>
              <a:miter lim="800000"/>
              <a:headEnd/>
              <a:tailEnd/>
            </a:ln>
          </p:spPr>
          <p:txBody>
            <a:bodyPr/>
            <a:lstStyle/>
            <a:p>
              <a:endParaRPr lang="el-GR">
                <a:solidFill>
                  <a:srgbClr val="000000"/>
                </a:solidFill>
              </a:endParaRPr>
            </a:p>
          </p:txBody>
        </p:sp>
        <p:grpSp>
          <p:nvGrpSpPr>
            <p:cNvPr id="31" name="Group 30"/>
            <p:cNvGrpSpPr/>
            <p:nvPr/>
          </p:nvGrpSpPr>
          <p:grpSpPr>
            <a:xfrm>
              <a:off x="2598624" y="5610938"/>
              <a:ext cx="597159" cy="462123"/>
              <a:chOff x="6916738" y="2898776"/>
              <a:chExt cx="315913" cy="244475"/>
            </a:xfrm>
            <a:solidFill>
              <a:schemeClr val="bg1"/>
            </a:solidFill>
          </p:grpSpPr>
          <p:sp>
            <p:nvSpPr>
              <p:cNvPr id="32"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3"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6" name="Group 5"/>
          <p:cNvGrpSpPr>
            <a:grpSpLocks/>
          </p:cNvGrpSpPr>
          <p:nvPr/>
        </p:nvGrpSpPr>
        <p:grpSpPr bwMode="auto">
          <a:xfrm>
            <a:off x="1020763" y="3614738"/>
            <a:ext cx="4092575" cy="893762"/>
            <a:chOff x="1020763" y="3614738"/>
            <a:chExt cx="4092575" cy="893762"/>
          </a:xfrm>
        </p:grpSpPr>
        <p:sp>
          <p:nvSpPr>
            <p:cNvPr id="516105" name="Freeform 8"/>
            <p:cNvSpPr>
              <a:spLocks/>
            </p:cNvSpPr>
            <p:nvPr/>
          </p:nvSpPr>
          <p:spPr bwMode="auto">
            <a:xfrm>
              <a:off x="1020763" y="3614738"/>
              <a:ext cx="4092575" cy="893762"/>
            </a:xfrm>
            <a:custGeom>
              <a:avLst/>
              <a:gdLst>
                <a:gd name="T0" fmla="*/ 675401818 w 2578"/>
                <a:gd name="T1" fmla="*/ 1418846163 h 563"/>
                <a:gd name="T2" fmla="*/ 662801835 w 2578"/>
                <a:gd name="T3" fmla="*/ 1381044650 h 563"/>
                <a:gd name="T4" fmla="*/ 632558384 w 2578"/>
                <a:gd name="T5" fmla="*/ 1307959398 h 563"/>
                <a:gd name="T6" fmla="*/ 594756848 w 2578"/>
                <a:gd name="T7" fmla="*/ 1234874146 h 563"/>
                <a:gd name="T8" fmla="*/ 559474674 w 2578"/>
                <a:gd name="T9" fmla="*/ 1166830788 h 563"/>
                <a:gd name="T10" fmla="*/ 521671551 w 2578"/>
                <a:gd name="T11" fmla="*/ 1106347098 h 563"/>
                <a:gd name="T12" fmla="*/ 483870015 w 2578"/>
                <a:gd name="T13" fmla="*/ 1043344048 h 563"/>
                <a:gd name="T14" fmla="*/ 410784619 w 2578"/>
                <a:gd name="T15" fmla="*/ 940016951 h 563"/>
                <a:gd name="T16" fmla="*/ 312499356 w 2578"/>
                <a:gd name="T17" fmla="*/ 786288168 h 563"/>
                <a:gd name="T18" fmla="*/ 221773765 w 2578"/>
                <a:gd name="T19" fmla="*/ 627517688 h 563"/>
                <a:gd name="T20" fmla="*/ 146169057 w 2578"/>
                <a:gd name="T21" fmla="*/ 453627873 h 563"/>
                <a:gd name="T22" fmla="*/ 110886883 w 2578"/>
                <a:gd name="T23" fmla="*/ 367942546 h 563"/>
                <a:gd name="T24" fmla="*/ 80644994 w 2578"/>
                <a:gd name="T25" fmla="*/ 277217011 h 563"/>
                <a:gd name="T26" fmla="*/ 47883757 w 2578"/>
                <a:gd name="T27" fmla="*/ 183970479 h 563"/>
                <a:gd name="T28" fmla="*/ 25201559 w 2578"/>
                <a:gd name="T29" fmla="*/ 93244920 h 563"/>
                <a:gd name="T30" fmla="*/ 0 w 2578"/>
                <a:gd name="T31" fmla="*/ 0 h 563"/>
                <a:gd name="T32" fmla="*/ 2147483647 w 2578"/>
                <a:gd name="T33" fmla="*/ 0 h 563"/>
                <a:gd name="T34" fmla="*/ 2147483647 w 2578"/>
                <a:gd name="T35" fmla="*/ 30241857 h 563"/>
                <a:gd name="T36" fmla="*/ 2147483647 w 2578"/>
                <a:gd name="T37" fmla="*/ 55443407 h 563"/>
                <a:gd name="T38" fmla="*/ 2147483647 w 2578"/>
                <a:gd name="T39" fmla="*/ 93244920 h 563"/>
                <a:gd name="T40" fmla="*/ 2147483647 w 2578"/>
                <a:gd name="T41" fmla="*/ 105846507 h 563"/>
                <a:gd name="T42" fmla="*/ 2147483647 w 2578"/>
                <a:gd name="T43" fmla="*/ 128527097 h 563"/>
                <a:gd name="T44" fmla="*/ 2147483647 w 2578"/>
                <a:gd name="T45" fmla="*/ 148688327 h 563"/>
                <a:gd name="T46" fmla="*/ 2147483647 w 2578"/>
                <a:gd name="T47" fmla="*/ 178930172 h 563"/>
                <a:gd name="T48" fmla="*/ 2147483647 w 2578"/>
                <a:gd name="T49" fmla="*/ 209172066 h 563"/>
                <a:gd name="T50" fmla="*/ 2147483647 w 2578"/>
                <a:gd name="T51" fmla="*/ 239413911 h 563"/>
                <a:gd name="T52" fmla="*/ 2147483647 w 2578"/>
                <a:gd name="T53" fmla="*/ 312499164 h 563"/>
                <a:gd name="T54" fmla="*/ 2147483647 w 2578"/>
                <a:gd name="T55" fmla="*/ 398184391 h 563"/>
                <a:gd name="T56" fmla="*/ 2147483647 w 2578"/>
                <a:gd name="T57" fmla="*/ 486389078 h 563"/>
                <a:gd name="T58" fmla="*/ 2147483647 w 2578"/>
                <a:gd name="T59" fmla="*/ 577114613 h 563"/>
                <a:gd name="T60" fmla="*/ 2147483647 w 2578"/>
                <a:gd name="T61" fmla="*/ 675401403 h 563"/>
                <a:gd name="T62" fmla="*/ 2147483647 w 2578"/>
                <a:gd name="T63" fmla="*/ 725804478 h 563"/>
                <a:gd name="T64" fmla="*/ 2147483647 w 2578"/>
                <a:gd name="T65" fmla="*/ 761086630 h 563"/>
                <a:gd name="T66" fmla="*/ 2147483647 w 2578"/>
                <a:gd name="T67" fmla="*/ 791328475 h 563"/>
                <a:gd name="T68" fmla="*/ 2147483647 w 2578"/>
                <a:gd name="T69" fmla="*/ 824089680 h 563"/>
                <a:gd name="T70" fmla="*/ 2147483647 w 2578"/>
                <a:gd name="T71" fmla="*/ 846772056 h 563"/>
                <a:gd name="T72" fmla="*/ 2147483647 w 2578"/>
                <a:gd name="T73" fmla="*/ 871973593 h 563"/>
                <a:gd name="T74" fmla="*/ 2147483647 w 2578"/>
                <a:gd name="T75" fmla="*/ 914815413 h 563"/>
                <a:gd name="T76" fmla="*/ 2147483647 w 2578"/>
                <a:gd name="T77" fmla="*/ 945057258 h 563"/>
                <a:gd name="T78" fmla="*/ 2147483647 w 2578"/>
                <a:gd name="T79" fmla="*/ 982860358 h 563"/>
                <a:gd name="T80" fmla="*/ 2147483647 w 2578"/>
                <a:gd name="T81" fmla="*/ 1030742486 h 563"/>
                <a:gd name="T82" fmla="*/ 2147483647 w 2578"/>
                <a:gd name="T83" fmla="*/ 1050903716 h 563"/>
                <a:gd name="T84" fmla="*/ 2147483647 w 2578"/>
                <a:gd name="T85" fmla="*/ 1081145561 h 563"/>
                <a:gd name="T86" fmla="*/ 2147483647 w 2578"/>
                <a:gd name="T87" fmla="*/ 1116427713 h 563"/>
                <a:gd name="T88" fmla="*/ 2147483647 w 2578"/>
                <a:gd name="T89" fmla="*/ 1149188918 h 563"/>
                <a:gd name="T90" fmla="*/ 2147483647 w 2578"/>
                <a:gd name="T91" fmla="*/ 1179430763 h 563"/>
                <a:gd name="T92" fmla="*/ 2147483647 w 2578"/>
                <a:gd name="T93" fmla="*/ 1204632301 h 563"/>
                <a:gd name="T94" fmla="*/ 2147483647 w 2578"/>
                <a:gd name="T95" fmla="*/ 1227314478 h 563"/>
                <a:gd name="T96" fmla="*/ 2147483647 w 2578"/>
                <a:gd name="T97" fmla="*/ 1247475708 h 563"/>
                <a:gd name="T98" fmla="*/ 2147483647 w 2578"/>
                <a:gd name="T99" fmla="*/ 1270156298 h 563"/>
                <a:gd name="T100" fmla="*/ 2147483647 w 2578"/>
                <a:gd name="T101" fmla="*/ 1290319115 h 563"/>
                <a:gd name="T102" fmla="*/ 2147483647 w 2578"/>
                <a:gd name="T103" fmla="*/ 1307959398 h 563"/>
                <a:gd name="T104" fmla="*/ 2147483647 w 2578"/>
                <a:gd name="T105" fmla="*/ 1320560960 h 563"/>
                <a:gd name="T106" fmla="*/ 2147483647 w 2578"/>
                <a:gd name="T107" fmla="*/ 1345762498 h 563"/>
                <a:gd name="T108" fmla="*/ 2147483647 w 2578"/>
                <a:gd name="T109" fmla="*/ 1376004343 h 563"/>
                <a:gd name="T110" fmla="*/ 2147483647 w 2578"/>
                <a:gd name="T111" fmla="*/ 1393644625 h 563"/>
                <a:gd name="T112" fmla="*/ 2147483647 w 2578"/>
                <a:gd name="T113" fmla="*/ 1406246188 h 563"/>
                <a:gd name="T114" fmla="*/ 2147483647 w 2578"/>
                <a:gd name="T115" fmla="*/ 1411286495 h 563"/>
                <a:gd name="T116" fmla="*/ 2147483647 w 2578"/>
                <a:gd name="T117" fmla="*/ 1418846163 h 563"/>
                <a:gd name="T118" fmla="*/ 675401818 w 2578"/>
                <a:gd name="T119" fmla="*/ 1418846163 h 5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78"/>
                <a:gd name="T181" fmla="*/ 0 h 563"/>
                <a:gd name="T182" fmla="*/ 2578 w 2578"/>
                <a:gd name="T183" fmla="*/ 563 h 5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rgbClr val="94B64E"/>
            </a:solidFill>
            <a:ln w="9525">
              <a:noFill/>
              <a:miter lim="800000"/>
              <a:headEnd/>
              <a:tailEnd/>
            </a:ln>
          </p:spPr>
          <p:txBody>
            <a:bodyPr/>
            <a:lstStyle/>
            <a:p>
              <a:endParaRPr lang="el-GR">
                <a:solidFill>
                  <a:srgbClr val="000000"/>
                </a:solidFill>
              </a:endParaRPr>
            </a:p>
          </p:txBody>
        </p:sp>
        <p:sp>
          <p:nvSpPr>
            <p:cNvPr id="516106" name="Freeform 71"/>
            <p:cNvSpPr>
              <a:spLocks noEditPoints="1"/>
            </p:cNvSpPr>
            <p:nvPr/>
          </p:nvSpPr>
          <p:spPr bwMode="auto">
            <a:xfrm>
              <a:off x="2735925" y="3789080"/>
              <a:ext cx="322556" cy="489493"/>
            </a:xfrm>
            <a:custGeom>
              <a:avLst/>
              <a:gdLst>
                <a:gd name="T0" fmla="*/ 587045223 w 48"/>
                <a:gd name="T1" fmla="*/ 2147483647 h 73"/>
                <a:gd name="T2" fmla="*/ 1625661983 w 48"/>
                <a:gd name="T3" fmla="*/ 2147483647 h 73"/>
                <a:gd name="T4" fmla="*/ 1625661983 w 48"/>
                <a:gd name="T5" fmla="*/ 2147483647 h 73"/>
                <a:gd name="T6" fmla="*/ 1670819809 w 48"/>
                <a:gd name="T7" fmla="*/ 2147483647 h 73"/>
                <a:gd name="T8" fmla="*/ 1715977635 w 48"/>
                <a:gd name="T9" fmla="*/ 2147483647 h 73"/>
                <a:gd name="T10" fmla="*/ 1083774796 w 48"/>
                <a:gd name="T11" fmla="*/ 1843450822 h 73"/>
                <a:gd name="T12" fmla="*/ 496729572 w 48"/>
                <a:gd name="T13" fmla="*/ 2147483647 h 73"/>
                <a:gd name="T14" fmla="*/ 496729572 w 48"/>
                <a:gd name="T15" fmla="*/ 2147483647 h 73"/>
                <a:gd name="T16" fmla="*/ 587045223 w 48"/>
                <a:gd name="T17" fmla="*/ 2147483647 h 73"/>
                <a:gd name="T18" fmla="*/ 587045223 w 48"/>
                <a:gd name="T19" fmla="*/ 2147483647 h 73"/>
                <a:gd name="T20" fmla="*/ 1986918289 w 48"/>
                <a:gd name="T21" fmla="*/ 494582389 h 73"/>
                <a:gd name="T22" fmla="*/ 2147483647 w 48"/>
                <a:gd name="T23" fmla="*/ 314737267 h 73"/>
                <a:gd name="T24" fmla="*/ 2147483647 w 48"/>
                <a:gd name="T25" fmla="*/ 224811405 h 73"/>
                <a:gd name="T26" fmla="*/ 1986918289 w 48"/>
                <a:gd name="T27" fmla="*/ 0 h 73"/>
                <a:gd name="T28" fmla="*/ 225789233 w 48"/>
                <a:gd name="T29" fmla="*/ 0 h 73"/>
                <a:gd name="T30" fmla="*/ 0 w 48"/>
                <a:gd name="T31" fmla="*/ 224811405 h 73"/>
                <a:gd name="T32" fmla="*/ 0 w 48"/>
                <a:gd name="T33" fmla="*/ 314737267 h 73"/>
                <a:gd name="T34" fmla="*/ 180631355 w 48"/>
                <a:gd name="T35" fmla="*/ 494582389 h 73"/>
                <a:gd name="T36" fmla="*/ 1986918289 w 48"/>
                <a:gd name="T37" fmla="*/ 494582389 h 73"/>
                <a:gd name="T38" fmla="*/ 1806293706 w 48"/>
                <a:gd name="T39" fmla="*/ 584508250 h 73"/>
                <a:gd name="T40" fmla="*/ 1986918289 w 48"/>
                <a:gd name="T41" fmla="*/ 584508250 h 73"/>
                <a:gd name="T42" fmla="*/ 1399872855 w 48"/>
                <a:gd name="T43" fmla="*/ 1618639102 h 73"/>
                <a:gd name="T44" fmla="*/ 1986918289 w 48"/>
                <a:gd name="T45" fmla="*/ 2147483647 h 73"/>
                <a:gd name="T46" fmla="*/ 1806293706 w 48"/>
                <a:gd name="T47" fmla="*/ 2147483647 h 73"/>
                <a:gd name="T48" fmla="*/ 1174090447 w 48"/>
                <a:gd name="T49" fmla="*/ 1708564963 h 73"/>
                <a:gd name="T50" fmla="*/ 1128932621 w 48"/>
                <a:gd name="T51" fmla="*/ 1618639102 h 73"/>
                <a:gd name="T52" fmla="*/ 1174090447 w 48"/>
                <a:gd name="T53" fmla="*/ 1573672819 h 73"/>
                <a:gd name="T54" fmla="*/ 1174090447 w 48"/>
                <a:gd name="T55" fmla="*/ 1573672819 h 73"/>
                <a:gd name="T56" fmla="*/ 1806293706 w 48"/>
                <a:gd name="T57" fmla="*/ 584508250 h 73"/>
                <a:gd name="T58" fmla="*/ 180631355 w 48"/>
                <a:gd name="T59" fmla="*/ 2147483647 h 73"/>
                <a:gd name="T60" fmla="*/ 0 w 48"/>
                <a:gd name="T61" fmla="*/ 2147483647 h 73"/>
                <a:gd name="T62" fmla="*/ 0 w 48"/>
                <a:gd name="T63" fmla="*/ 2147483647 h 73"/>
                <a:gd name="T64" fmla="*/ 225789233 w 48"/>
                <a:gd name="T65" fmla="*/ 2147483647 h 73"/>
                <a:gd name="T66" fmla="*/ 1986918289 w 48"/>
                <a:gd name="T67" fmla="*/ 2147483647 h 73"/>
                <a:gd name="T68" fmla="*/ 2147483647 w 48"/>
                <a:gd name="T69" fmla="*/ 2147483647 h 73"/>
                <a:gd name="T70" fmla="*/ 2147483647 w 48"/>
                <a:gd name="T71" fmla="*/ 2147483647 h 73"/>
                <a:gd name="T72" fmla="*/ 1986918289 w 48"/>
                <a:gd name="T73" fmla="*/ 2147483647 h 73"/>
                <a:gd name="T74" fmla="*/ 180631355 w 48"/>
                <a:gd name="T75" fmla="*/ 2147483647 h 73"/>
                <a:gd name="T76" fmla="*/ 361255990 w 48"/>
                <a:gd name="T77" fmla="*/ 2147483647 h 73"/>
                <a:gd name="T78" fmla="*/ 180631355 w 48"/>
                <a:gd name="T79" fmla="*/ 2147483647 h 73"/>
                <a:gd name="T80" fmla="*/ 812834352 w 48"/>
                <a:gd name="T81" fmla="*/ 1618639102 h 73"/>
                <a:gd name="T82" fmla="*/ 180631355 w 48"/>
                <a:gd name="T83" fmla="*/ 584508250 h 73"/>
                <a:gd name="T84" fmla="*/ 361255990 w 48"/>
                <a:gd name="T85" fmla="*/ 584508250 h 73"/>
                <a:gd name="T86" fmla="*/ 993459144 w 48"/>
                <a:gd name="T87" fmla="*/ 1573672819 h 73"/>
                <a:gd name="T88" fmla="*/ 1083774796 w 48"/>
                <a:gd name="T89" fmla="*/ 1663598680 h 73"/>
                <a:gd name="T90" fmla="*/ 993459144 w 48"/>
                <a:gd name="T91" fmla="*/ 1708564963 h 73"/>
                <a:gd name="T92" fmla="*/ 36125599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ppt_x"/>
                                          </p:val>
                                        </p:tav>
                                        <p:tav tm="100000">
                                          <p:val>
                                            <p:strVal val="#ppt_x"/>
                                          </p:val>
                                        </p:tav>
                                      </p:tavLst>
                                    </p:anim>
                                    <p:anim calcmode="lin" valueType="num">
                                      <p:cBhvr additive="base">
                                        <p:cTn id="19" dur="500" fill="hold"/>
                                        <p:tgtEl>
                                          <p:spTgt spid="5"/>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4"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ppt_x"/>
                                          </p:val>
                                        </p:tav>
                                        <p:tav tm="100000">
                                          <p:val>
                                            <p:strVal val="#ppt_x"/>
                                          </p:val>
                                        </p:tav>
                                      </p:tavLst>
                                    </p:anim>
                                    <p:anim calcmode="lin" valueType="num">
                                      <p:cBhvr additive="base">
                                        <p:cTn id="24" dur="500" fill="hold"/>
                                        <p:tgtEl>
                                          <p:spTgt spid="6"/>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ppt_x"/>
                                          </p:val>
                                        </p:tav>
                                        <p:tav tm="100000">
                                          <p:val>
                                            <p:strVal val="#ppt_x"/>
                                          </p:val>
                                        </p:tav>
                                      </p:tavLst>
                                    </p:anim>
                                    <p:anim calcmode="lin" valueType="num">
                                      <p:cBhvr additive="base">
                                        <p:cTn id="29" dur="500" fill="hold"/>
                                        <p:tgtEl>
                                          <p:spTgt spid="7"/>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fill="hold" nodeType="afterEffect">
                                  <p:stCondLst>
                                    <p:cond delay="0"/>
                                  </p:stCondLst>
                                  <p:childTnLst>
                                    <p:set>
                                      <p:cBhvr>
                                        <p:cTn id="32" dur="1" fill="hold">
                                          <p:stCondLst>
                                            <p:cond delay="0"/>
                                          </p:stCondLst>
                                        </p:cTn>
                                        <p:tgtEl>
                                          <p:spTgt spid="36"/>
                                        </p:tgtEl>
                                        <p:attrNameLst>
                                          <p:attrName>style.visibility</p:attrName>
                                        </p:attrNameLst>
                                      </p:cBhvr>
                                      <p:to>
                                        <p:strVal val="visible"/>
                                      </p:to>
                                    </p:set>
                                    <p:anim calcmode="lin" valueType="num">
                                      <p:cBhvr additive="base">
                                        <p:cTn id="33" dur="500" fill="hold"/>
                                        <p:tgtEl>
                                          <p:spTgt spid="36"/>
                                        </p:tgtEl>
                                        <p:attrNameLst>
                                          <p:attrName>ppt_x</p:attrName>
                                        </p:attrNameLst>
                                      </p:cBhvr>
                                      <p:tavLst>
                                        <p:tav tm="0">
                                          <p:val>
                                            <p:strVal val="#ppt_x"/>
                                          </p:val>
                                        </p:tav>
                                        <p:tav tm="100000">
                                          <p:val>
                                            <p:strVal val="#ppt_x"/>
                                          </p:val>
                                        </p:tav>
                                      </p:tavLst>
                                    </p:anim>
                                    <p:anim calcmode="lin" valueType="num">
                                      <p:cBhvr additive="base">
                                        <p:cTn id="34" dur="500" fill="hold"/>
                                        <p:tgtEl>
                                          <p:spTgt spid="36"/>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childTnLst>
                                </p:cTn>
                              </p:par>
                            </p:childTnLst>
                          </p:cTn>
                        </p:par>
                        <p:par>
                          <p:cTn id="38" fill="hold">
                            <p:stCondLst>
                              <p:cond delay="3000"/>
                            </p:stCondLst>
                            <p:childTnLst>
                              <p:par>
                                <p:cTn id="39" presetID="10"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p:bldP spid="1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3954463" y="458788"/>
            <a:ext cx="4252912" cy="723900"/>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أهمية تكنولوجيا التعليم</a:t>
            </a:r>
            <a:endParaRPr lang="en-CA" sz="4400" b="1" u="sng" spc="-150" dirty="0">
              <a:solidFill>
                <a:prstClr val="black">
                  <a:lumMod val="50000"/>
                  <a:lumOff val="50000"/>
                </a:prstClr>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4868863" y="1882775"/>
            <a:ext cx="6694487" cy="3986213"/>
          </a:xfrm>
          <a:prstGeom prst="rect">
            <a:avLst/>
          </a:prstGeom>
          <a:noFill/>
          <a:ln w="9525">
            <a:noFill/>
            <a:miter lim="800000"/>
            <a:headEnd/>
            <a:tailEnd/>
          </a:ln>
        </p:spPr>
        <p:txBody>
          <a:bodyPr lIns="45720" tIns="22860" rIns="45720" bIns="22860">
            <a:spAutoFit/>
          </a:bodyPr>
          <a:lstStyle/>
          <a:p>
            <a:pPr algn="ctr" defTabSz="1087438" rtl="1">
              <a:lnSpc>
                <a:spcPct val="200000"/>
              </a:lnSpc>
            </a:pPr>
            <a:r>
              <a:rPr lang="ar-SA" sz="3200" b="1" u="sng" dirty="0">
                <a:solidFill>
                  <a:srgbClr val="94B64E"/>
                </a:solidFill>
              </a:rPr>
              <a:t>تفيد طرق تكنولوجيا التعليم في تعليم الصغار</a:t>
            </a:r>
            <a:endParaRPr lang="en-US" sz="3200" b="1" dirty="0"/>
          </a:p>
          <a:p>
            <a:pPr algn="ctr" defTabSz="1087438" rtl="1"/>
            <a:r>
              <a:rPr lang="ar-SA" sz="3200" dirty="0"/>
              <a:t>حيث إن الصغار يستطيعون الإدراك من خلال التعلم بالصور أفضل من التعلم الكتابي، أيضاً استخدام التكنولوجيا يساعد الطفل على تعلم مهارة الرسم، واستخدام الألوان، فالتعلم عن طريق التكنولوجيا يساعد الأطفال على تنمية أكثر من مهارة لديهم</a:t>
            </a:r>
            <a:endParaRPr lang="en-US" sz="3200" dirty="0">
              <a:solidFill>
                <a:srgbClr val="A6A6A6"/>
              </a:solidFill>
              <a:latin typeface="Open Sans"/>
              <a:ea typeface="Open Sans"/>
              <a:cs typeface="Open Sans"/>
            </a:endParaRPr>
          </a:p>
        </p:txBody>
      </p:sp>
      <p:sp>
        <p:nvSpPr>
          <p:cNvPr id="15" name="Rounded Rectangle 14"/>
          <p:cNvSpPr/>
          <p:nvPr/>
        </p:nvSpPr>
        <p:spPr>
          <a:xfrm>
            <a:off x="11293475" y="2185988"/>
            <a:ext cx="573088" cy="571500"/>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5" name="Group 4"/>
          <p:cNvGrpSpPr>
            <a:grpSpLocks/>
          </p:cNvGrpSpPr>
          <p:nvPr/>
        </p:nvGrpSpPr>
        <p:grpSpPr bwMode="auto">
          <a:xfrm>
            <a:off x="1446213" y="4508500"/>
            <a:ext cx="3454400" cy="889000"/>
            <a:chOff x="1446213" y="4508500"/>
            <a:chExt cx="3454400" cy="889000"/>
          </a:xfrm>
        </p:grpSpPr>
        <p:sp>
          <p:nvSpPr>
            <p:cNvPr id="517137" name="Freeform 9"/>
            <p:cNvSpPr>
              <a:spLocks/>
            </p:cNvSpPr>
            <p:nvPr/>
          </p:nvSpPr>
          <p:spPr bwMode="auto">
            <a:xfrm>
              <a:off x="1446213" y="4508500"/>
              <a:ext cx="3454400" cy="889000"/>
            </a:xfrm>
            <a:custGeom>
              <a:avLst/>
              <a:gdLst>
                <a:gd name="T0" fmla="*/ 231854370 w 2176"/>
                <a:gd name="T1" fmla="*/ 1338203576 h 560"/>
                <a:gd name="T2" fmla="*/ 226814060 w 2176"/>
                <a:gd name="T3" fmla="*/ 1048384940 h 560"/>
                <a:gd name="T4" fmla="*/ 201612459 w 2176"/>
                <a:gd name="T5" fmla="*/ 773687036 h 560"/>
                <a:gd name="T6" fmla="*/ 158769028 w 2176"/>
                <a:gd name="T7" fmla="*/ 526711831 h 560"/>
                <a:gd name="T8" fmla="*/ 110886875 w 2176"/>
                <a:gd name="T9" fmla="*/ 312499338 h 560"/>
                <a:gd name="T10" fmla="*/ 47882166 w 2176"/>
                <a:gd name="T11" fmla="*/ 123486858 h 560"/>
                <a:gd name="T12" fmla="*/ 0 w 2176"/>
                <a:gd name="T13" fmla="*/ 0 h 560"/>
                <a:gd name="T14" fmla="*/ 2147483647 w 2176"/>
                <a:gd name="T15" fmla="*/ 12599985 h 560"/>
                <a:gd name="T16" fmla="*/ 2147483647 w 2176"/>
                <a:gd name="T17" fmla="*/ 42843444 h 560"/>
                <a:gd name="T18" fmla="*/ 2147483647 w 2176"/>
                <a:gd name="T19" fmla="*/ 80644990 h 560"/>
                <a:gd name="T20" fmla="*/ 2147483647 w 2176"/>
                <a:gd name="T21" fmla="*/ 128527169 h 560"/>
                <a:gd name="T22" fmla="*/ 2147483647 w 2176"/>
                <a:gd name="T23" fmla="*/ 176410910 h 560"/>
                <a:gd name="T24" fmla="*/ 2147483647 w 2176"/>
                <a:gd name="T25" fmla="*/ 226814063 h 560"/>
                <a:gd name="T26" fmla="*/ 2147483647 w 2176"/>
                <a:gd name="T27" fmla="*/ 320059010 h 560"/>
                <a:gd name="T28" fmla="*/ 2147483647 w 2176"/>
                <a:gd name="T29" fmla="*/ 398184613 h 560"/>
                <a:gd name="T30" fmla="*/ 2147483647 w 2176"/>
                <a:gd name="T31" fmla="*/ 483869987 h 560"/>
                <a:gd name="T32" fmla="*/ 2147483647 w 2176"/>
                <a:gd name="T33" fmla="*/ 534273091 h 560"/>
                <a:gd name="T34" fmla="*/ 2147483647 w 2176"/>
                <a:gd name="T35" fmla="*/ 589716504 h 560"/>
                <a:gd name="T36" fmla="*/ 2147483647 w 2176"/>
                <a:gd name="T37" fmla="*/ 632558348 h 560"/>
                <a:gd name="T38" fmla="*/ 2147483647 w 2176"/>
                <a:gd name="T39" fmla="*/ 667842107 h 560"/>
                <a:gd name="T40" fmla="*/ 2147483647 w 2176"/>
                <a:gd name="T41" fmla="*/ 693043659 h 560"/>
                <a:gd name="T42" fmla="*/ 2147483647 w 2176"/>
                <a:gd name="T43" fmla="*/ 710683951 h 560"/>
                <a:gd name="T44" fmla="*/ 2147483647 w 2176"/>
                <a:gd name="T45" fmla="*/ 723283933 h 560"/>
                <a:gd name="T46" fmla="*/ 2147483647 w 2176"/>
                <a:gd name="T47" fmla="*/ 735885503 h 560"/>
                <a:gd name="T48" fmla="*/ 2147483647 w 2176"/>
                <a:gd name="T49" fmla="*/ 761087054 h 560"/>
                <a:gd name="T50" fmla="*/ 2147483647 w 2176"/>
                <a:gd name="T51" fmla="*/ 803928898 h 560"/>
                <a:gd name="T52" fmla="*/ 2147483647 w 2176"/>
                <a:gd name="T53" fmla="*/ 846772528 h 560"/>
                <a:gd name="T54" fmla="*/ 2147483647 w 2176"/>
                <a:gd name="T55" fmla="*/ 902215941 h 560"/>
                <a:gd name="T56" fmla="*/ 2147483647 w 2176"/>
                <a:gd name="T57" fmla="*/ 962699665 h 560"/>
                <a:gd name="T58" fmla="*/ 2147483647 w 2176"/>
                <a:gd name="T59" fmla="*/ 1005541508 h 560"/>
                <a:gd name="T60" fmla="*/ 2147483647 w 2176"/>
                <a:gd name="T61" fmla="*/ 1043344630 h 560"/>
                <a:gd name="T62" fmla="*/ 2147483647 w 2176"/>
                <a:gd name="T63" fmla="*/ 1081146163 h 560"/>
                <a:gd name="T64" fmla="*/ 2147483647 w 2176"/>
                <a:gd name="T65" fmla="*/ 1129029905 h 560"/>
                <a:gd name="T66" fmla="*/ 2147483647 w 2176"/>
                <a:gd name="T67" fmla="*/ 1244957042 h 560"/>
                <a:gd name="T68" fmla="*/ 2147483647 w 2176"/>
                <a:gd name="T69" fmla="*/ 1355843868 h 560"/>
                <a:gd name="T70" fmla="*/ 2147483647 w 2176"/>
                <a:gd name="T71" fmla="*/ 1411287282 h 5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76"/>
                <a:gd name="T109" fmla="*/ 0 h 560"/>
                <a:gd name="T110" fmla="*/ 2176 w 2176"/>
                <a:gd name="T111" fmla="*/ 560 h 5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92" y="560"/>
                  </a:ln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23" name="Group 22"/>
            <p:cNvGrpSpPr/>
            <p:nvPr/>
          </p:nvGrpSpPr>
          <p:grpSpPr>
            <a:xfrm>
              <a:off x="2658246" y="4710722"/>
              <a:ext cx="477914" cy="429490"/>
              <a:chOff x="5583238" y="3892551"/>
              <a:chExt cx="360363" cy="323850"/>
            </a:xfrm>
            <a:solidFill>
              <a:schemeClr val="bg1"/>
            </a:solidFill>
          </p:grpSpPr>
          <p:sp>
            <p:nvSpPr>
              <p:cNvPr id="24"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5"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6"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36" name="Group 35"/>
          <p:cNvGrpSpPr>
            <a:grpSpLocks/>
          </p:cNvGrpSpPr>
          <p:nvPr/>
        </p:nvGrpSpPr>
        <p:grpSpPr bwMode="auto">
          <a:xfrm>
            <a:off x="1090613" y="1835150"/>
            <a:ext cx="3411537" cy="893763"/>
            <a:chOff x="1090613" y="1835151"/>
            <a:chExt cx="3411538" cy="893762"/>
          </a:xfrm>
        </p:grpSpPr>
        <p:sp>
          <p:nvSpPr>
            <p:cNvPr id="517135" name="Freeform 6"/>
            <p:cNvSpPr>
              <a:spLocks/>
            </p:cNvSpPr>
            <p:nvPr/>
          </p:nvSpPr>
          <p:spPr bwMode="auto">
            <a:xfrm>
              <a:off x="1090613" y="1835151"/>
              <a:ext cx="3411538" cy="893762"/>
            </a:xfrm>
            <a:custGeom>
              <a:avLst/>
              <a:gdLst>
                <a:gd name="T0" fmla="*/ 0 w 2149"/>
                <a:gd name="T1" fmla="*/ 1418846163 h 563"/>
                <a:gd name="T2" fmla="*/ 35282189 w 2149"/>
                <a:gd name="T3" fmla="*/ 1340722190 h 563"/>
                <a:gd name="T4" fmla="*/ 78124051 w 2149"/>
                <a:gd name="T5" fmla="*/ 1247475708 h 563"/>
                <a:gd name="T6" fmla="*/ 133567496 w 2149"/>
                <a:gd name="T7" fmla="*/ 1149188918 h 563"/>
                <a:gd name="T8" fmla="*/ 189012504 w 2149"/>
                <a:gd name="T9" fmla="*/ 1055944023 h 563"/>
                <a:gd name="T10" fmla="*/ 252015647 w 2149"/>
                <a:gd name="T11" fmla="*/ 957658821 h 563"/>
                <a:gd name="T12" fmla="*/ 325100949 w 2149"/>
                <a:gd name="T13" fmla="*/ 866933286 h 563"/>
                <a:gd name="T14" fmla="*/ 398184664 w 2149"/>
                <a:gd name="T15" fmla="*/ 773686605 h 563"/>
                <a:gd name="T16" fmla="*/ 441028200 w 2149"/>
                <a:gd name="T17" fmla="*/ 725804478 h 563"/>
                <a:gd name="T18" fmla="*/ 496471621 w 2149"/>
                <a:gd name="T19" fmla="*/ 675401403 h 563"/>
                <a:gd name="T20" fmla="*/ 546873143 w 2149"/>
                <a:gd name="T21" fmla="*/ 627517688 h 563"/>
                <a:gd name="T22" fmla="*/ 599797201 w 2149"/>
                <a:gd name="T23" fmla="*/ 577114613 h 563"/>
                <a:gd name="T24" fmla="*/ 662801882 w 2149"/>
                <a:gd name="T25" fmla="*/ 534272793 h 563"/>
                <a:gd name="T26" fmla="*/ 723285613 w 2149"/>
                <a:gd name="T27" fmla="*/ 491429385 h 563"/>
                <a:gd name="T28" fmla="*/ 864414518 w 2149"/>
                <a:gd name="T29" fmla="*/ 413305314 h 563"/>
                <a:gd name="T30" fmla="*/ 1005541637 w 2149"/>
                <a:gd name="T31" fmla="*/ 337700701 h 563"/>
                <a:gd name="T32" fmla="*/ 1159271915 w 2149"/>
                <a:gd name="T33" fmla="*/ 272176704 h 563"/>
                <a:gd name="T34" fmla="*/ 1325602176 w 2149"/>
                <a:gd name="T35" fmla="*/ 216733321 h 563"/>
                <a:gd name="T36" fmla="*/ 1496972749 w 2149"/>
                <a:gd name="T37" fmla="*/ 161289889 h 563"/>
                <a:gd name="T38" fmla="*/ 1668343718 w 2149"/>
                <a:gd name="T39" fmla="*/ 118446482 h 563"/>
                <a:gd name="T40" fmla="*/ 1854835223 w 2149"/>
                <a:gd name="T41" fmla="*/ 80644945 h 563"/>
                <a:gd name="T42" fmla="*/ 2043846090 w 2149"/>
                <a:gd name="T43" fmla="*/ 50403087 h 563"/>
                <a:gd name="T44" fmla="*/ 2147483647 w 2149"/>
                <a:gd name="T45" fmla="*/ 25201544 h 563"/>
                <a:gd name="T46" fmla="*/ 2147483647 w 2149"/>
                <a:gd name="T47" fmla="*/ 12599978 h 563"/>
                <a:gd name="T48" fmla="*/ 2147483647 w 2149"/>
                <a:gd name="T49" fmla="*/ 0 h 563"/>
                <a:gd name="T50" fmla="*/ 2147483647 w 2149"/>
                <a:gd name="T51" fmla="*/ 0 h 563"/>
                <a:gd name="T52" fmla="*/ 2147483647 w 2149"/>
                <a:gd name="T53" fmla="*/ 7559671 h 563"/>
                <a:gd name="T54" fmla="*/ 2147483647 w 2149"/>
                <a:gd name="T55" fmla="*/ 25201544 h 563"/>
                <a:gd name="T56" fmla="*/ 2147483647 w 2149"/>
                <a:gd name="T57" fmla="*/ 45362780 h 563"/>
                <a:gd name="T58" fmla="*/ 2147483647 w 2149"/>
                <a:gd name="T59" fmla="*/ 75604637 h 563"/>
                <a:gd name="T60" fmla="*/ 2147483647 w 2149"/>
                <a:gd name="T61" fmla="*/ 110886814 h 563"/>
                <a:gd name="T62" fmla="*/ 2147483647 w 2149"/>
                <a:gd name="T63" fmla="*/ 153728634 h 563"/>
                <a:gd name="T64" fmla="*/ 2147483647 w 2149"/>
                <a:gd name="T65" fmla="*/ 209172066 h 563"/>
                <a:gd name="T66" fmla="*/ 2147483647 w 2149"/>
                <a:gd name="T67" fmla="*/ 264615449 h 563"/>
                <a:gd name="T68" fmla="*/ 2147483647 w 2149"/>
                <a:gd name="T69" fmla="*/ 337700701 h 563"/>
                <a:gd name="T70" fmla="*/ 2147483647 w 2149"/>
                <a:gd name="T71" fmla="*/ 413305314 h 563"/>
                <a:gd name="T72" fmla="*/ 2147483647 w 2149"/>
                <a:gd name="T73" fmla="*/ 491429385 h 563"/>
                <a:gd name="T74" fmla="*/ 2147483647 w 2149"/>
                <a:gd name="T75" fmla="*/ 534272793 h 563"/>
                <a:gd name="T76" fmla="*/ 2147483647 w 2149"/>
                <a:gd name="T77" fmla="*/ 584675868 h 563"/>
                <a:gd name="T78" fmla="*/ 2147483647 w 2149"/>
                <a:gd name="T79" fmla="*/ 627517688 h 563"/>
                <a:gd name="T80" fmla="*/ 2147483647 w 2149"/>
                <a:gd name="T81" fmla="*/ 682961070 h 563"/>
                <a:gd name="T82" fmla="*/ 2147483647 w 2149"/>
                <a:gd name="T83" fmla="*/ 730844785 h 563"/>
                <a:gd name="T84" fmla="*/ 2147483647 w 2149"/>
                <a:gd name="T85" fmla="*/ 786288168 h 563"/>
                <a:gd name="T86" fmla="*/ 2147483647 w 2149"/>
                <a:gd name="T87" fmla="*/ 841731748 h 563"/>
                <a:gd name="T88" fmla="*/ 2147483647 w 2149"/>
                <a:gd name="T89" fmla="*/ 897175131 h 563"/>
                <a:gd name="T90" fmla="*/ 2147483647 w 2149"/>
                <a:gd name="T91" fmla="*/ 957658821 h 563"/>
                <a:gd name="T92" fmla="*/ 2147483647 w 2149"/>
                <a:gd name="T93" fmla="*/ 1020661871 h 563"/>
                <a:gd name="T94" fmla="*/ 2147483647 w 2149"/>
                <a:gd name="T95" fmla="*/ 1088706816 h 563"/>
                <a:gd name="T96" fmla="*/ 2147483647 w 2149"/>
                <a:gd name="T97" fmla="*/ 1154229226 h 563"/>
                <a:gd name="T98" fmla="*/ 2147483647 w 2149"/>
                <a:gd name="T99" fmla="*/ 1234874146 h 563"/>
                <a:gd name="T100" fmla="*/ 2147483647 w 2149"/>
                <a:gd name="T101" fmla="*/ 1315520653 h 563"/>
                <a:gd name="T102" fmla="*/ 2147483647 w 2149"/>
                <a:gd name="T103" fmla="*/ 1388604318 h 563"/>
                <a:gd name="T104" fmla="*/ 2147483647 w 2149"/>
                <a:gd name="T105" fmla="*/ 1418846163 h 563"/>
                <a:gd name="T106" fmla="*/ 0 w 2149"/>
                <a:gd name="T107" fmla="*/ 1418846163 h 5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9"/>
                <a:gd name="T163" fmla="*/ 0 h 563"/>
                <a:gd name="T164" fmla="*/ 2149 w 2149"/>
                <a:gd name="T165" fmla="*/ 563 h 5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rgbClr val="C0392B"/>
            </a:solidFill>
            <a:ln w="9525">
              <a:noFill/>
              <a:miter lim="800000"/>
              <a:headEnd/>
              <a:tailEnd/>
            </a:ln>
          </p:spPr>
          <p:txBody>
            <a:bodyPr/>
            <a:lstStyle/>
            <a:p>
              <a:endParaRPr lang="el-GR">
                <a:solidFill>
                  <a:srgbClr val="000000"/>
                </a:solidFill>
              </a:endParaRPr>
            </a:p>
          </p:txBody>
        </p:sp>
        <p:grpSp>
          <p:nvGrpSpPr>
            <p:cNvPr id="27" name="Group 26"/>
            <p:cNvGrpSpPr/>
            <p:nvPr/>
          </p:nvGrpSpPr>
          <p:grpSpPr>
            <a:xfrm>
              <a:off x="2670878" y="2117802"/>
              <a:ext cx="452650" cy="404228"/>
              <a:chOff x="8450263" y="4408488"/>
              <a:chExt cx="341313" cy="304801"/>
            </a:xfrm>
            <a:solidFill>
              <a:schemeClr val="bg1"/>
            </a:solidFill>
          </p:grpSpPr>
          <p:sp>
            <p:nvSpPr>
              <p:cNvPr id="28" name="Freeform 31"/>
              <p:cNvSpPr>
                <a:spLocks/>
              </p:cNvSpPr>
              <p:nvPr/>
            </p:nvSpPr>
            <p:spPr bwMode="auto">
              <a:xfrm>
                <a:off x="8505826" y="4683126"/>
                <a:ext cx="230188" cy="30163"/>
              </a:xfrm>
              <a:custGeom>
                <a:avLst/>
                <a:gdLst>
                  <a:gd name="T0" fmla="*/ 126 w 145"/>
                  <a:gd name="T1" fmla="*/ 0 h 19"/>
                  <a:gd name="T2" fmla="*/ 24 w 145"/>
                  <a:gd name="T3" fmla="*/ 0 h 19"/>
                  <a:gd name="T4" fmla="*/ 24 w 145"/>
                  <a:gd name="T5" fmla="*/ 10 h 19"/>
                  <a:gd name="T6" fmla="*/ 0 w 145"/>
                  <a:gd name="T7" fmla="*/ 10 h 19"/>
                  <a:gd name="T8" fmla="*/ 0 w 145"/>
                  <a:gd name="T9" fmla="*/ 19 h 19"/>
                  <a:gd name="T10" fmla="*/ 145 w 145"/>
                  <a:gd name="T11" fmla="*/ 19 h 19"/>
                  <a:gd name="T12" fmla="*/ 145 w 145"/>
                  <a:gd name="T13" fmla="*/ 10 h 19"/>
                  <a:gd name="T14" fmla="*/ 126 w 145"/>
                  <a:gd name="T15" fmla="*/ 10 h 19"/>
                  <a:gd name="T16" fmla="*/ 126 w 14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9">
                    <a:moveTo>
                      <a:pt x="126" y="0"/>
                    </a:moveTo>
                    <a:lnTo>
                      <a:pt x="24" y="0"/>
                    </a:lnTo>
                    <a:lnTo>
                      <a:pt x="24" y="10"/>
                    </a:lnTo>
                    <a:lnTo>
                      <a:pt x="0" y="10"/>
                    </a:lnTo>
                    <a:lnTo>
                      <a:pt x="0" y="19"/>
                    </a:lnTo>
                    <a:lnTo>
                      <a:pt x="145" y="19"/>
                    </a:lnTo>
                    <a:lnTo>
                      <a:pt x="145" y="10"/>
                    </a:lnTo>
                    <a:lnTo>
                      <a:pt x="126" y="10"/>
                    </a:lnTo>
                    <a:lnTo>
                      <a:pt x="12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9" name="Freeform 32"/>
              <p:cNvSpPr>
                <a:spLocks noEditPoints="1"/>
              </p:cNvSpPr>
              <p:nvPr/>
            </p:nvSpPr>
            <p:spPr bwMode="auto">
              <a:xfrm>
                <a:off x="8450263" y="4408488"/>
                <a:ext cx="341313" cy="266700"/>
              </a:xfrm>
              <a:custGeom>
                <a:avLst/>
                <a:gdLst>
                  <a:gd name="T0" fmla="*/ 87 w 91"/>
                  <a:gd name="T1" fmla="*/ 0 h 71"/>
                  <a:gd name="T2" fmla="*/ 4 w 91"/>
                  <a:gd name="T3" fmla="*/ 0 h 71"/>
                  <a:gd name="T4" fmla="*/ 0 w 91"/>
                  <a:gd name="T5" fmla="*/ 3 h 71"/>
                  <a:gd name="T6" fmla="*/ 0 w 91"/>
                  <a:gd name="T7" fmla="*/ 67 h 71"/>
                  <a:gd name="T8" fmla="*/ 4 w 91"/>
                  <a:gd name="T9" fmla="*/ 71 h 71"/>
                  <a:gd name="T10" fmla="*/ 87 w 91"/>
                  <a:gd name="T11" fmla="*/ 71 h 71"/>
                  <a:gd name="T12" fmla="*/ 91 w 91"/>
                  <a:gd name="T13" fmla="*/ 67 h 71"/>
                  <a:gd name="T14" fmla="*/ 91 w 91"/>
                  <a:gd name="T15" fmla="*/ 3 h 71"/>
                  <a:gd name="T16" fmla="*/ 87 w 91"/>
                  <a:gd name="T17" fmla="*/ 0 h 71"/>
                  <a:gd name="T18" fmla="*/ 46 w 91"/>
                  <a:gd name="T19" fmla="*/ 68 h 71"/>
                  <a:gd name="T20" fmla="*/ 41 w 91"/>
                  <a:gd name="T21" fmla="*/ 63 h 71"/>
                  <a:gd name="T22" fmla="*/ 46 w 91"/>
                  <a:gd name="T23" fmla="*/ 58 h 71"/>
                  <a:gd name="T24" fmla="*/ 51 w 91"/>
                  <a:gd name="T25" fmla="*/ 63 h 71"/>
                  <a:gd name="T26" fmla="*/ 46 w 91"/>
                  <a:gd name="T27" fmla="*/ 68 h 71"/>
                  <a:gd name="T28" fmla="*/ 86 w 91"/>
                  <a:gd name="T29" fmla="*/ 55 h 71"/>
                  <a:gd name="T30" fmla="*/ 6 w 91"/>
                  <a:gd name="T31" fmla="*/ 55 h 71"/>
                  <a:gd name="T32" fmla="*/ 6 w 91"/>
                  <a:gd name="T33" fmla="*/ 5 h 71"/>
                  <a:gd name="T34" fmla="*/ 86 w 91"/>
                  <a:gd name="T35" fmla="*/ 5 h 71"/>
                  <a:gd name="T36" fmla="*/ 86 w 91"/>
                  <a:gd name="T3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1">
                    <a:moveTo>
                      <a:pt x="87" y="0"/>
                    </a:moveTo>
                    <a:cubicBezTo>
                      <a:pt x="4" y="0"/>
                      <a:pt x="4" y="0"/>
                      <a:pt x="4" y="0"/>
                    </a:cubicBezTo>
                    <a:cubicBezTo>
                      <a:pt x="2" y="0"/>
                      <a:pt x="0" y="1"/>
                      <a:pt x="0" y="3"/>
                    </a:cubicBezTo>
                    <a:cubicBezTo>
                      <a:pt x="0" y="67"/>
                      <a:pt x="0" y="67"/>
                      <a:pt x="0" y="67"/>
                    </a:cubicBezTo>
                    <a:cubicBezTo>
                      <a:pt x="0" y="69"/>
                      <a:pt x="2" y="71"/>
                      <a:pt x="4" y="71"/>
                    </a:cubicBezTo>
                    <a:cubicBezTo>
                      <a:pt x="87" y="71"/>
                      <a:pt x="87" y="71"/>
                      <a:pt x="87" y="71"/>
                    </a:cubicBezTo>
                    <a:cubicBezTo>
                      <a:pt x="89" y="71"/>
                      <a:pt x="91" y="69"/>
                      <a:pt x="91" y="67"/>
                    </a:cubicBezTo>
                    <a:cubicBezTo>
                      <a:pt x="91" y="3"/>
                      <a:pt x="91" y="3"/>
                      <a:pt x="91" y="3"/>
                    </a:cubicBezTo>
                    <a:cubicBezTo>
                      <a:pt x="91" y="1"/>
                      <a:pt x="89" y="0"/>
                      <a:pt x="87" y="0"/>
                    </a:cubicBezTo>
                    <a:close/>
                    <a:moveTo>
                      <a:pt x="46" y="68"/>
                    </a:moveTo>
                    <a:cubicBezTo>
                      <a:pt x="43" y="68"/>
                      <a:pt x="41" y="65"/>
                      <a:pt x="41" y="63"/>
                    </a:cubicBezTo>
                    <a:cubicBezTo>
                      <a:pt x="41" y="60"/>
                      <a:pt x="43" y="58"/>
                      <a:pt x="46" y="58"/>
                    </a:cubicBezTo>
                    <a:cubicBezTo>
                      <a:pt x="48" y="58"/>
                      <a:pt x="51" y="60"/>
                      <a:pt x="51" y="63"/>
                    </a:cubicBezTo>
                    <a:cubicBezTo>
                      <a:pt x="51" y="65"/>
                      <a:pt x="48" y="68"/>
                      <a:pt x="46" y="68"/>
                    </a:cubicBezTo>
                    <a:close/>
                    <a:moveTo>
                      <a:pt x="86" y="55"/>
                    </a:moveTo>
                    <a:cubicBezTo>
                      <a:pt x="6" y="55"/>
                      <a:pt x="6" y="55"/>
                      <a:pt x="6" y="55"/>
                    </a:cubicBezTo>
                    <a:cubicBezTo>
                      <a:pt x="6" y="5"/>
                      <a:pt x="6" y="5"/>
                      <a:pt x="6" y="5"/>
                    </a:cubicBezTo>
                    <a:cubicBezTo>
                      <a:pt x="86" y="5"/>
                      <a:pt x="86" y="5"/>
                      <a:pt x="86" y="5"/>
                    </a:cubicBezTo>
                    <a:lnTo>
                      <a:pt x="86" y="55"/>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7" name="Group 6"/>
          <p:cNvGrpSpPr>
            <a:grpSpLocks/>
          </p:cNvGrpSpPr>
          <p:nvPr/>
        </p:nvGrpSpPr>
        <p:grpSpPr bwMode="auto">
          <a:xfrm>
            <a:off x="985838" y="2725738"/>
            <a:ext cx="3786187" cy="893762"/>
            <a:chOff x="985838" y="2725738"/>
            <a:chExt cx="3786188" cy="893762"/>
          </a:xfrm>
        </p:grpSpPr>
        <p:sp>
          <p:nvSpPr>
            <p:cNvPr id="517133" name="Freeform 7"/>
            <p:cNvSpPr>
              <a:spLocks/>
            </p:cNvSpPr>
            <p:nvPr/>
          </p:nvSpPr>
          <p:spPr bwMode="auto">
            <a:xfrm>
              <a:off x="985838" y="2725738"/>
              <a:ext cx="3786188" cy="893762"/>
            </a:xfrm>
            <a:custGeom>
              <a:avLst/>
              <a:gdLst>
                <a:gd name="T0" fmla="*/ 55443447 w 2385"/>
                <a:gd name="T1" fmla="*/ 1418846163 h 563"/>
                <a:gd name="T2" fmla="*/ 55443447 w 2385"/>
                <a:gd name="T3" fmla="*/ 1406246188 h 563"/>
                <a:gd name="T4" fmla="*/ 37801552 w 2385"/>
                <a:gd name="T5" fmla="*/ 1312999705 h 563"/>
                <a:gd name="T6" fmla="*/ 25201562 w 2385"/>
                <a:gd name="T7" fmla="*/ 1214712916 h 563"/>
                <a:gd name="T8" fmla="*/ 12601575 w 2385"/>
                <a:gd name="T9" fmla="*/ 1116427713 h 563"/>
                <a:gd name="T10" fmla="*/ 0 w 2385"/>
                <a:gd name="T11" fmla="*/ 1018142511 h 563"/>
                <a:gd name="T12" fmla="*/ 0 w 2385"/>
                <a:gd name="T13" fmla="*/ 919855721 h 563"/>
                <a:gd name="T14" fmla="*/ 0 w 2385"/>
                <a:gd name="T15" fmla="*/ 821570320 h 563"/>
                <a:gd name="T16" fmla="*/ 5040313 w 2385"/>
                <a:gd name="T17" fmla="*/ 723283530 h 563"/>
                <a:gd name="T18" fmla="*/ 12601575 w 2385"/>
                <a:gd name="T19" fmla="*/ 619958020 h 563"/>
                <a:gd name="T20" fmla="*/ 25201562 w 2385"/>
                <a:gd name="T21" fmla="*/ 521671230 h 563"/>
                <a:gd name="T22" fmla="*/ 42843451 w 2385"/>
                <a:gd name="T23" fmla="*/ 415824674 h 563"/>
                <a:gd name="T24" fmla="*/ 60483758 w 2385"/>
                <a:gd name="T25" fmla="*/ 317539471 h 563"/>
                <a:gd name="T26" fmla="*/ 90725625 w 2385"/>
                <a:gd name="T27" fmla="*/ 219252681 h 563"/>
                <a:gd name="T28" fmla="*/ 123488465 w 2385"/>
                <a:gd name="T29" fmla="*/ 120967429 h 563"/>
                <a:gd name="T30" fmla="*/ 158769056 w 2385"/>
                <a:gd name="T31" fmla="*/ 17640289 h 563"/>
                <a:gd name="T32" fmla="*/ 166330316 w 2385"/>
                <a:gd name="T33" fmla="*/ 0 h 563"/>
                <a:gd name="T34" fmla="*/ 2147483647 w 2385"/>
                <a:gd name="T35" fmla="*/ 0 h 563"/>
                <a:gd name="T36" fmla="*/ 2147483647 w 2385"/>
                <a:gd name="T37" fmla="*/ 35282165 h 563"/>
                <a:gd name="T38" fmla="*/ 2147483647 w 2385"/>
                <a:gd name="T39" fmla="*/ 98285227 h 563"/>
                <a:gd name="T40" fmla="*/ 2147483647 w 2385"/>
                <a:gd name="T41" fmla="*/ 158768942 h 563"/>
                <a:gd name="T42" fmla="*/ 2147483647 w 2385"/>
                <a:gd name="T43" fmla="*/ 214212374 h 563"/>
                <a:gd name="T44" fmla="*/ 2147483647 w 2385"/>
                <a:gd name="T45" fmla="*/ 264615449 h 563"/>
                <a:gd name="T46" fmla="*/ 2147483647 w 2385"/>
                <a:gd name="T47" fmla="*/ 312499164 h 563"/>
                <a:gd name="T48" fmla="*/ 2147483647 w 2385"/>
                <a:gd name="T49" fmla="*/ 355340984 h 563"/>
                <a:gd name="T50" fmla="*/ 2147483647 w 2385"/>
                <a:gd name="T51" fmla="*/ 393144084 h 563"/>
                <a:gd name="T52" fmla="*/ 2147483647 w 2385"/>
                <a:gd name="T53" fmla="*/ 435986003 h 563"/>
                <a:gd name="T54" fmla="*/ 2147483647 w 2385"/>
                <a:gd name="T55" fmla="*/ 504030948 h 563"/>
                <a:gd name="T56" fmla="*/ 2147483647 w 2385"/>
                <a:gd name="T57" fmla="*/ 564514638 h 563"/>
                <a:gd name="T58" fmla="*/ 2147483647 w 2385"/>
                <a:gd name="T59" fmla="*/ 619958020 h 563"/>
                <a:gd name="T60" fmla="*/ 2147483647 w 2385"/>
                <a:gd name="T61" fmla="*/ 675401403 h 563"/>
                <a:gd name="T62" fmla="*/ 2147483647 w 2385"/>
                <a:gd name="T63" fmla="*/ 730844785 h 563"/>
                <a:gd name="T64" fmla="*/ 2147483647 w 2385"/>
                <a:gd name="T65" fmla="*/ 786288168 h 563"/>
                <a:gd name="T66" fmla="*/ 2147483647 w 2385"/>
                <a:gd name="T67" fmla="*/ 846772056 h 563"/>
                <a:gd name="T68" fmla="*/ 2147483647 w 2385"/>
                <a:gd name="T69" fmla="*/ 919855721 h 563"/>
                <a:gd name="T70" fmla="*/ 2147483647 w 2385"/>
                <a:gd name="T71" fmla="*/ 957658821 h 563"/>
                <a:gd name="T72" fmla="*/ 2147483647 w 2385"/>
                <a:gd name="T73" fmla="*/ 1000500641 h 563"/>
                <a:gd name="T74" fmla="*/ 2147483647 w 2385"/>
                <a:gd name="T75" fmla="*/ 1043344048 h 563"/>
                <a:gd name="T76" fmla="*/ 2147483647 w 2385"/>
                <a:gd name="T77" fmla="*/ 1091226176 h 563"/>
                <a:gd name="T78" fmla="*/ 2147483647 w 2385"/>
                <a:gd name="T79" fmla="*/ 1129027688 h 563"/>
                <a:gd name="T80" fmla="*/ 2147483647 w 2385"/>
                <a:gd name="T81" fmla="*/ 1166830788 h 563"/>
                <a:gd name="T82" fmla="*/ 2147483647 w 2385"/>
                <a:gd name="T83" fmla="*/ 1197072633 h 563"/>
                <a:gd name="T84" fmla="*/ 2147483647 w 2385"/>
                <a:gd name="T85" fmla="*/ 1222274171 h 563"/>
                <a:gd name="T86" fmla="*/ 2147483647 w 2385"/>
                <a:gd name="T87" fmla="*/ 1244954761 h 563"/>
                <a:gd name="T88" fmla="*/ 2147483647 w 2385"/>
                <a:gd name="T89" fmla="*/ 1270156298 h 563"/>
                <a:gd name="T90" fmla="*/ 2147483647 w 2385"/>
                <a:gd name="T91" fmla="*/ 1307959398 h 563"/>
                <a:gd name="T92" fmla="*/ 2147483647 w 2385"/>
                <a:gd name="T93" fmla="*/ 1350802805 h 563"/>
                <a:gd name="T94" fmla="*/ 2147483647 w 2385"/>
                <a:gd name="T95" fmla="*/ 1386084958 h 563"/>
                <a:gd name="T96" fmla="*/ 2147483647 w 2385"/>
                <a:gd name="T97" fmla="*/ 1411286495 h 563"/>
                <a:gd name="T98" fmla="*/ 2147483647 w 2385"/>
                <a:gd name="T99" fmla="*/ 1418846163 h 563"/>
                <a:gd name="T100" fmla="*/ 55443447 w 2385"/>
                <a:gd name="T101" fmla="*/ 1418846163 h 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85"/>
                <a:gd name="T154" fmla="*/ 0 h 563"/>
                <a:gd name="T155" fmla="*/ 2385 w 2385"/>
                <a:gd name="T156" fmla="*/ 563 h 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rgbClr val="F39C12"/>
            </a:solidFill>
            <a:ln w="9525">
              <a:noFill/>
              <a:miter lim="800000"/>
              <a:headEnd/>
              <a:tailEnd/>
            </a:ln>
          </p:spPr>
          <p:txBody>
            <a:bodyPr/>
            <a:lstStyle/>
            <a:p>
              <a:endParaRPr lang="el-GR">
                <a:solidFill>
                  <a:srgbClr val="000000"/>
                </a:solidFill>
              </a:endParaRPr>
            </a:p>
          </p:txBody>
        </p:sp>
        <p:sp>
          <p:nvSpPr>
            <p:cNvPr id="517134" name="Freeform 37"/>
            <p:cNvSpPr>
              <a:spLocks noEditPoints="1"/>
            </p:cNvSpPr>
            <p:nvPr/>
          </p:nvSpPr>
          <p:spPr bwMode="auto">
            <a:xfrm>
              <a:off x="2696143" y="3002980"/>
              <a:ext cx="402120" cy="404875"/>
            </a:xfrm>
            <a:custGeom>
              <a:avLst/>
              <a:gdLst>
                <a:gd name="T0" fmla="*/ 2147483647 w 62"/>
                <a:gd name="T1" fmla="*/ 2147483647 h 62"/>
                <a:gd name="T2" fmla="*/ 2147483647 w 62"/>
                <a:gd name="T3" fmla="*/ 1961626239 h 62"/>
                <a:gd name="T4" fmla="*/ 2147483647 w 62"/>
                <a:gd name="T5" fmla="*/ 1961626239 h 62"/>
                <a:gd name="T6" fmla="*/ 630984700 w 62"/>
                <a:gd name="T7" fmla="*/ 213218928 h 62"/>
                <a:gd name="T8" fmla="*/ 630984700 w 62"/>
                <a:gd name="T9" fmla="*/ 213218928 h 62"/>
                <a:gd name="T10" fmla="*/ 630984700 w 62"/>
                <a:gd name="T11" fmla="*/ 170576459 h 62"/>
                <a:gd name="T12" fmla="*/ 126194356 w 62"/>
                <a:gd name="T13" fmla="*/ 127933989 h 62"/>
                <a:gd name="T14" fmla="*/ 210328216 w 62"/>
                <a:gd name="T15" fmla="*/ 639663365 h 62"/>
                <a:gd name="T16" fmla="*/ 210328216 w 62"/>
                <a:gd name="T17" fmla="*/ 639663365 h 62"/>
                <a:gd name="T18" fmla="*/ 210328216 w 62"/>
                <a:gd name="T19" fmla="*/ 639663365 h 62"/>
                <a:gd name="T20" fmla="*/ 1977088162 w 62"/>
                <a:gd name="T21" fmla="*/ 2147483647 h 62"/>
                <a:gd name="T22" fmla="*/ 1977088162 w 62"/>
                <a:gd name="T23" fmla="*/ 2147483647 h 62"/>
                <a:gd name="T24" fmla="*/ 2147483647 w 62"/>
                <a:gd name="T25" fmla="*/ 2147483647 h 62"/>
                <a:gd name="T26" fmla="*/ 2147483647 w 62"/>
                <a:gd name="T27" fmla="*/ 2046917708 h 62"/>
                <a:gd name="T28" fmla="*/ 2147483647 w 62"/>
                <a:gd name="T29" fmla="*/ 2147483647 h 62"/>
                <a:gd name="T30" fmla="*/ 2147483647 w 62"/>
                <a:gd name="T31" fmla="*/ 2147483647 h 62"/>
                <a:gd name="T32" fmla="*/ 2061222023 w 62"/>
                <a:gd name="T33" fmla="*/ 2147483647 h 62"/>
                <a:gd name="T34" fmla="*/ 2147483647 w 62"/>
                <a:gd name="T35" fmla="*/ 2046917708 h 62"/>
                <a:gd name="T36" fmla="*/ 2147483647 w 62"/>
                <a:gd name="T37" fmla="*/ 1961626239 h 62"/>
                <a:gd name="T38" fmla="*/ 2145349398 w 62"/>
                <a:gd name="T39" fmla="*/ 2089560177 h 62"/>
                <a:gd name="T40" fmla="*/ 504790395 w 62"/>
                <a:gd name="T41" fmla="*/ 426437856 h 62"/>
                <a:gd name="T42" fmla="*/ 630984700 w 62"/>
                <a:gd name="T43" fmla="*/ 298510448 h 62"/>
                <a:gd name="T44" fmla="*/ 2147483647 w 62"/>
                <a:gd name="T45" fmla="*/ 1961626239 h 62"/>
                <a:gd name="T46" fmla="*/ 294462128 w 62"/>
                <a:gd name="T47" fmla="*/ 639663365 h 62"/>
                <a:gd name="T48" fmla="*/ 420656433 w 62"/>
                <a:gd name="T49" fmla="*/ 511729427 h 62"/>
                <a:gd name="T50" fmla="*/ 2103282467 w 62"/>
                <a:gd name="T51" fmla="*/ 2147483647 h 62"/>
                <a:gd name="T52" fmla="*/ 1977088162 w 62"/>
                <a:gd name="T53" fmla="*/ 2147483647 h 62"/>
                <a:gd name="T54" fmla="*/ 294462128 w 62"/>
                <a:gd name="T55" fmla="*/ 63966336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
                <a:gd name="T85" fmla="*/ 0 h 62"/>
                <a:gd name="T86" fmla="*/ 62 w 62"/>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 h="62">
                  <a:moveTo>
                    <a:pt x="62" y="62"/>
                  </a:moveTo>
                  <a:cubicBezTo>
                    <a:pt x="57" y="46"/>
                    <a:pt x="57" y="46"/>
                    <a:pt x="57" y="46"/>
                  </a:cubicBezTo>
                  <a:cubicBezTo>
                    <a:pt x="57" y="46"/>
                    <a:pt x="57" y="46"/>
                    <a:pt x="57" y="46"/>
                  </a:cubicBezTo>
                  <a:cubicBezTo>
                    <a:pt x="15" y="5"/>
                    <a:pt x="15" y="5"/>
                    <a:pt x="15" y="5"/>
                  </a:cubicBezTo>
                  <a:cubicBezTo>
                    <a:pt x="15" y="5"/>
                    <a:pt x="15" y="5"/>
                    <a:pt x="15" y="5"/>
                  </a:cubicBezTo>
                  <a:cubicBezTo>
                    <a:pt x="15" y="4"/>
                    <a:pt x="15" y="4"/>
                    <a:pt x="15" y="4"/>
                  </a:cubicBezTo>
                  <a:cubicBezTo>
                    <a:pt x="11" y="1"/>
                    <a:pt x="6" y="0"/>
                    <a:pt x="3" y="3"/>
                  </a:cubicBezTo>
                  <a:cubicBezTo>
                    <a:pt x="0" y="6"/>
                    <a:pt x="1" y="11"/>
                    <a:pt x="5" y="15"/>
                  </a:cubicBezTo>
                  <a:cubicBezTo>
                    <a:pt x="5" y="15"/>
                    <a:pt x="5" y="15"/>
                    <a:pt x="5" y="15"/>
                  </a:cubicBezTo>
                  <a:cubicBezTo>
                    <a:pt x="5" y="15"/>
                    <a:pt x="5" y="15"/>
                    <a:pt x="5" y="15"/>
                  </a:cubicBezTo>
                  <a:cubicBezTo>
                    <a:pt x="47" y="57"/>
                    <a:pt x="47" y="57"/>
                    <a:pt x="47" y="57"/>
                  </a:cubicBezTo>
                  <a:cubicBezTo>
                    <a:pt x="47" y="57"/>
                    <a:pt x="47" y="57"/>
                    <a:pt x="47" y="57"/>
                  </a:cubicBezTo>
                  <a:lnTo>
                    <a:pt x="62" y="62"/>
                  </a:lnTo>
                  <a:close/>
                  <a:moveTo>
                    <a:pt x="56" y="48"/>
                  </a:moveTo>
                  <a:cubicBezTo>
                    <a:pt x="57" y="49"/>
                    <a:pt x="57" y="51"/>
                    <a:pt x="58" y="54"/>
                  </a:cubicBezTo>
                  <a:cubicBezTo>
                    <a:pt x="54" y="58"/>
                    <a:pt x="54" y="58"/>
                    <a:pt x="54" y="58"/>
                  </a:cubicBezTo>
                  <a:cubicBezTo>
                    <a:pt x="51" y="57"/>
                    <a:pt x="49" y="56"/>
                    <a:pt x="49" y="56"/>
                  </a:cubicBezTo>
                  <a:cubicBezTo>
                    <a:pt x="49" y="55"/>
                    <a:pt x="56" y="49"/>
                    <a:pt x="56" y="48"/>
                  </a:cubicBezTo>
                  <a:close/>
                  <a:moveTo>
                    <a:pt x="54" y="46"/>
                  </a:moveTo>
                  <a:cubicBezTo>
                    <a:pt x="54" y="47"/>
                    <a:pt x="53" y="48"/>
                    <a:pt x="51" y="49"/>
                  </a:cubicBezTo>
                  <a:cubicBezTo>
                    <a:pt x="12" y="10"/>
                    <a:pt x="12" y="10"/>
                    <a:pt x="12" y="10"/>
                  </a:cubicBezTo>
                  <a:cubicBezTo>
                    <a:pt x="14" y="9"/>
                    <a:pt x="15" y="8"/>
                    <a:pt x="15" y="7"/>
                  </a:cubicBezTo>
                  <a:cubicBezTo>
                    <a:pt x="16" y="8"/>
                    <a:pt x="53" y="45"/>
                    <a:pt x="54" y="46"/>
                  </a:cubicBezTo>
                  <a:close/>
                  <a:moveTo>
                    <a:pt x="7" y="15"/>
                  </a:moveTo>
                  <a:cubicBezTo>
                    <a:pt x="8" y="15"/>
                    <a:pt x="9" y="13"/>
                    <a:pt x="10" y="12"/>
                  </a:cubicBezTo>
                  <a:cubicBezTo>
                    <a:pt x="50" y="51"/>
                    <a:pt x="50" y="51"/>
                    <a:pt x="50" y="51"/>
                  </a:cubicBezTo>
                  <a:cubicBezTo>
                    <a:pt x="48" y="52"/>
                    <a:pt x="47" y="54"/>
                    <a:pt x="47" y="54"/>
                  </a:cubicBezTo>
                  <a:cubicBezTo>
                    <a:pt x="45" y="53"/>
                    <a:pt x="9" y="16"/>
                    <a:pt x="7" y="15"/>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2" name="Group 1"/>
          <p:cNvGrpSpPr>
            <a:grpSpLocks/>
          </p:cNvGrpSpPr>
          <p:nvPr/>
        </p:nvGrpSpPr>
        <p:grpSpPr bwMode="auto">
          <a:xfrm>
            <a:off x="1330325" y="5397500"/>
            <a:ext cx="3500438" cy="889000"/>
            <a:chOff x="1330326" y="5397500"/>
            <a:chExt cx="3500438" cy="889000"/>
          </a:xfrm>
        </p:grpSpPr>
        <p:sp>
          <p:nvSpPr>
            <p:cNvPr id="517131" name="Freeform 5"/>
            <p:cNvSpPr>
              <a:spLocks/>
            </p:cNvSpPr>
            <p:nvPr/>
          </p:nvSpPr>
          <p:spPr bwMode="auto">
            <a:xfrm>
              <a:off x="1330326" y="5397500"/>
              <a:ext cx="3500438" cy="889000"/>
            </a:xfrm>
            <a:custGeom>
              <a:avLst/>
              <a:gdLst>
                <a:gd name="T0" fmla="*/ 2147483647 w 2205"/>
                <a:gd name="T1" fmla="*/ 1411287282 h 560"/>
                <a:gd name="T2" fmla="*/ 2147483647 w 2205"/>
                <a:gd name="T3" fmla="*/ 1411287282 h 560"/>
                <a:gd name="T4" fmla="*/ 2147483647 w 2205"/>
                <a:gd name="T5" fmla="*/ 1411287282 h 560"/>
                <a:gd name="T6" fmla="*/ 2147483647 w 2205"/>
                <a:gd name="T7" fmla="*/ 1411287282 h 560"/>
                <a:gd name="T8" fmla="*/ 2147483647 w 2205"/>
                <a:gd name="T9" fmla="*/ 1411287282 h 560"/>
                <a:gd name="T10" fmla="*/ 2147483647 w 2205"/>
                <a:gd name="T11" fmla="*/ 1411287282 h 560"/>
                <a:gd name="T12" fmla="*/ 2056447677 w 2205"/>
                <a:gd name="T13" fmla="*/ 1411287282 h 560"/>
                <a:gd name="T14" fmla="*/ 1829633682 w 2205"/>
                <a:gd name="T15" fmla="*/ 1411287282 h 560"/>
                <a:gd name="T16" fmla="*/ 1625501484 w 2205"/>
                <a:gd name="T17" fmla="*/ 1411287282 h 560"/>
                <a:gd name="T18" fmla="*/ 1436489028 w 2205"/>
                <a:gd name="T19" fmla="*/ 1411287282 h 560"/>
                <a:gd name="T20" fmla="*/ 1257557195 w 2205"/>
                <a:gd name="T21" fmla="*/ 1411287282 h 560"/>
                <a:gd name="T22" fmla="*/ 1098788192 w 2205"/>
                <a:gd name="T23" fmla="*/ 1411287282 h 560"/>
                <a:gd name="T24" fmla="*/ 950099812 w 2205"/>
                <a:gd name="T25" fmla="*/ 1411287282 h 560"/>
                <a:gd name="T26" fmla="*/ 821570889 w 2205"/>
                <a:gd name="T27" fmla="*/ 1411287282 h 560"/>
                <a:gd name="T28" fmla="*/ 700603426 w 2205"/>
                <a:gd name="T29" fmla="*/ 1411287282 h 560"/>
                <a:gd name="T30" fmla="*/ 589716584 w 2205"/>
                <a:gd name="T31" fmla="*/ 1411287282 h 560"/>
                <a:gd name="T32" fmla="*/ 453628187 w 2205"/>
                <a:gd name="T33" fmla="*/ 1411287282 h 560"/>
                <a:gd name="T34" fmla="*/ 307459069 w 2205"/>
                <a:gd name="T35" fmla="*/ 1411287282 h 560"/>
                <a:gd name="T36" fmla="*/ 189012505 w 2205"/>
                <a:gd name="T37" fmla="*/ 1411287282 h 560"/>
                <a:gd name="T38" fmla="*/ 110886891 w 2205"/>
                <a:gd name="T39" fmla="*/ 1411287282 h 560"/>
                <a:gd name="T40" fmla="*/ 55443446 w 2205"/>
                <a:gd name="T41" fmla="*/ 1411287282 h 560"/>
                <a:gd name="T42" fmla="*/ 25201561 w 2205"/>
                <a:gd name="T43" fmla="*/ 1411287282 h 560"/>
                <a:gd name="T44" fmla="*/ 5040313 w 2205"/>
                <a:gd name="T45" fmla="*/ 1411287282 h 560"/>
                <a:gd name="T46" fmla="*/ 0 w 2205"/>
                <a:gd name="T47" fmla="*/ 1411287282 h 560"/>
                <a:gd name="T48" fmla="*/ 153728741 w 2205"/>
                <a:gd name="T49" fmla="*/ 1118949284 h 560"/>
                <a:gd name="T50" fmla="*/ 239415665 w 2205"/>
                <a:gd name="T51" fmla="*/ 902215941 h 560"/>
                <a:gd name="T52" fmla="*/ 312499380 w 2205"/>
                <a:gd name="T53" fmla="*/ 682963038 h 560"/>
                <a:gd name="T54" fmla="*/ 367942801 w 2205"/>
                <a:gd name="T55" fmla="*/ 443547505 h 560"/>
                <a:gd name="T56" fmla="*/ 405745927 w 2205"/>
                <a:gd name="T57" fmla="*/ 191531841 h 560"/>
                <a:gd name="T58" fmla="*/ 415826549 w 2205"/>
                <a:gd name="T59" fmla="*/ 0 h 560"/>
                <a:gd name="T60" fmla="*/ 2147483647 w 2205"/>
                <a:gd name="T61" fmla="*/ 42843444 h 560"/>
                <a:gd name="T62" fmla="*/ 2147483647 w 2205"/>
                <a:gd name="T63" fmla="*/ 123486858 h 560"/>
                <a:gd name="T64" fmla="*/ 2147483647 w 2205"/>
                <a:gd name="T65" fmla="*/ 191531841 h 560"/>
                <a:gd name="T66" fmla="*/ 2147483647 w 2205"/>
                <a:gd name="T67" fmla="*/ 269655907 h 560"/>
                <a:gd name="T68" fmla="*/ 2147483647 w 2205"/>
                <a:gd name="T69" fmla="*/ 355341182 h 560"/>
                <a:gd name="T70" fmla="*/ 2147483647 w 2205"/>
                <a:gd name="T71" fmla="*/ 388103993 h 560"/>
                <a:gd name="T72" fmla="*/ 2147483647 w 2205"/>
                <a:gd name="T73" fmla="*/ 405744285 h 560"/>
                <a:gd name="T74" fmla="*/ 2147483647 w 2205"/>
                <a:gd name="T75" fmla="*/ 418345954 h 560"/>
                <a:gd name="T76" fmla="*/ 2147483647 w 2205"/>
                <a:gd name="T77" fmla="*/ 423386264 h 560"/>
                <a:gd name="T78" fmla="*/ 2147483647 w 2205"/>
                <a:gd name="T79" fmla="*/ 443547505 h 560"/>
                <a:gd name="T80" fmla="*/ 2147483647 w 2205"/>
                <a:gd name="T81" fmla="*/ 473789367 h 560"/>
                <a:gd name="T82" fmla="*/ 2147483647 w 2205"/>
                <a:gd name="T83" fmla="*/ 534273091 h 560"/>
                <a:gd name="T84" fmla="*/ 2147483647 w 2205"/>
                <a:gd name="T85" fmla="*/ 584676194 h 560"/>
                <a:gd name="T86" fmla="*/ 2147483647 w 2205"/>
                <a:gd name="T87" fmla="*/ 645159917 h 560"/>
                <a:gd name="T88" fmla="*/ 2147483647 w 2205"/>
                <a:gd name="T89" fmla="*/ 725804882 h 560"/>
                <a:gd name="T90" fmla="*/ 2147483647 w 2205"/>
                <a:gd name="T91" fmla="*/ 816530467 h 560"/>
                <a:gd name="T92" fmla="*/ 2147483647 w 2205"/>
                <a:gd name="T93" fmla="*/ 932457803 h 560"/>
                <a:gd name="T94" fmla="*/ 2147483647 w 2205"/>
                <a:gd name="T95" fmla="*/ 1068546181 h 560"/>
                <a:gd name="T96" fmla="*/ 2147483647 w 2205"/>
                <a:gd name="T97" fmla="*/ 1227315162 h 560"/>
                <a:gd name="T98" fmla="*/ 2147483647 w 2205"/>
                <a:gd name="T99" fmla="*/ 1406246971 h 5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05"/>
                <a:gd name="T151" fmla="*/ 0 h 560"/>
                <a:gd name="T152" fmla="*/ 2205 w 2205"/>
                <a:gd name="T153" fmla="*/ 560 h 5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05" h="560">
                  <a:moveTo>
                    <a:pt x="1437" y="558"/>
                  </a:move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rgbClr val="2980B9"/>
            </a:solidFill>
            <a:ln w="9525">
              <a:noFill/>
              <a:miter lim="800000"/>
              <a:headEnd/>
              <a:tailEnd/>
            </a:ln>
          </p:spPr>
          <p:txBody>
            <a:bodyPr/>
            <a:lstStyle/>
            <a:p>
              <a:endParaRPr lang="el-GR">
                <a:solidFill>
                  <a:srgbClr val="000000"/>
                </a:solidFill>
              </a:endParaRPr>
            </a:p>
          </p:txBody>
        </p:sp>
        <p:grpSp>
          <p:nvGrpSpPr>
            <p:cNvPr id="31" name="Group 30"/>
            <p:cNvGrpSpPr/>
            <p:nvPr/>
          </p:nvGrpSpPr>
          <p:grpSpPr>
            <a:xfrm>
              <a:off x="2598624" y="5610938"/>
              <a:ext cx="597159" cy="462123"/>
              <a:chOff x="6916738" y="2898776"/>
              <a:chExt cx="315913" cy="244475"/>
            </a:xfrm>
            <a:solidFill>
              <a:schemeClr val="bg1"/>
            </a:solidFill>
          </p:grpSpPr>
          <p:sp>
            <p:nvSpPr>
              <p:cNvPr id="32"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3"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6" name="Group 5"/>
          <p:cNvGrpSpPr>
            <a:grpSpLocks/>
          </p:cNvGrpSpPr>
          <p:nvPr/>
        </p:nvGrpSpPr>
        <p:grpSpPr bwMode="auto">
          <a:xfrm>
            <a:off x="1020763" y="3614738"/>
            <a:ext cx="4092575" cy="893762"/>
            <a:chOff x="1020763" y="3614738"/>
            <a:chExt cx="4092575" cy="893762"/>
          </a:xfrm>
        </p:grpSpPr>
        <p:sp>
          <p:nvSpPr>
            <p:cNvPr id="517129" name="Freeform 8"/>
            <p:cNvSpPr>
              <a:spLocks/>
            </p:cNvSpPr>
            <p:nvPr/>
          </p:nvSpPr>
          <p:spPr bwMode="auto">
            <a:xfrm>
              <a:off x="1020763" y="3614738"/>
              <a:ext cx="4092575" cy="893762"/>
            </a:xfrm>
            <a:custGeom>
              <a:avLst/>
              <a:gdLst>
                <a:gd name="T0" fmla="*/ 675401818 w 2578"/>
                <a:gd name="T1" fmla="*/ 1418846163 h 563"/>
                <a:gd name="T2" fmla="*/ 662801835 w 2578"/>
                <a:gd name="T3" fmla="*/ 1381044650 h 563"/>
                <a:gd name="T4" fmla="*/ 632558384 w 2578"/>
                <a:gd name="T5" fmla="*/ 1307959398 h 563"/>
                <a:gd name="T6" fmla="*/ 594756848 w 2578"/>
                <a:gd name="T7" fmla="*/ 1234874146 h 563"/>
                <a:gd name="T8" fmla="*/ 559474674 w 2578"/>
                <a:gd name="T9" fmla="*/ 1166830788 h 563"/>
                <a:gd name="T10" fmla="*/ 521671551 w 2578"/>
                <a:gd name="T11" fmla="*/ 1106347098 h 563"/>
                <a:gd name="T12" fmla="*/ 483870015 w 2578"/>
                <a:gd name="T13" fmla="*/ 1043344048 h 563"/>
                <a:gd name="T14" fmla="*/ 410784619 w 2578"/>
                <a:gd name="T15" fmla="*/ 940016951 h 563"/>
                <a:gd name="T16" fmla="*/ 312499356 w 2578"/>
                <a:gd name="T17" fmla="*/ 786288168 h 563"/>
                <a:gd name="T18" fmla="*/ 221773765 w 2578"/>
                <a:gd name="T19" fmla="*/ 627517688 h 563"/>
                <a:gd name="T20" fmla="*/ 146169057 w 2578"/>
                <a:gd name="T21" fmla="*/ 453627873 h 563"/>
                <a:gd name="T22" fmla="*/ 110886883 w 2578"/>
                <a:gd name="T23" fmla="*/ 367942546 h 563"/>
                <a:gd name="T24" fmla="*/ 80644994 w 2578"/>
                <a:gd name="T25" fmla="*/ 277217011 h 563"/>
                <a:gd name="T26" fmla="*/ 47883757 w 2578"/>
                <a:gd name="T27" fmla="*/ 183970479 h 563"/>
                <a:gd name="T28" fmla="*/ 25201559 w 2578"/>
                <a:gd name="T29" fmla="*/ 93244920 h 563"/>
                <a:gd name="T30" fmla="*/ 0 w 2578"/>
                <a:gd name="T31" fmla="*/ 0 h 563"/>
                <a:gd name="T32" fmla="*/ 2147483647 w 2578"/>
                <a:gd name="T33" fmla="*/ 0 h 563"/>
                <a:gd name="T34" fmla="*/ 2147483647 w 2578"/>
                <a:gd name="T35" fmla="*/ 30241857 h 563"/>
                <a:gd name="T36" fmla="*/ 2147483647 w 2578"/>
                <a:gd name="T37" fmla="*/ 55443407 h 563"/>
                <a:gd name="T38" fmla="*/ 2147483647 w 2578"/>
                <a:gd name="T39" fmla="*/ 93244920 h 563"/>
                <a:gd name="T40" fmla="*/ 2147483647 w 2578"/>
                <a:gd name="T41" fmla="*/ 105846507 h 563"/>
                <a:gd name="T42" fmla="*/ 2147483647 w 2578"/>
                <a:gd name="T43" fmla="*/ 128527097 h 563"/>
                <a:gd name="T44" fmla="*/ 2147483647 w 2578"/>
                <a:gd name="T45" fmla="*/ 148688327 h 563"/>
                <a:gd name="T46" fmla="*/ 2147483647 w 2578"/>
                <a:gd name="T47" fmla="*/ 178930172 h 563"/>
                <a:gd name="T48" fmla="*/ 2147483647 w 2578"/>
                <a:gd name="T49" fmla="*/ 209172066 h 563"/>
                <a:gd name="T50" fmla="*/ 2147483647 w 2578"/>
                <a:gd name="T51" fmla="*/ 239413911 h 563"/>
                <a:gd name="T52" fmla="*/ 2147483647 w 2578"/>
                <a:gd name="T53" fmla="*/ 312499164 h 563"/>
                <a:gd name="T54" fmla="*/ 2147483647 w 2578"/>
                <a:gd name="T55" fmla="*/ 398184391 h 563"/>
                <a:gd name="T56" fmla="*/ 2147483647 w 2578"/>
                <a:gd name="T57" fmla="*/ 486389078 h 563"/>
                <a:gd name="T58" fmla="*/ 2147483647 w 2578"/>
                <a:gd name="T59" fmla="*/ 577114613 h 563"/>
                <a:gd name="T60" fmla="*/ 2147483647 w 2578"/>
                <a:gd name="T61" fmla="*/ 675401403 h 563"/>
                <a:gd name="T62" fmla="*/ 2147483647 w 2578"/>
                <a:gd name="T63" fmla="*/ 725804478 h 563"/>
                <a:gd name="T64" fmla="*/ 2147483647 w 2578"/>
                <a:gd name="T65" fmla="*/ 761086630 h 563"/>
                <a:gd name="T66" fmla="*/ 2147483647 w 2578"/>
                <a:gd name="T67" fmla="*/ 791328475 h 563"/>
                <a:gd name="T68" fmla="*/ 2147483647 w 2578"/>
                <a:gd name="T69" fmla="*/ 824089680 h 563"/>
                <a:gd name="T70" fmla="*/ 2147483647 w 2578"/>
                <a:gd name="T71" fmla="*/ 846772056 h 563"/>
                <a:gd name="T72" fmla="*/ 2147483647 w 2578"/>
                <a:gd name="T73" fmla="*/ 871973593 h 563"/>
                <a:gd name="T74" fmla="*/ 2147483647 w 2578"/>
                <a:gd name="T75" fmla="*/ 914815413 h 563"/>
                <a:gd name="T76" fmla="*/ 2147483647 w 2578"/>
                <a:gd name="T77" fmla="*/ 945057258 h 563"/>
                <a:gd name="T78" fmla="*/ 2147483647 w 2578"/>
                <a:gd name="T79" fmla="*/ 982860358 h 563"/>
                <a:gd name="T80" fmla="*/ 2147483647 w 2578"/>
                <a:gd name="T81" fmla="*/ 1030742486 h 563"/>
                <a:gd name="T82" fmla="*/ 2147483647 w 2578"/>
                <a:gd name="T83" fmla="*/ 1050903716 h 563"/>
                <a:gd name="T84" fmla="*/ 2147483647 w 2578"/>
                <a:gd name="T85" fmla="*/ 1081145561 h 563"/>
                <a:gd name="T86" fmla="*/ 2147483647 w 2578"/>
                <a:gd name="T87" fmla="*/ 1116427713 h 563"/>
                <a:gd name="T88" fmla="*/ 2147483647 w 2578"/>
                <a:gd name="T89" fmla="*/ 1149188918 h 563"/>
                <a:gd name="T90" fmla="*/ 2147483647 w 2578"/>
                <a:gd name="T91" fmla="*/ 1179430763 h 563"/>
                <a:gd name="T92" fmla="*/ 2147483647 w 2578"/>
                <a:gd name="T93" fmla="*/ 1204632301 h 563"/>
                <a:gd name="T94" fmla="*/ 2147483647 w 2578"/>
                <a:gd name="T95" fmla="*/ 1227314478 h 563"/>
                <a:gd name="T96" fmla="*/ 2147483647 w 2578"/>
                <a:gd name="T97" fmla="*/ 1247475708 h 563"/>
                <a:gd name="T98" fmla="*/ 2147483647 w 2578"/>
                <a:gd name="T99" fmla="*/ 1270156298 h 563"/>
                <a:gd name="T100" fmla="*/ 2147483647 w 2578"/>
                <a:gd name="T101" fmla="*/ 1290319115 h 563"/>
                <a:gd name="T102" fmla="*/ 2147483647 w 2578"/>
                <a:gd name="T103" fmla="*/ 1307959398 h 563"/>
                <a:gd name="T104" fmla="*/ 2147483647 w 2578"/>
                <a:gd name="T105" fmla="*/ 1320560960 h 563"/>
                <a:gd name="T106" fmla="*/ 2147483647 w 2578"/>
                <a:gd name="T107" fmla="*/ 1345762498 h 563"/>
                <a:gd name="T108" fmla="*/ 2147483647 w 2578"/>
                <a:gd name="T109" fmla="*/ 1376004343 h 563"/>
                <a:gd name="T110" fmla="*/ 2147483647 w 2578"/>
                <a:gd name="T111" fmla="*/ 1393644625 h 563"/>
                <a:gd name="T112" fmla="*/ 2147483647 w 2578"/>
                <a:gd name="T113" fmla="*/ 1406246188 h 563"/>
                <a:gd name="T114" fmla="*/ 2147483647 w 2578"/>
                <a:gd name="T115" fmla="*/ 1411286495 h 563"/>
                <a:gd name="T116" fmla="*/ 2147483647 w 2578"/>
                <a:gd name="T117" fmla="*/ 1418846163 h 563"/>
                <a:gd name="T118" fmla="*/ 675401818 w 2578"/>
                <a:gd name="T119" fmla="*/ 1418846163 h 5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78"/>
                <a:gd name="T181" fmla="*/ 0 h 563"/>
                <a:gd name="T182" fmla="*/ 2578 w 2578"/>
                <a:gd name="T183" fmla="*/ 563 h 5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rgbClr val="94B64E"/>
            </a:solidFill>
            <a:ln w="9525">
              <a:noFill/>
              <a:miter lim="800000"/>
              <a:headEnd/>
              <a:tailEnd/>
            </a:ln>
          </p:spPr>
          <p:txBody>
            <a:bodyPr/>
            <a:lstStyle/>
            <a:p>
              <a:endParaRPr lang="el-GR">
                <a:solidFill>
                  <a:srgbClr val="000000"/>
                </a:solidFill>
              </a:endParaRPr>
            </a:p>
          </p:txBody>
        </p:sp>
        <p:sp>
          <p:nvSpPr>
            <p:cNvPr id="517130" name="Freeform 71"/>
            <p:cNvSpPr>
              <a:spLocks noEditPoints="1"/>
            </p:cNvSpPr>
            <p:nvPr/>
          </p:nvSpPr>
          <p:spPr bwMode="auto">
            <a:xfrm>
              <a:off x="2735925" y="3789080"/>
              <a:ext cx="322556" cy="489493"/>
            </a:xfrm>
            <a:custGeom>
              <a:avLst/>
              <a:gdLst>
                <a:gd name="T0" fmla="*/ 587045223 w 48"/>
                <a:gd name="T1" fmla="*/ 2147483647 h 73"/>
                <a:gd name="T2" fmla="*/ 1625661983 w 48"/>
                <a:gd name="T3" fmla="*/ 2147483647 h 73"/>
                <a:gd name="T4" fmla="*/ 1625661983 w 48"/>
                <a:gd name="T5" fmla="*/ 2147483647 h 73"/>
                <a:gd name="T6" fmla="*/ 1670819809 w 48"/>
                <a:gd name="T7" fmla="*/ 2147483647 h 73"/>
                <a:gd name="T8" fmla="*/ 1715977635 w 48"/>
                <a:gd name="T9" fmla="*/ 2147483647 h 73"/>
                <a:gd name="T10" fmla="*/ 1083774796 w 48"/>
                <a:gd name="T11" fmla="*/ 1843450822 h 73"/>
                <a:gd name="T12" fmla="*/ 496729572 w 48"/>
                <a:gd name="T13" fmla="*/ 2147483647 h 73"/>
                <a:gd name="T14" fmla="*/ 496729572 w 48"/>
                <a:gd name="T15" fmla="*/ 2147483647 h 73"/>
                <a:gd name="T16" fmla="*/ 587045223 w 48"/>
                <a:gd name="T17" fmla="*/ 2147483647 h 73"/>
                <a:gd name="T18" fmla="*/ 587045223 w 48"/>
                <a:gd name="T19" fmla="*/ 2147483647 h 73"/>
                <a:gd name="T20" fmla="*/ 1986918289 w 48"/>
                <a:gd name="T21" fmla="*/ 494582389 h 73"/>
                <a:gd name="T22" fmla="*/ 2147483647 w 48"/>
                <a:gd name="T23" fmla="*/ 314737267 h 73"/>
                <a:gd name="T24" fmla="*/ 2147483647 w 48"/>
                <a:gd name="T25" fmla="*/ 224811405 h 73"/>
                <a:gd name="T26" fmla="*/ 1986918289 w 48"/>
                <a:gd name="T27" fmla="*/ 0 h 73"/>
                <a:gd name="T28" fmla="*/ 225789233 w 48"/>
                <a:gd name="T29" fmla="*/ 0 h 73"/>
                <a:gd name="T30" fmla="*/ 0 w 48"/>
                <a:gd name="T31" fmla="*/ 224811405 h 73"/>
                <a:gd name="T32" fmla="*/ 0 w 48"/>
                <a:gd name="T33" fmla="*/ 314737267 h 73"/>
                <a:gd name="T34" fmla="*/ 180631355 w 48"/>
                <a:gd name="T35" fmla="*/ 494582389 h 73"/>
                <a:gd name="T36" fmla="*/ 1986918289 w 48"/>
                <a:gd name="T37" fmla="*/ 494582389 h 73"/>
                <a:gd name="T38" fmla="*/ 1806293706 w 48"/>
                <a:gd name="T39" fmla="*/ 584508250 h 73"/>
                <a:gd name="T40" fmla="*/ 1986918289 w 48"/>
                <a:gd name="T41" fmla="*/ 584508250 h 73"/>
                <a:gd name="T42" fmla="*/ 1399872855 w 48"/>
                <a:gd name="T43" fmla="*/ 1618639102 h 73"/>
                <a:gd name="T44" fmla="*/ 1986918289 w 48"/>
                <a:gd name="T45" fmla="*/ 2147483647 h 73"/>
                <a:gd name="T46" fmla="*/ 1806293706 w 48"/>
                <a:gd name="T47" fmla="*/ 2147483647 h 73"/>
                <a:gd name="T48" fmla="*/ 1174090447 w 48"/>
                <a:gd name="T49" fmla="*/ 1708564963 h 73"/>
                <a:gd name="T50" fmla="*/ 1128932621 w 48"/>
                <a:gd name="T51" fmla="*/ 1618639102 h 73"/>
                <a:gd name="T52" fmla="*/ 1174090447 w 48"/>
                <a:gd name="T53" fmla="*/ 1573672819 h 73"/>
                <a:gd name="T54" fmla="*/ 1174090447 w 48"/>
                <a:gd name="T55" fmla="*/ 1573672819 h 73"/>
                <a:gd name="T56" fmla="*/ 1806293706 w 48"/>
                <a:gd name="T57" fmla="*/ 584508250 h 73"/>
                <a:gd name="T58" fmla="*/ 180631355 w 48"/>
                <a:gd name="T59" fmla="*/ 2147483647 h 73"/>
                <a:gd name="T60" fmla="*/ 0 w 48"/>
                <a:gd name="T61" fmla="*/ 2147483647 h 73"/>
                <a:gd name="T62" fmla="*/ 0 w 48"/>
                <a:gd name="T63" fmla="*/ 2147483647 h 73"/>
                <a:gd name="T64" fmla="*/ 225789233 w 48"/>
                <a:gd name="T65" fmla="*/ 2147483647 h 73"/>
                <a:gd name="T66" fmla="*/ 1986918289 w 48"/>
                <a:gd name="T67" fmla="*/ 2147483647 h 73"/>
                <a:gd name="T68" fmla="*/ 2147483647 w 48"/>
                <a:gd name="T69" fmla="*/ 2147483647 h 73"/>
                <a:gd name="T70" fmla="*/ 2147483647 w 48"/>
                <a:gd name="T71" fmla="*/ 2147483647 h 73"/>
                <a:gd name="T72" fmla="*/ 1986918289 w 48"/>
                <a:gd name="T73" fmla="*/ 2147483647 h 73"/>
                <a:gd name="T74" fmla="*/ 180631355 w 48"/>
                <a:gd name="T75" fmla="*/ 2147483647 h 73"/>
                <a:gd name="T76" fmla="*/ 361255990 w 48"/>
                <a:gd name="T77" fmla="*/ 2147483647 h 73"/>
                <a:gd name="T78" fmla="*/ 180631355 w 48"/>
                <a:gd name="T79" fmla="*/ 2147483647 h 73"/>
                <a:gd name="T80" fmla="*/ 812834352 w 48"/>
                <a:gd name="T81" fmla="*/ 1618639102 h 73"/>
                <a:gd name="T82" fmla="*/ 180631355 w 48"/>
                <a:gd name="T83" fmla="*/ 584508250 h 73"/>
                <a:gd name="T84" fmla="*/ 361255990 w 48"/>
                <a:gd name="T85" fmla="*/ 584508250 h 73"/>
                <a:gd name="T86" fmla="*/ 993459144 w 48"/>
                <a:gd name="T87" fmla="*/ 1573672819 h 73"/>
                <a:gd name="T88" fmla="*/ 1083774796 w 48"/>
                <a:gd name="T89" fmla="*/ 1663598680 h 73"/>
                <a:gd name="T90" fmla="*/ 993459144 w 48"/>
                <a:gd name="T91" fmla="*/ 1708564963 h 73"/>
                <a:gd name="T92" fmla="*/ 36125599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ppt_x"/>
                                          </p:val>
                                        </p:tav>
                                        <p:tav tm="100000">
                                          <p:val>
                                            <p:strVal val="#ppt_x"/>
                                          </p:val>
                                        </p:tav>
                                      </p:tavLst>
                                    </p:anim>
                                    <p:anim calcmode="lin" valueType="num">
                                      <p:cBhvr additive="base">
                                        <p:cTn id="19" dur="500" fill="hold"/>
                                        <p:tgtEl>
                                          <p:spTgt spid="5"/>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4"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ppt_x"/>
                                          </p:val>
                                        </p:tav>
                                        <p:tav tm="100000">
                                          <p:val>
                                            <p:strVal val="#ppt_x"/>
                                          </p:val>
                                        </p:tav>
                                      </p:tavLst>
                                    </p:anim>
                                    <p:anim calcmode="lin" valueType="num">
                                      <p:cBhvr additive="base">
                                        <p:cTn id="24" dur="500" fill="hold"/>
                                        <p:tgtEl>
                                          <p:spTgt spid="6"/>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ppt_x"/>
                                          </p:val>
                                        </p:tav>
                                        <p:tav tm="100000">
                                          <p:val>
                                            <p:strVal val="#ppt_x"/>
                                          </p:val>
                                        </p:tav>
                                      </p:tavLst>
                                    </p:anim>
                                    <p:anim calcmode="lin" valueType="num">
                                      <p:cBhvr additive="base">
                                        <p:cTn id="29" dur="500" fill="hold"/>
                                        <p:tgtEl>
                                          <p:spTgt spid="7"/>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fill="hold" nodeType="afterEffect">
                                  <p:stCondLst>
                                    <p:cond delay="0"/>
                                  </p:stCondLst>
                                  <p:childTnLst>
                                    <p:set>
                                      <p:cBhvr>
                                        <p:cTn id="32" dur="1" fill="hold">
                                          <p:stCondLst>
                                            <p:cond delay="0"/>
                                          </p:stCondLst>
                                        </p:cTn>
                                        <p:tgtEl>
                                          <p:spTgt spid="36"/>
                                        </p:tgtEl>
                                        <p:attrNameLst>
                                          <p:attrName>style.visibility</p:attrName>
                                        </p:attrNameLst>
                                      </p:cBhvr>
                                      <p:to>
                                        <p:strVal val="visible"/>
                                      </p:to>
                                    </p:set>
                                    <p:anim calcmode="lin" valueType="num">
                                      <p:cBhvr additive="base">
                                        <p:cTn id="33" dur="500" fill="hold"/>
                                        <p:tgtEl>
                                          <p:spTgt spid="36"/>
                                        </p:tgtEl>
                                        <p:attrNameLst>
                                          <p:attrName>ppt_x</p:attrName>
                                        </p:attrNameLst>
                                      </p:cBhvr>
                                      <p:tavLst>
                                        <p:tav tm="0">
                                          <p:val>
                                            <p:strVal val="#ppt_x"/>
                                          </p:val>
                                        </p:tav>
                                        <p:tav tm="100000">
                                          <p:val>
                                            <p:strVal val="#ppt_x"/>
                                          </p:val>
                                        </p:tav>
                                      </p:tavLst>
                                    </p:anim>
                                    <p:anim calcmode="lin" valueType="num">
                                      <p:cBhvr additive="base">
                                        <p:cTn id="34" dur="500" fill="hold"/>
                                        <p:tgtEl>
                                          <p:spTgt spid="36"/>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childTnLst>
                                </p:cTn>
                              </p:par>
                            </p:childTnLst>
                          </p:cTn>
                        </p:par>
                        <p:par>
                          <p:cTn id="38" fill="hold">
                            <p:stCondLst>
                              <p:cond delay="3000"/>
                            </p:stCondLst>
                            <p:childTnLst>
                              <p:par>
                                <p:cTn id="39" presetID="10"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p:bldP spid="1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3954463" y="458788"/>
            <a:ext cx="4252912" cy="723900"/>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أهمية تكنولوجيا التعليم</a:t>
            </a:r>
            <a:endParaRPr lang="en-CA" sz="4400" b="1" u="sng" spc="-150" dirty="0">
              <a:solidFill>
                <a:prstClr val="black">
                  <a:lumMod val="50000"/>
                  <a:lumOff val="50000"/>
                </a:prstClr>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5113338" y="2147888"/>
            <a:ext cx="6696075" cy="3000375"/>
          </a:xfrm>
          <a:prstGeom prst="rect">
            <a:avLst/>
          </a:prstGeom>
          <a:noFill/>
          <a:ln w="9525">
            <a:noFill/>
            <a:miter lim="800000"/>
            <a:headEnd/>
            <a:tailEnd/>
          </a:ln>
        </p:spPr>
        <p:txBody>
          <a:bodyPr lIns="45720" tIns="22860" rIns="45720" bIns="22860">
            <a:spAutoFit/>
          </a:bodyPr>
          <a:lstStyle/>
          <a:p>
            <a:pPr algn="ctr" defTabSz="1087438" rtl="1">
              <a:lnSpc>
                <a:spcPct val="200000"/>
              </a:lnSpc>
            </a:pPr>
            <a:r>
              <a:rPr lang="ar-SA" sz="3200" b="1" u="sng" dirty="0">
                <a:solidFill>
                  <a:srgbClr val="16A085"/>
                </a:solidFill>
              </a:rPr>
              <a:t>تنمية المهارة الكلامية لدى الأطفال</a:t>
            </a:r>
            <a:endParaRPr lang="en-US" sz="3200" b="1" u="sng" dirty="0">
              <a:solidFill>
                <a:srgbClr val="16A085"/>
              </a:solidFill>
            </a:endParaRPr>
          </a:p>
          <a:p>
            <a:pPr algn="ctr" defTabSz="1087438" rtl="1"/>
            <a:r>
              <a:rPr lang="ar-SA" sz="3200" dirty="0"/>
              <a:t>ويمكن تحقيق ذلك من خلال عرض شريط فيديو، أو عرض مجموعة من الشرائح التقديمية المصاحبة لشريط صوتي (كلام مسجل)، حيث تعلم الطفل كيفية النطق السليم</a:t>
            </a:r>
            <a:endParaRPr lang="en-US" sz="3200" dirty="0">
              <a:solidFill>
                <a:srgbClr val="A6A6A6"/>
              </a:solidFill>
              <a:latin typeface="Open Sans"/>
              <a:ea typeface="Open Sans"/>
              <a:cs typeface="Open Sans"/>
            </a:endParaRPr>
          </a:p>
        </p:txBody>
      </p:sp>
      <p:sp>
        <p:nvSpPr>
          <p:cNvPr id="15" name="Rounded Rectangle 14"/>
          <p:cNvSpPr/>
          <p:nvPr/>
        </p:nvSpPr>
        <p:spPr>
          <a:xfrm>
            <a:off x="11007725" y="2439988"/>
            <a:ext cx="573088" cy="571500"/>
          </a:xfrm>
          <a:prstGeom prst="round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5" name="Group 4"/>
          <p:cNvGrpSpPr>
            <a:grpSpLocks/>
          </p:cNvGrpSpPr>
          <p:nvPr/>
        </p:nvGrpSpPr>
        <p:grpSpPr bwMode="auto">
          <a:xfrm>
            <a:off x="1446213" y="4508500"/>
            <a:ext cx="3454400" cy="889000"/>
            <a:chOff x="1446213" y="4508500"/>
            <a:chExt cx="3454400" cy="889000"/>
          </a:xfrm>
        </p:grpSpPr>
        <p:sp>
          <p:nvSpPr>
            <p:cNvPr id="518161" name="Freeform 9"/>
            <p:cNvSpPr>
              <a:spLocks/>
            </p:cNvSpPr>
            <p:nvPr/>
          </p:nvSpPr>
          <p:spPr bwMode="auto">
            <a:xfrm>
              <a:off x="1446213" y="4508500"/>
              <a:ext cx="3454400" cy="889000"/>
            </a:xfrm>
            <a:custGeom>
              <a:avLst/>
              <a:gdLst>
                <a:gd name="T0" fmla="*/ 231854370 w 2176"/>
                <a:gd name="T1" fmla="*/ 1338203576 h 560"/>
                <a:gd name="T2" fmla="*/ 226814060 w 2176"/>
                <a:gd name="T3" fmla="*/ 1048384940 h 560"/>
                <a:gd name="T4" fmla="*/ 201612459 w 2176"/>
                <a:gd name="T5" fmla="*/ 773687036 h 560"/>
                <a:gd name="T6" fmla="*/ 158769028 w 2176"/>
                <a:gd name="T7" fmla="*/ 526711831 h 560"/>
                <a:gd name="T8" fmla="*/ 110886875 w 2176"/>
                <a:gd name="T9" fmla="*/ 312499338 h 560"/>
                <a:gd name="T10" fmla="*/ 47882166 w 2176"/>
                <a:gd name="T11" fmla="*/ 123486858 h 560"/>
                <a:gd name="T12" fmla="*/ 0 w 2176"/>
                <a:gd name="T13" fmla="*/ 0 h 560"/>
                <a:gd name="T14" fmla="*/ 2147483647 w 2176"/>
                <a:gd name="T15" fmla="*/ 12599985 h 560"/>
                <a:gd name="T16" fmla="*/ 2147483647 w 2176"/>
                <a:gd name="T17" fmla="*/ 42843444 h 560"/>
                <a:gd name="T18" fmla="*/ 2147483647 w 2176"/>
                <a:gd name="T19" fmla="*/ 80644990 h 560"/>
                <a:gd name="T20" fmla="*/ 2147483647 w 2176"/>
                <a:gd name="T21" fmla="*/ 128527169 h 560"/>
                <a:gd name="T22" fmla="*/ 2147483647 w 2176"/>
                <a:gd name="T23" fmla="*/ 176410910 h 560"/>
                <a:gd name="T24" fmla="*/ 2147483647 w 2176"/>
                <a:gd name="T25" fmla="*/ 226814063 h 560"/>
                <a:gd name="T26" fmla="*/ 2147483647 w 2176"/>
                <a:gd name="T27" fmla="*/ 320059010 h 560"/>
                <a:gd name="T28" fmla="*/ 2147483647 w 2176"/>
                <a:gd name="T29" fmla="*/ 398184613 h 560"/>
                <a:gd name="T30" fmla="*/ 2147483647 w 2176"/>
                <a:gd name="T31" fmla="*/ 483869987 h 560"/>
                <a:gd name="T32" fmla="*/ 2147483647 w 2176"/>
                <a:gd name="T33" fmla="*/ 534273091 h 560"/>
                <a:gd name="T34" fmla="*/ 2147483647 w 2176"/>
                <a:gd name="T35" fmla="*/ 589716504 h 560"/>
                <a:gd name="T36" fmla="*/ 2147483647 w 2176"/>
                <a:gd name="T37" fmla="*/ 632558348 h 560"/>
                <a:gd name="T38" fmla="*/ 2147483647 w 2176"/>
                <a:gd name="T39" fmla="*/ 667842107 h 560"/>
                <a:gd name="T40" fmla="*/ 2147483647 w 2176"/>
                <a:gd name="T41" fmla="*/ 693043659 h 560"/>
                <a:gd name="T42" fmla="*/ 2147483647 w 2176"/>
                <a:gd name="T43" fmla="*/ 710683951 h 560"/>
                <a:gd name="T44" fmla="*/ 2147483647 w 2176"/>
                <a:gd name="T45" fmla="*/ 723283933 h 560"/>
                <a:gd name="T46" fmla="*/ 2147483647 w 2176"/>
                <a:gd name="T47" fmla="*/ 735885503 h 560"/>
                <a:gd name="T48" fmla="*/ 2147483647 w 2176"/>
                <a:gd name="T49" fmla="*/ 761087054 h 560"/>
                <a:gd name="T50" fmla="*/ 2147483647 w 2176"/>
                <a:gd name="T51" fmla="*/ 803928898 h 560"/>
                <a:gd name="T52" fmla="*/ 2147483647 w 2176"/>
                <a:gd name="T53" fmla="*/ 846772528 h 560"/>
                <a:gd name="T54" fmla="*/ 2147483647 w 2176"/>
                <a:gd name="T55" fmla="*/ 902215941 h 560"/>
                <a:gd name="T56" fmla="*/ 2147483647 w 2176"/>
                <a:gd name="T57" fmla="*/ 962699665 h 560"/>
                <a:gd name="T58" fmla="*/ 2147483647 w 2176"/>
                <a:gd name="T59" fmla="*/ 1005541508 h 560"/>
                <a:gd name="T60" fmla="*/ 2147483647 w 2176"/>
                <a:gd name="T61" fmla="*/ 1043344630 h 560"/>
                <a:gd name="T62" fmla="*/ 2147483647 w 2176"/>
                <a:gd name="T63" fmla="*/ 1081146163 h 560"/>
                <a:gd name="T64" fmla="*/ 2147483647 w 2176"/>
                <a:gd name="T65" fmla="*/ 1129029905 h 560"/>
                <a:gd name="T66" fmla="*/ 2147483647 w 2176"/>
                <a:gd name="T67" fmla="*/ 1244957042 h 560"/>
                <a:gd name="T68" fmla="*/ 2147483647 w 2176"/>
                <a:gd name="T69" fmla="*/ 1355843868 h 560"/>
                <a:gd name="T70" fmla="*/ 2147483647 w 2176"/>
                <a:gd name="T71" fmla="*/ 1411287282 h 5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76"/>
                <a:gd name="T109" fmla="*/ 0 h 560"/>
                <a:gd name="T110" fmla="*/ 2176 w 2176"/>
                <a:gd name="T111" fmla="*/ 560 h 5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92" y="560"/>
                  </a:ln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23" name="Group 22"/>
            <p:cNvGrpSpPr/>
            <p:nvPr/>
          </p:nvGrpSpPr>
          <p:grpSpPr>
            <a:xfrm>
              <a:off x="2658246" y="4710722"/>
              <a:ext cx="477914" cy="429490"/>
              <a:chOff x="5583238" y="3892551"/>
              <a:chExt cx="360363" cy="323850"/>
            </a:xfrm>
            <a:solidFill>
              <a:schemeClr val="bg1"/>
            </a:solidFill>
          </p:grpSpPr>
          <p:sp>
            <p:nvSpPr>
              <p:cNvPr id="24"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5"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6"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36" name="Group 35"/>
          <p:cNvGrpSpPr>
            <a:grpSpLocks/>
          </p:cNvGrpSpPr>
          <p:nvPr/>
        </p:nvGrpSpPr>
        <p:grpSpPr bwMode="auto">
          <a:xfrm>
            <a:off x="1090613" y="1835150"/>
            <a:ext cx="3411537" cy="893763"/>
            <a:chOff x="1090613" y="1835151"/>
            <a:chExt cx="3411538" cy="893762"/>
          </a:xfrm>
        </p:grpSpPr>
        <p:sp>
          <p:nvSpPr>
            <p:cNvPr id="518159" name="Freeform 6"/>
            <p:cNvSpPr>
              <a:spLocks/>
            </p:cNvSpPr>
            <p:nvPr/>
          </p:nvSpPr>
          <p:spPr bwMode="auto">
            <a:xfrm>
              <a:off x="1090613" y="1835151"/>
              <a:ext cx="3411538" cy="893762"/>
            </a:xfrm>
            <a:custGeom>
              <a:avLst/>
              <a:gdLst>
                <a:gd name="T0" fmla="*/ 0 w 2149"/>
                <a:gd name="T1" fmla="*/ 1418846163 h 563"/>
                <a:gd name="T2" fmla="*/ 35282189 w 2149"/>
                <a:gd name="T3" fmla="*/ 1340722190 h 563"/>
                <a:gd name="T4" fmla="*/ 78124051 w 2149"/>
                <a:gd name="T5" fmla="*/ 1247475708 h 563"/>
                <a:gd name="T6" fmla="*/ 133567496 w 2149"/>
                <a:gd name="T7" fmla="*/ 1149188918 h 563"/>
                <a:gd name="T8" fmla="*/ 189012504 w 2149"/>
                <a:gd name="T9" fmla="*/ 1055944023 h 563"/>
                <a:gd name="T10" fmla="*/ 252015647 w 2149"/>
                <a:gd name="T11" fmla="*/ 957658821 h 563"/>
                <a:gd name="T12" fmla="*/ 325100949 w 2149"/>
                <a:gd name="T13" fmla="*/ 866933286 h 563"/>
                <a:gd name="T14" fmla="*/ 398184664 w 2149"/>
                <a:gd name="T15" fmla="*/ 773686605 h 563"/>
                <a:gd name="T16" fmla="*/ 441028200 w 2149"/>
                <a:gd name="T17" fmla="*/ 725804478 h 563"/>
                <a:gd name="T18" fmla="*/ 496471621 w 2149"/>
                <a:gd name="T19" fmla="*/ 675401403 h 563"/>
                <a:gd name="T20" fmla="*/ 546873143 w 2149"/>
                <a:gd name="T21" fmla="*/ 627517688 h 563"/>
                <a:gd name="T22" fmla="*/ 599797201 w 2149"/>
                <a:gd name="T23" fmla="*/ 577114613 h 563"/>
                <a:gd name="T24" fmla="*/ 662801882 w 2149"/>
                <a:gd name="T25" fmla="*/ 534272793 h 563"/>
                <a:gd name="T26" fmla="*/ 723285613 w 2149"/>
                <a:gd name="T27" fmla="*/ 491429385 h 563"/>
                <a:gd name="T28" fmla="*/ 864414518 w 2149"/>
                <a:gd name="T29" fmla="*/ 413305314 h 563"/>
                <a:gd name="T30" fmla="*/ 1005541637 w 2149"/>
                <a:gd name="T31" fmla="*/ 337700701 h 563"/>
                <a:gd name="T32" fmla="*/ 1159271915 w 2149"/>
                <a:gd name="T33" fmla="*/ 272176704 h 563"/>
                <a:gd name="T34" fmla="*/ 1325602176 w 2149"/>
                <a:gd name="T35" fmla="*/ 216733321 h 563"/>
                <a:gd name="T36" fmla="*/ 1496972749 w 2149"/>
                <a:gd name="T37" fmla="*/ 161289889 h 563"/>
                <a:gd name="T38" fmla="*/ 1668343718 w 2149"/>
                <a:gd name="T39" fmla="*/ 118446482 h 563"/>
                <a:gd name="T40" fmla="*/ 1854835223 w 2149"/>
                <a:gd name="T41" fmla="*/ 80644945 h 563"/>
                <a:gd name="T42" fmla="*/ 2043846090 w 2149"/>
                <a:gd name="T43" fmla="*/ 50403087 h 563"/>
                <a:gd name="T44" fmla="*/ 2147483647 w 2149"/>
                <a:gd name="T45" fmla="*/ 25201544 h 563"/>
                <a:gd name="T46" fmla="*/ 2147483647 w 2149"/>
                <a:gd name="T47" fmla="*/ 12599978 h 563"/>
                <a:gd name="T48" fmla="*/ 2147483647 w 2149"/>
                <a:gd name="T49" fmla="*/ 0 h 563"/>
                <a:gd name="T50" fmla="*/ 2147483647 w 2149"/>
                <a:gd name="T51" fmla="*/ 0 h 563"/>
                <a:gd name="T52" fmla="*/ 2147483647 w 2149"/>
                <a:gd name="T53" fmla="*/ 7559671 h 563"/>
                <a:gd name="T54" fmla="*/ 2147483647 w 2149"/>
                <a:gd name="T55" fmla="*/ 25201544 h 563"/>
                <a:gd name="T56" fmla="*/ 2147483647 w 2149"/>
                <a:gd name="T57" fmla="*/ 45362780 h 563"/>
                <a:gd name="T58" fmla="*/ 2147483647 w 2149"/>
                <a:gd name="T59" fmla="*/ 75604637 h 563"/>
                <a:gd name="T60" fmla="*/ 2147483647 w 2149"/>
                <a:gd name="T61" fmla="*/ 110886814 h 563"/>
                <a:gd name="T62" fmla="*/ 2147483647 w 2149"/>
                <a:gd name="T63" fmla="*/ 153728634 h 563"/>
                <a:gd name="T64" fmla="*/ 2147483647 w 2149"/>
                <a:gd name="T65" fmla="*/ 209172066 h 563"/>
                <a:gd name="T66" fmla="*/ 2147483647 w 2149"/>
                <a:gd name="T67" fmla="*/ 264615449 h 563"/>
                <a:gd name="T68" fmla="*/ 2147483647 w 2149"/>
                <a:gd name="T69" fmla="*/ 337700701 h 563"/>
                <a:gd name="T70" fmla="*/ 2147483647 w 2149"/>
                <a:gd name="T71" fmla="*/ 413305314 h 563"/>
                <a:gd name="T72" fmla="*/ 2147483647 w 2149"/>
                <a:gd name="T73" fmla="*/ 491429385 h 563"/>
                <a:gd name="T74" fmla="*/ 2147483647 w 2149"/>
                <a:gd name="T75" fmla="*/ 534272793 h 563"/>
                <a:gd name="T76" fmla="*/ 2147483647 w 2149"/>
                <a:gd name="T77" fmla="*/ 584675868 h 563"/>
                <a:gd name="T78" fmla="*/ 2147483647 w 2149"/>
                <a:gd name="T79" fmla="*/ 627517688 h 563"/>
                <a:gd name="T80" fmla="*/ 2147483647 w 2149"/>
                <a:gd name="T81" fmla="*/ 682961070 h 563"/>
                <a:gd name="T82" fmla="*/ 2147483647 w 2149"/>
                <a:gd name="T83" fmla="*/ 730844785 h 563"/>
                <a:gd name="T84" fmla="*/ 2147483647 w 2149"/>
                <a:gd name="T85" fmla="*/ 786288168 h 563"/>
                <a:gd name="T86" fmla="*/ 2147483647 w 2149"/>
                <a:gd name="T87" fmla="*/ 841731748 h 563"/>
                <a:gd name="T88" fmla="*/ 2147483647 w 2149"/>
                <a:gd name="T89" fmla="*/ 897175131 h 563"/>
                <a:gd name="T90" fmla="*/ 2147483647 w 2149"/>
                <a:gd name="T91" fmla="*/ 957658821 h 563"/>
                <a:gd name="T92" fmla="*/ 2147483647 w 2149"/>
                <a:gd name="T93" fmla="*/ 1020661871 h 563"/>
                <a:gd name="T94" fmla="*/ 2147483647 w 2149"/>
                <a:gd name="T95" fmla="*/ 1088706816 h 563"/>
                <a:gd name="T96" fmla="*/ 2147483647 w 2149"/>
                <a:gd name="T97" fmla="*/ 1154229226 h 563"/>
                <a:gd name="T98" fmla="*/ 2147483647 w 2149"/>
                <a:gd name="T99" fmla="*/ 1234874146 h 563"/>
                <a:gd name="T100" fmla="*/ 2147483647 w 2149"/>
                <a:gd name="T101" fmla="*/ 1315520653 h 563"/>
                <a:gd name="T102" fmla="*/ 2147483647 w 2149"/>
                <a:gd name="T103" fmla="*/ 1388604318 h 563"/>
                <a:gd name="T104" fmla="*/ 2147483647 w 2149"/>
                <a:gd name="T105" fmla="*/ 1418846163 h 563"/>
                <a:gd name="T106" fmla="*/ 0 w 2149"/>
                <a:gd name="T107" fmla="*/ 1418846163 h 5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9"/>
                <a:gd name="T163" fmla="*/ 0 h 563"/>
                <a:gd name="T164" fmla="*/ 2149 w 2149"/>
                <a:gd name="T165" fmla="*/ 563 h 5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rgbClr val="C0392B"/>
            </a:solidFill>
            <a:ln w="9525">
              <a:noFill/>
              <a:miter lim="800000"/>
              <a:headEnd/>
              <a:tailEnd/>
            </a:ln>
          </p:spPr>
          <p:txBody>
            <a:bodyPr/>
            <a:lstStyle/>
            <a:p>
              <a:endParaRPr lang="el-GR">
                <a:solidFill>
                  <a:srgbClr val="000000"/>
                </a:solidFill>
              </a:endParaRPr>
            </a:p>
          </p:txBody>
        </p:sp>
        <p:grpSp>
          <p:nvGrpSpPr>
            <p:cNvPr id="27" name="Group 26"/>
            <p:cNvGrpSpPr/>
            <p:nvPr/>
          </p:nvGrpSpPr>
          <p:grpSpPr>
            <a:xfrm>
              <a:off x="2670878" y="2117802"/>
              <a:ext cx="452650" cy="404228"/>
              <a:chOff x="8450263" y="4408488"/>
              <a:chExt cx="341313" cy="304801"/>
            </a:xfrm>
            <a:solidFill>
              <a:schemeClr val="bg1"/>
            </a:solidFill>
          </p:grpSpPr>
          <p:sp>
            <p:nvSpPr>
              <p:cNvPr id="28" name="Freeform 31"/>
              <p:cNvSpPr>
                <a:spLocks/>
              </p:cNvSpPr>
              <p:nvPr/>
            </p:nvSpPr>
            <p:spPr bwMode="auto">
              <a:xfrm>
                <a:off x="8505826" y="4683126"/>
                <a:ext cx="230188" cy="30163"/>
              </a:xfrm>
              <a:custGeom>
                <a:avLst/>
                <a:gdLst>
                  <a:gd name="T0" fmla="*/ 126 w 145"/>
                  <a:gd name="T1" fmla="*/ 0 h 19"/>
                  <a:gd name="T2" fmla="*/ 24 w 145"/>
                  <a:gd name="T3" fmla="*/ 0 h 19"/>
                  <a:gd name="T4" fmla="*/ 24 w 145"/>
                  <a:gd name="T5" fmla="*/ 10 h 19"/>
                  <a:gd name="T6" fmla="*/ 0 w 145"/>
                  <a:gd name="T7" fmla="*/ 10 h 19"/>
                  <a:gd name="T8" fmla="*/ 0 w 145"/>
                  <a:gd name="T9" fmla="*/ 19 h 19"/>
                  <a:gd name="T10" fmla="*/ 145 w 145"/>
                  <a:gd name="T11" fmla="*/ 19 h 19"/>
                  <a:gd name="T12" fmla="*/ 145 w 145"/>
                  <a:gd name="T13" fmla="*/ 10 h 19"/>
                  <a:gd name="T14" fmla="*/ 126 w 145"/>
                  <a:gd name="T15" fmla="*/ 10 h 19"/>
                  <a:gd name="T16" fmla="*/ 126 w 14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9">
                    <a:moveTo>
                      <a:pt x="126" y="0"/>
                    </a:moveTo>
                    <a:lnTo>
                      <a:pt x="24" y="0"/>
                    </a:lnTo>
                    <a:lnTo>
                      <a:pt x="24" y="10"/>
                    </a:lnTo>
                    <a:lnTo>
                      <a:pt x="0" y="10"/>
                    </a:lnTo>
                    <a:lnTo>
                      <a:pt x="0" y="19"/>
                    </a:lnTo>
                    <a:lnTo>
                      <a:pt x="145" y="19"/>
                    </a:lnTo>
                    <a:lnTo>
                      <a:pt x="145" y="10"/>
                    </a:lnTo>
                    <a:lnTo>
                      <a:pt x="126" y="10"/>
                    </a:lnTo>
                    <a:lnTo>
                      <a:pt x="12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9" name="Freeform 32"/>
              <p:cNvSpPr>
                <a:spLocks noEditPoints="1"/>
              </p:cNvSpPr>
              <p:nvPr/>
            </p:nvSpPr>
            <p:spPr bwMode="auto">
              <a:xfrm>
                <a:off x="8450263" y="4408488"/>
                <a:ext cx="341313" cy="266700"/>
              </a:xfrm>
              <a:custGeom>
                <a:avLst/>
                <a:gdLst>
                  <a:gd name="T0" fmla="*/ 87 w 91"/>
                  <a:gd name="T1" fmla="*/ 0 h 71"/>
                  <a:gd name="T2" fmla="*/ 4 w 91"/>
                  <a:gd name="T3" fmla="*/ 0 h 71"/>
                  <a:gd name="T4" fmla="*/ 0 w 91"/>
                  <a:gd name="T5" fmla="*/ 3 h 71"/>
                  <a:gd name="T6" fmla="*/ 0 w 91"/>
                  <a:gd name="T7" fmla="*/ 67 h 71"/>
                  <a:gd name="T8" fmla="*/ 4 w 91"/>
                  <a:gd name="T9" fmla="*/ 71 h 71"/>
                  <a:gd name="T10" fmla="*/ 87 w 91"/>
                  <a:gd name="T11" fmla="*/ 71 h 71"/>
                  <a:gd name="T12" fmla="*/ 91 w 91"/>
                  <a:gd name="T13" fmla="*/ 67 h 71"/>
                  <a:gd name="T14" fmla="*/ 91 w 91"/>
                  <a:gd name="T15" fmla="*/ 3 h 71"/>
                  <a:gd name="T16" fmla="*/ 87 w 91"/>
                  <a:gd name="T17" fmla="*/ 0 h 71"/>
                  <a:gd name="T18" fmla="*/ 46 w 91"/>
                  <a:gd name="T19" fmla="*/ 68 h 71"/>
                  <a:gd name="T20" fmla="*/ 41 w 91"/>
                  <a:gd name="T21" fmla="*/ 63 h 71"/>
                  <a:gd name="T22" fmla="*/ 46 w 91"/>
                  <a:gd name="T23" fmla="*/ 58 h 71"/>
                  <a:gd name="T24" fmla="*/ 51 w 91"/>
                  <a:gd name="T25" fmla="*/ 63 h 71"/>
                  <a:gd name="T26" fmla="*/ 46 w 91"/>
                  <a:gd name="T27" fmla="*/ 68 h 71"/>
                  <a:gd name="T28" fmla="*/ 86 w 91"/>
                  <a:gd name="T29" fmla="*/ 55 h 71"/>
                  <a:gd name="T30" fmla="*/ 6 w 91"/>
                  <a:gd name="T31" fmla="*/ 55 h 71"/>
                  <a:gd name="T32" fmla="*/ 6 w 91"/>
                  <a:gd name="T33" fmla="*/ 5 h 71"/>
                  <a:gd name="T34" fmla="*/ 86 w 91"/>
                  <a:gd name="T35" fmla="*/ 5 h 71"/>
                  <a:gd name="T36" fmla="*/ 86 w 91"/>
                  <a:gd name="T3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1">
                    <a:moveTo>
                      <a:pt x="87" y="0"/>
                    </a:moveTo>
                    <a:cubicBezTo>
                      <a:pt x="4" y="0"/>
                      <a:pt x="4" y="0"/>
                      <a:pt x="4" y="0"/>
                    </a:cubicBezTo>
                    <a:cubicBezTo>
                      <a:pt x="2" y="0"/>
                      <a:pt x="0" y="1"/>
                      <a:pt x="0" y="3"/>
                    </a:cubicBezTo>
                    <a:cubicBezTo>
                      <a:pt x="0" y="67"/>
                      <a:pt x="0" y="67"/>
                      <a:pt x="0" y="67"/>
                    </a:cubicBezTo>
                    <a:cubicBezTo>
                      <a:pt x="0" y="69"/>
                      <a:pt x="2" y="71"/>
                      <a:pt x="4" y="71"/>
                    </a:cubicBezTo>
                    <a:cubicBezTo>
                      <a:pt x="87" y="71"/>
                      <a:pt x="87" y="71"/>
                      <a:pt x="87" y="71"/>
                    </a:cubicBezTo>
                    <a:cubicBezTo>
                      <a:pt x="89" y="71"/>
                      <a:pt x="91" y="69"/>
                      <a:pt x="91" y="67"/>
                    </a:cubicBezTo>
                    <a:cubicBezTo>
                      <a:pt x="91" y="3"/>
                      <a:pt x="91" y="3"/>
                      <a:pt x="91" y="3"/>
                    </a:cubicBezTo>
                    <a:cubicBezTo>
                      <a:pt x="91" y="1"/>
                      <a:pt x="89" y="0"/>
                      <a:pt x="87" y="0"/>
                    </a:cubicBezTo>
                    <a:close/>
                    <a:moveTo>
                      <a:pt x="46" y="68"/>
                    </a:moveTo>
                    <a:cubicBezTo>
                      <a:pt x="43" y="68"/>
                      <a:pt x="41" y="65"/>
                      <a:pt x="41" y="63"/>
                    </a:cubicBezTo>
                    <a:cubicBezTo>
                      <a:pt x="41" y="60"/>
                      <a:pt x="43" y="58"/>
                      <a:pt x="46" y="58"/>
                    </a:cubicBezTo>
                    <a:cubicBezTo>
                      <a:pt x="48" y="58"/>
                      <a:pt x="51" y="60"/>
                      <a:pt x="51" y="63"/>
                    </a:cubicBezTo>
                    <a:cubicBezTo>
                      <a:pt x="51" y="65"/>
                      <a:pt x="48" y="68"/>
                      <a:pt x="46" y="68"/>
                    </a:cubicBezTo>
                    <a:close/>
                    <a:moveTo>
                      <a:pt x="86" y="55"/>
                    </a:moveTo>
                    <a:cubicBezTo>
                      <a:pt x="6" y="55"/>
                      <a:pt x="6" y="55"/>
                      <a:pt x="6" y="55"/>
                    </a:cubicBezTo>
                    <a:cubicBezTo>
                      <a:pt x="6" y="5"/>
                      <a:pt x="6" y="5"/>
                      <a:pt x="6" y="5"/>
                    </a:cubicBezTo>
                    <a:cubicBezTo>
                      <a:pt x="86" y="5"/>
                      <a:pt x="86" y="5"/>
                      <a:pt x="86" y="5"/>
                    </a:cubicBezTo>
                    <a:lnTo>
                      <a:pt x="86" y="55"/>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7" name="Group 6"/>
          <p:cNvGrpSpPr>
            <a:grpSpLocks/>
          </p:cNvGrpSpPr>
          <p:nvPr/>
        </p:nvGrpSpPr>
        <p:grpSpPr bwMode="auto">
          <a:xfrm>
            <a:off x="985838" y="2725738"/>
            <a:ext cx="3786187" cy="893762"/>
            <a:chOff x="985838" y="2725738"/>
            <a:chExt cx="3786188" cy="893762"/>
          </a:xfrm>
        </p:grpSpPr>
        <p:sp>
          <p:nvSpPr>
            <p:cNvPr id="518157" name="Freeform 7"/>
            <p:cNvSpPr>
              <a:spLocks/>
            </p:cNvSpPr>
            <p:nvPr/>
          </p:nvSpPr>
          <p:spPr bwMode="auto">
            <a:xfrm>
              <a:off x="985838" y="2725738"/>
              <a:ext cx="3786188" cy="893762"/>
            </a:xfrm>
            <a:custGeom>
              <a:avLst/>
              <a:gdLst>
                <a:gd name="T0" fmla="*/ 55443447 w 2385"/>
                <a:gd name="T1" fmla="*/ 1418846163 h 563"/>
                <a:gd name="T2" fmla="*/ 55443447 w 2385"/>
                <a:gd name="T3" fmla="*/ 1406246188 h 563"/>
                <a:gd name="T4" fmla="*/ 37801552 w 2385"/>
                <a:gd name="T5" fmla="*/ 1312999705 h 563"/>
                <a:gd name="T6" fmla="*/ 25201562 w 2385"/>
                <a:gd name="T7" fmla="*/ 1214712916 h 563"/>
                <a:gd name="T8" fmla="*/ 12601575 w 2385"/>
                <a:gd name="T9" fmla="*/ 1116427713 h 563"/>
                <a:gd name="T10" fmla="*/ 0 w 2385"/>
                <a:gd name="T11" fmla="*/ 1018142511 h 563"/>
                <a:gd name="T12" fmla="*/ 0 w 2385"/>
                <a:gd name="T13" fmla="*/ 919855721 h 563"/>
                <a:gd name="T14" fmla="*/ 0 w 2385"/>
                <a:gd name="T15" fmla="*/ 821570320 h 563"/>
                <a:gd name="T16" fmla="*/ 5040313 w 2385"/>
                <a:gd name="T17" fmla="*/ 723283530 h 563"/>
                <a:gd name="T18" fmla="*/ 12601575 w 2385"/>
                <a:gd name="T19" fmla="*/ 619958020 h 563"/>
                <a:gd name="T20" fmla="*/ 25201562 w 2385"/>
                <a:gd name="T21" fmla="*/ 521671230 h 563"/>
                <a:gd name="T22" fmla="*/ 42843451 w 2385"/>
                <a:gd name="T23" fmla="*/ 415824674 h 563"/>
                <a:gd name="T24" fmla="*/ 60483758 w 2385"/>
                <a:gd name="T25" fmla="*/ 317539471 h 563"/>
                <a:gd name="T26" fmla="*/ 90725625 w 2385"/>
                <a:gd name="T27" fmla="*/ 219252681 h 563"/>
                <a:gd name="T28" fmla="*/ 123488465 w 2385"/>
                <a:gd name="T29" fmla="*/ 120967429 h 563"/>
                <a:gd name="T30" fmla="*/ 158769056 w 2385"/>
                <a:gd name="T31" fmla="*/ 17640289 h 563"/>
                <a:gd name="T32" fmla="*/ 166330316 w 2385"/>
                <a:gd name="T33" fmla="*/ 0 h 563"/>
                <a:gd name="T34" fmla="*/ 2147483647 w 2385"/>
                <a:gd name="T35" fmla="*/ 0 h 563"/>
                <a:gd name="T36" fmla="*/ 2147483647 w 2385"/>
                <a:gd name="T37" fmla="*/ 35282165 h 563"/>
                <a:gd name="T38" fmla="*/ 2147483647 w 2385"/>
                <a:gd name="T39" fmla="*/ 98285227 h 563"/>
                <a:gd name="T40" fmla="*/ 2147483647 w 2385"/>
                <a:gd name="T41" fmla="*/ 158768942 h 563"/>
                <a:gd name="T42" fmla="*/ 2147483647 w 2385"/>
                <a:gd name="T43" fmla="*/ 214212374 h 563"/>
                <a:gd name="T44" fmla="*/ 2147483647 w 2385"/>
                <a:gd name="T45" fmla="*/ 264615449 h 563"/>
                <a:gd name="T46" fmla="*/ 2147483647 w 2385"/>
                <a:gd name="T47" fmla="*/ 312499164 h 563"/>
                <a:gd name="T48" fmla="*/ 2147483647 w 2385"/>
                <a:gd name="T49" fmla="*/ 355340984 h 563"/>
                <a:gd name="T50" fmla="*/ 2147483647 w 2385"/>
                <a:gd name="T51" fmla="*/ 393144084 h 563"/>
                <a:gd name="T52" fmla="*/ 2147483647 w 2385"/>
                <a:gd name="T53" fmla="*/ 435986003 h 563"/>
                <a:gd name="T54" fmla="*/ 2147483647 w 2385"/>
                <a:gd name="T55" fmla="*/ 504030948 h 563"/>
                <a:gd name="T56" fmla="*/ 2147483647 w 2385"/>
                <a:gd name="T57" fmla="*/ 564514638 h 563"/>
                <a:gd name="T58" fmla="*/ 2147483647 w 2385"/>
                <a:gd name="T59" fmla="*/ 619958020 h 563"/>
                <a:gd name="T60" fmla="*/ 2147483647 w 2385"/>
                <a:gd name="T61" fmla="*/ 675401403 h 563"/>
                <a:gd name="T62" fmla="*/ 2147483647 w 2385"/>
                <a:gd name="T63" fmla="*/ 730844785 h 563"/>
                <a:gd name="T64" fmla="*/ 2147483647 w 2385"/>
                <a:gd name="T65" fmla="*/ 786288168 h 563"/>
                <a:gd name="T66" fmla="*/ 2147483647 w 2385"/>
                <a:gd name="T67" fmla="*/ 846772056 h 563"/>
                <a:gd name="T68" fmla="*/ 2147483647 w 2385"/>
                <a:gd name="T69" fmla="*/ 919855721 h 563"/>
                <a:gd name="T70" fmla="*/ 2147483647 w 2385"/>
                <a:gd name="T71" fmla="*/ 957658821 h 563"/>
                <a:gd name="T72" fmla="*/ 2147483647 w 2385"/>
                <a:gd name="T73" fmla="*/ 1000500641 h 563"/>
                <a:gd name="T74" fmla="*/ 2147483647 w 2385"/>
                <a:gd name="T75" fmla="*/ 1043344048 h 563"/>
                <a:gd name="T76" fmla="*/ 2147483647 w 2385"/>
                <a:gd name="T77" fmla="*/ 1091226176 h 563"/>
                <a:gd name="T78" fmla="*/ 2147483647 w 2385"/>
                <a:gd name="T79" fmla="*/ 1129027688 h 563"/>
                <a:gd name="T80" fmla="*/ 2147483647 w 2385"/>
                <a:gd name="T81" fmla="*/ 1166830788 h 563"/>
                <a:gd name="T82" fmla="*/ 2147483647 w 2385"/>
                <a:gd name="T83" fmla="*/ 1197072633 h 563"/>
                <a:gd name="T84" fmla="*/ 2147483647 w 2385"/>
                <a:gd name="T85" fmla="*/ 1222274171 h 563"/>
                <a:gd name="T86" fmla="*/ 2147483647 w 2385"/>
                <a:gd name="T87" fmla="*/ 1244954761 h 563"/>
                <a:gd name="T88" fmla="*/ 2147483647 w 2385"/>
                <a:gd name="T89" fmla="*/ 1270156298 h 563"/>
                <a:gd name="T90" fmla="*/ 2147483647 w 2385"/>
                <a:gd name="T91" fmla="*/ 1307959398 h 563"/>
                <a:gd name="T92" fmla="*/ 2147483647 w 2385"/>
                <a:gd name="T93" fmla="*/ 1350802805 h 563"/>
                <a:gd name="T94" fmla="*/ 2147483647 w 2385"/>
                <a:gd name="T95" fmla="*/ 1386084958 h 563"/>
                <a:gd name="T96" fmla="*/ 2147483647 w 2385"/>
                <a:gd name="T97" fmla="*/ 1411286495 h 563"/>
                <a:gd name="T98" fmla="*/ 2147483647 w 2385"/>
                <a:gd name="T99" fmla="*/ 1418846163 h 563"/>
                <a:gd name="T100" fmla="*/ 55443447 w 2385"/>
                <a:gd name="T101" fmla="*/ 1418846163 h 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85"/>
                <a:gd name="T154" fmla="*/ 0 h 563"/>
                <a:gd name="T155" fmla="*/ 2385 w 2385"/>
                <a:gd name="T156" fmla="*/ 563 h 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rgbClr val="F39C12"/>
            </a:solidFill>
            <a:ln w="9525">
              <a:noFill/>
              <a:miter lim="800000"/>
              <a:headEnd/>
              <a:tailEnd/>
            </a:ln>
          </p:spPr>
          <p:txBody>
            <a:bodyPr/>
            <a:lstStyle/>
            <a:p>
              <a:endParaRPr lang="el-GR">
                <a:solidFill>
                  <a:srgbClr val="000000"/>
                </a:solidFill>
              </a:endParaRPr>
            </a:p>
          </p:txBody>
        </p:sp>
        <p:sp>
          <p:nvSpPr>
            <p:cNvPr id="518158" name="Freeform 37"/>
            <p:cNvSpPr>
              <a:spLocks noEditPoints="1"/>
            </p:cNvSpPr>
            <p:nvPr/>
          </p:nvSpPr>
          <p:spPr bwMode="auto">
            <a:xfrm>
              <a:off x="2696143" y="3002980"/>
              <a:ext cx="402120" cy="404875"/>
            </a:xfrm>
            <a:custGeom>
              <a:avLst/>
              <a:gdLst>
                <a:gd name="T0" fmla="*/ 2147483647 w 62"/>
                <a:gd name="T1" fmla="*/ 2147483647 h 62"/>
                <a:gd name="T2" fmla="*/ 2147483647 w 62"/>
                <a:gd name="T3" fmla="*/ 1961626239 h 62"/>
                <a:gd name="T4" fmla="*/ 2147483647 w 62"/>
                <a:gd name="T5" fmla="*/ 1961626239 h 62"/>
                <a:gd name="T6" fmla="*/ 630984700 w 62"/>
                <a:gd name="T7" fmla="*/ 213218928 h 62"/>
                <a:gd name="T8" fmla="*/ 630984700 w 62"/>
                <a:gd name="T9" fmla="*/ 213218928 h 62"/>
                <a:gd name="T10" fmla="*/ 630984700 w 62"/>
                <a:gd name="T11" fmla="*/ 170576459 h 62"/>
                <a:gd name="T12" fmla="*/ 126194356 w 62"/>
                <a:gd name="T13" fmla="*/ 127933989 h 62"/>
                <a:gd name="T14" fmla="*/ 210328216 w 62"/>
                <a:gd name="T15" fmla="*/ 639663365 h 62"/>
                <a:gd name="T16" fmla="*/ 210328216 w 62"/>
                <a:gd name="T17" fmla="*/ 639663365 h 62"/>
                <a:gd name="T18" fmla="*/ 210328216 w 62"/>
                <a:gd name="T19" fmla="*/ 639663365 h 62"/>
                <a:gd name="T20" fmla="*/ 1977088162 w 62"/>
                <a:gd name="T21" fmla="*/ 2147483647 h 62"/>
                <a:gd name="T22" fmla="*/ 1977088162 w 62"/>
                <a:gd name="T23" fmla="*/ 2147483647 h 62"/>
                <a:gd name="T24" fmla="*/ 2147483647 w 62"/>
                <a:gd name="T25" fmla="*/ 2147483647 h 62"/>
                <a:gd name="T26" fmla="*/ 2147483647 w 62"/>
                <a:gd name="T27" fmla="*/ 2046917708 h 62"/>
                <a:gd name="T28" fmla="*/ 2147483647 w 62"/>
                <a:gd name="T29" fmla="*/ 2147483647 h 62"/>
                <a:gd name="T30" fmla="*/ 2147483647 w 62"/>
                <a:gd name="T31" fmla="*/ 2147483647 h 62"/>
                <a:gd name="T32" fmla="*/ 2061222023 w 62"/>
                <a:gd name="T33" fmla="*/ 2147483647 h 62"/>
                <a:gd name="T34" fmla="*/ 2147483647 w 62"/>
                <a:gd name="T35" fmla="*/ 2046917708 h 62"/>
                <a:gd name="T36" fmla="*/ 2147483647 w 62"/>
                <a:gd name="T37" fmla="*/ 1961626239 h 62"/>
                <a:gd name="T38" fmla="*/ 2145349398 w 62"/>
                <a:gd name="T39" fmla="*/ 2089560177 h 62"/>
                <a:gd name="T40" fmla="*/ 504790395 w 62"/>
                <a:gd name="T41" fmla="*/ 426437856 h 62"/>
                <a:gd name="T42" fmla="*/ 630984700 w 62"/>
                <a:gd name="T43" fmla="*/ 298510448 h 62"/>
                <a:gd name="T44" fmla="*/ 2147483647 w 62"/>
                <a:gd name="T45" fmla="*/ 1961626239 h 62"/>
                <a:gd name="T46" fmla="*/ 294462128 w 62"/>
                <a:gd name="T47" fmla="*/ 639663365 h 62"/>
                <a:gd name="T48" fmla="*/ 420656433 w 62"/>
                <a:gd name="T49" fmla="*/ 511729427 h 62"/>
                <a:gd name="T50" fmla="*/ 2103282467 w 62"/>
                <a:gd name="T51" fmla="*/ 2147483647 h 62"/>
                <a:gd name="T52" fmla="*/ 1977088162 w 62"/>
                <a:gd name="T53" fmla="*/ 2147483647 h 62"/>
                <a:gd name="T54" fmla="*/ 294462128 w 62"/>
                <a:gd name="T55" fmla="*/ 63966336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
                <a:gd name="T85" fmla="*/ 0 h 62"/>
                <a:gd name="T86" fmla="*/ 62 w 62"/>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 h="62">
                  <a:moveTo>
                    <a:pt x="62" y="62"/>
                  </a:moveTo>
                  <a:cubicBezTo>
                    <a:pt x="57" y="46"/>
                    <a:pt x="57" y="46"/>
                    <a:pt x="57" y="46"/>
                  </a:cubicBezTo>
                  <a:cubicBezTo>
                    <a:pt x="57" y="46"/>
                    <a:pt x="57" y="46"/>
                    <a:pt x="57" y="46"/>
                  </a:cubicBezTo>
                  <a:cubicBezTo>
                    <a:pt x="15" y="5"/>
                    <a:pt x="15" y="5"/>
                    <a:pt x="15" y="5"/>
                  </a:cubicBezTo>
                  <a:cubicBezTo>
                    <a:pt x="15" y="5"/>
                    <a:pt x="15" y="5"/>
                    <a:pt x="15" y="5"/>
                  </a:cubicBezTo>
                  <a:cubicBezTo>
                    <a:pt x="15" y="4"/>
                    <a:pt x="15" y="4"/>
                    <a:pt x="15" y="4"/>
                  </a:cubicBezTo>
                  <a:cubicBezTo>
                    <a:pt x="11" y="1"/>
                    <a:pt x="6" y="0"/>
                    <a:pt x="3" y="3"/>
                  </a:cubicBezTo>
                  <a:cubicBezTo>
                    <a:pt x="0" y="6"/>
                    <a:pt x="1" y="11"/>
                    <a:pt x="5" y="15"/>
                  </a:cubicBezTo>
                  <a:cubicBezTo>
                    <a:pt x="5" y="15"/>
                    <a:pt x="5" y="15"/>
                    <a:pt x="5" y="15"/>
                  </a:cubicBezTo>
                  <a:cubicBezTo>
                    <a:pt x="5" y="15"/>
                    <a:pt x="5" y="15"/>
                    <a:pt x="5" y="15"/>
                  </a:cubicBezTo>
                  <a:cubicBezTo>
                    <a:pt x="47" y="57"/>
                    <a:pt x="47" y="57"/>
                    <a:pt x="47" y="57"/>
                  </a:cubicBezTo>
                  <a:cubicBezTo>
                    <a:pt x="47" y="57"/>
                    <a:pt x="47" y="57"/>
                    <a:pt x="47" y="57"/>
                  </a:cubicBezTo>
                  <a:lnTo>
                    <a:pt x="62" y="62"/>
                  </a:lnTo>
                  <a:close/>
                  <a:moveTo>
                    <a:pt x="56" y="48"/>
                  </a:moveTo>
                  <a:cubicBezTo>
                    <a:pt x="57" y="49"/>
                    <a:pt x="57" y="51"/>
                    <a:pt x="58" y="54"/>
                  </a:cubicBezTo>
                  <a:cubicBezTo>
                    <a:pt x="54" y="58"/>
                    <a:pt x="54" y="58"/>
                    <a:pt x="54" y="58"/>
                  </a:cubicBezTo>
                  <a:cubicBezTo>
                    <a:pt x="51" y="57"/>
                    <a:pt x="49" y="56"/>
                    <a:pt x="49" y="56"/>
                  </a:cubicBezTo>
                  <a:cubicBezTo>
                    <a:pt x="49" y="55"/>
                    <a:pt x="56" y="49"/>
                    <a:pt x="56" y="48"/>
                  </a:cubicBezTo>
                  <a:close/>
                  <a:moveTo>
                    <a:pt x="54" y="46"/>
                  </a:moveTo>
                  <a:cubicBezTo>
                    <a:pt x="54" y="47"/>
                    <a:pt x="53" y="48"/>
                    <a:pt x="51" y="49"/>
                  </a:cubicBezTo>
                  <a:cubicBezTo>
                    <a:pt x="12" y="10"/>
                    <a:pt x="12" y="10"/>
                    <a:pt x="12" y="10"/>
                  </a:cubicBezTo>
                  <a:cubicBezTo>
                    <a:pt x="14" y="9"/>
                    <a:pt x="15" y="8"/>
                    <a:pt x="15" y="7"/>
                  </a:cubicBezTo>
                  <a:cubicBezTo>
                    <a:pt x="16" y="8"/>
                    <a:pt x="53" y="45"/>
                    <a:pt x="54" y="46"/>
                  </a:cubicBezTo>
                  <a:close/>
                  <a:moveTo>
                    <a:pt x="7" y="15"/>
                  </a:moveTo>
                  <a:cubicBezTo>
                    <a:pt x="8" y="15"/>
                    <a:pt x="9" y="13"/>
                    <a:pt x="10" y="12"/>
                  </a:cubicBezTo>
                  <a:cubicBezTo>
                    <a:pt x="50" y="51"/>
                    <a:pt x="50" y="51"/>
                    <a:pt x="50" y="51"/>
                  </a:cubicBezTo>
                  <a:cubicBezTo>
                    <a:pt x="48" y="52"/>
                    <a:pt x="47" y="54"/>
                    <a:pt x="47" y="54"/>
                  </a:cubicBezTo>
                  <a:cubicBezTo>
                    <a:pt x="45" y="53"/>
                    <a:pt x="9" y="16"/>
                    <a:pt x="7" y="15"/>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2" name="Group 1"/>
          <p:cNvGrpSpPr>
            <a:grpSpLocks/>
          </p:cNvGrpSpPr>
          <p:nvPr/>
        </p:nvGrpSpPr>
        <p:grpSpPr bwMode="auto">
          <a:xfrm>
            <a:off x="1330325" y="5397500"/>
            <a:ext cx="3500438" cy="889000"/>
            <a:chOff x="1330326" y="5397500"/>
            <a:chExt cx="3500438" cy="889000"/>
          </a:xfrm>
        </p:grpSpPr>
        <p:sp>
          <p:nvSpPr>
            <p:cNvPr id="518155" name="Freeform 5"/>
            <p:cNvSpPr>
              <a:spLocks/>
            </p:cNvSpPr>
            <p:nvPr/>
          </p:nvSpPr>
          <p:spPr bwMode="auto">
            <a:xfrm>
              <a:off x="1330326" y="5397500"/>
              <a:ext cx="3500438" cy="889000"/>
            </a:xfrm>
            <a:custGeom>
              <a:avLst/>
              <a:gdLst>
                <a:gd name="T0" fmla="*/ 2147483647 w 2205"/>
                <a:gd name="T1" fmla="*/ 1411287282 h 560"/>
                <a:gd name="T2" fmla="*/ 2147483647 w 2205"/>
                <a:gd name="T3" fmla="*/ 1411287282 h 560"/>
                <a:gd name="T4" fmla="*/ 2147483647 w 2205"/>
                <a:gd name="T5" fmla="*/ 1411287282 h 560"/>
                <a:gd name="T6" fmla="*/ 2147483647 w 2205"/>
                <a:gd name="T7" fmla="*/ 1411287282 h 560"/>
                <a:gd name="T8" fmla="*/ 2147483647 w 2205"/>
                <a:gd name="T9" fmla="*/ 1411287282 h 560"/>
                <a:gd name="T10" fmla="*/ 2147483647 w 2205"/>
                <a:gd name="T11" fmla="*/ 1411287282 h 560"/>
                <a:gd name="T12" fmla="*/ 2056447677 w 2205"/>
                <a:gd name="T13" fmla="*/ 1411287282 h 560"/>
                <a:gd name="T14" fmla="*/ 1829633682 w 2205"/>
                <a:gd name="T15" fmla="*/ 1411287282 h 560"/>
                <a:gd name="T16" fmla="*/ 1625501484 w 2205"/>
                <a:gd name="T17" fmla="*/ 1411287282 h 560"/>
                <a:gd name="T18" fmla="*/ 1436489028 w 2205"/>
                <a:gd name="T19" fmla="*/ 1411287282 h 560"/>
                <a:gd name="T20" fmla="*/ 1257557195 w 2205"/>
                <a:gd name="T21" fmla="*/ 1411287282 h 560"/>
                <a:gd name="T22" fmla="*/ 1098788192 w 2205"/>
                <a:gd name="T23" fmla="*/ 1411287282 h 560"/>
                <a:gd name="T24" fmla="*/ 950099812 w 2205"/>
                <a:gd name="T25" fmla="*/ 1411287282 h 560"/>
                <a:gd name="T26" fmla="*/ 821570889 w 2205"/>
                <a:gd name="T27" fmla="*/ 1411287282 h 560"/>
                <a:gd name="T28" fmla="*/ 700603426 w 2205"/>
                <a:gd name="T29" fmla="*/ 1411287282 h 560"/>
                <a:gd name="T30" fmla="*/ 589716584 w 2205"/>
                <a:gd name="T31" fmla="*/ 1411287282 h 560"/>
                <a:gd name="T32" fmla="*/ 453628187 w 2205"/>
                <a:gd name="T33" fmla="*/ 1411287282 h 560"/>
                <a:gd name="T34" fmla="*/ 307459069 w 2205"/>
                <a:gd name="T35" fmla="*/ 1411287282 h 560"/>
                <a:gd name="T36" fmla="*/ 189012505 w 2205"/>
                <a:gd name="T37" fmla="*/ 1411287282 h 560"/>
                <a:gd name="T38" fmla="*/ 110886891 w 2205"/>
                <a:gd name="T39" fmla="*/ 1411287282 h 560"/>
                <a:gd name="T40" fmla="*/ 55443446 w 2205"/>
                <a:gd name="T41" fmla="*/ 1411287282 h 560"/>
                <a:gd name="T42" fmla="*/ 25201561 w 2205"/>
                <a:gd name="T43" fmla="*/ 1411287282 h 560"/>
                <a:gd name="T44" fmla="*/ 5040313 w 2205"/>
                <a:gd name="T45" fmla="*/ 1411287282 h 560"/>
                <a:gd name="T46" fmla="*/ 0 w 2205"/>
                <a:gd name="T47" fmla="*/ 1411287282 h 560"/>
                <a:gd name="T48" fmla="*/ 153728741 w 2205"/>
                <a:gd name="T49" fmla="*/ 1118949284 h 560"/>
                <a:gd name="T50" fmla="*/ 239415665 w 2205"/>
                <a:gd name="T51" fmla="*/ 902215941 h 560"/>
                <a:gd name="T52" fmla="*/ 312499380 w 2205"/>
                <a:gd name="T53" fmla="*/ 682963038 h 560"/>
                <a:gd name="T54" fmla="*/ 367942801 w 2205"/>
                <a:gd name="T55" fmla="*/ 443547505 h 560"/>
                <a:gd name="T56" fmla="*/ 405745927 w 2205"/>
                <a:gd name="T57" fmla="*/ 191531841 h 560"/>
                <a:gd name="T58" fmla="*/ 415826549 w 2205"/>
                <a:gd name="T59" fmla="*/ 0 h 560"/>
                <a:gd name="T60" fmla="*/ 2147483647 w 2205"/>
                <a:gd name="T61" fmla="*/ 42843444 h 560"/>
                <a:gd name="T62" fmla="*/ 2147483647 w 2205"/>
                <a:gd name="T63" fmla="*/ 123486858 h 560"/>
                <a:gd name="T64" fmla="*/ 2147483647 w 2205"/>
                <a:gd name="T65" fmla="*/ 191531841 h 560"/>
                <a:gd name="T66" fmla="*/ 2147483647 w 2205"/>
                <a:gd name="T67" fmla="*/ 269655907 h 560"/>
                <a:gd name="T68" fmla="*/ 2147483647 w 2205"/>
                <a:gd name="T69" fmla="*/ 355341182 h 560"/>
                <a:gd name="T70" fmla="*/ 2147483647 w 2205"/>
                <a:gd name="T71" fmla="*/ 388103993 h 560"/>
                <a:gd name="T72" fmla="*/ 2147483647 w 2205"/>
                <a:gd name="T73" fmla="*/ 405744285 h 560"/>
                <a:gd name="T74" fmla="*/ 2147483647 w 2205"/>
                <a:gd name="T75" fmla="*/ 418345954 h 560"/>
                <a:gd name="T76" fmla="*/ 2147483647 w 2205"/>
                <a:gd name="T77" fmla="*/ 423386264 h 560"/>
                <a:gd name="T78" fmla="*/ 2147483647 w 2205"/>
                <a:gd name="T79" fmla="*/ 443547505 h 560"/>
                <a:gd name="T80" fmla="*/ 2147483647 w 2205"/>
                <a:gd name="T81" fmla="*/ 473789367 h 560"/>
                <a:gd name="T82" fmla="*/ 2147483647 w 2205"/>
                <a:gd name="T83" fmla="*/ 534273091 h 560"/>
                <a:gd name="T84" fmla="*/ 2147483647 w 2205"/>
                <a:gd name="T85" fmla="*/ 584676194 h 560"/>
                <a:gd name="T86" fmla="*/ 2147483647 w 2205"/>
                <a:gd name="T87" fmla="*/ 645159917 h 560"/>
                <a:gd name="T88" fmla="*/ 2147483647 w 2205"/>
                <a:gd name="T89" fmla="*/ 725804882 h 560"/>
                <a:gd name="T90" fmla="*/ 2147483647 w 2205"/>
                <a:gd name="T91" fmla="*/ 816530467 h 560"/>
                <a:gd name="T92" fmla="*/ 2147483647 w 2205"/>
                <a:gd name="T93" fmla="*/ 932457803 h 560"/>
                <a:gd name="T94" fmla="*/ 2147483647 w 2205"/>
                <a:gd name="T95" fmla="*/ 1068546181 h 560"/>
                <a:gd name="T96" fmla="*/ 2147483647 w 2205"/>
                <a:gd name="T97" fmla="*/ 1227315162 h 560"/>
                <a:gd name="T98" fmla="*/ 2147483647 w 2205"/>
                <a:gd name="T99" fmla="*/ 1406246971 h 5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05"/>
                <a:gd name="T151" fmla="*/ 0 h 560"/>
                <a:gd name="T152" fmla="*/ 2205 w 2205"/>
                <a:gd name="T153" fmla="*/ 560 h 5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05" h="560">
                  <a:moveTo>
                    <a:pt x="1437" y="558"/>
                  </a:move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rgbClr val="2980B9"/>
            </a:solidFill>
            <a:ln w="9525">
              <a:noFill/>
              <a:miter lim="800000"/>
              <a:headEnd/>
              <a:tailEnd/>
            </a:ln>
          </p:spPr>
          <p:txBody>
            <a:bodyPr/>
            <a:lstStyle/>
            <a:p>
              <a:endParaRPr lang="el-GR">
                <a:solidFill>
                  <a:srgbClr val="000000"/>
                </a:solidFill>
              </a:endParaRPr>
            </a:p>
          </p:txBody>
        </p:sp>
        <p:grpSp>
          <p:nvGrpSpPr>
            <p:cNvPr id="31" name="Group 30"/>
            <p:cNvGrpSpPr/>
            <p:nvPr/>
          </p:nvGrpSpPr>
          <p:grpSpPr>
            <a:xfrm>
              <a:off x="2598624" y="5610938"/>
              <a:ext cx="597159" cy="462123"/>
              <a:chOff x="6916738" y="2898776"/>
              <a:chExt cx="315913" cy="244475"/>
            </a:xfrm>
            <a:solidFill>
              <a:schemeClr val="bg1"/>
            </a:solidFill>
          </p:grpSpPr>
          <p:sp>
            <p:nvSpPr>
              <p:cNvPr id="32"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3"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6" name="Group 5"/>
          <p:cNvGrpSpPr>
            <a:grpSpLocks/>
          </p:cNvGrpSpPr>
          <p:nvPr/>
        </p:nvGrpSpPr>
        <p:grpSpPr bwMode="auto">
          <a:xfrm>
            <a:off x="1020763" y="3614738"/>
            <a:ext cx="4092575" cy="893762"/>
            <a:chOff x="1020763" y="3614738"/>
            <a:chExt cx="4092575" cy="893762"/>
          </a:xfrm>
        </p:grpSpPr>
        <p:sp>
          <p:nvSpPr>
            <p:cNvPr id="518153" name="Freeform 8"/>
            <p:cNvSpPr>
              <a:spLocks/>
            </p:cNvSpPr>
            <p:nvPr/>
          </p:nvSpPr>
          <p:spPr bwMode="auto">
            <a:xfrm>
              <a:off x="1020763" y="3614738"/>
              <a:ext cx="4092575" cy="893762"/>
            </a:xfrm>
            <a:custGeom>
              <a:avLst/>
              <a:gdLst>
                <a:gd name="T0" fmla="*/ 675401818 w 2578"/>
                <a:gd name="T1" fmla="*/ 1418846163 h 563"/>
                <a:gd name="T2" fmla="*/ 662801835 w 2578"/>
                <a:gd name="T3" fmla="*/ 1381044650 h 563"/>
                <a:gd name="T4" fmla="*/ 632558384 w 2578"/>
                <a:gd name="T5" fmla="*/ 1307959398 h 563"/>
                <a:gd name="T6" fmla="*/ 594756848 w 2578"/>
                <a:gd name="T7" fmla="*/ 1234874146 h 563"/>
                <a:gd name="T8" fmla="*/ 559474674 w 2578"/>
                <a:gd name="T9" fmla="*/ 1166830788 h 563"/>
                <a:gd name="T10" fmla="*/ 521671551 w 2578"/>
                <a:gd name="T11" fmla="*/ 1106347098 h 563"/>
                <a:gd name="T12" fmla="*/ 483870015 w 2578"/>
                <a:gd name="T13" fmla="*/ 1043344048 h 563"/>
                <a:gd name="T14" fmla="*/ 410784619 w 2578"/>
                <a:gd name="T15" fmla="*/ 940016951 h 563"/>
                <a:gd name="T16" fmla="*/ 312499356 w 2578"/>
                <a:gd name="T17" fmla="*/ 786288168 h 563"/>
                <a:gd name="T18" fmla="*/ 221773765 w 2578"/>
                <a:gd name="T19" fmla="*/ 627517688 h 563"/>
                <a:gd name="T20" fmla="*/ 146169057 w 2578"/>
                <a:gd name="T21" fmla="*/ 453627873 h 563"/>
                <a:gd name="T22" fmla="*/ 110886883 w 2578"/>
                <a:gd name="T23" fmla="*/ 367942546 h 563"/>
                <a:gd name="T24" fmla="*/ 80644994 w 2578"/>
                <a:gd name="T25" fmla="*/ 277217011 h 563"/>
                <a:gd name="T26" fmla="*/ 47883757 w 2578"/>
                <a:gd name="T27" fmla="*/ 183970479 h 563"/>
                <a:gd name="T28" fmla="*/ 25201559 w 2578"/>
                <a:gd name="T29" fmla="*/ 93244920 h 563"/>
                <a:gd name="T30" fmla="*/ 0 w 2578"/>
                <a:gd name="T31" fmla="*/ 0 h 563"/>
                <a:gd name="T32" fmla="*/ 2147483647 w 2578"/>
                <a:gd name="T33" fmla="*/ 0 h 563"/>
                <a:gd name="T34" fmla="*/ 2147483647 w 2578"/>
                <a:gd name="T35" fmla="*/ 30241857 h 563"/>
                <a:gd name="T36" fmla="*/ 2147483647 w 2578"/>
                <a:gd name="T37" fmla="*/ 55443407 h 563"/>
                <a:gd name="T38" fmla="*/ 2147483647 w 2578"/>
                <a:gd name="T39" fmla="*/ 93244920 h 563"/>
                <a:gd name="T40" fmla="*/ 2147483647 w 2578"/>
                <a:gd name="T41" fmla="*/ 105846507 h 563"/>
                <a:gd name="T42" fmla="*/ 2147483647 w 2578"/>
                <a:gd name="T43" fmla="*/ 128527097 h 563"/>
                <a:gd name="T44" fmla="*/ 2147483647 w 2578"/>
                <a:gd name="T45" fmla="*/ 148688327 h 563"/>
                <a:gd name="T46" fmla="*/ 2147483647 w 2578"/>
                <a:gd name="T47" fmla="*/ 178930172 h 563"/>
                <a:gd name="T48" fmla="*/ 2147483647 w 2578"/>
                <a:gd name="T49" fmla="*/ 209172066 h 563"/>
                <a:gd name="T50" fmla="*/ 2147483647 w 2578"/>
                <a:gd name="T51" fmla="*/ 239413911 h 563"/>
                <a:gd name="T52" fmla="*/ 2147483647 w 2578"/>
                <a:gd name="T53" fmla="*/ 312499164 h 563"/>
                <a:gd name="T54" fmla="*/ 2147483647 w 2578"/>
                <a:gd name="T55" fmla="*/ 398184391 h 563"/>
                <a:gd name="T56" fmla="*/ 2147483647 w 2578"/>
                <a:gd name="T57" fmla="*/ 486389078 h 563"/>
                <a:gd name="T58" fmla="*/ 2147483647 w 2578"/>
                <a:gd name="T59" fmla="*/ 577114613 h 563"/>
                <a:gd name="T60" fmla="*/ 2147483647 w 2578"/>
                <a:gd name="T61" fmla="*/ 675401403 h 563"/>
                <a:gd name="T62" fmla="*/ 2147483647 w 2578"/>
                <a:gd name="T63" fmla="*/ 725804478 h 563"/>
                <a:gd name="T64" fmla="*/ 2147483647 w 2578"/>
                <a:gd name="T65" fmla="*/ 761086630 h 563"/>
                <a:gd name="T66" fmla="*/ 2147483647 w 2578"/>
                <a:gd name="T67" fmla="*/ 791328475 h 563"/>
                <a:gd name="T68" fmla="*/ 2147483647 w 2578"/>
                <a:gd name="T69" fmla="*/ 824089680 h 563"/>
                <a:gd name="T70" fmla="*/ 2147483647 w 2578"/>
                <a:gd name="T71" fmla="*/ 846772056 h 563"/>
                <a:gd name="T72" fmla="*/ 2147483647 w 2578"/>
                <a:gd name="T73" fmla="*/ 871973593 h 563"/>
                <a:gd name="T74" fmla="*/ 2147483647 w 2578"/>
                <a:gd name="T75" fmla="*/ 914815413 h 563"/>
                <a:gd name="T76" fmla="*/ 2147483647 w 2578"/>
                <a:gd name="T77" fmla="*/ 945057258 h 563"/>
                <a:gd name="T78" fmla="*/ 2147483647 w 2578"/>
                <a:gd name="T79" fmla="*/ 982860358 h 563"/>
                <a:gd name="T80" fmla="*/ 2147483647 w 2578"/>
                <a:gd name="T81" fmla="*/ 1030742486 h 563"/>
                <a:gd name="T82" fmla="*/ 2147483647 w 2578"/>
                <a:gd name="T83" fmla="*/ 1050903716 h 563"/>
                <a:gd name="T84" fmla="*/ 2147483647 w 2578"/>
                <a:gd name="T85" fmla="*/ 1081145561 h 563"/>
                <a:gd name="T86" fmla="*/ 2147483647 w 2578"/>
                <a:gd name="T87" fmla="*/ 1116427713 h 563"/>
                <a:gd name="T88" fmla="*/ 2147483647 w 2578"/>
                <a:gd name="T89" fmla="*/ 1149188918 h 563"/>
                <a:gd name="T90" fmla="*/ 2147483647 w 2578"/>
                <a:gd name="T91" fmla="*/ 1179430763 h 563"/>
                <a:gd name="T92" fmla="*/ 2147483647 w 2578"/>
                <a:gd name="T93" fmla="*/ 1204632301 h 563"/>
                <a:gd name="T94" fmla="*/ 2147483647 w 2578"/>
                <a:gd name="T95" fmla="*/ 1227314478 h 563"/>
                <a:gd name="T96" fmla="*/ 2147483647 w 2578"/>
                <a:gd name="T97" fmla="*/ 1247475708 h 563"/>
                <a:gd name="T98" fmla="*/ 2147483647 w 2578"/>
                <a:gd name="T99" fmla="*/ 1270156298 h 563"/>
                <a:gd name="T100" fmla="*/ 2147483647 w 2578"/>
                <a:gd name="T101" fmla="*/ 1290319115 h 563"/>
                <a:gd name="T102" fmla="*/ 2147483647 w 2578"/>
                <a:gd name="T103" fmla="*/ 1307959398 h 563"/>
                <a:gd name="T104" fmla="*/ 2147483647 w 2578"/>
                <a:gd name="T105" fmla="*/ 1320560960 h 563"/>
                <a:gd name="T106" fmla="*/ 2147483647 w 2578"/>
                <a:gd name="T107" fmla="*/ 1345762498 h 563"/>
                <a:gd name="T108" fmla="*/ 2147483647 w 2578"/>
                <a:gd name="T109" fmla="*/ 1376004343 h 563"/>
                <a:gd name="T110" fmla="*/ 2147483647 w 2578"/>
                <a:gd name="T111" fmla="*/ 1393644625 h 563"/>
                <a:gd name="T112" fmla="*/ 2147483647 w 2578"/>
                <a:gd name="T113" fmla="*/ 1406246188 h 563"/>
                <a:gd name="T114" fmla="*/ 2147483647 w 2578"/>
                <a:gd name="T115" fmla="*/ 1411286495 h 563"/>
                <a:gd name="T116" fmla="*/ 2147483647 w 2578"/>
                <a:gd name="T117" fmla="*/ 1418846163 h 563"/>
                <a:gd name="T118" fmla="*/ 675401818 w 2578"/>
                <a:gd name="T119" fmla="*/ 1418846163 h 5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78"/>
                <a:gd name="T181" fmla="*/ 0 h 563"/>
                <a:gd name="T182" fmla="*/ 2578 w 2578"/>
                <a:gd name="T183" fmla="*/ 563 h 5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rgbClr val="94B64E"/>
            </a:solidFill>
            <a:ln w="9525">
              <a:noFill/>
              <a:miter lim="800000"/>
              <a:headEnd/>
              <a:tailEnd/>
            </a:ln>
          </p:spPr>
          <p:txBody>
            <a:bodyPr/>
            <a:lstStyle/>
            <a:p>
              <a:endParaRPr lang="el-GR">
                <a:solidFill>
                  <a:srgbClr val="000000"/>
                </a:solidFill>
              </a:endParaRPr>
            </a:p>
          </p:txBody>
        </p:sp>
        <p:sp>
          <p:nvSpPr>
            <p:cNvPr id="518154" name="Freeform 71"/>
            <p:cNvSpPr>
              <a:spLocks noEditPoints="1"/>
            </p:cNvSpPr>
            <p:nvPr/>
          </p:nvSpPr>
          <p:spPr bwMode="auto">
            <a:xfrm>
              <a:off x="2735925" y="3789080"/>
              <a:ext cx="322556" cy="489493"/>
            </a:xfrm>
            <a:custGeom>
              <a:avLst/>
              <a:gdLst>
                <a:gd name="T0" fmla="*/ 587045223 w 48"/>
                <a:gd name="T1" fmla="*/ 2147483647 h 73"/>
                <a:gd name="T2" fmla="*/ 1625661983 w 48"/>
                <a:gd name="T3" fmla="*/ 2147483647 h 73"/>
                <a:gd name="T4" fmla="*/ 1625661983 w 48"/>
                <a:gd name="T5" fmla="*/ 2147483647 h 73"/>
                <a:gd name="T6" fmla="*/ 1670819809 w 48"/>
                <a:gd name="T7" fmla="*/ 2147483647 h 73"/>
                <a:gd name="T8" fmla="*/ 1715977635 w 48"/>
                <a:gd name="T9" fmla="*/ 2147483647 h 73"/>
                <a:gd name="T10" fmla="*/ 1083774796 w 48"/>
                <a:gd name="T11" fmla="*/ 1843450822 h 73"/>
                <a:gd name="T12" fmla="*/ 496729572 w 48"/>
                <a:gd name="T13" fmla="*/ 2147483647 h 73"/>
                <a:gd name="T14" fmla="*/ 496729572 w 48"/>
                <a:gd name="T15" fmla="*/ 2147483647 h 73"/>
                <a:gd name="T16" fmla="*/ 587045223 w 48"/>
                <a:gd name="T17" fmla="*/ 2147483647 h 73"/>
                <a:gd name="T18" fmla="*/ 587045223 w 48"/>
                <a:gd name="T19" fmla="*/ 2147483647 h 73"/>
                <a:gd name="T20" fmla="*/ 1986918289 w 48"/>
                <a:gd name="T21" fmla="*/ 494582389 h 73"/>
                <a:gd name="T22" fmla="*/ 2147483647 w 48"/>
                <a:gd name="T23" fmla="*/ 314737267 h 73"/>
                <a:gd name="T24" fmla="*/ 2147483647 w 48"/>
                <a:gd name="T25" fmla="*/ 224811405 h 73"/>
                <a:gd name="T26" fmla="*/ 1986918289 w 48"/>
                <a:gd name="T27" fmla="*/ 0 h 73"/>
                <a:gd name="T28" fmla="*/ 225789233 w 48"/>
                <a:gd name="T29" fmla="*/ 0 h 73"/>
                <a:gd name="T30" fmla="*/ 0 w 48"/>
                <a:gd name="T31" fmla="*/ 224811405 h 73"/>
                <a:gd name="T32" fmla="*/ 0 w 48"/>
                <a:gd name="T33" fmla="*/ 314737267 h 73"/>
                <a:gd name="T34" fmla="*/ 180631355 w 48"/>
                <a:gd name="T35" fmla="*/ 494582389 h 73"/>
                <a:gd name="T36" fmla="*/ 1986918289 w 48"/>
                <a:gd name="T37" fmla="*/ 494582389 h 73"/>
                <a:gd name="T38" fmla="*/ 1806293706 w 48"/>
                <a:gd name="T39" fmla="*/ 584508250 h 73"/>
                <a:gd name="T40" fmla="*/ 1986918289 w 48"/>
                <a:gd name="T41" fmla="*/ 584508250 h 73"/>
                <a:gd name="T42" fmla="*/ 1399872855 w 48"/>
                <a:gd name="T43" fmla="*/ 1618639102 h 73"/>
                <a:gd name="T44" fmla="*/ 1986918289 w 48"/>
                <a:gd name="T45" fmla="*/ 2147483647 h 73"/>
                <a:gd name="T46" fmla="*/ 1806293706 w 48"/>
                <a:gd name="T47" fmla="*/ 2147483647 h 73"/>
                <a:gd name="T48" fmla="*/ 1174090447 w 48"/>
                <a:gd name="T49" fmla="*/ 1708564963 h 73"/>
                <a:gd name="T50" fmla="*/ 1128932621 w 48"/>
                <a:gd name="T51" fmla="*/ 1618639102 h 73"/>
                <a:gd name="T52" fmla="*/ 1174090447 w 48"/>
                <a:gd name="T53" fmla="*/ 1573672819 h 73"/>
                <a:gd name="T54" fmla="*/ 1174090447 w 48"/>
                <a:gd name="T55" fmla="*/ 1573672819 h 73"/>
                <a:gd name="T56" fmla="*/ 1806293706 w 48"/>
                <a:gd name="T57" fmla="*/ 584508250 h 73"/>
                <a:gd name="T58" fmla="*/ 180631355 w 48"/>
                <a:gd name="T59" fmla="*/ 2147483647 h 73"/>
                <a:gd name="T60" fmla="*/ 0 w 48"/>
                <a:gd name="T61" fmla="*/ 2147483647 h 73"/>
                <a:gd name="T62" fmla="*/ 0 w 48"/>
                <a:gd name="T63" fmla="*/ 2147483647 h 73"/>
                <a:gd name="T64" fmla="*/ 225789233 w 48"/>
                <a:gd name="T65" fmla="*/ 2147483647 h 73"/>
                <a:gd name="T66" fmla="*/ 1986918289 w 48"/>
                <a:gd name="T67" fmla="*/ 2147483647 h 73"/>
                <a:gd name="T68" fmla="*/ 2147483647 w 48"/>
                <a:gd name="T69" fmla="*/ 2147483647 h 73"/>
                <a:gd name="T70" fmla="*/ 2147483647 w 48"/>
                <a:gd name="T71" fmla="*/ 2147483647 h 73"/>
                <a:gd name="T72" fmla="*/ 1986918289 w 48"/>
                <a:gd name="T73" fmla="*/ 2147483647 h 73"/>
                <a:gd name="T74" fmla="*/ 180631355 w 48"/>
                <a:gd name="T75" fmla="*/ 2147483647 h 73"/>
                <a:gd name="T76" fmla="*/ 361255990 w 48"/>
                <a:gd name="T77" fmla="*/ 2147483647 h 73"/>
                <a:gd name="T78" fmla="*/ 180631355 w 48"/>
                <a:gd name="T79" fmla="*/ 2147483647 h 73"/>
                <a:gd name="T80" fmla="*/ 812834352 w 48"/>
                <a:gd name="T81" fmla="*/ 1618639102 h 73"/>
                <a:gd name="T82" fmla="*/ 180631355 w 48"/>
                <a:gd name="T83" fmla="*/ 584508250 h 73"/>
                <a:gd name="T84" fmla="*/ 361255990 w 48"/>
                <a:gd name="T85" fmla="*/ 584508250 h 73"/>
                <a:gd name="T86" fmla="*/ 993459144 w 48"/>
                <a:gd name="T87" fmla="*/ 1573672819 h 73"/>
                <a:gd name="T88" fmla="*/ 1083774796 w 48"/>
                <a:gd name="T89" fmla="*/ 1663598680 h 73"/>
                <a:gd name="T90" fmla="*/ 993459144 w 48"/>
                <a:gd name="T91" fmla="*/ 1708564963 h 73"/>
                <a:gd name="T92" fmla="*/ 36125599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36"/>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childTnLst>
                                </p:cTn>
                              </p:par>
                            </p:childTnLst>
                          </p:cTn>
                        </p:par>
                        <p:par>
                          <p:cTn id="28" fill="hold">
                            <p:stCondLst>
                              <p:cond delay="500"/>
                            </p:stCondLst>
                            <p:childTnLst>
                              <p:par>
                                <p:cTn id="29" presetID="10" presetClass="entr" presetSubtype="0"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p:bldP spid="15"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3954463" y="458788"/>
            <a:ext cx="4252912" cy="723900"/>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أهمية تكنولوجيا التعليم</a:t>
            </a:r>
            <a:endParaRPr lang="en-CA" sz="4400" b="1" u="sng" spc="-150" dirty="0">
              <a:solidFill>
                <a:prstClr val="black">
                  <a:lumMod val="50000"/>
                  <a:lumOff val="50000"/>
                </a:prstClr>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4769644" y="1992313"/>
            <a:ext cx="6694488" cy="3000375"/>
          </a:xfrm>
          <a:prstGeom prst="rect">
            <a:avLst/>
          </a:prstGeom>
          <a:noFill/>
          <a:ln w="9525">
            <a:noFill/>
            <a:miter lim="800000"/>
            <a:headEnd/>
            <a:tailEnd/>
          </a:ln>
        </p:spPr>
        <p:txBody>
          <a:bodyPr lIns="45720" tIns="22860" rIns="45720" bIns="22860">
            <a:spAutoFit/>
          </a:bodyPr>
          <a:lstStyle/>
          <a:p>
            <a:pPr algn="ctr" defTabSz="1087438" rtl="1">
              <a:lnSpc>
                <a:spcPct val="200000"/>
              </a:lnSpc>
            </a:pPr>
            <a:r>
              <a:rPr lang="ar-SA" sz="3200" b="1" u="sng" dirty="0">
                <a:solidFill>
                  <a:srgbClr val="2980B9"/>
                </a:solidFill>
              </a:rPr>
              <a:t>تلعب التكنولوجيا دور المرشد والموجه للمتعلم</a:t>
            </a:r>
            <a:endParaRPr lang="en-US" sz="3200" b="1" u="sng" dirty="0">
              <a:solidFill>
                <a:srgbClr val="2980B9"/>
              </a:solidFill>
            </a:endParaRPr>
          </a:p>
          <a:p>
            <a:pPr algn="ctr" defTabSz="1087438" rtl="1"/>
            <a:r>
              <a:rPr lang="ar-SA" sz="3200" dirty="0"/>
              <a:t>ويأتي هذا الدور من خلال المعلم، وتنقل المتعلم من طريقة الشرح وطرق الدرس التقليدية إلى التعلم الذاتي واكتساب المعرفة والمهارات المختلفة وتنمية القدرات الذهنية والفكرية لدى المتعلم</a:t>
            </a:r>
            <a:endParaRPr lang="en-US" sz="3200" b="1" u="sng" dirty="0">
              <a:solidFill>
                <a:srgbClr val="2980B9"/>
              </a:solidFill>
            </a:endParaRPr>
          </a:p>
        </p:txBody>
      </p:sp>
      <p:sp>
        <p:nvSpPr>
          <p:cNvPr id="15" name="Rounded Rectangle 14"/>
          <p:cNvSpPr/>
          <p:nvPr/>
        </p:nvSpPr>
        <p:spPr>
          <a:xfrm>
            <a:off x="11390313" y="2293938"/>
            <a:ext cx="573087" cy="573087"/>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5" name="Group 4"/>
          <p:cNvGrpSpPr>
            <a:grpSpLocks/>
          </p:cNvGrpSpPr>
          <p:nvPr/>
        </p:nvGrpSpPr>
        <p:grpSpPr bwMode="auto">
          <a:xfrm>
            <a:off x="642938" y="4505325"/>
            <a:ext cx="3454400" cy="889000"/>
            <a:chOff x="1446213" y="4508500"/>
            <a:chExt cx="3454400" cy="889000"/>
          </a:xfrm>
        </p:grpSpPr>
        <p:sp>
          <p:nvSpPr>
            <p:cNvPr id="519185" name="Freeform 9"/>
            <p:cNvSpPr>
              <a:spLocks/>
            </p:cNvSpPr>
            <p:nvPr/>
          </p:nvSpPr>
          <p:spPr bwMode="auto">
            <a:xfrm>
              <a:off x="1446213" y="4508500"/>
              <a:ext cx="3454400" cy="889000"/>
            </a:xfrm>
            <a:custGeom>
              <a:avLst/>
              <a:gdLst>
                <a:gd name="T0" fmla="*/ 231854370 w 2176"/>
                <a:gd name="T1" fmla="*/ 1338203576 h 560"/>
                <a:gd name="T2" fmla="*/ 226814060 w 2176"/>
                <a:gd name="T3" fmla="*/ 1048384940 h 560"/>
                <a:gd name="T4" fmla="*/ 201612459 w 2176"/>
                <a:gd name="T5" fmla="*/ 773687036 h 560"/>
                <a:gd name="T6" fmla="*/ 158769028 w 2176"/>
                <a:gd name="T7" fmla="*/ 526711831 h 560"/>
                <a:gd name="T8" fmla="*/ 110886875 w 2176"/>
                <a:gd name="T9" fmla="*/ 312499338 h 560"/>
                <a:gd name="T10" fmla="*/ 47882166 w 2176"/>
                <a:gd name="T11" fmla="*/ 123486858 h 560"/>
                <a:gd name="T12" fmla="*/ 0 w 2176"/>
                <a:gd name="T13" fmla="*/ 0 h 560"/>
                <a:gd name="T14" fmla="*/ 2147483647 w 2176"/>
                <a:gd name="T15" fmla="*/ 12599985 h 560"/>
                <a:gd name="T16" fmla="*/ 2147483647 w 2176"/>
                <a:gd name="T17" fmla="*/ 42843444 h 560"/>
                <a:gd name="T18" fmla="*/ 2147483647 w 2176"/>
                <a:gd name="T19" fmla="*/ 80644990 h 560"/>
                <a:gd name="T20" fmla="*/ 2147483647 w 2176"/>
                <a:gd name="T21" fmla="*/ 128527169 h 560"/>
                <a:gd name="T22" fmla="*/ 2147483647 w 2176"/>
                <a:gd name="T23" fmla="*/ 176410910 h 560"/>
                <a:gd name="T24" fmla="*/ 2147483647 w 2176"/>
                <a:gd name="T25" fmla="*/ 226814063 h 560"/>
                <a:gd name="T26" fmla="*/ 2147483647 w 2176"/>
                <a:gd name="T27" fmla="*/ 320059010 h 560"/>
                <a:gd name="T28" fmla="*/ 2147483647 w 2176"/>
                <a:gd name="T29" fmla="*/ 398184613 h 560"/>
                <a:gd name="T30" fmla="*/ 2147483647 w 2176"/>
                <a:gd name="T31" fmla="*/ 483869987 h 560"/>
                <a:gd name="T32" fmla="*/ 2147483647 w 2176"/>
                <a:gd name="T33" fmla="*/ 534273091 h 560"/>
                <a:gd name="T34" fmla="*/ 2147483647 w 2176"/>
                <a:gd name="T35" fmla="*/ 589716504 h 560"/>
                <a:gd name="T36" fmla="*/ 2147483647 w 2176"/>
                <a:gd name="T37" fmla="*/ 632558348 h 560"/>
                <a:gd name="T38" fmla="*/ 2147483647 w 2176"/>
                <a:gd name="T39" fmla="*/ 667842107 h 560"/>
                <a:gd name="T40" fmla="*/ 2147483647 w 2176"/>
                <a:gd name="T41" fmla="*/ 693043659 h 560"/>
                <a:gd name="T42" fmla="*/ 2147483647 w 2176"/>
                <a:gd name="T43" fmla="*/ 710683951 h 560"/>
                <a:gd name="T44" fmla="*/ 2147483647 w 2176"/>
                <a:gd name="T45" fmla="*/ 723283933 h 560"/>
                <a:gd name="T46" fmla="*/ 2147483647 w 2176"/>
                <a:gd name="T47" fmla="*/ 735885503 h 560"/>
                <a:gd name="T48" fmla="*/ 2147483647 w 2176"/>
                <a:gd name="T49" fmla="*/ 761087054 h 560"/>
                <a:gd name="T50" fmla="*/ 2147483647 w 2176"/>
                <a:gd name="T51" fmla="*/ 803928898 h 560"/>
                <a:gd name="T52" fmla="*/ 2147483647 w 2176"/>
                <a:gd name="T53" fmla="*/ 846772528 h 560"/>
                <a:gd name="T54" fmla="*/ 2147483647 w 2176"/>
                <a:gd name="T55" fmla="*/ 902215941 h 560"/>
                <a:gd name="T56" fmla="*/ 2147483647 w 2176"/>
                <a:gd name="T57" fmla="*/ 962699665 h 560"/>
                <a:gd name="T58" fmla="*/ 2147483647 w 2176"/>
                <a:gd name="T59" fmla="*/ 1005541508 h 560"/>
                <a:gd name="T60" fmla="*/ 2147483647 w 2176"/>
                <a:gd name="T61" fmla="*/ 1043344630 h 560"/>
                <a:gd name="T62" fmla="*/ 2147483647 w 2176"/>
                <a:gd name="T63" fmla="*/ 1081146163 h 560"/>
                <a:gd name="T64" fmla="*/ 2147483647 w 2176"/>
                <a:gd name="T65" fmla="*/ 1129029905 h 560"/>
                <a:gd name="T66" fmla="*/ 2147483647 w 2176"/>
                <a:gd name="T67" fmla="*/ 1244957042 h 560"/>
                <a:gd name="T68" fmla="*/ 2147483647 w 2176"/>
                <a:gd name="T69" fmla="*/ 1355843868 h 560"/>
                <a:gd name="T70" fmla="*/ 2147483647 w 2176"/>
                <a:gd name="T71" fmla="*/ 1411287282 h 5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76"/>
                <a:gd name="T109" fmla="*/ 0 h 560"/>
                <a:gd name="T110" fmla="*/ 2176 w 2176"/>
                <a:gd name="T111" fmla="*/ 560 h 5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92" y="560"/>
                  </a:ln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23" name="Group 22"/>
            <p:cNvGrpSpPr/>
            <p:nvPr/>
          </p:nvGrpSpPr>
          <p:grpSpPr>
            <a:xfrm>
              <a:off x="2658246" y="4710722"/>
              <a:ext cx="477914" cy="429490"/>
              <a:chOff x="5583238" y="3892551"/>
              <a:chExt cx="360363" cy="323850"/>
            </a:xfrm>
            <a:solidFill>
              <a:schemeClr val="bg1"/>
            </a:solidFill>
          </p:grpSpPr>
          <p:sp>
            <p:nvSpPr>
              <p:cNvPr id="24"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5"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6"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36" name="Group 35"/>
          <p:cNvGrpSpPr>
            <a:grpSpLocks/>
          </p:cNvGrpSpPr>
          <p:nvPr/>
        </p:nvGrpSpPr>
        <p:grpSpPr bwMode="auto">
          <a:xfrm>
            <a:off x="287338" y="1831975"/>
            <a:ext cx="3411538" cy="893763"/>
            <a:chOff x="1090613" y="1835151"/>
            <a:chExt cx="3411538" cy="893762"/>
          </a:xfrm>
        </p:grpSpPr>
        <p:sp>
          <p:nvSpPr>
            <p:cNvPr id="519183" name="Freeform 6"/>
            <p:cNvSpPr>
              <a:spLocks/>
            </p:cNvSpPr>
            <p:nvPr/>
          </p:nvSpPr>
          <p:spPr bwMode="auto">
            <a:xfrm>
              <a:off x="1090613" y="1835151"/>
              <a:ext cx="3411538" cy="893762"/>
            </a:xfrm>
            <a:custGeom>
              <a:avLst/>
              <a:gdLst>
                <a:gd name="T0" fmla="*/ 0 w 2149"/>
                <a:gd name="T1" fmla="*/ 1418846163 h 563"/>
                <a:gd name="T2" fmla="*/ 35282189 w 2149"/>
                <a:gd name="T3" fmla="*/ 1340722190 h 563"/>
                <a:gd name="T4" fmla="*/ 78124051 w 2149"/>
                <a:gd name="T5" fmla="*/ 1247475708 h 563"/>
                <a:gd name="T6" fmla="*/ 133567496 w 2149"/>
                <a:gd name="T7" fmla="*/ 1149188918 h 563"/>
                <a:gd name="T8" fmla="*/ 189012504 w 2149"/>
                <a:gd name="T9" fmla="*/ 1055944023 h 563"/>
                <a:gd name="T10" fmla="*/ 252015647 w 2149"/>
                <a:gd name="T11" fmla="*/ 957658821 h 563"/>
                <a:gd name="T12" fmla="*/ 325100949 w 2149"/>
                <a:gd name="T13" fmla="*/ 866933286 h 563"/>
                <a:gd name="T14" fmla="*/ 398184664 w 2149"/>
                <a:gd name="T15" fmla="*/ 773686605 h 563"/>
                <a:gd name="T16" fmla="*/ 441028200 w 2149"/>
                <a:gd name="T17" fmla="*/ 725804478 h 563"/>
                <a:gd name="T18" fmla="*/ 496471621 w 2149"/>
                <a:gd name="T19" fmla="*/ 675401403 h 563"/>
                <a:gd name="T20" fmla="*/ 546873143 w 2149"/>
                <a:gd name="T21" fmla="*/ 627517688 h 563"/>
                <a:gd name="T22" fmla="*/ 599797201 w 2149"/>
                <a:gd name="T23" fmla="*/ 577114613 h 563"/>
                <a:gd name="T24" fmla="*/ 662801882 w 2149"/>
                <a:gd name="T25" fmla="*/ 534272793 h 563"/>
                <a:gd name="T26" fmla="*/ 723285613 w 2149"/>
                <a:gd name="T27" fmla="*/ 491429385 h 563"/>
                <a:gd name="T28" fmla="*/ 864414518 w 2149"/>
                <a:gd name="T29" fmla="*/ 413305314 h 563"/>
                <a:gd name="T30" fmla="*/ 1005541637 w 2149"/>
                <a:gd name="T31" fmla="*/ 337700701 h 563"/>
                <a:gd name="T32" fmla="*/ 1159271915 w 2149"/>
                <a:gd name="T33" fmla="*/ 272176704 h 563"/>
                <a:gd name="T34" fmla="*/ 1325602176 w 2149"/>
                <a:gd name="T35" fmla="*/ 216733321 h 563"/>
                <a:gd name="T36" fmla="*/ 1496972749 w 2149"/>
                <a:gd name="T37" fmla="*/ 161289889 h 563"/>
                <a:gd name="T38" fmla="*/ 1668343718 w 2149"/>
                <a:gd name="T39" fmla="*/ 118446482 h 563"/>
                <a:gd name="T40" fmla="*/ 1854835223 w 2149"/>
                <a:gd name="T41" fmla="*/ 80644945 h 563"/>
                <a:gd name="T42" fmla="*/ 2043846090 w 2149"/>
                <a:gd name="T43" fmla="*/ 50403087 h 563"/>
                <a:gd name="T44" fmla="*/ 2147483647 w 2149"/>
                <a:gd name="T45" fmla="*/ 25201544 h 563"/>
                <a:gd name="T46" fmla="*/ 2147483647 w 2149"/>
                <a:gd name="T47" fmla="*/ 12599978 h 563"/>
                <a:gd name="T48" fmla="*/ 2147483647 w 2149"/>
                <a:gd name="T49" fmla="*/ 0 h 563"/>
                <a:gd name="T50" fmla="*/ 2147483647 w 2149"/>
                <a:gd name="T51" fmla="*/ 0 h 563"/>
                <a:gd name="T52" fmla="*/ 2147483647 w 2149"/>
                <a:gd name="T53" fmla="*/ 7559671 h 563"/>
                <a:gd name="T54" fmla="*/ 2147483647 w 2149"/>
                <a:gd name="T55" fmla="*/ 25201544 h 563"/>
                <a:gd name="T56" fmla="*/ 2147483647 w 2149"/>
                <a:gd name="T57" fmla="*/ 45362780 h 563"/>
                <a:gd name="T58" fmla="*/ 2147483647 w 2149"/>
                <a:gd name="T59" fmla="*/ 75604637 h 563"/>
                <a:gd name="T60" fmla="*/ 2147483647 w 2149"/>
                <a:gd name="T61" fmla="*/ 110886814 h 563"/>
                <a:gd name="T62" fmla="*/ 2147483647 w 2149"/>
                <a:gd name="T63" fmla="*/ 153728634 h 563"/>
                <a:gd name="T64" fmla="*/ 2147483647 w 2149"/>
                <a:gd name="T65" fmla="*/ 209172066 h 563"/>
                <a:gd name="T66" fmla="*/ 2147483647 w 2149"/>
                <a:gd name="T67" fmla="*/ 264615449 h 563"/>
                <a:gd name="T68" fmla="*/ 2147483647 w 2149"/>
                <a:gd name="T69" fmla="*/ 337700701 h 563"/>
                <a:gd name="T70" fmla="*/ 2147483647 w 2149"/>
                <a:gd name="T71" fmla="*/ 413305314 h 563"/>
                <a:gd name="T72" fmla="*/ 2147483647 w 2149"/>
                <a:gd name="T73" fmla="*/ 491429385 h 563"/>
                <a:gd name="T74" fmla="*/ 2147483647 w 2149"/>
                <a:gd name="T75" fmla="*/ 534272793 h 563"/>
                <a:gd name="T76" fmla="*/ 2147483647 w 2149"/>
                <a:gd name="T77" fmla="*/ 584675868 h 563"/>
                <a:gd name="T78" fmla="*/ 2147483647 w 2149"/>
                <a:gd name="T79" fmla="*/ 627517688 h 563"/>
                <a:gd name="T80" fmla="*/ 2147483647 w 2149"/>
                <a:gd name="T81" fmla="*/ 682961070 h 563"/>
                <a:gd name="T82" fmla="*/ 2147483647 w 2149"/>
                <a:gd name="T83" fmla="*/ 730844785 h 563"/>
                <a:gd name="T84" fmla="*/ 2147483647 w 2149"/>
                <a:gd name="T85" fmla="*/ 786288168 h 563"/>
                <a:gd name="T86" fmla="*/ 2147483647 w 2149"/>
                <a:gd name="T87" fmla="*/ 841731748 h 563"/>
                <a:gd name="T88" fmla="*/ 2147483647 w 2149"/>
                <a:gd name="T89" fmla="*/ 897175131 h 563"/>
                <a:gd name="T90" fmla="*/ 2147483647 w 2149"/>
                <a:gd name="T91" fmla="*/ 957658821 h 563"/>
                <a:gd name="T92" fmla="*/ 2147483647 w 2149"/>
                <a:gd name="T93" fmla="*/ 1020661871 h 563"/>
                <a:gd name="T94" fmla="*/ 2147483647 w 2149"/>
                <a:gd name="T95" fmla="*/ 1088706816 h 563"/>
                <a:gd name="T96" fmla="*/ 2147483647 w 2149"/>
                <a:gd name="T97" fmla="*/ 1154229226 h 563"/>
                <a:gd name="T98" fmla="*/ 2147483647 w 2149"/>
                <a:gd name="T99" fmla="*/ 1234874146 h 563"/>
                <a:gd name="T100" fmla="*/ 2147483647 w 2149"/>
                <a:gd name="T101" fmla="*/ 1315520653 h 563"/>
                <a:gd name="T102" fmla="*/ 2147483647 w 2149"/>
                <a:gd name="T103" fmla="*/ 1388604318 h 563"/>
                <a:gd name="T104" fmla="*/ 2147483647 w 2149"/>
                <a:gd name="T105" fmla="*/ 1418846163 h 563"/>
                <a:gd name="T106" fmla="*/ 0 w 2149"/>
                <a:gd name="T107" fmla="*/ 1418846163 h 5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9"/>
                <a:gd name="T163" fmla="*/ 0 h 563"/>
                <a:gd name="T164" fmla="*/ 2149 w 2149"/>
                <a:gd name="T165" fmla="*/ 563 h 5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rgbClr val="C0392B"/>
            </a:solidFill>
            <a:ln w="9525">
              <a:noFill/>
              <a:miter lim="800000"/>
              <a:headEnd/>
              <a:tailEnd/>
            </a:ln>
          </p:spPr>
          <p:txBody>
            <a:bodyPr/>
            <a:lstStyle/>
            <a:p>
              <a:endParaRPr lang="el-GR">
                <a:solidFill>
                  <a:srgbClr val="000000"/>
                </a:solidFill>
              </a:endParaRPr>
            </a:p>
          </p:txBody>
        </p:sp>
        <p:grpSp>
          <p:nvGrpSpPr>
            <p:cNvPr id="27" name="Group 26"/>
            <p:cNvGrpSpPr/>
            <p:nvPr/>
          </p:nvGrpSpPr>
          <p:grpSpPr>
            <a:xfrm>
              <a:off x="2670878" y="2117802"/>
              <a:ext cx="452650" cy="404228"/>
              <a:chOff x="8450263" y="4408488"/>
              <a:chExt cx="341313" cy="304801"/>
            </a:xfrm>
            <a:solidFill>
              <a:schemeClr val="bg1"/>
            </a:solidFill>
          </p:grpSpPr>
          <p:sp>
            <p:nvSpPr>
              <p:cNvPr id="28" name="Freeform 31"/>
              <p:cNvSpPr>
                <a:spLocks/>
              </p:cNvSpPr>
              <p:nvPr/>
            </p:nvSpPr>
            <p:spPr bwMode="auto">
              <a:xfrm>
                <a:off x="8505826" y="4683126"/>
                <a:ext cx="230188" cy="30163"/>
              </a:xfrm>
              <a:custGeom>
                <a:avLst/>
                <a:gdLst>
                  <a:gd name="T0" fmla="*/ 126 w 145"/>
                  <a:gd name="T1" fmla="*/ 0 h 19"/>
                  <a:gd name="T2" fmla="*/ 24 w 145"/>
                  <a:gd name="T3" fmla="*/ 0 h 19"/>
                  <a:gd name="T4" fmla="*/ 24 w 145"/>
                  <a:gd name="T5" fmla="*/ 10 h 19"/>
                  <a:gd name="T6" fmla="*/ 0 w 145"/>
                  <a:gd name="T7" fmla="*/ 10 h 19"/>
                  <a:gd name="T8" fmla="*/ 0 w 145"/>
                  <a:gd name="T9" fmla="*/ 19 h 19"/>
                  <a:gd name="T10" fmla="*/ 145 w 145"/>
                  <a:gd name="T11" fmla="*/ 19 h 19"/>
                  <a:gd name="T12" fmla="*/ 145 w 145"/>
                  <a:gd name="T13" fmla="*/ 10 h 19"/>
                  <a:gd name="T14" fmla="*/ 126 w 145"/>
                  <a:gd name="T15" fmla="*/ 10 h 19"/>
                  <a:gd name="T16" fmla="*/ 126 w 14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9">
                    <a:moveTo>
                      <a:pt x="126" y="0"/>
                    </a:moveTo>
                    <a:lnTo>
                      <a:pt x="24" y="0"/>
                    </a:lnTo>
                    <a:lnTo>
                      <a:pt x="24" y="10"/>
                    </a:lnTo>
                    <a:lnTo>
                      <a:pt x="0" y="10"/>
                    </a:lnTo>
                    <a:lnTo>
                      <a:pt x="0" y="19"/>
                    </a:lnTo>
                    <a:lnTo>
                      <a:pt x="145" y="19"/>
                    </a:lnTo>
                    <a:lnTo>
                      <a:pt x="145" y="10"/>
                    </a:lnTo>
                    <a:lnTo>
                      <a:pt x="126" y="10"/>
                    </a:lnTo>
                    <a:lnTo>
                      <a:pt x="12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29" name="Freeform 32"/>
              <p:cNvSpPr>
                <a:spLocks noEditPoints="1"/>
              </p:cNvSpPr>
              <p:nvPr/>
            </p:nvSpPr>
            <p:spPr bwMode="auto">
              <a:xfrm>
                <a:off x="8450263" y="4408488"/>
                <a:ext cx="341313" cy="266700"/>
              </a:xfrm>
              <a:custGeom>
                <a:avLst/>
                <a:gdLst>
                  <a:gd name="T0" fmla="*/ 87 w 91"/>
                  <a:gd name="T1" fmla="*/ 0 h 71"/>
                  <a:gd name="T2" fmla="*/ 4 w 91"/>
                  <a:gd name="T3" fmla="*/ 0 h 71"/>
                  <a:gd name="T4" fmla="*/ 0 w 91"/>
                  <a:gd name="T5" fmla="*/ 3 h 71"/>
                  <a:gd name="T6" fmla="*/ 0 w 91"/>
                  <a:gd name="T7" fmla="*/ 67 h 71"/>
                  <a:gd name="T8" fmla="*/ 4 w 91"/>
                  <a:gd name="T9" fmla="*/ 71 h 71"/>
                  <a:gd name="T10" fmla="*/ 87 w 91"/>
                  <a:gd name="T11" fmla="*/ 71 h 71"/>
                  <a:gd name="T12" fmla="*/ 91 w 91"/>
                  <a:gd name="T13" fmla="*/ 67 h 71"/>
                  <a:gd name="T14" fmla="*/ 91 w 91"/>
                  <a:gd name="T15" fmla="*/ 3 h 71"/>
                  <a:gd name="T16" fmla="*/ 87 w 91"/>
                  <a:gd name="T17" fmla="*/ 0 h 71"/>
                  <a:gd name="T18" fmla="*/ 46 w 91"/>
                  <a:gd name="T19" fmla="*/ 68 h 71"/>
                  <a:gd name="T20" fmla="*/ 41 w 91"/>
                  <a:gd name="T21" fmla="*/ 63 h 71"/>
                  <a:gd name="T22" fmla="*/ 46 w 91"/>
                  <a:gd name="T23" fmla="*/ 58 h 71"/>
                  <a:gd name="T24" fmla="*/ 51 w 91"/>
                  <a:gd name="T25" fmla="*/ 63 h 71"/>
                  <a:gd name="T26" fmla="*/ 46 w 91"/>
                  <a:gd name="T27" fmla="*/ 68 h 71"/>
                  <a:gd name="T28" fmla="*/ 86 w 91"/>
                  <a:gd name="T29" fmla="*/ 55 h 71"/>
                  <a:gd name="T30" fmla="*/ 6 w 91"/>
                  <a:gd name="T31" fmla="*/ 55 h 71"/>
                  <a:gd name="T32" fmla="*/ 6 w 91"/>
                  <a:gd name="T33" fmla="*/ 5 h 71"/>
                  <a:gd name="T34" fmla="*/ 86 w 91"/>
                  <a:gd name="T35" fmla="*/ 5 h 71"/>
                  <a:gd name="T36" fmla="*/ 86 w 91"/>
                  <a:gd name="T37"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1">
                    <a:moveTo>
                      <a:pt x="87" y="0"/>
                    </a:moveTo>
                    <a:cubicBezTo>
                      <a:pt x="4" y="0"/>
                      <a:pt x="4" y="0"/>
                      <a:pt x="4" y="0"/>
                    </a:cubicBezTo>
                    <a:cubicBezTo>
                      <a:pt x="2" y="0"/>
                      <a:pt x="0" y="1"/>
                      <a:pt x="0" y="3"/>
                    </a:cubicBezTo>
                    <a:cubicBezTo>
                      <a:pt x="0" y="67"/>
                      <a:pt x="0" y="67"/>
                      <a:pt x="0" y="67"/>
                    </a:cubicBezTo>
                    <a:cubicBezTo>
                      <a:pt x="0" y="69"/>
                      <a:pt x="2" y="71"/>
                      <a:pt x="4" y="71"/>
                    </a:cubicBezTo>
                    <a:cubicBezTo>
                      <a:pt x="87" y="71"/>
                      <a:pt x="87" y="71"/>
                      <a:pt x="87" y="71"/>
                    </a:cubicBezTo>
                    <a:cubicBezTo>
                      <a:pt x="89" y="71"/>
                      <a:pt x="91" y="69"/>
                      <a:pt x="91" y="67"/>
                    </a:cubicBezTo>
                    <a:cubicBezTo>
                      <a:pt x="91" y="3"/>
                      <a:pt x="91" y="3"/>
                      <a:pt x="91" y="3"/>
                    </a:cubicBezTo>
                    <a:cubicBezTo>
                      <a:pt x="91" y="1"/>
                      <a:pt x="89" y="0"/>
                      <a:pt x="87" y="0"/>
                    </a:cubicBezTo>
                    <a:close/>
                    <a:moveTo>
                      <a:pt x="46" y="68"/>
                    </a:moveTo>
                    <a:cubicBezTo>
                      <a:pt x="43" y="68"/>
                      <a:pt x="41" y="65"/>
                      <a:pt x="41" y="63"/>
                    </a:cubicBezTo>
                    <a:cubicBezTo>
                      <a:pt x="41" y="60"/>
                      <a:pt x="43" y="58"/>
                      <a:pt x="46" y="58"/>
                    </a:cubicBezTo>
                    <a:cubicBezTo>
                      <a:pt x="48" y="58"/>
                      <a:pt x="51" y="60"/>
                      <a:pt x="51" y="63"/>
                    </a:cubicBezTo>
                    <a:cubicBezTo>
                      <a:pt x="51" y="65"/>
                      <a:pt x="48" y="68"/>
                      <a:pt x="46" y="68"/>
                    </a:cubicBezTo>
                    <a:close/>
                    <a:moveTo>
                      <a:pt x="86" y="55"/>
                    </a:moveTo>
                    <a:cubicBezTo>
                      <a:pt x="6" y="55"/>
                      <a:pt x="6" y="55"/>
                      <a:pt x="6" y="55"/>
                    </a:cubicBezTo>
                    <a:cubicBezTo>
                      <a:pt x="6" y="5"/>
                      <a:pt x="6" y="5"/>
                      <a:pt x="6" y="5"/>
                    </a:cubicBezTo>
                    <a:cubicBezTo>
                      <a:pt x="86" y="5"/>
                      <a:pt x="86" y="5"/>
                      <a:pt x="86" y="5"/>
                    </a:cubicBezTo>
                    <a:lnTo>
                      <a:pt x="86" y="55"/>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7" name="Group 6"/>
          <p:cNvGrpSpPr>
            <a:grpSpLocks/>
          </p:cNvGrpSpPr>
          <p:nvPr/>
        </p:nvGrpSpPr>
        <p:grpSpPr bwMode="auto">
          <a:xfrm>
            <a:off x="182563" y="2722563"/>
            <a:ext cx="3786188" cy="893762"/>
            <a:chOff x="985838" y="2725738"/>
            <a:chExt cx="3786188" cy="893762"/>
          </a:xfrm>
        </p:grpSpPr>
        <p:sp>
          <p:nvSpPr>
            <p:cNvPr id="519181" name="Freeform 7"/>
            <p:cNvSpPr>
              <a:spLocks/>
            </p:cNvSpPr>
            <p:nvPr/>
          </p:nvSpPr>
          <p:spPr bwMode="auto">
            <a:xfrm>
              <a:off x="985838" y="2725738"/>
              <a:ext cx="3786188" cy="893762"/>
            </a:xfrm>
            <a:custGeom>
              <a:avLst/>
              <a:gdLst>
                <a:gd name="T0" fmla="*/ 55443447 w 2385"/>
                <a:gd name="T1" fmla="*/ 1418846163 h 563"/>
                <a:gd name="T2" fmla="*/ 55443447 w 2385"/>
                <a:gd name="T3" fmla="*/ 1406246188 h 563"/>
                <a:gd name="T4" fmla="*/ 37801552 w 2385"/>
                <a:gd name="T5" fmla="*/ 1312999705 h 563"/>
                <a:gd name="T6" fmla="*/ 25201562 w 2385"/>
                <a:gd name="T7" fmla="*/ 1214712916 h 563"/>
                <a:gd name="T8" fmla="*/ 12601575 w 2385"/>
                <a:gd name="T9" fmla="*/ 1116427713 h 563"/>
                <a:gd name="T10" fmla="*/ 0 w 2385"/>
                <a:gd name="T11" fmla="*/ 1018142511 h 563"/>
                <a:gd name="T12" fmla="*/ 0 w 2385"/>
                <a:gd name="T13" fmla="*/ 919855721 h 563"/>
                <a:gd name="T14" fmla="*/ 0 w 2385"/>
                <a:gd name="T15" fmla="*/ 821570320 h 563"/>
                <a:gd name="T16" fmla="*/ 5040313 w 2385"/>
                <a:gd name="T17" fmla="*/ 723283530 h 563"/>
                <a:gd name="T18" fmla="*/ 12601575 w 2385"/>
                <a:gd name="T19" fmla="*/ 619958020 h 563"/>
                <a:gd name="T20" fmla="*/ 25201562 w 2385"/>
                <a:gd name="T21" fmla="*/ 521671230 h 563"/>
                <a:gd name="T22" fmla="*/ 42843451 w 2385"/>
                <a:gd name="T23" fmla="*/ 415824674 h 563"/>
                <a:gd name="T24" fmla="*/ 60483758 w 2385"/>
                <a:gd name="T25" fmla="*/ 317539471 h 563"/>
                <a:gd name="T26" fmla="*/ 90725625 w 2385"/>
                <a:gd name="T27" fmla="*/ 219252681 h 563"/>
                <a:gd name="T28" fmla="*/ 123488465 w 2385"/>
                <a:gd name="T29" fmla="*/ 120967429 h 563"/>
                <a:gd name="T30" fmla="*/ 158769056 w 2385"/>
                <a:gd name="T31" fmla="*/ 17640289 h 563"/>
                <a:gd name="T32" fmla="*/ 166330316 w 2385"/>
                <a:gd name="T33" fmla="*/ 0 h 563"/>
                <a:gd name="T34" fmla="*/ 2147483647 w 2385"/>
                <a:gd name="T35" fmla="*/ 0 h 563"/>
                <a:gd name="T36" fmla="*/ 2147483647 w 2385"/>
                <a:gd name="T37" fmla="*/ 35282165 h 563"/>
                <a:gd name="T38" fmla="*/ 2147483647 w 2385"/>
                <a:gd name="T39" fmla="*/ 98285227 h 563"/>
                <a:gd name="T40" fmla="*/ 2147483647 w 2385"/>
                <a:gd name="T41" fmla="*/ 158768942 h 563"/>
                <a:gd name="T42" fmla="*/ 2147483647 w 2385"/>
                <a:gd name="T43" fmla="*/ 214212374 h 563"/>
                <a:gd name="T44" fmla="*/ 2147483647 w 2385"/>
                <a:gd name="T45" fmla="*/ 264615449 h 563"/>
                <a:gd name="T46" fmla="*/ 2147483647 w 2385"/>
                <a:gd name="T47" fmla="*/ 312499164 h 563"/>
                <a:gd name="T48" fmla="*/ 2147483647 w 2385"/>
                <a:gd name="T49" fmla="*/ 355340984 h 563"/>
                <a:gd name="T50" fmla="*/ 2147483647 w 2385"/>
                <a:gd name="T51" fmla="*/ 393144084 h 563"/>
                <a:gd name="T52" fmla="*/ 2147483647 w 2385"/>
                <a:gd name="T53" fmla="*/ 435986003 h 563"/>
                <a:gd name="T54" fmla="*/ 2147483647 w 2385"/>
                <a:gd name="T55" fmla="*/ 504030948 h 563"/>
                <a:gd name="T56" fmla="*/ 2147483647 w 2385"/>
                <a:gd name="T57" fmla="*/ 564514638 h 563"/>
                <a:gd name="T58" fmla="*/ 2147483647 w 2385"/>
                <a:gd name="T59" fmla="*/ 619958020 h 563"/>
                <a:gd name="T60" fmla="*/ 2147483647 w 2385"/>
                <a:gd name="T61" fmla="*/ 675401403 h 563"/>
                <a:gd name="T62" fmla="*/ 2147483647 w 2385"/>
                <a:gd name="T63" fmla="*/ 730844785 h 563"/>
                <a:gd name="T64" fmla="*/ 2147483647 w 2385"/>
                <a:gd name="T65" fmla="*/ 786288168 h 563"/>
                <a:gd name="T66" fmla="*/ 2147483647 w 2385"/>
                <a:gd name="T67" fmla="*/ 846772056 h 563"/>
                <a:gd name="T68" fmla="*/ 2147483647 w 2385"/>
                <a:gd name="T69" fmla="*/ 919855721 h 563"/>
                <a:gd name="T70" fmla="*/ 2147483647 w 2385"/>
                <a:gd name="T71" fmla="*/ 957658821 h 563"/>
                <a:gd name="T72" fmla="*/ 2147483647 w 2385"/>
                <a:gd name="T73" fmla="*/ 1000500641 h 563"/>
                <a:gd name="T74" fmla="*/ 2147483647 w 2385"/>
                <a:gd name="T75" fmla="*/ 1043344048 h 563"/>
                <a:gd name="T76" fmla="*/ 2147483647 w 2385"/>
                <a:gd name="T77" fmla="*/ 1091226176 h 563"/>
                <a:gd name="T78" fmla="*/ 2147483647 w 2385"/>
                <a:gd name="T79" fmla="*/ 1129027688 h 563"/>
                <a:gd name="T80" fmla="*/ 2147483647 w 2385"/>
                <a:gd name="T81" fmla="*/ 1166830788 h 563"/>
                <a:gd name="T82" fmla="*/ 2147483647 w 2385"/>
                <a:gd name="T83" fmla="*/ 1197072633 h 563"/>
                <a:gd name="T84" fmla="*/ 2147483647 w 2385"/>
                <a:gd name="T85" fmla="*/ 1222274171 h 563"/>
                <a:gd name="T86" fmla="*/ 2147483647 w 2385"/>
                <a:gd name="T87" fmla="*/ 1244954761 h 563"/>
                <a:gd name="T88" fmla="*/ 2147483647 w 2385"/>
                <a:gd name="T89" fmla="*/ 1270156298 h 563"/>
                <a:gd name="T90" fmla="*/ 2147483647 w 2385"/>
                <a:gd name="T91" fmla="*/ 1307959398 h 563"/>
                <a:gd name="T92" fmla="*/ 2147483647 w 2385"/>
                <a:gd name="T93" fmla="*/ 1350802805 h 563"/>
                <a:gd name="T94" fmla="*/ 2147483647 w 2385"/>
                <a:gd name="T95" fmla="*/ 1386084958 h 563"/>
                <a:gd name="T96" fmla="*/ 2147483647 w 2385"/>
                <a:gd name="T97" fmla="*/ 1411286495 h 563"/>
                <a:gd name="T98" fmla="*/ 2147483647 w 2385"/>
                <a:gd name="T99" fmla="*/ 1418846163 h 563"/>
                <a:gd name="T100" fmla="*/ 55443447 w 2385"/>
                <a:gd name="T101" fmla="*/ 1418846163 h 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85"/>
                <a:gd name="T154" fmla="*/ 0 h 563"/>
                <a:gd name="T155" fmla="*/ 2385 w 2385"/>
                <a:gd name="T156" fmla="*/ 563 h 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rgbClr val="F39C12"/>
            </a:solidFill>
            <a:ln w="9525">
              <a:noFill/>
              <a:miter lim="800000"/>
              <a:headEnd/>
              <a:tailEnd/>
            </a:ln>
          </p:spPr>
          <p:txBody>
            <a:bodyPr/>
            <a:lstStyle/>
            <a:p>
              <a:endParaRPr lang="el-GR">
                <a:solidFill>
                  <a:srgbClr val="000000"/>
                </a:solidFill>
              </a:endParaRPr>
            </a:p>
          </p:txBody>
        </p:sp>
        <p:sp>
          <p:nvSpPr>
            <p:cNvPr id="519182" name="Freeform 37"/>
            <p:cNvSpPr>
              <a:spLocks noEditPoints="1"/>
            </p:cNvSpPr>
            <p:nvPr/>
          </p:nvSpPr>
          <p:spPr bwMode="auto">
            <a:xfrm>
              <a:off x="2696143" y="3002980"/>
              <a:ext cx="402120" cy="404875"/>
            </a:xfrm>
            <a:custGeom>
              <a:avLst/>
              <a:gdLst>
                <a:gd name="T0" fmla="*/ 2147483647 w 62"/>
                <a:gd name="T1" fmla="*/ 2147483647 h 62"/>
                <a:gd name="T2" fmla="*/ 2147483647 w 62"/>
                <a:gd name="T3" fmla="*/ 1961626239 h 62"/>
                <a:gd name="T4" fmla="*/ 2147483647 w 62"/>
                <a:gd name="T5" fmla="*/ 1961626239 h 62"/>
                <a:gd name="T6" fmla="*/ 630984700 w 62"/>
                <a:gd name="T7" fmla="*/ 213218928 h 62"/>
                <a:gd name="T8" fmla="*/ 630984700 w 62"/>
                <a:gd name="T9" fmla="*/ 213218928 h 62"/>
                <a:gd name="T10" fmla="*/ 630984700 w 62"/>
                <a:gd name="T11" fmla="*/ 170576459 h 62"/>
                <a:gd name="T12" fmla="*/ 126194356 w 62"/>
                <a:gd name="T13" fmla="*/ 127933989 h 62"/>
                <a:gd name="T14" fmla="*/ 210328216 w 62"/>
                <a:gd name="T15" fmla="*/ 639663365 h 62"/>
                <a:gd name="T16" fmla="*/ 210328216 w 62"/>
                <a:gd name="T17" fmla="*/ 639663365 h 62"/>
                <a:gd name="T18" fmla="*/ 210328216 w 62"/>
                <a:gd name="T19" fmla="*/ 639663365 h 62"/>
                <a:gd name="T20" fmla="*/ 1977088162 w 62"/>
                <a:gd name="T21" fmla="*/ 2147483647 h 62"/>
                <a:gd name="T22" fmla="*/ 1977088162 w 62"/>
                <a:gd name="T23" fmla="*/ 2147483647 h 62"/>
                <a:gd name="T24" fmla="*/ 2147483647 w 62"/>
                <a:gd name="T25" fmla="*/ 2147483647 h 62"/>
                <a:gd name="T26" fmla="*/ 2147483647 w 62"/>
                <a:gd name="T27" fmla="*/ 2046917708 h 62"/>
                <a:gd name="T28" fmla="*/ 2147483647 w 62"/>
                <a:gd name="T29" fmla="*/ 2147483647 h 62"/>
                <a:gd name="T30" fmla="*/ 2147483647 w 62"/>
                <a:gd name="T31" fmla="*/ 2147483647 h 62"/>
                <a:gd name="T32" fmla="*/ 2061222023 w 62"/>
                <a:gd name="T33" fmla="*/ 2147483647 h 62"/>
                <a:gd name="T34" fmla="*/ 2147483647 w 62"/>
                <a:gd name="T35" fmla="*/ 2046917708 h 62"/>
                <a:gd name="T36" fmla="*/ 2147483647 w 62"/>
                <a:gd name="T37" fmla="*/ 1961626239 h 62"/>
                <a:gd name="T38" fmla="*/ 2145349398 w 62"/>
                <a:gd name="T39" fmla="*/ 2089560177 h 62"/>
                <a:gd name="T40" fmla="*/ 504790395 w 62"/>
                <a:gd name="T41" fmla="*/ 426437856 h 62"/>
                <a:gd name="T42" fmla="*/ 630984700 w 62"/>
                <a:gd name="T43" fmla="*/ 298510448 h 62"/>
                <a:gd name="T44" fmla="*/ 2147483647 w 62"/>
                <a:gd name="T45" fmla="*/ 1961626239 h 62"/>
                <a:gd name="T46" fmla="*/ 294462128 w 62"/>
                <a:gd name="T47" fmla="*/ 639663365 h 62"/>
                <a:gd name="T48" fmla="*/ 420656433 w 62"/>
                <a:gd name="T49" fmla="*/ 511729427 h 62"/>
                <a:gd name="T50" fmla="*/ 2103282467 w 62"/>
                <a:gd name="T51" fmla="*/ 2147483647 h 62"/>
                <a:gd name="T52" fmla="*/ 1977088162 w 62"/>
                <a:gd name="T53" fmla="*/ 2147483647 h 62"/>
                <a:gd name="T54" fmla="*/ 294462128 w 62"/>
                <a:gd name="T55" fmla="*/ 63966336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
                <a:gd name="T85" fmla="*/ 0 h 62"/>
                <a:gd name="T86" fmla="*/ 62 w 62"/>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 h="62">
                  <a:moveTo>
                    <a:pt x="62" y="62"/>
                  </a:moveTo>
                  <a:cubicBezTo>
                    <a:pt x="57" y="46"/>
                    <a:pt x="57" y="46"/>
                    <a:pt x="57" y="46"/>
                  </a:cubicBezTo>
                  <a:cubicBezTo>
                    <a:pt x="57" y="46"/>
                    <a:pt x="57" y="46"/>
                    <a:pt x="57" y="46"/>
                  </a:cubicBezTo>
                  <a:cubicBezTo>
                    <a:pt x="15" y="5"/>
                    <a:pt x="15" y="5"/>
                    <a:pt x="15" y="5"/>
                  </a:cubicBezTo>
                  <a:cubicBezTo>
                    <a:pt x="15" y="5"/>
                    <a:pt x="15" y="5"/>
                    <a:pt x="15" y="5"/>
                  </a:cubicBezTo>
                  <a:cubicBezTo>
                    <a:pt x="15" y="4"/>
                    <a:pt x="15" y="4"/>
                    <a:pt x="15" y="4"/>
                  </a:cubicBezTo>
                  <a:cubicBezTo>
                    <a:pt x="11" y="1"/>
                    <a:pt x="6" y="0"/>
                    <a:pt x="3" y="3"/>
                  </a:cubicBezTo>
                  <a:cubicBezTo>
                    <a:pt x="0" y="6"/>
                    <a:pt x="1" y="11"/>
                    <a:pt x="5" y="15"/>
                  </a:cubicBezTo>
                  <a:cubicBezTo>
                    <a:pt x="5" y="15"/>
                    <a:pt x="5" y="15"/>
                    <a:pt x="5" y="15"/>
                  </a:cubicBezTo>
                  <a:cubicBezTo>
                    <a:pt x="5" y="15"/>
                    <a:pt x="5" y="15"/>
                    <a:pt x="5" y="15"/>
                  </a:cubicBezTo>
                  <a:cubicBezTo>
                    <a:pt x="47" y="57"/>
                    <a:pt x="47" y="57"/>
                    <a:pt x="47" y="57"/>
                  </a:cubicBezTo>
                  <a:cubicBezTo>
                    <a:pt x="47" y="57"/>
                    <a:pt x="47" y="57"/>
                    <a:pt x="47" y="57"/>
                  </a:cubicBezTo>
                  <a:lnTo>
                    <a:pt x="62" y="62"/>
                  </a:lnTo>
                  <a:close/>
                  <a:moveTo>
                    <a:pt x="56" y="48"/>
                  </a:moveTo>
                  <a:cubicBezTo>
                    <a:pt x="57" y="49"/>
                    <a:pt x="57" y="51"/>
                    <a:pt x="58" y="54"/>
                  </a:cubicBezTo>
                  <a:cubicBezTo>
                    <a:pt x="54" y="58"/>
                    <a:pt x="54" y="58"/>
                    <a:pt x="54" y="58"/>
                  </a:cubicBezTo>
                  <a:cubicBezTo>
                    <a:pt x="51" y="57"/>
                    <a:pt x="49" y="56"/>
                    <a:pt x="49" y="56"/>
                  </a:cubicBezTo>
                  <a:cubicBezTo>
                    <a:pt x="49" y="55"/>
                    <a:pt x="56" y="49"/>
                    <a:pt x="56" y="48"/>
                  </a:cubicBezTo>
                  <a:close/>
                  <a:moveTo>
                    <a:pt x="54" y="46"/>
                  </a:moveTo>
                  <a:cubicBezTo>
                    <a:pt x="54" y="47"/>
                    <a:pt x="53" y="48"/>
                    <a:pt x="51" y="49"/>
                  </a:cubicBezTo>
                  <a:cubicBezTo>
                    <a:pt x="12" y="10"/>
                    <a:pt x="12" y="10"/>
                    <a:pt x="12" y="10"/>
                  </a:cubicBezTo>
                  <a:cubicBezTo>
                    <a:pt x="14" y="9"/>
                    <a:pt x="15" y="8"/>
                    <a:pt x="15" y="7"/>
                  </a:cubicBezTo>
                  <a:cubicBezTo>
                    <a:pt x="16" y="8"/>
                    <a:pt x="53" y="45"/>
                    <a:pt x="54" y="46"/>
                  </a:cubicBezTo>
                  <a:close/>
                  <a:moveTo>
                    <a:pt x="7" y="15"/>
                  </a:moveTo>
                  <a:cubicBezTo>
                    <a:pt x="8" y="15"/>
                    <a:pt x="9" y="13"/>
                    <a:pt x="10" y="12"/>
                  </a:cubicBezTo>
                  <a:cubicBezTo>
                    <a:pt x="50" y="51"/>
                    <a:pt x="50" y="51"/>
                    <a:pt x="50" y="51"/>
                  </a:cubicBezTo>
                  <a:cubicBezTo>
                    <a:pt x="48" y="52"/>
                    <a:pt x="47" y="54"/>
                    <a:pt x="47" y="54"/>
                  </a:cubicBezTo>
                  <a:cubicBezTo>
                    <a:pt x="45" y="53"/>
                    <a:pt x="9" y="16"/>
                    <a:pt x="7" y="15"/>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nvGrpSpPr>
          <p:cNvPr id="2" name="Group 1"/>
          <p:cNvGrpSpPr>
            <a:grpSpLocks/>
          </p:cNvGrpSpPr>
          <p:nvPr/>
        </p:nvGrpSpPr>
        <p:grpSpPr bwMode="auto">
          <a:xfrm>
            <a:off x="527051" y="5394325"/>
            <a:ext cx="3500437" cy="889000"/>
            <a:chOff x="1330326" y="5397500"/>
            <a:chExt cx="3500438" cy="889000"/>
          </a:xfrm>
        </p:grpSpPr>
        <p:sp>
          <p:nvSpPr>
            <p:cNvPr id="519179" name="Freeform 5"/>
            <p:cNvSpPr>
              <a:spLocks/>
            </p:cNvSpPr>
            <p:nvPr/>
          </p:nvSpPr>
          <p:spPr bwMode="auto">
            <a:xfrm>
              <a:off x="1330326" y="5397500"/>
              <a:ext cx="3500438" cy="889000"/>
            </a:xfrm>
            <a:custGeom>
              <a:avLst/>
              <a:gdLst>
                <a:gd name="T0" fmla="*/ 2147483647 w 2205"/>
                <a:gd name="T1" fmla="*/ 1411287282 h 560"/>
                <a:gd name="T2" fmla="*/ 2147483647 w 2205"/>
                <a:gd name="T3" fmla="*/ 1411287282 h 560"/>
                <a:gd name="T4" fmla="*/ 2147483647 w 2205"/>
                <a:gd name="T5" fmla="*/ 1411287282 h 560"/>
                <a:gd name="T6" fmla="*/ 2147483647 w 2205"/>
                <a:gd name="T7" fmla="*/ 1411287282 h 560"/>
                <a:gd name="T8" fmla="*/ 2147483647 w 2205"/>
                <a:gd name="T9" fmla="*/ 1411287282 h 560"/>
                <a:gd name="T10" fmla="*/ 2147483647 w 2205"/>
                <a:gd name="T11" fmla="*/ 1411287282 h 560"/>
                <a:gd name="T12" fmla="*/ 2056447677 w 2205"/>
                <a:gd name="T13" fmla="*/ 1411287282 h 560"/>
                <a:gd name="T14" fmla="*/ 1829633682 w 2205"/>
                <a:gd name="T15" fmla="*/ 1411287282 h 560"/>
                <a:gd name="T16" fmla="*/ 1625501484 w 2205"/>
                <a:gd name="T17" fmla="*/ 1411287282 h 560"/>
                <a:gd name="T18" fmla="*/ 1436489028 w 2205"/>
                <a:gd name="T19" fmla="*/ 1411287282 h 560"/>
                <a:gd name="T20" fmla="*/ 1257557195 w 2205"/>
                <a:gd name="T21" fmla="*/ 1411287282 h 560"/>
                <a:gd name="T22" fmla="*/ 1098788192 w 2205"/>
                <a:gd name="T23" fmla="*/ 1411287282 h 560"/>
                <a:gd name="T24" fmla="*/ 950099812 w 2205"/>
                <a:gd name="T25" fmla="*/ 1411287282 h 560"/>
                <a:gd name="T26" fmla="*/ 821570889 w 2205"/>
                <a:gd name="T27" fmla="*/ 1411287282 h 560"/>
                <a:gd name="T28" fmla="*/ 700603426 w 2205"/>
                <a:gd name="T29" fmla="*/ 1411287282 h 560"/>
                <a:gd name="T30" fmla="*/ 589716584 w 2205"/>
                <a:gd name="T31" fmla="*/ 1411287282 h 560"/>
                <a:gd name="T32" fmla="*/ 453628187 w 2205"/>
                <a:gd name="T33" fmla="*/ 1411287282 h 560"/>
                <a:gd name="T34" fmla="*/ 307459069 w 2205"/>
                <a:gd name="T35" fmla="*/ 1411287282 h 560"/>
                <a:gd name="T36" fmla="*/ 189012505 w 2205"/>
                <a:gd name="T37" fmla="*/ 1411287282 h 560"/>
                <a:gd name="T38" fmla="*/ 110886891 w 2205"/>
                <a:gd name="T39" fmla="*/ 1411287282 h 560"/>
                <a:gd name="T40" fmla="*/ 55443446 w 2205"/>
                <a:gd name="T41" fmla="*/ 1411287282 h 560"/>
                <a:gd name="T42" fmla="*/ 25201561 w 2205"/>
                <a:gd name="T43" fmla="*/ 1411287282 h 560"/>
                <a:gd name="T44" fmla="*/ 5040313 w 2205"/>
                <a:gd name="T45" fmla="*/ 1411287282 h 560"/>
                <a:gd name="T46" fmla="*/ 0 w 2205"/>
                <a:gd name="T47" fmla="*/ 1411287282 h 560"/>
                <a:gd name="T48" fmla="*/ 153728741 w 2205"/>
                <a:gd name="T49" fmla="*/ 1118949284 h 560"/>
                <a:gd name="T50" fmla="*/ 239415665 w 2205"/>
                <a:gd name="T51" fmla="*/ 902215941 h 560"/>
                <a:gd name="T52" fmla="*/ 312499380 w 2205"/>
                <a:gd name="T53" fmla="*/ 682963038 h 560"/>
                <a:gd name="T54" fmla="*/ 367942801 w 2205"/>
                <a:gd name="T55" fmla="*/ 443547505 h 560"/>
                <a:gd name="T56" fmla="*/ 405745927 w 2205"/>
                <a:gd name="T57" fmla="*/ 191531841 h 560"/>
                <a:gd name="T58" fmla="*/ 415826549 w 2205"/>
                <a:gd name="T59" fmla="*/ 0 h 560"/>
                <a:gd name="T60" fmla="*/ 2147483647 w 2205"/>
                <a:gd name="T61" fmla="*/ 42843444 h 560"/>
                <a:gd name="T62" fmla="*/ 2147483647 w 2205"/>
                <a:gd name="T63" fmla="*/ 123486858 h 560"/>
                <a:gd name="T64" fmla="*/ 2147483647 w 2205"/>
                <a:gd name="T65" fmla="*/ 191531841 h 560"/>
                <a:gd name="T66" fmla="*/ 2147483647 w 2205"/>
                <a:gd name="T67" fmla="*/ 269655907 h 560"/>
                <a:gd name="T68" fmla="*/ 2147483647 w 2205"/>
                <a:gd name="T69" fmla="*/ 355341182 h 560"/>
                <a:gd name="T70" fmla="*/ 2147483647 w 2205"/>
                <a:gd name="T71" fmla="*/ 388103993 h 560"/>
                <a:gd name="T72" fmla="*/ 2147483647 w 2205"/>
                <a:gd name="T73" fmla="*/ 405744285 h 560"/>
                <a:gd name="T74" fmla="*/ 2147483647 w 2205"/>
                <a:gd name="T75" fmla="*/ 418345954 h 560"/>
                <a:gd name="T76" fmla="*/ 2147483647 w 2205"/>
                <a:gd name="T77" fmla="*/ 423386264 h 560"/>
                <a:gd name="T78" fmla="*/ 2147483647 w 2205"/>
                <a:gd name="T79" fmla="*/ 443547505 h 560"/>
                <a:gd name="T80" fmla="*/ 2147483647 w 2205"/>
                <a:gd name="T81" fmla="*/ 473789367 h 560"/>
                <a:gd name="T82" fmla="*/ 2147483647 w 2205"/>
                <a:gd name="T83" fmla="*/ 534273091 h 560"/>
                <a:gd name="T84" fmla="*/ 2147483647 w 2205"/>
                <a:gd name="T85" fmla="*/ 584676194 h 560"/>
                <a:gd name="T86" fmla="*/ 2147483647 w 2205"/>
                <a:gd name="T87" fmla="*/ 645159917 h 560"/>
                <a:gd name="T88" fmla="*/ 2147483647 w 2205"/>
                <a:gd name="T89" fmla="*/ 725804882 h 560"/>
                <a:gd name="T90" fmla="*/ 2147483647 w 2205"/>
                <a:gd name="T91" fmla="*/ 816530467 h 560"/>
                <a:gd name="T92" fmla="*/ 2147483647 w 2205"/>
                <a:gd name="T93" fmla="*/ 932457803 h 560"/>
                <a:gd name="T94" fmla="*/ 2147483647 w 2205"/>
                <a:gd name="T95" fmla="*/ 1068546181 h 560"/>
                <a:gd name="T96" fmla="*/ 2147483647 w 2205"/>
                <a:gd name="T97" fmla="*/ 1227315162 h 560"/>
                <a:gd name="T98" fmla="*/ 2147483647 w 2205"/>
                <a:gd name="T99" fmla="*/ 1406246971 h 5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05"/>
                <a:gd name="T151" fmla="*/ 0 h 560"/>
                <a:gd name="T152" fmla="*/ 2205 w 2205"/>
                <a:gd name="T153" fmla="*/ 560 h 5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05" h="560">
                  <a:moveTo>
                    <a:pt x="1437" y="558"/>
                  </a:move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rgbClr val="2980B9"/>
            </a:solidFill>
            <a:ln w="9525">
              <a:noFill/>
              <a:miter lim="800000"/>
              <a:headEnd/>
              <a:tailEnd/>
            </a:ln>
          </p:spPr>
          <p:txBody>
            <a:bodyPr/>
            <a:lstStyle/>
            <a:p>
              <a:endParaRPr lang="el-GR">
                <a:solidFill>
                  <a:srgbClr val="000000"/>
                </a:solidFill>
              </a:endParaRPr>
            </a:p>
          </p:txBody>
        </p:sp>
        <p:grpSp>
          <p:nvGrpSpPr>
            <p:cNvPr id="31" name="Group 30"/>
            <p:cNvGrpSpPr/>
            <p:nvPr/>
          </p:nvGrpSpPr>
          <p:grpSpPr>
            <a:xfrm>
              <a:off x="2598624" y="5610938"/>
              <a:ext cx="597159" cy="462123"/>
              <a:chOff x="6916738" y="2898776"/>
              <a:chExt cx="315913" cy="244475"/>
            </a:xfrm>
            <a:solidFill>
              <a:schemeClr val="bg1"/>
            </a:solidFill>
          </p:grpSpPr>
          <p:sp>
            <p:nvSpPr>
              <p:cNvPr id="32"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3"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nvGrpSpPr>
          <p:cNvPr id="6" name="Group 5"/>
          <p:cNvGrpSpPr>
            <a:grpSpLocks/>
          </p:cNvGrpSpPr>
          <p:nvPr/>
        </p:nvGrpSpPr>
        <p:grpSpPr bwMode="auto">
          <a:xfrm>
            <a:off x="211138" y="3614738"/>
            <a:ext cx="4092575" cy="893762"/>
            <a:chOff x="1020763" y="3614738"/>
            <a:chExt cx="4092575" cy="893762"/>
          </a:xfrm>
        </p:grpSpPr>
        <p:sp>
          <p:nvSpPr>
            <p:cNvPr id="519177" name="Freeform 8"/>
            <p:cNvSpPr>
              <a:spLocks/>
            </p:cNvSpPr>
            <p:nvPr/>
          </p:nvSpPr>
          <p:spPr bwMode="auto">
            <a:xfrm>
              <a:off x="1020763" y="3614738"/>
              <a:ext cx="4092575" cy="893762"/>
            </a:xfrm>
            <a:custGeom>
              <a:avLst/>
              <a:gdLst>
                <a:gd name="T0" fmla="*/ 675401818 w 2578"/>
                <a:gd name="T1" fmla="*/ 1418846163 h 563"/>
                <a:gd name="T2" fmla="*/ 662801835 w 2578"/>
                <a:gd name="T3" fmla="*/ 1381044650 h 563"/>
                <a:gd name="T4" fmla="*/ 632558384 w 2578"/>
                <a:gd name="T5" fmla="*/ 1307959398 h 563"/>
                <a:gd name="T6" fmla="*/ 594756848 w 2578"/>
                <a:gd name="T7" fmla="*/ 1234874146 h 563"/>
                <a:gd name="T8" fmla="*/ 559474674 w 2578"/>
                <a:gd name="T9" fmla="*/ 1166830788 h 563"/>
                <a:gd name="T10" fmla="*/ 521671551 w 2578"/>
                <a:gd name="T11" fmla="*/ 1106347098 h 563"/>
                <a:gd name="T12" fmla="*/ 483870015 w 2578"/>
                <a:gd name="T13" fmla="*/ 1043344048 h 563"/>
                <a:gd name="T14" fmla="*/ 410784619 w 2578"/>
                <a:gd name="T15" fmla="*/ 940016951 h 563"/>
                <a:gd name="T16" fmla="*/ 312499356 w 2578"/>
                <a:gd name="T17" fmla="*/ 786288168 h 563"/>
                <a:gd name="T18" fmla="*/ 221773765 w 2578"/>
                <a:gd name="T19" fmla="*/ 627517688 h 563"/>
                <a:gd name="T20" fmla="*/ 146169057 w 2578"/>
                <a:gd name="T21" fmla="*/ 453627873 h 563"/>
                <a:gd name="T22" fmla="*/ 110886883 w 2578"/>
                <a:gd name="T23" fmla="*/ 367942546 h 563"/>
                <a:gd name="T24" fmla="*/ 80644994 w 2578"/>
                <a:gd name="T25" fmla="*/ 277217011 h 563"/>
                <a:gd name="T26" fmla="*/ 47883757 w 2578"/>
                <a:gd name="T27" fmla="*/ 183970479 h 563"/>
                <a:gd name="T28" fmla="*/ 25201559 w 2578"/>
                <a:gd name="T29" fmla="*/ 93244920 h 563"/>
                <a:gd name="T30" fmla="*/ 0 w 2578"/>
                <a:gd name="T31" fmla="*/ 0 h 563"/>
                <a:gd name="T32" fmla="*/ 2147483647 w 2578"/>
                <a:gd name="T33" fmla="*/ 0 h 563"/>
                <a:gd name="T34" fmla="*/ 2147483647 w 2578"/>
                <a:gd name="T35" fmla="*/ 30241857 h 563"/>
                <a:gd name="T36" fmla="*/ 2147483647 w 2578"/>
                <a:gd name="T37" fmla="*/ 55443407 h 563"/>
                <a:gd name="T38" fmla="*/ 2147483647 w 2578"/>
                <a:gd name="T39" fmla="*/ 93244920 h 563"/>
                <a:gd name="T40" fmla="*/ 2147483647 w 2578"/>
                <a:gd name="T41" fmla="*/ 105846507 h 563"/>
                <a:gd name="T42" fmla="*/ 2147483647 w 2578"/>
                <a:gd name="T43" fmla="*/ 128527097 h 563"/>
                <a:gd name="T44" fmla="*/ 2147483647 w 2578"/>
                <a:gd name="T45" fmla="*/ 148688327 h 563"/>
                <a:gd name="T46" fmla="*/ 2147483647 w 2578"/>
                <a:gd name="T47" fmla="*/ 178930172 h 563"/>
                <a:gd name="T48" fmla="*/ 2147483647 w 2578"/>
                <a:gd name="T49" fmla="*/ 209172066 h 563"/>
                <a:gd name="T50" fmla="*/ 2147483647 w 2578"/>
                <a:gd name="T51" fmla="*/ 239413911 h 563"/>
                <a:gd name="T52" fmla="*/ 2147483647 w 2578"/>
                <a:gd name="T53" fmla="*/ 312499164 h 563"/>
                <a:gd name="T54" fmla="*/ 2147483647 w 2578"/>
                <a:gd name="T55" fmla="*/ 398184391 h 563"/>
                <a:gd name="T56" fmla="*/ 2147483647 w 2578"/>
                <a:gd name="T57" fmla="*/ 486389078 h 563"/>
                <a:gd name="T58" fmla="*/ 2147483647 w 2578"/>
                <a:gd name="T59" fmla="*/ 577114613 h 563"/>
                <a:gd name="T60" fmla="*/ 2147483647 w 2578"/>
                <a:gd name="T61" fmla="*/ 675401403 h 563"/>
                <a:gd name="T62" fmla="*/ 2147483647 w 2578"/>
                <a:gd name="T63" fmla="*/ 725804478 h 563"/>
                <a:gd name="T64" fmla="*/ 2147483647 w 2578"/>
                <a:gd name="T65" fmla="*/ 761086630 h 563"/>
                <a:gd name="T66" fmla="*/ 2147483647 w 2578"/>
                <a:gd name="T67" fmla="*/ 791328475 h 563"/>
                <a:gd name="T68" fmla="*/ 2147483647 w 2578"/>
                <a:gd name="T69" fmla="*/ 824089680 h 563"/>
                <a:gd name="T70" fmla="*/ 2147483647 w 2578"/>
                <a:gd name="T71" fmla="*/ 846772056 h 563"/>
                <a:gd name="T72" fmla="*/ 2147483647 w 2578"/>
                <a:gd name="T73" fmla="*/ 871973593 h 563"/>
                <a:gd name="T74" fmla="*/ 2147483647 w 2578"/>
                <a:gd name="T75" fmla="*/ 914815413 h 563"/>
                <a:gd name="T76" fmla="*/ 2147483647 w 2578"/>
                <a:gd name="T77" fmla="*/ 945057258 h 563"/>
                <a:gd name="T78" fmla="*/ 2147483647 w 2578"/>
                <a:gd name="T79" fmla="*/ 982860358 h 563"/>
                <a:gd name="T80" fmla="*/ 2147483647 w 2578"/>
                <a:gd name="T81" fmla="*/ 1030742486 h 563"/>
                <a:gd name="T82" fmla="*/ 2147483647 w 2578"/>
                <a:gd name="T83" fmla="*/ 1050903716 h 563"/>
                <a:gd name="T84" fmla="*/ 2147483647 w 2578"/>
                <a:gd name="T85" fmla="*/ 1081145561 h 563"/>
                <a:gd name="T86" fmla="*/ 2147483647 w 2578"/>
                <a:gd name="T87" fmla="*/ 1116427713 h 563"/>
                <a:gd name="T88" fmla="*/ 2147483647 w 2578"/>
                <a:gd name="T89" fmla="*/ 1149188918 h 563"/>
                <a:gd name="T90" fmla="*/ 2147483647 w 2578"/>
                <a:gd name="T91" fmla="*/ 1179430763 h 563"/>
                <a:gd name="T92" fmla="*/ 2147483647 w 2578"/>
                <a:gd name="T93" fmla="*/ 1204632301 h 563"/>
                <a:gd name="T94" fmla="*/ 2147483647 w 2578"/>
                <a:gd name="T95" fmla="*/ 1227314478 h 563"/>
                <a:gd name="T96" fmla="*/ 2147483647 w 2578"/>
                <a:gd name="T97" fmla="*/ 1247475708 h 563"/>
                <a:gd name="T98" fmla="*/ 2147483647 w 2578"/>
                <a:gd name="T99" fmla="*/ 1270156298 h 563"/>
                <a:gd name="T100" fmla="*/ 2147483647 w 2578"/>
                <a:gd name="T101" fmla="*/ 1290319115 h 563"/>
                <a:gd name="T102" fmla="*/ 2147483647 w 2578"/>
                <a:gd name="T103" fmla="*/ 1307959398 h 563"/>
                <a:gd name="T104" fmla="*/ 2147483647 w 2578"/>
                <a:gd name="T105" fmla="*/ 1320560960 h 563"/>
                <a:gd name="T106" fmla="*/ 2147483647 w 2578"/>
                <a:gd name="T107" fmla="*/ 1345762498 h 563"/>
                <a:gd name="T108" fmla="*/ 2147483647 w 2578"/>
                <a:gd name="T109" fmla="*/ 1376004343 h 563"/>
                <a:gd name="T110" fmla="*/ 2147483647 w 2578"/>
                <a:gd name="T111" fmla="*/ 1393644625 h 563"/>
                <a:gd name="T112" fmla="*/ 2147483647 w 2578"/>
                <a:gd name="T113" fmla="*/ 1406246188 h 563"/>
                <a:gd name="T114" fmla="*/ 2147483647 w 2578"/>
                <a:gd name="T115" fmla="*/ 1411286495 h 563"/>
                <a:gd name="T116" fmla="*/ 2147483647 w 2578"/>
                <a:gd name="T117" fmla="*/ 1418846163 h 563"/>
                <a:gd name="T118" fmla="*/ 675401818 w 2578"/>
                <a:gd name="T119" fmla="*/ 1418846163 h 5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78"/>
                <a:gd name="T181" fmla="*/ 0 h 563"/>
                <a:gd name="T182" fmla="*/ 2578 w 2578"/>
                <a:gd name="T183" fmla="*/ 563 h 5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rgbClr val="94B64E"/>
            </a:solidFill>
            <a:ln w="9525">
              <a:noFill/>
              <a:miter lim="800000"/>
              <a:headEnd/>
              <a:tailEnd/>
            </a:ln>
          </p:spPr>
          <p:txBody>
            <a:bodyPr/>
            <a:lstStyle/>
            <a:p>
              <a:endParaRPr lang="el-GR">
                <a:solidFill>
                  <a:srgbClr val="000000"/>
                </a:solidFill>
              </a:endParaRPr>
            </a:p>
          </p:txBody>
        </p:sp>
        <p:sp>
          <p:nvSpPr>
            <p:cNvPr id="519178" name="Freeform 71"/>
            <p:cNvSpPr>
              <a:spLocks noEditPoints="1"/>
            </p:cNvSpPr>
            <p:nvPr/>
          </p:nvSpPr>
          <p:spPr bwMode="auto">
            <a:xfrm>
              <a:off x="2735925" y="3789080"/>
              <a:ext cx="322556" cy="489493"/>
            </a:xfrm>
            <a:custGeom>
              <a:avLst/>
              <a:gdLst>
                <a:gd name="T0" fmla="*/ 587045223 w 48"/>
                <a:gd name="T1" fmla="*/ 2147483647 h 73"/>
                <a:gd name="T2" fmla="*/ 1625661983 w 48"/>
                <a:gd name="T3" fmla="*/ 2147483647 h 73"/>
                <a:gd name="T4" fmla="*/ 1625661983 w 48"/>
                <a:gd name="T5" fmla="*/ 2147483647 h 73"/>
                <a:gd name="T6" fmla="*/ 1670819809 w 48"/>
                <a:gd name="T7" fmla="*/ 2147483647 h 73"/>
                <a:gd name="T8" fmla="*/ 1715977635 w 48"/>
                <a:gd name="T9" fmla="*/ 2147483647 h 73"/>
                <a:gd name="T10" fmla="*/ 1083774796 w 48"/>
                <a:gd name="T11" fmla="*/ 1843450822 h 73"/>
                <a:gd name="T12" fmla="*/ 496729572 w 48"/>
                <a:gd name="T13" fmla="*/ 2147483647 h 73"/>
                <a:gd name="T14" fmla="*/ 496729572 w 48"/>
                <a:gd name="T15" fmla="*/ 2147483647 h 73"/>
                <a:gd name="T16" fmla="*/ 587045223 w 48"/>
                <a:gd name="T17" fmla="*/ 2147483647 h 73"/>
                <a:gd name="T18" fmla="*/ 587045223 w 48"/>
                <a:gd name="T19" fmla="*/ 2147483647 h 73"/>
                <a:gd name="T20" fmla="*/ 1986918289 w 48"/>
                <a:gd name="T21" fmla="*/ 494582389 h 73"/>
                <a:gd name="T22" fmla="*/ 2147483647 w 48"/>
                <a:gd name="T23" fmla="*/ 314737267 h 73"/>
                <a:gd name="T24" fmla="*/ 2147483647 w 48"/>
                <a:gd name="T25" fmla="*/ 224811405 h 73"/>
                <a:gd name="T26" fmla="*/ 1986918289 w 48"/>
                <a:gd name="T27" fmla="*/ 0 h 73"/>
                <a:gd name="T28" fmla="*/ 225789233 w 48"/>
                <a:gd name="T29" fmla="*/ 0 h 73"/>
                <a:gd name="T30" fmla="*/ 0 w 48"/>
                <a:gd name="T31" fmla="*/ 224811405 h 73"/>
                <a:gd name="T32" fmla="*/ 0 w 48"/>
                <a:gd name="T33" fmla="*/ 314737267 h 73"/>
                <a:gd name="T34" fmla="*/ 180631355 w 48"/>
                <a:gd name="T35" fmla="*/ 494582389 h 73"/>
                <a:gd name="T36" fmla="*/ 1986918289 w 48"/>
                <a:gd name="T37" fmla="*/ 494582389 h 73"/>
                <a:gd name="T38" fmla="*/ 1806293706 w 48"/>
                <a:gd name="T39" fmla="*/ 584508250 h 73"/>
                <a:gd name="T40" fmla="*/ 1986918289 w 48"/>
                <a:gd name="T41" fmla="*/ 584508250 h 73"/>
                <a:gd name="T42" fmla="*/ 1399872855 w 48"/>
                <a:gd name="T43" fmla="*/ 1618639102 h 73"/>
                <a:gd name="T44" fmla="*/ 1986918289 w 48"/>
                <a:gd name="T45" fmla="*/ 2147483647 h 73"/>
                <a:gd name="T46" fmla="*/ 1806293706 w 48"/>
                <a:gd name="T47" fmla="*/ 2147483647 h 73"/>
                <a:gd name="T48" fmla="*/ 1174090447 w 48"/>
                <a:gd name="T49" fmla="*/ 1708564963 h 73"/>
                <a:gd name="T50" fmla="*/ 1128932621 w 48"/>
                <a:gd name="T51" fmla="*/ 1618639102 h 73"/>
                <a:gd name="T52" fmla="*/ 1174090447 w 48"/>
                <a:gd name="T53" fmla="*/ 1573672819 h 73"/>
                <a:gd name="T54" fmla="*/ 1174090447 w 48"/>
                <a:gd name="T55" fmla="*/ 1573672819 h 73"/>
                <a:gd name="T56" fmla="*/ 1806293706 w 48"/>
                <a:gd name="T57" fmla="*/ 584508250 h 73"/>
                <a:gd name="T58" fmla="*/ 180631355 w 48"/>
                <a:gd name="T59" fmla="*/ 2147483647 h 73"/>
                <a:gd name="T60" fmla="*/ 0 w 48"/>
                <a:gd name="T61" fmla="*/ 2147483647 h 73"/>
                <a:gd name="T62" fmla="*/ 0 w 48"/>
                <a:gd name="T63" fmla="*/ 2147483647 h 73"/>
                <a:gd name="T64" fmla="*/ 225789233 w 48"/>
                <a:gd name="T65" fmla="*/ 2147483647 h 73"/>
                <a:gd name="T66" fmla="*/ 1986918289 w 48"/>
                <a:gd name="T67" fmla="*/ 2147483647 h 73"/>
                <a:gd name="T68" fmla="*/ 2147483647 w 48"/>
                <a:gd name="T69" fmla="*/ 2147483647 h 73"/>
                <a:gd name="T70" fmla="*/ 2147483647 w 48"/>
                <a:gd name="T71" fmla="*/ 2147483647 h 73"/>
                <a:gd name="T72" fmla="*/ 1986918289 w 48"/>
                <a:gd name="T73" fmla="*/ 2147483647 h 73"/>
                <a:gd name="T74" fmla="*/ 180631355 w 48"/>
                <a:gd name="T75" fmla="*/ 2147483647 h 73"/>
                <a:gd name="T76" fmla="*/ 361255990 w 48"/>
                <a:gd name="T77" fmla="*/ 2147483647 h 73"/>
                <a:gd name="T78" fmla="*/ 180631355 w 48"/>
                <a:gd name="T79" fmla="*/ 2147483647 h 73"/>
                <a:gd name="T80" fmla="*/ 812834352 w 48"/>
                <a:gd name="T81" fmla="*/ 1618639102 h 73"/>
                <a:gd name="T82" fmla="*/ 180631355 w 48"/>
                <a:gd name="T83" fmla="*/ 584508250 h 73"/>
                <a:gd name="T84" fmla="*/ 361255990 w 48"/>
                <a:gd name="T85" fmla="*/ 584508250 h 73"/>
                <a:gd name="T86" fmla="*/ 993459144 w 48"/>
                <a:gd name="T87" fmla="*/ 1573672819 h 73"/>
                <a:gd name="T88" fmla="*/ 1083774796 w 48"/>
                <a:gd name="T89" fmla="*/ 1663598680 h 73"/>
                <a:gd name="T90" fmla="*/ 993459144 w 48"/>
                <a:gd name="T91" fmla="*/ 1708564963 h 73"/>
                <a:gd name="T92" fmla="*/ 36125599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36"/>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childTnLst>
                                </p:cTn>
                              </p:par>
                            </p:childTnLst>
                          </p:cTn>
                        </p:par>
                        <p:par>
                          <p:cTn id="28" fill="hold">
                            <p:stCondLst>
                              <p:cond delay="500"/>
                            </p:stCondLst>
                            <p:childTnLst>
                              <p:par>
                                <p:cTn id="29" presetID="10" presetClass="entr" presetSubtype="0"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p:bldP spid="15"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grpSp>
        <p:nvGrpSpPr>
          <p:cNvPr id="3" name="Group 2"/>
          <p:cNvGrpSpPr>
            <a:grpSpLocks/>
          </p:cNvGrpSpPr>
          <p:nvPr/>
        </p:nvGrpSpPr>
        <p:grpSpPr bwMode="auto">
          <a:xfrm>
            <a:off x="1519238" y="3432175"/>
            <a:ext cx="9826625" cy="2552700"/>
            <a:chOff x="1689691" y="4040564"/>
            <a:chExt cx="9826806" cy="2553028"/>
          </a:xfrm>
        </p:grpSpPr>
        <p:sp>
          <p:nvSpPr>
            <p:cNvPr id="27" name="Oval 26"/>
            <p:cNvSpPr/>
            <p:nvPr/>
          </p:nvSpPr>
          <p:spPr>
            <a:xfrm>
              <a:off x="10654468" y="4040564"/>
              <a:ext cx="862029" cy="862124"/>
            </a:xfrm>
            <a:prstGeom prst="ellipse">
              <a:avLst/>
            </a:prstGeom>
            <a:solidFill>
              <a:srgbClr val="4472C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400" dirty="0">
                <a:solidFill>
                  <a:prstClr val="white"/>
                </a:solidFill>
              </a:endParaRPr>
            </a:p>
          </p:txBody>
        </p:sp>
        <p:grpSp>
          <p:nvGrpSpPr>
            <p:cNvPr id="520213" name="Group 36"/>
            <p:cNvGrpSpPr>
              <a:grpSpLocks/>
            </p:cNvGrpSpPr>
            <p:nvPr/>
          </p:nvGrpSpPr>
          <p:grpSpPr bwMode="auto">
            <a:xfrm>
              <a:off x="1689691" y="4158735"/>
              <a:ext cx="9553380" cy="2434857"/>
              <a:chOff x="6537169" y="1570491"/>
              <a:chExt cx="9553380" cy="2434857"/>
            </a:xfrm>
          </p:grpSpPr>
          <p:sp>
            <p:nvSpPr>
              <p:cNvPr id="520214" name="TextBox 37"/>
              <p:cNvSpPr txBox="1">
                <a:spLocks noChangeArrowheads="1"/>
              </p:cNvSpPr>
              <p:nvPr/>
            </p:nvSpPr>
            <p:spPr bwMode="auto">
              <a:xfrm>
                <a:off x="7315805" y="1570491"/>
                <a:ext cx="8097088" cy="1077218"/>
              </a:xfrm>
              <a:prstGeom prst="rect">
                <a:avLst/>
              </a:prstGeom>
              <a:noFill/>
              <a:ln w="9525">
                <a:noFill/>
                <a:miter lim="800000"/>
                <a:headEnd/>
                <a:tailEnd/>
              </a:ln>
            </p:spPr>
            <p:txBody>
              <a:bodyPr wrap="none">
                <a:spAutoFit/>
              </a:bodyPr>
              <a:lstStyle/>
              <a:p>
                <a:pPr algn="r" rtl="1"/>
                <a:r>
                  <a:rPr lang="ar-SA" sz="3200" b="1"/>
                  <a:t>استخدام الطريقة الحديثة في التعليم بناء على أسس مدروسة</a:t>
                </a:r>
                <a:endParaRPr lang="en-US" sz="3200" b="1"/>
              </a:p>
              <a:p>
                <a:pPr algn="r" rtl="1"/>
                <a:r>
                  <a:rPr lang="ar-SA" sz="3200" b="1"/>
                  <a:t> وأبحاث ثبت صحتها بالتجارب</a:t>
                </a:r>
                <a:endParaRPr lang="en-US" sz="3200">
                  <a:solidFill>
                    <a:srgbClr val="4472C4"/>
                  </a:solidFill>
                  <a:latin typeface="Lato Black"/>
                </a:endParaRPr>
              </a:p>
            </p:txBody>
          </p:sp>
          <p:sp>
            <p:nvSpPr>
              <p:cNvPr id="520215" name="TextBox 38"/>
              <p:cNvSpPr txBox="1">
                <a:spLocks noChangeArrowheads="1"/>
              </p:cNvSpPr>
              <p:nvPr/>
            </p:nvSpPr>
            <p:spPr bwMode="auto">
              <a:xfrm>
                <a:off x="6537169" y="2620353"/>
                <a:ext cx="9553380" cy="1384995"/>
              </a:xfrm>
              <a:prstGeom prst="rect">
                <a:avLst/>
              </a:prstGeom>
              <a:noFill/>
              <a:ln w="9525">
                <a:noFill/>
                <a:miter lim="800000"/>
                <a:headEnd/>
                <a:tailEnd/>
              </a:ln>
            </p:spPr>
            <p:txBody>
              <a:bodyPr>
                <a:spAutoFit/>
              </a:bodyPr>
              <a:lstStyle/>
              <a:p>
                <a:pPr algn="ctr" rtl="1"/>
                <a:r>
                  <a:rPr lang="ar-SA" sz="2800"/>
                  <a:t>وهذا ما يسمى بتكنولوجيا التعليم، وتؤخذ من معناها الشامل حيث تضم الطرق والأجهزة والمواد والأدوات والتنظيمات المستخدمة في نظام تعليمي معين بغرض تحقيق أهداف تعليمية محددة من قبل</a:t>
                </a:r>
                <a:endParaRPr lang="en-US" sz="2800" b="1">
                  <a:solidFill>
                    <a:srgbClr val="000000"/>
                  </a:solidFill>
                  <a:latin typeface="Lato Light"/>
                </a:endParaRPr>
              </a:p>
            </p:txBody>
          </p:sp>
        </p:gr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250" fill="hold"/>
                                        <p:tgtEl>
                                          <p:spTgt spid="54"/>
                                        </p:tgtEl>
                                        <p:attrNameLst>
                                          <p:attrName>ppt_w</p:attrName>
                                        </p:attrNameLst>
                                      </p:cBhvr>
                                      <p:tavLst>
                                        <p:tav tm="0">
                                          <p:val>
                                            <p:fltVal val="0"/>
                                          </p:val>
                                        </p:tav>
                                        <p:tav tm="100000">
                                          <p:val>
                                            <p:strVal val="#ppt_w"/>
                                          </p:val>
                                        </p:tav>
                                      </p:tavLst>
                                    </p:anim>
                                    <p:anim calcmode="lin" valueType="num">
                                      <p:cBhvr>
                                        <p:cTn id="8" dur="250" fill="hold"/>
                                        <p:tgtEl>
                                          <p:spTgt spid="54"/>
                                        </p:tgtEl>
                                        <p:attrNameLst>
                                          <p:attrName>ppt_h</p:attrName>
                                        </p:attrNameLst>
                                      </p:cBhvr>
                                      <p:tavLst>
                                        <p:tav tm="0">
                                          <p:val>
                                            <p:fltVal val="0"/>
                                          </p:val>
                                        </p:tav>
                                        <p:tav tm="100000">
                                          <p:val>
                                            <p:strVal val="#ppt_h"/>
                                          </p:val>
                                        </p:tav>
                                      </p:tavLst>
                                    </p:anim>
                                    <p:animEffect transition="in" filter="fade">
                                      <p:cBhvr>
                                        <p:cTn id="9" dur="25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250" fill="hold"/>
                                        <p:tgtEl>
                                          <p:spTgt spid="53"/>
                                        </p:tgtEl>
                                        <p:attrNameLst>
                                          <p:attrName>ppt_w</p:attrName>
                                        </p:attrNameLst>
                                      </p:cBhvr>
                                      <p:tavLst>
                                        <p:tav tm="0">
                                          <p:val>
                                            <p:fltVal val="0"/>
                                          </p:val>
                                        </p:tav>
                                        <p:tav tm="100000">
                                          <p:val>
                                            <p:strVal val="#ppt_w"/>
                                          </p:val>
                                        </p:tav>
                                      </p:tavLst>
                                    </p:anim>
                                    <p:anim calcmode="lin" valueType="num">
                                      <p:cBhvr>
                                        <p:cTn id="13" dur="250" fill="hold"/>
                                        <p:tgtEl>
                                          <p:spTgt spid="53"/>
                                        </p:tgtEl>
                                        <p:attrNameLst>
                                          <p:attrName>ppt_h</p:attrName>
                                        </p:attrNameLst>
                                      </p:cBhvr>
                                      <p:tavLst>
                                        <p:tav tm="0">
                                          <p:val>
                                            <p:fltVal val="0"/>
                                          </p:val>
                                        </p:tav>
                                        <p:tav tm="100000">
                                          <p:val>
                                            <p:strVal val="#ppt_h"/>
                                          </p:val>
                                        </p:tav>
                                      </p:tavLst>
                                    </p:anim>
                                    <p:animEffect transition="in" filter="fade">
                                      <p:cBhvr>
                                        <p:cTn id="14" dur="25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250" fill="hold"/>
                                        <p:tgtEl>
                                          <p:spTgt spid="51"/>
                                        </p:tgtEl>
                                        <p:attrNameLst>
                                          <p:attrName>ppt_w</p:attrName>
                                        </p:attrNameLst>
                                      </p:cBhvr>
                                      <p:tavLst>
                                        <p:tav tm="0">
                                          <p:val>
                                            <p:fltVal val="0"/>
                                          </p:val>
                                        </p:tav>
                                        <p:tav tm="100000">
                                          <p:val>
                                            <p:strVal val="#ppt_w"/>
                                          </p:val>
                                        </p:tav>
                                      </p:tavLst>
                                    </p:anim>
                                    <p:anim calcmode="lin" valueType="num">
                                      <p:cBhvr>
                                        <p:cTn id="18" dur="250" fill="hold"/>
                                        <p:tgtEl>
                                          <p:spTgt spid="51"/>
                                        </p:tgtEl>
                                        <p:attrNameLst>
                                          <p:attrName>ppt_h</p:attrName>
                                        </p:attrNameLst>
                                      </p:cBhvr>
                                      <p:tavLst>
                                        <p:tav tm="0">
                                          <p:val>
                                            <p:fltVal val="0"/>
                                          </p:val>
                                        </p:tav>
                                        <p:tav tm="100000">
                                          <p:val>
                                            <p:strVal val="#ppt_h"/>
                                          </p:val>
                                        </p:tav>
                                      </p:tavLst>
                                    </p:anim>
                                    <p:animEffect transition="in" filter="fade">
                                      <p:cBhvr>
                                        <p:cTn id="19" dur="25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250" fill="hold"/>
                                        <p:tgtEl>
                                          <p:spTgt spid="52"/>
                                        </p:tgtEl>
                                        <p:attrNameLst>
                                          <p:attrName>ppt_w</p:attrName>
                                        </p:attrNameLst>
                                      </p:cBhvr>
                                      <p:tavLst>
                                        <p:tav tm="0">
                                          <p:val>
                                            <p:fltVal val="0"/>
                                          </p:val>
                                        </p:tav>
                                        <p:tav tm="100000">
                                          <p:val>
                                            <p:strVal val="#ppt_w"/>
                                          </p:val>
                                        </p:tav>
                                      </p:tavLst>
                                    </p:anim>
                                    <p:anim calcmode="lin" valueType="num">
                                      <p:cBhvr>
                                        <p:cTn id="23" dur="250" fill="hold"/>
                                        <p:tgtEl>
                                          <p:spTgt spid="52"/>
                                        </p:tgtEl>
                                        <p:attrNameLst>
                                          <p:attrName>ppt_h</p:attrName>
                                        </p:attrNameLst>
                                      </p:cBhvr>
                                      <p:tavLst>
                                        <p:tav tm="0">
                                          <p:val>
                                            <p:fltVal val="0"/>
                                          </p:val>
                                        </p:tav>
                                        <p:tav tm="100000">
                                          <p:val>
                                            <p:strVal val="#ppt_h"/>
                                          </p:val>
                                        </p:tav>
                                      </p:tavLst>
                                    </p:anim>
                                    <p:animEffect transition="in" filter="fade">
                                      <p:cBhvr>
                                        <p:cTn id="24" dur="25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250" fill="hold"/>
                                        <p:tgtEl>
                                          <p:spTgt spid="50"/>
                                        </p:tgtEl>
                                        <p:attrNameLst>
                                          <p:attrName>ppt_w</p:attrName>
                                        </p:attrNameLst>
                                      </p:cBhvr>
                                      <p:tavLst>
                                        <p:tav tm="0">
                                          <p:val>
                                            <p:fltVal val="0"/>
                                          </p:val>
                                        </p:tav>
                                        <p:tav tm="100000">
                                          <p:val>
                                            <p:strVal val="#ppt_w"/>
                                          </p:val>
                                        </p:tav>
                                      </p:tavLst>
                                    </p:anim>
                                    <p:anim calcmode="lin" valueType="num">
                                      <p:cBhvr>
                                        <p:cTn id="28" dur="250" fill="hold"/>
                                        <p:tgtEl>
                                          <p:spTgt spid="50"/>
                                        </p:tgtEl>
                                        <p:attrNameLst>
                                          <p:attrName>ppt_h</p:attrName>
                                        </p:attrNameLst>
                                      </p:cBhvr>
                                      <p:tavLst>
                                        <p:tav tm="0">
                                          <p:val>
                                            <p:fltVal val="0"/>
                                          </p:val>
                                        </p:tav>
                                        <p:tav tm="100000">
                                          <p:val>
                                            <p:strVal val="#ppt_h"/>
                                          </p:val>
                                        </p:tav>
                                      </p:tavLst>
                                    </p:anim>
                                    <p:animEffect transition="in" filter="fade">
                                      <p:cBhvr>
                                        <p:cTn id="29" dur="25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250" fill="hold"/>
                                        <p:tgtEl>
                                          <p:spTgt spid="49"/>
                                        </p:tgtEl>
                                        <p:attrNameLst>
                                          <p:attrName>ppt_w</p:attrName>
                                        </p:attrNameLst>
                                      </p:cBhvr>
                                      <p:tavLst>
                                        <p:tav tm="0">
                                          <p:val>
                                            <p:fltVal val="0"/>
                                          </p:val>
                                        </p:tav>
                                        <p:tav tm="100000">
                                          <p:val>
                                            <p:strVal val="#ppt_w"/>
                                          </p:val>
                                        </p:tav>
                                      </p:tavLst>
                                    </p:anim>
                                    <p:anim calcmode="lin" valueType="num">
                                      <p:cBhvr>
                                        <p:cTn id="33" dur="250" fill="hold"/>
                                        <p:tgtEl>
                                          <p:spTgt spid="49"/>
                                        </p:tgtEl>
                                        <p:attrNameLst>
                                          <p:attrName>ppt_h</p:attrName>
                                        </p:attrNameLst>
                                      </p:cBhvr>
                                      <p:tavLst>
                                        <p:tav tm="0">
                                          <p:val>
                                            <p:fltVal val="0"/>
                                          </p:val>
                                        </p:tav>
                                        <p:tav tm="100000">
                                          <p:val>
                                            <p:strVal val="#ppt_h"/>
                                          </p:val>
                                        </p:tav>
                                      </p:tavLst>
                                    </p:anim>
                                    <p:animEffect transition="in" filter="fade">
                                      <p:cBhvr>
                                        <p:cTn id="34" dur="25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250" fill="hold"/>
                                        <p:tgtEl>
                                          <p:spTgt spid="48"/>
                                        </p:tgtEl>
                                        <p:attrNameLst>
                                          <p:attrName>ppt_w</p:attrName>
                                        </p:attrNameLst>
                                      </p:cBhvr>
                                      <p:tavLst>
                                        <p:tav tm="0">
                                          <p:val>
                                            <p:fltVal val="0"/>
                                          </p:val>
                                        </p:tav>
                                        <p:tav tm="100000">
                                          <p:val>
                                            <p:strVal val="#ppt_w"/>
                                          </p:val>
                                        </p:tav>
                                      </p:tavLst>
                                    </p:anim>
                                    <p:anim calcmode="lin" valueType="num">
                                      <p:cBhvr>
                                        <p:cTn id="38" dur="250" fill="hold"/>
                                        <p:tgtEl>
                                          <p:spTgt spid="48"/>
                                        </p:tgtEl>
                                        <p:attrNameLst>
                                          <p:attrName>ppt_h</p:attrName>
                                        </p:attrNameLst>
                                      </p:cBhvr>
                                      <p:tavLst>
                                        <p:tav tm="0">
                                          <p:val>
                                            <p:fltVal val="0"/>
                                          </p:val>
                                        </p:tav>
                                        <p:tav tm="100000">
                                          <p:val>
                                            <p:strVal val="#ppt_h"/>
                                          </p:val>
                                        </p:tav>
                                      </p:tavLst>
                                    </p:anim>
                                    <p:animEffect transition="in" filter="fade">
                                      <p:cBhvr>
                                        <p:cTn id="39" dur="25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250" fill="hold"/>
                                        <p:tgtEl>
                                          <p:spTgt spid="47"/>
                                        </p:tgtEl>
                                        <p:attrNameLst>
                                          <p:attrName>ppt_w</p:attrName>
                                        </p:attrNameLst>
                                      </p:cBhvr>
                                      <p:tavLst>
                                        <p:tav tm="0">
                                          <p:val>
                                            <p:fltVal val="0"/>
                                          </p:val>
                                        </p:tav>
                                        <p:tav tm="100000">
                                          <p:val>
                                            <p:strVal val="#ppt_w"/>
                                          </p:val>
                                        </p:tav>
                                      </p:tavLst>
                                    </p:anim>
                                    <p:anim calcmode="lin" valueType="num">
                                      <p:cBhvr>
                                        <p:cTn id="43" dur="250" fill="hold"/>
                                        <p:tgtEl>
                                          <p:spTgt spid="47"/>
                                        </p:tgtEl>
                                        <p:attrNameLst>
                                          <p:attrName>ppt_h</p:attrName>
                                        </p:attrNameLst>
                                      </p:cBhvr>
                                      <p:tavLst>
                                        <p:tav tm="0">
                                          <p:val>
                                            <p:fltVal val="0"/>
                                          </p:val>
                                        </p:tav>
                                        <p:tav tm="100000">
                                          <p:val>
                                            <p:strVal val="#ppt_h"/>
                                          </p:val>
                                        </p:tav>
                                      </p:tavLst>
                                    </p:anim>
                                    <p:animEffect transition="in" filter="fade">
                                      <p:cBhvr>
                                        <p:cTn id="44" dur="25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250" fill="hold"/>
                                        <p:tgtEl>
                                          <p:spTgt spid="46"/>
                                        </p:tgtEl>
                                        <p:attrNameLst>
                                          <p:attrName>ppt_w</p:attrName>
                                        </p:attrNameLst>
                                      </p:cBhvr>
                                      <p:tavLst>
                                        <p:tav tm="0">
                                          <p:val>
                                            <p:fltVal val="0"/>
                                          </p:val>
                                        </p:tav>
                                        <p:tav tm="100000">
                                          <p:val>
                                            <p:strVal val="#ppt_w"/>
                                          </p:val>
                                        </p:tav>
                                      </p:tavLst>
                                    </p:anim>
                                    <p:anim calcmode="lin" valueType="num">
                                      <p:cBhvr>
                                        <p:cTn id="48" dur="250" fill="hold"/>
                                        <p:tgtEl>
                                          <p:spTgt spid="46"/>
                                        </p:tgtEl>
                                        <p:attrNameLst>
                                          <p:attrName>ppt_h</p:attrName>
                                        </p:attrNameLst>
                                      </p:cBhvr>
                                      <p:tavLst>
                                        <p:tav tm="0">
                                          <p:val>
                                            <p:fltVal val="0"/>
                                          </p:val>
                                        </p:tav>
                                        <p:tav tm="100000">
                                          <p:val>
                                            <p:strVal val="#ppt_h"/>
                                          </p:val>
                                        </p:tav>
                                      </p:tavLst>
                                    </p:anim>
                                    <p:animEffect transition="in" filter="fade">
                                      <p:cBhvr>
                                        <p:cTn id="49" dur="25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250" fill="hold"/>
                                        <p:tgtEl>
                                          <p:spTgt spid="45"/>
                                        </p:tgtEl>
                                        <p:attrNameLst>
                                          <p:attrName>ppt_w</p:attrName>
                                        </p:attrNameLst>
                                      </p:cBhvr>
                                      <p:tavLst>
                                        <p:tav tm="0">
                                          <p:val>
                                            <p:fltVal val="0"/>
                                          </p:val>
                                        </p:tav>
                                        <p:tav tm="100000">
                                          <p:val>
                                            <p:strVal val="#ppt_w"/>
                                          </p:val>
                                        </p:tav>
                                      </p:tavLst>
                                    </p:anim>
                                    <p:anim calcmode="lin" valueType="num">
                                      <p:cBhvr>
                                        <p:cTn id="53" dur="250" fill="hold"/>
                                        <p:tgtEl>
                                          <p:spTgt spid="45"/>
                                        </p:tgtEl>
                                        <p:attrNameLst>
                                          <p:attrName>ppt_h</p:attrName>
                                        </p:attrNameLst>
                                      </p:cBhvr>
                                      <p:tavLst>
                                        <p:tav tm="0">
                                          <p:val>
                                            <p:fltVal val="0"/>
                                          </p:val>
                                        </p:tav>
                                        <p:tav tm="100000">
                                          <p:val>
                                            <p:strVal val="#ppt_h"/>
                                          </p:val>
                                        </p:tav>
                                      </p:tavLst>
                                    </p:anim>
                                    <p:animEffect transition="in" filter="fade">
                                      <p:cBhvr>
                                        <p:cTn id="54" dur="25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250" fill="hold"/>
                                        <p:tgtEl>
                                          <p:spTgt spid="44"/>
                                        </p:tgtEl>
                                        <p:attrNameLst>
                                          <p:attrName>ppt_w</p:attrName>
                                        </p:attrNameLst>
                                      </p:cBhvr>
                                      <p:tavLst>
                                        <p:tav tm="0">
                                          <p:val>
                                            <p:fltVal val="0"/>
                                          </p:val>
                                        </p:tav>
                                        <p:tav tm="100000">
                                          <p:val>
                                            <p:strVal val="#ppt_w"/>
                                          </p:val>
                                        </p:tav>
                                      </p:tavLst>
                                    </p:anim>
                                    <p:anim calcmode="lin" valueType="num">
                                      <p:cBhvr>
                                        <p:cTn id="58" dur="250" fill="hold"/>
                                        <p:tgtEl>
                                          <p:spTgt spid="44"/>
                                        </p:tgtEl>
                                        <p:attrNameLst>
                                          <p:attrName>ppt_h</p:attrName>
                                        </p:attrNameLst>
                                      </p:cBhvr>
                                      <p:tavLst>
                                        <p:tav tm="0">
                                          <p:val>
                                            <p:fltVal val="0"/>
                                          </p:val>
                                        </p:tav>
                                        <p:tav tm="100000">
                                          <p:val>
                                            <p:strVal val="#ppt_h"/>
                                          </p:val>
                                        </p:tav>
                                      </p:tavLst>
                                    </p:anim>
                                    <p:animEffect transition="in" filter="fade">
                                      <p:cBhvr>
                                        <p:cTn id="59" dur="25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250" fill="hold"/>
                                        <p:tgtEl>
                                          <p:spTgt spid="43"/>
                                        </p:tgtEl>
                                        <p:attrNameLst>
                                          <p:attrName>ppt_w</p:attrName>
                                        </p:attrNameLst>
                                      </p:cBhvr>
                                      <p:tavLst>
                                        <p:tav tm="0">
                                          <p:val>
                                            <p:fltVal val="0"/>
                                          </p:val>
                                        </p:tav>
                                        <p:tav tm="100000">
                                          <p:val>
                                            <p:strVal val="#ppt_w"/>
                                          </p:val>
                                        </p:tav>
                                      </p:tavLst>
                                    </p:anim>
                                    <p:anim calcmode="lin" valueType="num">
                                      <p:cBhvr>
                                        <p:cTn id="63" dur="250" fill="hold"/>
                                        <p:tgtEl>
                                          <p:spTgt spid="43"/>
                                        </p:tgtEl>
                                        <p:attrNameLst>
                                          <p:attrName>ppt_h</p:attrName>
                                        </p:attrNameLst>
                                      </p:cBhvr>
                                      <p:tavLst>
                                        <p:tav tm="0">
                                          <p:val>
                                            <p:fltVal val="0"/>
                                          </p:val>
                                        </p:tav>
                                        <p:tav tm="100000">
                                          <p:val>
                                            <p:strVal val="#ppt_h"/>
                                          </p:val>
                                        </p:tav>
                                      </p:tavLst>
                                    </p:anim>
                                    <p:animEffect transition="in" filter="fade">
                                      <p:cBhvr>
                                        <p:cTn id="64" dur="250"/>
                                        <p:tgtEl>
                                          <p:spTgt spid="43"/>
                                        </p:tgtEl>
                                      </p:cBhvr>
                                    </p:animEffect>
                                  </p:childTnLst>
                                </p:cTn>
                              </p:par>
                            </p:childTnLst>
                          </p:cTn>
                        </p:par>
                        <p:par>
                          <p:cTn id="65" fill="hold">
                            <p:stCondLst>
                              <p:cond delay="325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grpSp>
        <p:nvGrpSpPr>
          <p:cNvPr id="3" name="Group 2"/>
          <p:cNvGrpSpPr>
            <a:grpSpLocks/>
          </p:cNvGrpSpPr>
          <p:nvPr/>
        </p:nvGrpSpPr>
        <p:grpSpPr bwMode="auto">
          <a:xfrm>
            <a:off x="1555750" y="3432175"/>
            <a:ext cx="9790113" cy="2725738"/>
            <a:chOff x="1727132" y="4040564"/>
            <a:chExt cx="9789365" cy="2725749"/>
          </a:xfrm>
        </p:grpSpPr>
        <p:sp>
          <p:nvSpPr>
            <p:cNvPr id="27" name="Oval 26"/>
            <p:cNvSpPr/>
            <p:nvPr/>
          </p:nvSpPr>
          <p:spPr>
            <a:xfrm>
              <a:off x="10654550" y="4040564"/>
              <a:ext cx="861947" cy="862016"/>
            </a:xfrm>
            <a:prstGeom prst="ellipse">
              <a:avLst/>
            </a:prstGeom>
            <a:solidFill>
              <a:srgbClr val="FD860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400" dirty="0">
                <a:solidFill>
                  <a:prstClr val="white"/>
                </a:solidFill>
              </a:endParaRPr>
            </a:p>
          </p:txBody>
        </p:sp>
        <p:grpSp>
          <p:nvGrpSpPr>
            <p:cNvPr id="521237" name="Group 36"/>
            <p:cNvGrpSpPr>
              <a:grpSpLocks/>
            </p:cNvGrpSpPr>
            <p:nvPr/>
          </p:nvGrpSpPr>
          <p:grpSpPr bwMode="auto">
            <a:xfrm>
              <a:off x="1727132" y="4158735"/>
              <a:ext cx="9553380" cy="2607578"/>
              <a:chOff x="6574610" y="1570491"/>
              <a:chExt cx="9553380" cy="2607578"/>
            </a:xfrm>
          </p:grpSpPr>
          <p:sp>
            <p:nvSpPr>
              <p:cNvPr id="521238" name="TextBox 37"/>
              <p:cNvSpPr txBox="1">
                <a:spLocks noChangeArrowheads="1"/>
              </p:cNvSpPr>
              <p:nvPr/>
            </p:nvSpPr>
            <p:spPr bwMode="auto">
              <a:xfrm>
                <a:off x="9459019" y="1570491"/>
                <a:ext cx="5953874" cy="584775"/>
              </a:xfrm>
              <a:prstGeom prst="rect">
                <a:avLst/>
              </a:prstGeom>
              <a:noFill/>
              <a:ln w="9525">
                <a:noFill/>
                <a:miter lim="800000"/>
                <a:headEnd/>
                <a:tailEnd/>
              </a:ln>
            </p:spPr>
            <p:txBody>
              <a:bodyPr wrap="none">
                <a:spAutoFit/>
              </a:bodyPr>
              <a:lstStyle/>
              <a:p>
                <a:pPr algn="r" rtl="1"/>
                <a:r>
                  <a:rPr lang="ar-SA" sz="3200" b="1"/>
                  <a:t>توفر التكنولوجيا مصدراً غنيا من المعلومات</a:t>
                </a:r>
                <a:endParaRPr lang="en-US" sz="3200">
                  <a:solidFill>
                    <a:srgbClr val="4472C4"/>
                  </a:solidFill>
                  <a:latin typeface="Lato Black"/>
                </a:endParaRPr>
              </a:p>
            </p:txBody>
          </p:sp>
          <p:sp>
            <p:nvSpPr>
              <p:cNvPr id="521239" name="TextBox 38"/>
              <p:cNvSpPr txBox="1">
                <a:spLocks noChangeArrowheads="1"/>
              </p:cNvSpPr>
              <p:nvPr/>
            </p:nvSpPr>
            <p:spPr bwMode="auto">
              <a:xfrm>
                <a:off x="6574610" y="2362187"/>
                <a:ext cx="9553380" cy="1815882"/>
              </a:xfrm>
              <a:prstGeom prst="rect">
                <a:avLst/>
              </a:prstGeom>
              <a:noFill/>
              <a:ln w="9525">
                <a:noFill/>
                <a:miter lim="800000"/>
                <a:headEnd/>
                <a:tailEnd/>
              </a:ln>
            </p:spPr>
            <p:txBody>
              <a:bodyPr>
                <a:spAutoFit/>
              </a:bodyPr>
              <a:lstStyle/>
              <a:p>
                <a:pPr algn="ctr" rtl="1"/>
                <a:r>
                  <a:rPr lang="ar-SA" sz="2800"/>
                  <a:t>حيث يحتاجها المعلم والمتعلم، والإنترنت بحر واسع يحتوي على معلومات وافرة مثل: القواميس، والخرائط، والموسوعات، وقواعد البيانات وغيرها من مصادر المعلومات، والتي توفر على المعلم والمتعلم على حد السواء الوقت والجهد في الحصول على المعلومات في شتى المواضيع.</a:t>
                </a:r>
                <a:endParaRPr lang="en-US" sz="2800" b="1">
                  <a:solidFill>
                    <a:srgbClr val="000000"/>
                  </a:solidFill>
                  <a:latin typeface="Lato Light"/>
                </a:endParaRPr>
              </a:p>
            </p:txBody>
          </p:sp>
        </p:gr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250" fill="hold"/>
                                        <p:tgtEl>
                                          <p:spTgt spid="54"/>
                                        </p:tgtEl>
                                        <p:attrNameLst>
                                          <p:attrName>ppt_w</p:attrName>
                                        </p:attrNameLst>
                                      </p:cBhvr>
                                      <p:tavLst>
                                        <p:tav tm="0">
                                          <p:val>
                                            <p:fltVal val="0"/>
                                          </p:val>
                                        </p:tav>
                                        <p:tav tm="100000">
                                          <p:val>
                                            <p:strVal val="#ppt_w"/>
                                          </p:val>
                                        </p:tav>
                                      </p:tavLst>
                                    </p:anim>
                                    <p:anim calcmode="lin" valueType="num">
                                      <p:cBhvr>
                                        <p:cTn id="8" dur="250" fill="hold"/>
                                        <p:tgtEl>
                                          <p:spTgt spid="54"/>
                                        </p:tgtEl>
                                        <p:attrNameLst>
                                          <p:attrName>ppt_h</p:attrName>
                                        </p:attrNameLst>
                                      </p:cBhvr>
                                      <p:tavLst>
                                        <p:tav tm="0">
                                          <p:val>
                                            <p:fltVal val="0"/>
                                          </p:val>
                                        </p:tav>
                                        <p:tav tm="100000">
                                          <p:val>
                                            <p:strVal val="#ppt_h"/>
                                          </p:val>
                                        </p:tav>
                                      </p:tavLst>
                                    </p:anim>
                                    <p:animEffect transition="in" filter="fade">
                                      <p:cBhvr>
                                        <p:cTn id="9" dur="25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250" fill="hold"/>
                                        <p:tgtEl>
                                          <p:spTgt spid="53"/>
                                        </p:tgtEl>
                                        <p:attrNameLst>
                                          <p:attrName>ppt_w</p:attrName>
                                        </p:attrNameLst>
                                      </p:cBhvr>
                                      <p:tavLst>
                                        <p:tav tm="0">
                                          <p:val>
                                            <p:fltVal val="0"/>
                                          </p:val>
                                        </p:tav>
                                        <p:tav tm="100000">
                                          <p:val>
                                            <p:strVal val="#ppt_w"/>
                                          </p:val>
                                        </p:tav>
                                      </p:tavLst>
                                    </p:anim>
                                    <p:anim calcmode="lin" valueType="num">
                                      <p:cBhvr>
                                        <p:cTn id="13" dur="250" fill="hold"/>
                                        <p:tgtEl>
                                          <p:spTgt spid="53"/>
                                        </p:tgtEl>
                                        <p:attrNameLst>
                                          <p:attrName>ppt_h</p:attrName>
                                        </p:attrNameLst>
                                      </p:cBhvr>
                                      <p:tavLst>
                                        <p:tav tm="0">
                                          <p:val>
                                            <p:fltVal val="0"/>
                                          </p:val>
                                        </p:tav>
                                        <p:tav tm="100000">
                                          <p:val>
                                            <p:strVal val="#ppt_h"/>
                                          </p:val>
                                        </p:tav>
                                      </p:tavLst>
                                    </p:anim>
                                    <p:animEffect transition="in" filter="fade">
                                      <p:cBhvr>
                                        <p:cTn id="14" dur="25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250" fill="hold"/>
                                        <p:tgtEl>
                                          <p:spTgt spid="51"/>
                                        </p:tgtEl>
                                        <p:attrNameLst>
                                          <p:attrName>ppt_w</p:attrName>
                                        </p:attrNameLst>
                                      </p:cBhvr>
                                      <p:tavLst>
                                        <p:tav tm="0">
                                          <p:val>
                                            <p:fltVal val="0"/>
                                          </p:val>
                                        </p:tav>
                                        <p:tav tm="100000">
                                          <p:val>
                                            <p:strVal val="#ppt_w"/>
                                          </p:val>
                                        </p:tav>
                                      </p:tavLst>
                                    </p:anim>
                                    <p:anim calcmode="lin" valueType="num">
                                      <p:cBhvr>
                                        <p:cTn id="18" dur="250" fill="hold"/>
                                        <p:tgtEl>
                                          <p:spTgt spid="51"/>
                                        </p:tgtEl>
                                        <p:attrNameLst>
                                          <p:attrName>ppt_h</p:attrName>
                                        </p:attrNameLst>
                                      </p:cBhvr>
                                      <p:tavLst>
                                        <p:tav tm="0">
                                          <p:val>
                                            <p:fltVal val="0"/>
                                          </p:val>
                                        </p:tav>
                                        <p:tav tm="100000">
                                          <p:val>
                                            <p:strVal val="#ppt_h"/>
                                          </p:val>
                                        </p:tav>
                                      </p:tavLst>
                                    </p:anim>
                                    <p:animEffect transition="in" filter="fade">
                                      <p:cBhvr>
                                        <p:cTn id="19" dur="25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250" fill="hold"/>
                                        <p:tgtEl>
                                          <p:spTgt spid="52"/>
                                        </p:tgtEl>
                                        <p:attrNameLst>
                                          <p:attrName>ppt_w</p:attrName>
                                        </p:attrNameLst>
                                      </p:cBhvr>
                                      <p:tavLst>
                                        <p:tav tm="0">
                                          <p:val>
                                            <p:fltVal val="0"/>
                                          </p:val>
                                        </p:tav>
                                        <p:tav tm="100000">
                                          <p:val>
                                            <p:strVal val="#ppt_w"/>
                                          </p:val>
                                        </p:tav>
                                      </p:tavLst>
                                    </p:anim>
                                    <p:anim calcmode="lin" valueType="num">
                                      <p:cBhvr>
                                        <p:cTn id="23" dur="250" fill="hold"/>
                                        <p:tgtEl>
                                          <p:spTgt spid="52"/>
                                        </p:tgtEl>
                                        <p:attrNameLst>
                                          <p:attrName>ppt_h</p:attrName>
                                        </p:attrNameLst>
                                      </p:cBhvr>
                                      <p:tavLst>
                                        <p:tav tm="0">
                                          <p:val>
                                            <p:fltVal val="0"/>
                                          </p:val>
                                        </p:tav>
                                        <p:tav tm="100000">
                                          <p:val>
                                            <p:strVal val="#ppt_h"/>
                                          </p:val>
                                        </p:tav>
                                      </p:tavLst>
                                    </p:anim>
                                    <p:animEffect transition="in" filter="fade">
                                      <p:cBhvr>
                                        <p:cTn id="24" dur="25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250" fill="hold"/>
                                        <p:tgtEl>
                                          <p:spTgt spid="50"/>
                                        </p:tgtEl>
                                        <p:attrNameLst>
                                          <p:attrName>ppt_w</p:attrName>
                                        </p:attrNameLst>
                                      </p:cBhvr>
                                      <p:tavLst>
                                        <p:tav tm="0">
                                          <p:val>
                                            <p:fltVal val="0"/>
                                          </p:val>
                                        </p:tav>
                                        <p:tav tm="100000">
                                          <p:val>
                                            <p:strVal val="#ppt_w"/>
                                          </p:val>
                                        </p:tav>
                                      </p:tavLst>
                                    </p:anim>
                                    <p:anim calcmode="lin" valueType="num">
                                      <p:cBhvr>
                                        <p:cTn id="28" dur="250" fill="hold"/>
                                        <p:tgtEl>
                                          <p:spTgt spid="50"/>
                                        </p:tgtEl>
                                        <p:attrNameLst>
                                          <p:attrName>ppt_h</p:attrName>
                                        </p:attrNameLst>
                                      </p:cBhvr>
                                      <p:tavLst>
                                        <p:tav tm="0">
                                          <p:val>
                                            <p:fltVal val="0"/>
                                          </p:val>
                                        </p:tav>
                                        <p:tav tm="100000">
                                          <p:val>
                                            <p:strVal val="#ppt_h"/>
                                          </p:val>
                                        </p:tav>
                                      </p:tavLst>
                                    </p:anim>
                                    <p:animEffect transition="in" filter="fade">
                                      <p:cBhvr>
                                        <p:cTn id="29" dur="25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250" fill="hold"/>
                                        <p:tgtEl>
                                          <p:spTgt spid="49"/>
                                        </p:tgtEl>
                                        <p:attrNameLst>
                                          <p:attrName>ppt_w</p:attrName>
                                        </p:attrNameLst>
                                      </p:cBhvr>
                                      <p:tavLst>
                                        <p:tav tm="0">
                                          <p:val>
                                            <p:fltVal val="0"/>
                                          </p:val>
                                        </p:tav>
                                        <p:tav tm="100000">
                                          <p:val>
                                            <p:strVal val="#ppt_w"/>
                                          </p:val>
                                        </p:tav>
                                      </p:tavLst>
                                    </p:anim>
                                    <p:anim calcmode="lin" valueType="num">
                                      <p:cBhvr>
                                        <p:cTn id="33" dur="250" fill="hold"/>
                                        <p:tgtEl>
                                          <p:spTgt spid="49"/>
                                        </p:tgtEl>
                                        <p:attrNameLst>
                                          <p:attrName>ppt_h</p:attrName>
                                        </p:attrNameLst>
                                      </p:cBhvr>
                                      <p:tavLst>
                                        <p:tav tm="0">
                                          <p:val>
                                            <p:fltVal val="0"/>
                                          </p:val>
                                        </p:tav>
                                        <p:tav tm="100000">
                                          <p:val>
                                            <p:strVal val="#ppt_h"/>
                                          </p:val>
                                        </p:tav>
                                      </p:tavLst>
                                    </p:anim>
                                    <p:animEffect transition="in" filter="fade">
                                      <p:cBhvr>
                                        <p:cTn id="34" dur="25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250" fill="hold"/>
                                        <p:tgtEl>
                                          <p:spTgt spid="48"/>
                                        </p:tgtEl>
                                        <p:attrNameLst>
                                          <p:attrName>ppt_w</p:attrName>
                                        </p:attrNameLst>
                                      </p:cBhvr>
                                      <p:tavLst>
                                        <p:tav tm="0">
                                          <p:val>
                                            <p:fltVal val="0"/>
                                          </p:val>
                                        </p:tav>
                                        <p:tav tm="100000">
                                          <p:val>
                                            <p:strVal val="#ppt_w"/>
                                          </p:val>
                                        </p:tav>
                                      </p:tavLst>
                                    </p:anim>
                                    <p:anim calcmode="lin" valueType="num">
                                      <p:cBhvr>
                                        <p:cTn id="38" dur="250" fill="hold"/>
                                        <p:tgtEl>
                                          <p:spTgt spid="48"/>
                                        </p:tgtEl>
                                        <p:attrNameLst>
                                          <p:attrName>ppt_h</p:attrName>
                                        </p:attrNameLst>
                                      </p:cBhvr>
                                      <p:tavLst>
                                        <p:tav tm="0">
                                          <p:val>
                                            <p:fltVal val="0"/>
                                          </p:val>
                                        </p:tav>
                                        <p:tav tm="100000">
                                          <p:val>
                                            <p:strVal val="#ppt_h"/>
                                          </p:val>
                                        </p:tav>
                                      </p:tavLst>
                                    </p:anim>
                                    <p:animEffect transition="in" filter="fade">
                                      <p:cBhvr>
                                        <p:cTn id="39" dur="25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250" fill="hold"/>
                                        <p:tgtEl>
                                          <p:spTgt spid="47"/>
                                        </p:tgtEl>
                                        <p:attrNameLst>
                                          <p:attrName>ppt_w</p:attrName>
                                        </p:attrNameLst>
                                      </p:cBhvr>
                                      <p:tavLst>
                                        <p:tav tm="0">
                                          <p:val>
                                            <p:fltVal val="0"/>
                                          </p:val>
                                        </p:tav>
                                        <p:tav tm="100000">
                                          <p:val>
                                            <p:strVal val="#ppt_w"/>
                                          </p:val>
                                        </p:tav>
                                      </p:tavLst>
                                    </p:anim>
                                    <p:anim calcmode="lin" valueType="num">
                                      <p:cBhvr>
                                        <p:cTn id="43" dur="250" fill="hold"/>
                                        <p:tgtEl>
                                          <p:spTgt spid="47"/>
                                        </p:tgtEl>
                                        <p:attrNameLst>
                                          <p:attrName>ppt_h</p:attrName>
                                        </p:attrNameLst>
                                      </p:cBhvr>
                                      <p:tavLst>
                                        <p:tav tm="0">
                                          <p:val>
                                            <p:fltVal val="0"/>
                                          </p:val>
                                        </p:tav>
                                        <p:tav tm="100000">
                                          <p:val>
                                            <p:strVal val="#ppt_h"/>
                                          </p:val>
                                        </p:tav>
                                      </p:tavLst>
                                    </p:anim>
                                    <p:animEffect transition="in" filter="fade">
                                      <p:cBhvr>
                                        <p:cTn id="44" dur="25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250" fill="hold"/>
                                        <p:tgtEl>
                                          <p:spTgt spid="46"/>
                                        </p:tgtEl>
                                        <p:attrNameLst>
                                          <p:attrName>ppt_w</p:attrName>
                                        </p:attrNameLst>
                                      </p:cBhvr>
                                      <p:tavLst>
                                        <p:tav tm="0">
                                          <p:val>
                                            <p:fltVal val="0"/>
                                          </p:val>
                                        </p:tav>
                                        <p:tav tm="100000">
                                          <p:val>
                                            <p:strVal val="#ppt_w"/>
                                          </p:val>
                                        </p:tav>
                                      </p:tavLst>
                                    </p:anim>
                                    <p:anim calcmode="lin" valueType="num">
                                      <p:cBhvr>
                                        <p:cTn id="48" dur="250" fill="hold"/>
                                        <p:tgtEl>
                                          <p:spTgt spid="46"/>
                                        </p:tgtEl>
                                        <p:attrNameLst>
                                          <p:attrName>ppt_h</p:attrName>
                                        </p:attrNameLst>
                                      </p:cBhvr>
                                      <p:tavLst>
                                        <p:tav tm="0">
                                          <p:val>
                                            <p:fltVal val="0"/>
                                          </p:val>
                                        </p:tav>
                                        <p:tav tm="100000">
                                          <p:val>
                                            <p:strVal val="#ppt_h"/>
                                          </p:val>
                                        </p:tav>
                                      </p:tavLst>
                                    </p:anim>
                                    <p:animEffect transition="in" filter="fade">
                                      <p:cBhvr>
                                        <p:cTn id="49" dur="25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250" fill="hold"/>
                                        <p:tgtEl>
                                          <p:spTgt spid="45"/>
                                        </p:tgtEl>
                                        <p:attrNameLst>
                                          <p:attrName>ppt_w</p:attrName>
                                        </p:attrNameLst>
                                      </p:cBhvr>
                                      <p:tavLst>
                                        <p:tav tm="0">
                                          <p:val>
                                            <p:fltVal val="0"/>
                                          </p:val>
                                        </p:tav>
                                        <p:tav tm="100000">
                                          <p:val>
                                            <p:strVal val="#ppt_w"/>
                                          </p:val>
                                        </p:tav>
                                      </p:tavLst>
                                    </p:anim>
                                    <p:anim calcmode="lin" valueType="num">
                                      <p:cBhvr>
                                        <p:cTn id="53" dur="250" fill="hold"/>
                                        <p:tgtEl>
                                          <p:spTgt spid="45"/>
                                        </p:tgtEl>
                                        <p:attrNameLst>
                                          <p:attrName>ppt_h</p:attrName>
                                        </p:attrNameLst>
                                      </p:cBhvr>
                                      <p:tavLst>
                                        <p:tav tm="0">
                                          <p:val>
                                            <p:fltVal val="0"/>
                                          </p:val>
                                        </p:tav>
                                        <p:tav tm="100000">
                                          <p:val>
                                            <p:strVal val="#ppt_h"/>
                                          </p:val>
                                        </p:tav>
                                      </p:tavLst>
                                    </p:anim>
                                    <p:animEffect transition="in" filter="fade">
                                      <p:cBhvr>
                                        <p:cTn id="54" dur="25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250" fill="hold"/>
                                        <p:tgtEl>
                                          <p:spTgt spid="44"/>
                                        </p:tgtEl>
                                        <p:attrNameLst>
                                          <p:attrName>ppt_w</p:attrName>
                                        </p:attrNameLst>
                                      </p:cBhvr>
                                      <p:tavLst>
                                        <p:tav tm="0">
                                          <p:val>
                                            <p:fltVal val="0"/>
                                          </p:val>
                                        </p:tav>
                                        <p:tav tm="100000">
                                          <p:val>
                                            <p:strVal val="#ppt_w"/>
                                          </p:val>
                                        </p:tav>
                                      </p:tavLst>
                                    </p:anim>
                                    <p:anim calcmode="lin" valueType="num">
                                      <p:cBhvr>
                                        <p:cTn id="58" dur="250" fill="hold"/>
                                        <p:tgtEl>
                                          <p:spTgt spid="44"/>
                                        </p:tgtEl>
                                        <p:attrNameLst>
                                          <p:attrName>ppt_h</p:attrName>
                                        </p:attrNameLst>
                                      </p:cBhvr>
                                      <p:tavLst>
                                        <p:tav tm="0">
                                          <p:val>
                                            <p:fltVal val="0"/>
                                          </p:val>
                                        </p:tav>
                                        <p:tav tm="100000">
                                          <p:val>
                                            <p:strVal val="#ppt_h"/>
                                          </p:val>
                                        </p:tav>
                                      </p:tavLst>
                                    </p:anim>
                                    <p:animEffect transition="in" filter="fade">
                                      <p:cBhvr>
                                        <p:cTn id="59" dur="25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250" fill="hold"/>
                                        <p:tgtEl>
                                          <p:spTgt spid="43"/>
                                        </p:tgtEl>
                                        <p:attrNameLst>
                                          <p:attrName>ppt_w</p:attrName>
                                        </p:attrNameLst>
                                      </p:cBhvr>
                                      <p:tavLst>
                                        <p:tav tm="0">
                                          <p:val>
                                            <p:fltVal val="0"/>
                                          </p:val>
                                        </p:tav>
                                        <p:tav tm="100000">
                                          <p:val>
                                            <p:strVal val="#ppt_w"/>
                                          </p:val>
                                        </p:tav>
                                      </p:tavLst>
                                    </p:anim>
                                    <p:anim calcmode="lin" valueType="num">
                                      <p:cBhvr>
                                        <p:cTn id="63" dur="250" fill="hold"/>
                                        <p:tgtEl>
                                          <p:spTgt spid="43"/>
                                        </p:tgtEl>
                                        <p:attrNameLst>
                                          <p:attrName>ppt_h</p:attrName>
                                        </p:attrNameLst>
                                      </p:cBhvr>
                                      <p:tavLst>
                                        <p:tav tm="0">
                                          <p:val>
                                            <p:fltVal val="0"/>
                                          </p:val>
                                        </p:tav>
                                        <p:tav tm="100000">
                                          <p:val>
                                            <p:strVal val="#ppt_h"/>
                                          </p:val>
                                        </p:tav>
                                      </p:tavLst>
                                    </p:anim>
                                    <p:animEffect transition="in" filter="fade">
                                      <p:cBhvr>
                                        <p:cTn id="64" dur="250"/>
                                        <p:tgtEl>
                                          <p:spTgt spid="43"/>
                                        </p:tgtEl>
                                      </p:cBhvr>
                                    </p:animEffect>
                                  </p:childTnLst>
                                </p:cTn>
                              </p:par>
                            </p:childTnLst>
                          </p:cTn>
                        </p:par>
                        <p:par>
                          <p:cTn id="65" fill="hold">
                            <p:stCondLst>
                              <p:cond delay="325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grpSp>
        <p:nvGrpSpPr>
          <p:cNvPr id="3" name="Group 2"/>
          <p:cNvGrpSpPr>
            <a:grpSpLocks/>
          </p:cNvGrpSpPr>
          <p:nvPr/>
        </p:nvGrpSpPr>
        <p:grpSpPr bwMode="auto">
          <a:xfrm>
            <a:off x="1519238" y="3432175"/>
            <a:ext cx="9826625" cy="2552878"/>
            <a:chOff x="1689691" y="4040564"/>
            <a:chExt cx="9826806" cy="2553206"/>
          </a:xfrm>
        </p:grpSpPr>
        <p:sp>
          <p:nvSpPr>
            <p:cNvPr id="27" name="Oval 26"/>
            <p:cNvSpPr/>
            <p:nvPr/>
          </p:nvSpPr>
          <p:spPr>
            <a:xfrm>
              <a:off x="10654468" y="4040564"/>
              <a:ext cx="862029" cy="862124"/>
            </a:xfrm>
            <a:prstGeom prst="ellipse">
              <a:avLst/>
            </a:prstGeom>
            <a:solidFill>
              <a:srgbClr val="D8400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400" dirty="0">
                <a:solidFill>
                  <a:prstClr val="white"/>
                </a:solidFill>
              </a:endParaRPr>
            </a:p>
          </p:txBody>
        </p:sp>
        <p:grpSp>
          <p:nvGrpSpPr>
            <p:cNvPr id="523285" name="Group 36"/>
            <p:cNvGrpSpPr>
              <a:grpSpLocks/>
            </p:cNvGrpSpPr>
            <p:nvPr/>
          </p:nvGrpSpPr>
          <p:grpSpPr bwMode="auto">
            <a:xfrm>
              <a:off x="1689691" y="4213077"/>
              <a:ext cx="9553380" cy="2380693"/>
              <a:chOff x="6537169" y="1624833"/>
              <a:chExt cx="9553380" cy="2380693"/>
            </a:xfrm>
          </p:grpSpPr>
          <p:sp>
            <p:nvSpPr>
              <p:cNvPr id="523286" name="TextBox 37"/>
              <p:cNvSpPr txBox="1">
                <a:spLocks noChangeArrowheads="1"/>
              </p:cNvSpPr>
              <p:nvPr/>
            </p:nvSpPr>
            <p:spPr bwMode="auto">
              <a:xfrm>
                <a:off x="6770489" y="1624833"/>
                <a:ext cx="8512424" cy="584850"/>
              </a:xfrm>
              <a:prstGeom prst="rect">
                <a:avLst/>
              </a:prstGeom>
              <a:noFill/>
              <a:ln w="9525">
                <a:noFill/>
                <a:miter lim="800000"/>
                <a:headEnd/>
                <a:tailEnd/>
              </a:ln>
            </p:spPr>
            <p:txBody>
              <a:bodyPr wrap="none">
                <a:spAutoFit/>
              </a:bodyPr>
              <a:lstStyle/>
              <a:p>
                <a:pPr algn="r" rtl="1"/>
                <a:r>
                  <a:rPr lang="ar-SA" sz="3200" b="1" dirty="0" smtClean="0"/>
                  <a:t>تدخل </a:t>
                </a:r>
                <a:r>
                  <a:rPr lang="ar-SA" sz="3200" b="1" dirty="0"/>
                  <a:t>التكنولوجيا في معالجة المواد العلمية التي يتلقاها الطلبة</a:t>
                </a:r>
                <a:endParaRPr lang="en-US" sz="3200" dirty="0">
                  <a:solidFill>
                    <a:srgbClr val="4472C4"/>
                  </a:solidFill>
                  <a:latin typeface="Lato Black"/>
                </a:endParaRPr>
              </a:p>
            </p:txBody>
          </p:sp>
          <p:sp>
            <p:nvSpPr>
              <p:cNvPr id="523287" name="TextBox 38"/>
              <p:cNvSpPr txBox="1">
                <a:spLocks noChangeArrowheads="1"/>
              </p:cNvSpPr>
              <p:nvPr/>
            </p:nvSpPr>
            <p:spPr bwMode="auto">
              <a:xfrm>
                <a:off x="6537169" y="2620353"/>
                <a:ext cx="9553380" cy="1385173"/>
              </a:xfrm>
              <a:prstGeom prst="rect">
                <a:avLst/>
              </a:prstGeom>
              <a:noFill/>
              <a:ln w="9525">
                <a:noFill/>
                <a:miter lim="800000"/>
                <a:headEnd/>
                <a:tailEnd/>
              </a:ln>
            </p:spPr>
            <p:txBody>
              <a:bodyPr>
                <a:spAutoFit/>
              </a:bodyPr>
              <a:lstStyle/>
              <a:p>
                <a:pPr algn="ctr" rtl="1"/>
                <a:r>
                  <a:rPr lang="ar-SA" sz="2800" dirty="0"/>
                  <a:t>وقد أصبح هذا الأمر ضرورة لابد منها، وتعمل عملية معالجة المواد العلمية على تدريب المتعلم لاحتراف استخدامها وجعلها وسيلة للمتعلم بعد تخرجه من المدرسة تعينه وترشدهه</a:t>
                </a:r>
                <a:endParaRPr lang="en-US" sz="2800" b="1" dirty="0">
                  <a:solidFill>
                    <a:srgbClr val="000000"/>
                  </a:solidFill>
                  <a:latin typeface="Lato Light"/>
                </a:endParaRPr>
              </a:p>
            </p:txBody>
          </p:sp>
        </p:gr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250" fill="hold"/>
                                        <p:tgtEl>
                                          <p:spTgt spid="54"/>
                                        </p:tgtEl>
                                        <p:attrNameLst>
                                          <p:attrName>ppt_w</p:attrName>
                                        </p:attrNameLst>
                                      </p:cBhvr>
                                      <p:tavLst>
                                        <p:tav tm="0">
                                          <p:val>
                                            <p:fltVal val="0"/>
                                          </p:val>
                                        </p:tav>
                                        <p:tav tm="100000">
                                          <p:val>
                                            <p:strVal val="#ppt_w"/>
                                          </p:val>
                                        </p:tav>
                                      </p:tavLst>
                                    </p:anim>
                                    <p:anim calcmode="lin" valueType="num">
                                      <p:cBhvr>
                                        <p:cTn id="8" dur="250" fill="hold"/>
                                        <p:tgtEl>
                                          <p:spTgt spid="54"/>
                                        </p:tgtEl>
                                        <p:attrNameLst>
                                          <p:attrName>ppt_h</p:attrName>
                                        </p:attrNameLst>
                                      </p:cBhvr>
                                      <p:tavLst>
                                        <p:tav tm="0">
                                          <p:val>
                                            <p:fltVal val="0"/>
                                          </p:val>
                                        </p:tav>
                                        <p:tav tm="100000">
                                          <p:val>
                                            <p:strVal val="#ppt_h"/>
                                          </p:val>
                                        </p:tav>
                                      </p:tavLst>
                                    </p:anim>
                                    <p:animEffect transition="in" filter="fade">
                                      <p:cBhvr>
                                        <p:cTn id="9" dur="25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250" fill="hold"/>
                                        <p:tgtEl>
                                          <p:spTgt spid="53"/>
                                        </p:tgtEl>
                                        <p:attrNameLst>
                                          <p:attrName>ppt_w</p:attrName>
                                        </p:attrNameLst>
                                      </p:cBhvr>
                                      <p:tavLst>
                                        <p:tav tm="0">
                                          <p:val>
                                            <p:fltVal val="0"/>
                                          </p:val>
                                        </p:tav>
                                        <p:tav tm="100000">
                                          <p:val>
                                            <p:strVal val="#ppt_w"/>
                                          </p:val>
                                        </p:tav>
                                      </p:tavLst>
                                    </p:anim>
                                    <p:anim calcmode="lin" valueType="num">
                                      <p:cBhvr>
                                        <p:cTn id="13" dur="250" fill="hold"/>
                                        <p:tgtEl>
                                          <p:spTgt spid="53"/>
                                        </p:tgtEl>
                                        <p:attrNameLst>
                                          <p:attrName>ppt_h</p:attrName>
                                        </p:attrNameLst>
                                      </p:cBhvr>
                                      <p:tavLst>
                                        <p:tav tm="0">
                                          <p:val>
                                            <p:fltVal val="0"/>
                                          </p:val>
                                        </p:tav>
                                        <p:tav tm="100000">
                                          <p:val>
                                            <p:strVal val="#ppt_h"/>
                                          </p:val>
                                        </p:tav>
                                      </p:tavLst>
                                    </p:anim>
                                    <p:animEffect transition="in" filter="fade">
                                      <p:cBhvr>
                                        <p:cTn id="14" dur="25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250" fill="hold"/>
                                        <p:tgtEl>
                                          <p:spTgt spid="51"/>
                                        </p:tgtEl>
                                        <p:attrNameLst>
                                          <p:attrName>ppt_w</p:attrName>
                                        </p:attrNameLst>
                                      </p:cBhvr>
                                      <p:tavLst>
                                        <p:tav tm="0">
                                          <p:val>
                                            <p:fltVal val="0"/>
                                          </p:val>
                                        </p:tav>
                                        <p:tav tm="100000">
                                          <p:val>
                                            <p:strVal val="#ppt_w"/>
                                          </p:val>
                                        </p:tav>
                                      </p:tavLst>
                                    </p:anim>
                                    <p:anim calcmode="lin" valueType="num">
                                      <p:cBhvr>
                                        <p:cTn id="18" dur="250" fill="hold"/>
                                        <p:tgtEl>
                                          <p:spTgt spid="51"/>
                                        </p:tgtEl>
                                        <p:attrNameLst>
                                          <p:attrName>ppt_h</p:attrName>
                                        </p:attrNameLst>
                                      </p:cBhvr>
                                      <p:tavLst>
                                        <p:tav tm="0">
                                          <p:val>
                                            <p:fltVal val="0"/>
                                          </p:val>
                                        </p:tav>
                                        <p:tav tm="100000">
                                          <p:val>
                                            <p:strVal val="#ppt_h"/>
                                          </p:val>
                                        </p:tav>
                                      </p:tavLst>
                                    </p:anim>
                                    <p:animEffect transition="in" filter="fade">
                                      <p:cBhvr>
                                        <p:cTn id="19" dur="25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250" fill="hold"/>
                                        <p:tgtEl>
                                          <p:spTgt spid="52"/>
                                        </p:tgtEl>
                                        <p:attrNameLst>
                                          <p:attrName>ppt_w</p:attrName>
                                        </p:attrNameLst>
                                      </p:cBhvr>
                                      <p:tavLst>
                                        <p:tav tm="0">
                                          <p:val>
                                            <p:fltVal val="0"/>
                                          </p:val>
                                        </p:tav>
                                        <p:tav tm="100000">
                                          <p:val>
                                            <p:strVal val="#ppt_w"/>
                                          </p:val>
                                        </p:tav>
                                      </p:tavLst>
                                    </p:anim>
                                    <p:anim calcmode="lin" valueType="num">
                                      <p:cBhvr>
                                        <p:cTn id="23" dur="250" fill="hold"/>
                                        <p:tgtEl>
                                          <p:spTgt spid="52"/>
                                        </p:tgtEl>
                                        <p:attrNameLst>
                                          <p:attrName>ppt_h</p:attrName>
                                        </p:attrNameLst>
                                      </p:cBhvr>
                                      <p:tavLst>
                                        <p:tav tm="0">
                                          <p:val>
                                            <p:fltVal val="0"/>
                                          </p:val>
                                        </p:tav>
                                        <p:tav tm="100000">
                                          <p:val>
                                            <p:strVal val="#ppt_h"/>
                                          </p:val>
                                        </p:tav>
                                      </p:tavLst>
                                    </p:anim>
                                    <p:animEffect transition="in" filter="fade">
                                      <p:cBhvr>
                                        <p:cTn id="24" dur="25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250" fill="hold"/>
                                        <p:tgtEl>
                                          <p:spTgt spid="50"/>
                                        </p:tgtEl>
                                        <p:attrNameLst>
                                          <p:attrName>ppt_w</p:attrName>
                                        </p:attrNameLst>
                                      </p:cBhvr>
                                      <p:tavLst>
                                        <p:tav tm="0">
                                          <p:val>
                                            <p:fltVal val="0"/>
                                          </p:val>
                                        </p:tav>
                                        <p:tav tm="100000">
                                          <p:val>
                                            <p:strVal val="#ppt_w"/>
                                          </p:val>
                                        </p:tav>
                                      </p:tavLst>
                                    </p:anim>
                                    <p:anim calcmode="lin" valueType="num">
                                      <p:cBhvr>
                                        <p:cTn id="28" dur="250" fill="hold"/>
                                        <p:tgtEl>
                                          <p:spTgt spid="50"/>
                                        </p:tgtEl>
                                        <p:attrNameLst>
                                          <p:attrName>ppt_h</p:attrName>
                                        </p:attrNameLst>
                                      </p:cBhvr>
                                      <p:tavLst>
                                        <p:tav tm="0">
                                          <p:val>
                                            <p:fltVal val="0"/>
                                          </p:val>
                                        </p:tav>
                                        <p:tav tm="100000">
                                          <p:val>
                                            <p:strVal val="#ppt_h"/>
                                          </p:val>
                                        </p:tav>
                                      </p:tavLst>
                                    </p:anim>
                                    <p:animEffect transition="in" filter="fade">
                                      <p:cBhvr>
                                        <p:cTn id="29" dur="25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250" fill="hold"/>
                                        <p:tgtEl>
                                          <p:spTgt spid="49"/>
                                        </p:tgtEl>
                                        <p:attrNameLst>
                                          <p:attrName>ppt_w</p:attrName>
                                        </p:attrNameLst>
                                      </p:cBhvr>
                                      <p:tavLst>
                                        <p:tav tm="0">
                                          <p:val>
                                            <p:fltVal val="0"/>
                                          </p:val>
                                        </p:tav>
                                        <p:tav tm="100000">
                                          <p:val>
                                            <p:strVal val="#ppt_w"/>
                                          </p:val>
                                        </p:tav>
                                      </p:tavLst>
                                    </p:anim>
                                    <p:anim calcmode="lin" valueType="num">
                                      <p:cBhvr>
                                        <p:cTn id="33" dur="250" fill="hold"/>
                                        <p:tgtEl>
                                          <p:spTgt spid="49"/>
                                        </p:tgtEl>
                                        <p:attrNameLst>
                                          <p:attrName>ppt_h</p:attrName>
                                        </p:attrNameLst>
                                      </p:cBhvr>
                                      <p:tavLst>
                                        <p:tav tm="0">
                                          <p:val>
                                            <p:fltVal val="0"/>
                                          </p:val>
                                        </p:tav>
                                        <p:tav tm="100000">
                                          <p:val>
                                            <p:strVal val="#ppt_h"/>
                                          </p:val>
                                        </p:tav>
                                      </p:tavLst>
                                    </p:anim>
                                    <p:animEffect transition="in" filter="fade">
                                      <p:cBhvr>
                                        <p:cTn id="34" dur="25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250" fill="hold"/>
                                        <p:tgtEl>
                                          <p:spTgt spid="48"/>
                                        </p:tgtEl>
                                        <p:attrNameLst>
                                          <p:attrName>ppt_w</p:attrName>
                                        </p:attrNameLst>
                                      </p:cBhvr>
                                      <p:tavLst>
                                        <p:tav tm="0">
                                          <p:val>
                                            <p:fltVal val="0"/>
                                          </p:val>
                                        </p:tav>
                                        <p:tav tm="100000">
                                          <p:val>
                                            <p:strVal val="#ppt_w"/>
                                          </p:val>
                                        </p:tav>
                                      </p:tavLst>
                                    </p:anim>
                                    <p:anim calcmode="lin" valueType="num">
                                      <p:cBhvr>
                                        <p:cTn id="38" dur="250" fill="hold"/>
                                        <p:tgtEl>
                                          <p:spTgt spid="48"/>
                                        </p:tgtEl>
                                        <p:attrNameLst>
                                          <p:attrName>ppt_h</p:attrName>
                                        </p:attrNameLst>
                                      </p:cBhvr>
                                      <p:tavLst>
                                        <p:tav tm="0">
                                          <p:val>
                                            <p:fltVal val="0"/>
                                          </p:val>
                                        </p:tav>
                                        <p:tav tm="100000">
                                          <p:val>
                                            <p:strVal val="#ppt_h"/>
                                          </p:val>
                                        </p:tav>
                                      </p:tavLst>
                                    </p:anim>
                                    <p:animEffect transition="in" filter="fade">
                                      <p:cBhvr>
                                        <p:cTn id="39" dur="25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250" fill="hold"/>
                                        <p:tgtEl>
                                          <p:spTgt spid="47"/>
                                        </p:tgtEl>
                                        <p:attrNameLst>
                                          <p:attrName>ppt_w</p:attrName>
                                        </p:attrNameLst>
                                      </p:cBhvr>
                                      <p:tavLst>
                                        <p:tav tm="0">
                                          <p:val>
                                            <p:fltVal val="0"/>
                                          </p:val>
                                        </p:tav>
                                        <p:tav tm="100000">
                                          <p:val>
                                            <p:strVal val="#ppt_w"/>
                                          </p:val>
                                        </p:tav>
                                      </p:tavLst>
                                    </p:anim>
                                    <p:anim calcmode="lin" valueType="num">
                                      <p:cBhvr>
                                        <p:cTn id="43" dur="250" fill="hold"/>
                                        <p:tgtEl>
                                          <p:spTgt spid="47"/>
                                        </p:tgtEl>
                                        <p:attrNameLst>
                                          <p:attrName>ppt_h</p:attrName>
                                        </p:attrNameLst>
                                      </p:cBhvr>
                                      <p:tavLst>
                                        <p:tav tm="0">
                                          <p:val>
                                            <p:fltVal val="0"/>
                                          </p:val>
                                        </p:tav>
                                        <p:tav tm="100000">
                                          <p:val>
                                            <p:strVal val="#ppt_h"/>
                                          </p:val>
                                        </p:tav>
                                      </p:tavLst>
                                    </p:anim>
                                    <p:animEffect transition="in" filter="fade">
                                      <p:cBhvr>
                                        <p:cTn id="44" dur="25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250" fill="hold"/>
                                        <p:tgtEl>
                                          <p:spTgt spid="46"/>
                                        </p:tgtEl>
                                        <p:attrNameLst>
                                          <p:attrName>ppt_w</p:attrName>
                                        </p:attrNameLst>
                                      </p:cBhvr>
                                      <p:tavLst>
                                        <p:tav tm="0">
                                          <p:val>
                                            <p:fltVal val="0"/>
                                          </p:val>
                                        </p:tav>
                                        <p:tav tm="100000">
                                          <p:val>
                                            <p:strVal val="#ppt_w"/>
                                          </p:val>
                                        </p:tav>
                                      </p:tavLst>
                                    </p:anim>
                                    <p:anim calcmode="lin" valueType="num">
                                      <p:cBhvr>
                                        <p:cTn id="48" dur="250" fill="hold"/>
                                        <p:tgtEl>
                                          <p:spTgt spid="46"/>
                                        </p:tgtEl>
                                        <p:attrNameLst>
                                          <p:attrName>ppt_h</p:attrName>
                                        </p:attrNameLst>
                                      </p:cBhvr>
                                      <p:tavLst>
                                        <p:tav tm="0">
                                          <p:val>
                                            <p:fltVal val="0"/>
                                          </p:val>
                                        </p:tav>
                                        <p:tav tm="100000">
                                          <p:val>
                                            <p:strVal val="#ppt_h"/>
                                          </p:val>
                                        </p:tav>
                                      </p:tavLst>
                                    </p:anim>
                                    <p:animEffect transition="in" filter="fade">
                                      <p:cBhvr>
                                        <p:cTn id="49" dur="25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250" fill="hold"/>
                                        <p:tgtEl>
                                          <p:spTgt spid="45"/>
                                        </p:tgtEl>
                                        <p:attrNameLst>
                                          <p:attrName>ppt_w</p:attrName>
                                        </p:attrNameLst>
                                      </p:cBhvr>
                                      <p:tavLst>
                                        <p:tav tm="0">
                                          <p:val>
                                            <p:fltVal val="0"/>
                                          </p:val>
                                        </p:tav>
                                        <p:tav tm="100000">
                                          <p:val>
                                            <p:strVal val="#ppt_w"/>
                                          </p:val>
                                        </p:tav>
                                      </p:tavLst>
                                    </p:anim>
                                    <p:anim calcmode="lin" valueType="num">
                                      <p:cBhvr>
                                        <p:cTn id="53" dur="250" fill="hold"/>
                                        <p:tgtEl>
                                          <p:spTgt spid="45"/>
                                        </p:tgtEl>
                                        <p:attrNameLst>
                                          <p:attrName>ppt_h</p:attrName>
                                        </p:attrNameLst>
                                      </p:cBhvr>
                                      <p:tavLst>
                                        <p:tav tm="0">
                                          <p:val>
                                            <p:fltVal val="0"/>
                                          </p:val>
                                        </p:tav>
                                        <p:tav tm="100000">
                                          <p:val>
                                            <p:strVal val="#ppt_h"/>
                                          </p:val>
                                        </p:tav>
                                      </p:tavLst>
                                    </p:anim>
                                    <p:animEffect transition="in" filter="fade">
                                      <p:cBhvr>
                                        <p:cTn id="54" dur="25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250" fill="hold"/>
                                        <p:tgtEl>
                                          <p:spTgt spid="44"/>
                                        </p:tgtEl>
                                        <p:attrNameLst>
                                          <p:attrName>ppt_w</p:attrName>
                                        </p:attrNameLst>
                                      </p:cBhvr>
                                      <p:tavLst>
                                        <p:tav tm="0">
                                          <p:val>
                                            <p:fltVal val="0"/>
                                          </p:val>
                                        </p:tav>
                                        <p:tav tm="100000">
                                          <p:val>
                                            <p:strVal val="#ppt_w"/>
                                          </p:val>
                                        </p:tav>
                                      </p:tavLst>
                                    </p:anim>
                                    <p:anim calcmode="lin" valueType="num">
                                      <p:cBhvr>
                                        <p:cTn id="58" dur="250" fill="hold"/>
                                        <p:tgtEl>
                                          <p:spTgt spid="44"/>
                                        </p:tgtEl>
                                        <p:attrNameLst>
                                          <p:attrName>ppt_h</p:attrName>
                                        </p:attrNameLst>
                                      </p:cBhvr>
                                      <p:tavLst>
                                        <p:tav tm="0">
                                          <p:val>
                                            <p:fltVal val="0"/>
                                          </p:val>
                                        </p:tav>
                                        <p:tav tm="100000">
                                          <p:val>
                                            <p:strVal val="#ppt_h"/>
                                          </p:val>
                                        </p:tav>
                                      </p:tavLst>
                                    </p:anim>
                                    <p:animEffect transition="in" filter="fade">
                                      <p:cBhvr>
                                        <p:cTn id="59" dur="25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250" fill="hold"/>
                                        <p:tgtEl>
                                          <p:spTgt spid="43"/>
                                        </p:tgtEl>
                                        <p:attrNameLst>
                                          <p:attrName>ppt_w</p:attrName>
                                        </p:attrNameLst>
                                      </p:cBhvr>
                                      <p:tavLst>
                                        <p:tav tm="0">
                                          <p:val>
                                            <p:fltVal val="0"/>
                                          </p:val>
                                        </p:tav>
                                        <p:tav tm="100000">
                                          <p:val>
                                            <p:strVal val="#ppt_w"/>
                                          </p:val>
                                        </p:tav>
                                      </p:tavLst>
                                    </p:anim>
                                    <p:anim calcmode="lin" valueType="num">
                                      <p:cBhvr>
                                        <p:cTn id="63" dur="250" fill="hold"/>
                                        <p:tgtEl>
                                          <p:spTgt spid="43"/>
                                        </p:tgtEl>
                                        <p:attrNameLst>
                                          <p:attrName>ppt_h</p:attrName>
                                        </p:attrNameLst>
                                      </p:cBhvr>
                                      <p:tavLst>
                                        <p:tav tm="0">
                                          <p:val>
                                            <p:fltVal val="0"/>
                                          </p:val>
                                        </p:tav>
                                        <p:tav tm="100000">
                                          <p:val>
                                            <p:strVal val="#ppt_h"/>
                                          </p:val>
                                        </p:tav>
                                      </p:tavLst>
                                    </p:anim>
                                    <p:animEffect transition="in" filter="fade">
                                      <p:cBhvr>
                                        <p:cTn id="64" dur="250"/>
                                        <p:tgtEl>
                                          <p:spTgt spid="43"/>
                                        </p:tgtEl>
                                      </p:cBhvr>
                                    </p:animEffect>
                                  </p:childTnLst>
                                </p:cTn>
                              </p:par>
                            </p:childTnLst>
                          </p:cTn>
                        </p:par>
                        <p:par>
                          <p:cTn id="65" fill="hold">
                            <p:stCondLst>
                              <p:cond delay="325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p:cNvSpPr/>
          <p:nvPr/>
        </p:nvSpPr>
        <p:spPr>
          <a:xfrm>
            <a:off x="9239250" y="1401763"/>
            <a:ext cx="1325563" cy="1327150"/>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4" name="Oval 43"/>
          <p:cNvSpPr/>
          <p:nvPr/>
        </p:nvSpPr>
        <p:spPr>
          <a:xfrm>
            <a:off x="8326438" y="1152525"/>
            <a:ext cx="1649412" cy="1649413"/>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5" name="Oval 44"/>
          <p:cNvSpPr/>
          <p:nvPr/>
        </p:nvSpPr>
        <p:spPr>
          <a:xfrm>
            <a:off x="7656513" y="1395413"/>
            <a:ext cx="1341437" cy="1343025"/>
          </a:xfrm>
          <a:prstGeom prst="ellipse">
            <a:avLst/>
          </a:prstGeom>
          <a:solidFill>
            <a:srgbClr val="D73C05">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6" name="Oval 45"/>
          <p:cNvSpPr/>
          <p:nvPr/>
        </p:nvSpPr>
        <p:spPr>
          <a:xfrm>
            <a:off x="6943725" y="1555750"/>
            <a:ext cx="1225550" cy="1225550"/>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7" name="Oval 46"/>
          <p:cNvSpPr/>
          <p:nvPr/>
        </p:nvSpPr>
        <p:spPr>
          <a:xfrm>
            <a:off x="5730875" y="925513"/>
            <a:ext cx="2105025" cy="2103437"/>
          </a:xfrm>
          <a:prstGeom prst="ellipse">
            <a:avLst/>
          </a:prstGeom>
          <a:solidFill>
            <a:srgbClr val="A1BC1F">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srgbClr val="83EE0E"/>
              </a:solidFill>
              <a:latin typeface="Calibri" panose="020F0502020204030204"/>
              <a:cs typeface="+mn-cs"/>
            </a:endParaRPr>
          </a:p>
        </p:txBody>
      </p:sp>
      <p:sp>
        <p:nvSpPr>
          <p:cNvPr id="48" name="Oval 47"/>
          <p:cNvSpPr/>
          <p:nvPr/>
        </p:nvSpPr>
        <p:spPr>
          <a:xfrm>
            <a:off x="5345113" y="1527175"/>
            <a:ext cx="1327150" cy="1327150"/>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49" name="Oval 48"/>
          <p:cNvSpPr/>
          <p:nvPr/>
        </p:nvSpPr>
        <p:spPr>
          <a:xfrm>
            <a:off x="4433888" y="1277938"/>
            <a:ext cx="1647825" cy="1649412"/>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0" name="Oval 49"/>
          <p:cNvSpPr/>
          <p:nvPr/>
        </p:nvSpPr>
        <p:spPr>
          <a:xfrm>
            <a:off x="3762375" y="1520825"/>
            <a:ext cx="1343025" cy="1343025"/>
          </a:xfrm>
          <a:prstGeom prst="ellipse">
            <a:avLst/>
          </a:prstGeom>
          <a:solidFill>
            <a:srgbClr val="FF850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1" name="Oval 50"/>
          <p:cNvSpPr/>
          <p:nvPr/>
        </p:nvSpPr>
        <p:spPr>
          <a:xfrm>
            <a:off x="2711450" y="1739900"/>
            <a:ext cx="966788" cy="966788"/>
          </a:xfrm>
          <a:prstGeom prst="ellipse">
            <a:avLst/>
          </a:prstGeom>
          <a:solidFill>
            <a:srgbClr val="4472C4"/>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2" name="Oval 51"/>
          <p:cNvSpPr/>
          <p:nvPr/>
        </p:nvSpPr>
        <p:spPr>
          <a:xfrm>
            <a:off x="3211513" y="1649413"/>
            <a:ext cx="1138237"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3" name="Oval 52"/>
          <p:cNvSpPr/>
          <p:nvPr/>
        </p:nvSpPr>
        <p:spPr>
          <a:xfrm>
            <a:off x="1689100" y="1341438"/>
            <a:ext cx="1522413" cy="1522412"/>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sp>
        <p:nvSpPr>
          <p:cNvPr id="54" name="Oval 53"/>
          <p:cNvSpPr/>
          <p:nvPr/>
        </p:nvSpPr>
        <p:spPr>
          <a:xfrm>
            <a:off x="1143000" y="1649413"/>
            <a:ext cx="1138238" cy="1139825"/>
          </a:xfrm>
          <a:prstGeom prst="ellipse">
            <a:avLst/>
          </a:prstGeom>
          <a:solidFill>
            <a:srgbClr val="4472C4">
              <a:alpha val="85000"/>
            </a:srgbClr>
          </a:solidFill>
          <a:ln w="12700" cap="flat" cmpd="sng" algn="ctr">
            <a:noFill/>
            <a:prstDash val="solid"/>
            <a:miter lim="800000"/>
          </a:ln>
          <a:effectLst/>
        </p:spPr>
        <p:txBody>
          <a:bodyPr anchor="ctr"/>
          <a:lstStyle/>
          <a:p>
            <a:pPr algn="ctr" defTabSz="685800" fontAlgn="auto">
              <a:spcBef>
                <a:spcPts val="0"/>
              </a:spcBef>
              <a:spcAft>
                <a:spcPts val="0"/>
              </a:spcAft>
              <a:defRPr/>
            </a:pPr>
            <a:endParaRPr lang="en-US" sz="1350" kern="0">
              <a:solidFill>
                <a:prstClr val="white"/>
              </a:solidFill>
              <a:latin typeface="Calibri" panose="020F0502020204030204"/>
              <a:cs typeface="+mn-cs"/>
            </a:endParaRPr>
          </a:p>
        </p:txBody>
      </p:sp>
      <p:grpSp>
        <p:nvGrpSpPr>
          <p:cNvPr id="3" name="Group 2"/>
          <p:cNvGrpSpPr>
            <a:grpSpLocks/>
          </p:cNvGrpSpPr>
          <p:nvPr/>
        </p:nvGrpSpPr>
        <p:grpSpPr bwMode="auto">
          <a:xfrm>
            <a:off x="1519238" y="3432175"/>
            <a:ext cx="9826625" cy="2354263"/>
            <a:chOff x="1689691" y="4040564"/>
            <a:chExt cx="9826806" cy="2354001"/>
          </a:xfrm>
        </p:grpSpPr>
        <p:sp>
          <p:nvSpPr>
            <p:cNvPr id="27" name="Oval 26"/>
            <p:cNvSpPr/>
            <p:nvPr/>
          </p:nvSpPr>
          <p:spPr>
            <a:xfrm>
              <a:off x="10654468" y="4040564"/>
              <a:ext cx="862029" cy="861917"/>
            </a:xfrm>
            <a:prstGeom prst="ellipse">
              <a:avLst/>
            </a:prstGeom>
            <a:solidFill>
              <a:srgbClr val="A3BE2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sz="2400" dirty="0">
                <a:solidFill>
                  <a:prstClr val="white"/>
                </a:solidFill>
              </a:endParaRPr>
            </a:p>
          </p:txBody>
        </p:sp>
        <p:grpSp>
          <p:nvGrpSpPr>
            <p:cNvPr id="522261" name="Group 36"/>
            <p:cNvGrpSpPr>
              <a:grpSpLocks/>
            </p:cNvGrpSpPr>
            <p:nvPr/>
          </p:nvGrpSpPr>
          <p:grpSpPr bwMode="auto">
            <a:xfrm>
              <a:off x="1689691" y="4158735"/>
              <a:ext cx="9553380" cy="2235830"/>
              <a:chOff x="6537169" y="1570491"/>
              <a:chExt cx="9553380" cy="2235830"/>
            </a:xfrm>
          </p:grpSpPr>
          <p:sp>
            <p:nvSpPr>
              <p:cNvPr id="522262" name="TextBox 37"/>
              <p:cNvSpPr txBox="1">
                <a:spLocks noChangeArrowheads="1"/>
              </p:cNvSpPr>
              <p:nvPr/>
            </p:nvSpPr>
            <p:spPr bwMode="auto">
              <a:xfrm>
                <a:off x="8829039" y="1570491"/>
                <a:ext cx="6583854" cy="584775"/>
              </a:xfrm>
              <a:prstGeom prst="rect">
                <a:avLst/>
              </a:prstGeom>
              <a:noFill/>
              <a:ln w="9525">
                <a:noFill/>
                <a:miter lim="800000"/>
                <a:headEnd/>
                <a:tailEnd/>
              </a:ln>
            </p:spPr>
            <p:txBody>
              <a:bodyPr wrap="none">
                <a:spAutoFit/>
              </a:bodyPr>
              <a:lstStyle/>
              <a:p>
                <a:pPr algn="r" rtl="1"/>
                <a:r>
                  <a:rPr lang="ar-SA" sz="3200" b="1"/>
                  <a:t>مشاهدة الدروس والمحاضرات وتقديم الامتحانات</a:t>
                </a:r>
                <a:endParaRPr lang="en-US" sz="3200">
                  <a:solidFill>
                    <a:srgbClr val="4472C4"/>
                  </a:solidFill>
                  <a:latin typeface="Lato Black"/>
                </a:endParaRPr>
              </a:p>
            </p:txBody>
          </p:sp>
          <p:sp>
            <p:nvSpPr>
              <p:cNvPr id="522263" name="TextBox 38"/>
              <p:cNvSpPr txBox="1">
                <a:spLocks noChangeArrowheads="1"/>
              </p:cNvSpPr>
              <p:nvPr/>
            </p:nvSpPr>
            <p:spPr bwMode="auto">
              <a:xfrm>
                <a:off x="6537169" y="2421326"/>
                <a:ext cx="9553380" cy="1384995"/>
              </a:xfrm>
              <a:prstGeom prst="rect">
                <a:avLst/>
              </a:prstGeom>
              <a:noFill/>
              <a:ln w="9525">
                <a:noFill/>
                <a:miter lim="800000"/>
                <a:headEnd/>
                <a:tailEnd/>
              </a:ln>
            </p:spPr>
            <p:txBody>
              <a:bodyPr>
                <a:spAutoFit/>
              </a:bodyPr>
              <a:lstStyle/>
              <a:p>
                <a:pPr algn="ctr" rtl="1"/>
                <a:r>
                  <a:rPr lang="ar-SA" sz="2800"/>
                  <a:t>حيث أصبح من الممكن تسجيل المحاضرات وتنزيلها على الإنترنت وفي المواقع التعليمية ليقوم الطالب بمشاهدتها مرة أخرى، وبالتالي يستطيع فهم الدرس أكثر وحفظه. </a:t>
                </a:r>
                <a:endParaRPr lang="en-US" sz="2800" b="1">
                  <a:solidFill>
                    <a:srgbClr val="000000"/>
                  </a:solidFill>
                  <a:latin typeface="Lato Light"/>
                </a:endParaRPr>
              </a:p>
            </p:txBody>
          </p:sp>
        </p:grpSp>
      </p:gr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5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fltVal val="0"/>
                                          </p:val>
                                        </p:tav>
                                        <p:tav tm="100000">
                                          <p:val>
                                            <p:strVal val="#ppt_w"/>
                                          </p:val>
                                        </p:tav>
                                      </p:tavLst>
                                    </p:anim>
                                    <p:anim calcmode="lin" valueType="num">
                                      <p:cBhvr>
                                        <p:cTn id="8" dur="500" fill="hold"/>
                                        <p:tgtEl>
                                          <p:spTgt spid="54"/>
                                        </p:tgtEl>
                                        <p:attrNameLst>
                                          <p:attrName>ppt_h</p:attrName>
                                        </p:attrNameLst>
                                      </p:cBhvr>
                                      <p:tavLst>
                                        <p:tav tm="0">
                                          <p:val>
                                            <p:fltVal val="0"/>
                                          </p:val>
                                        </p:tav>
                                        <p:tav tm="100000">
                                          <p:val>
                                            <p:strVal val="#ppt_h"/>
                                          </p:val>
                                        </p:tav>
                                      </p:tavLst>
                                    </p:anim>
                                    <p:animEffect transition="in" filter="fade">
                                      <p:cBhvr>
                                        <p:cTn id="9" dur="500"/>
                                        <p:tgtEl>
                                          <p:spTgt spid="54"/>
                                        </p:tgtEl>
                                      </p:cBhvr>
                                    </p:animEffect>
                                  </p:childTnLst>
                                </p:cTn>
                              </p:par>
                              <p:par>
                                <p:cTn id="10" presetID="53" presetClass="entr" presetSubtype="16" fill="hold" grpId="0" nodeType="withEffect">
                                  <p:stCondLst>
                                    <p:cond delay="500"/>
                                  </p:stCondLst>
                                  <p:childTnLst>
                                    <p:set>
                                      <p:cBhvr>
                                        <p:cTn id="11" dur="1" fill="hold">
                                          <p:stCondLst>
                                            <p:cond delay="0"/>
                                          </p:stCondLst>
                                        </p:cTn>
                                        <p:tgtEl>
                                          <p:spTgt spid="53"/>
                                        </p:tgtEl>
                                        <p:attrNameLst>
                                          <p:attrName>style.visibility</p:attrName>
                                        </p:attrNameLst>
                                      </p:cBhvr>
                                      <p:to>
                                        <p:strVal val="visible"/>
                                      </p:to>
                                    </p:set>
                                    <p:anim calcmode="lin" valueType="num">
                                      <p:cBhvr>
                                        <p:cTn id="12" dur="500" fill="hold"/>
                                        <p:tgtEl>
                                          <p:spTgt spid="53"/>
                                        </p:tgtEl>
                                        <p:attrNameLst>
                                          <p:attrName>ppt_w</p:attrName>
                                        </p:attrNameLst>
                                      </p:cBhvr>
                                      <p:tavLst>
                                        <p:tav tm="0">
                                          <p:val>
                                            <p:fltVal val="0"/>
                                          </p:val>
                                        </p:tav>
                                        <p:tav tm="100000">
                                          <p:val>
                                            <p:strVal val="#ppt_w"/>
                                          </p:val>
                                        </p:tav>
                                      </p:tavLst>
                                    </p:anim>
                                    <p:anim calcmode="lin" valueType="num">
                                      <p:cBhvr>
                                        <p:cTn id="13" dur="500" fill="hold"/>
                                        <p:tgtEl>
                                          <p:spTgt spid="53"/>
                                        </p:tgtEl>
                                        <p:attrNameLst>
                                          <p:attrName>ppt_h</p:attrName>
                                        </p:attrNameLst>
                                      </p:cBhvr>
                                      <p:tavLst>
                                        <p:tav tm="0">
                                          <p:val>
                                            <p:fltVal val="0"/>
                                          </p:val>
                                        </p:tav>
                                        <p:tav tm="100000">
                                          <p:val>
                                            <p:strVal val="#ppt_h"/>
                                          </p:val>
                                        </p:tav>
                                      </p:tavLst>
                                    </p:anim>
                                    <p:animEffect transition="in" filter="fade">
                                      <p:cBhvr>
                                        <p:cTn id="14" dur="500"/>
                                        <p:tgtEl>
                                          <p:spTgt spid="53"/>
                                        </p:tgtEl>
                                      </p:cBhvr>
                                    </p:animEffect>
                                  </p:childTnLst>
                                </p:cTn>
                              </p:par>
                              <p:par>
                                <p:cTn id="15" presetID="53" presetClass="entr" presetSubtype="16" fill="hold" grpId="0" nodeType="withEffect">
                                  <p:stCondLst>
                                    <p:cond delay="75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Effect transition="in" filter="fade">
                                      <p:cBhvr>
                                        <p:cTn id="19" dur="500"/>
                                        <p:tgtEl>
                                          <p:spTgt spid="51"/>
                                        </p:tgtEl>
                                      </p:cBhvr>
                                    </p:animEffect>
                                  </p:childTnLst>
                                </p:cTn>
                              </p:par>
                              <p:par>
                                <p:cTn id="20" presetID="53" presetClass="entr" presetSubtype="16"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 calcmode="lin" valueType="num">
                                      <p:cBhvr>
                                        <p:cTn id="22" dur="500" fill="hold"/>
                                        <p:tgtEl>
                                          <p:spTgt spid="52"/>
                                        </p:tgtEl>
                                        <p:attrNameLst>
                                          <p:attrName>ppt_w</p:attrName>
                                        </p:attrNameLst>
                                      </p:cBhvr>
                                      <p:tavLst>
                                        <p:tav tm="0">
                                          <p:val>
                                            <p:fltVal val="0"/>
                                          </p:val>
                                        </p:tav>
                                        <p:tav tm="100000">
                                          <p:val>
                                            <p:strVal val="#ppt_w"/>
                                          </p:val>
                                        </p:tav>
                                      </p:tavLst>
                                    </p:anim>
                                    <p:anim calcmode="lin" valueType="num">
                                      <p:cBhvr>
                                        <p:cTn id="23" dur="500" fill="hold"/>
                                        <p:tgtEl>
                                          <p:spTgt spid="52"/>
                                        </p:tgtEl>
                                        <p:attrNameLst>
                                          <p:attrName>ppt_h</p:attrName>
                                        </p:attrNameLst>
                                      </p:cBhvr>
                                      <p:tavLst>
                                        <p:tav tm="0">
                                          <p:val>
                                            <p:fltVal val="0"/>
                                          </p:val>
                                        </p:tav>
                                        <p:tav tm="100000">
                                          <p:val>
                                            <p:strVal val="#ppt_h"/>
                                          </p:val>
                                        </p:tav>
                                      </p:tavLst>
                                    </p:anim>
                                    <p:animEffect transition="in" filter="fade">
                                      <p:cBhvr>
                                        <p:cTn id="24" dur="500"/>
                                        <p:tgtEl>
                                          <p:spTgt spid="52"/>
                                        </p:tgtEl>
                                      </p:cBhvr>
                                    </p:animEffect>
                                  </p:childTnLst>
                                </p:cTn>
                              </p:par>
                              <p:par>
                                <p:cTn id="25" presetID="53" presetClass="entr" presetSubtype="16" fill="hold" grpId="0" nodeType="withEffect">
                                  <p:stCondLst>
                                    <p:cond delay="1250"/>
                                  </p:stCondLst>
                                  <p:childTnLst>
                                    <p:set>
                                      <p:cBhvr>
                                        <p:cTn id="26" dur="1" fill="hold">
                                          <p:stCondLst>
                                            <p:cond delay="0"/>
                                          </p:stCondLst>
                                        </p:cTn>
                                        <p:tgtEl>
                                          <p:spTgt spid="50"/>
                                        </p:tgtEl>
                                        <p:attrNameLst>
                                          <p:attrName>style.visibility</p:attrName>
                                        </p:attrNameLst>
                                      </p:cBhvr>
                                      <p:to>
                                        <p:strVal val="visible"/>
                                      </p:to>
                                    </p:set>
                                    <p:anim calcmode="lin" valueType="num">
                                      <p:cBhvr>
                                        <p:cTn id="27" dur="500" fill="hold"/>
                                        <p:tgtEl>
                                          <p:spTgt spid="50"/>
                                        </p:tgtEl>
                                        <p:attrNameLst>
                                          <p:attrName>ppt_w</p:attrName>
                                        </p:attrNameLst>
                                      </p:cBhvr>
                                      <p:tavLst>
                                        <p:tav tm="0">
                                          <p:val>
                                            <p:fltVal val="0"/>
                                          </p:val>
                                        </p:tav>
                                        <p:tav tm="100000">
                                          <p:val>
                                            <p:strVal val="#ppt_w"/>
                                          </p:val>
                                        </p:tav>
                                      </p:tavLst>
                                    </p:anim>
                                    <p:anim calcmode="lin" valueType="num">
                                      <p:cBhvr>
                                        <p:cTn id="28" dur="500" fill="hold"/>
                                        <p:tgtEl>
                                          <p:spTgt spid="50"/>
                                        </p:tgtEl>
                                        <p:attrNameLst>
                                          <p:attrName>ppt_h</p:attrName>
                                        </p:attrNameLst>
                                      </p:cBhvr>
                                      <p:tavLst>
                                        <p:tav tm="0">
                                          <p:val>
                                            <p:fltVal val="0"/>
                                          </p:val>
                                        </p:tav>
                                        <p:tav tm="100000">
                                          <p:val>
                                            <p:strVal val="#ppt_h"/>
                                          </p:val>
                                        </p:tav>
                                      </p:tavLst>
                                    </p:anim>
                                    <p:animEffect transition="in" filter="fade">
                                      <p:cBhvr>
                                        <p:cTn id="29" dur="500"/>
                                        <p:tgtEl>
                                          <p:spTgt spid="50"/>
                                        </p:tgtEl>
                                      </p:cBhvr>
                                    </p:animEffect>
                                  </p:childTnLst>
                                </p:cTn>
                              </p:par>
                              <p:par>
                                <p:cTn id="30" presetID="53" presetClass="entr" presetSubtype="16" fill="hold" grpId="0" nodeType="withEffect">
                                  <p:stCondLst>
                                    <p:cond delay="1500"/>
                                  </p:stCondLst>
                                  <p:childTnLst>
                                    <p:set>
                                      <p:cBhvr>
                                        <p:cTn id="31" dur="1" fill="hold">
                                          <p:stCondLst>
                                            <p:cond delay="0"/>
                                          </p:stCondLst>
                                        </p:cTn>
                                        <p:tgtEl>
                                          <p:spTgt spid="49"/>
                                        </p:tgtEl>
                                        <p:attrNameLst>
                                          <p:attrName>style.visibility</p:attrName>
                                        </p:attrNameLst>
                                      </p:cBhvr>
                                      <p:to>
                                        <p:strVal val="visible"/>
                                      </p:to>
                                    </p:set>
                                    <p:anim calcmode="lin" valueType="num">
                                      <p:cBhvr>
                                        <p:cTn id="32" dur="500" fill="hold"/>
                                        <p:tgtEl>
                                          <p:spTgt spid="49"/>
                                        </p:tgtEl>
                                        <p:attrNameLst>
                                          <p:attrName>ppt_w</p:attrName>
                                        </p:attrNameLst>
                                      </p:cBhvr>
                                      <p:tavLst>
                                        <p:tav tm="0">
                                          <p:val>
                                            <p:fltVal val="0"/>
                                          </p:val>
                                        </p:tav>
                                        <p:tav tm="100000">
                                          <p:val>
                                            <p:strVal val="#ppt_w"/>
                                          </p:val>
                                        </p:tav>
                                      </p:tavLst>
                                    </p:anim>
                                    <p:anim calcmode="lin" valueType="num">
                                      <p:cBhvr>
                                        <p:cTn id="33" dur="500" fill="hold"/>
                                        <p:tgtEl>
                                          <p:spTgt spid="49"/>
                                        </p:tgtEl>
                                        <p:attrNameLst>
                                          <p:attrName>ppt_h</p:attrName>
                                        </p:attrNameLst>
                                      </p:cBhvr>
                                      <p:tavLst>
                                        <p:tav tm="0">
                                          <p:val>
                                            <p:fltVal val="0"/>
                                          </p:val>
                                        </p:tav>
                                        <p:tav tm="100000">
                                          <p:val>
                                            <p:strVal val="#ppt_h"/>
                                          </p:val>
                                        </p:tav>
                                      </p:tavLst>
                                    </p:anim>
                                    <p:animEffect transition="in" filter="fade">
                                      <p:cBhvr>
                                        <p:cTn id="34" dur="500"/>
                                        <p:tgtEl>
                                          <p:spTgt spid="49"/>
                                        </p:tgtEl>
                                      </p:cBhvr>
                                    </p:animEffect>
                                  </p:childTnLst>
                                </p:cTn>
                              </p:par>
                              <p:par>
                                <p:cTn id="35" presetID="53" presetClass="entr" presetSubtype="16" fill="hold" grpId="0" nodeType="withEffect">
                                  <p:stCondLst>
                                    <p:cond delay="175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animEffect transition="in" filter="fade">
                                      <p:cBhvr>
                                        <p:cTn id="39" dur="500"/>
                                        <p:tgtEl>
                                          <p:spTgt spid="48"/>
                                        </p:tgtEl>
                                      </p:cBhvr>
                                    </p:animEffect>
                                  </p:childTnLst>
                                </p:cTn>
                              </p:par>
                              <p:par>
                                <p:cTn id="40" presetID="53" presetClass="entr" presetSubtype="16" fill="hold" grpId="0" nodeType="withEffect">
                                  <p:stCondLst>
                                    <p:cond delay="2000"/>
                                  </p:stCondLst>
                                  <p:childTnLst>
                                    <p:set>
                                      <p:cBhvr>
                                        <p:cTn id="41" dur="1" fill="hold">
                                          <p:stCondLst>
                                            <p:cond delay="0"/>
                                          </p:stCondLst>
                                        </p:cTn>
                                        <p:tgtEl>
                                          <p:spTgt spid="47"/>
                                        </p:tgtEl>
                                        <p:attrNameLst>
                                          <p:attrName>style.visibility</p:attrName>
                                        </p:attrNameLst>
                                      </p:cBhvr>
                                      <p:to>
                                        <p:strVal val="visible"/>
                                      </p:to>
                                    </p:set>
                                    <p:anim calcmode="lin" valueType="num">
                                      <p:cBhvr>
                                        <p:cTn id="42" dur="500" fill="hold"/>
                                        <p:tgtEl>
                                          <p:spTgt spid="47"/>
                                        </p:tgtEl>
                                        <p:attrNameLst>
                                          <p:attrName>ppt_w</p:attrName>
                                        </p:attrNameLst>
                                      </p:cBhvr>
                                      <p:tavLst>
                                        <p:tav tm="0">
                                          <p:val>
                                            <p:fltVal val="0"/>
                                          </p:val>
                                        </p:tav>
                                        <p:tav tm="100000">
                                          <p:val>
                                            <p:strVal val="#ppt_w"/>
                                          </p:val>
                                        </p:tav>
                                      </p:tavLst>
                                    </p:anim>
                                    <p:anim calcmode="lin" valueType="num">
                                      <p:cBhvr>
                                        <p:cTn id="43" dur="500" fill="hold"/>
                                        <p:tgtEl>
                                          <p:spTgt spid="47"/>
                                        </p:tgtEl>
                                        <p:attrNameLst>
                                          <p:attrName>ppt_h</p:attrName>
                                        </p:attrNameLst>
                                      </p:cBhvr>
                                      <p:tavLst>
                                        <p:tav tm="0">
                                          <p:val>
                                            <p:fltVal val="0"/>
                                          </p:val>
                                        </p:tav>
                                        <p:tav tm="100000">
                                          <p:val>
                                            <p:strVal val="#ppt_h"/>
                                          </p:val>
                                        </p:tav>
                                      </p:tavLst>
                                    </p:anim>
                                    <p:animEffect transition="in" filter="fade">
                                      <p:cBhvr>
                                        <p:cTn id="44" dur="500"/>
                                        <p:tgtEl>
                                          <p:spTgt spid="47"/>
                                        </p:tgtEl>
                                      </p:cBhvr>
                                    </p:animEffect>
                                  </p:childTnLst>
                                </p:cTn>
                              </p:par>
                              <p:par>
                                <p:cTn id="45" presetID="53" presetClass="entr" presetSubtype="16" fill="hold" grpId="0" nodeType="withEffect">
                                  <p:stCondLst>
                                    <p:cond delay="225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250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2750"/>
                                  </p:stCondLst>
                                  <p:childTnLst>
                                    <p:set>
                                      <p:cBhvr>
                                        <p:cTn id="56" dur="1" fill="hold">
                                          <p:stCondLst>
                                            <p:cond delay="0"/>
                                          </p:stCondLst>
                                        </p:cTn>
                                        <p:tgtEl>
                                          <p:spTgt spid="44"/>
                                        </p:tgtEl>
                                        <p:attrNameLst>
                                          <p:attrName>style.visibility</p:attrName>
                                        </p:attrNameLst>
                                      </p:cBhvr>
                                      <p:to>
                                        <p:strVal val="visible"/>
                                      </p:to>
                                    </p:set>
                                    <p:anim calcmode="lin" valueType="num">
                                      <p:cBhvr>
                                        <p:cTn id="57" dur="500" fill="hold"/>
                                        <p:tgtEl>
                                          <p:spTgt spid="44"/>
                                        </p:tgtEl>
                                        <p:attrNameLst>
                                          <p:attrName>ppt_w</p:attrName>
                                        </p:attrNameLst>
                                      </p:cBhvr>
                                      <p:tavLst>
                                        <p:tav tm="0">
                                          <p:val>
                                            <p:fltVal val="0"/>
                                          </p:val>
                                        </p:tav>
                                        <p:tav tm="100000">
                                          <p:val>
                                            <p:strVal val="#ppt_w"/>
                                          </p:val>
                                        </p:tav>
                                      </p:tavLst>
                                    </p:anim>
                                    <p:anim calcmode="lin" valueType="num">
                                      <p:cBhvr>
                                        <p:cTn id="58" dur="500" fill="hold"/>
                                        <p:tgtEl>
                                          <p:spTgt spid="44"/>
                                        </p:tgtEl>
                                        <p:attrNameLst>
                                          <p:attrName>ppt_h</p:attrName>
                                        </p:attrNameLst>
                                      </p:cBhvr>
                                      <p:tavLst>
                                        <p:tav tm="0">
                                          <p:val>
                                            <p:fltVal val="0"/>
                                          </p:val>
                                        </p:tav>
                                        <p:tav tm="100000">
                                          <p:val>
                                            <p:strVal val="#ppt_h"/>
                                          </p:val>
                                        </p:tav>
                                      </p:tavLst>
                                    </p:anim>
                                    <p:animEffect transition="in" filter="fade">
                                      <p:cBhvr>
                                        <p:cTn id="59" dur="500"/>
                                        <p:tgtEl>
                                          <p:spTgt spid="44"/>
                                        </p:tgtEl>
                                      </p:cBhvr>
                                    </p:animEffect>
                                  </p:childTnLst>
                                </p:cTn>
                              </p:par>
                              <p:par>
                                <p:cTn id="60" presetID="53" presetClass="entr" presetSubtype="16" fill="hold" grpId="0" nodeType="withEffect">
                                  <p:stCondLst>
                                    <p:cond delay="3000"/>
                                  </p:stCondLst>
                                  <p:childTnLst>
                                    <p:set>
                                      <p:cBhvr>
                                        <p:cTn id="61" dur="1" fill="hold">
                                          <p:stCondLst>
                                            <p:cond delay="0"/>
                                          </p:stCondLst>
                                        </p:cTn>
                                        <p:tgtEl>
                                          <p:spTgt spid="43"/>
                                        </p:tgtEl>
                                        <p:attrNameLst>
                                          <p:attrName>style.visibility</p:attrName>
                                        </p:attrNameLst>
                                      </p:cBhvr>
                                      <p:to>
                                        <p:strVal val="visible"/>
                                      </p:to>
                                    </p:set>
                                    <p:anim calcmode="lin" valueType="num">
                                      <p:cBhvr>
                                        <p:cTn id="62" dur="500" fill="hold"/>
                                        <p:tgtEl>
                                          <p:spTgt spid="43"/>
                                        </p:tgtEl>
                                        <p:attrNameLst>
                                          <p:attrName>ppt_w</p:attrName>
                                        </p:attrNameLst>
                                      </p:cBhvr>
                                      <p:tavLst>
                                        <p:tav tm="0">
                                          <p:val>
                                            <p:fltVal val="0"/>
                                          </p:val>
                                        </p:tav>
                                        <p:tav tm="100000">
                                          <p:val>
                                            <p:strVal val="#ppt_w"/>
                                          </p:val>
                                        </p:tav>
                                      </p:tavLst>
                                    </p:anim>
                                    <p:anim calcmode="lin" valueType="num">
                                      <p:cBhvr>
                                        <p:cTn id="63" dur="500" fill="hold"/>
                                        <p:tgtEl>
                                          <p:spTgt spid="43"/>
                                        </p:tgtEl>
                                        <p:attrNameLst>
                                          <p:attrName>ppt_h</p:attrName>
                                        </p:attrNameLst>
                                      </p:cBhvr>
                                      <p:tavLst>
                                        <p:tav tm="0">
                                          <p:val>
                                            <p:fltVal val="0"/>
                                          </p:val>
                                        </p:tav>
                                        <p:tav tm="100000">
                                          <p:val>
                                            <p:strVal val="#ppt_h"/>
                                          </p:val>
                                        </p:tav>
                                      </p:tavLst>
                                    </p:anim>
                                    <p:animEffect transition="in" filter="fade">
                                      <p:cBhvr>
                                        <p:cTn id="64" dur="500"/>
                                        <p:tgtEl>
                                          <p:spTgt spid="43"/>
                                        </p:tgtEl>
                                      </p:cBhvr>
                                    </p:animEffect>
                                  </p:childTnLst>
                                </p:cTn>
                              </p:par>
                            </p:childTnLst>
                          </p:cTn>
                        </p:par>
                        <p:par>
                          <p:cTn id="65" fill="hold">
                            <p:stCondLst>
                              <p:cond delay="3500"/>
                            </p:stCondLst>
                            <p:childTnLst>
                              <p:par>
                                <p:cTn id="66" presetID="2" presetClass="entr" presetSubtype="4" fill="hold" nodeType="afterEffect">
                                  <p:stCondLst>
                                    <p:cond delay="0"/>
                                  </p:stCondLst>
                                  <p:childTnLst>
                                    <p:set>
                                      <p:cBhvr>
                                        <p:cTn id="67" dur="1" fill="hold">
                                          <p:stCondLst>
                                            <p:cond delay="0"/>
                                          </p:stCondLst>
                                        </p:cTn>
                                        <p:tgtEl>
                                          <p:spTgt spid="3"/>
                                        </p:tgtEl>
                                        <p:attrNameLst>
                                          <p:attrName>style.visibility</p:attrName>
                                        </p:attrNameLst>
                                      </p:cBhvr>
                                      <p:to>
                                        <p:strVal val="visible"/>
                                      </p:to>
                                    </p:set>
                                    <p:anim calcmode="lin" valueType="num">
                                      <p:cBhvr additive="base">
                                        <p:cTn id="68" dur="500" fill="hold"/>
                                        <p:tgtEl>
                                          <p:spTgt spid="3"/>
                                        </p:tgtEl>
                                        <p:attrNameLst>
                                          <p:attrName>ppt_x</p:attrName>
                                        </p:attrNameLst>
                                      </p:cBhvr>
                                      <p:tavLst>
                                        <p:tav tm="0">
                                          <p:val>
                                            <p:strVal val="#ppt_x"/>
                                          </p:val>
                                        </p:tav>
                                        <p:tav tm="100000">
                                          <p:val>
                                            <p:strVal val="#ppt_x"/>
                                          </p:val>
                                        </p:tav>
                                      </p:tavLst>
                                    </p:anim>
                                    <p:anim calcmode="lin" valueType="num">
                                      <p:cBhvr additive="base">
                                        <p:cTn id="6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905119" y="1782484"/>
            <a:ext cx="1386031" cy="4353939"/>
            <a:chOff x="5964238" y="1708150"/>
            <a:chExt cx="292100" cy="917575"/>
          </a:xfrm>
          <a:solidFill>
            <a:srgbClr val="94B64E"/>
          </a:solidFill>
        </p:grpSpPr>
        <p:sp>
          <p:nvSpPr>
            <p:cNvPr id="6" name="Freeform 5"/>
            <p:cNvSpPr>
              <a:spLocks noEditPoints="1"/>
            </p:cNvSpPr>
            <p:nvPr/>
          </p:nvSpPr>
          <p:spPr bwMode="auto">
            <a:xfrm>
              <a:off x="5964238" y="1708150"/>
              <a:ext cx="292100" cy="917575"/>
            </a:xfrm>
            <a:custGeom>
              <a:avLst/>
              <a:gdLst>
                <a:gd name="T0" fmla="*/ 32 w 78"/>
                <a:gd name="T1" fmla="*/ 8 h 244"/>
                <a:gd name="T2" fmla="*/ 31 w 78"/>
                <a:gd name="T3" fmla="*/ 24 h 244"/>
                <a:gd name="T4" fmla="*/ 36 w 78"/>
                <a:gd name="T5" fmla="*/ 32 h 244"/>
                <a:gd name="T6" fmla="*/ 21 w 78"/>
                <a:gd name="T7" fmla="*/ 42 h 244"/>
                <a:gd name="T8" fmla="*/ 20 w 78"/>
                <a:gd name="T9" fmla="*/ 127 h 244"/>
                <a:gd name="T10" fmla="*/ 22 w 78"/>
                <a:gd name="T11" fmla="*/ 127 h 244"/>
                <a:gd name="T12" fmla="*/ 22 w 78"/>
                <a:gd name="T13" fmla="*/ 135 h 244"/>
                <a:gd name="T14" fmla="*/ 20 w 78"/>
                <a:gd name="T15" fmla="*/ 182 h 244"/>
                <a:gd name="T16" fmla="*/ 24 w 78"/>
                <a:gd name="T17" fmla="*/ 182 h 244"/>
                <a:gd name="T18" fmla="*/ 25 w 78"/>
                <a:gd name="T19" fmla="*/ 212 h 244"/>
                <a:gd name="T20" fmla="*/ 24 w 78"/>
                <a:gd name="T21" fmla="*/ 233 h 244"/>
                <a:gd name="T22" fmla="*/ 36 w 78"/>
                <a:gd name="T23" fmla="*/ 234 h 244"/>
                <a:gd name="T24" fmla="*/ 39 w 78"/>
                <a:gd name="T25" fmla="*/ 219 h 244"/>
                <a:gd name="T26" fmla="*/ 39 w 78"/>
                <a:gd name="T27" fmla="*/ 195 h 244"/>
                <a:gd name="T28" fmla="*/ 45 w 78"/>
                <a:gd name="T29" fmla="*/ 144 h 244"/>
                <a:gd name="T30" fmla="*/ 51 w 78"/>
                <a:gd name="T31" fmla="*/ 155 h 244"/>
                <a:gd name="T32" fmla="*/ 57 w 78"/>
                <a:gd name="T33" fmla="*/ 207 h 244"/>
                <a:gd name="T34" fmla="*/ 56 w 78"/>
                <a:gd name="T35" fmla="*/ 216 h 244"/>
                <a:gd name="T36" fmla="*/ 60 w 78"/>
                <a:gd name="T37" fmla="*/ 232 h 244"/>
                <a:gd name="T38" fmla="*/ 71 w 78"/>
                <a:gd name="T39" fmla="*/ 243 h 244"/>
                <a:gd name="T40" fmla="*/ 70 w 78"/>
                <a:gd name="T41" fmla="*/ 223 h 244"/>
                <a:gd name="T42" fmla="*/ 71 w 78"/>
                <a:gd name="T43" fmla="*/ 211 h 244"/>
                <a:gd name="T44" fmla="*/ 72 w 78"/>
                <a:gd name="T45" fmla="*/ 167 h 244"/>
                <a:gd name="T46" fmla="*/ 71 w 78"/>
                <a:gd name="T47" fmla="*/ 122 h 244"/>
                <a:gd name="T48" fmla="*/ 74 w 78"/>
                <a:gd name="T49" fmla="*/ 114 h 244"/>
                <a:gd name="T50" fmla="*/ 76 w 78"/>
                <a:gd name="T51" fmla="*/ 94 h 244"/>
                <a:gd name="T52" fmla="*/ 73 w 78"/>
                <a:gd name="T53" fmla="*/ 54 h 244"/>
                <a:gd name="T54" fmla="*/ 52 w 78"/>
                <a:gd name="T55" fmla="*/ 37 h 244"/>
                <a:gd name="T56" fmla="*/ 51 w 78"/>
                <a:gd name="T57" fmla="*/ 25 h 244"/>
                <a:gd name="T58" fmla="*/ 54 w 78"/>
                <a:gd name="T59" fmla="*/ 17 h 244"/>
                <a:gd name="T60" fmla="*/ 53 w 78"/>
                <a:gd name="T61" fmla="*/ 8 h 244"/>
                <a:gd name="T62" fmla="*/ 20 w 78"/>
                <a:gd name="T63" fmla="*/ 42 h 244"/>
                <a:gd name="T64" fmla="*/ 11 w 78"/>
                <a:gd name="T65" fmla="*/ 75 h 244"/>
                <a:gd name="T66" fmla="*/ 8 w 78"/>
                <a:gd name="T67" fmla="*/ 122 h 244"/>
                <a:gd name="T68" fmla="*/ 9 w 78"/>
                <a:gd name="T69" fmla="*/ 131 h 244"/>
                <a:gd name="T70" fmla="*/ 0 w 78"/>
                <a:gd name="T71" fmla="*/ 133 h 244"/>
                <a:gd name="T72" fmla="*/ 16 w 78"/>
                <a:gd name="T73" fmla="*/ 183 h 244"/>
                <a:gd name="T74" fmla="*/ 20 w 78"/>
                <a:gd name="T75" fmla="*/ 135 h 244"/>
                <a:gd name="T76" fmla="*/ 18 w 78"/>
                <a:gd name="T77" fmla="*/ 130 h 244"/>
                <a:gd name="T78" fmla="*/ 20 w 78"/>
                <a:gd name="T79" fmla="*/ 12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 h="244">
                  <a:moveTo>
                    <a:pt x="41" y="0"/>
                  </a:moveTo>
                  <a:cubicBezTo>
                    <a:pt x="37" y="0"/>
                    <a:pt x="32" y="4"/>
                    <a:pt x="32" y="8"/>
                  </a:cubicBezTo>
                  <a:cubicBezTo>
                    <a:pt x="31" y="12"/>
                    <a:pt x="31" y="19"/>
                    <a:pt x="31" y="19"/>
                  </a:cubicBezTo>
                  <a:cubicBezTo>
                    <a:pt x="31" y="19"/>
                    <a:pt x="30" y="22"/>
                    <a:pt x="31" y="24"/>
                  </a:cubicBezTo>
                  <a:cubicBezTo>
                    <a:pt x="32" y="26"/>
                    <a:pt x="35" y="26"/>
                    <a:pt x="35" y="26"/>
                  </a:cubicBezTo>
                  <a:cubicBezTo>
                    <a:pt x="35" y="26"/>
                    <a:pt x="36" y="30"/>
                    <a:pt x="36" y="32"/>
                  </a:cubicBezTo>
                  <a:cubicBezTo>
                    <a:pt x="36" y="34"/>
                    <a:pt x="36" y="35"/>
                    <a:pt x="34" y="36"/>
                  </a:cubicBezTo>
                  <a:cubicBezTo>
                    <a:pt x="32" y="38"/>
                    <a:pt x="26" y="40"/>
                    <a:pt x="21" y="42"/>
                  </a:cubicBezTo>
                  <a:cubicBezTo>
                    <a:pt x="21" y="42"/>
                    <a:pt x="20" y="42"/>
                    <a:pt x="20" y="42"/>
                  </a:cubicBezTo>
                  <a:cubicBezTo>
                    <a:pt x="20" y="127"/>
                    <a:pt x="20" y="127"/>
                    <a:pt x="20" y="127"/>
                  </a:cubicBezTo>
                  <a:cubicBezTo>
                    <a:pt x="20" y="127"/>
                    <a:pt x="20" y="127"/>
                    <a:pt x="20" y="127"/>
                  </a:cubicBezTo>
                  <a:cubicBezTo>
                    <a:pt x="22" y="127"/>
                    <a:pt x="22" y="127"/>
                    <a:pt x="22" y="127"/>
                  </a:cubicBezTo>
                  <a:cubicBezTo>
                    <a:pt x="22" y="127"/>
                    <a:pt x="22" y="129"/>
                    <a:pt x="22" y="131"/>
                  </a:cubicBezTo>
                  <a:cubicBezTo>
                    <a:pt x="22" y="133"/>
                    <a:pt x="22" y="135"/>
                    <a:pt x="22" y="135"/>
                  </a:cubicBezTo>
                  <a:cubicBezTo>
                    <a:pt x="20" y="135"/>
                    <a:pt x="20" y="135"/>
                    <a:pt x="20" y="135"/>
                  </a:cubicBezTo>
                  <a:cubicBezTo>
                    <a:pt x="20" y="182"/>
                    <a:pt x="20" y="182"/>
                    <a:pt x="20" y="182"/>
                  </a:cubicBezTo>
                  <a:cubicBezTo>
                    <a:pt x="20" y="181"/>
                    <a:pt x="20" y="181"/>
                    <a:pt x="20" y="181"/>
                  </a:cubicBezTo>
                  <a:cubicBezTo>
                    <a:pt x="23" y="181"/>
                    <a:pt x="24" y="182"/>
                    <a:pt x="24" y="182"/>
                  </a:cubicBezTo>
                  <a:cubicBezTo>
                    <a:pt x="24" y="182"/>
                    <a:pt x="23" y="193"/>
                    <a:pt x="23" y="197"/>
                  </a:cubicBezTo>
                  <a:cubicBezTo>
                    <a:pt x="23" y="202"/>
                    <a:pt x="23" y="209"/>
                    <a:pt x="25" y="212"/>
                  </a:cubicBezTo>
                  <a:cubicBezTo>
                    <a:pt x="27" y="216"/>
                    <a:pt x="28" y="217"/>
                    <a:pt x="28" y="220"/>
                  </a:cubicBezTo>
                  <a:cubicBezTo>
                    <a:pt x="28" y="222"/>
                    <a:pt x="23" y="230"/>
                    <a:pt x="24" y="233"/>
                  </a:cubicBezTo>
                  <a:cubicBezTo>
                    <a:pt x="24" y="235"/>
                    <a:pt x="24" y="240"/>
                    <a:pt x="29" y="239"/>
                  </a:cubicBezTo>
                  <a:cubicBezTo>
                    <a:pt x="33" y="239"/>
                    <a:pt x="36" y="238"/>
                    <a:pt x="36" y="234"/>
                  </a:cubicBezTo>
                  <a:cubicBezTo>
                    <a:pt x="36" y="230"/>
                    <a:pt x="36" y="228"/>
                    <a:pt x="37" y="227"/>
                  </a:cubicBezTo>
                  <a:cubicBezTo>
                    <a:pt x="39" y="226"/>
                    <a:pt x="36" y="222"/>
                    <a:pt x="39" y="219"/>
                  </a:cubicBezTo>
                  <a:cubicBezTo>
                    <a:pt x="41" y="216"/>
                    <a:pt x="39" y="215"/>
                    <a:pt x="39" y="212"/>
                  </a:cubicBezTo>
                  <a:cubicBezTo>
                    <a:pt x="40" y="209"/>
                    <a:pt x="39" y="199"/>
                    <a:pt x="39" y="195"/>
                  </a:cubicBezTo>
                  <a:cubicBezTo>
                    <a:pt x="38" y="192"/>
                    <a:pt x="39" y="187"/>
                    <a:pt x="41" y="171"/>
                  </a:cubicBezTo>
                  <a:cubicBezTo>
                    <a:pt x="43" y="155"/>
                    <a:pt x="44" y="147"/>
                    <a:pt x="45" y="144"/>
                  </a:cubicBezTo>
                  <a:cubicBezTo>
                    <a:pt x="45" y="140"/>
                    <a:pt x="46" y="136"/>
                    <a:pt x="46" y="136"/>
                  </a:cubicBezTo>
                  <a:cubicBezTo>
                    <a:pt x="46" y="136"/>
                    <a:pt x="49" y="151"/>
                    <a:pt x="51" y="155"/>
                  </a:cubicBezTo>
                  <a:cubicBezTo>
                    <a:pt x="53" y="159"/>
                    <a:pt x="55" y="178"/>
                    <a:pt x="56" y="183"/>
                  </a:cubicBezTo>
                  <a:cubicBezTo>
                    <a:pt x="56" y="189"/>
                    <a:pt x="56" y="205"/>
                    <a:pt x="57" y="207"/>
                  </a:cubicBezTo>
                  <a:cubicBezTo>
                    <a:pt x="59" y="208"/>
                    <a:pt x="59" y="211"/>
                    <a:pt x="59" y="211"/>
                  </a:cubicBezTo>
                  <a:cubicBezTo>
                    <a:pt x="59" y="211"/>
                    <a:pt x="56" y="213"/>
                    <a:pt x="56" y="216"/>
                  </a:cubicBezTo>
                  <a:cubicBezTo>
                    <a:pt x="56" y="218"/>
                    <a:pt x="58" y="221"/>
                    <a:pt x="58" y="224"/>
                  </a:cubicBezTo>
                  <a:cubicBezTo>
                    <a:pt x="58" y="228"/>
                    <a:pt x="58" y="231"/>
                    <a:pt x="60" y="232"/>
                  </a:cubicBezTo>
                  <a:cubicBezTo>
                    <a:pt x="61" y="232"/>
                    <a:pt x="61" y="238"/>
                    <a:pt x="63" y="240"/>
                  </a:cubicBezTo>
                  <a:cubicBezTo>
                    <a:pt x="65" y="243"/>
                    <a:pt x="68" y="244"/>
                    <a:pt x="71" y="243"/>
                  </a:cubicBezTo>
                  <a:cubicBezTo>
                    <a:pt x="75" y="242"/>
                    <a:pt x="75" y="237"/>
                    <a:pt x="73" y="233"/>
                  </a:cubicBezTo>
                  <a:cubicBezTo>
                    <a:pt x="71" y="228"/>
                    <a:pt x="69" y="225"/>
                    <a:pt x="70" y="223"/>
                  </a:cubicBezTo>
                  <a:cubicBezTo>
                    <a:pt x="71" y="221"/>
                    <a:pt x="71" y="218"/>
                    <a:pt x="69" y="217"/>
                  </a:cubicBezTo>
                  <a:cubicBezTo>
                    <a:pt x="68" y="215"/>
                    <a:pt x="70" y="213"/>
                    <a:pt x="71" y="211"/>
                  </a:cubicBezTo>
                  <a:cubicBezTo>
                    <a:pt x="72" y="210"/>
                    <a:pt x="72" y="202"/>
                    <a:pt x="72" y="198"/>
                  </a:cubicBezTo>
                  <a:cubicBezTo>
                    <a:pt x="72" y="194"/>
                    <a:pt x="71" y="175"/>
                    <a:pt x="72" y="167"/>
                  </a:cubicBezTo>
                  <a:cubicBezTo>
                    <a:pt x="72" y="160"/>
                    <a:pt x="73" y="138"/>
                    <a:pt x="71" y="132"/>
                  </a:cubicBezTo>
                  <a:cubicBezTo>
                    <a:pt x="70" y="126"/>
                    <a:pt x="71" y="122"/>
                    <a:pt x="71" y="122"/>
                  </a:cubicBezTo>
                  <a:cubicBezTo>
                    <a:pt x="71" y="122"/>
                    <a:pt x="74" y="123"/>
                    <a:pt x="74" y="121"/>
                  </a:cubicBezTo>
                  <a:cubicBezTo>
                    <a:pt x="74" y="119"/>
                    <a:pt x="73" y="118"/>
                    <a:pt x="74" y="114"/>
                  </a:cubicBezTo>
                  <a:cubicBezTo>
                    <a:pt x="75" y="110"/>
                    <a:pt x="75" y="107"/>
                    <a:pt x="76" y="104"/>
                  </a:cubicBezTo>
                  <a:cubicBezTo>
                    <a:pt x="78" y="101"/>
                    <a:pt x="78" y="95"/>
                    <a:pt x="76" y="94"/>
                  </a:cubicBezTo>
                  <a:cubicBezTo>
                    <a:pt x="75" y="92"/>
                    <a:pt x="77" y="84"/>
                    <a:pt x="76" y="77"/>
                  </a:cubicBezTo>
                  <a:cubicBezTo>
                    <a:pt x="74" y="70"/>
                    <a:pt x="73" y="60"/>
                    <a:pt x="73" y="54"/>
                  </a:cubicBezTo>
                  <a:cubicBezTo>
                    <a:pt x="73" y="49"/>
                    <a:pt x="73" y="45"/>
                    <a:pt x="66" y="43"/>
                  </a:cubicBezTo>
                  <a:cubicBezTo>
                    <a:pt x="58" y="41"/>
                    <a:pt x="53" y="39"/>
                    <a:pt x="52" y="37"/>
                  </a:cubicBezTo>
                  <a:cubicBezTo>
                    <a:pt x="51" y="36"/>
                    <a:pt x="50" y="31"/>
                    <a:pt x="51" y="30"/>
                  </a:cubicBezTo>
                  <a:cubicBezTo>
                    <a:pt x="51" y="28"/>
                    <a:pt x="51" y="26"/>
                    <a:pt x="51" y="25"/>
                  </a:cubicBezTo>
                  <a:cubicBezTo>
                    <a:pt x="51" y="24"/>
                    <a:pt x="53" y="26"/>
                    <a:pt x="54" y="24"/>
                  </a:cubicBezTo>
                  <a:cubicBezTo>
                    <a:pt x="54" y="22"/>
                    <a:pt x="54" y="18"/>
                    <a:pt x="54" y="17"/>
                  </a:cubicBezTo>
                  <a:cubicBezTo>
                    <a:pt x="54" y="17"/>
                    <a:pt x="53" y="17"/>
                    <a:pt x="53" y="17"/>
                  </a:cubicBezTo>
                  <a:cubicBezTo>
                    <a:pt x="53" y="16"/>
                    <a:pt x="53" y="12"/>
                    <a:pt x="53" y="8"/>
                  </a:cubicBezTo>
                  <a:cubicBezTo>
                    <a:pt x="53" y="4"/>
                    <a:pt x="49" y="1"/>
                    <a:pt x="41" y="0"/>
                  </a:cubicBezTo>
                  <a:close/>
                  <a:moveTo>
                    <a:pt x="20" y="42"/>
                  </a:moveTo>
                  <a:cubicBezTo>
                    <a:pt x="16" y="43"/>
                    <a:pt x="13" y="44"/>
                    <a:pt x="13" y="50"/>
                  </a:cubicBezTo>
                  <a:cubicBezTo>
                    <a:pt x="13" y="56"/>
                    <a:pt x="12" y="67"/>
                    <a:pt x="11" y="75"/>
                  </a:cubicBezTo>
                  <a:cubicBezTo>
                    <a:pt x="11" y="83"/>
                    <a:pt x="8" y="99"/>
                    <a:pt x="8" y="104"/>
                  </a:cubicBezTo>
                  <a:cubicBezTo>
                    <a:pt x="8" y="110"/>
                    <a:pt x="7" y="121"/>
                    <a:pt x="8" y="122"/>
                  </a:cubicBezTo>
                  <a:cubicBezTo>
                    <a:pt x="8" y="123"/>
                    <a:pt x="9" y="123"/>
                    <a:pt x="8" y="125"/>
                  </a:cubicBezTo>
                  <a:cubicBezTo>
                    <a:pt x="8" y="127"/>
                    <a:pt x="8" y="129"/>
                    <a:pt x="9" y="131"/>
                  </a:cubicBezTo>
                  <a:cubicBezTo>
                    <a:pt x="10" y="132"/>
                    <a:pt x="9" y="134"/>
                    <a:pt x="9" y="134"/>
                  </a:cubicBezTo>
                  <a:cubicBezTo>
                    <a:pt x="0" y="133"/>
                    <a:pt x="0" y="133"/>
                    <a:pt x="0" y="133"/>
                  </a:cubicBezTo>
                  <a:cubicBezTo>
                    <a:pt x="1" y="172"/>
                    <a:pt x="1" y="172"/>
                    <a:pt x="1" y="172"/>
                  </a:cubicBezTo>
                  <a:cubicBezTo>
                    <a:pt x="16" y="183"/>
                    <a:pt x="16" y="183"/>
                    <a:pt x="16" y="183"/>
                  </a:cubicBezTo>
                  <a:cubicBezTo>
                    <a:pt x="16" y="183"/>
                    <a:pt x="18" y="182"/>
                    <a:pt x="20" y="182"/>
                  </a:cubicBezTo>
                  <a:cubicBezTo>
                    <a:pt x="20" y="135"/>
                    <a:pt x="20" y="135"/>
                    <a:pt x="20" y="135"/>
                  </a:cubicBezTo>
                  <a:cubicBezTo>
                    <a:pt x="18" y="135"/>
                    <a:pt x="18" y="135"/>
                    <a:pt x="18" y="135"/>
                  </a:cubicBezTo>
                  <a:cubicBezTo>
                    <a:pt x="18" y="135"/>
                    <a:pt x="19" y="132"/>
                    <a:pt x="18" y="130"/>
                  </a:cubicBezTo>
                  <a:cubicBezTo>
                    <a:pt x="18" y="128"/>
                    <a:pt x="18" y="127"/>
                    <a:pt x="18" y="125"/>
                  </a:cubicBezTo>
                  <a:cubicBezTo>
                    <a:pt x="18" y="125"/>
                    <a:pt x="19" y="127"/>
                    <a:pt x="20" y="127"/>
                  </a:cubicBezTo>
                  <a:lnTo>
                    <a:pt x="20" y="42"/>
                  </a:ln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9" name="Freeform 6"/>
            <p:cNvSpPr>
              <a:spLocks/>
            </p:cNvSpPr>
            <p:nvPr/>
          </p:nvSpPr>
          <p:spPr bwMode="auto">
            <a:xfrm>
              <a:off x="6211888" y="2120900"/>
              <a:ext cx="30163" cy="30162"/>
            </a:xfrm>
            <a:custGeom>
              <a:avLst/>
              <a:gdLst>
                <a:gd name="T0" fmla="*/ 6 w 8"/>
                <a:gd name="T1" fmla="*/ 8 h 8"/>
                <a:gd name="T2" fmla="*/ 6 w 8"/>
                <a:gd name="T3" fmla="*/ 3 h 8"/>
                <a:gd name="T4" fmla="*/ 0 w 8"/>
                <a:gd name="T5" fmla="*/ 2 h 8"/>
                <a:gd name="T6" fmla="*/ 5 w 8"/>
                <a:gd name="T7" fmla="*/ 4 h 8"/>
                <a:gd name="T8" fmla="*/ 6 w 8"/>
                <a:gd name="T9" fmla="*/ 8 h 8"/>
              </a:gdLst>
              <a:ahLst/>
              <a:cxnLst>
                <a:cxn ang="0">
                  <a:pos x="T0" y="T1"/>
                </a:cxn>
                <a:cxn ang="0">
                  <a:pos x="T2" y="T3"/>
                </a:cxn>
                <a:cxn ang="0">
                  <a:pos x="T4" y="T5"/>
                </a:cxn>
                <a:cxn ang="0">
                  <a:pos x="T6" y="T7"/>
                </a:cxn>
                <a:cxn ang="0">
                  <a:pos x="T8" y="T9"/>
                </a:cxn>
              </a:cxnLst>
              <a:rect l="0" t="0" r="r" b="b"/>
              <a:pathLst>
                <a:path w="8" h="8">
                  <a:moveTo>
                    <a:pt x="6" y="8"/>
                  </a:moveTo>
                  <a:cubicBezTo>
                    <a:pt x="6" y="8"/>
                    <a:pt x="8" y="5"/>
                    <a:pt x="6" y="3"/>
                  </a:cubicBezTo>
                  <a:cubicBezTo>
                    <a:pt x="4" y="0"/>
                    <a:pt x="0" y="2"/>
                    <a:pt x="0" y="2"/>
                  </a:cubicBezTo>
                  <a:cubicBezTo>
                    <a:pt x="0" y="2"/>
                    <a:pt x="3" y="2"/>
                    <a:pt x="5" y="4"/>
                  </a:cubicBezTo>
                  <a:cubicBezTo>
                    <a:pt x="7" y="5"/>
                    <a:pt x="6" y="6"/>
                    <a:pt x="6" y="8"/>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0" name="Freeform 7"/>
            <p:cNvSpPr>
              <a:spLocks/>
            </p:cNvSpPr>
            <p:nvPr/>
          </p:nvSpPr>
          <p:spPr bwMode="auto">
            <a:xfrm>
              <a:off x="5994401" y="2162175"/>
              <a:ext cx="36513" cy="12700"/>
            </a:xfrm>
            <a:custGeom>
              <a:avLst/>
              <a:gdLst>
                <a:gd name="T0" fmla="*/ 10 w 10"/>
                <a:gd name="T1" fmla="*/ 3 h 3"/>
                <a:gd name="T2" fmla="*/ 6 w 10"/>
                <a:gd name="T3" fmla="*/ 0 h 3"/>
                <a:gd name="T4" fmla="*/ 0 w 10"/>
                <a:gd name="T5" fmla="*/ 3 h 3"/>
                <a:gd name="T6" fmla="*/ 6 w 10"/>
                <a:gd name="T7" fmla="*/ 2 h 3"/>
                <a:gd name="T8" fmla="*/ 10 w 10"/>
                <a:gd name="T9" fmla="*/ 3 h 3"/>
              </a:gdLst>
              <a:ahLst/>
              <a:cxnLst>
                <a:cxn ang="0">
                  <a:pos x="T0" y="T1"/>
                </a:cxn>
                <a:cxn ang="0">
                  <a:pos x="T2" y="T3"/>
                </a:cxn>
                <a:cxn ang="0">
                  <a:pos x="T4" y="T5"/>
                </a:cxn>
                <a:cxn ang="0">
                  <a:pos x="T6" y="T7"/>
                </a:cxn>
                <a:cxn ang="0">
                  <a:pos x="T8" y="T9"/>
                </a:cxn>
              </a:cxnLst>
              <a:rect l="0" t="0" r="r" b="b"/>
              <a:pathLst>
                <a:path w="10" h="3">
                  <a:moveTo>
                    <a:pt x="10" y="3"/>
                  </a:moveTo>
                  <a:cubicBezTo>
                    <a:pt x="10" y="3"/>
                    <a:pt x="10" y="0"/>
                    <a:pt x="6" y="0"/>
                  </a:cubicBezTo>
                  <a:cubicBezTo>
                    <a:pt x="1" y="0"/>
                    <a:pt x="0" y="3"/>
                    <a:pt x="0" y="3"/>
                  </a:cubicBezTo>
                  <a:cubicBezTo>
                    <a:pt x="0" y="3"/>
                    <a:pt x="3" y="2"/>
                    <a:pt x="6" y="2"/>
                  </a:cubicBezTo>
                  <a:cubicBezTo>
                    <a:pt x="9" y="2"/>
                    <a:pt x="9" y="2"/>
                    <a:pt x="10" y="3"/>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1" name="Freeform 8"/>
            <p:cNvSpPr>
              <a:spLocks/>
            </p:cNvSpPr>
            <p:nvPr/>
          </p:nvSpPr>
          <p:spPr bwMode="auto">
            <a:xfrm>
              <a:off x="6091238" y="1835150"/>
              <a:ext cx="98425" cy="255587"/>
            </a:xfrm>
            <a:custGeom>
              <a:avLst/>
              <a:gdLst>
                <a:gd name="T0" fmla="*/ 1 w 26"/>
                <a:gd name="T1" fmla="*/ 0 h 68"/>
                <a:gd name="T2" fmla="*/ 0 w 26"/>
                <a:gd name="T3" fmla="*/ 2 h 68"/>
                <a:gd name="T4" fmla="*/ 4 w 26"/>
                <a:gd name="T5" fmla="*/ 32 h 68"/>
                <a:gd name="T6" fmla="*/ 3 w 26"/>
                <a:gd name="T7" fmla="*/ 68 h 68"/>
                <a:gd name="T8" fmla="*/ 10 w 26"/>
                <a:gd name="T9" fmla="*/ 68 h 68"/>
                <a:gd name="T10" fmla="*/ 26 w 26"/>
                <a:gd name="T11" fmla="*/ 65 h 68"/>
                <a:gd name="T12" fmla="*/ 23 w 26"/>
                <a:gd name="T13" fmla="*/ 57 h 68"/>
                <a:gd name="T14" fmla="*/ 18 w 26"/>
                <a:gd name="T15" fmla="*/ 18 h 68"/>
                <a:gd name="T16" fmla="*/ 18 w 26"/>
                <a:gd name="T17" fmla="*/ 4 h 68"/>
                <a:gd name="T18" fmla="*/ 18 w 26"/>
                <a:gd name="T19" fmla="*/ 3 h 68"/>
                <a:gd name="T20" fmla="*/ 17 w 26"/>
                <a:gd name="T21" fmla="*/ 1 h 68"/>
                <a:gd name="T22" fmla="*/ 9 w 26"/>
                <a:gd name="T23" fmla="*/ 8 h 68"/>
                <a:gd name="T24" fmla="*/ 1 w 26"/>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68">
                  <a:moveTo>
                    <a:pt x="1" y="0"/>
                  </a:moveTo>
                  <a:cubicBezTo>
                    <a:pt x="1" y="1"/>
                    <a:pt x="1" y="1"/>
                    <a:pt x="0" y="2"/>
                  </a:cubicBezTo>
                  <a:cubicBezTo>
                    <a:pt x="1" y="7"/>
                    <a:pt x="3" y="21"/>
                    <a:pt x="4" y="32"/>
                  </a:cubicBezTo>
                  <a:cubicBezTo>
                    <a:pt x="5" y="44"/>
                    <a:pt x="3" y="68"/>
                    <a:pt x="3" y="68"/>
                  </a:cubicBezTo>
                  <a:cubicBezTo>
                    <a:pt x="3" y="68"/>
                    <a:pt x="4" y="68"/>
                    <a:pt x="10" y="68"/>
                  </a:cubicBezTo>
                  <a:cubicBezTo>
                    <a:pt x="16" y="68"/>
                    <a:pt x="26" y="65"/>
                    <a:pt x="26" y="65"/>
                  </a:cubicBezTo>
                  <a:cubicBezTo>
                    <a:pt x="26" y="65"/>
                    <a:pt x="25" y="61"/>
                    <a:pt x="23" y="57"/>
                  </a:cubicBezTo>
                  <a:cubicBezTo>
                    <a:pt x="22" y="53"/>
                    <a:pt x="19" y="34"/>
                    <a:pt x="18" y="18"/>
                  </a:cubicBezTo>
                  <a:cubicBezTo>
                    <a:pt x="18" y="10"/>
                    <a:pt x="18" y="6"/>
                    <a:pt x="18" y="4"/>
                  </a:cubicBezTo>
                  <a:cubicBezTo>
                    <a:pt x="18" y="4"/>
                    <a:pt x="18" y="3"/>
                    <a:pt x="18" y="3"/>
                  </a:cubicBezTo>
                  <a:cubicBezTo>
                    <a:pt x="17" y="3"/>
                    <a:pt x="17" y="2"/>
                    <a:pt x="17" y="1"/>
                  </a:cubicBezTo>
                  <a:cubicBezTo>
                    <a:pt x="15" y="4"/>
                    <a:pt x="11" y="8"/>
                    <a:pt x="9" y="8"/>
                  </a:cubicBezTo>
                  <a:cubicBezTo>
                    <a:pt x="6" y="8"/>
                    <a:pt x="3" y="3"/>
                    <a:pt x="1"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2" name="Freeform 9"/>
            <p:cNvSpPr>
              <a:spLocks/>
            </p:cNvSpPr>
            <p:nvPr/>
          </p:nvSpPr>
          <p:spPr bwMode="auto">
            <a:xfrm>
              <a:off x="6107113" y="1865313"/>
              <a:ext cx="36513" cy="252412"/>
            </a:xfrm>
            <a:custGeom>
              <a:avLst/>
              <a:gdLst>
                <a:gd name="T0" fmla="*/ 10 w 10"/>
                <a:gd name="T1" fmla="*/ 3 h 67"/>
                <a:gd name="T2" fmla="*/ 5 w 10"/>
                <a:gd name="T3" fmla="*/ 0 h 67"/>
                <a:gd name="T4" fmla="*/ 0 w 10"/>
                <a:gd name="T5" fmla="*/ 3 h 67"/>
                <a:gd name="T6" fmla="*/ 3 w 10"/>
                <a:gd name="T7" fmla="*/ 5 h 67"/>
                <a:gd name="T8" fmla="*/ 2 w 10"/>
                <a:gd name="T9" fmla="*/ 28 h 67"/>
                <a:gd name="T10" fmla="*/ 2 w 10"/>
                <a:gd name="T11" fmla="*/ 62 h 67"/>
                <a:gd name="T12" fmla="*/ 7 w 10"/>
                <a:gd name="T13" fmla="*/ 62 h 67"/>
                <a:gd name="T14" fmla="*/ 7 w 10"/>
                <a:gd name="T15" fmla="*/ 23 h 67"/>
                <a:gd name="T16" fmla="*/ 6 w 10"/>
                <a:gd name="T17" fmla="*/ 5 h 67"/>
                <a:gd name="T18" fmla="*/ 10 w 10"/>
                <a:gd name="T19"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7">
                  <a:moveTo>
                    <a:pt x="10" y="3"/>
                  </a:moveTo>
                  <a:cubicBezTo>
                    <a:pt x="10" y="3"/>
                    <a:pt x="9" y="0"/>
                    <a:pt x="5" y="0"/>
                  </a:cubicBezTo>
                  <a:cubicBezTo>
                    <a:pt x="2" y="0"/>
                    <a:pt x="0" y="3"/>
                    <a:pt x="0" y="3"/>
                  </a:cubicBezTo>
                  <a:cubicBezTo>
                    <a:pt x="0" y="3"/>
                    <a:pt x="3" y="3"/>
                    <a:pt x="3" y="5"/>
                  </a:cubicBezTo>
                  <a:cubicBezTo>
                    <a:pt x="3" y="7"/>
                    <a:pt x="2" y="20"/>
                    <a:pt x="2" y="28"/>
                  </a:cubicBezTo>
                  <a:cubicBezTo>
                    <a:pt x="2" y="36"/>
                    <a:pt x="1" y="58"/>
                    <a:pt x="2" y="62"/>
                  </a:cubicBezTo>
                  <a:cubicBezTo>
                    <a:pt x="3" y="66"/>
                    <a:pt x="6" y="67"/>
                    <a:pt x="7" y="62"/>
                  </a:cubicBezTo>
                  <a:cubicBezTo>
                    <a:pt x="7" y="57"/>
                    <a:pt x="7" y="29"/>
                    <a:pt x="7" y="23"/>
                  </a:cubicBezTo>
                  <a:cubicBezTo>
                    <a:pt x="7" y="18"/>
                    <a:pt x="6" y="7"/>
                    <a:pt x="6" y="5"/>
                  </a:cubicBezTo>
                  <a:cubicBezTo>
                    <a:pt x="7" y="4"/>
                    <a:pt x="9" y="2"/>
                    <a:pt x="10" y="3"/>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13" name="Group 12"/>
          <p:cNvGrpSpPr/>
          <p:nvPr/>
        </p:nvGrpSpPr>
        <p:grpSpPr>
          <a:xfrm>
            <a:off x="651103" y="1965884"/>
            <a:ext cx="1216249" cy="4170539"/>
            <a:chOff x="4795838" y="1579563"/>
            <a:chExt cx="514350" cy="1763712"/>
          </a:xfrm>
          <a:solidFill>
            <a:srgbClr val="C0392B"/>
          </a:solidFill>
        </p:grpSpPr>
        <p:sp>
          <p:nvSpPr>
            <p:cNvPr id="14" name="Freeform 13"/>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5" name="Freeform 14"/>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6" name="Freeform 15"/>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7" name="Freeform 16"/>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18" name="Group 17"/>
          <p:cNvGrpSpPr/>
          <p:nvPr/>
        </p:nvGrpSpPr>
        <p:grpSpPr>
          <a:xfrm>
            <a:off x="4381052" y="2185502"/>
            <a:ext cx="839299" cy="3397245"/>
            <a:chOff x="7397751" y="1485900"/>
            <a:chExt cx="665163" cy="2692400"/>
          </a:xfrm>
          <a:solidFill>
            <a:srgbClr val="16A085"/>
          </a:solidFill>
        </p:grpSpPr>
        <p:sp>
          <p:nvSpPr>
            <p:cNvPr id="19" name="Freeform 25"/>
            <p:cNvSpPr>
              <a:spLocks noEditPoints="1"/>
            </p:cNvSpPr>
            <p:nvPr/>
          </p:nvSpPr>
          <p:spPr bwMode="auto">
            <a:xfrm>
              <a:off x="7397751" y="1485900"/>
              <a:ext cx="665163" cy="2692400"/>
            </a:xfrm>
            <a:custGeom>
              <a:avLst/>
              <a:gdLst>
                <a:gd name="T0" fmla="*/ 85 w 177"/>
                <a:gd name="T1" fmla="*/ 0 h 716"/>
                <a:gd name="T2" fmla="*/ 117 w 177"/>
                <a:gd name="T3" fmla="*/ 28 h 716"/>
                <a:gd name="T4" fmla="*/ 122 w 177"/>
                <a:gd name="T5" fmla="*/ 49 h 716"/>
                <a:gd name="T6" fmla="*/ 127 w 177"/>
                <a:gd name="T7" fmla="*/ 77 h 716"/>
                <a:gd name="T8" fmla="*/ 136 w 177"/>
                <a:gd name="T9" fmla="*/ 105 h 716"/>
                <a:gd name="T10" fmla="*/ 141 w 177"/>
                <a:gd name="T11" fmla="*/ 119 h 716"/>
                <a:gd name="T12" fmla="*/ 167 w 177"/>
                <a:gd name="T13" fmla="*/ 134 h 716"/>
                <a:gd name="T14" fmla="*/ 175 w 177"/>
                <a:gd name="T15" fmla="*/ 187 h 716"/>
                <a:gd name="T16" fmla="*/ 170 w 177"/>
                <a:gd name="T17" fmla="*/ 234 h 716"/>
                <a:gd name="T18" fmla="*/ 152 w 177"/>
                <a:gd name="T19" fmla="*/ 247 h 716"/>
                <a:gd name="T20" fmla="*/ 157 w 177"/>
                <a:gd name="T21" fmla="*/ 293 h 716"/>
                <a:gd name="T22" fmla="*/ 163 w 177"/>
                <a:gd name="T23" fmla="*/ 327 h 716"/>
                <a:gd name="T24" fmla="*/ 154 w 177"/>
                <a:gd name="T25" fmla="*/ 329 h 716"/>
                <a:gd name="T26" fmla="*/ 150 w 177"/>
                <a:gd name="T27" fmla="*/ 375 h 716"/>
                <a:gd name="T28" fmla="*/ 136 w 177"/>
                <a:gd name="T29" fmla="*/ 451 h 716"/>
                <a:gd name="T30" fmla="*/ 131 w 177"/>
                <a:gd name="T31" fmla="*/ 460 h 716"/>
                <a:gd name="T32" fmla="*/ 124 w 177"/>
                <a:gd name="T33" fmla="*/ 460 h 716"/>
                <a:gd name="T34" fmla="*/ 123 w 177"/>
                <a:gd name="T35" fmla="*/ 483 h 716"/>
                <a:gd name="T36" fmla="*/ 118 w 177"/>
                <a:gd name="T37" fmla="*/ 530 h 716"/>
                <a:gd name="T38" fmla="*/ 98 w 177"/>
                <a:gd name="T39" fmla="*/ 604 h 716"/>
                <a:gd name="T40" fmla="*/ 112 w 177"/>
                <a:gd name="T41" fmla="*/ 647 h 716"/>
                <a:gd name="T42" fmla="*/ 124 w 177"/>
                <a:gd name="T43" fmla="*/ 674 h 716"/>
                <a:gd name="T44" fmla="*/ 105 w 177"/>
                <a:gd name="T45" fmla="*/ 676 h 716"/>
                <a:gd name="T46" fmla="*/ 97 w 177"/>
                <a:gd name="T47" fmla="*/ 669 h 716"/>
                <a:gd name="T48" fmla="*/ 99 w 177"/>
                <a:gd name="T49" fmla="*/ 683 h 716"/>
                <a:gd name="T50" fmla="*/ 89 w 177"/>
                <a:gd name="T51" fmla="*/ 716 h 716"/>
                <a:gd name="T52" fmla="*/ 85 w 177"/>
                <a:gd name="T53" fmla="*/ 716 h 716"/>
                <a:gd name="T54" fmla="*/ 85 w 177"/>
                <a:gd name="T55" fmla="*/ 503 h 716"/>
                <a:gd name="T56" fmla="*/ 87 w 177"/>
                <a:gd name="T57" fmla="*/ 491 h 716"/>
                <a:gd name="T58" fmla="*/ 87 w 177"/>
                <a:gd name="T59" fmla="*/ 459 h 716"/>
                <a:gd name="T60" fmla="*/ 85 w 177"/>
                <a:gd name="T61" fmla="*/ 471 h 716"/>
                <a:gd name="T62" fmla="*/ 85 w 177"/>
                <a:gd name="T63" fmla="*/ 0 h 716"/>
                <a:gd name="T64" fmla="*/ 84 w 177"/>
                <a:gd name="T65" fmla="*/ 0 h 716"/>
                <a:gd name="T66" fmla="*/ 85 w 177"/>
                <a:gd name="T67" fmla="*/ 0 h 716"/>
                <a:gd name="T68" fmla="*/ 85 w 177"/>
                <a:gd name="T69" fmla="*/ 471 h 716"/>
                <a:gd name="T70" fmla="*/ 82 w 177"/>
                <a:gd name="T71" fmla="*/ 484 h 716"/>
                <a:gd name="T72" fmla="*/ 83 w 177"/>
                <a:gd name="T73" fmla="*/ 499 h 716"/>
                <a:gd name="T74" fmla="*/ 84 w 177"/>
                <a:gd name="T75" fmla="*/ 510 h 716"/>
                <a:gd name="T76" fmla="*/ 85 w 177"/>
                <a:gd name="T77" fmla="*/ 503 h 716"/>
                <a:gd name="T78" fmla="*/ 85 w 177"/>
                <a:gd name="T79" fmla="*/ 716 h 716"/>
                <a:gd name="T80" fmla="*/ 70 w 177"/>
                <a:gd name="T81" fmla="*/ 687 h 716"/>
                <a:gd name="T82" fmla="*/ 70 w 177"/>
                <a:gd name="T83" fmla="*/ 657 h 716"/>
                <a:gd name="T84" fmla="*/ 64 w 177"/>
                <a:gd name="T85" fmla="*/ 624 h 716"/>
                <a:gd name="T86" fmla="*/ 41 w 177"/>
                <a:gd name="T87" fmla="*/ 524 h 716"/>
                <a:gd name="T88" fmla="*/ 42 w 177"/>
                <a:gd name="T89" fmla="*/ 480 h 716"/>
                <a:gd name="T90" fmla="*/ 40 w 177"/>
                <a:gd name="T91" fmla="*/ 458 h 716"/>
                <a:gd name="T92" fmla="*/ 27 w 177"/>
                <a:gd name="T93" fmla="*/ 447 h 716"/>
                <a:gd name="T94" fmla="*/ 23 w 177"/>
                <a:gd name="T95" fmla="*/ 367 h 716"/>
                <a:gd name="T96" fmla="*/ 25 w 177"/>
                <a:gd name="T97" fmla="*/ 324 h 716"/>
                <a:gd name="T98" fmla="*/ 9 w 177"/>
                <a:gd name="T99" fmla="*/ 322 h 716"/>
                <a:gd name="T100" fmla="*/ 22 w 177"/>
                <a:gd name="T101" fmla="*/ 285 h 716"/>
                <a:gd name="T102" fmla="*/ 24 w 177"/>
                <a:gd name="T103" fmla="*/ 257 h 716"/>
                <a:gd name="T104" fmla="*/ 2 w 177"/>
                <a:gd name="T105" fmla="*/ 238 h 716"/>
                <a:gd name="T106" fmla="*/ 2 w 177"/>
                <a:gd name="T107" fmla="*/ 184 h 716"/>
                <a:gd name="T108" fmla="*/ 6 w 177"/>
                <a:gd name="T109" fmla="*/ 161 h 716"/>
                <a:gd name="T110" fmla="*/ 22 w 177"/>
                <a:gd name="T111" fmla="*/ 121 h 716"/>
                <a:gd name="T112" fmla="*/ 38 w 177"/>
                <a:gd name="T113" fmla="*/ 114 h 716"/>
                <a:gd name="T114" fmla="*/ 40 w 177"/>
                <a:gd name="T115" fmla="*/ 99 h 716"/>
                <a:gd name="T116" fmla="*/ 50 w 177"/>
                <a:gd name="T117" fmla="*/ 79 h 716"/>
                <a:gd name="T118" fmla="*/ 51 w 177"/>
                <a:gd name="T119" fmla="*/ 50 h 716"/>
                <a:gd name="T120" fmla="*/ 84 w 177"/>
                <a:gd name="T12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716">
                  <a:moveTo>
                    <a:pt x="85" y="0"/>
                  </a:moveTo>
                  <a:cubicBezTo>
                    <a:pt x="100" y="0"/>
                    <a:pt x="114" y="14"/>
                    <a:pt x="117" y="28"/>
                  </a:cubicBezTo>
                  <a:cubicBezTo>
                    <a:pt x="120" y="42"/>
                    <a:pt x="122" y="41"/>
                    <a:pt x="122" y="49"/>
                  </a:cubicBezTo>
                  <a:cubicBezTo>
                    <a:pt x="122" y="56"/>
                    <a:pt x="125" y="65"/>
                    <a:pt x="127" y="77"/>
                  </a:cubicBezTo>
                  <a:cubicBezTo>
                    <a:pt x="129" y="89"/>
                    <a:pt x="130" y="97"/>
                    <a:pt x="136" y="105"/>
                  </a:cubicBezTo>
                  <a:cubicBezTo>
                    <a:pt x="142" y="112"/>
                    <a:pt x="141" y="119"/>
                    <a:pt x="141" y="119"/>
                  </a:cubicBezTo>
                  <a:cubicBezTo>
                    <a:pt x="141" y="119"/>
                    <a:pt x="161" y="120"/>
                    <a:pt x="167" y="134"/>
                  </a:cubicBezTo>
                  <a:cubicBezTo>
                    <a:pt x="172" y="148"/>
                    <a:pt x="173" y="172"/>
                    <a:pt x="175" y="187"/>
                  </a:cubicBezTo>
                  <a:cubicBezTo>
                    <a:pt x="177" y="203"/>
                    <a:pt x="175" y="222"/>
                    <a:pt x="170" y="234"/>
                  </a:cubicBezTo>
                  <a:cubicBezTo>
                    <a:pt x="164" y="246"/>
                    <a:pt x="152" y="247"/>
                    <a:pt x="152" y="247"/>
                  </a:cubicBezTo>
                  <a:cubicBezTo>
                    <a:pt x="152" y="247"/>
                    <a:pt x="150" y="272"/>
                    <a:pt x="157" y="293"/>
                  </a:cubicBezTo>
                  <a:cubicBezTo>
                    <a:pt x="164" y="315"/>
                    <a:pt x="169" y="326"/>
                    <a:pt x="163" y="327"/>
                  </a:cubicBezTo>
                  <a:cubicBezTo>
                    <a:pt x="157" y="328"/>
                    <a:pt x="154" y="329"/>
                    <a:pt x="154" y="329"/>
                  </a:cubicBezTo>
                  <a:cubicBezTo>
                    <a:pt x="154" y="329"/>
                    <a:pt x="154" y="357"/>
                    <a:pt x="150" y="375"/>
                  </a:cubicBezTo>
                  <a:cubicBezTo>
                    <a:pt x="146" y="393"/>
                    <a:pt x="136" y="439"/>
                    <a:pt x="136" y="451"/>
                  </a:cubicBezTo>
                  <a:cubicBezTo>
                    <a:pt x="136" y="462"/>
                    <a:pt x="136" y="460"/>
                    <a:pt x="131" y="460"/>
                  </a:cubicBezTo>
                  <a:cubicBezTo>
                    <a:pt x="127" y="460"/>
                    <a:pt x="124" y="460"/>
                    <a:pt x="124" y="460"/>
                  </a:cubicBezTo>
                  <a:cubicBezTo>
                    <a:pt x="124" y="460"/>
                    <a:pt x="125" y="478"/>
                    <a:pt x="123" y="483"/>
                  </a:cubicBezTo>
                  <a:cubicBezTo>
                    <a:pt x="121" y="487"/>
                    <a:pt x="124" y="508"/>
                    <a:pt x="118" y="530"/>
                  </a:cubicBezTo>
                  <a:cubicBezTo>
                    <a:pt x="111" y="552"/>
                    <a:pt x="98" y="588"/>
                    <a:pt x="98" y="604"/>
                  </a:cubicBezTo>
                  <a:cubicBezTo>
                    <a:pt x="98" y="620"/>
                    <a:pt x="104" y="639"/>
                    <a:pt x="112" y="647"/>
                  </a:cubicBezTo>
                  <a:cubicBezTo>
                    <a:pt x="119" y="654"/>
                    <a:pt x="129" y="670"/>
                    <a:pt x="124" y="674"/>
                  </a:cubicBezTo>
                  <a:cubicBezTo>
                    <a:pt x="118" y="678"/>
                    <a:pt x="111" y="677"/>
                    <a:pt x="105" y="676"/>
                  </a:cubicBezTo>
                  <a:cubicBezTo>
                    <a:pt x="100" y="674"/>
                    <a:pt x="97" y="669"/>
                    <a:pt x="97" y="669"/>
                  </a:cubicBezTo>
                  <a:cubicBezTo>
                    <a:pt x="97" y="669"/>
                    <a:pt x="97" y="677"/>
                    <a:pt x="99" y="683"/>
                  </a:cubicBezTo>
                  <a:cubicBezTo>
                    <a:pt x="102" y="690"/>
                    <a:pt x="99" y="716"/>
                    <a:pt x="89" y="716"/>
                  </a:cubicBezTo>
                  <a:cubicBezTo>
                    <a:pt x="87" y="716"/>
                    <a:pt x="86" y="716"/>
                    <a:pt x="85" y="716"/>
                  </a:cubicBezTo>
                  <a:cubicBezTo>
                    <a:pt x="85" y="503"/>
                    <a:pt x="85" y="503"/>
                    <a:pt x="85" y="503"/>
                  </a:cubicBezTo>
                  <a:cubicBezTo>
                    <a:pt x="85" y="499"/>
                    <a:pt x="86" y="494"/>
                    <a:pt x="87" y="491"/>
                  </a:cubicBezTo>
                  <a:cubicBezTo>
                    <a:pt x="89" y="486"/>
                    <a:pt x="87" y="475"/>
                    <a:pt x="87" y="459"/>
                  </a:cubicBezTo>
                  <a:cubicBezTo>
                    <a:pt x="87" y="459"/>
                    <a:pt x="86" y="465"/>
                    <a:pt x="85" y="471"/>
                  </a:cubicBezTo>
                  <a:lnTo>
                    <a:pt x="85" y="0"/>
                  </a:lnTo>
                  <a:close/>
                  <a:moveTo>
                    <a:pt x="84" y="0"/>
                  </a:moveTo>
                  <a:cubicBezTo>
                    <a:pt x="85" y="0"/>
                    <a:pt x="85" y="0"/>
                    <a:pt x="85" y="0"/>
                  </a:cubicBezTo>
                  <a:cubicBezTo>
                    <a:pt x="85" y="471"/>
                    <a:pt x="85" y="471"/>
                    <a:pt x="85" y="471"/>
                  </a:cubicBezTo>
                  <a:cubicBezTo>
                    <a:pt x="84" y="476"/>
                    <a:pt x="83" y="481"/>
                    <a:pt x="82" y="484"/>
                  </a:cubicBezTo>
                  <a:cubicBezTo>
                    <a:pt x="81" y="490"/>
                    <a:pt x="83" y="495"/>
                    <a:pt x="83" y="499"/>
                  </a:cubicBezTo>
                  <a:cubicBezTo>
                    <a:pt x="83" y="504"/>
                    <a:pt x="84" y="510"/>
                    <a:pt x="84" y="510"/>
                  </a:cubicBezTo>
                  <a:cubicBezTo>
                    <a:pt x="84" y="510"/>
                    <a:pt x="84" y="507"/>
                    <a:pt x="85" y="503"/>
                  </a:cubicBezTo>
                  <a:cubicBezTo>
                    <a:pt x="85" y="716"/>
                    <a:pt x="85" y="716"/>
                    <a:pt x="85" y="716"/>
                  </a:cubicBezTo>
                  <a:cubicBezTo>
                    <a:pt x="76" y="713"/>
                    <a:pt x="70" y="702"/>
                    <a:pt x="70" y="687"/>
                  </a:cubicBezTo>
                  <a:cubicBezTo>
                    <a:pt x="71" y="670"/>
                    <a:pt x="67" y="667"/>
                    <a:pt x="70" y="657"/>
                  </a:cubicBezTo>
                  <a:cubicBezTo>
                    <a:pt x="73" y="647"/>
                    <a:pt x="69" y="640"/>
                    <a:pt x="64" y="624"/>
                  </a:cubicBezTo>
                  <a:cubicBezTo>
                    <a:pt x="59" y="609"/>
                    <a:pt x="40" y="541"/>
                    <a:pt x="41" y="524"/>
                  </a:cubicBezTo>
                  <a:cubicBezTo>
                    <a:pt x="42" y="506"/>
                    <a:pt x="44" y="491"/>
                    <a:pt x="42" y="480"/>
                  </a:cubicBezTo>
                  <a:cubicBezTo>
                    <a:pt x="41" y="468"/>
                    <a:pt x="40" y="458"/>
                    <a:pt x="40" y="458"/>
                  </a:cubicBezTo>
                  <a:cubicBezTo>
                    <a:pt x="40" y="458"/>
                    <a:pt x="27" y="463"/>
                    <a:pt x="27" y="447"/>
                  </a:cubicBezTo>
                  <a:cubicBezTo>
                    <a:pt x="27" y="430"/>
                    <a:pt x="25" y="382"/>
                    <a:pt x="23" y="367"/>
                  </a:cubicBezTo>
                  <a:cubicBezTo>
                    <a:pt x="22" y="353"/>
                    <a:pt x="25" y="324"/>
                    <a:pt x="25" y="324"/>
                  </a:cubicBezTo>
                  <a:cubicBezTo>
                    <a:pt x="25" y="324"/>
                    <a:pt x="13" y="323"/>
                    <a:pt x="9" y="322"/>
                  </a:cubicBezTo>
                  <a:cubicBezTo>
                    <a:pt x="5" y="320"/>
                    <a:pt x="19" y="295"/>
                    <a:pt x="22" y="285"/>
                  </a:cubicBezTo>
                  <a:cubicBezTo>
                    <a:pt x="25" y="275"/>
                    <a:pt x="24" y="257"/>
                    <a:pt x="24" y="257"/>
                  </a:cubicBezTo>
                  <a:cubicBezTo>
                    <a:pt x="24" y="257"/>
                    <a:pt x="3" y="256"/>
                    <a:pt x="2" y="238"/>
                  </a:cubicBezTo>
                  <a:cubicBezTo>
                    <a:pt x="1" y="221"/>
                    <a:pt x="0" y="195"/>
                    <a:pt x="2" y="184"/>
                  </a:cubicBezTo>
                  <a:cubicBezTo>
                    <a:pt x="3" y="174"/>
                    <a:pt x="4" y="175"/>
                    <a:pt x="6" y="161"/>
                  </a:cubicBezTo>
                  <a:cubicBezTo>
                    <a:pt x="7" y="147"/>
                    <a:pt x="14" y="122"/>
                    <a:pt x="22" y="121"/>
                  </a:cubicBezTo>
                  <a:cubicBezTo>
                    <a:pt x="29" y="120"/>
                    <a:pt x="38" y="114"/>
                    <a:pt x="38" y="114"/>
                  </a:cubicBezTo>
                  <a:cubicBezTo>
                    <a:pt x="38" y="114"/>
                    <a:pt x="31" y="106"/>
                    <a:pt x="40" y="99"/>
                  </a:cubicBezTo>
                  <a:cubicBezTo>
                    <a:pt x="49" y="92"/>
                    <a:pt x="54" y="89"/>
                    <a:pt x="50" y="79"/>
                  </a:cubicBezTo>
                  <a:cubicBezTo>
                    <a:pt x="46" y="70"/>
                    <a:pt x="49" y="63"/>
                    <a:pt x="51" y="50"/>
                  </a:cubicBezTo>
                  <a:cubicBezTo>
                    <a:pt x="53" y="38"/>
                    <a:pt x="59" y="0"/>
                    <a:pt x="8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0" name="Freeform 26"/>
            <p:cNvSpPr>
              <a:spLocks/>
            </p:cNvSpPr>
            <p:nvPr/>
          </p:nvSpPr>
          <p:spPr bwMode="auto">
            <a:xfrm>
              <a:off x="7669213" y="1865313"/>
              <a:ext cx="157163" cy="304800"/>
            </a:xfrm>
            <a:custGeom>
              <a:avLst/>
              <a:gdLst>
                <a:gd name="T0" fmla="*/ 0 w 42"/>
                <a:gd name="T1" fmla="*/ 2 h 81"/>
                <a:gd name="T2" fmla="*/ 11 w 42"/>
                <a:gd name="T3" fmla="*/ 18 h 81"/>
                <a:gd name="T4" fmla="*/ 18 w 42"/>
                <a:gd name="T5" fmla="*/ 57 h 81"/>
                <a:gd name="T6" fmla="*/ 26 w 42"/>
                <a:gd name="T7" fmla="*/ 41 h 81"/>
                <a:gd name="T8" fmla="*/ 29 w 42"/>
                <a:gd name="T9" fmla="*/ 22 h 81"/>
                <a:gd name="T10" fmla="*/ 41 w 42"/>
                <a:gd name="T11" fmla="*/ 0 h 81"/>
                <a:gd name="T12" fmla="*/ 41 w 42"/>
                <a:gd name="T13" fmla="*/ 15 h 81"/>
                <a:gd name="T14" fmla="*/ 29 w 42"/>
                <a:gd name="T15" fmla="*/ 51 h 81"/>
                <a:gd name="T16" fmla="*/ 20 w 42"/>
                <a:gd name="T17" fmla="*/ 77 h 81"/>
                <a:gd name="T18" fmla="*/ 9 w 42"/>
                <a:gd name="T19" fmla="*/ 53 h 81"/>
                <a:gd name="T20" fmla="*/ 0 w 42"/>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1">
                  <a:moveTo>
                    <a:pt x="0" y="2"/>
                  </a:moveTo>
                  <a:cubicBezTo>
                    <a:pt x="0" y="2"/>
                    <a:pt x="11" y="11"/>
                    <a:pt x="11" y="18"/>
                  </a:cubicBezTo>
                  <a:cubicBezTo>
                    <a:pt x="11" y="26"/>
                    <a:pt x="16" y="50"/>
                    <a:pt x="18" y="57"/>
                  </a:cubicBezTo>
                  <a:cubicBezTo>
                    <a:pt x="21" y="64"/>
                    <a:pt x="22" y="48"/>
                    <a:pt x="26" y="41"/>
                  </a:cubicBezTo>
                  <a:cubicBezTo>
                    <a:pt x="30" y="34"/>
                    <a:pt x="31" y="27"/>
                    <a:pt x="29" y="22"/>
                  </a:cubicBezTo>
                  <a:cubicBezTo>
                    <a:pt x="27" y="16"/>
                    <a:pt x="35" y="14"/>
                    <a:pt x="41" y="0"/>
                  </a:cubicBezTo>
                  <a:cubicBezTo>
                    <a:pt x="42" y="5"/>
                    <a:pt x="41" y="9"/>
                    <a:pt x="41" y="15"/>
                  </a:cubicBezTo>
                  <a:cubicBezTo>
                    <a:pt x="41" y="20"/>
                    <a:pt x="32" y="46"/>
                    <a:pt x="29" y="51"/>
                  </a:cubicBezTo>
                  <a:cubicBezTo>
                    <a:pt x="27" y="56"/>
                    <a:pt x="20" y="72"/>
                    <a:pt x="20" y="77"/>
                  </a:cubicBezTo>
                  <a:cubicBezTo>
                    <a:pt x="19" y="81"/>
                    <a:pt x="13" y="68"/>
                    <a:pt x="9" y="53"/>
                  </a:cubicBezTo>
                  <a:cubicBezTo>
                    <a:pt x="6" y="38"/>
                    <a:pt x="0" y="16"/>
                    <a:pt x="0" y="2"/>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1" name="Freeform 28"/>
            <p:cNvSpPr>
              <a:spLocks/>
            </p:cNvSpPr>
            <p:nvPr/>
          </p:nvSpPr>
          <p:spPr bwMode="auto">
            <a:xfrm>
              <a:off x="7807326" y="2422525"/>
              <a:ext cx="34925" cy="68262"/>
            </a:xfrm>
            <a:custGeom>
              <a:avLst/>
              <a:gdLst>
                <a:gd name="T0" fmla="*/ 2 w 9"/>
                <a:gd name="T1" fmla="*/ 0 h 18"/>
                <a:gd name="T2" fmla="*/ 0 w 9"/>
                <a:gd name="T3" fmla="*/ 14 h 18"/>
                <a:gd name="T4" fmla="*/ 9 w 9"/>
                <a:gd name="T5" fmla="*/ 14 h 18"/>
                <a:gd name="T6" fmla="*/ 9 w 9"/>
                <a:gd name="T7" fmla="*/ 0 h 18"/>
                <a:gd name="T8" fmla="*/ 2 w 9"/>
                <a:gd name="T9" fmla="*/ 0 h 18"/>
              </a:gdLst>
              <a:ahLst/>
              <a:cxnLst>
                <a:cxn ang="0">
                  <a:pos x="T0" y="T1"/>
                </a:cxn>
                <a:cxn ang="0">
                  <a:pos x="T2" y="T3"/>
                </a:cxn>
                <a:cxn ang="0">
                  <a:pos x="T4" y="T5"/>
                </a:cxn>
                <a:cxn ang="0">
                  <a:pos x="T6" y="T7"/>
                </a:cxn>
                <a:cxn ang="0">
                  <a:pos x="T8" y="T9"/>
                </a:cxn>
              </a:cxnLst>
              <a:rect l="0" t="0" r="r" b="b"/>
              <a:pathLst>
                <a:path w="9" h="18">
                  <a:moveTo>
                    <a:pt x="2" y="0"/>
                  </a:moveTo>
                  <a:cubicBezTo>
                    <a:pt x="2" y="0"/>
                    <a:pt x="1" y="11"/>
                    <a:pt x="0" y="14"/>
                  </a:cubicBezTo>
                  <a:cubicBezTo>
                    <a:pt x="0" y="18"/>
                    <a:pt x="9" y="14"/>
                    <a:pt x="9" y="14"/>
                  </a:cubicBezTo>
                  <a:cubicBezTo>
                    <a:pt x="9" y="0"/>
                    <a:pt x="9" y="0"/>
                    <a:pt x="9" y="0"/>
                  </a:cubicBezTo>
                  <a:lnTo>
                    <a:pt x="2" y="0"/>
                  </a:ln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22" name="Group 21"/>
          <p:cNvGrpSpPr/>
          <p:nvPr/>
        </p:nvGrpSpPr>
        <p:grpSpPr>
          <a:xfrm>
            <a:off x="1923280" y="1963262"/>
            <a:ext cx="970542" cy="3868195"/>
            <a:chOff x="5381626" y="1727200"/>
            <a:chExt cx="220663" cy="879475"/>
          </a:xfrm>
          <a:solidFill>
            <a:srgbClr val="F39C12"/>
          </a:solidFill>
        </p:grpSpPr>
        <p:sp>
          <p:nvSpPr>
            <p:cNvPr id="23" name="Freeform 40"/>
            <p:cNvSpPr>
              <a:spLocks/>
            </p:cNvSpPr>
            <p:nvPr/>
          </p:nvSpPr>
          <p:spPr bwMode="auto">
            <a:xfrm>
              <a:off x="5381626" y="1727200"/>
              <a:ext cx="220663" cy="879475"/>
            </a:xfrm>
            <a:custGeom>
              <a:avLst/>
              <a:gdLst>
                <a:gd name="T0" fmla="*/ 34 w 59"/>
                <a:gd name="T1" fmla="*/ 0 h 234"/>
                <a:gd name="T2" fmla="*/ 24 w 59"/>
                <a:gd name="T3" fmla="*/ 13 h 234"/>
                <a:gd name="T4" fmla="*/ 26 w 59"/>
                <a:gd name="T5" fmla="*/ 21 h 234"/>
                <a:gd name="T6" fmla="*/ 27 w 59"/>
                <a:gd name="T7" fmla="*/ 26 h 234"/>
                <a:gd name="T8" fmla="*/ 28 w 59"/>
                <a:gd name="T9" fmla="*/ 30 h 234"/>
                <a:gd name="T10" fmla="*/ 27 w 59"/>
                <a:gd name="T11" fmla="*/ 32 h 234"/>
                <a:gd name="T12" fmla="*/ 24 w 59"/>
                <a:gd name="T13" fmla="*/ 34 h 234"/>
                <a:gd name="T14" fmla="*/ 17 w 59"/>
                <a:gd name="T15" fmla="*/ 37 h 234"/>
                <a:gd name="T16" fmla="*/ 9 w 59"/>
                <a:gd name="T17" fmla="*/ 42 h 234"/>
                <a:gd name="T18" fmla="*/ 8 w 59"/>
                <a:gd name="T19" fmla="*/ 48 h 234"/>
                <a:gd name="T20" fmla="*/ 6 w 59"/>
                <a:gd name="T21" fmla="*/ 56 h 234"/>
                <a:gd name="T22" fmla="*/ 3 w 59"/>
                <a:gd name="T23" fmla="*/ 77 h 234"/>
                <a:gd name="T24" fmla="*/ 13 w 59"/>
                <a:gd name="T25" fmla="*/ 81 h 234"/>
                <a:gd name="T26" fmla="*/ 13 w 59"/>
                <a:gd name="T27" fmla="*/ 89 h 234"/>
                <a:gd name="T28" fmla="*/ 12 w 59"/>
                <a:gd name="T29" fmla="*/ 98 h 234"/>
                <a:gd name="T30" fmla="*/ 12 w 59"/>
                <a:gd name="T31" fmla="*/ 124 h 234"/>
                <a:gd name="T32" fmla="*/ 12 w 59"/>
                <a:gd name="T33" fmla="*/ 151 h 234"/>
                <a:gd name="T34" fmla="*/ 20 w 59"/>
                <a:gd name="T35" fmla="*/ 153 h 234"/>
                <a:gd name="T36" fmla="*/ 23 w 59"/>
                <a:gd name="T37" fmla="*/ 152 h 234"/>
                <a:gd name="T38" fmla="*/ 24 w 59"/>
                <a:gd name="T39" fmla="*/ 161 h 234"/>
                <a:gd name="T40" fmla="*/ 24 w 59"/>
                <a:gd name="T41" fmla="*/ 187 h 234"/>
                <a:gd name="T42" fmla="*/ 26 w 59"/>
                <a:gd name="T43" fmla="*/ 208 h 234"/>
                <a:gd name="T44" fmla="*/ 23 w 59"/>
                <a:gd name="T45" fmla="*/ 223 h 234"/>
                <a:gd name="T46" fmla="*/ 19 w 59"/>
                <a:gd name="T47" fmla="*/ 229 h 234"/>
                <a:gd name="T48" fmla="*/ 18 w 59"/>
                <a:gd name="T49" fmla="*/ 232 h 234"/>
                <a:gd name="T50" fmla="*/ 29 w 59"/>
                <a:gd name="T51" fmla="*/ 231 h 234"/>
                <a:gd name="T52" fmla="*/ 31 w 59"/>
                <a:gd name="T53" fmla="*/ 224 h 234"/>
                <a:gd name="T54" fmla="*/ 33 w 59"/>
                <a:gd name="T55" fmla="*/ 220 h 234"/>
                <a:gd name="T56" fmla="*/ 33 w 59"/>
                <a:gd name="T57" fmla="*/ 223 h 234"/>
                <a:gd name="T58" fmla="*/ 31 w 59"/>
                <a:gd name="T59" fmla="*/ 230 h 234"/>
                <a:gd name="T60" fmla="*/ 34 w 59"/>
                <a:gd name="T61" fmla="*/ 234 h 234"/>
                <a:gd name="T62" fmla="*/ 43 w 59"/>
                <a:gd name="T63" fmla="*/ 230 h 234"/>
                <a:gd name="T64" fmla="*/ 44 w 59"/>
                <a:gd name="T65" fmla="*/ 220 h 234"/>
                <a:gd name="T66" fmla="*/ 44 w 59"/>
                <a:gd name="T67" fmla="*/ 211 h 234"/>
                <a:gd name="T68" fmla="*/ 47 w 59"/>
                <a:gd name="T69" fmla="*/ 191 h 234"/>
                <a:gd name="T70" fmla="*/ 50 w 59"/>
                <a:gd name="T71" fmla="*/ 166 h 234"/>
                <a:gd name="T72" fmla="*/ 49 w 59"/>
                <a:gd name="T73" fmla="*/ 154 h 234"/>
                <a:gd name="T74" fmla="*/ 49 w 59"/>
                <a:gd name="T75" fmla="*/ 151 h 234"/>
                <a:gd name="T76" fmla="*/ 56 w 59"/>
                <a:gd name="T77" fmla="*/ 149 h 234"/>
                <a:gd name="T78" fmla="*/ 55 w 59"/>
                <a:gd name="T79" fmla="*/ 127 h 234"/>
                <a:gd name="T80" fmla="*/ 54 w 59"/>
                <a:gd name="T81" fmla="*/ 106 h 234"/>
                <a:gd name="T82" fmla="*/ 54 w 59"/>
                <a:gd name="T83" fmla="*/ 99 h 234"/>
                <a:gd name="T84" fmla="*/ 54 w 59"/>
                <a:gd name="T85" fmla="*/ 94 h 234"/>
                <a:gd name="T86" fmla="*/ 52 w 59"/>
                <a:gd name="T87" fmla="*/ 87 h 234"/>
                <a:gd name="T88" fmla="*/ 58 w 59"/>
                <a:gd name="T89" fmla="*/ 82 h 234"/>
                <a:gd name="T90" fmla="*/ 59 w 59"/>
                <a:gd name="T91" fmla="*/ 62 h 234"/>
                <a:gd name="T92" fmla="*/ 58 w 59"/>
                <a:gd name="T93" fmla="*/ 45 h 234"/>
                <a:gd name="T94" fmla="*/ 55 w 59"/>
                <a:gd name="T95" fmla="*/ 40 h 234"/>
                <a:gd name="T96" fmla="*/ 47 w 59"/>
                <a:gd name="T97" fmla="*/ 38 h 234"/>
                <a:gd name="T98" fmla="*/ 42 w 59"/>
                <a:gd name="T99" fmla="*/ 33 h 234"/>
                <a:gd name="T100" fmla="*/ 40 w 59"/>
                <a:gd name="T101" fmla="*/ 28 h 234"/>
                <a:gd name="T102" fmla="*/ 42 w 59"/>
                <a:gd name="T103" fmla="*/ 22 h 234"/>
                <a:gd name="T104" fmla="*/ 44 w 59"/>
                <a:gd name="T105" fmla="*/ 13 h 234"/>
                <a:gd name="T106" fmla="*/ 34 w 59"/>
                <a:gd name="T10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234">
                  <a:moveTo>
                    <a:pt x="34" y="0"/>
                  </a:moveTo>
                  <a:cubicBezTo>
                    <a:pt x="26" y="0"/>
                    <a:pt x="24" y="6"/>
                    <a:pt x="24" y="13"/>
                  </a:cubicBezTo>
                  <a:cubicBezTo>
                    <a:pt x="22" y="13"/>
                    <a:pt x="23" y="22"/>
                    <a:pt x="26" y="21"/>
                  </a:cubicBezTo>
                  <a:cubicBezTo>
                    <a:pt x="25" y="22"/>
                    <a:pt x="26" y="26"/>
                    <a:pt x="27" y="26"/>
                  </a:cubicBezTo>
                  <a:cubicBezTo>
                    <a:pt x="28" y="27"/>
                    <a:pt x="28" y="28"/>
                    <a:pt x="28" y="30"/>
                  </a:cubicBezTo>
                  <a:cubicBezTo>
                    <a:pt x="28" y="31"/>
                    <a:pt x="27" y="32"/>
                    <a:pt x="27" y="32"/>
                  </a:cubicBezTo>
                  <a:cubicBezTo>
                    <a:pt x="27" y="32"/>
                    <a:pt x="24" y="33"/>
                    <a:pt x="24" y="34"/>
                  </a:cubicBezTo>
                  <a:cubicBezTo>
                    <a:pt x="23" y="36"/>
                    <a:pt x="21" y="37"/>
                    <a:pt x="17" y="37"/>
                  </a:cubicBezTo>
                  <a:cubicBezTo>
                    <a:pt x="14" y="38"/>
                    <a:pt x="9" y="40"/>
                    <a:pt x="9" y="42"/>
                  </a:cubicBezTo>
                  <a:cubicBezTo>
                    <a:pt x="9" y="44"/>
                    <a:pt x="9" y="49"/>
                    <a:pt x="8" y="48"/>
                  </a:cubicBezTo>
                  <a:cubicBezTo>
                    <a:pt x="7" y="48"/>
                    <a:pt x="7" y="52"/>
                    <a:pt x="6" y="56"/>
                  </a:cubicBezTo>
                  <a:cubicBezTo>
                    <a:pt x="5" y="60"/>
                    <a:pt x="0" y="73"/>
                    <a:pt x="3" y="77"/>
                  </a:cubicBezTo>
                  <a:cubicBezTo>
                    <a:pt x="6" y="81"/>
                    <a:pt x="13" y="81"/>
                    <a:pt x="13" y="81"/>
                  </a:cubicBezTo>
                  <a:cubicBezTo>
                    <a:pt x="13" y="81"/>
                    <a:pt x="13" y="84"/>
                    <a:pt x="13" y="89"/>
                  </a:cubicBezTo>
                  <a:cubicBezTo>
                    <a:pt x="12" y="94"/>
                    <a:pt x="11" y="98"/>
                    <a:pt x="12" y="98"/>
                  </a:cubicBezTo>
                  <a:cubicBezTo>
                    <a:pt x="13" y="98"/>
                    <a:pt x="12" y="115"/>
                    <a:pt x="12" y="124"/>
                  </a:cubicBezTo>
                  <a:cubicBezTo>
                    <a:pt x="12" y="133"/>
                    <a:pt x="12" y="150"/>
                    <a:pt x="12" y="151"/>
                  </a:cubicBezTo>
                  <a:cubicBezTo>
                    <a:pt x="12" y="153"/>
                    <a:pt x="18" y="153"/>
                    <a:pt x="20" y="153"/>
                  </a:cubicBezTo>
                  <a:cubicBezTo>
                    <a:pt x="21" y="153"/>
                    <a:pt x="23" y="152"/>
                    <a:pt x="23" y="152"/>
                  </a:cubicBezTo>
                  <a:cubicBezTo>
                    <a:pt x="23" y="152"/>
                    <a:pt x="23" y="158"/>
                    <a:pt x="24" y="161"/>
                  </a:cubicBezTo>
                  <a:cubicBezTo>
                    <a:pt x="24" y="165"/>
                    <a:pt x="24" y="183"/>
                    <a:pt x="24" y="187"/>
                  </a:cubicBezTo>
                  <a:cubicBezTo>
                    <a:pt x="25" y="192"/>
                    <a:pt x="26" y="202"/>
                    <a:pt x="26" y="208"/>
                  </a:cubicBezTo>
                  <a:cubicBezTo>
                    <a:pt x="26" y="214"/>
                    <a:pt x="24" y="220"/>
                    <a:pt x="23" y="223"/>
                  </a:cubicBezTo>
                  <a:cubicBezTo>
                    <a:pt x="21" y="226"/>
                    <a:pt x="20" y="228"/>
                    <a:pt x="19" y="229"/>
                  </a:cubicBezTo>
                  <a:cubicBezTo>
                    <a:pt x="17" y="230"/>
                    <a:pt x="15" y="232"/>
                    <a:pt x="18" y="232"/>
                  </a:cubicBezTo>
                  <a:cubicBezTo>
                    <a:pt x="21" y="232"/>
                    <a:pt x="28" y="232"/>
                    <a:pt x="29" y="231"/>
                  </a:cubicBezTo>
                  <a:cubicBezTo>
                    <a:pt x="31" y="230"/>
                    <a:pt x="30" y="226"/>
                    <a:pt x="31" y="224"/>
                  </a:cubicBezTo>
                  <a:cubicBezTo>
                    <a:pt x="32" y="222"/>
                    <a:pt x="33" y="220"/>
                    <a:pt x="33" y="220"/>
                  </a:cubicBezTo>
                  <a:cubicBezTo>
                    <a:pt x="33" y="223"/>
                    <a:pt x="33" y="223"/>
                    <a:pt x="33" y="223"/>
                  </a:cubicBezTo>
                  <a:cubicBezTo>
                    <a:pt x="33" y="223"/>
                    <a:pt x="31" y="228"/>
                    <a:pt x="31" y="230"/>
                  </a:cubicBezTo>
                  <a:cubicBezTo>
                    <a:pt x="32" y="231"/>
                    <a:pt x="31" y="234"/>
                    <a:pt x="34" y="234"/>
                  </a:cubicBezTo>
                  <a:cubicBezTo>
                    <a:pt x="36" y="234"/>
                    <a:pt x="42" y="232"/>
                    <a:pt x="43" y="230"/>
                  </a:cubicBezTo>
                  <a:cubicBezTo>
                    <a:pt x="44" y="228"/>
                    <a:pt x="43" y="222"/>
                    <a:pt x="44" y="220"/>
                  </a:cubicBezTo>
                  <a:cubicBezTo>
                    <a:pt x="45" y="218"/>
                    <a:pt x="44" y="215"/>
                    <a:pt x="44" y="211"/>
                  </a:cubicBezTo>
                  <a:cubicBezTo>
                    <a:pt x="43" y="208"/>
                    <a:pt x="44" y="197"/>
                    <a:pt x="47" y="191"/>
                  </a:cubicBezTo>
                  <a:cubicBezTo>
                    <a:pt x="49" y="184"/>
                    <a:pt x="50" y="172"/>
                    <a:pt x="50" y="166"/>
                  </a:cubicBezTo>
                  <a:cubicBezTo>
                    <a:pt x="49" y="160"/>
                    <a:pt x="49" y="156"/>
                    <a:pt x="49" y="154"/>
                  </a:cubicBezTo>
                  <a:cubicBezTo>
                    <a:pt x="49" y="151"/>
                    <a:pt x="49" y="151"/>
                    <a:pt x="49" y="151"/>
                  </a:cubicBezTo>
                  <a:cubicBezTo>
                    <a:pt x="49" y="151"/>
                    <a:pt x="56" y="151"/>
                    <a:pt x="56" y="149"/>
                  </a:cubicBezTo>
                  <a:cubicBezTo>
                    <a:pt x="56" y="148"/>
                    <a:pt x="55" y="134"/>
                    <a:pt x="55" y="127"/>
                  </a:cubicBezTo>
                  <a:cubicBezTo>
                    <a:pt x="55" y="120"/>
                    <a:pt x="55" y="111"/>
                    <a:pt x="54" y="106"/>
                  </a:cubicBezTo>
                  <a:cubicBezTo>
                    <a:pt x="54" y="101"/>
                    <a:pt x="54" y="99"/>
                    <a:pt x="54" y="99"/>
                  </a:cubicBezTo>
                  <a:cubicBezTo>
                    <a:pt x="54" y="99"/>
                    <a:pt x="54" y="98"/>
                    <a:pt x="54" y="94"/>
                  </a:cubicBezTo>
                  <a:cubicBezTo>
                    <a:pt x="53" y="90"/>
                    <a:pt x="52" y="87"/>
                    <a:pt x="52" y="87"/>
                  </a:cubicBezTo>
                  <a:cubicBezTo>
                    <a:pt x="52" y="87"/>
                    <a:pt x="57" y="87"/>
                    <a:pt x="58" y="82"/>
                  </a:cubicBezTo>
                  <a:cubicBezTo>
                    <a:pt x="59" y="78"/>
                    <a:pt x="59" y="71"/>
                    <a:pt x="59" y="62"/>
                  </a:cubicBezTo>
                  <a:cubicBezTo>
                    <a:pt x="59" y="53"/>
                    <a:pt x="58" y="47"/>
                    <a:pt x="58" y="45"/>
                  </a:cubicBezTo>
                  <a:cubicBezTo>
                    <a:pt x="58" y="42"/>
                    <a:pt x="58" y="41"/>
                    <a:pt x="55" y="40"/>
                  </a:cubicBezTo>
                  <a:cubicBezTo>
                    <a:pt x="52" y="40"/>
                    <a:pt x="50" y="40"/>
                    <a:pt x="47" y="38"/>
                  </a:cubicBezTo>
                  <a:cubicBezTo>
                    <a:pt x="44" y="36"/>
                    <a:pt x="43" y="34"/>
                    <a:pt x="42" y="33"/>
                  </a:cubicBezTo>
                  <a:cubicBezTo>
                    <a:pt x="40" y="32"/>
                    <a:pt x="39" y="30"/>
                    <a:pt x="40" y="28"/>
                  </a:cubicBezTo>
                  <a:cubicBezTo>
                    <a:pt x="40" y="27"/>
                    <a:pt x="42" y="25"/>
                    <a:pt x="42" y="22"/>
                  </a:cubicBezTo>
                  <a:cubicBezTo>
                    <a:pt x="45" y="22"/>
                    <a:pt x="45" y="13"/>
                    <a:pt x="44" y="13"/>
                  </a:cubicBezTo>
                  <a:cubicBezTo>
                    <a:pt x="43" y="7"/>
                    <a:pt x="42" y="0"/>
                    <a:pt x="3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4" name="Freeform 41"/>
            <p:cNvSpPr>
              <a:spLocks/>
            </p:cNvSpPr>
            <p:nvPr/>
          </p:nvSpPr>
          <p:spPr bwMode="auto">
            <a:xfrm>
              <a:off x="5472113" y="1846263"/>
              <a:ext cx="66675" cy="136525"/>
            </a:xfrm>
            <a:custGeom>
              <a:avLst/>
              <a:gdLst>
                <a:gd name="T0" fmla="*/ 4 w 18"/>
                <a:gd name="T1" fmla="*/ 0 h 36"/>
                <a:gd name="T2" fmla="*/ 3 w 18"/>
                <a:gd name="T3" fmla="*/ 0 h 36"/>
                <a:gd name="T4" fmla="*/ 2 w 18"/>
                <a:gd name="T5" fmla="*/ 0 h 36"/>
                <a:gd name="T6" fmla="*/ 0 w 18"/>
                <a:gd name="T7" fmla="*/ 16 h 36"/>
                <a:gd name="T8" fmla="*/ 4 w 18"/>
                <a:gd name="T9" fmla="*/ 29 h 36"/>
                <a:gd name="T10" fmla="*/ 5 w 18"/>
                <a:gd name="T11" fmla="*/ 36 h 36"/>
                <a:gd name="T12" fmla="*/ 8 w 18"/>
                <a:gd name="T13" fmla="*/ 25 h 36"/>
                <a:gd name="T14" fmla="*/ 15 w 18"/>
                <a:gd name="T15" fmla="*/ 11 h 36"/>
                <a:gd name="T16" fmla="*/ 18 w 18"/>
                <a:gd name="T17" fmla="*/ 1 h 36"/>
                <a:gd name="T18" fmla="*/ 18 w 18"/>
                <a:gd name="T19" fmla="*/ 1 h 36"/>
                <a:gd name="T20" fmla="*/ 16 w 18"/>
                <a:gd name="T21" fmla="*/ 0 h 36"/>
                <a:gd name="T22" fmla="*/ 14 w 18"/>
                <a:gd name="T23" fmla="*/ 5 h 36"/>
                <a:gd name="T24" fmla="*/ 10 w 18"/>
                <a:gd name="T25" fmla="*/ 9 h 36"/>
                <a:gd name="T26" fmla="*/ 10 w 18"/>
                <a:gd name="T27" fmla="*/ 13 h 36"/>
                <a:gd name="T28" fmla="*/ 8 w 18"/>
                <a:gd name="T29" fmla="*/ 15 h 36"/>
                <a:gd name="T30" fmla="*/ 8 w 18"/>
                <a:gd name="T31" fmla="*/ 12 h 36"/>
                <a:gd name="T32" fmla="*/ 6 w 18"/>
                <a:gd name="T33" fmla="*/ 10 h 36"/>
                <a:gd name="T34" fmla="*/ 4 w 1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6">
                  <a:moveTo>
                    <a:pt x="4" y="0"/>
                  </a:moveTo>
                  <a:cubicBezTo>
                    <a:pt x="3" y="0"/>
                    <a:pt x="3" y="0"/>
                    <a:pt x="3" y="0"/>
                  </a:cubicBezTo>
                  <a:cubicBezTo>
                    <a:pt x="3" y="0"/>
                    <a:pt x="3" y="0"/>
                    <a:pt x="2" y="0"/>
                  </a:cubicBezTo>
                  <a:cubicBezTo>
                    <a:pt x="1" y="3"/>
                    <a:pt x="0" y="13"/>
                    <a:pt x="0" y="16"/>
                  </a:cubicBezTo>
                  <a:cubicBezTo>
                    <a:pt x="0" y="19"/>
                    <a:pt x="3" y="26"/>
                    <a:pt x="4" y="29"/>
                  </a:cubicBezTo>
                  <a:cubicBezTo>
                    <a:pt x="5" y="32"/>
                    <a:pt x="5" y="36"/>
                    <a:pt x="5" y="36"/>
                  </a:cubicBezTo>
                  <a:cubicBezTo>
                    <a:pt x="5" y="36"/>
                    <a:pt x="6" y="30"/>
                    <a:pt x="8" y="25"/>
                  </a:cubicBezTo>
                  <a:cubicBezTo>
                    <a:pt x="10" y="21"/>
                    <a:pt x="13" y="15"/>
                    <a:pt x="15" y="11"/>
                  </a:cubicBezTo>
                  <a:cubicBezTo>
                    <a:pt x="17" y="7"/>
                    <a:pt x="18" y="4"/>
                    <a:pt x="18" y="1"/>
                  </a:cubicBezTo>
                  <a:cubicBezTo>
                    <a:pt x="18" y="1"/>
                    <a:pt x="18" y="1"/>
                    <a:pt x="18" y="1"/>
                  </a:cubicBezTo>
                  <a:cubicBezTo>
                    <a:pt x="17" y="0"/>
                    <a:pt x="17" y="0"/>
                    <a:pt x="16" y="0"/>
                  </a:cubicBezTo>
                  <a:cubicBezTo>
                    <a:pt x="16" y="1"/>
                    <a:pt x="15" y="4"/>
                    <a:pt x="14" y="5"/>
                  </a:cubicBezTo>
                  <a:cubicBezTo>
                    <a:pt x="13" y="7"/>
                    <a:pt x="11" y="8"/>
                    <a:pt x="10" y="9"/>
                  </a:cubicBezTo>
                  <a:cubicBezTo>
                    <a:pt x="9" y="10"/>
                    <a:pt x="11" y="11"/>
                    <a:pt x="10" y="13"/>
                  </a:cubicBezTo>
                  <a:cubicBezTo>
                    <a:pt x="9" y="14"/>
                    <a:pt x="8" y="15"/>
                    <a:pt x="8" y="15"/>
                  </a:cubicBezTo>
                  <a:cubicBezTo>
                    <a:pt x="8" y="15"/>
                    <a:pt x="9" y="14"/>
                    <a:pt x="8" y="12"/>
                  </a:cubicBezTo>
                  <a:cubicBezTo>
                    <a:pt x="8" y="11"/>
                    <a:pt x="7" y="12"/>
                    <a:pt x="6" y="10"/>
                  </a:cubicBezTo>
                  <a:cubicBezTo>
                    <a:pt x="5" y="7"/>
                    <a:pt x="4" y="3"/>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5" name="Freeform 42"/>
            <p:cNvSpPr>
              <a:spLocks/>
            </p:cNvSpPr>
            <p:nvPr/>
          </p:nvSpPr>
          <p:spPr bwMode="auto">
            <a:xfrm>
              <a:off x="5448301" y="2054225"/>
              <a:ext cx="98425" cy="44450"/>
            </a:xfrm>
            <a:custGeom>
              <a:avLst/>
              <a:gdLst>
                <a:gd name="T0" fmla="*/ 14 w 26"/>
                <a:gd name="T1" fmla="*/ 0 h 12"/>
                <a:gd name="T2" fmla="*/ 12 w 26"/>
                <a:gd name="T3" fmla="*/ 0 h 12"/>
                <a:gd name="T4" fmla="*/ 8 w 26"/>
                <a:gd name="T5" fmla="*/ 7 h 12"/>
                <a:gd name="T6" fmla="*/ 0 w 26"/>
                <a:gd name="T7" fmla="*/ 8 h 12"/>
                <a:gd name="T8" fmla="*/ 6 w 26"/>
                <a:gd name="T9" fmla="*/ 10 h 12"/>
                <a:gd name="T10" fmla="*/ 10 w 26"/>
                <a:gd name="T11" fmla="*/ 9 h 12"/>
                <a:gd name="T12" fmla="*/ 20 w 26"/>
                <a:gd name="T13" fmla="*/ 12 h 12"/>
                <a:gd name="T14" fmla="*/ 26 w 26"/>
                <a:gd name="T15" fmla="*/ 9 h 12"/>
                <a:gd name="T16" fmla="*/ 17 w 26"/>
                <a:gd name="T17" fmla="*/ 8 h 12"/>
                <a:gd name="T18" fmla="*/ 14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4" y="0"/>
                  </a:moveTo>
                  <a:cubicBezTo>
                    <a:pt x="12" y="0"/>
                    <a:pt x="12" y="0"/>
                    <a:pt x="12" y="0"/>
                  </a:cubicBezTo>
                  <a:cubicBezTo>
                    <a:pt x="12" y="0"/>
                    <a:pt x="11" y="6"/>
                    <a:pt x="8" y="7"/>
                  </a:cubicBezTo>
                  <a:cubicBezTo>
                    <a:pt x="5" y="8"/>
                    <a:pt x="0" y="8"/>
                    <a:pt x="0" y="8"/>
                  </a:cubicBezTo>
                  <a:cubicBezTo>
                    <a:pt x="0" y="8"/>
                    <a:pt x="3" y="10"/>
                    <a:pt x="6" y="10"/>
                  </a:cubicBezTo>
                  <a:cubicBezTo>
                    <a:pt x="9" y="10"/>
                    <a:pt x="10" y="9"/>
                    <a:pt x="10" y="9"/>
                  </a:cubicBezTo>
                  <a:cubicBezTo>
                    <a:pt x="10" y="9"/>
                    <a:pt x="15" y="12"/>
                    <a:pt x="20" y="12"/>
                  </a:cubicBezTo>
                  <a:cubicBezTo>
                    <a:pt x="25" y="11"/>
                    <a:pt x="26" y="9"/>
                    <a:pt x="26" y="9"/>
                  </a:cubicBezTo>
                  <a:cubicBezTo>
                    <a:pt x="26" y="9"/>
                    <a:pt x="20" y="10"/>
                    <a:pt x="17" y="8"/>
                  </a:cubicBezTo>
                  <a:cubicBezTo>
                    <a:pt x="14" y="6"/>
                    <a:pt x="14" y="4"/>
                    <a:pt x="1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sp>
        <p:nvSpPr>
          <p:cNvPr id="39" name="Text Box 7"/>
          <p:cNvSpPr txBox="1">
            <a:spLocks noChangeArrowheads="1"/>
          </p:cNvSpPr>
          <p:nvPr/>
        </p:nvSpPr>
        <p:spPr bwMode="auto">
          <a:xfrm>
            <a:off x="3997325" y="509588"/>
            <a:ext cx="4141788" cy="722312"/>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فوائد تكنولوجيا التعليم</a:t>
            </a:r>
            <a:endParaRPr lang="en-CA" sz="4400" b="1" u="sng" spc="-150" dirty="0">
              <a:latin typeface="Open Sans" pitchFamily="34" charset="0"/>
              <a:ea typeface="Open Sans" pitchFamily="34" charset="0"/>
              <a:cs typeface="Open Sans" pitchFamily="34" charset="0"/>
            </a:endParaRPr>
          </a:p>
        </p:txBody>
      </p:sp>
      <p:grpSp>
        <p:nvGrpSpPr>
          <p:cNvPr id="40" name="Group 39"/>
          <p:cNvGrpSpPr/>
          <p:nvPr/>
        </p:nvGrpSpPr>
        <p:grpSpPr>
          <a:xfrm>
            <a:off x="5225163" y="2185502"/>
            <a:ext cx="821329" cy="3273494"/>
            <a:chOff x="5381626" y="1727200"/>
            <a:chExt cx="220663" cy="879475"/>
          </a:xfrm>
          <a:solidFill>
            <a:srgbClr val="2980B9"/>
          </a:solidFill>
        </p:grpSpPr>
        <p:sp>
          <p:nvSpPr>
            <p:cNvPr id="41" name="Freeform 40"/>
            <p:cNvSpPr>
              <a:spLocks/>
            </p:cNvSpPr>
            <p:nvPr/>
          </p:nvSpPr>
          <p:spPr bwMode="auto">
            <a:xfrm>
              <a:off x="5381626" y="1727200"/>
              <a:ext cx="220663" cy="879475"/>
            </a:xfrm>
            <a:custGeom>
              <a:avLst/>
              <a:gdLst>
                <a:gd name="T0" fmla="*/ 34 w 59"/>
                <a:gd name="T1" fmla="*/ 0 h 234"/>
                <a:gd name="T2" fmla="*/ 24 w 59"/>
                <a:gd name="T3" fmla="*/ 13 h 234"/>
                <a:gd name="T4" fmla="*/ 26 w 59"/>
                <a:gd name="T5" fmla="*/ 21 h 234"/>
                <a:gd name="T6" fmla="*/ 27 w 59"/>
                <a:gd name="T7" fmla="*/ 26 h 234"/>
                <a:gd name="T8" fmla="*/ 28 w 59"/>
                <a:gd name="T9" fmla="*/ 30 h 234"/>
                <a:gd name="T10" fmla="*/ 27 w 59"/>
                <a:gd name="T11" fmla="*/ 32 h 234"/>
                <a:gd name="T12" fmla="*/ 24 w 59"/>
                <a:gd name="T13" fmla="*/ 34 h 234"/>
                <a:gd name="T14" fmla="*/ 17 w 59"/>
                <a:gd name="T15" fmla="*/ 37 h 234"/>
                <a:gd name="T16" fmla="*/ 9 w 59"/>
                <a:gd name="T17" fmla="*/ 42 h 234"/>
                <a:gd name="T18" fmla="*/ 8 w 59"/>
                <a:gd name="T19" fmla="*/ 48 h 234"/>
                <a:gd name="T20" fmla="*/ 6 w 59"/>
                <a:gd name="T21" fmla="*/ 56 h 234"/>
                <a:gd name="T22" fmla="*/ 3 w 59"/>
                <a:gd name="T23" fmla="*/ 77 h 234"/>
                <a:gd name="T24" fmla="*/ 13 w 59"/>
                <a:gd name="T25" fmla="*/ 81 h 234"/>
                <a:gd name="T26" fmla="*/ 13 w 59"/>
                <a:gd name="T27" fmla="*/ 89 h 234"/>
                <a:gd name="T28" fmla="*/ 12 w 59"/>
                <a:gd name="T29" fmla="*/ 98 h 234"/>
                <a:gd name="T30" fmla="*/ 12 w 59"/>
                <a:gd name="T31" fmla="*/ 124 h 234"/>
                <a:gd name="T32" fmla="*/ 12 w 59"/>
                <a:gd name="T33" fmla="*/ 151 h 234"/>
                <a:gd name="T34" fmla="*/ 20 w 59"/>
                <a:gd name="T35" fmla="*/ 153 h 234"/>
                <a:gd name="T36" fmla="*/ 23 w 59"/>
                <a:gd name="T37" fmla="*/ 152 h 234"/>
                <a:gd name="T38" fmla="*/ 24 w 59"/>
                <a:gd name="T39" fmla="*/ 161 h 234"/>
                <a:gd name="T40" fmla="*/ 24 w 59"/>
                <a:gd name="T41" fmla="*/ 187 h 234"/>
                <a:gd name="T42" fmla="*/ 26 w 59"/>
                <a:gd name="T43" fmla="*/ 208 h 234"/>
                <a:gd name="T44" fmla="*/ 23 w 59"/>
                <a:gd name="T45" fmla="*/ 223 h 234"/>
                <a:gd name="T46" fmla="*/ 19 w 59"/>
                <a:gd name="T47" fmla="*/ 229 h 234"/>
                <a:gd name="T48" fmla="*/ 18 w 59"/>
                <a:gd name="T49" fmla="*/ 232 h 234"/>
                <a:gd name="T50" fmla="*/ 29 w 59"/>
                <a:gd name="T51" fmla="*/ 231 h 234"/>
                <a:gd name="T52" fmla="*/ 31 w 59"/>
                <a:gd name="T53" fmla="*/ 224 h 234"/>
                <a:gd name="T54" fmla="*/ 33 w 59"/>
                <a:gd name="T55" fmla="*/ 220 h 234"/>
                <a:gd name="T56" fmla="*/ 33 w 59"/>
                <a:gd name="T57" fmla="*/ 223 h 234"/>
                <a:gd name="T58" fmla="*/ 31 w 59"/>
                <a:gd name="T59" fmla="*/ 230 h 234"/>
                <a:gd name="T60" fmla="*/ 34 w 59"/>
                <a:gd name="T61" fmla="*/ 234 h 234"/>
                <a:gd name="T62" fmla="*/ 43 w 59"/>
                <a:gd name="T63" fmla="*/ 230 h 234"/>
                <a:gd name="T64" fmla="*/ 44 w 59"/>
                <a:gd name="T65" fmla="*/ 220 h 234"/>
                <a:gd name="T66" fmla="*/ 44 w 59"/>
                <a:gd name="T67" fmla="*/ 211 h 234"/>
                <a:gd name="T68" fmla="*/ 47 w 59"/>
                <a:gd name="T69" fmla="*/ 191 h 234"/>
                <a:gd name="T70" fmla="*/ 50 w 59"/>
                <a:gd name="T71" fmla="*/ 166 h 234"/>
                <a:gd name="T72" fmla="*/ 49 w 59"/>
                <a:gd name="T73" fmla="*/ 154 h 234"/>
                <a:gd name="T74" fmla="*/ 49 w 59"/>
                <a:gd name="T75" fmla="*/ 151 h 234"/>
                <a:gd name="T76" fmla="*/ 56 w 59"/>
                <a:gd name="T77" fmla="*/ 149 h 234"/>
                <a:gd name="T78" fmla="*/ 55 w 59"/>
                <a:gd name="T79" fmla="*/ 127 h 234"/>
                <a:gd name="T80" fmla="*/ 54 w 59"/>
                <a:gd name="T81" fmla="*/ 106 h 234"/>
                <a:gd name="T82" fmla="*/ 54 w 59"/>
                <a:gd name="T83" fmla="*/ 99 h 234"/>
                <a:gd name="T84" fmla="*/ 54 w 59"/>
                <a:gd name="T85" fmla="*/ 94 h 234"/>
                <a:gd name="T86" fmla="*/ 52 w 59"/>
                <a:gd name="T87" fmla="*/ 87 h 234"/>
                <a:gd name="T88" fmla="*/ 58 w 59"/>
                <a:gd name="T89" fmla="*/ 82 h 234"/>
                <a:gd name="T90" fmla="*/ 59 w 59"/>
                <a:gd name="T91" fmla="*/ 62 h 234"/>
                <a:gd name="T92" fmla="*/ 58 w 59"/>
                <a:gd name="T93" fmla="*/ 45 h 234"/>
                <a:gd name="T94" fmla="*/ 55 w 59"/>
                <a:gd name="T95" fmla="*/ 40 h 234"/>
                <a:gd name="T96" fmla="*/ 47 w 59"/>
                <a:gd name="T97" fmla="*/ 38 h 234"/>
                <a:gd name="T98" fmla="*/ 42 w 59"/>
                <a:gd name="T99" fmla="*/ 33 h 234"/>
                <a:gd name="T100" fmla="*/ 40 w 59"/>
                <a:gd name="T101" fmla="*/ 28 h 234"/>
                <a:gd name="T102" fmla="*/ 42 w 59"/>
                <a:gd name="T103" fmla="*/ 22 h 234"/>
                <a:gd name="T104" fmla="*/ 44 w 59"/>
                <a:gd name="T105" fmla="*/ 13 h 234"/>
                <a:gd name="T106" fmla="*/ 34 w 59"/>
                <a:gd name="T10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234">
                  <a:moveTo>
                    <a:pt x="34" y="0"/>
                  </a:moveTo>
                  <a:cubicBezTo>
                    <a:pt x="26" y="0"/>
                    <a:pt x="24" y="6"/>
                    <a:pt x="24" y="13"/>
                  </a:cubicBezTo>
                  <a:cubicBezTo>
                    <a:pt x="22" y="13"/>
                    <a:pt x="23" y="22"/>
                    <a:pt x="26" y="21"/>
                  </a:cubicBezTo>
                  <a:cubicBezTo>
                    <a:pt x="25" y="22"/>
                    <a:pt x="26" y="26"/>
                    <a:pt x="27" y="26"/>
                  </a:cubicBezTo>
                  <a:cubicBezTo>
                    <a:pt x="28" y="27"/>
                    <a:pt x="28" y="28"/>
                    <a:pt x="28" y="30"/>
                  </a:cubicBezTo>
                  <a:cubicBezTo>
                    <a:pt x="28" y="31"/>
                    <a:pt x="27" y="32"/>
                    <a:pt x="27" y="32"/>
                  </a:cubicBezTo>
                  <a:cubicBezTo>
                    <a:pt x="27" y="32"/>
                    <a:pt x="24" y="33"/>
                    <a:pt x="24" y="34"/>
                  </a:cubicBezTo>
                  <a:cubicBezTo>
                    <a:pt x="23" y="36"/>
                    <a:pt x="21" y="37"/>
                    <a:pt x="17" y="37"/>
                  </a:cubicBezTo>
                  <a:cubicBezTo>
                    <a:pt x="14" y="38"/>
                    <a:pt x="9" y="40"/>
                    <a:pt x="9" y="42"/>
                  </a:cubicBezTo>
                  <a:cubicBezTo>
                    <a:pt x="9" y="44"/>
                    <a:pt x="9" y="49"/>
                    <a:pt x="8" y="48"/>
                  </a:cubicBezTo>
                  <a:cubicBezTo>
                    <a:pt x="7" y="48"/>
                    <a:pt x="7" y="52"/>
                    <a:pt x="6" y="56"/>
                  </a:cubicBezTo>
                  <a:cubicBezTo>
                    <a:pt x="5" y="60"/>
                    <a:pt x="0" y="73"/>
                    <a:pt x="3" y="77"/>
                  </a:cubicBezTo>
                  <a:cubicBezTo>
                    <a:pt x="6" y="81"/>
                    <a:pt x="13" y="81"/>
                    <a:pt x="13" y="81"/>
                  </a:cubicBezTo>
                  <a:cubicBezTo>
                    <a:pt x="13" y="81"/>
                    <a:pt x="13" y="84"/>
                    <a:pt x="13" y="89"/>
                  </a:cubicBezTo>
                  <a:cubicBezTo>
                    <a:pt x="12" y="94"/>
                    <a:pt x="11" y="98"/>
                    <a:pt x="12" y="98"/>
                  </a:cubicBezTo>
                  <a:cubicBezTo>
                    <a:pt x="13" y="98"/>
                    <a:pt x="12" y="115"/>
                    <a:pt x="12" y="124"/>
                  </a:cubicBezTo>
                  <a:cubicBezTo>
                    <a:pt x="12" y="133"/>
                    <a:pt x="12" y="150"/>
                    <a:pt x="12" y="151"/>
                  </a:cubicBezTo>
                  <a:cubicBezTo>
                    <a:pt x="12" y="153"/>
                    <a:pt x="18" y="153"/>
                    <a:pt x="20" y="153"/>
                  </a:cubicBezTo>
                  <a:cubicBezTo>
                    <a:pt x="21" y="153"/>
                    <a:pt x="23" y="152"/>
                    <a:pt x="23" y="152"/>
                  </a:cubicBezTo>
                  <a:cubicBezTo>
                    <a:pt x="23" y="152"/>
                    <a:pt x="23" y="158"/>
                    <a:pt x="24" y="161"/>
                  </a:cubicBezTo>
                  <a:cubicBezTo>
                    <a:pt x="24" y="165"/>
                    <a:pt x="24" y="183"/>
                    <a:pt x="24" y="187"/>
                  </a:cubicBezTo>
                  <a:cubicBezTo>
                    <a:pt x="25" y="192"/>
                    <a:pt x="26" y="202"/>
                    <a:pt x="26" y="208"/>
                  </a:cubicBezTo>
                  <a:cubicBezTo>
                    <a:pt x="26" y="214"/>
                    <a:pt x="24" y="220"/>
                    <a:pt x="23" y="223"/>
                  </a:cubicBezTo>
                  <a:cubicBezTo>
                    <a:pt x="21" y="226"/>
                    <a:pt x="20" y="228"/>
                    <a:pt x="19" y="229"/>
                  </a:cubicBezTo>
                  <a:cubicBezTo>
                    <a:pt x="17" y="230"/>
                    <a:pt x="15" y="232"/>
                    <a:pt x="18" y="232"/>
                  </a:cubicBezTo>
                  <a:cubicBezTo>
                    <a:pt x="21" y="232"/>
                    <a:pt x="28" y="232"/>
                    <a:pt x="29" y="231"/>
                  </a:cubicBezTo>
                  <a:cubicBezTo>
                    <a:pt x="31" y="230"/>
                    <a:pt x="30" y="226"/>
                    <a:pt x="31" y="224"/>
                  </a:cubicBezTo>
                  <a:cubicBezTo>
                    <a:pt x="32" y="222"/>
                    <a:pt x="33" y="220"/>
                    <a:pt x="33" y="220"/>
                  </a:cubicBezTo>
                  <a:cubicBezTo>
                    <a:pt x="33" y="223"/>
                    <a:pt x="33" y="223"/>
                    <a:pt x="33" y="223"/>
                  </a:cubicBezTo>
                  <a:cubicBezTo>
                    <a:pt x="33" y="223"/>
                    <a:pt x="31" y="228"/>
                    <a:pt x="31" y="230"/>
                  </a:cubicBezTo>
                  <a:cubicBezTo>
                    <a:pt x="32" y="231"/>
                    <a:pt x="31" y="234"/>
                    <a:pt x="34" y="234"/>
                  </a:cubicBezTo>
                  <a:cubicBezTo>
                    <a:pt x="36" y="234"/>
                    <a:pt x="42" y="232"/>
                    <a:pt x="43" y="230"/>
                  </a:cubicBezTo>
                  <a:cubicBezTo>
                    <a:pt x="44" y="228"/>
                    <a:pt x="43" y="222"/>
                    <a:pt x="44" y="220"/>
                  </a:cubicBezTo>
                  <a:cubicBezTo>
                    <a:pt x="45" y="218"/>
                    <a:pt x="44" y="215"/>
                    <a:pt x="44" y="211"/>
                  </a:cubicBezTo>
                  <a:cubicBezTo>
                    <a:pt x="43" y="208"/>
                    <a:pt x="44" y="197"/>
                    <a:pt x="47" y="191"/>
                  </a:cubicBezTo>
                  <a:cubicBezTo>
                    <a:pt x="49" y="184"/>
                    <a:pt x="50" y="172"/>
                    <a:pt x="50" y="166"/>
                  </a:cubicBezTo>
                  <a:cubicBezTo>
                    <a:pt x="49" y="160"/>
                    <a:pt x="49" y="156"/>
                    <a:pt x="49" y="154"/>
                  </a:cubicBezTo>
                  <a:cubicBezTo>
                    <a:pt x="49" y="151"/>
                    <a:pt x="49" y="151"/>
                    <a:pt x="49" y="151"/>
                  </a:cubicBezTo>
                  <a:cubicBezTo>
                    <a:pt x="49" y="151"/>
                    <a:pt x="56" y="151"/>
                    <a:pt x="56" y="149"/>
                  </a:cubicBezTo>
                  <a:cubicBezTo>
                    <a:pt x="56" y="148"/>
                    <a:pt x="55" y="134"/>
                    <a:pt x="55" y="127"/>
                  </a:cubicBezTo>
                  <a:cubicBezTo>
                    <a:pt x="55" y="120"/>
                    <a:pt x="55" y="111"/>
                    <a:pt x="54" y="106"/>
                  </a:cubicBezTo>
                  <a:cubicBezTo>
                    <a:pt x="54" y="101"/>
                    <a:pt x="54" y="99"/>
                    <a:pt x="54" y="99"/>
                  </a:cubicBezTo>
                  <a:cubicBezTo>
                    <a:pt x="54" y="99"/>
                    <a:pt x="54" y="98"/>
                    <a:pt x="54" y="94"/>
                  </a:cubicBezTo>
                  <a:cubicBezTo>
                    <a:pt x="53" y="90"/>
                    <a:pt x="52" y="87"/>
                    <a:pt x="52" y="87"/>
                  </a:cubicBezTo>
                  <a:cubicBezTo>
                    <a:pt x="52" y="87"/>
                    <a:pt x="57" y="87"/>
                    <a:pt x="58" y="82"/>
                  </a:cubicBezTo>
                  <a:cubicBezTo>
                    <a:pt x="59" y="78"/>
                    <a:pt x="59" y="71"/>
                    <a:pt x="59" y="62"/>
                  </a:cubicBezTo>
                  <a:cubicBezTo>
                    <a:pt x="59" y="53"/>
                    <a:pt x="58" y="47"/>
                    <a:pt x="58" y="45"/>
                  </a:cubicBezTo>
                  <a:cubicBezTo>
                    <a:pt x="58" y="42"/>
                    <a:pt x="58" y="41"/>
                    <a:pt x="55" y="40"/>
                  </a:cubicBezTo>
                  <a:cubicBezTo>
                    <a:pt x="52" y="40"/>
                    <a:pt x="50" y="40"/>
                    <a:pt x="47" y="38"/>
                  </a:cubicBezTo>
                  <a:cubicBezTo>
                    <a:pt x="44" y="36"/>
                    <a:pt x="43" y="34"/>
                    <a:pt x="42" y="33"/>
                  </a:cubicBezTo>
                  <a:cubicBezTo>
                    <a:pt x="40" y="32"/>
                    <a:pt x="39" y="30"/>
                    <a:pt x="40" y="28"/>
                  </a:cubicBezTo>
                  <a:cubicBezTo>
                    <a:pt x="40" y="27"/>
                    <a:pt x="42" y="25"/>
                    <a:pt x="42" y="22"/>
                  </a:cubicBezTo>
                  <a:cubicBezTo>
                    <a:pt x="45" y="22"/>
                    <a:pt x="45" y="13"/>
                    <a:pt x="44" y="13"/>
                  </a:cubicBezTo>
                  <a:cubicBezTo>
                    <a:pt x="43" y="7"/>
                    <a:pt x="42" y="0"/>
                    <a:pt x="3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42" name="Freeform 41"/>
            <p:cNvSpPr>
              <a:spLocks/>
            </p:cNvSpPr>
            <p:nvPr/>
          </p:nvSpPr>
          <p:spPr bwMode="auto">
            <a:xfrm>
              <a:off x="5472113" y="1846263"/>
              <a:ext cx="66675" cy="136525"/>
            </a:xfrm>
            <a:custGeom>
              <a:avLst/>
              <a:gdLst>
                <a:gd name="T0" fmla="*/ 4 w 18"/>
                <a:gd name="T1" fmla="*/ 0 h 36"/>
                <a:gd name="T2" fmla="*/ 3 w 18"/>
                <a:gd name="T3" fmla="*/ 0 h 36"/>
                <a:gd name="T4" fmla="*/ 2 w 18"/>
                <a:gd name="T5" fmla="*/ 0 h 36"/>
                <a:gd name="T6" fmla="*/ 0 w 18"/>
                <a:gd name="T7" fmla="*/ 16 h 36"/>
                <a:gd name="T8" fmla="*/ 4 w 18"/>
                <a:gd name="T9" fmla="*/ 29 h 36"/>
                <a:gd name="T10" fmla="*/ 5 w 18"/>
                <a:gd name="T11" fmla="*/ 36 h 36"/>
                <a:gd name="T12" fmla="*/ 8 w 18"/>
                <a:gd name="T13" fmla="*/ 25 h 36"/>
                <a:gd name="T14" fmla="*/ 15 w 18"/>
                <a:gd name="T15" fmla="*/ 11 h 36"/>
                <a:gd name="T16" fmla="*/ 18 w 18"/>
                <a:gd name="T17" fmla="*/ 1 h 36"/>
                <a:gd name="T18" fmla="*/ 18 w 18"/>
                <a:gd name="T19" fmla="*/ 1 h 36"/>
                <a:gd name="T20" fmla="*/ 16 w 18"/>
                <a:gd name="T21" fmla="*/ 0 h 36"/>
                <a:gd name="T22" fmla="*/ 14 w 18"/>
                <a:gd name="T23" fmla="*/ 5 h 36"/>
                <a:gd name="T24" fmla="*/ 10 w 18"/>
                <a:gd name="T25" fmla="*/ 9 h 36"/>
                <a:gd name="T26" fmla="*/ 10 w 18"/>
                <a:gd name="T27" fmla="*/ 13 h 36"/>
                <a:gd name="T28" fmla="*/ 8 w 18"/>
                <a:gd name="T29" fmla="*/ 15 h 36"/>
                <a:gd name="T30" fmla="*/ 8 w 18"/>
                <a:gd name="T31" fmla="*/ 12 h 36"/>
                <a:gd name="T32" fmla="*/ 6 w 18"/>
                <a:gd name="T33" fmla="*/ 10 h 36"/>
                <a:gd name="T34" fmla="*/ 4 w 1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6">
                  <a:moveTo>
                    <a:pt x="4" y="0"/>
                  </a:moveTo>
                  <a:cubicBezTo>
                    <a:pt x="3" y="0"/>
                    <a:pt x="3" y="0"/>
                    <a:pt x="3" y="0"/>
                  </a:cubicBezTo>
                  <a:cubicBezTo>
                    <a:pt x="3" y="0"/>
                    <a:pt x="3" y="0"/>
                    <a:pt x="2" y="0"/>
                  </a:cubicBezTo>
                  <a:cubicBezTo>
                    <a:pt x="1" y="3"/>
                    <a:pt x="0" y="13"/>
                    <a:pt x="0" y="16"/>
                  </a:cubicBezTo>
                  <a:cubicBezTo>
                    <a:pt x="0" y="19"/>
                    <a:pt x="3" y="26"/>
                    <a:pt x="4" y="29"/>
                  </a:cubicBezTo>
                  <a:cubicBezTo>
                    <a:pt x="5" y="32"/>
                    <a:pt x="5" y="36"/>
                    <a:pt x="5" y="36"/>
                  </a:cubicBezTo>
                  <a:cubicBezTo>
                    <a:pt x="5" y="36"/>
                    <a:pt x="6" y="30"/>
                    <a:pt x="8" y="25"/>
                  </a:cubicBezTo>
                  <a:cubicBezTo>
                    <a:pt x="10" y="21"/>
                    <a:pt x="13" y="15"/>
                    <a:pt x="15" y="11"/>
                  </a:cubicBezTo>
                  <a:cubicBezTo>
                    <a:pt x="17" y="7"/>
                    <a:pt x="18" y="4"/>
                    <a:pt x="18" y="1"/>
                  </a:cubicBezTo>
                  <a:cubicBezTo>
                    <a:pt x="18" y="1"/>
                    <a:pt x="18" y="1"/>
                    <a:pt x="18" y="1"/>
                  </a:cubicBezTo>
                  <a:cubicBezTo>
                    <a:pt x="17" y="0"/>
                    <a:pt x="17" y="0"/>
                    <a:pt x="16" y="0"/>
                  </a:cubicBezTo>
                  <a:cubicBezTo>
                    <a:pt x="16" y="1"/>
                    <a:pt x="15" y="4"/>
                    <a:pt x="14" y="5"/>
                  </a:cubicBezTo>
                  <a:cubicBezTo>
                    <a:pt x="13" y="7"/>
                    <a:pt x="11" y="8"/>
                    <a:pt x="10" y="9"/>
                  </a:cubicBezTo>
                  <a:cubicBezTo>
                    <a:pt x="9" y="10"/>
                    <a:pt x="11" y="11"/>
                    <a:pt x="10" y="13"/>
                  </a:cubicBezTo>
                  <a:cubicBezTo>
                    <a:pt x="9" y="14"/>
                    <a:pt x="8" y="15"/>
                    <a:pt x="8" y="15"/>
                  </a:cubicBezTo>
                  <a:cubicBezTo>
                    <a:pt x="8" y="15"/>
                    <a:pt x="9" y="14"/>
                    <a:pt x="8" y="12"/>
                  </a:cubicBezTo>
                  <a:cubicBezTo>
                    <a:pt x="8" y="11"/>
                    <a:pt x="7" y="12"/>
                    <a:pt x="6" y="10"/>
                  </a:cubicBezTo>
                  <a:cubicBezTo>
                    <a:pt x="5" y="7"/>
                    <a:pt x="4" y="3"/>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43" name="Freeform 42"/>
            <p:cNvSpPr>
              <a:spLocks/>
            </p:cNvSpPr>
            <p:nvPr/>
          </p:nvSpPr>
          <p:spPr bwMode="auto">
            <a:xfrm>
              <a:off x="5448301" y="2054225"/>
              <a:ext cx="98425" cy="44450"/>
            </a:xfrm>
            <a:custGeom>
              <a:avLst/>
              <a:gdLst>
                <a:gd name="T0" fmla="*/ 14 w 26"/>
                <a:gd name="T1" fmla="*/ 0 h 12"/>
                <a:gd name="T2" fmla="*/ 12 w 26"/>
                <a:gd name="T3" fmla="*/ 0 h 12"/>
                <a:gd name="T4" fmla="*/ 8 w 26"/>
                <a:gd name="T5" fmla="*/ 7 h 12"/>
                <a:gd name="T6" fmla="*/ 0 w 26"/>
                <a:gd name="T7" fmla="*/ 8 h 12"/>
                <a:gd name="T8" fmla="*/ 6 w 26"/>
                <a:gd name="T9" fmla="*/ 10 h 12"/>
                <a:gd name="T10" fmla="*/ 10 w 26"/>
                <a:gd name="T11" fmla="*/ 9 h 12"/>
                <a:gd name="T12" fmla="*/ 20 w 26"/>
                <a:gd name="T13" fmla="*/ 12 h 12"/>
                <a:gd name="T14" fmla="*/ 26 w 26"/>
                <a:gd name="T15" fmla="*/ 9 h 12"/>
                <a:gd name="T16" fmla="*/ 17 w 26"/>
                <a:gd name="T17" fmla="*/ 8 h 12"/>
                <a:gd name="T18" fmla="*/ 14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4" y="0"/>
                  </a:moveTo>
                  <a:cubicBezTo>
                    <a:pt x="12" y="0"/>
                    <a:pt x="12" y="0"/>
                    <a:pt x="12" y="0"/>
                  </a:cubicBezTo>
                  <a:cubicBezTo>
                    <a:pt x="12" y="0"/>
                    <a:pt x="11" y="6"/>
                    <a:pt x="8" y="7"/>
                  </a:cubicBezTo>
                  <a:cubicBezTo>
                    <a:pt x="5" y="8"/>
                    <a:pt x="0" y="8"/>
                    <a:pt x="0" y="8"/>
                  </a:cubicBezTo>
                  <a:cubicBezTo>
                    <a:pt x="0" y="8"/>
                    <a:pt x="3" y="10"/>
                    <a:pt x="6" y="10"/>
                  </a:cubicBezTo>
                  <a:cubicBezTo>
                    <a:pt x="9" y="10"/>
                    <a:pt x="10" y="9"/>
                    <a:pt x="10" y="9"/>
                  </a:cubicBezTo>
                  <a:cubicBezTo>
                    <a:pt x="10" y="9"/>
                    <a:pt x="15" y="12"/>
                    <a:pt x="20" y="12"/>
                  </a:cubicBezTo>
                  <a:cubicBezTo>
                    <a:pt x="25" y="11"/>
                    <a:pt x="26" y="9"/>
                    <a:pt x="26" y="9"/>
                  </a:cubicBezTo>
                  <a:cubicBezTo>
                    <a:pt x="26" y="9"/>
                    <a:pt x="20" y="10"/>
                    <a:pt x="17" y="8"/>
                  </a:cubicBezTo>
                  <a:cubicBezTo>
                    <a:pt x="14" y="6"/>
                    <a:pt x="14" y="4"/>
                    <a:pt x="1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sp>
        <p:nvSpPr>
          <p:cNvPr id="45" name="Text Box 10"/>
          <p:cNvSpPr txBox="1">
            <a:spLocks noChangeArrowheads="1"/>
          </p:cNvSpPr>
          <p:nvPr/>
        </p:nvSpPr>
        <p:spPr bwMode="auto">
          <a:xfrm>
            <a:off x="6383338" y="1620838"/>
            <a:ext cx="4979987" cy="1584325"/>
          </a:xfrm>
          <a:prstGeom prst="rect">
            <a:avLst/>
          </a:prstGeom>
          <a:noFill/>
          <a:ln w="9525">
            <a:noFill/>
            <a:miter lim="800000"/>
            <a:headEnd/>
            <a:tailEnd/>
          </a:ln>
        </p:spPr>
        <p:txBody>
          <a:bodyPr lIns="45720" tIns="22860" rIns="45720" bIns="22860">
            <a:spAutoFit/>
          </a:bodyPr>
          <a:lstStyle/>
          <a:p>
            <a:pPr defTabSz="1087438"/>
            <a:r>
              <a:rPr lang="ar-JO" sz="3600" b="1">
                <a:solidFill>
                  <a:srgbClr val="C0392B"/>
                </a:solidFill>
              </a:rPr>
              <a:t>توسيع</a:t>
            </a:r>
            <a:r>
              <a:rPr lang="ar-JO" sz="3200">
                <a:solidFill>
                  <a:srgbClr val="C0392B"/>
                </a:solidFill>
              </a:rPr>
              <a:t> </a:t>
            </a:r>
            <a:r>
              <a:rPr lang="ar-JO" sz="3200"/>
              <a:t>وتحسين الرعاية الشاملة والتعليم في مرحلة الطفولة المبكرة خصوصا لدى ضعيفي التحصيل</a:t>
            </a:r>
            <a:endParaRPr lang="en-US" sz="3200">
              <a:solidFill>
                <a:srgbClr val="A6A6A6"/>
              </a:solidFill>
              <a:latin typeface="Open Sans"/>
              <a:ea typeface="Open Sans"/>
              <a:cs typeface="Open Sans"/>
            </a:endParaRPr>
          </a:p>
        </p:txBody>
      </p:sp>
      <p:sp>
        <p:nvSpPr>
          <p:cNvPr id="526344" name="Freeform 82"/>
          <p:cNvSpPr>
            <a:spLocks noEditPoints="1"/>
          </p:cNvSpPr>
          <p:nvPr/>
        </p:nvSpPr>
        <p:spPr bwMode="auto">
          <a:xfrm>
            <a:off x="6797675" y="5618163"/>
            <a:ext cx="292100" cy="257175"/>
          </a:xfrm>
          <a:custGeom>
            <a:avLst/>
            <a:gdLst>
              <a:gd name="T0" fmla="*/ 759675906 w 111"/>
              <a:gd name="T1" fmla="*/ 90867629 h 97"/>
              <a:gd name="T2" fmla="*/ 697519148 w 111"/>
              <a:gd name="T3" fmla="*/ 20969041 h 97"/>
              <a:gd name="T4" fmla="*/ 662988036 w 111"/>
              <a:gd name="T5" fmla="*/ 20969041 h 97"/>
              <a:gd name="T6" fmla="*/ 656082899 w 111"/>
              <a:gd name="T7" fmla="*/ 34949286 h 97"/>
              <a:gd name="T8" fmla="*/ 635364857 w 111"/>
              <a:gd name="T9" fmla="*/ 41938081 h 97"/>
              <a:gd name="T10" fmla="*/ 635364857 w 111"/>
              <a:gd name="T11" fmla="*/ 41938081 h 97"/>
              <a:gd name="T12" fmla="*/ 462710121 w 111"/>
              <a:gd name="T13" fmla="*/ 223670678 h 97"/>
              <a:gd name="T14" fmla="*/ 455804984 w 111"/>
              <a:gd name="T15" fmla="*/ 258619954 h 97"/>
              <a:gd name="T16" fmla="*/ 469617889 w 111"/>
              <a:gd name="T17" fmla="*/ 286577784 h 97"/>
              <a:gd name="T18" fmla="*/ 469617889 w 111"/>
              <a:gd name="T19" fmla="*/ 286577784 h 97"/>
              <a:gd name="T20" fmla="*/ 476523026 w 111"/>
              <a:gd name="T21" fmla="*/ 286577784 h 97"/>
              <a:gd name="T22" fmla="*/ 435086942 w 111"/>
              <a:gd name="T23" fmla="*/ 321527060 h 97"/>
              <a:gd name="T24" fmla="*/ 310775976 w 111"/>
              <a:gd name="T25" fmla="*/ 195712848 h 97"/>
              <a:gd name="T26" fmla="*/ 269339892 w 111"/>
              <a:gd name="T27" fmla="*/ 48926886 h 97"/>
              <a:gd name="T28" fmla="*/ 124310925 w 111"/>
              <a:gd name="T29" fmla="*/ 6988797 h 97"/>
              <a:gd name="T30" fmla="*/ 207183134 w 111"/>
              <a:gd name="T31" fmla="*/ 97856424 h 97"/>
              <a:gd name="T32" fmla="*/ 186465092 w 111"/>
              <a:gd name="T33" fmla="*/ 181732607 h 97"/>
              <a:gd name="T34" fmla="*/ 103592883 w 111"/>
              <a:gd name="T35" fmla="*/ 202701642 h 97"/>
              <a:gd name="T36" fmla="*/ 20718047 w 111"/>
              <a:gd name="T37" fmla="*/ 118825459 h 97"/>
              <a:gd name="T38" fmla="*/ 62154147 w 111"/>
              <a:gd name="T39" fmla="*/ 258619954 h 97"/>
              <a:gd name="T40" fmla="*/ 214090903 w 111"/>
              <a:gd name="T41" fmla="*/ 300558025 h 97"/>
              <a:gd name="T42" fmla="*/ 214090903 w 111"/>
              <a:gd name="T43" fmla="*/ 300558025 h 97"/>
              <a:gd name="T44" fmla="*/ 331494018 w 111"/>
              <a:gd name="T45" fmla="*/ 419383525 h 97"/>
              <a:gd name="T46" fmla="*/ 220996039 w 111"/>
              <a:gd name="T47" fmla="*/ 545197738 h 97"/>
              <a:gd name="T48" fmla="*/ 214090903 w 111"/>
              <a:gd name="T49" fmla="*/ 538208943 h 97"/>
              <a:gd name="T50" fmla="*/ 179559955 w 111"/>
              <a:gd name="T51" fmla="*/ 559177978 h 97"/>
              <a:gd name="T52" fmla="*/ 124310925 w 111"/>
              <a:gd name="T53" fmla="*/ 650045566 h 97"/>
              <a:gd name="T54" fmla="*/ 138123830 w 111"/>
              <a:gd name="T55" fmla="*/ 664023156 h 97"/>
              <a:gd name="T56" fmla="*/ 227903808 w 111"/>
              <a:gd name="T57" fmla="*/ 608107495 h 97"/>
              <a:gd name="T58" fmla="*/ 255526987 w 111"/>
              <a:gd name="T59" fmla="*/ 580147014 h 97"/>
              <a:gd name="T60" fmla="*/ 241714082 w 111"/>
              <a:gd name="T61" fmla="*/ 573158219 h 97"/>
              <a:gd name="T62" fmla="*/ 366025048 w 111"/>
              <a:gd name="T63" fmla="*/ 447341355 h 97"/>
              <a:gd name="T64" fmla="*/ 566302963 w 111"/>
              <a:gd name="T65" fmla="*/ 650045566 h 97"/>
              <a:gd name="T66" fmla="*/ 614646815 w 111"/>
              <a:gd name="T67" fmla="*/ 678003396 h 97"/>
              <a:gd name="T68" fmla="*/ 662988036 w 111"/>
              <a:gd name="T69" fmla="*/ 650045566 h 97"/>
              <a:gd name="T70" fmla="*/ 662988036 w 111"/>
              <a:gd name="T71" fmla="*/ 552189184 h 97"/>
              <a:gd name="T72" fmla="*/ 462710121 w 111"/>
              <a:gd name="T73" fmla="*/ 349487624 h 97"/>
              <a:gd name="T74" fmla="*/ 497241068 w 111"/>
              <a:gd name="T75" fmla="*/ 314538265 h 97"/>
              <a:gd name="T76" fmla="*/ 517959110 w 111"/>
              <a:gd name="T77" fmla="*/ 328515855 h 97"/>
              <a:gd name="T78" fmla="*/ 566302963 w 111"/>
              <a:gd name="T79" fmla="*/ 321527060 h 97"/>
              <a:gd name="T80" fmla="*/ 732050095 w 111"/>
              <a:gd name="T81" fmla="*/ 146783289 h 97"/>
              <a:gd name="T82" fmla="*/ 732050095 w 111"/>
              <a:gd name="T83" fmla="*/ 139794495 h 97"/>
              <a:gd name="T84" fmla="*/ 732050095 w 111"/>
              <a:gd name="T85" fmla="*/ 139794495 h 97"/>
              <a:gd name="T86" fmla="*/ 738955232 w 111"/>
              <a:gd name="T87" fmla="*/ 125814254 h 97"/>
              <a:gd name="T88" fmla="*/ 759675906 w 111"/>
              <a:gd name="T89" fmla="*/ 125814254 h 97"/>
              <a:gd name="T90" fmla="*/ 759675906 w 111"/>
              <a:gd name="T91" fmla="*/ 90867629 h 97"/>
              <a:gd name="T92" fmla="*/ 621551952 w 111"/>
              <a:gd name="T93" fmla="*/ 587135809 h 97"/>
              <a:gd name="T94" fmla="*/ 649177763 w 111"/>
              <a:gd name="T95" fmla="*/ 608107495 h 97"/>
              <a:gd name="T96" fmla="*/ 621551952 w 111"/>
              <a:gd name="T97" fmla="*/ 643054120 h 97"/>
              <a:gd name="T98" fmla="*/ 593928773 w 111"/>
              <a:gd name="T99" fmla="*/ 608107495 h 97"/>
              <a:gd name="T100" fmla="*/ 621551952 w 111"/>
              <a:gd name="T101" fmla="*/ 587135809 h 97"/>
              <a:gd name="T102" fmla="*/ 524866879 w 111"/>
              <a:gd name="T103" fmla="*/ 223670678 h 97"/>
              <a:gd name="T104" fmla="*/ 511053974 w 111"/>
              <a:gd name="T105" fmla="*/ 216681883 h 97"/>
              <a:gd name="T106" fmla="*/ 642269994 w 111"/>
              <a:gd name="T107" fmla="*/ 90867629 h 97"/>
              <a:gd name="T108" fmla="*/ 656082899 w 111"/>
              <a:gd name="T109" fmla="*/ 97856424 h 97"/>
              <a:gd name="T110" fmla="*/ 524866879 w 111"/>
              <a:gd name="T111" fmla="*/ 223670678 h 97"/>
              <a:gd name="T112" fmla="*/ 524866879 w 111"/>
              <a:gd name="T113" fmla="*/ 223670678 h 97"/>
              <a:gd name="T114" fmla="*/ 566302963 w 111"/>
              <a:gd name="T115" fmla="*/ 272600195 h 97"/>
              <a:gd name="T116" fmla="*/ 552490058 w 111"/>
              <a:gd name="T117" fmla="*/ 258619954 h 97"/>
              <a:gd name="T118" fmla="*/ 683706078 w 111"/>
              <a:gd name="T119" fmla="*/ 125814254 h 97"/>
              <a:gd name="T120" fmla="*/ 697519148 w 111"/>
              <a:gd name="T121" fmla="*/ 139794495 h 97"/>
              <a:gd name="T122" fmla="*/ 566302963 w 111"/>
              <a:gd name="T123" fmla="*/ 272600195 h 97"/>
              <a:gd name="T124" fmla="*/ 566302963 w 111"/>
              <a:gd name="T125" fmla="*/ 272600195 h 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
              <a:gd name="T190" fmla="*/ 0 h 97"/>
              <a:gd name="T191" fmla="*/ 111 w 111"/>
              <a:gd name="T192" fmla="*/ 97 h 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 h="97">
                <a:moveTo>
                  <a:pt x="110" y="13"/>
                </a:moveTo>
                <a:cubicBezTo>
                  <a:pt x="101" y="3"/>
                  <a:pt x="101" y="3"/>
                  <a:pt x="101" y="3"/>
                </a:cubicBezTo>
                <a:cubicBezTo>
                  <a:pt x="99" y="1"/>
                  <a:pt x="97" y="1"/>
                  <a:pt x="96" y="3"/>
                </a:cubicBezTo>
                <a:cubicBezTo>
                  <a:pt x="95" y="4"/>
                  <a:pt x="95" y="4"/>
                  <a:pt x="95" y="5"/>
                </a:cubicBezTo>
                <a:cubicBezTo>
                  <a:pt x="94" y="5"/>
                  <a:pt x="93" y="6"/>
                  <a:pt x="92" y="6"/>
                </a:cubicBezTo>
                <a:cubicBezTo>
                  <a:pt x="92" y="6"/>
                  <a:pt x="92" y="6"/>
                  <a:pt x="92" y="6"/>
                </a:cubicBezTo>
                <a:cubicBezTo>
                  <a:pt x="67" y="32"/>
                  <a:pt x="67" y="32"/>
                  <a:pt x="67" y="32"/>
                </a:cubicBezTo>
                <a:cubicBezTo>
                  <a:pt x="67" y="33"/>
                  <a:pt x="67" y="36"/>
                  <a:pt x="66" y="37"/>
                </a:cubicBezTo>
                <a:cubicBezTo>
                  <a:pt x="68" y="41"/>
                  <a:pt x="68" y="41"/>
                  <a:pt x="68" y="41"/>
                </a:cubicBezTo>
                <a:cubicBezTo>
                  <a:pt x="68" y="41"/>
                  <a:pt x="68" y="41"/>
                  <a:pt x="68" y="41"/>
                </a:cubicBezTo>
                <a:cubicBezTo>
                  <a:pt x="69" y="41"/>
                  <a:pt x="69" y="41"/>
                  <a:pt x="69" y="41"/>
                </a:cubicBezTo>
                <a:cubicBezTo>
                  <a:pt x="63" y="46"/>
                  <a:pt x="63" y="46"/>
                  <a:pt x="63" y="46"/>
                </a:cubicBezTo>
                <a:cubicBezTo>
                  <a:pt x="45" y="28"/>
                  <a:pt x="45" y="28"/>
                  <a:pt x="45" y="28"/>
                </a:cubicBezTo>
                <a:cubicBezTo>
                  <a:pt x="47" y="21"/>
                  <a:pt x="45" y="13"/>
                  <a:pt x="39" y="7"/>
                </a:cubicBezTo>
                <a:cubicBezTo>
                  <a:pt x="34" y="1"/>
                  <a:pt x="25" y="0"/>
                  <a:pt x="18" y="1"/>
                </a:cubicBezTo>
                <a:cubicBezTo>
                  <a:pt x="30" y="14"/>
                  <a:pt x="30" y="14"/>
                  <a:pt x="30" y="14"/>
                </a:cubicBezTo>
                <a:cubicBezTo>
                  <a:pt x="27" y="26"/>
                  <a:pt x="27" y="26"/>
                  <a:pt x="27" y="26"/>
                </a:cubicBezTo>
                <a:cubicBezTo>
                  <a:pt x="15" y="29"/>
                  <a:pt x="15" y="29"/>
                  <a:pt x="15" y="29"/>
                </a:cubicBezTo>
                <a:cubicBezTo>
                  <a:pt x="3" y="17"/>
                  <a:pt x="3" y="17"/>
                  <a:pt x="3" y="17"/>
                </a:cubicBezTo>
                <a:cubicBezTo>
                  <a:pt x="0" y="23"/>
                  <a:pt x="3" y="32"/>
                  <a:pt x="9" y="37"/>
                </a:cubicBezTo>
                <a:cubicBezTo>
                  <a:pt x="14" y="43"/>
                  <a:pt x="23" y="46"/>
                  <a:pt x="31" y="43"/>
                </a:cubicBezTo>
                <a:cubicBezTo>
                  <a:pt x="31" y="43"/>
                  <a:pt x="31" y="43"/>
                  <a:pt x="31" y="43"/>
                </a:cubicBezTo>
                <a:cubicBezTo>
                  <a:pt x="48" y="60"/>
                  <a:pt x="48" y="60"/>
                  <a:pt x="48" y="60"/>
                </a:cubicBezTo>
                <a:cubicBezTo>
                  <a:pt x="32" y="78"/>
                  <a:pt x="32" y="78"/>
                  <a:pt x="32" y="78"/>
                </a:cubicBezTo>
                <a:cubicBezTo>
                  <a:pt x="31" y="77"/>
                  <a:pt x="31" y="77"/>
                  <a:pt x="31" y="77"/>
                </a:cubicBezTo>
                <a:cubicBezTo>
                  <a:pt x="26" y="80"/>
                  <a:pt x="26" y="80"/>
                  <a:pt x="26" y="80"/>
                </a:cubicBezTo>
                <a:cubicBezTo>
                  <a:pt x="18" y="93"/>
                  <a:pt x="18" y="93"/>
                  <a:pt x="18" y="93"/>
                </a:cubicBezTo>
                <a:cubicBezTo>
                  <a:pt x="20" y="95"/>
                  <a:pt x="20" y="95"/>
                  <a:pt x="20" y="95"/>
                </a:cubicBezTo>
                <a:cubicBezTo>
                  <a:pt x="33" y="87"/>
                  <a:pt x="33" y="87"/>
                  <a:pt x="33" y="87"/>
                </a:cubicBezTo>
                <a:cubicBezTo>
                  <a:pt x="37" y="83"/>
                  <a:pt x="37" y="83"/>
                  <a:pt x="37" y="83"/>
                </a:cubicBezTo>
                <a:cubicBezTo>
                  <a:pt x="35" y="82"/>
                  <a:pt x="35" y="82"/>
                  <a:pt x="35" y="82"/>
                </a:cubicBezTo>
                <a:cubicBezTo>
                  <a:pt x="53" y="64"/>
                  <a:pt x="53" y="64"/>
                  <a:pt x="53" y="64"/>
                </a:cubicBezTo>
                <a:cubicBezTo>
                  <a:pt x="82" y="93"/>
                  <a:pt x="82" y="93"/>
                  <a:pt x="82" y="93"/>
                </a:cubicBezTo>
                <a:cubicBezTo>
                  <a:pt x="84" y="96"/>
                  <a:pt x="86" y="97"/>
                  <a:pt x="89" y="97"/>
                </a:cubicBezTo>
                <a:cubicBezTo>
                  <a:pt x="91" y="97"/>
                  <a:pt x="94" y="96"/>
                  <a:pt x="96" y="93"/>
                </a:cubicBezTo>
                <a:cubicBezTo>
                  <a:pt x="101" y="89"/>
                  <a:pt x="101" y="83"/>
                  <a:pt x="96" y="79"/>
                </a:cubicBezTo>
                <a:cubicBezTo>
                  <a:pt x="67" y="50"/>
                  <a:pt x="67" y="50"/>
                  <a:pt x="67" y="50"/>
                </a:cubicBezTo>
                <a:cubicBezTo>
                  <a:pt x="72" y="45"/>
                  <a:pt x="72" y="45"/>
                  <a:pt x="72" y="45"/>
                </a:cubicBezTo>
                <a:cubicBezTo>
                  <a:pt x="75" y="47"/>
                  <a:pt x="75" y="47"/>
                  <a:pt x="75" y="47"/>
                </a:cubicBezTo>
                <a:cubicBezTo>
                  <a:pt x="77" y="46"/>
                  <a:pt x="79" y="46"/>
                  <a:pt x="82" y="46"/>
                </a:cubicBezTo>
                <a:cubicBezTo>
                  <a:pt x="106" y="21"/>
                  <a:pt x="106" y="21"/>
                  <a:pt x="106" y="21"/>
                </a:cubicBezTo>
                <a:cubicBezTo>
                  <a:pt x="106" y="20"/>
                  <a:pt x="106" y="20"/>
                  <a:pt x="106" y="20"/>
                </a:cubicBezTo>
                <a:cubicBezTo>
                  <a:pt x="106" y="20"/>
                  <a:pt x="106" y="20"/>
                  <a:pt x="106" y="20"/>
                </a:cubicBezTo>
                <a:cubicBezTo>
                  <a:pt x="107" y="19"/>
                  <a:pt x="107" y="19"/>
                  <a:pt x="107" y="18"/>
                </a:cubicBezTo>
                <a:cubicBezTo>
                  <a:pt x="109" y="18"/>
                  <a:pt x="110" y="18"/>
                  <a:pt x="110" y="18"/>
                </a:cubicBezTo>
                <a:cubicBezTo>
                  <a:pt x="111" y="16"/>
                  <a:pt x="111" y="14"/>
                  <a:pt x="110" y="13"/>
                </a:cubicBezTo>
                <a:close/>
                <a:moveTo>
                  <a:pt x="90" y="84"/>
                </a:moveTo>
                <a:cubicBezTo>
                  <a:pt x="92" y="84"/>
                  <a:pt x="94" y="86"/>
                  <a:pt x="94" y="87"/>
                </a:cubicBezTo>
                <a:cubicBezTo>
                  <a:pt x="94" y="90"/>
                  <a:pt x="92" y="92"/>
                  <a:pt x="90" y="92"/>
                </a:cubicBezTo>
                <a:cubicBezTo>
                  <a:pt x="87" y="92"/>
                  <a:pt x="86" y="90"/>
                  <a:pt x="86" y="87"/>
                </a:cubicBezTo>
                <a:cubicBezTo>
                  <a:pt x="86" y="86"/>
                  <a:pt x="87" y="84"/>
                  <a:pt x="90" y="84"/>
                </a:cubicBezTo>
                <a:close/>
                <a:moveTo>
                  <a:pt x="76" y="32"/>
                </a:moveTo>
                <a:cubicBezTo>
                  <a:pt x="74" y="31"/>
                  <a:pt x="74" y="31"/>
                  <a:pt x="74" y="31"/>
                </a:cubicBezTo>
                <a:cubicBezTo>
                  <a:pt x="93" y="13"/>
                  <a:pt x="93" y="13"/>
                  <a:pt x="93" y="13"/>
                </a:cubicBezTo>
                <a:cubicBezTo>
                  <a:pt x="95" y="14"/>
                  <a:pt x="95" y="14"/>
                  <a:pt x="95" y="14"/>
                </a:cubicBezTo>
                <a:cubicBezTo>
                  <a:pt x="76" y="32"/>
                  <a:pt x="76" y="32"/>
                  <a:pt x="76" y="32"/>
                </a:cubicBezTo>
                <a:cubicBezTo>
                  <a:pt x="76" y="32"/>
                  <a:pt x="76" y="32"/>
                  <a:pt x="76" y="32"/>
                </a:cubicBezTo>
                <a:close/>
                <a:moveTo>
                  <a:pt x="82" y="39"/>
                </a:moveTo>
                <a:cubicBezTo>
                  <a:pt x="80" y="37"/>
                  <a:pt x="80" y="37"/>
                  <a:pt x="80" y="37"/>
                </a:cubicBezTo>
                <a:cubicBezTo>
                  <a:pt x="99" y="18"/>
                  <a:pt x="99" y="18"/>
                  <a:pt x="99" y="18"/>
                </a:cubicBezTo>
                <a:cubicBezTo>
                  <a:pt x="101" y="20"/>
                  <a:pt x="101" y="20"/>
                  <a:pt x="101" y="20"/>
                </a:cubicBezTo>
                <a:cubicBezTo>
                  <a:pt x="82" y="39"/>
                  <a:pt x="82" y="39"/>
                  <a:pt x="82" y="39"/>
                </a:cubicBezTo>
                <a:cubicBezTo>
                  <a:pt x="82" y="39"/>
                  <a:pt x="82" y="39"/>
                  <a:pt x="82" y="39"/>
                </a:cubicBez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74" name="Group 73"/>
          <p:cNvGrpSpPr>
            <a:grpSpLocks/>
          </p:cNvGrpSpPr>
          <p:nvPr/>
        </p:nvGrpSpPr>
        <p:grpSpPr bwMode="auto">
          <a:xfrm>
            <a:off x="10790238" y="1712913"/>
            <a:ext cx="573087" cy="571500"/>
            <a:chOff x="6657637" y="1774372"/>
            <a:chExt cx="572596" cy="572596"/>
          </a:xfrm>
        </p:grpSpPr>
        <p:sp>
          <p:nvSpPr>
            <p:cNvPr id="44" name="Rounded Rectangle 43"/>
            <p:cNvSpPr/>
            <p:nvPr/>
          </p:nvSpPr>
          <p:spPr>
            <a:xfrm>
              <a:off x="6657637" y="1774372"/>
              <a:ext cx="572596" cy="572596"/>
            </a:xfrm>
            <a:prstGeom prst="round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62" name="Group 61"/>
            <p:cNvGrpSpPr/>
            <p:nvPr/>
          </p:nvGrpSpPr>
          <p:grpSpPr>
            <a:xfrm>
              <a:off x="6733955" y="1886662"/>
              <a:ext cx="419960" cy="348015"/>
              <a:chOff x="7964488" y="4356101"/>
              <a:chExt cx="398463" cy="330200"/>
            </a:xfrm>
            <a:solidFill>
              <a:schemeClr val="bg1"/>
            </a:solidFill>
          </p:grpSpPr>
          <p:sp>
            <p:nvSpPr>
              <p:cNvPr id="63" name="Freeform 95"/>
              <p:cNvSpPr>
                <a:spLocks/>
              </p:cNvSpPr>
              <p:nvPr/>
            </p:nvSpPr>
            <p:spPr bwMode="auto">
              <a:xfrm>
                <a:off x="8085138" y="4356101"/>
                <a:ext cx="277813" cy="307975"/>
              </a:xfrm>
              <a:custGeom>
                <a:avLst/>
                <a:gdLst>
                  <a:gd name="T0" fmla="*/ 33 w 74"/>
                  <a:gd name="T1" fmla="*/ 0 h 82"/>
                  <a:gd name="T2" fmla="*/ 0 w 74"/>
                  <a:gd name="T3" fmla="*/ 14 h 82"/>
                  <a:gd name="T4" fmla="*/ 3 w 74"/>
                  <a:gd name="T5" fmla="*/ 14 h 82"/>
                  <a:gd name="T6" fmla="*/ 6 w 74"/>
                  <a:gd name="T7" fmla="*/ 14 h 82"/>
                  <a:gd name="T8" fmla="*/ 33 w 74"/>
                  <a:gd name="T9" fmla="*/ 4 h 82"/>
                  <a:gd name="T10" fmla="*/ 69 w 74"/>
                  <a:gd name="T11" fmla="*/ 32 h 82"/>
                  <a:gd name="T12" fmla="*/ 43 w 74"/>
                  <a:gd name="T13" fmla="*/ 60 h 82"/>
                  <a:gd name="T14" fmla="*/ 40 w 74"/>
                  <a:gd name="T15" fmla="*/ 64 h 82"/>
                  <a:gd name="T16" fmla="*/ 47 w 74"/>
                  <a:gd name="T17" fmla="*/ 63 h 82"/>
                  <a:gd name="T18" fmla="*/ 55 w 74"/>
                  <a:gd name="T19" fmla="*/ 82 h 82"/>
                  <a:gd name="T20" fmla="*/ 59 w 74"/>
                  <a:gd name="T21" fmla="*/ 82 h 82"/>
                  <a:gd name="T22" fmla="*/ 59 w 74"/>
                  <a:gd name="T23" fmla="*/ 58 h 82"/>
                  <a:gd name="T24" fmla="*/ 74 w 74"/>
                  <a:gd name="T25" fmla="*/ 32 h 82"/>
                  <a:gd name="T26" fmla="*/ 33 w 74"/>
                  <a:gd name="T2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82">
                    <a:moveTo>
                      <a:pt x="33" y="0"/>
                    </a:moveTo>
                    <a:cubicBezTo>
                      <a:pt x="19" y="0"/>
                      <a:pt x="7" y="6"/>
                      <a:pt x="0" y="14"/>
                    </a:cubicBezTo>
                    <a:cubicBezTo>
                      <a:pt x="1" y="14"/>
                      <a:pt x="2" y="14"/>
                      <a:pt x="3" y="14"/>
                    </a:cubicBezTo>
                    <a:cubicBezTo>
                      <a:pt x="4" y="14"/>
                      <a:pt x="5" y="14"/>
                      <a:pt x="6" y="14"/>
                    </a:cubicBezTo>
                    <a:cubicBezTo>
                      <a:pt x="13" y="8"/>
                      <a:pt x="22" y="4"/>
                      <a:pt x="33" y="4"/>
                    </a:cubicBezTo>
                    <a:cubicBezTo>
                      <a:pt x="53" y="4"/>
                      <a:pt x="69" y="17"/>
                      <a:pt x="69" y="32"/>
                    </a:cubicBezTo>
                    <a:cubicBezTo>
                      <a:pt x="69" y="46"/>
                      <a:pt x="58" y="57"/>
                      <a:pt x="43" y="60"/>
                    </a:cubicBezTo>
                    <a:cubicBezTo>
                      <a:pt x="42" y="61"/>
                      <a:pt x="41" y="63"/>
                      <a:pt x="40" y="64"/>
                    </a:cubicBezTo>
                    <a:cubicBezTo>
                      <a:pt x="42" y="64"/>
                      <a:pt x="45" y="64"/>
                      <a:pt x="47" y="63"/>
                    </a:cubicBezTo>
                    <a:cubicBezTo>
                      <a:pt x="55" y="82"/>
                      <a:pt x="55" y="82"/>
                      <a:pt x="55" y="82"/>
                    </a:cubicBezTo>
                    <a:cubicBezTo>
                      <a:pt x="59" y="82"/>
                      <a:pt x="59" y="82"/>
                      <a:pt x="59" y="82"/>
                    </a:cubicBezTo>
                    <a:cubicBezTo>
                      <a:pt x="59" y="58"/>
                      <a:pt x="59" y="58"/>
                      <a:pt x="59" y="58"/>
                    </a:cubicBezTo>
                    <a:cubicBezTo>
                      <a:pt x="68" y="52"/>
                      <a:pt x="74" y="43"/>
                      <a:pt x="74" y="32"/>
                    </a:cubicBezTo>
                    <a:cubicBezTo>
                      <a:pt x="74" y="15"/>
                      <a:pt x="56" y="0"/>
                      <a:pt x="3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4" name="Freeform 96"/>
              <p:cNvSpPr>
                <a:spLocks/>
              </p:cNvSpPr>
              <p:nvPr/>
            </p:nvSpPr>
            <p:spPr bwMode="auto">
              <a:xfrm>
                <a:off x="7964488" y="4427538"/>
                <a:ext cx="271463" cy="258763"/>
              </a:xfrm>
              <a:custGeom>
                <a:avLst/>
                <a:gdLst>
                  <a:gd name="T0" fmla="*/ 36 w 72"/>
                  <a:gd name="T1" fmla="*/ 0 h 69"/>
                  <a:gd name="T2" fmla="*/ 0 w 72"/>
                  <a:gd name="T3" fmla="*/ 28 h 69"/>
                  <a:gd name="T4" fmla="*/ 12 w 72"/>
                  <a:gd name="T5" fmla="*/ 50 h 69"/>
                  <a:gd name="T6" fmla="*/ 9 w 72"/>
                  <a:gd name="T7" fmla="*/ 69 h 69"/>
                  <a:gd name="T8" fmla="*/ 12 w 72"/>
                  <a:gd name="T9" fmla="*/ 69 h 69"/>
                  <a:gd name="T10" fmla="*/ 23 w 72"/>
                  <a:gd name="T11" fmla="*/ 55 h 69"/>
                  <a:gd name="T12" fmla="*/ 36 w 72"/>
                  <a:gd name="T13" fmla="*/ 57 h 69"/>
                  <a:gd name="T14" fmla="*/ 72 w 72"/>
                  <a:gd name="T15" fmla="*/ 28 h 69"/>
                  <a:gd name="T16" fmla="*/ 36 w 72"/>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9">
                    <a:moveTo>
                      <a:pt x="36" y="0"/>
                    </a:moveTo>
                    <a:cubicBezTo>
                      <a:pt x="16" y="0"/>
                      <a:pt x="0" y="13"/>
                      <a:pt x="0" y="28"/>
                    </a:cubicBezTo>
                    <a:cubicBezTo>
                      <a:pt x="0" y="37"/>
                      <a:pt x="5" y="45"/>
                      <a:pt x="12" y="50"/>
                    </a:cubicBezTo>
                    <a:cubicBezTo>
                      <a:pt x="9" y="69"/>
                      <a:pt x="9" y="69"/>
                      <a:pt x="9" y="69"/>
                    </a:cubicBezTo>
                    <a:cubicBezTo>
                      <a:pt x="12" y="69"/>
                      <a:pt x="12" y="69"/>
                      <a:pt x="12" y="69"/>
                    </a:cubicBezTo>
                    <a:cubicBezTo>
                      <a:pt x="23" y="55"/>
                      <a:pt x="23" y="55"/>
                      <a:pt x="23" y="55"/>
                    </a:cubicBezTo>
                    <a:cubicBezTo>
                      <a:pt x="27" y="57"/>
                      <a:pt x="31" y="57"/>
                      <a:pt x="36" y="57"/>
                    </a:cubicBezTo>
                    <a:cubicBezTo>
                      <a:pt x="56" y="57"/>
                      <a:pt x="72" y="44"/>
                      <a:pt x="72" y="28"/>
                    </a:cubicBezTo>
                    <a:cubicBezTo>
                      <a:pt x="72" y="13"/>
                      <a:pt x="56" y="0"/>
                      <a:pt x="36"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
        <p:nvSpPr>
          <p:cNvPr id="79" name="Text Box 10"/>
          <p:cNvSpPr txBox="1">
            <a:spLocks noChangeArrowheads="1"/>
          </p:cNvSpPr>
          <p:nvPr/>
        </p:nvSpPr>
        <p:spPr bwMode="auto">
          <a:xfrm>
            <a:off x="6010275" y="4143375"/>
            <a:ext cx="4903788" cy="2078038"/>
          </a:xfrm>
          <a:prstGeom prst="rect">
            <a:avLst/>
          </a:prstGeom>
          <a:noFill/>
          <a:ln w="9525">
            <a:noFill/>
            <a:miter lim="800000"/>
            <a:headEnd/>
            <a:tailEnd/>
          </a:ln>
        </p:spPr>
        <p:txBody>
          <a:bodyPr lIns="45720" tIns="22860" rIns="45720" bIns="22860">
            <a:spAutoFit/>
          </a:bodyPr>
          <a:lstStyle/>
          <a:p>
            <a:pPr algn="r" defTabSz="1087438" rtl="1" eaLnBrk="0" hangingPunct="0"/>
            <a:r>
              <a:rPr lang="ar-JO" sz="3600" b="1">
                <a:solidFill>
                  <a:srgbClr val="F39C12"/>
                </a:solidFill>
              </a:rPr>
              <a:t>التأكد</a:t>
            </a:r>
            <a:r>
              <a:rPr lang="ar-JO" sz="3200"/>
              <a:t> أن الحاجات التعليمية لجميع الطلبة يتم تحقيقها من خلال الوصول المتساوي للتعليم الملائم ذو الجودة الممتازة.</a:t>
            </a:r>
            <a:endParaRPr lang="en-US" sz="3200" b="1">
              <a:solidFill>
                <a:srgbClr val="F39C12"/>
              </a:solidFill>
              <a:latin typeface="Open Sans"/>
              <a:ea typeface="Open Sans"/>
              <a:cs typeface="Open Sans"/>
            </a:endParaRPr>
          </a:p>
        </p:txBody>
      </p:sp>
      <p:grpSp>
        <p:nvGrpSpPr>
          <p:cNvPr id="80" name="Group 79"/>
          <p:cNvGrpSpPr>
            <a:grpSpLocks/>
          </p:cNvGrpSpPr>
          <p:nvPr/>
        </p:nvGrpSpPr>
        <p:grpSpPr bwMode="auto">
          <a:xfrm>
            <a:off x="11080750" y="4100513"/>
            <a:ext cx="573088" cy="573087"/>
            <a:chOff x="6657637" y="2672594"/>
            <a:chExt cx="572596" cy="572596"/>
          </a:xfrm>
        </p:grpSpPr>
        <p:sp>
          <p:nvSpPr>
            <p:cNvPr id="81" name="Rounded Rectangle 80"/>
            <p:cNvSpPr/>
            <p:nvPr/>
          </p:nvSpPr>
          <p:spPr>
            <a:xfrm>
              <a:off x="6657637" y="2672594"/>
              <a:ext cx="572596" cy="572596"/>
            </a:xfrm>
            <a:prstGeom prst="round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82" name="Group 81"/>
            <p:cNvGrpSpPr/>
            <p:nvPr/>
          </p:nvGrpSpPr>
          <p:grpSpPr>
            <a:xfrm>
              <a:off x="6758216" y="2863522"/>
              <a:ext cx="371439" cy="190739"/>
              <a:chOff x="7991476" y="3906838"/>
              <a:chExt cx="352425" cy="180975"/>
            </a:xfrm>
            <a:solidFill>
              <a:schemeClr val="bg1"/>
            </a:solidFill>
          </p:grpSpPr>
          <p:sp>
            <p:nvSpPr>
              <p:cNvPr id="83" name="Freeform 48"/>
              <p:cNvSpPr>
                <a:spLocks noEditPoints="1"/>
              </p:cNvSpPr>
              <p:nvPr/>
            </p:nvSpPr>
            <p:spPr bwMode="auto">
              <a:xfrm>
                <a:off x="7991476" y="3906838"/>
                <a:ext cx="352425" cy="180975"/>
              </a:xfrm>
              <a:custGeom>
                <a:avLst/>
                <a:gdLst>
                  <a:gd name="T0" fmla="*/ 88 w 94"/>
                  <a:gd name="T1" fmla="*/ 0 h 48"/>
                  <a:gd name="T2" fmla="*/ 13 w 94"/>
                  <a:gd name="T3" fmla="*/ 0 h 48"/>
                  <a:gd name="T4" fmla="*/ 7 w 94"/>
                  <a:gd name="T5" fmla="*/ 5 h 48"/>
                  <a:gd name="T6" fmla="*/ 7 w 94"/>
                  <a:gd name="T7" fmla="*/ 15 h 48"/>
                  <a:gd name="T8" fmla="*/ 0 w 94"/>
                  <a:gd name="T9" fmla="*/ 15 h 48"/>
                  <a:gd name="T10" fmla="*/ 0 w 94"/>
                  <a:gd name="T11" fmla="*/ 33 h 48"/>
                  <a:gd name="T12" fmla="*/ 7 w 94"/>
                  <a:gd name="T13" fmla="*/ 33 h 48"/>
                  <a:gd name="T14" fmla="*/ 7 w 94"/>
                  <a:gd name="T15" fmla="*/ 43 h 48"/>
                  <a:gd name="T16" fmla="*/ 13 w 94"/>
                  <a:gd name="T17" fmla="*/ 48 h 48"/>
                  <a:gd name="T18" fmla="*/ 88 w 94"/>
                  <a:gd name="T19" fmla="*/ 48 h 48"/>
                  <a:gd name="T20" fmla="*/ 94 w 94"/>
                  <a:gd name="T21" fmla="*/ 43 h 48"/>
                  <a:gd name="T22" fmla="*/ 94 w 94"/>
                  <a:gd name="T23" fmla="*/ 5 h 48"/>
                  <a:gd name="T24" fmla="*/ 88 w 94"/>
                  <a:gd name="T25" fmla="*/ 0 h 48"/>
                  <a:gd name="T26" fmla="*/ 88 w 94"/>
                  <a:gd name="T27" fmla="*/ 42 h 48"/>
                  <a:gd name="T28" fmla="*/ 87 w 94"/>
                  <a:gd name="T29" fmla="*/ 43 h 48"/>
                  <a:gd name="T30" fmla="*/ 13 w 94"/>
                  <a:gd name="T31" fmla="*/ 43 h 48"/>
                  <a:gd name="T32" fmla="*/ 12 w 94"/>
                  <a:gd name="T33" fmla="*/ 42 h 48"/>
                  <a:gd name="T34" fmla="*/ 12 w 94"/>
                  <a:gd name="T35" fmla="*/ 5 h 48"/>
                  <a:gd name="T36" fmla="*/ 13 w 94"/>
                  <a:gd name="T37" fmla="*/ 4 h 48"/>
                  <a:gd name="T38" fmla="*/ 87 w 94"/>
                  <a:gd name="T39" fmla="*/ 4 h 48"/>
                  <a:gd name="T40" fmla="*/ 88 w 94"/>
                  <a:gd name="T41" fmla="*/ 5 h 48"/>
                  <a:gd name="T42" fmla="*/ 88 w 94"/>
                  <a:gd name="T4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8">
                    <a:moveTo>
                      <a:pt x="88" y="0"/>
                    </a:moveTo>
                    <a:cubicBezTo>
                      <a:pt x="13" y="0"/>
                      <a:pt x="13" y="0"/>
                      <a:pt x="13" y="0"/>
                    </a:cubicBezTo>
                    <a:cubicBezTo>
                      <a:pt x="10" y="0"/>
                      <a:pt x="7" y="2"/>
                      <a:pt x="7" y="5"/>
                    </a:cubicBezTo>
                    <a:cubicBezTo>
                      <a:pt x="7" y="15"/>
                      <a:pt x="7" y="15"/>
                      <a:pt x="7" y="15"/>
                    </a:cubicBezTo>
                    <a:cubicBezTo>
                      <a:pt x="0" y="15"/>
                      <a:pt x="0" y="15"/>
                      <a:pt x="0" y="15"/>
                    </a:cubicBezTo>
                    <a:cubicBezTo>
                      <a:pt x="0" y="33"/>
                      <a:pt x="0" y="33"/>
                      <a:pt x="0" y="33"/>
                    </a:cubicBezTo>
                    <a:cubicBezTo>
                      <a:pt x="7" y="33"/>
                      <a:pt x="7" y="33"/>
                      <a:pt x="7" y="33"/>
                    </a:cubicBezTo>
                    <a:cubicBezTo>
                      <a:pt x="7" y="43"/>
                      <a:pt x="7" y="43"/>
                      <a:pt x="7" y="43"/>
                    </a:cubicBezTo>
                    <a:cubicBezTo>
                      <a:pt x="7" y="46"/>
                      <a:pt x="10" y="48"/>
                      <a:pt x="13" y="48"/>
                    </a:cubicBezTo>
                    <a:cubicBezTo>
                      <a:pt x="88" y="48"/>
                      <a:pt x="88" y="48"/>
                      <a:pt x="88" y="48"/>
                    </a:cubicBezTo>
                    <a:cubicBezTo>
                      <a:pt x="91" y="48"/>
                      <a:pt x="94" y="46"/>
                      <a:pt x="94" y="43"/>
                    </a:cubicBezTo>
                    <a:cubicBezTo>
                      <a:pt x="94" y="5"/>
                      <a:pt x="94" y="5"/>
                      <a:pt x="94" y="5"/>
                    </a:cubicBezTo>
                    <a:cubicBezTo>
                      <a:pt x="94" y="2"/>
                      <a:pt x="91" y="0"/>
                      <a:pt x="88" y="0"/>
                    </a:cubicBezTo>
                    <a:close/>
                    <a:moveTo>
                      <a:pt x="88" y="42"/>
                    </a:moveTo>
                    <a:cubicBezTo>
                      <a:pt x="88" y="43"/>
                      <a:pt x="88" y="43"/>
                      <a:pt x="87" y="43"/>
                    </a:cubicBezTo>
                    <a:cubicBezTo>
                      <a:pt x="13" y="43"/>
                      <a:pt x="13" y="43"/>
                      <a:pt x="13" y="43"/>
                    </a:cubicBezTo>
                    <a:cubicBezTo>
                      <a:pt x="13" y="43"/>
                      <a:pt x="12" y="43"/>
                      <a:pt x="12" y="42"/>
                    </a:cubicBezTo>
                    <a:cubicBezTo>
                      <a:pt x="12" y="5"/>
                      <a:pt x="12" y="5"/>
                      <a:pt x="12" y="5"/>
                    </a:cubicBezTo>
                    <a:cubicBezTo>
                      <a:pt x="12" y="5"/>
                      <a:pt x="13" y="4"/>
                      <a:pt x="13" y="4"/>
                    </a:cubicBezTo>
                    <a:cubicBezTo>
                      <a:pt x="87" y="4"/>
                      <a:pt x="87" y="4"/>
                      <a:pt x="87" y="4"/>
                    </a:cubicBezTo>
                    <a:cubicBezTo>
                      <a:pt x="88" y="4"/>
                      <a:pt x="88" y="5"/>
                      <a:pt x="88" y="5"/>
                    </a:cubicBezTo>
                    <a:lnTo>
                      <a:pt x="88" y="42"/>
                    </a:lnTo>
                    <a:close/>
                  </a:path>
                </a:pathLst>
              </a:custGeom>
              <a:grpFill/>
              <a:ln>
                <a:noFill/>
              </a:ln>
              <a:extLst/>
            </p:spPr>
            <p:txBody>
              <a:bodyPr/>
              <a:lstStyle/>
              <a:p>
                <a:pPr eaLnBrk="0" hangingPunct="0">
                  <a:defRPr/>
                </a:pPr>
                <a:endParaRPr lang="en-US">
                  <a:cs typeface="+mn-cs"/>
                </a:endParaRPr>
              </a:p>
            </p:txBody>
          </p:sp>
          <p:sp>
            <p:nvSpPr>
              <p:cNvPr id="84" name="Rectangle 49"/>
              <p:cNvSpPr>
                <a:spLocks noChangeArrowheads="1"/>
              </p:cNvSpPr>
              <p:nvPr/>
            </p:nvSpPr>
            <p:spPr bwMode="auto">
              <a:xfrm>
                <a:off x="8145463" y="3937001"/>
                <a:ext cx="71438" cy="117475"/>
              </a:xfrm>
              <a:prstGeom prst="rect">
                <a:avLst/>
              </a:prstGeom>
              <a:grpFill/>
              <a:ln>
                <a:noFill/>
              </a:ln>
              <a:extLst/>
            </p:spPr>
            <p:txBody>
              <a:bodyPr/>
              <a:lstStyle/>
              <a:p>
                <a:pPr eaLnBrk="0" hangingPunct="0">
                  <a:defRPr/>
                </a:pPr>
                <a:endParaRPr lang="en-US">
                  <a:cs typeface="+mn-cs"/>
                </a:endParaRPr>
              </a:p>
            </p:txBody>
          </p:sp>
          <p:sp>
            <p:nvSpPr>
              <p:cNvPr id="85" name="Rectangle 50"/>
              <p:cNvSpPr>
                <a:spLocks noChangeArrowheads="1"/>
              </p:cNvSpPr>
              <p:nvPr/>
            </p:nvSpPr>
            <p:spPr bwMode="auto">
              <a:xfrm>
                <a:off x="8231188" y="3937001"/>
                <a:ext cx="71438" cy="117475"/>
              </a:xfrm>
              <a:prstGeom prst="rect">
                <a:avLst/>
              </a:prstGeom>
              <a:grpFill/>
              <a:ln>
                <a:noFill/>
              </a:ln>
              <a:extLst/>
            </p:spPr>
            <p:txBody>
              <a:bodyPr/>
              <a:lstStyle/>
              <a:p>
                <a:pPr eaLnBrk="0" hangingPunct="0">
                  <a:defRPr/>
                </a:pPr>
                <a:endParaRPr lang="en-US">
                  <a:cs typeface="+mn-cs"/>
                </a:endParaRPr>
              </a:p>
            </p:txBody>
          </p:sp>
        </p:grpSp>
      </p:grpSp>
      <p:sp>
        <p:nvSpPr>
          <p:cNvPr id="4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200"/>
                                        <p:tgtEl>
                                          <p:spTgt spid="39"/>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 fill="hold"/>
                                        <p:tgtEl>
                                          <p:spTgt spid="13"/>
                                        </p:tgtEl>
                                        <p:attrNameLst>
                                          <p:attrName>ppt_x</p:attrName>
                                        </p:attrNameLst>
                                      </p:cBhvr>
                                      <p:tavLst>
                                        <p:tav tm="0">
                                          <p:val>
                                            <p:strVal val="#ppt_x"/>
                                          </p:val>
                                        </p:tav>
                                        <p:tav tm="100000">
                                          <p:val>
                                            <p:strVal val="#ppt_x"/>
                                          </p:val>
                                        </p:tav>
                                      </p:tavLst>
                                    </p:anim>
                                    <p:anim calcmode="lin" valueType="num">
                                      <p:cBhvr additive="base">
                                        <p:cTn id="12" dur="250" fill="hold"/>
                                        <p:tgtEl>
                                          <p:spTgt spid="13"/>
                                        </p:tgtEl>
                                        <p:attrNameLst>
                                          <p:attrName>ppt_y</p:attrName>
                                        </p:attrNameLst>
                                      </p:cBhvr>
                                      <p:tavLst>
                                        <p:tav tm="0">
                                          <p:val>
                                            <p:strVal val="1+#ppt_h/2"/>
                                          </p:val>
                                        </p:tav>
                                        <p:tav tm="100000">
                                          <p:val>
                                            <p:strVal val="#ppt_y"/>
                                          </p:val>
                                        </p:tav>
                                      </p:tavLst>
                                    </p:anim>
                                  </p:childTnLst>
                                </p:cTn>
                              </p:par>
                            </p:childTnLst>
                          </p:cTn>
                        </p:par>
                        <p:par>
                          <p:cTn id="13" fill="hold">
                            <p:stCondLst>
                              <p:cond delay="450"/>
                            </p:stCondLst>
                            <p:childTnLst>
                              <p:par>
                                <p:cTn id="14" presetID="2" presetClass="entr" presetSubtype="4"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anim calcmode="lin" valueType="num">
                                      <p:cBhvr additive="base">
                                        <p:cTn id="16" dur="250" fill="hold"/>
                                        <p:tgtEl>
                                          <p:spTgt spid="22"/>
                                        </p:tgtEl>
                                        <p:attrNameLst>
                                          <p:attrName>ppt_x</p:attrName>
                                        </p:attrNameLst>
                                      </p:cBhvr>
                                      <p:tavLst>
                                        <p:tav tm="0">
                                          <p:val>
                                            <p:strVal val="#ppt_x"/>
                                          </p:val>
                                        </p:tav>
                                        <p:tav tm="100000">
                                          <p:val>
                                            <p:strVal val="#ppt_x"/>
                                          </p:val>
                                        </p:tav>
                                      </p:tavLst>
                                    </p:anim>
                                    <p:anim calcmode="lin" valueType="num">
                                      <p:cBhvr additive="base">
                                        <p:cTn id="17" dur="250" fill="hold"/>
                                        <p:tgtEl>
                                          <p:spTgt spid="22"/>
                                        </p:tgtEl>
                                        <p:attrNameLst>
                                          <p:attrName>ppt_y</p:attrName>
                                        </p:attrNameLst>
                                      </p:cBhvr>
                                      <p:tavLst>
                                        <p:tav tm="0">
                                          <p:val>
                                            <p:strVal val="1+#ppt_h/2"/>
                                          </p:val>
                                        </p:tav>
                                        <p:tav tm="100000">
                                          <p:val>
                                            <p:strVal val="#ppt_y"/>
                                          </p:val>
                                        </p:tav>
                                      </p:tavLst>
                                    </p:anim>
                                  </p:childTnLst>
                                </p:cTn>
                              </p:par>
                            </p:childTnLst>
                          </p:cTn>
                        </p:par>
                        <p:par>
                          <p:cTn id="18" fill="hold">
                            <p:stCondLst>
                              <p:cond delay="700"/>
                            </p:stCondLst>
                            <p:childTnLst>
                              <p:par>
                                <p:cTn id="19" presetID="2" presetClass="entr" presetSubtype="4"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250" fill="hold"/>
                                        <p:tgtEl>
                                          <p:spTgt spid="5"/>
                                        </p:tgtEl>
                                        <p:attrNameLst>
                                          <p:attrName>ppt_x</p:attrName>
                                        </p:attrNameLst>
                                      </p:cBhvr>
                                      <p:tavLst>
                                        <p:tav tm="0">
                                          <p:val>
                                            <p:strVal val="#ppt_x"/>
                                          </p:val>
                                        </p:tav>
                                        <p:tav tm="100000">
                                          <p:val>
                                            <p:strVal val="#ppt_x"/>
                                          </p:val>
                                        </p:tav>
                                      </p:tavLst>
                                    </p:anim>
                                    <p:anim calcmode="lin" valueType="num">
                                      <p:cBhvr additive="base">
                                        <p:cTn id="22" dur="250" fill="hold"/>
                                        <p:tgtEl>
                                          <p:spTgt spid="5"/>
                                        </p:tgtEl>
                                        <p:attrNameLst>
                                          <p:attrName>ppt_y</p:attrName>
                                        </p:attrNameLst>
                                      </p:cBhvr>
                                      <p:tavLst>
                                        <p:tav tm="0">
                                          <p:val>
                                            <p:strVal val="1+#ppt_h/2"/>
                                          </p:val>
                                        </p:tav>
                                        <p:tav tm="100000">
                                          <p:val>
                                            <p:strVal val="#ppt_y"/>
                                          </p:val>
                                        </p:tav>
                                      </p:tavLst>
                                    </p:anim>
                                  </p:childTnLst>
                                </p:cTn>
                              </p:par>
                            </p:childTnLst>
                          </p:cTn>
                        </p:par>
                        <p:par>
                          <p:cTn id="23" fill="hold">
                            <p:stCondLst>
                              <p:cond delay="950"/>
                            </p:stCondLst>
                            <p:childTnLst>
                              <p:par>
                                <p:cTn id="24" presetID="2" presetClass="entr" presetSubtype="4"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 fill="hold"/>
                                        <p:tgtEl>
                                          <p:spTgt spid="18"/>
                                        </p:tgtEl>
                                        <p:attrNameLst>
                                          <p:attrName>ppt_x</p:attrName>
                                        </p:attrNameLst>
                                      </p:cBhvr>
                                      <p:tavLst>
                                        <p:tav tm="0">
                                          <p:val>
                                            <p:strVal val="#ppt_x"/>
                                          </p:val>
                                        </p:tav>
                                        <p:tav tm="100000">
                                          <p:val>
                                            <p:strVal val="#ppt_x"/>
                                          </p:val>
                                        </p:tav>
                                      </p:tavLst>
                                    </p:anim>
                                    <p:anim calcmode="lin" valueType="num">
                                      <p:cBhvr additive="base">
                                        <p:cTn id="27" dur="250" fill="hold"/>
                                        <p:tgtEl>
                                          <p:spTgt spid="18"/>
                                        </p:tgtEl>
                                        <p:attrNameLst>
                                          <p:attrName>ppt_y</p:attrName>
                                        </p:attrNameLst>
                                      </p:cBhvr>
                                      <p:tavLst>
                                        <p:tav tm="0">
                                          <p:val>
                                            <p:strVal val="1+#ppt_h/2"/>
                                          </p:val>
                                        </p:tav>
                                        <p:tav tm="100000">
                                          <p:val>
                                            <p:strVal val="#ppt_y"/>
                                          </p:val>
                                        </p:tav>
                                      </p:tavLst>
                                    </p:anim>
                                  </p:childTnLst>
                                </p:cTn>
                              </p:par>
                            </p:childTnLst>
                          </p:cTn>
                        </p:par>
                        <p:par>
                          <p:cTn id="28" fill="hold">
                            <p:stCondLst>
                              <p:cond delay="1200"/>
                            </p:stCondLst>
                            <p:childTnLst>
                              <p:par>
                                <p:cTn id="29" presetID="2" presetClass="entr" presetSubtype="4"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250" fill="hold"/>
                                        <p:tgtEl>
                                          <p:spTgt spid="40"/>
                                        </p:tgtEl>
                                        <p:attrNameLst>
                                          <p:attrName>ppt_x</p:attrName>
                                        </p:attrNameLst>
                                      </p:cBhvr>
                                      <p:tavLst>
                                        <p:tav tm="0">
                                          <p:val>
                                            <p:strVal val="#ppt_x"/>
                                          </p:val>
                                        </p:tav>
                                        <p:tav tm="100000">
                                          <p:val>
                                            <p:strVal val="#ppt_x"/>
                                          </p:val>
                                        </p:tav>
                                      </p:tavLst>
                                    </p:anim>
                                    <p:anim calcmode="lin" valueType="num">
                                      <p:cBhvr additive="base">
                                        <p:cTn id="32" dur="250" fill="hold"/>
                                        <p:tgtEl>
                                          <p:spTgt spid="40"/>
                                        </p:tgtEl>
                                        <p:attrNameLst>
                                          <p:attrName>ppt_y</p:attrName>
                                        </p:attrNameLst>
                                      </p:cBhvr>
                                      <p:tavLst>
                                        <p:tav tm="0">
                                          <p:val>
                                            <p:strVal val="1+#ppt_h/2"/>
                                          </p:val>
                                        </p:tav>
                                        <p:tav tm="100000">
                                          <p:val>
                                            <p:strVal val="#ppt_y"/>
                                          </p:val>
                                        </p:tav>
                                      </p:tavLst>
                                    </p:anim>
                                  </p:childTnLst>
                                </p:cTn>
                              </p:par>
                            </p:childTnLst>
                          </p:cTn>
                        </p:par>
                        <p:par>
                          <p:cTn id="33" fill="hold">
                            <p:stCondLst>
                              <p:cond delay="1450"/>
                            </p:stCondLst>
                            <p:childTnLst>
                              <p:par>
                                <p:cTn id="34" presetID="53" presetClass="entr" presetSubtype="16" fill="hold" nodeType="afterEffect">
                                  <p:stCondLst>
                                    <p:cond delay="0"/>
                                  </p:stCondLst>
                                  <p:childTnLst>
                                    <p:set>
                                      <p:cBhvr>
                                        <p:cTn id="35" dur="1" fill="hold">
                                          <p:stCondLst>
                                            <p:cond delay="0"/>
                                          </p:stCondLst>
                                        </p:cTn>
                                        <p:tgtEl>
                                          <p:spTgt spid="74"/>
                                        </p:tgtEl>
                                        <p:attrNameLst>
                                          <p:attrName>style.visibility</p:attrName>
                                        </p:attrNameLst>
                                      </p:cBhvr>
                                      <p:to>
                                        <p:strVal val="visible"/>
                                      </p:to>
                                    </p:set>
                                    <p:anim calcmode="lin" valueType="num">
                                      <p:cBhvr>
                                        <p:cTn id="36" dur="500" fill="hold"/>
                                        <p:tgtEl>
                                          <p:spTgt spid="74"/>
                                        </p:tgtEl>
                                        <p:attrNameLst>
                                          <p:attrName>ppt_w</p:attrName>
                                        </p:attrNameLst>
                                      </p:cBhvr>
                                      <p:tavLst>
                                        <p:tav tm="0">
                                          <p:val>
                                            <p:fltVal val="0"/>
                                          </p:val>
                                        </p:tav>
                                        <p:tav tm="100000">
                                          <p:val>
                                            <p:strVal val="#ppt_w"/>
                                          </p:val>
                                        </p:tav>
                                      </p:tavLst>
                                    </p:anim>
                                    <p:anim calcmode="lin" valueType="num">
                                      <p:cBhvr>
                                        <p:cTn id="37" dur="500" fill="hold"/>
                                        <p:tgtEl>
                                          <p:spTgt spid="74"/>
                                        </p:tgtEl>
                                        <p:attrNameLst>
                                          <p:attrName>ppt_h</p:attrName>
                                        </p:attrNameLst>
                                      </p:cBhvr>
                                      <p:tavLst>
                                        <p:tav tm="0">
                                          <p:val>
                                            <p:fltVal val="0"/>
                                          </p:val>
                                        </p:tav>
                                        <p:tav tm="100000">
                                          <p:val>
                                            <p:strVal val="#ppt_h"/>
                                          </p:val>
                                        </p:tav>
                                      </p:tavLst>
                                    </p:anim>
                                    <p:animEffect transition="in" filter="fade">
                                      <p:cBhvr>
                                        <p:cTn id="38" dur="500"/>
                                        <p:tgtEl>
                                          <p:spTgt spid="74"/>
                                        </p:tgtEl>
                                      </p:cBhvr>
                                    </p:animEffect>
                                  </p:childTnLst>
                                </p:cTn>
                              </p:par>
                            </p:childTnLst>
                          </p:cTn>
                        </p:par>
                        <p:par>
                          <p:cTn id="39" fill="hold">
                            <p:stCondLst>
                              <p:cond delay="1950"/>
                            </p:stCondLst>
                            <p:childTnLst>
                              <p:par>
                                <p:cTn id="40" presetID="53" presetClass="entr" presetSubtype="16" fill="hold" grpId="0" nodeType="afterEffect">
                                  <p:stCondLst>
                                    <p:cond delay="0"/>
                                  </p:stCondLst>
                                  <p:childTnLst>
                                    <p:set>
                                      <p:cBhvr>
                                        <p:cTn id="41" dur="1" fill="hold">
                                          <p:stCondLst>
                                            <p:cond delay="0"/>
                                          </p:stCondLst>
                                        </p:cTn>
                                        <p:tgtEl>
                                          <p:spTgt spid="45"/>
                                        </p:tgtEl>
                                        <p:attrNameLst>
                                          <p:attrName>style.visibility</p:attrName>
                                        </p:attrNameLst>
                                      </p:cBhvr>
                                      <p:to>
                                        <p:strVal val="visible"/>
                                      </p:to>
                                    </p:set>
                                    <p:anim calcmode="lin" valueType="num">
                                      <p:cBhvr>
                                        <p:cTn id="42" dur="500" fill="hold"/>
                                        <p:tgtEl>
                                          <p:spTgt spid="45"/>
                                        </p:tgtEl>
                                        <p:attrNameLst>
                                          <p:attrName>ppt_w</p:attrName>
                                        </p:attrNameLst>
                                      </p:cBhvr>
                                      <p:tavLst>
                                        <p:tav tm="0">
                                          <p:val>
                                            <p:fltVal val="0"/>
                                          </p:val>
                                        </p:tav>
                                        <p:tav tm="100000">
                                          <p:val>
                                            <p:strVal val="#ppt_w"/>
                                          </p:val>
                                        </p:tav>
                                      </p:tavLst>
                                    </p:anim>
                                    <p:anim calcmode="lin" valueType="num">
                                      <p:cBhvr>
                                        <p:cTn id="43" dur="500" fill="hold"/>
                                        <p:tgtEl>
                                          <p:spTgt spid="45"/>
                                        </p:tgtEl>
                                        <p:attrNameLst>
                                          <p:attrName>ppt_h</p:attrName>
                                        </p:attrNameLst>
                                      </p:cBhvr>
                                      <p:tavLst>
                                        <p:tav tm="0">
                                          <p:val>
                                            <p:fltVal val="0"/>
                                          </p:val>
                                        </p:tav>
                                        <p:tav tm="100000">
                                          <p:val>
                                            <p:strVal val="#ppt_h"/>
                                          </p:val>
                                        </p:tav>
                                      </p:tavLst>
                                    </p:anim>
                                    <p:animEffect transition="in" filter="fade">
                                      <p:cBhvr>
                                        <p:cTn id="44" dur="500"/>
                                        <p:tgtEl>
                                          <p:spTgt spid="45"/>
                                        </p:tgtEl>
                                      </p:cBhvr>
                                    </p:animEffect>
                                  </p:childTnLst>
                                </p:cTn>
                              </p:par>
                            </p:childTnLst>
                          </p:cTn>
                        </p:par>
                        <p:par>
                          <p:cTn id="45" fill="hold">
                            <p:stCondLst>
                              <p:cond delay="2450"/>
                            </p:stCondLst>
                            <p:childTnLst>
                              <p:par>
                                <p:cTn id="46" presetID="53" presetClass="entr" presetSubtype="16" fill="hold" nodeType="afterEffect">
                                  <p:stCondLst>
                                    <p:cond delay="0"/>
                                  </p:stCondLst>
                                  <p:childTnLst>
                                    <p:set>
                                      <p:cBhvr>
                                        <p:cTn id="47" dur="1" fill="hold">
                                          <p:stCondLst>
                                            <p:cond delay="0"/>
                                          </p:stCondLst>
                                        </p:cTn>
                                        <p:tgtEl>
                                          <p:spTgt spid="80"/>
                                        </p:tgtEl>
                                        <p:attrNameLst>
                                          <p:attrName>style.visibility</p:attrName>
                                        </p:attrNameLst>
                                      </p:cBhvr>
                                      <p:to>
                                        <p:strVal val="visible"/>
                                      </p:to>
                                    </p:set>
                                    <p:anim calcmode="lin" valueType="num">
                                      <p:cBhvr>
                                        <p:cTn id="48" dur="500" fill="hold"/>
                                        <p:tgtEl>
                                          <p:spTgt spid="80"/>
                                        </p:tgtEl>
                                        <p:attrNameLst>
                                          <p:attrName>ppt_w</p:attrName>
                                        </p:attrNameLst>
                                      </p:cBhvr>
                                      <p:tavLst>
                                        <p:tav tm="0">
                                          <p:val>
                                            <p:fltVal val="0"/>
                                          </p:val>
                                        </p:tav>
                                        <p:tav tm="100000">
                                          <p:val>
                                            <p:strVal val="#ppt_w"/>
                                          </p:val>
                                        </p:tav>
                                      </p:tavLst>
                                    </p:anim>
                                    <p:anim calcmode="lin" valueType="num">
                                      <p:cBhvr>
                                        <p:cTn id="49" dur="500" fill="hold"/>
                                        <p:tgtEl>
                                          <p:spTgt spid="80"/>
                                        </p:tgtEl>
                                        <p:attrNameLst>
                                          <p:attrName>ppt_h</p:attrName>
                                        </p:attrNameLst>
                                      </p:cBhvr>
                                      <p:tavLst>
                                        <p:tav tm="0">
                                          <p:val>
                                            <p:fltVal val="0"/>
                                          </p:val>
                                        </p:tav>
                                        <p:tav tm="100000">
                                          <p:val>
                                            <p:strVal val="#ppt_h"/>
                                          </p:val>
                                        </p:tav>
                                      </p:tavLst>
                                    </p:anim>
                                    <p:animEffect transition="in" filter="fade">
                                      <p:cBhvr>
                                        <p:cTn id="50" dur="500"/>
                                        <p:tgtEl>
                                          <p:spTgt spid="80"/>
                                        </p:tgtEl>
                                      </p:cBhvr>
                                    </p:animEffect>
                                  </p:childTnLst>
                                </p:cTn>
                              </p:par>
                            </p:childTnLst>
                          </p:cTn>
                        </p:par>
                        <p:par>
                          <p:cTn id="51" fill="hold">
                            <p:stCondLst>
                              <p:cond delay="2950"/>
                            </p:stCondLst>
                            <p:childTnLst>
                              <p:par>
                                <p:cTn id="52" presetID="53" presetClass="entr" presetSubtype="16" fill="hold" grpId="0" nodeType="afterEffect">
                                  <p:stCondLst>
                                    <p:cond delay="0"/>
                                  </p:stCondLst>
                                  <p:childTnLst>
                                    <p:set>
                                      <p:cBhvr>
                                        <p:cTn id="53" dur="1" fill="hold">
                                          <p:stCondLst>
                                            <p:cond delay="0"/>
                                          </p:stCondLst>
                                        </p:cTn>
                                        <p:tgtEl>
                                          <p:spTgt spid="79"/>
                                        </p:tgtEl>
                                        <p:attrNameLst>
                                          <p:attrName>style.visibility</p:attrName>
                                        </p:attrNameLst>
                                      </p:cBhvr>
                                      <p:to>
                                        <p:strVal val="visible"/>
                                      </p:to>
                                    </p:set>
                                    <p:anim calcmode="lin" valueType="num">
                                      <p:cBhvr>
                                        <p:cTn id="54" dur="500" fill="hold"/>
                                        <p:tgtEl>
                                          <p:spTgt spid="79"/>
                                        </p:tgtEl>
                                        <p:attrNameLst>
                                          <p:attrName>ppt_w</p:attrName>
                                        </p:attrNameLst>
                                      </p:cBhvr>
                                      <p:tavLst>
                                        <p:tav tm="0">
                                          <p:val>
                                            <p:fltVal val="0"/>
                                          </p:val>
                                        </p:tav>
                                        <p:tav tm="100000">
                                          <p:val>
                                            <p:strVal val="#ppt_w"/>
                                          </p:val>
                                        </p:tav>
                                      </p:tavLst>
                                    </p:anim>
                                    <p:anim calcmode="lin" valueType="num">
                                      <p:cBhvr>
                                        <p:cTn id="55" dur="500" fill="hold"/>
                                        <p:tgtEl>
                                          <p:spTgt spid="79"/>
                                        </p:tgtEl>
                                        <p:attrNameLst>
                                          <p:attrName>ppt_h</p:attrName>
                                        </p:attrNameLst>
                                      </p:cBhvr>
                                      <p:tavLst>
                                        <p:tav tm="0">
                                          <p:val>
                                            <p:fltVal val="0"/>
                                          </p:val>
                                        </p:tav>
                                        <p:tav tm="100000">
                                          <p:val>
                                            <p:strVal val="#ppt_h"/>
                                          </p:val>
                                        </p:tav>
                                      </p:tavLst>
                                    </p:anim>
                                    <p:animEffect transition="in" filter="fade">
                                      <p:cBhvr>
                                        <p:cTn id="56"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5" grpId="0"/>
      <p:bldP spid="79"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905119" y="1782484"/>
            <a:ext cx="1386031" cy="4353939"/>
            <a:chOff x="5964238" y="1708150"/>
            <a:chExt cx="292100" cy="917575"/>
          </a:xfrm>
          <a:solidFill>
            <a:srgbClr val="94B64E"/>
          </a:solidFill>
        </p:grpSpPr>
        <p:sp>
          <p:nvSpPr>
            <p:cNvPr id="6" name="Freeform 5"/>
            <p:cNvSpPr>
              <a:spLocks noEditPoints="1"/>
            </p:cNvSpPr>
            <p:nvPr/>
          </p:nvSpPr>
          <p:spPr bwMode="auto">
            <a:xfrm>
              <a:off x="5964238" y="1708150"/>
              <a:ext cx="292100" cy="917575"/>
            </a:xfrm>
            <a:custGeom>
              <a:avLst/>
              <a:gdLst>
                <a:gd name="T0" fmla="*/ 32 w 78"/>
                <a:gd name="T1" fmla="*/ 8 h 244"/>
                <a:gd name="T2" fmla="*/ 31 w 78"/>
                <a:gd name="T3" fmla="*/ 24 h 244"/>
                <a:gd name="T4" fmla="*/ 36 w 78"/>
                <a:gd name="T5" fmla="*/ 32 h 244"/>
                <a:gd name="T6" fmla="*/ 21 w 78"/>
                <a:gd name="T7" fmla="*/ 42 h 244"/>
                <a:gd name="T8" fmla="*/ 20 w 78"/>
                <a:gd name="T9" fmla="*/ 127 h 244"/>
                <a:gd name="T10" fmla="*/ 22 w 78"/>
                <a:gd name="T11" fmla="*/ 127 h 244"/>
                <a:gd name="T12" fmla="*/ 22 w 78"/>
                <a:gd name="T13" fmla="*/ 135 h 244"/>
                <a:gd name="T14" fmla="*/ 20 w 78"/>
                <a:gd name="T15" fmla="*/ 182 h 244"/>
                <a:gd name="T16" fmla="*/ 24 w 78"/>
                <a:gd name="T17" fmla="*/ 182 h 244"/>
                <a:gd name="T18" fmla="*/ 25 w 78"/>
                <a:gd name="T19" fmla="*/ 212 h 244"/>
                <a:gd name="T20" fmla="*/ 24 w 78"/>
                <a:gd name="T21" fmla="*/ 233 h 244"/>
                <a:gd name="T22" fmla="*/ 36 w 78"/>
                <a:gd name="T23" fmla="*/ 234 h 244"/>
                <a:gd name="T24" fmla="*/ 39 w 78"/>
                <a:gd name="T25" fmla="*/ 219 h 244"/>
                <a:gd name="T26" fmla="*/ 39 w 78"/>
                <a:gd name="T27" fmla="*/ 195 h 244"/>
                <a:gd name="T28" fmla="*/ 45 w 78"/>
                <a:gd name="T29" fmla="*/ 144 h 244"/>
                <a:gd name="T30" fmla="*/ 51 w 78"/>
                <a:gd name="T31" fmla="*/ 155 h 244"/>
                <a:gd name="T32" fmla="*/ 57 w 78"/>
                <a:gd name="T33" fmla="*/ 207 h 244"/>
                <a:gd name="T34" fmla="*/ 56 w 78"/>
                <a:gd name="T35" fmla="*/ 216 h 244"/>
                <a:gd name="T36" fmla="*/ 60 w 78"/>
                <a:gd name="T37" fmla="*/ 232 h 244"/>
                <a:gd name="T38" fmla="*/ 71 w 78"/>
                <a:gd name="T39" fmla="*/ 243 h 244"/>
                <a:gd name="T40" fmla="*/ 70 w 78"/>
                <a:gd name="T41" fmla="*/ 223 h 244"/>
                <a:gd name="T42" fmla="*/ 71 w 78"/>
                <a:gd name="T43" fmla="*/ 211 h 244"/>
                <a:gd name="T44" fmla="*/ 72 w 78"/>
                <a:gd name="T45" fmla="*/ 167 h 244"/>
                <a:gd name="T46" fmla="*/ 71 w 78"/>
                <a:gd name="T47" fmla="*/ 122 h 244"/>
                <a:gd name="T48" fmla="*/ 74 w 78"/>
                <a:gd name="T49" fmla="*/ 114 h 244"/>
                <a:gd name="T50" fmla="*/ 76 w 78"/>
                <a:gd name="T51" fmla="*/ 94 h 244"/>
                <a:gd name="T52" fmla="*/ 73 w 78"/>
                <a:gd name="T53" fmla="*/ 54 h 244"/>
                <a:gd name="T54" fmla="*/ 52 w 78"/>
                <a:gd name="T55" fmla="*/ 37 h 244"/>
                <a:gd name="T56" fmla="*/ 51 w 78"/>
                <a:gd name="T57" fmla="*/ 25 h 244"/>
                <a:gd name="T58" fmla="*/ 54 w 78"/>
                <a:gd name="T59" fmla="*/ 17 h 244"/>
                <a:gd name="T60" fmla="*/ 53 w 78"/>
                <a:gd name="T61" fmla="*/ 8 h 244"/>
                <a:gd name="T62" fmla="*/ 20 w 78"/>
                <a:gd name="T63" fmla="*/ 42 h 244"/>
                <a:gd name="T64" fmla="*/ 11 w 78"/>
                <a:gd name="T65" fmla="*/ 75 h 244"/>
                <a:gd name="T66" fmla="*/ 8 w 78"/>
                <a:gd name="T67" fmla="*/ 122 h 244"/>
                <a:gd name="T68" fmla="*/ 9 w 78"/>
                <a:gd name="T69" fmla="*/ 131 h 244"/>
                <a:gd name="T70" fmla="*/ 0 w 78"/>
                <a:gd name="T71" fmla="*/ 133 h 244"/>
                <a:gd name="T72" fmla="*/ 16 w 78"/>
                <a:gd name="T73" fmla="*/ 183 h 244"/>
                <a:gd name="T74" fmla="*/ 20 w 78"/>
                <a:gd name="T75" fmla="*/ 135 h 244"/>
                <a:gd name="T76" fmla="*/ 18 w 78"/>
                <a:gd name="T77" fmla="*/ 130 h 244"/>
                <a:gd name="T78" fmla="*/ 20 w 78"/>
                <a:gd name="T79" fmla="*/ 12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 h="244">
                  <a:moveTo>
                    <a:pt x="41" y="0"/>
                  </a:moveTo>
                  <a:cubicBezTo>
                    <a:pt x="37" y="0"/>
                    <a:pt x="32" y="4"/>
                    <a:pt x="32" y="8"/>
                  </a:cubicBezTo>
                  <a:cubicBezTo>
                    <a:pt x="31" y="12"/>
                    <a:pt x="31" y="19"/>
                    <a:pt x="31" y="19"/>
                  </a:cubicBezTo>
                  <a:cubicBezTo>
                    <a:pt x="31" y="19"/>
                    <a:pt x="30" y="22"/>
                    <a:pt x="31" y="24"/>
                  </a:cubicBezTo>
                  <a:cubicBezTo>
                    <a:pt x="32" y="26"/>
                    <a:pt x="35" y="26"/>
                    <a:pt x="35" y="26"/>
                  </a:cubicBezTo>
                  <a:cubicBezTo>
                    <a:pt x="35" y="26"/>
                    <a:pt x="36" y="30"/>
                    <a:pt x="36" y="32"/>
                  </a:cubicBezTo>
                  <a:cubicBezTo>
                    <a:pt x="36" y="34"/>
                    <a:pt x="36" y="35"/>
                    <a:pt x="34" y="36"/>
                  </a:cubicBezTo>
                  <a:cubicBezTo>
                    <a:pt x="32" y="38"/>
                    <a:pt x="26" y="40"/>
                    <a:pt x="21" y="42"/>
                  </a:cubicBezTo>
                  <a:cubicBezTo>
                    <a:pt x="21" y="42"/>
                    <a:pt x="20" y="42"/>
                    <a:pt x="20" y="42"/>
                  </a:cubicBezTo>
                  <a:cubicBezTo>
                    <a:pt x="20" y="127"/>
                    <a:pt x="20" y="127"/>
                    <a:pt x="20" y="127"/>
                  </a:cubicBezTo>
                  <a:cubicBezTo>
                    <a:pt x="20" y="127"/>
                    <a:pt x="20" y="127"/>
                    <a:pt x="20" y="127"/>
                  </a:cubicBezTo>
                  <a:cubicBezTo>
                    <a:pt x="22" y="127"/>
                    <a:pt x="22" y="127"/>
                    <a:pt x="22" y="127"/>
                  </a:cubicBezTo>
                  <a:cubicBezTo>
                    <a:pt x="22" y="127"/>
                    <a:pt x="22" y="129"/>
                    <a:pt x="22" y="131"/>
                  </a:cubicBezTo>
                  <a:cubicBezTo>
                    <a:pt x="22" y="133"/>
                    <a:pt x="22" y="135"/>
                    <a:pt x="22" y="135"/>
                  </a:cubicBezTo>
                  <a:cubicBezTo>
                    <a:pt x="20" y="135"/>
                    <a:pt x="20" y="135"/>
                    <a:pt x="20" y="135"/>
                  </a:cubicBezTo>
                  <a:cubicBezTo>
                    <a:pt x="20" y="182"/>
                    <a:pt x="20" y="182"/>
                    <a:pt x="20" y="182"/>
                  </a:cubicBezTo>
                  <a:cubicBezTo>
                    <a:pt x="20" y="181"/>
                    <a:pt x="20" y="181"/>
                    <a:pt x="20" y="181"/>
                  </a:cubicBezTo>
                  <a:cubicBezTo>
                    <a:pt x="23" y="181"/>
                    <a:pt x="24" y="182"/>
                    <a:pt x="24" y="182"/>
                  </a:cubicBezTo>
                  <a:cubicBezTo>
                    <a:pt x="24" y="182"/>
                    <a:pt x="23" y="193"/>
                    <a:pt x="23" y="197"/>
                  </a:cubicBezTo>
                  <a:cubicBezTo>
                    <a:pt x="23" y="202"/>
                    <a:pt x="23" y="209"/>
                    <a:pt x="25" y="212"/>
                  </a:cubicBezTo>
                  <a:cubicBezTo>
                    <a:pt x="27" y="216"/>
                    <a:pt x="28" y="217"/>
                    <a:pt x="28" y="220"/>
                  </a:cubicBezTo>
                  <a:cubicBezTo>
                    <a:pt x="28" y="222"/>
                    <a:pt x="23" y="230"/>
                    <a:pt x="24" y="233"/>
                  </a:cubicBezTo>
                  <a:cubicBezTo>
                    <a:pt x="24" y="235"/>
                    <a:pt x="24" y="240"/>
                    <a:pt x="29" y="239"/>
                  </a:cubicBezTo>
                  <a:cubicBezTo>
                    <a:pt x="33" y="239"/>
                    <a:pt x="36" y="238"/>
                    <a:pt x="36" y="234"/>
                  </a:cubicBezTo>
                  <a:cubicBezTo>
                    <a:pt x="36" y="230"/>
                    <a:pt x="36" y="228"/>
                    <a:pt x="37" y="227"/>
                  </a:cubicBezTo>
                  <a:cubicBezTo>
                    <a:pt x="39" y="226"/>
                    <a:pt x="36" y="222"/>
                    <a:pt x="39" y="219"/>
                  </a:cubicBezTo>
                  <a:cubicBezTo>
                    <a:pt x="41" y="216"/>
                    <a:pt x="39" y="215"/>
                    <a:pt x="39" y="212"/>
                  </a:cubicBezTo>
                  <a:cubicBezTo>
                    <a:pt x="40" y="209"/>
                    <a:pt x="39" y="199"/>
                    <a:pt x="39" y="195"/>
                  </a:cubicBezTo>
                  <a:cubicBezTo>
                    <a:pt x="38" y="192"/>
                    <a:pt x="39" y="187"/>
                    <a:pt x="41" y="171"/>
                  </a:cubicBezTo>
                  <a:cubicBezTo>
                    <a:pt x="43" y="155"/>
                    <a:pt x="44" y="147"/>
                    <a:pt x="45" y="144"/>
                  </a:cubicBezTo>
                  <a:cubicBezTo>
                    <a:pt x="45" y="140"/>
                    <a:pt x="46" y="136"/>
                    <a:pt x="46" y="136"/>
                  </a:cubicBezTo>
                  <a:cubicBezTo>
                    <a:pt x="46" y="136"/>
                    <a:pt x="49" y="151"/>
                    <a:pt x="51" y="155"/>
                  </a:cubicBezTo>
                  <a:cubicBezTo>
                    <a:pt x="53" y="159"/>
                    <a:pt x="55" y="178"/>
                    <a:pt x="56" y="183"/>
                  </a:cubicBezTo>
                  <a:cubicBezTo>
                    <a:pt x="56" y="189"/>
                    <a:pt x="56" y="205"/>
                    <a:pt x="57" y="207"/>
                  </a:cubicBezTo>
                  <a:cubicBezTo>
                    <a:pt x="59" y="208"/>
                    <a:pt x="59" y="211"/>
                    <a:pt x="59" y="211"/>
                  </a:cubicBezTo>
                  <a:cubicBezTo>
                    <a:pt x="59" y="211"/>
                    <a:pt x="56" y="213"/>
                    <a:pt x="56" y="216"/>
                  </a:cubicBezTo>
                  <a:cubicBezTo>
                    <a:pt x="56" y="218"/>
                    <a:pt x="58" y="221"/>
                    <a:pt x="58" y="224"/>
                  </a:cubicBezTo>
                  <a:cubicBezTo>
                    <a:pt x="58" y="228"/>
                    <a:pt x="58" y="231"/>
                    <a:pt x="60" y="232"/>
                  </a:cubicBezTo>
                  <a:cubicBezTo>
                    <a:pt x="61" y="232"/>
                    <a:pt x="61" y="238"/>
                    <a:pt x="63" y="240"/>
                  </a:cubicBezTo>
                  <a:cubicBezTo>
                    <a:pt x="65" y="243"/>
                    <a:pt x="68" y="244"/>
                    <a:pt x="71" y="243"/>
                  </a:cubicBezTo>
                  <a:cubicBezTo>
                    <a:pt x="75" y="242"/>
                    <a:pt x="75" y="237"/>
                    <a:pt x="73" y="233"/>
                  </a:cubicBezTo>
                  <a:cubicBezTo>
                    <a:pt x="71" y="228"/>
                    <a:pt x="69" y="225"/>
                    <a:pt x="70" y="223"/>
                  </a:cubicBezTo>
                  <a:cubicBezTo>
                    <a:pt x="71" y="221"/>
                    <a:pt x="71" y="218"/>
                    <a:pt x="69" y="217"/>
                  </a:cubicBezTo>
                  <a:cubicBezTo>
                    <a:pt x="68" y="215"/>
                    <a:pt x="70" y="213"/>
                    <a:pt x="71" y="211"/>
                  </a:cubicBezTo>
                  <a:cubicBezTo>
                    <a:pt x="72" y="210"/>
                    <a:pt x="72" y="202"/>
                    <a:pt x="72" y="198"/>
                  </a:cubicBezTo>
                  <a:cubicBezTo>
                    <a:pt x="72" y="194"/>
                    <a:pt x="71" y="175"/>
                    <a:pt x="72" y="167"/>
                  </a:cubicBezTo>
                  <a:cubicBezTo>
                    <a:pt x="72" y="160"/>
                    <a:pt x="73" y="138"/>
                    <a:pt x="71" y="132"/>
                  </a:cubicBezTo>
                  <a:cubicBezTo>
                    <a:pt x="70" y="126"/>
                    <a:pt x="71" y="122"/>
                    <a:pt x="71" y="122"/>
                  </a:cubicBezTo>
                  <a:cubicBezTo>
                    <a:pt x="71" y="122"/>
                    <a:pt x="74" y="123"/>
                    <a:pt x="74" y="121"/>
                  </a:cubicBezTo>
                  <a:cubicBezTo>
                    <a:pt x="74" y="119"/>
                    <a:pt x="73" y="118"/>
                    <a:pt x="74" y="114"/>
                  </a:cubicBezTo>
                  <a:cubicBezTo>
                    <a:pt x="75" y="110"/>
                    <a:pt x="75" y="107"/>
                    <a:pt x="76" y="104"/>
                  </a:cubicBezTo>
                  <a:cubicBezTo>
                    <a:pt x="78" y="101"/>
                    <a:pt x="78" y="95"/>
                    <a:pt x="76" y="94"/>
                  </a:cubicBezTo>
                  <a:cubicBezTo>
                    <a:pt x="75" y="92"/>
                    <a:pt x="77" y="84"/>
                    <a:pt x="76" y="77"/>
                  </a:cubicBezTo>
                  <a:cubicBezTo>
                    <a:pt x="74" y="70"/>
                    <a:pt x="73" y="60"/>
                    <a:pt x="73" y="54"/>
                  </a:cubicBezTo>
                  <a:cubicBezTo>
                    <a:pt x="73" y="49"/>
                    <a:pt x="73" y="45"/>
                    <a:pt x="66" y="43"/>
                  </a:cubicBezTo>
                  <a:cubicBezTo>
                    <a:pt x="58" y="41"/>
                    <a:pt x="53" y="39"/>
                    <a:pt x="52" y="37"/>
                  </a:cubicBezTo>
                  <a:cubicBezTo>
                    <a:pt x="51" y="36"/>
                    <a:pt x="50" y="31"/>
                    <a:pt x="51" y="30"/>
                  </a:cubicBezTo>
                  <a:cubicBezTo>
                    <a:pt x="51" y="28"/>
                    <a:pt x="51" y="26"/>
                    <a:pt x="51" y="25"/>
                  </a:cubicBezTo>
                  <a:cubicBezTo>
                    <a:pt x="51" y="24"/>
                    <a:pt x="53" y="26"/>
                    <a:pt x="54" y="24"/>
                  </a:cubicBezTo>
                  <a:cubicBezTo>
                    <a:pt x="54" y="22"/>
                    <a:pt x="54" y="18"/>
                    <a:pt x="54" y="17"/>
                  </a:cubicBezTo>
                  <a:cubicBezTo>
                    <a:pt x="54" y="17"/>
                    <a:pt x="53" y="17"/>
                    <a:pt x="53" y="17"/>
                  </a:cubicBezTo>
                  <a:cubicBezTo>
                    <a:pt x="53" y="16"/>
                    <a:pt x="53" y="12"/>
                    <a:pt x="53" y="8"/>
                  </a:cubicBezTo>
                  <a:cubicBezTo>
                    <a:pt x="53" y="4"/>
                    <a:pt x="49" y="1"/>
                    <a:pt x="41" y="0"/>
                  </a:cubicBezTo>
                  <a:close/>
                  <a:moveTo>
                    <a:pt x="20" y="42"/>
                  </a:moveTo>
                  <a:cubicBezTo>
                    <a:pt x="16" y="43"/>
                    <a:pt x="13" y="44"/>
                    <a:pt x="13" y="50"/>
                  </a:cubicBezTo>
                  <a:cubicBezTo>
                    <a:pt x="13" y="56"/>
                    <a:pt x="12" y="67"/>
                    <a:pt x="11" y="75"/>
                  </a:cubicBezTo>
                  <a:cubicBezTo>
                    <a:pt x="11" y="83"/>
                    <a:pt x="8" y="99"/>
                    <a:pt x="8" y="104"/>
                  </a:cubicBezTo>
                  <a:cubicBezTo>
                    <a:pt x="8" y="110"/>
                    <a:pt x="7" y="121"/>
                    <a:pt x="8" y="122"/>
                  </a:cubicBezTo>
                  <a:cubicBezTo>
                    <a:pt x="8" y="123"/>
                    <a:pt x="9" y="123"/>
                    <a:pt x="8" y="125"/>
                  </a:cubicBezTo>
                  <a:cubicBezTo>
                    <a:pt x="8" y="127"/>
                    <a:pt x="8" y="129"/>
                    <a:pt x="9" y="131"/>
                  </a:cubicBezTo>
                  <a:cubicBezTo>
                    <a:pt x="10" y="132"/>
                    <a:pt x="9" y="134"/>
                    <a:pt x="9" y="134"/>
                  </a:cubicBezTo>
                  <a:cubicBezTo>
                    <a:pt x="0" y="133"/>
                    <a:pt x="0" y="133"/>
                    <a:pt x="0" y="133"/>
                  </a:cubicBezTo>
                  <a:cubicBezTo>
                    <a:pt x="1" y="172"/>
                    <a:pt x="1" y="172"/>
                    <a:pt x="1" y="172"/>
                  </a:cubicBezTo>
                  <a:cubicBezTo>
                    <a:pt x="16" y="183"/>
                    <a:pt x="16" y="183"/>
                    <a:pt x="16" y="183"/>
                  </a:cubicBezTo>
                  <a:cubicBezTo>
                    <a:pt x="16" y="183"/>
                    <a:pt x="18" y="182"/>
                    <a:pt x="20" y="182"/>
                  </a:cubicBezTo>
                  <a:cubicBezTo>
                    <a:pt x="20" y="135"/>
                    <a:pt x="20" y="135"/>
                    <a:pt x="20" y="135"/>
                  </a:cubicBezTo>
                  <a:cubicBezTo>
                    <a:pt x="18" y="135"/>
                    <a:pt x="18" y="135"/>
                    <a:pt x="18" y="135"/>
                  </a:cubicBezTo>
                  <a:cubicBezTo>
                    <a:pt x="18" y="135"/>
                    <a:pt x="19" y="132"/>
                    <a:pt x="18" y="130"/>
                  </a:cubicBezTo>
                  <a:cubicBezTo>
                    <a:pt x="18" y="128"/>
                    <a:pt x="18" y="127"/>
                    <a:pt x="18" y="125"/>
                  </a:cubicBezTo>
                  <a:cubicBezTo>
                    <a:pt x="18" y="125"/>
                    <a:pt x="19" y="127"/>
                    <a:pt x="20" y="127"/>
                  </a:cubicBezTo>
                  <a:lnTo>
                    <a:pt x="20" y="42"/>
                  </a:ln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9" name="Freeform 6"/>
            <p:cNvSpPr>
              <a:spLocks/>
            </p:cNvSpPr>
            <p:nvPr/>
          </p:nvSpPr>
          <p:spPr bwMode="auto">
            <a:xfrm>
              <a:off x="6211888" y="2120900"/>
              <a:ext cx="30163" cy="30162"/>
            </a:xfrm>
            <a:custGeom>
              <a:avLst/>
              <a:gdLst>
                <a:gd name="T0" fmla="*/ 6 w 8"/>
                <a:gd name="T1" fmla="*/ 8 h 8"/>
                <a:gd name="T2" fmla="*/ 6 w 8"/>
                <a:gd name="T3" fmla="*/ 3 h 8"/>
                <a:gd name="T4" fmla="*/ 0 w 8"/>
                <a:gd name="T5" fmla="*/ 2 h 8"/>
                <a:gd name="T6" fmla="*/ 5 w 8"/>
                <a:gd name="T7" fmla="*/ 4 h 8"/>
                <a:gd name="T8" fmla="*/ 6 w 8"/>
                <a:gd name="T9" fmla="*/ 8 h 8"/>
              </a:gdLst>
              <a:ahLst/>
              <a:cxnLst>
                <a:cxn ang="0">
                  <a:pos x="T0" y="T1"/>
                </a:cxn>
                <a:cxn ang="0">
                  <a:pos x="T2" y="T3"/>
                </a:cxn>
                <a:cxn ang="0">
                  <a:pos x="T4" y="T5"/>
                </a:cxn>
                <a:cxn ang="0">
                  <a:pos x="T6" y="T7"/>
                </a:cxn>
                <a:cxn ang="0">
                  <a:pos x="T8" y="T9"/>
                </a:cxn>
              </a:cxnLst>
              <a:rect l="0" t="0" r="r" b="b"/>
              <a:pathLst>
                <a:path w="8" h="8">
                  <a:moveTo>
                    <a:pt x="6" y="8"/>
                  </a:moveTo>
                  <a:cubicBezTo>
                    <a:pt x="6" y="8"/>
                    <a:pt x="8" y="5"/>
                    <a:pt x="6" y="3"/>
                  </a:cubicBezTo>
                  <a:cubicBezTo>
                    <a:pt x="4" y="0"/>
                    <a:pt x="0" y="2"/>
                    <a:pt x="0" y="2"/>
                  </a:cubicBezTo>
                  <a:cubicBezTo>
                    <a:pt x="0" y="2"/>
                    <a:pt x="3" y="2"/>
                    <a:pt x="5" y="4"/>
                  </a:cubicBezTo>
                  <a:cubicBezTo>
                    <a:pt x="7" y="5"/>
                    <a:pt x="6" y="6"/>
                    <a:pt x="6" y="8"/>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0" name="Freeform 7"/>
            <p:cNvSpPr>
              <a:spLocks/>
            </p:cNvSpPr>
            <p:nvPr/>
          </p:nvSpPr>
          <p:spPr bwMode="auto">
            <a:xfrm>
              <a:off x="5994401" y="2162175"/>
              <a:ext cx="36513" cy="12700"/>
            </a:xfrm>
            <a:custGeom>
              <a:avLst/>
              <a:gdLst>
                <a:gd name="T0" fmla="*/ 10 w 10"/>
                <a:gd name="T1" fmla="*/ 3 h 3"/>
                <a:gd name="T2" fmla="*/ 6 w 10"/>
                <a:gd name="T3" fmla="*/ 0 h 3"/>
                <a:gd name="T4" fmla="*/ 0 w 10"/>
                <a:gd name="T5" fmla="*/ 3 h 3"/>
                <a:gd name="T6" fmla="*/ 6 w 10"/>
                <a:gd name="T7" fmla="*/ 2 h 3"/>
                <a:gd name="T8" fmla="*/ 10 w 10"/>
                <a:gd name="T9" fmla="*/ 3 h 3"/>
              </a:gdLst>
              <a:ahLst/>
              <a:cxnLst>
                <a:cxn ang="0">
                  <a:pos x="T0" y="T1"/>
                </a:cxn>
                <a:cxn ang="0">
                  <a:pos x="T2" y="T3"/>
                </a:cxn>
                <a:cxn ang="0">
                  <a:pos x="T4" y="T5"/>
                </a:cxn>
                <a:cxn ang="0">
                  <a:pos x="T6" y="T7"/>
                </a:cxn>
                <a:cxn ang="0">
                  <a:pos x="T8" y="T9"/>
                </a:cxn>
              </a:cxnLst>
              <a:rect l="0" t="0" r="r" b="b"/>
              <a:pathLst>
                <a:path w="10" h="3">
                  <a:moveTo>
                    <a:pt x="10" y="3"/>
                  </a:moveTo>
                  <a:cubicBezTo>
                    <a:pt x="10" y="3"/>
                    <a:pt x="10" y="0"/>
                    <a:pt x="6" y="0"/>
                  </a:cubicBezTo>
                  <a:cubicBezTo>
                    <a:pt x="1" y="0"/>
                    <a:pt x="0" y="3"/>
                    <a:pt x="0" y="3"/>
                  </a:cubicBezTo>
                  <a:cubicBezTo>
                    <a:pt x="0" y="3"/>
                    <a:pt x="3" y="2"/>
                    <a:pt x="6" y="2"/>
                  </a:cubicBezTo>
                  <a:cubicBezTo>
                    <a:pt x="9" y="2"/>
                    <a:pt x="9" y="2"/>
                    <a:pt x="10" y="3"/>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1" name="Freeform 8"/>
            <p:cNvSpPr>
              <a:spLocks/>
            </p:cNvSpPr>
            <p:nvPr/>
          </p:nvSpPr>
          <p:spPr bwMode="auto">
            <a:xfrm>
              <a:off x="6091238" y="1835150"/>
              <a:ext cx="98425" cy="255587"/>
            </a:xfrm>
            <a:custGeom>
              <a:avLst/>
              <a:gdLst>
                <a:gd name="T0" fmla="*/ 1 w 26"/>
                <a:gd name="T1" fmla="*/ 0 h 68"/>
                <a:gd name="T2" fmla="*/ 0 w 26"/>
                <a:gd name="T3" fmla="*/ 2 h 68"/>
                <a:gd name="T4" fmla="*/ 4 w 26"/>
                <a:gd name="T5" fmla="*/ 32 h 68"/>
                <a:gd name="T6" fmla="*/ 3 w 26"/>
                <a:gd name="T7" fmla="*/ 68 h 68"/>
                <a:gd name="T8" fmla="*/ 10 w 26"/>
                <a:gd name="T9" fmla="*/ 68 h 68"/>
                <a:gd name="T10" fmla="*/ 26 w 26"/>
                <a:gd name="T11" fmla="*/ 65 h 68"/>
                <a:gd name="T12" fmla="*/ 23 w 26"/>
                <a:gd name="T13" fmla="*/ 57 h 68"/>
                <a:gd name="T14" fmla="*/ 18 w 26"/>
                <a:gd name="T15" fmla="*/ 18 h 68"/>
                <a:gd name="T16" fmla="*/ 18 w 26"/>
                <a:gd name="T17" fmla="*/ 4 h 68"/>
                <a:gd name="T18" fmla="*/ 18 w 26"/>
                <a:gd name="T19" fmla="*/ 3 h 68"/>
                <a:gd name="T20" fmla="*/ 17 w 26"/>
                <a:gd name="T21" fmla="*/ 1 h 68"/>
                <a:gd name="T22" fmla="*/ 9 w 26"/>
                <a:gd name="T23" fmla="*/ 8 h 68"/>
                <a:gd name="T24" fmla="*/ 1 w 26"/>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68">
                  <a:moveTo>
                    <a:pt x="1" y="0"/>
                  </a:moveTo>
                  <a:cubicBezTo>
                    <a:pt x="1" y="1"/>
                    <a:pt x="1" y="1"/>
                    <a:pt x="0" y="2"/>
                  </a:cubicBezTo>
                  <a:cubicBezTo>
                    <a:pt x="1" y="7"/>
                    <a:pt x="3" y="21"/>
                    <a:pt x="4" y="32"/>
                  </a:cubicBezTo>
                  <a:cubicBezTo>
                    <a:pt x="5" y="44"/>
                    <a:pt x="3" y="68"/>
                    <a:pt x="3" y="68"/>
                  </a:cubicBezTo>
                  <a:cubicBezTo>
                    <a:pt x="3" y="68"/>
                    <a:pt x="4" y="68"/>
                    <a:pt x="10" y="68"/>
                  </a:cubicBezTo>
                  <a:cubicBezTo>
                    <a:pt x="16" y="68"/>
                    <a:pt x="26" y="65"/>
                    <a:pt x="26" y="65"/>
                  </a:cubicBezTo>
                  <a:cubicBezTo>
                    <a:pt x="26" y="65"/>
                    <a:pt x="25" y="61"/>
                    <a:pt x="23" y="57"/>
                  </a:cubicBezTo>
                  <a:cubicBezTo>
                    <a:pt x="22" y="53"/>
                    <a:pt x="19" y="34"/>
                    <a:pt x="18" y="18"/>
                  </a:cubicBezTo>
                  <a:cubicBezTo>
                    <a:pt x="18" y="10"/>
                    <a:pt x="18" y="6"/>
                    <a:pt x="18" y="4"/>
                  </a:cubicBezTo>
                  <a:cubicBezTo>
                    <a:pt x="18" y="4"/>
                    <a:pt x="18" y="3"/>
                    <a:pt x="18" y="3"/>
                  </a:cubicBezTo>
                  <a:cubicBezTo>
                    <a:pt x="17" y="3"/>
                    <a:pt x="17" y="2"/>
                    <a:pt x="17" y="1"/>
                  </a:cubicBezTo>
                  <a:cubicBezTo>
                    <a:pt x="15" y="4"/>
                    <a:pt x="11" y="8"/>
                    <a:pt x="9" y="8"/>
                  </a:cubicBezTo>
                  <a:cubicBezTo>
                    <a:pt x="6" y="8"/>
                    <a:pt x="3" y="3"/>
                    <a:pt x="1"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2" name="Freeform 9"/>
            <p:cNvSpPr>
              <a:spLocks/>
            </p:cNvSpPr>
            <p:nvPr/>
          </p:nvSpPr>
          <p:spPr bwMode="auto">
            <a:xfrm>
              <a:off x="6107113" y="1865313"/>
              <a:ext cx="36513" cy="252412"/>
            </a:xfrm>
            <a:custGeom>
              <a:avLst/>
              <a:gdLst>
                <a:gd name="T0" fmla="*/ 10 w 10"/>
                <a:gd name="T1" fmla="*/ 3 h 67"/>
                <a:gd name="T2" fmla="*/ 5 w 10"/>
                <a:gd name="T3" fmla="*/ 0 h 67"/>
                <a:gd name="T4" fmla="*/ 0 w 10"/>
                <a:gd name="T5" fmla="*/ 3 h 67"/>
                <a:gd name="T6" fmla="*/ 3 w 10"/>
                <a:gd name="T7" fmla="*/ 5 h 67"/>
                <a:gd name="T8" fmla="*/ 2 w 10"/>
                <a:gd name="T9" fmla="*/ 28 h 67"/>
                <a:gd name="T10" fmla="*/ 2 w 10"/>
                <a:gd name="T11" fmla="*/ 62 h 67"/>
                <a:gd name="T12" fmla="*/ 7 w 10"/>
                <a:gd name="T13" fmla="*/ 62 h 67"/>
                <a:gd name="T14" fmla="*/ 7 w 10"/>
                <a:gd name="T15" fmla="*/ 23 h 67"/>
                <a:gd name="T16" fmla="*/ 6 w 10"/>
                <a:gd name="T17" fmla="*/ 5 h 67"/>
                <a:gd name="T18" fmla="*/ 10 w 10"/>
                <a:gd name="T19"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7">
                  <a:moveTo>
                    <a:pt x="10" y="3"/>
                  </a:moveTo>
                  <a:cubicBezTo>
                    <a:pt x="10" y="3"/>
                    <a:pt x="9" y="0"/>
                    <a:pt x="5" y="0"/>
                  </a:cubicBezTo>
                  <a:cubicBezTo>
                    <a:pt x="2" y="0"/>
                    <a:pt x="0" y="3"/>
                    <a:pt x="0" y="3"/>
                  </a:cubicBezTo>
                  <a:cubicBezTo>
                    <a:pt x="0" y="3"/>
                    <a:pt x="3" y="3"/>
                    <a:pt x="3" y="5"/>
                  </a:cubicBezTo>
                  <a:cubicBezTo>
                    <a:pt x="3" y="7"/>
                    <a:pt x="2" y="20"/>
                    <a:pt x="2" y="28"/>
                  </a:cubicBezTo>
                  <a:cubicBezTo>
                    <a:pt x="2" y="36"/>
                    <a:pt x="1" y="58"/>
                    <a:pt x="2" y="62"/>
                  </a:cubicBezTo>
                  <a:cubicBezTo>
                    <a:pt x="3" y="66"/>
                    <a:pt x="6" y="67"/>
                    <a:pt x="7" y="62"/>
                  </a:cubicBezTo>
                  <a:cubicBezTo>
                    <a:pt x="7" y="57"/>
                    <a:pt x="7" y="29"/>
                    <a:pt x="7" y="23"/>
                  </a:cubicBezTo>
                  <a:cubicBezTo>
                    <a:pt x="7" y="18"/>
                    <a:pt x="6" y="7"/>
                    <a:pt x="6" y="5"/>
                  </a:cubicBezTo>
                  <a:cubicBezTo>
                    <a:pt x="7" y="4"/>
                    <a:pt x="9" y="2"/>
                    <a:pt x="10" y="3"/>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13" name="Group 12"/>
          <p:cNvGrpSpPr/>
          <p:nvPr/>
        </p:nvGrpSpPr>
        <p:grpSpPr>
          <a:xfrm>
            <a:off x="651103" y="1965884"/>
            <a:ext cx="1216249" cy="4170539"/>
            <a:chOff x="4795838" y="1579563"/>
            <a:chExt cx="514350" cy="1763712"/>
          </a:xfrm>
          <a:solidFill>
            <a:srgbClr val="C0392B"/>
          </a:solidFill>
        </p:grpSpPr>
        <p:sp>
          <p:nvSpPr>
            <p:cNvPr id="14" name="Freeform 13"/>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5" name="Freeform 14"/>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6" name="Freeform 15"/>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17" name="Freeform 16"/>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18" name="Group 17"/>
          <p:cNvGrpSpPr/>
          <p:nvPr/>
        </p:nvGrpSpPr>
        <p:grpSpPr>
          <a:xfrm>
            <a:off x="4381052" y="2185502"/>
            <a:ext cx="839299" cy="3397245"/>
            <a:chOff x="7397751" y="1485900"/>
            <a:chExt cx="665163" cy="2692400"/>
          </a:xfrm>
          <a:solidFill>
            <a:srgbClr val="16A085"/>
          </a:solidFill>
        </p:grpSpPr>
        <p:sp>
          <p:nvSpPr>
            <p:cNvPr id="19" name="Freeform 25"/>
            <p:cNvSpPr>
              <a:spLocks noEditPoints="1"/>
            </p:cNvSpPr>
            <p:nvPr/>
          </p:nvSpPr>
          <p:spPr bwMode="auto">
            <a:xfrm>
              <a:off x="7397751" y="1485900"/>
              <a:ext cx="665163" cy="2692400"/>
            </a:xfrm>
            <a:custGeom>
              <a:avLst/>
              <a:gdLst>
                <a:gd name="T0" fmla="*/ 85 w 177"/>
                <a:gd name="T1" fmla="*/ 0 h 716"/>
                <a:gd name="T2" fmla="*/ 117 w 177"/>
                <a:gd name="T3" fmla="*/ 28 h 716"/>
                <a:gd name="T4" fmla="*/ 122 w 177"/>
                <a:gd name="T5" fmla="*/ 49 h 716"/>
                <a:gd name="T6" fmla="*/ 127 w 177"/>
                <a:gd name="T7" fmla="*/ 77 h 716"/>
                <a:gd name="T8" fmla="*/ 136 w 177"/>
                <a:gd name="T9" fmla="*/ 105 h 716"/>
                <a:gd name="T10" fmla="*/ 141 w 177"/>
                <a:gd name="T11" fmla="*/ 119 h 716"/>
                <a:gd name="T12" fmla="*/ 167 w 177"/>
                <a:gd name="T13" fmla="*/ 134 h 716"/>
                <a:gd name="T14" fmla="*/ 175 w 177"/>
                <a:gd name="T15" fmla="*/ 187 h 716"/>
                <a:gd name="T16" fmla="*/ 170 w 177"/>
                <a:gd name="T17" fmla="*/ 234 h 716"/>
                <a:gd name="T18" fmla="*/ 152 w 177"/>
                <a:gd name="T19" fmla="*/ 247 h 716"/>
                <a:gd name="T20" fmla="*/ 157 w 177"/>
                <a:gd name="T21" fmla="*/ 293 h 716"/>
                <a:gd name="T22" fmla="*/ 163 w 177"/>
                <a:gd name="T23" fmla="*/ 327 h 716"/>
                <a:gd name="T24" fmla="*/ 154 w 177"/>
                <a:gd name="T25" fmla="*/ 329 h 716"/>
                <a:gd name="T26" fmla="*/ 150 w 177"/>
                <a:gd name="T27" fmla="*/ 375 h 716"/>
                <a:gd name="T28" fmla="*/ 136 w 177"/>
                <a:gd name="T29" fmla="*/ 451 h 716"/>
                <a:gd name="T30" fmla="*/ 131 w 177"/>
                <a:gd name="T31" fmla="*/ 460 h 716"/>
                <a:gd name="T32" fmla="*/ 124 w 177"/>
                <a:gd name="T33" fmla="*/ 460 h 716"/>
                <a:gd name="T34" fmla="*/ 123 w 177"/>
                <a:gd name="T35" fmla="*/ 483 h 716"/>
                <a:gd name="T36" fmla="*/ 118 w 177"/>
                <a:gd name="T37" fmla="*/ 530 h 716"/>
                <a:gd name="T38" fmla="*/ 98 w 177"/>
                <a:gd name="T39" fmla="*/ 604 h 716"/>
                <a:gd name="T40" fmla="*/ 112 w 177"/>
                <a:gd name="T41" fmla="*/ 647 h 716"/>
                <a:gd name="T42" fmla="*/ 124 w 177"/>
                <a:gd name="T43" fmla="*/ 674 h 716"/>
                <a:gd name="T44" fmla="*/ 105 w 177"/>
                <a:gd name="T45" fmla="*/ 676 h 716"/>
                <a:gd name="T46" fmla="*/ 97 w 177"/>
                <a:gd name="T47" fmla="*/ 669 h 716"/>
                <a:gd name="T48" fmla="*/ 99 w 177"/>
                <a:gd name="T49" fmla="*/ 683 h 716"/>
                <a:gd name="T50" fmla="*/ 89 w 177"/>
                <a:gd name="T51" fmla="*/ 716 h 716"/>
                <a:gd name="T52" fmla="*/ 85 w 177"/>
                <a:gd name="T53" fmla="*/ 716 h 716"/>
                <a:gd name="T54" fmla="*/ 85 w 177"/>
                <a:gd name="T55" fmla="*/ 503 h 716"/>
                <a:gd name="T56" fmla="*/ 87 w 177"/>
                <a:gd name="T57" fmla="*/ 491 h 716"/>
                <a:gd name="T58" fmla="*/ 87 w 177"/>
                <a:gd name="T59" fmla="*/ 459 h 716"/>
                <a:gd name="T60" fmla="*/ 85 w 177"/>
                <a:gd name="T61" fmla="*/ 471 h 716"/>
                <a:gd name="T62" fmla="*/ 85 w 177"/>
                <a:gd name="T63" fmla="*/ 0 h 716"/>
                <a:gd name="T64" fmla="*/ 84 w 177"/>
                <a:gd name="T65" fmla="*/ 0 h 716"/>
                <a:gd name="T66" fmla="*/ 85 w 177"/>
                <a:gd name="T67" fmla="*/ 0 h 716"/>
                <a:gd name="T68" fmla="*/ 85 w 177"/>
                <a:gd name="T69" fmla="*/ 471 h 716"/>
                <a:gd name="T70" fmla="*/ 82 w 177"/>
                <a:gd name="T71" fmla="*/ 484 h 716"/>
                <a:gd name="T72" fmla="*/ 83 w 177"/>
                <a:gd name="T73" fmla="*/ 499 h 716"/>
                <a:gd name="T74" fmla="*/ 84 w 177"/>
                <a:gd name="T75" fmla="*/ 510 h 716"/>
                <a:gd name="T76" fmla="*/ 85 w 177"/>
                <a:gd name="T77" fmla="*/ 503 h 716"/>
                <a:gd name="T78" fmla="*/ 85 w 177"/>
                <a:gd name="T79" fmla="*/ 716 h 716"/>
                <a:gd name="T80" fmla="*/ 70 w 177"/>
                <a:gd name="T81" fmla="*/ 687 h 716"/>
                <a:gd name="T82" fmla="*/ 70 w 177"/>
                <a:gd name="T83" fmla="*/ 657 h 716"/>
                <a:gd name="T84" fmla="*/ 64 w 177"/>
                <a:gd name="T85" fmla="*/ 624 h 716"/>
                <a:gd name="T86" fmla="*/ 41 w 177"/>
                <a:gd name="T87" fmla="*/ 524 h 716"/>
                <a:gd name="T88" fmla="*/ 42 w 177"/>
                <a:gd name="T89" fmla="*/ 480 h 716"/>
                <a:gd name="T90" fmla="*/ 40 w 177"/>
                <a:gd name="T91" fmla="*/ 458 h 716"/>
                <a:gd name="T92" fmla="*/ 27 w 177"/>
                <a:gd name="T93" fmla="*/ 447 h 716"/>
                <a:gd name="T94" fmla="*/ 23 w 177"/>
                <a:gd name="T95" fmla="*/ 367 h 716"/>
                <a:gd name="T96" fmla="*/ 25 w 177"/>
                <a:gd name="T97" fmla="*/ 324 h 716"/>
                <a:gd name="T98" fmla="*/ 9 w 177"/>
                <a:gd name="T99" fmla="*/ 322 h 716"/>
                <a:gd name="T100" fmla="*/ 22 w 177"/>
                <a:gd name="T101" fmla="*/ 285 h 716"/>
                <a:gd name="T102" fmla="*/ 24 w 177"/>
                <a:gd name="T103" fmla="*/ 257 h 716"/>
                <a:gd name="T104" fmla="*/ 2 w 177"/>
                <a:gd name="T105" fmla="*/ 238 h 716"/>
                <a:gd name="T106" fmla="*/ 2 w 177"/>
                <a:gd name="T107" fmla="*/ 184 h 716"/>
                <a:gd name="T108" fmla="*/ 6 w 177"/>
                <a:gd name="T109" fmla="*/ 161 h 716"/>
                <a:gd name="T110" fmla="*/ 22 w 177"/>
                <a:gd name="T111" fmla="*/ 121 h 716"/>
                <a:gd name="T112" fmla="*/ 38 w 177"/>
                <a:gd name="T113" fmla="*/ 114 h 716"/>
                <a:gd name="T114" fmla="*/ 40 w 177"/>
                <a:gd name="T115" fmla="*/ 99 h 716"/>
                <a:gd name="T116" fmla="*/ 50 w 177"/>
                <a:gd name="T117" fmla="*/ 79 h 716"/>
                <a:gd name="T118" fmla="*/ 51 w 177"/>
                <a:gd name="T119" fmla="*/ 50 h 716"/>
                <a:gd name="T120" fmla="*/ 84 w 177"/>
                <a:gd name="T12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716">
                  <a:moveTo>
                    <a:pt x="85" y="0"/>
                  </a:moveTo>
                  <a:cubicBezTo>
                    <a:pt x="100" y="0"/>
                    <a:pt x="114" y="14"/>
                    <a:pt x="117" y="28"/>
                  </a:cubicBezTo>
                  <a:cubicBezTo>
                    <a:pt x="120" y="42"/>
                    <a:pt x="122" y="41"/>
                    <a:pt x="122" y="49"/>
                  </a:cubicBezTo>
                  <a:cubicBezTo>
                    <a:pt x="122" y="56"/>
                    <a:pt x="125" y="65"/>
                    <a:pt x="127" y="77"/>
                  </a:cubicBezTo>
                  <a:cubicBezTo>
                    <a:pt x="129" y="89"/>
                    <a:pt x="130" y="97"/>
                    <a:pt x="136" y="105"/>
                  </a:cubicBezTo>
                  <a:cubicBezTo>
                    <a:pt x="142" y="112"/>
                    <a:pt x="141" y="119"/>
                    <a:pt x="141" y="119"/>
                  </a:cubicBezTo>
                  <a:cubicBezTo>
                    <a:pt x="141" y="119"/>
                    <a:pt x="161" y="120"/>
                    <a:pt x="167" y="134"/>
                  </a:cubicBezTo>
                  <a:cubicBezTo>
                    <a:pt x="172" y="148"/>
                    <a:pt x="173" y="172"/>
                    <a:pt x="175" y="187"/>
                  </a:cubicBezTo>
                  <a:cubicBezTo>
                    <a:pt x="177" y="203"/>
                    <a:pt x="175" y="222"/>
                    <a:pt x="170" y="234"/>
                  </a:cubicBezTo>
                  <a:cubicBezTo>
                    <a:pt x="164" y="246"/>
                    <a:pt x="152" y="247"/>
                    <a:pt x="152" y="247"/>
                  </a:cubicBezTo>
                  <a:cubicBezTo>
                    <a:pt x="152" y="247"/>
                    <a:pt x="150" y="272"/>
                    <a:pt x="157" y="293"/>
                  </a:cubicBezTo>
                  <a:cubicBezTo>
                    <a:pt x="164" y="315"/>
                    <a:pt x="169" y="326"/>
                    <a:pt x="163" y="327"/>
                  </a:cubicBezTo>
                  <a:cubicBezTo>
                    <a:pt x="157" y="328"/>
                    <a:pt x="154" y="329"/>
                    <a:pt x="154" y="329"/>
                  </a:cubicBezTo>
                  <a:cubicBezTo>
                    <a:pt x="154" y="329"/>
                    <a:pt x="154" y="357"/>
                    <a:pt x="150" y="375"/>
                  </a:cubicBezTo>
                  <a:cubicBezTo>
                    <a:pt x="146" y="393"/>
                    <a:pt x="136" y="439"/>
                    <a:pt x="136" y="451"/>
                  </a:cubicBezTo>
                  <a:cubicBezTo>
                    <a:pt x="136" y="462"/>
                    <a:pt x="136" y="460"/>
                    <a:pt x="131" y="460"/>
                  </a:cubicBezTo>
                  <a:cubicBezTo>
                    <a:pt x="127" y="460"/>
                    <a:pt x="124" y="460"/>
                    <a:pt x="124" y="460"/>
                  </a:cubicBezTo>
                  <a:cubicBezTo>
                    <a:pt x="124" y="460"/>
                    <a:pt x="125" y="478"/>
                    <a:pt x="123" y="483"/>
                  </a:cubicBezTo>
                  <a:cubicBezTo>
                    <a:pt x="121" y="487"/>
                    <a:pt x="124" y="508"/>
                    <a:pt x="118" y="530"/>
                  </a:cubicBezTo>
                  <a:cubicBezTo>
                    <a:pt x="111" y="552"/>
                    <a:pt x="98" y="588"/>
                    <a:pt x="98" y="604"/>
                  </a:cubicBezTo>
                  <a:cubicBezTo>
                    <a:pt x="98" y="620"/>
                    <a:pt x="104" y="639"/>
                    <a:pt x="112" y="647"/>
                  </a:cubicBezTo>
                  <a:cubicBezTo>
                    <a:pt x="119" y="654"/>
                    <a:pt x="129" y="670"/>
                    <a:pt x="124" y="674"/>
                  </a:cubicBezTo>
                  <a:cubicBezTo>
                    <a:pt x="118" y="678"/>
                    <a:pt x="111" y="677"/>
                    <a:pt x="105" y="676"/>
                  </a:cubicBezTo>
                  <a:cubicBezTo>
                    <a:pt x="100" y="674"/>
                    <a:pt x="97" y="669"/>
                    <a:pt x="97" y="669"/>
                  </a:cubicBezTo>
                  <a:cubicBezTo>
                    <a:pt x="97" y="669"/>
                    <a:pt x="97" y="677"/>
                    <a:pt x="99" y="683"/>
                  </a:cubicBezTo>
                  <a:cubicBezTo>
                    <a:pt x="102" y="690"/>
                    <a:pt x="99" y="716"/>
                    <a:pt x="89" y="716"/>
                  </a:cubicBezTo>
                  <a:cubicBezTo>
                    <a:pt x="87" y="716"/>
                    <a:pt x="86" y="716"/>
                    <a:pt x="85" y="716"/>
                  </a:cubicBezTo>
                  <a:cubicBezTo>
                    <a:pt x="85" y="503"/>
                    <a:pt x="85" y="503"/>
                    <a:pt x="85" y="503"/>
                  </a:cubicBezTo>
                  <a:cubicBezTo>
                    <a:pt x="85" y="499"/>
                    <a:pt x="86" y="494"/>
                    <a:pt x="87" y="491"/>
                  </a:cubicBezTo>
                  <a:cubicBezTo>
                    <a:pt x="89" y="486"/>
                    <a:pt x="87" y="475"/>
                    <a:pt x="87" y="459"/>
                  </a:cubicBezTo>
                  <a:cubicBezTo>
                    <a:pt x="87" y="459"/>
                    <a:pt x="86" y="465"/>
                    <a:pt x="85" y="471"/>
                  </a:cubicBezTo>
                  <a:lnTo>
                    <a:pt x="85" y="0"/>
                  </a:lnTo>
                  <a:close/>
                  <a:moveTo>
                    <a:pt x="84" y="0"/>
                  </a:moveTo>
                  <a:cubicBezTo>
                    <a:pt x="85" y="0"/>
                    <a:pt x="85" y="0"/>
                    <a:pt x="85" y="0"/>
                  </a:cubicBezTo>
                  <a:cubicBezTo>
                    <a:pt x="85" y="471"/>
                    <a:pt x="85" y="471"/>
                    <a:pt x="85" y="471"/>
                  </a:cubicBezTo>
                  <a:cubicBezTo>
                    <a:pt x="84" y="476"/>
                    <a:pt x="83" y="481"/>
                    <a:pt x="82" y="484"/>
                  </a:cubicBezTo>
                  <a:cubicBezTo>
                    <a:pt x="81" y="490"/>
                    <a:pt x="83" y="495"/>
                    <a:pt x="83" y="499"/>
                  </a:cubicBezTo>
                  <a:cubicBezTo>
                    <a:pt x="83" y="504"/>
                    <a:pt x="84" y="510"/>
                    <a:pt x="84" y="510"/>
                  </a:cubicBezTo>
                  <a:cubicBezTo>
                    <a:pt x="84" y="510"/>
                    <a:pt x="84" y="507"/>
                    <a:pt x="85" y="503"/>
                  </a:cubicBezTo>
                  <a:cubicBezTo>
                    <a:pt x="85" y="716"/>
                    <a:pt x="85" y="716"/>
                    <a:pt x="85" y="716"/>
                  </a:cubicBezTo>
                  <a:cubicBezTo>
                    <a:pt x="76" y="713"/>
                    <a:pt x="70" y="702"/>
                    <a:pt x="70" y="687"/>
                  </a:cubicBezTo>
                  <a:cubicBezTo>
                    <a:pt x="71" y="670"/>
                    <a:pt x="67" y="667"/>
                    <a:pt x="70" y="657"/>
                  </a:cubicBezTo>
                  <a:cubicBezTo>
                    <a:pt x="73" y="647"/>
                    <a:pt x="69" y="640"/>
                    <a:pt x="64" y="624"/>
                  </a:cubicBezTo>
                  <a:cubicBezTo>
                    <a:pt x="59" y="609"/>
                    <a:pt x="40" y="541"/>
                    <a:pt x="41" y="524"/>
                  </a:cubicBezTo>
                  <a:cubicBezTo>
                    <a:pt x="42" y="506"/>
                    <a:pt x="44" y="491"/>
                    <a:pt x="42" y="480"/>
                  </a:cubicBezTo>
                  <a:cubicBezTo>
                    <a:pt x="41" y="468"/>
                    <a:pt x="40" y="458"/>
                    <a:pt x="40" y="458"/>
                  </a:cubicBezTo>
                  <a:cubicBezTo>
                    <a:pt x="40" y="458"/>
                    <a:pt x="27" y="463"/>
                    <a:pt x="27" y="447"/>
                  </a:cubicBezTo>
                  <a:cubicBezTo>
                    <a:pt x="27" y="430"/>
                    <a:pt x="25" y="382"/>
                    <a:pt x="23" y="367"/>
                  </a:cubicBezTo>
                  <a:cubicBezTo>
                    <a:pt x="22" y="353"/>
                    <a:pt x="25" y="324"/>
                    <a:pt x="25" y="324"/>
                  </a:cubicBezTo>
                  <a:cubicBezTo>
                    <a:pt x="25" y="324"/>
                    <a:pt x="13" y="323"/>
                    <a:pt x="9" y="322"/>
                  </a:cubicBezTo>
                  <a:cubicBezTo>
                    <a:pt x="5" y="320"/>
                    <a:pt x="19" y="295"/>
                    <a:pt x="22" y="285"/>
                  </a:cubicBezTo>
                  <a:cubicBezTo>
                    <a:pt x="25" y="275"/>
                    <a:pt x="24" y="257"/>
                    <a:pt x="24" y="257"/>
                  </a:cubicBezTo>
                  <a:cubicBezTo>
                    <a:pt x="24" y="257"/>
                    <a:pt x="3" y="256"/>
                    <a:pt x="2" y="238"/>
                  </a:cubicBezTo>
                  <a:cubicBezTo>
                    <a:pt x="1" y="221"/>
                    <a:pt x="0" y="195"/>
                    <a:pt x="2" y="184"/>
                  </a:cubicBezTo>
                  <a:cubicBezTo>
                    <a:pt x="3" y="174"/>
                    <a:pt x="4" y="175"/>
                    <a:pt x="6" y="161"/>
                  </a:cubicBezTo>
                  <a:cubicBezTo>
                    <a:pt x="7" y="147"/>
                    <a:pt x="14" y="122"/>
                    <a:pt x="22" y="121"/>
                  </a:cubicBezTo>
                  <a:cubicBezTo>
                    <a:pt x="29" y="120"/>
                    <a:pt x="38" y="114"/>
                    <a:pt x="38" y="114"/>
                  </a:cubicBezTo>
                  <a:cubicBezTo>
                    <a:pt x="38" y="114"/>
                    <a:pt x="31" y="106"/>
                    <a:pt x="40" y="99"/>
                  </a:cubicBezTo>
                  <a:cubicBezTo>
                    <a:pt x="49" y="92"/>
                    <a:pt x="54" y="89"/>
                    <a:pt x="50" y="79"/>
                  </a:cubicBezTo>
                  <a:cubicBezTo>
                    <a:pt x="46" y="70"/>
                    <a:pt x="49" y="63"/>
                    <a:pt x="51" y="50"/>
                  </a:cubicBezTo>
                  <a:cubicBezTo>
                    <a:pt x="53" y="38"/>
                    <a:pt x="59" y="0"/>
                    <a:pt x="8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0" name="Freeform 26"/>
            <p:cNvSpPr>
              <a:spLocks/>
            </p:cNvSpPr>
            <p:nvPr/>
          </p:nvSpPr>
          <p:spPr bwMode="auto">
            <a:xfrm>
              <a:off x="7669213" y="1865313"/>
              <a:ext cx="157163" cy="304800"/>
            </a:xfrm>
            <a:custGeom>
              <a:avLst/>
              <a:gdLst>
                <a:gd name="T0" fmla="*/ 0 w 42"/>
                <a:gd name="T1" fmla="*/ 2 h 81"/>
                <a:gd name="T2" fmla="*/ 11 w 42"/>
                <a:gd name="T3" fmla="*/ 18 h 81"/>
                <a:gd name="T4" fmla="*/ 18 w 42"/>
                <a:gd name="T5" fmla="*/ 57 h 81"/>
                <a:gd name="T6" fmla="*/ 26 w 42"/>
                <a:gd name="T7" fmla="*/ 41 h 81"/>
                <a:gd name="T8" fmla="*/ 29 w 42"/>
                <a:gd name="T9" fmla="*/ 22 h 81"/>
                <a:gd name="T10" fmla="*/ 41 w 42"/>
                <a:gd name="T11" fmla="*/ 0 h 81"/>
                <a:gd name="T12" fmla="*/ 41 w 42"/>
                <a:gd name="T13" fmla="*/ 15 h 81"/>
                <a:gd name="T14" fmla="*/ 29 w 42"/>
                <a:gd name="T15" fmla="*/ 51 h 81"/>
                <a:gd name="T16" fmla="*/ 20 w 42"/>
                <a:gd name="T17" fmla="*/ 77 h 81"/>
                <a:gd name="T18" fmla="*/ 9 w 42"/>
                <a:gd name="T19" fmla="*/ 53 h 81"/>
                <a:gd name="T20" fmla="*/ 0 w 42"/>
                <a:gd name="T21"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1">
                  <a:moveTo>
                    <a:pt x="0" y="2"/>
                  </a:moveTo>
                  <a:cubicBezTo>
                    <a:pt x="0" y="2"/>
                    <a:pt x="11" y="11"/>
                    <a:pt x="11" y="18"/>
                  </a:cubicBezTo>
                  <a:cubicBezTo>
                    <a:pt x="11" y="26"/>
                    <a:pt x="16" y="50"/>
                    <a:pt x="18" y="57"/>
                  </a:cubicBezTo>
                  <a:cubicBezTo>
                    <a:pt x="21" y="64"/>
                    <a:pt x="22" y="48"/>
                    <a:pt x="26" y="41"/>
                  </a:cubicBezTo>
                  <a:cubicBezTo>
                    <a:pt x="30" y="34"/>
                    <a:pt x="31" y="27"/>
                    <a:pt x="29" y="22"/>
                  </a:cubicBezTo>
                  <a:cubicBezTo>
                    <a:pt x="27" y="16"/>
                    <a:pt x="35" y="14"/>
                    <a:pt x="41" y="0"/>
                  </a:cubicBezTo>
                  <a:cubicBezTo>
                    <a:pt x="42" y="5"/>
                    <a:pt x="41" y="9"/>
                    <a:pt x="41" y="15"/>
                  </a:cubicBezTo>
                  <a:cubicBezTo>
                    <a:pt x="41" y="20"/>
                    <a:pt x="32" y="46"/>
                    <a:pt x="29" y="51"/>
                  </a:cubicBezTo>
                  <a:cubicBezTo>
                    <a:pt x="27" y="56"/>
                    <a:pt x="20" y="72"/>
                    <a:pt x="20" y="77"/>
                  </a:cubicBezTo>
                  <a:cubicBezTo>
                    <a:pt x="19" y="81"/>
                    <a:pt x="13" y="68"/>
                    <a:pt x="9" y="53"/>
                  </a:cubicBezTo>
                  <a:cubicBezTo>
                    <a:pt x="6" y="38"/>
                    <a:pt x="0" y="16"/>
                    <a:pt x="0" y="2"/>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1" name="Freeform 28"/>
            <p:cNvSpPr>
              <a:spLocks/>
            </p:cNvSpPr>
            <p:nvPr/>
          </p:nvSpPr>
          <p:spPr bwMode="auto">
            <a:xfrm>
              <a:off x="7807326" y="2422525"/>
              <a:ext cx="34925" cy="68262"/>
            </a:xfrm>
            <a:custGeom>
              <a:avLst/>
              <a:gdLst>
                <a:gd name="T0" fmla="*/ 2 w 9"/>
                <a:gd name="T1" fmla="*/ 0 h 18"/>
                <a:gd name="T2" fmla="*/ 0 w 9"/>
                <a:gd name="T3" fmla="*/ 14 h 18"/>
                <a:gd name="T4" fmla="*/ 9 w 9"/>
                <a:gd name="T5" fmla="*/ 14 h 18"/>
                <a:gd name="T6" fmla="*/ 9 w 9"/>
                <a:gd name="T7" fmla="*/ 0 h 18"/>
                <a:gd name="T8" fmla="*/ 2 w 9"/>
                <a:gd name="T9" fmla="*/ 0 h 18"/>
              </a:gdLst>
              <a:ahLst/>
              <a:cxnLst>
                <a:cxn ang="0">
                  <a:pos x="T0" y="T1"/>
                </a:cxn>
                <a:cxn ang="0">
                  <a:pos x="T2" y="T3"/>
                </a:cxn>
                <a:cxn ang="0">
                  <a:pos x="T4" y="T5"/>
                </a:cxn>
                <a:cxn ang="0">
                  <a:pos x="T6" y="T7"/>
                </a:cxn>
                <a:cxn ang="0">
                  <a:pos x="T8" y="T9"/>
                </a:cxn>
              </a:cxnLst>
              <a:rect l="0" t="0" r="r" b="b"/>
              <a:pathLst>
                <a:path w="9" h="18">
                  <a:moveTo>
                    <a:pt x="2" y="0"/>
                  </a:moveTo>
                  <a:cubicBezTo>
                    <a:pt x="2" y="0"/>
                    <a:pt x="1" y="11"/>
                    <a:pt x="0" y="14"/>
                  </a:cubicBezTo>
                  <a:cubicBezTo>
                    <a:pt x="0" y="18"/>
                    <a:pt x="9" y="14"/>
                    <a:pt x="9" y="14"/>
                  </a:cubicBezTo>
                  <a:cubicBezTo>
                    <a:pt x="9" y="0"/>
                    <a:pt x="9" y="0"/>
                    <a:pt x="9" y="0"/>
                  </a:cubicBezTo>
                  <a:lnTo>
                    <a:pt x="2" y="0"/>
                  </a:ln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grpSp>
        <p:nvGrpSpPr>
          <p:cNvPr id="22" name="Group 21"/>
          <p:cNvGrpSpPr/>
          <p:nvPr/>
        </p:nvGrpSpPr>
        <p:grpSpPr>
          <a:xfrm>
            <a:off x="1923280" y="1963262"/>
            <a:ext cx="970542" cy="3868195"/>
            <a:chOff x="5381626" y="1727200"/>
            <a:chExt cx="220663" cy="879475"/>
          </a:xfrm>
          <a:solidFill>
            <a:srgbClr val="F39C12"/>
          </a:solidFill>
        </p:grpSpPr>
        <p:sp>
          <p:nvSpPr>
            <p:cNvPr id="23" name="Freeform 40"/>
            <p:cNvSpPr>
              <a:spLocks/>
            </p:cNvSpPr>
            <p:nvPr/>
          </p:nvSpPr>
          <p:spPr bwMode="auto">
            <a:xfrm>
              <a:off x="5381626" y="1727200"/>
              <a:ext cx="220663" cy="879475"/>
            </a:xfrm>
            <a:custGeom>
              <a:avLst/>
              <a:gdLst>
                <a:gd name="T0" fmla="*/ 34 w 59"/>
                <a:gd name="T1" fmla="*/ 0 h 234"/>
                <a:gd name="T2" fmla="*/ 24 w 59"/>
                <a:gd name="T3" fmla="*/ 13 h 234"/>
                <a:gd name="T4" fmla="*/ 26 w 59"/>
                <a:gd name="T5" fmla="*/ 21 h 234"/>
                <a:gd name="T6" fmla="*/ 27 w 59"/>
                <a:gd name="T7" fmla="*/ 26 h 234"/>
                <a:gd name="T8" fmla="*/ 28 w 59"/>
                <a:gd name="T9" fmla="*/ 30 h 234"/>
                <a:gd name="T10" fmla="*/ 27 w 59"/>
                <a:gd name="T11" fmla="*/ 32 h 234"/>
                <a:gd name="T12" fmla="*/ 24 w 59"/>
                <a:gd name="T13" fmla="*/ 34 h 234"/>
                <a:gd name="T14" fmla="*/ 17 w 59"/>
                <a:gd name="T15" fmla="*/ 37 h 234"/>
                <a:gd name="T16" fmla="*/ 9 w 59"/>
                <a:gd name="T17" fmla="*/ 42 h 234"/>
                <a:gd name="T18" fmla="*/ 8 w 59"/>
                <a:gd name="T19" fmla="*/ 48 h 234"/>
                <a:gd name="T20" fmla="*/ 6 w 59"/>
                <a:gd name="T21" fmla="*/ 56 h 234"/>
                <a:gd name="T22" fmla="*/ 3 w 59"/>
                <a:gd name="T23" fmla="*/ 77 h 234"/>
                <a:gd name="T24" fmla="*/ 13 w 59"/>
                <a:gd name="T25" fmla="*/ 81 h 234"/>
                <a:gd name="T26" fmla="*/ 13 w 59"/>
                <a:gd name="T27" fmla="*/ 89 h 234"/>
                <a:gd name="T28" fmla="*/ 12 w 59"/>
                <a:gd name="T29" fmla="*/ 98 h 234"/>
                <a:gd name="T30" fmla="*/ 12 w 59"/>
                <a:gd name="T31" fmla="*/ 124 h 234"/>
                <a:gd name="T32" fmla="*/ 12 w 59"/>
                <a:gd name="T33" fmla="*/ 151 h 234"/>
                <a:gd name="T34" fmla="*/ 20 w 59"/>
                <a:gd name="T35" fmla="*/ 153 h 234"/>
                <a:gd name="T36" fmla="*/ 23 w 59"/>
                <a:gd name="T37" fmla="*/ 152 h 234"/>
                <a:gd name="T38" fmla="*/ 24 w 59"/>
                <a:gd name="T39" fmla="*/ 161 h 234"/>
                <a:gd name="T40" fmla="*/ 24 w 59"/>
                <a:gd name="T41" fmla="*/ 187 h 234"/>
                <a:gd name="T42" fmla="*/ 26 w 59"/>
                <a:gd name="T43" fmla="*/ 208 h 234"/>
                <a:gd name="T44" fmla="*/ 23 w 59"/>
                <a:gd name="T45" fmla="*/ 223 h 234"/>
                <a:gd name="T46" fmla="*/ 19 w 59"/>
                <a:gd name="T47" fmla="*/ 229 h 234"/>
                <a:gd name="T48" fmla="*/ 18 w 59"/>
                <a:gd name="T49" fmla="*/ 232 h 234"/>
                <a:gd name="T50" fmla="*/ 29 w 59"/>
                <a:gd name="T51" fmla="*/ 231 h 234"/>
                <a:gd name="T52" fmla="*/ 31 w 59"/>
                <a:gd name="T53" fmla="*/ 224 h 234"/>
                <a:gd name="T54" fmla="*/ 33 w 59"/>
                <a:gd name="T55" fmla="*/ 220 h 234"/>
                <a:gd name="T56" fmla="*/ 33 w 59"/>
                <a:gd name="T57" fmla="*/ 223 h 234"/>
                <a:gd name="T58" fmla="*/ 31 w 59"/>
                <a:gd name="T59" fmla="*/ 230 h 234"/>
                <a:gd name="T60" fmla="*/ 34 w 59"/>
                <a:gd name="T61" fmla="*/ 234 h 234"/>
                <a:gd name="T62" fmla="*/ 43 w 59"/>
                <a:gd name="T63" fmla="*/ 230 h 234"/>
                <a:gd name="T64" fmla="*/ 44 w 59"/>
                <a:gd name="T65" fmla="*/ 220 h 234"/>
                <a:gd name="T66" fmla="*/ 44 w 59"/>
                <a:gd name="T67" fmla="*/ 211 h 234"/>
                <a:gd name="T68" fmla="*/ 47 w 59"/>
                <a:gd name="T69" fmla="*/ 191 h 234"/>
                <a:gd name="T70" fmla="*/ 50 w 59"/>
                <a:gd name="T71" fmla="*/ 166 h 234"/>
                <a:gd name="T72" fmla="*/ 49 w 59"/>
                <a:gd name="T73" fmla="*/ 154 h 234"/>
                <a:gd name="T74" fmla="*/ 49 w 59"/>
                <a:gd name="T75" fmla="*/ 151 h 234"/>
                <a:gd name="T76" fmla="*/ 56 w 59"/>
                <a:gd name="T77" fmla="*/ 149 h 234"/>
                <a:gd name="T78" fmla="*/ 55 w 59"/>
                <a:gd name="T79" fmla="*/ 127 h 234"/>
                <a:gd name="T80" fmla="*/ 54 w 59"/>
                <a:gd name="T81" fmla="*/ 106 h 234"/>
                <a:gd name="T82" fmla="*/ 54 w 59"/>
                <a:gd name="T83" fmla="*/ 99 h 234"/>
                <a:gd name="T84" fmla="*/ 54 w 59"/>
                <a:gd name="T85" fmla="*/ 94 h 234"/>
                <a:gd name="T86" fmla="*/ 52 w 59"/>
                <a:gd name="T87" fmla="*/ 87 h 234"/>
                <a:gd name="T88" fmla="*/ 58 w 59"/>
                <a:gd name="T89" fmla="*/ 82 h 234"/>
                <a:gd name="T90" fmla="*/ 59 w 59"/>
                <a:gd name="T91" fmla="*/ 62 h 234"/>
                <a:gd name="T92" fmla="*/ 58 w 59"/>
                <a:gd name="T93" fmla="*/ 45 h 234"/>
                <a:gd name="T94" fmla="*/ 55 w 59"/>
                <a:gd name="T95" fmla="*/ 40 h 234"/>
                <a:gd name="T96" fmla="*/ 47 w 59"/>
                <a:gd name="T97" fmla="*/ 38 h 234"/>
                <a:gd name="T98" fmla="*/ 42 w 59"/>
                <a:gd name="T99" fmla="*/ 33 h 234"/>
                <a:gd name="T100" fmla="*/ 40 w 59"/>
                <a:gd name="T101" fmla="*/ 28 h 234"/>
                <a:gd name="T102" fmla="*/ 42 w 59"/>
                <a:gd name="T103" fmla="*/ 22 h 234"/>
                <a:gd name="T104" fmla="*/ 44 w 59"/>
                <a:gd name="T105" fmla="*/ 13 h 234"/>
                <a:gd name="T106" fmla="*/ 34 w 59"/>
                <a:gd name="T10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234">
                  <a:moveTo>
                    <a:pt x="34" y="0"/>
                  </a:moveTo>
                  <a:cubicBezTo>
                    <a:pt x="26" y="0"/>
                    <a:pt x="24" y="6"/>
                    <a:pt x="24" y="13"/>
                  </a:cubicBezTo>
                  <a:cubicBezTo>
                    <a:pt x="22" y="13"/>
                    <a:pt x="23" y="22"/>
                    <a:pt x="26" y="21"/>
                  </a:cubicBezTo>
                  <a:cubicBezTo>
                    <a:pt x="25" y="22"/>
                    <a:pt x="26" y="26"/>
                    <a:pt x="27" y="26"/>
                  </a:cubicBezTo>
                  <a:cubicBezTo>
                    <a:pt x="28" y="27"/>
                    <a:pt x="28" y="28"/>
                    <a:pt x="28" y="30"/>
                  </a:cubicBezTo>
                  <a:cubicBezTo>
                    <a:pt x="28" y="31"/>
                    <a:pt x="27" y="32"/>
                    <a:pt x="27" y="32"/>
                  </a:cubicBezTo>
                  <a:cubicBezTo>
                    <a:pt x="27" y="32"/>
                    <a:pt x="24" y="33"/>
                    <a:pt x="24" y="34"/>
                  </a:cubicBezTo>
                  <a:cubicBezTo>
                    <a:pt x="23" y="36"/>
                    <a:pt x="21" y="37"/>
                    <a:pt x="17" y="37"/>
                  </a:cubicBezTo>
                  <a:cubicBezTo>
                    <a:pt x="14" y="38"/>
                    <a:pt x="9" y="40"/>
                    <a:pt x="9" y="42"/>
                  </a:cubicBezTo>
                  <a:cubicBezTo>
                    <a:pt x="9" y="44"/>
                    <a:pt x="9" y="49"/>
                    <a:pt x="8" y="48"/>
                  </a:cubicBezTo>
                  <a:cubicBezTo>
                    <a:pt x="7" y="48"/>
                    <a:pt x="7" y="52"/>
                    <a:pt x="6" y="56"/>
                  </a:cubicBezTo>
                  <a:cubicBezTo>
                    <a:pt x="5" y="60"/>
                    <a:pt x="0" y="73"/>
                    <a:pt x="3" y="77"/>
                  </a:cubicBezTo>
                  <a:cubicBezTo>
                    <a:pt x="6" y="81"/>
                    <a:pt x="13" y="81"/>
                    <a:pt x="13" y="81"/>
                  </a:cubicBezTo>
                  <a:cubicBezTo>
                    <a:pt x="13" y="81"/>
                    <a:pt x="13" y="84"/>
                    <a:pt x="13" y="89"/>
                  </a:cubicBezTo>
                  <a:cubicBezTo>
                    <a:pt x="12" y="94"/>
                    <a:pt x="11" y="98"/>
                    <a:pt x="12" y="98"/>
                  </a:cubicBezTo>
                  <a:cubicBezTo>
                    <a:pt x="13" y="98"/>
                    <a:pt x="12" y="115"/>
                    <a:pt x="12" y="124"/>
                  </a:cubicBezTo>
                  <a:cubicBezTo>
                    <a:pt x="12" y="133"/>
                    <a:pt x="12" y="150"/>
                    <a:pt x="12" y="151"/>
                  </a:cubicBezTo>
                  <a:cubicBezTo>
                    <a:pt x="12" y="153"/>
                    <a:pt x="18" y="153"/>
                    <a:pt x="20" y="153"/>
                  </a:cubicBezTo>
                  <a:cubicBezTo>
                    <a:pt x="21" y="153"/>
                    <a:pt x="23" y="152"/>
                    <a:pt x="23" y="152"/>
                  </a:cubicBezTo>
                  <a:cubicBezTo>
                    <a:pt x="23" y="152"/>
                    <a:pt x="23" y="158"/>
                    <a:pt x="24" y="161"/>
                  </a:cubicBezTo>
                  <a:cubicBezTo>
                    <a:pt x="24" y="165"/>
                    <a:pt x="24" y="183"/>
                    <a:pt x="24" y="187"/>
                  </a:cubicBezTo>
                  <a:cubicBezTo>
                    <a:pt x="25" y="192"/>
                    <a:pt x="26" y="202"/>
                    <a:pt x="26" y="208"/>
                  </a:cubicBezTo>
                  <a:cubicBezTo>
                    <a:pt x="26" y="214"/>
                    <a:pt x="24" y="220"/>
                    <a:pt x="23" y="223"/>
                  </a:cubicBezTo>
                  <a:cubicBezTo>
                    <a:pt x="21" y="226"/>
                    <a:pt x="20" y="228"/>
                    <a:pt x="19" y="229"/>
                  </a:cubicBezTo>
                  <a:cubicBezTo>
                    <a:pt x="17" y="230"/>
                    <a:pt x="15" y="232"/>
                    <a:pt x="18" y="232"/>
                  </a:cubicBezTo>
                  <a:cubicBezTo>
                    <a:pt x="21" y="232"/>
                    <a:pt x="28" y="232"/>
                    <a:pt x="29" y="231"/>
                  </a:cubicBezTo>
                  <a:cubicBezTo>
                    <a:pt x="31" y="230"/>
                    <a:pt x="30" y="226"/>
                    <a:pt x="31" y="224"/>
                  </a:cubicBezTo>
                  <a:cubicBezTo>
                    <a:pt x="32" y="222"/>
                    <a:pt x="33" y="220"/>
                    <a:pt x="33" y="220"/>
                  </a:cubicBezTo>
                  <a:cubicBezTo>
                    <a:pt x="33" y="223"/>
                    <a:pt x="33" y="223"/>
                    <a:pt x="33" y="223"/>
                  </a:cubicBezTo>
                  <a:cubicBezTo>
                    <a:pt x="33" y="223"/>
                    <a:pt x="31" y="228"/>
                    <a:pt x="31" y="230"/>
                  </a:cubicBezTo>
                  <a:cubicBezTo>
                    <a:pt x="32" y="231"/>
                    <a:pt x="31" y="234"/>
                    <a:pt x="34" y="234"/>
                  </a:cubicBezTo>
                  <a:cubicBezTo>
                    <a:pt x="36" y="234"/>
                    <a:pt x="42" y="232"/>
                    <a:pt x="43" y="230"/>
                  </a:cubicBezTo>
                  <a:cubicBezTo>
                    <a:pt x="44" y="228"/>
                    <a:pt x="43" y="222"/>
                    <a:pt x="44" y="220"/>
                  </a:cubicBezTo>
                  <a:cubicBezTo>
                    <a:pt x="45" y="218"/>
                    <a:pt x="44" y="215"/>
                    <a:pt x="44" y="211"/>
                  </a:cubicBezTo>
                  <a:cubicBezTo>
                    <a:pt x="43" y="208"/>
                    <a:pt x="44" y="197"/>
                    <a:pt x="47" y="191"/>
                  </a:cubicBezTo>
                  <a:cubicBezTo>
                    <a:pt x="49" y="184"/>
                    <a:pt x="50" y="172"/>
                    <a:pt x="50" y="166"/>
                  </a:cubicBezTo>
                  <a:cubicBezTo>
                    <a:pt x="49" y="160"/>
                    <a:pt x="49" y="156"/>
                    <a:pt x="49" y="154"/>
                  </a:cubicBezTo>
                  <a:cubicBezTo>
                    <a:pt x="49" y="151"/>
                    <a:pt x="49" y="151"/>
                    <a:pt x="49" y="151"/>
                  </a:cubicBezTo>
                  <a:cubicBezTo>
                    <a:pt x="49" y="151"/>
                    <a:pt x="56" y="151"/>
                    <a:pt x="56" y="149"/>
                  </a:cubicBezTo>
                  <a:cubicBezTo>
                    <a:pt x="56" y="148"/>
                    <a:pt x="55" y="134"/>
                    <a:pt x="55" y="127"/>
                  </a:cubicBezTo>
                  <a:cubicBezTo>
                    <a:pt x="55" y="120"/>
                    <a:pt x="55" y="111"/>
                    <a:pt x="54" y="106"/>
                  </a:cubicBezTo>
                  <a:cubicBezTo>
                    <a:pt x="54" y="101"/>
                    <a:pt x="54" y="99"/>
                    <a:pt x="54" y="99"/>
                  </a:cubicBezTo>
                  <a:cubicBezTo>
                    <a:pt x="54" y="99"/>
                    <a:pt x="54" y="98"/>
                    <a:pt x="54" y="94"/>
                  </a:cubicBezTo>
                  <a:cubicBezTo>
                    <a:pt x="53" y="90"/>
                    <a:pt x="52" y="87"/>
                    <a:pt x="52" y="87"/>
                  </a:cubicBezTo>
                  <a:cubicBezTo>
                    <a:pt x="52" y="87"/>
                    <a:pt x="57" y="87"/>
                    <a:pt x="58" y="82"/>
                  </a:cubicBezTo>
                  <a:cubicBezTo>
                    <a:pt x="59" y="78"/>
                    <a:pt x="59" y="71"/>
                    <a:pt x="59" y="62"/>
                  </a:cubicBezTo>
                  <a:cubicBezTo>
                    <a:pt x="59" y="53"/>
                    <a:pt x="58" y="47"/>
                    <a:pt x="58" y="45"/>
                  </a:cubicBezTo>
                  <a:cubicBezTo>
                    <a:pt x="58" y="42"/>
                    <a:pt x="58" y="41"/>
                    <a:pt x="55" y="40"/>
                  </a:cubicBezTo>
                  <a:cubicBezTo>
                    <a:pt x="52" y="40"/>
                    <a:pt x="50" y="40"/>
                    <a:pt x="47" y="38"/>
                  </a:cubicBezTo>
                  <a:cubicBezTo>
                    <a:pt x="44" y="36"/>
                    <a:pt x="43" y="34"/>
                    <a:pt x="42" y="33"/>
                  </a:cubicBezTo>
                  <a:cubicBezTo>
                    <a:pt x="40" y="32"/>
                    <a:pt x="39" y="30"/>
                    <a:pt x="40" y="28"/>
                  </a:cubicBezTo>
                  <a:cubicBezTo>
                    <a:pt x="40" y="27"/>
                    <a:pt x="42" y="25"/>
                    <a:pt x="42" y="22"/>
                  </a:cubicBezTo>
                  <a:cubicBezTo>
                    <a:pt x="45" y="22"/>
                    <a:pt x="45" y="13"/>
                    <a:pt x="44" y="13"/>
                  </a:cubicBezTo>
                  <a:cubicBezTo>
                    <a:pt x="43" y="7"/>
                    <a:pt x="42" y="0"/>
                    <a:pt x="3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4" name="Freeform 41"/>
            <p:cNvSpPr>
              <a:spLocks/>
            </p:cNvSpPr>
            <p:nvPr/>
          </p:nvSpPr>
          <p:spPr bwMode="auto">
            <a:xfrm>
              <a:off x="5472113" y="1846263"/>
              <a:ext cx="66675" cy="136525"/>
            </a:xfrm>
            <a:custGeom>
              <a:avLst/>
              <a:gdLst>
                <a:gd name="T0" fmla="*/ 4 w 18"/>
                <a:gd name="T1" fmla="*/ 0 h 36"/>
                <a:gd name="T2" fmla="*/ 3 w 18"/>
                <a:gd name="T3" fmla="*/ 0 h 36"/>
                <a:gd name="T4" fmla="*/ 2 w 18"/>
                <a:gd name="T5" fmla="*/ 0 h 36"/>
                <a:gd name="T6" fmla="*/ 0 w 18"/>
                <a:gd name="T7" fmla="*/ 16 h 36"/>
                <a:gd name="T8" fmla="*/ 4 w 18"/>
                <a:gd name="T9" fmla="*/ 29 h 36"/>
                <a:gd name="T10" fmla="*/ 5 w 18"/>
                <a:gd name="T11" fmla="*/ 36 h 36"/>
                <a:gd name="T12" fmla="*/ 8 w 18"/>
                <a:gd name="T13" fmla="*/ 25 h 36"/>
                <a:gd name="T14" fmla="*/ 15 w 18"/>
                <a:gd name="T15" fmla="*/ 11 h 36"/>
                <a:gd name="T16" fmla="*/ 18 w 18"/>
                <a:gd name="T17" fmla="*/ 1 h 36"/>
                <a:gd name="T18" fmla="*/ 18 w 18"/>
                <a:gd name="T19" fmla="*/ 1 h 36"/>
                <a:gd name="T20" fmla="*/ 16 w 18"/>
                <a:gd name="T21" fmla="*/ 0 h 36"/>
                <a:gd name="T22" fmla="*/ 14 w 18"/>
                <a:gd name="T23" fmla="*/ 5 h 36"/>
                <a:gd name="T24" fmla="*/ 10 w 18"/>
                <a:gd name="T25" fmla="*/ 9 h 36"/>
                <a:gd name="T26" fmla="*/ 10 w 18"/>
                <a:gd name="T27" fmla="*/ 13 h 36"/>
                <a:gd name="T28" fmla="*/ 8 w 18"/>
                <a:gd name="T29" fmla="*/ 15 h 36"/>
                <a:gd name="T30" fmla="*/ 8 w 18"/>
                <a:gd name="T31" fmla="*/ 12 h 36"/>
                <a:gd name="T32" fmla="*/ 6 w 18"/>
                <a:gd name="T33" fmla="*/ 10 h 36"/>
                <a:gd name="T34" fmla="*/ 4 w 1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6">
                  <a:moveTo>
                    <a:pt x="4" y="0"/>
                  </a:moveTo>
                  <a:cubicBezTo>
                    <a:pt x="3" y="0"/>
                    <a:pt x="3" y="0"/>
                    <a:pt x="3" y="0"/>
                  </a:cubicBezTo>
                  <a:cubicBezTo>
                    <a:pt x="3" y="0"/>
                    <a:pt x="3" y="0"/>
                    <a:pt x="2" y="0"/>
                  </a:cubicBezTo>
                  <a:cubicBezTo>
                    <a:pt x="1" y="3"/>
                    <a:pt x="0" y="13"/>
                    <a:pt x="0" y="16"/>
                  </a:cubicBezTo>
                  <a:cubicBezTo>
                    <a:pt x="0" y="19"/>
                    <a:pt x="3" y="26"/>
                    <a:pt x="4" y="29"/>
                  </a:cubicBezTo>
                  <a:cubicBezTo>
                    <a:pt x="5" y="32"/>
                    <a:pt x="5" y="36"/>
                    <a:pt x="5" y="36"/>
                  </a:cubicBezTo>
                  <a:cubicBezTo>
                    <a:pt x="5" y="36"/>
                    <a:pt x="6" y="30"/>
                    <a:pt x="8" y="25"/>
                  </a:cubicBezTo>
                  <a:cubicBezTo>
                    <a:pt x="10" y="21"/>
                    <a:pt x="13" y="15"/>
                    <a:pt x="15" y="11"/>
                  </a:cubicBezTo>
                  <a:cubicBezTo>
                    <a:pt x="17" y="7"/>
                    <a:pt x="18" y="4"/>
                    <a:pt x="18" y="1"/>
                  </a:cubicBezTo>
                  <a:cubicBezTo>
                    <a:pt x="18" y="1"/>
                    <a:pt x="18" y="1"/>
                    <a:pt x="18" y="1"/>
                  </a:cubicBezTo>
                  <a:cubicBezTo>
                    <a:pt x="17" y="0"/>
                    <a:pt x="17" y="0"/>
                    <a:pt x="16" y="0"/>
                  </a:cubicBezTo>
                  <a:cubicBezTo>
                    <a:pt x="16" y="1"/>
                    <a:pt x="15" y="4"/>
                    <a:pt x="14" y="5"/>
                  </a:cubicBezTo>
                  <a:cubicBezTo>
                    <a:pt x="13" y="7"/>
                    <a:pt x="11" y="8"/>
                    <a:pt x="10" y="9"/>
                  </a:cubicBezTo>
                  <a:cubicBezTo>
                    <a:pt x="9" y="10"/>
                    <a:pt x="11" y="11"/>
                    <a:pt x="10" y="13"/>
                  </a:cubicBezTo>
                  <a:cubicBezTo>
                    <a:pt x="9" y="14"/>
                    <a:pt x="8" y="15"/>
                    <a:pt x="8" y="15"/>
                  </a:cubicBezTo>
                  <a:cubicBezTo>
                    <a:pt x="8" y="15"/>
                    <a:pt x="9" y="14"/>
                    <a:pt x="8" y="12"/>
                  </a:cubicBezTo>
                  <a:cubicBezTo>
                    <a:pt x="8" y="11"/>
                    <a:pt x="7" y="12"/>
                    <a:pt x="6" y="10"/>
                  </a:cubicBezTo>
                  <a:cubicBezTo>
                    <a:pt x="5" y="7"/>
                    <a:pt x="4" y="3"/>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25" name="Freeform 42"/>
            <p:cNvSpPr>
              <a:spLocks/>
            </p:cNvSpPr>
            <p:nvPr/>
          </p:nvSpPr>
          <p:spPr bwMode="auto">
            <a:xfrm>
              <a:off x="5448301" y="2054225"/>
              <a:ext cx="98425" cy="44450"/>
            </a:xfrm>
            <a:custGeom>
              <a:avLst/>
              <a:gdLst>
                <a:gd name="T0" fmla="*/ 14 w 26"/>
                <a:gd name="T1" fmla="*/ 0 h 12"/>
                <a:gd name="T2" fmla="*/ 12 w 26"/>
                <a:gd name="T3" fmla="*/ 0 h 12"/>
                <a:gd name="T4" fmla="*/ 8 w 26"/>
                <a:gd name="T5" fmla="*/ 7 h 12"/>
                <a:gd name="T6" fmla="*/ 0 w 26"/>
                <a:gd name="T7" fmla="*/ 8 h 12"/>
                <a:gd name="T8" fmla="*/ 6 w 26"/>
                <a:gd name="T9" fmla="*/ 10 h 12"/>
                <a:gd name="T10" fmla="*/ 10 w 26"/>
                <a:gd name="T11" fmla="*/ 9 h 12"/>
                <a:gd name="T12" fmla="*/ 20 w 26"/>
                <a:gd name="T13" fmla="*/ 12 h 12"/>
                <a:gd name="T14" fmla="*/ 26 w 26"/>
                <a:gd name="T15" fmla="*/ 9 h 12"/>
                <a:gd name="T16" fmla="*/ 17 w 26"/>
                <a:gd name="T17" fmla="*/ 8 h 12"/>
                <a:gd name="T18" fmla="*/ 14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4" y="0"/>
                  </a:moveTo>
                  <a:cubicBezTo>
                    <a:pt x="12" y="0"/>
                    <a:pt x="12" y="0"/>
                    <a:pt x="12" y="0"/>
                  </a:cubicBezTo>
                  <a:cubicBezTo>
                    <a:pt x="12" y="0"/>
                    <a:pt x="11" y="6"/>
                    <a:pt x="8" y="7"/>
                  </a:cubicBezTo>
                  <a:cubicBezTo>
                    <a:pt x="5" y="8"/>
                    <a:pt x="0" y="8"/>
                    <a:pt x="0" y="8"/>
                  </a:cubicBezTo>
                  <a:cubicBezTo>
                    <a:pt x="0" y="8"/>
                    <a:pt x="3" y="10"/>
                    <a:pt x="6" y="10"/>
                  </a:cubicBezTo>
                  <a:cubicBezTo>
                    <a:pt x="9" y="10"/>
                    <a:pt x="10" y="9"/>
                    <a:pt x="10" y="9"/>
                  </a:cubicBezTo>
                  <a:cubicBezTo>
                    <a:pt x="10" y="9"/>
                    <a:pt x="15" y="12"/>
                    <a:pt x="20" y="12"/>
                  </a:cubicBezTo>
                  <a:cubicBezTo>
                    <a:pt x="25" y="11"/>
                    <a:pt x="26" y="9"/>
                    <a:pt x="26" y="9"/>
                  </a:cubicBezTo>
                  <a:cubicBezTo>
                    <a:pt x="26" y="9"/>
                    <a:pt x="20" y="10"/>
                    <a:pt x="17" y="8"/>
                  </a:cubicBezTo>
                  <a:cubicBezTo>
                    <a:pt x="14" y="6"/>
                    <a:pt x="14" y="4"/>
                    <a:pt x="1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sp>
        <p:nvSpPr>
          <p:cNvPr id="39" name="Text Box 7"/>
          <p:cNvSpPr txBox="1">
            <a:spLocks noChangeArrowheads="1"/>
          </p:cNvSpPr>
          <p:nvPr/>
        </p:nvSpPr>
        <p:spPr bwMode="auto">
          <a:xfrm>
            <a:off x="3997325" y="509588"/>
            <a:ext cx="4141788" cy="722312"/>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4400" b="1" u="sng" dirty="0">
                <a:cs typeface="+mn-cs"/>
              </a:rPr>
              <a:t>فوائد تكنولوجيا التعليم</a:t>
            </a:r>
            <a:endParaRPr lang="en-CA" sz="4400" b="1" u="sng" spc="-150" dirty="0">
              <a:latin typeface="Open Sans" pitchFamily="34" charset="0"/>
              <a:ea typeface="Open Sans" pitchFamily="34" charset="0"/>
              <a:cs typeface="Open Sans" pitchFamily="34" charset="0"/>
            </a:endParaRPr>
          </a:p>
        </p:txBody>
      </p:sp>
      <p:grpSp>
        <p:nvGrpSpPr>
          <p:cNvPr id="40" name="Group 39"/>
          <p:cNvGrpSpPr/>
          <p:nvPr/>
        </p:nvGrpSpPr>
        <p:grpSpPr>
          <a:xfrm>
            <a:off x="5225163" y="2185502"/>
            <a:ext cx="821329" cy="3273494"/>
            <a:chOff x="5381626" y="1727200"/>
            <a:chExt cx="220663" cy="879475"/>
          </a:xfrm>
          <a:solidFill>
            <a:srgbClr val="2980B9"/>
          </a:solidFill>
        </p:grpSpPr>
        <p:sp>
          <p:nvSpPr>
            <p:cNvPr id="41" name="Freeform 40"/>
            <p:cNvSpPr>
              <a:spLocks/>
            </p:cNvSpPr>
            <p:nvPr/>
          </p:nvSpPr>
          <p:spPr bwMode="auto">
            <a:xfrm>
              <a:off x="5381626" y="1727200"/>
              <a:ext cx="220663" cy="879475"/>
            </a:xfrm>
            <a:custGeom>
              <a:avLst/>
              <a:gdLst>
                <a:gd name="T0" fmla="*/ 34 w 59"/>
                <a:gd name="T1" fmla="*/ 0 h 234"/>
                <a:gd name="T2" fmla="*/ 24 w 59"/>
                <a:gd name="T3" fmla="*/ 13 h 234"/>
                <a:gd name="T4" fmla="*/ 26 w 59"/>
                <a:gd name="T5" fmla="*/ 21 h 234"/>
                <a:gd name="T6" fmla="*/ 27 w 59"/>
                <a:gd name="T7" fmla="*/ 26 h 234"/>
                <a:gd name="T8" fmla="*/ 28 w 59"/>
                <a:gd name="T9" fmla="*/ 30 h 234"/>
                <a:gd name="T10" fmla="*/ 27 w 59"/>
                <a:gd name="T11" fmla="*/ 32 h 234"/>
                <a:gd name="T12" fmla="*/ 24 w 59"/>
                <a:gd name="T13" fmla="*/ 34 h 234"/>
                <a:gd name="T14" fmla="*/ 17 w 59"/>
                <a:gd name="T15" fmla="*/ 37 h 234"/>
                <a:gd name="T16" fmla="*/ 9 w 59"/>
                <a:gd name="T17" fmla="*/ 42 h 234"/>
                <a:gd name="T18" fmla="*/ 8 w 59"/>
                <a:gd name="T19" fmla="*/ 48 h 234"/>
                <a:gd name="T20" fmla="*/ 6 w 59"/>
                <a:gd name="T21" fmla="*/ 56 h 234"/>
                <a:gd name="T22" fmla="*/ 3 w 59"/>
                <a:gd name="T23" fmla="*/ 77 h 234"/>
                <a:gd name="T24" fmla="*/ 13 w 59"/>
                <a:gd name="T25" fmla="*/ 81 h 234"/>
                <a:gd name="T26" fmla="*/ 13 w 59"/>
                <a:gd name="T27" fmla="*/ 89 h 234"/>
                <a:gd name="T28" fmla="*/ 12 w 59"/>
                <a:gd name="T29" fmla="*/ 98 h 234"/>
                <a:gd name="T30" fmla="*/ 12 w 59"/>
                <a:gd name="T31" fmla="*/ 124 h 234"/>
                <a:gd name="T32" fmla="*/ 12 w 59"/>
                <a:gd name="T33" fmla="*/ 151 h 234"/>
                <a:gd name="T34" fmla="*/ 20 w 59"/>
                <a:gd name="T35" fmla="*/ 153 h 234"/>
                <a:gd name="T36" fmla="*/ 23 w 59"/>
                <a:gd name="T37" fmla="*/ 152 h 234"/>
                <a:gd name="T38" fmla="*/ 24 w 59"/>
                <a:gd name="T39" fmla="*/ 161 h 234"/>
                <a:gd name="T40" fmla="*/ 24 w 59"/>
                <a:gd name="T41" fmla="*/ 187 h 234"/>
                <a:gd name="T42" fmla="*/ 26 w 59"/>
                <a:gd name="T43" fmla="*/ 208 h 234"/>
                <a:gd name="T44" fmla="*/ 23 w 59"/>
                <a:gd name="T45" fmla="*/ 223 h 234"/>
                <a:gd name="T46" fmla="*/ 19 w 59"/>
                <a:gd name="T47" fmla="*/ 229 h 234"/>
                <a:gd name="T48" fmla="*/ 18 w 59"/>
                <a:gd name="T49" fmla="*/ 232 h 234"/>
                <a:gd name="T50" fmla="*/ 29 w 59"/>
                <a:gd name="T51" fmla="*/ 231 h 234"/>
                <a:gd name="T52" fmla="*/ 31 w 59"/>
                <a:gd name="T53" fmla="*/ 224 h 234"/>
                <a:gd name="T54" fmla="*/ 33 w 59"/>
                <a:gd name="T55" fmla="*/ 220 h 234"/>
                <a:gd name="T56" fmla="*/ 33 w 59"/>
                <a:gd name="T57" fmla="*/ 223 h 234"/>
                <a:gd name="T58" fmla="*/ 31 w 59"/>
                <a:gd name="T59" fmla="*/ 230 h 234"/>
                <a:gd name="T60" fmla="*/ 34 w 59"/>
                <a:gd name="T61" fmla="*/ 234 h 234"/>
                <a:gd name="T62" fmla="*/ 43 w 59"/>
                <a:gd name="T63" fmla="*/ 230 h 234"/>
                <a:gd name="T64" fmla="*/ 44 w 59"/>
                <a:gd name="T65" fmla="*/ 220 h 234"/>
                <a:gd name="T66" fmla="*/ 44 w 59"/>
                <a:gd name="T67" fmla="*/ 211 h 234"/>
                <a:gd name="T68" fmla="*/ 47 w 59"/>
                <a:gd name="T69" fmla="*/ 191 h 234"/>
                <a:gd name="T70" fmla="*/ 50 w 59"/>
                <a:gd name="T71" fmla="*/ 166 h 234"/>
                <a:gd name="T72" fmla="*/ 49 w 59"/>
                <a:gd name="T73" fmla="*/ 154 h 234"/>
                <a:gd name="T74" fmla="*/ 49 w 59"/>
                <a:gd name="T75" fmla="*/ 151 h 234"/>
                <a:gd name="T76" fmla="*/ 56 w 59"/>
                <a:gd name="T77" fmla="*/ 149 h 234"/>
                <a:gd name="T78" fmla="*/ 55 w 59"/>
                <a:gd name="T79" fmla="*/ 127 h 234"/>
                <a:gd name="T80" fmla="*/ 54 w 59"/>
                <a:gd name="T81" fmla="*/ 106 h 234"/>
                <a:gd name="T82" fmla="*/ 54 w 59"/>
                <a:gd name="T83" fmla="*/ 99 h 234"/>
                <a:gd name="T84" fmla="*/ 54 w 59"/>
                <a:gd name="T85" fmla="*/ 94 h 234"/>
                <a:gd name="T86" fmla="*/ 52 w 59"/>
                <a:gd name="T87" fmla="*/ 87 h 234"/>
                <a:gd name="T88" fmla="*/ 58 w 59"/>
                <a:gd name="T89" fmla="*/ 82 h 234"/>
                <a:gd name="T90" fmla="*/ 59 w 59"/>
                <a:gd name="T91" fmla="*/ 62 h 234"/>
                <a:gd name="T92" fmla="*/ 58 w 59"/>
                <a:gd name="T93" fmla="*/ 45 h 234"/>
                <a:gd name="T94" fmla="*/ 55 w 59"/>
                <a:gd name="T95" fmla="*/ 40 h 234"/>
                <a:gd name="T96" fmla="*/ 47 w 59"/>
                <a:gd name="T97" fmla="*/ 38 h 234"/>
                <a:gd name="T98" fmla="*/ 42 w 59"/>
                <a:gd name="T99" fmla="*/ 33 h 234"/>
                <a:gd name="T100" fmla="*/ 40 w 59"/>
                <a:gd name="T101" fmla="*/ 28 h 234"/>
                <a:gd name="T102" fmla="*/ 42 w 59"/>
                <a:gd name="T103" fmla="*/ 22 h 234"/>
                <a:gd name="T104" fmla="*/ 44 w 59"/>
                <a:gd name="T105" fmla="*/ 13 h 234"/>
                <a:gd name="T106" fmla="*/ 34 w 59"/>
                <a:gd name="T10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234">
                  <a:moveTo>
                    <a:pt x="34" y="0"/>
                  </a:moveTo>
                  <a:cubicBezTo>
                    <a:pt x="26" y="0"/>
                    <a:pt x="24" y="6"/>
                    <a:pt x="24" y="13"/>
                  </a:cubicBezTo>
                  <a:cubicBezTo>
                    <a:pt x="22" y="13"/>
                    <a:pt x="23" y="22"/>
                    <a:pt x="26" y="21"/>
                  </a:cubicBezTo>
                  <a:cubicBezTo>
                    <a:pt x="25" y="22"/>
                    <a:pt x="26" y="26"/>
                    <a:pt x="27" y="26"/>
                  </a:cubicBezTo>
                  <a:cubicBezTo>
                    <a:pt x="28" y="27"/>
                    <a:pt x="28" y="28"/>
                    <a:pt x="28" y="30"/>
                  </a:cubicBezTo>
                  <a:cubicBezTo>
                    <a:pt x="28" y="31"/>
                    <a:pt x="27" y="32"/>
                    <a:pt x="27" y="32"/>
                  </a:cubicBezTo>
                  <a:cubicBezTo>
                    <a:pt x="27" y="32"/>
                    <a:pt x="24" y="33"/>
                    <a:pt x="24" y="34"/>
                  </a:cubicBezTo>
                  <a:cubicBezTo>
                    <a:pt x="23" y="36"/>
                    <a:pt x="21" y="37"/>
                    <a:pt x="17" y="37"/>
                  </a:cubicBezTo>
                  <a:cubicBezTo>
                    <a:pt x="14" y="38"/>
                    <a:pt x="9" y="40"/>
                    <a:pt x="9" y="42"/>
                  </a:cubicBezTo>
                  <a:cubicBezTo>
                    <a:pt x="9" y="44"/>
                    <a:pt x="9" y="49"/>
                    <a:pt x="8" y="48"/>
                  </a:cubicBezTo>
                  <a:cubicBezTo>
                    <a:pt x="7" y="48"/>
                    <a:pt x="7" y="52"/>
                    <a:pt x="6" y="56"/>
                  </a:cubicBezTo>
                  <a:cubicBezTo>
                    <a:pt x="5" y="60"/>
                    <a:pt x="0" y="73"/>
                    <a:pt x="3" y="77"/>
                  </a:cubicBezTo>
                  <a:cubicBezTo>
                    <a:pt x="6" y="81"/>
                    <a:pt x="13" y="81"/>
                    <a:pt x="13" y="81"/>
                  </a:cubicBezTo>
                  <a:cubicBezTo>
                    <a:pt x="13" y="81"/>
                    <a:pt x="13" y="84"/>
                    <a:pt x="13" y="89"/>
                  </a:cubicBezTo>
                  <a:cubicBezTo>
                    <a:pt x="12" y="94"/>
                    <a:pt x="11" y="98"/>
                    <a:pt x="12" y="98"/>
                  </a:cubicBezTo>
                  <a:cubicBezTo>
                    <a:pt x="13" y="98"/>
                    <a:pt x="12" y="115"/>
                    <a:pt x="12" y="124"/>
                  </a:cubicBezTo>
                  <a:cubicBezTo>
                    <a:pt x="12" y="133"/>
                    <a:pt x="12" y="150"/>
                    <a:pt x="12" y="151"/>
                  </a:cubicBezTo>
                  <a:cubicBezTo>
                    <a:pt x="12" y="153"/>
                    <a:pt x="18" y="153"/>
                    <a:pt x="20" y="153"/>
                  </a:cubicBezTo>
                  <a:cubicBezTo>
                    <a:pt x="21" y="153"/>
                    <a:pt x="23" y="152"/>
                    <a:pt x="23" y="152"/>
                  </a:cubicBezTo>
                  <a:cubicBezTo>
                    <a:pt x="23" y="152"/>
                    <a:pt x="23" y="158"/>
                    <a:pt x="24" y="161"/>
                  </a:cubicBezTo>
                  <a:cubicBezTo>
                    <a:pt x="24" y="165"/>
                    <a:pt x="24" y="183"/>
                    <a:pt x="24" y="187"/>
                  </a:cubicBezTo>
                  <a:cubicBezTo>
                    <a:pt x="25" y="192"/>
                    <a:pt x="26" y="202"/>
                    <a:pt x="26" y="208"/>
                  </a:cubicBezTo>
                  <a:cubicBezTo>
                    <a:pt x="26" y="214"/>
                    <a:pt x="24" y="220"/>
                    <a:pt x="23" y="223"/>
                  </a:cubicBezTo>
                  <a:cubicBezTo>
                    <a:pt x="21" y="226"/>
                    <a:pt x="20" y="228"/>
                    <a:pt x="19" y="229"/>
                  </a:cubicBezTo>
                  <a:cubicBezTo>
                    <a:pt x="17" y="230"/>
                    <a:pt x="15" y="232"/>
                    <a:pt x="18" y="232"/>
                  </a:cubicBezTo>
                  <a:cubicBezTo>
                    <a:pt x="21" y="232"/>
                    <a:pt x="28" y="232"/>
                    <a:pt x="29" y="231"/>
                  </a:cubicBezTo>
                  <a:cubicBezTo>
                    <a:pt x="31" y="230"/>
                    <a:pt x="30" y="226"/>
                    <a:pt x="31" y="224"/>
                  </a:cubicBezTo>
                  <a:cubicBezTo>
                    <a:pt x="32" y="222"/>
                    <a:pt x="33" y="220"/>
                    <a:pt x="33" y="220"/>
                  </a:cubicBezTo>
                  <a:cubicBezTo>
                    <a:pt x="33" y="223"/>
                    <a:pt x="33" y="223"/>
                    <a:pt x="33" y="223"/>
                  </a:cubicBezTo>
                  <a:cubicBezTo>
                    <a:pt x="33" y="223"/>
                    <a:pt x="31" y="228"/>
                    <a:pt x="31" y="230"/>
                  </a:cubicBezTo>
                  <a:cubicBezTo>
                    <a:pt x="32" y="231"/>
                    <a:pt x="31" y="234"/>
                    <a:pt x="34" y="234"/>
                  </a:cubicBezTo>
                  <a:cubicBezTo>
                    <a:pt x="36" y="234"/>
                    <a:pt x="42" y="232"/>
                    <a:pt x="43" y="230"/>
                  </a:cubicBezTo>
                  <a:cubicBezTo>
                    <a:pt x="44" y="228"/>
                    <a:pt x="43" y="222"/>
                    <a:pt x="44" y="220"/>
                  </a:cubicBezTo>
                  <a:cubicBezTo>
                    <a:pt x="45" y="218"/>
                    <a:pt x="44" y="215"/>
                    <a:pt x="44" y="211"/>
                  </a:cubicBezTo>
                  <a:cubicBezTo>
                    <a:pt x="43" y="208"/>
                    <a:pt x="44" y="197"/>
                    <a:pt x="47" y="191"/>
                  </a:cubicBezTo>
                  <a:cubicBezTo>
                    <a:pt x="49" y="184"/>
                    <a:pt x="50" y="172"/>
                    <a:pt x="50" y="166"/>
                  </a:cubicBezTo>
                  <a:cubicBezTo>
                    <a:pt x="49" y="160"/>
                    <a:pt x="49" y="156"/>
                    <a:pt x="49" y="154"/>
                  </a:cubicBezTo>
                  <a:cubicBezTo>
                    <a:pt x="49" y="151"/>
                    <a:pt x="49" y="151"/>
                    <a:pt x="49" y="151"/>
                  </a:cubicBezTo>
                  <a:cubicBezTo>
                    <a:pt x="49" y="151"/>
                    <a:pt x="56" y="151"/>
                    <a:pt x="56" y="149"/>
                  </a:cubicBezTo>
                  <a:cubicBezTo>
                    <a:pt x="56" y="148"/>
                    <a:pt x="55" y="134"/>
                    <a:pt x="55" y="127"/>
                  </a:cubicBezTo>
                  <a:cubicBezTo>
                    <a:pt x="55" y="120"/>
                    <a:pt x="55" y="111"/>
                    <a:pt x="54" y="106"/>
                  </a:cubicBezTo>
                  <a:cubicBezTo>
                    <a:pt x="54" y="101"/>
                    <a:pt x="54" y="99"/>
                    <a:pt x="54" y="99"/>
                  </a:cubicBezTo>
                  <a:cubicBezTo>
                    <a:pt x="54" y="99"/>
                    <a:pt x="54" y="98"/>
                    <a:pt x="54" y="94"/>
                  </a:cubicBezTo>
                  <a:cubicBezTo>
                    <a:pt x="53" y="90"/>
                    <a:pt x="52" y="87"/>
                    <a:pt x="52" y="87"/>
                  </a:cubicBezTo>
                  <a:cubicBezTo>
                    <a:pt x="52" y="87"/>
                    <a:pt x="57" y="87"/>
                    <a:pt x="58" y="82"/>
                  </a:cubicBezTo>
                  <a:cubicBezTo>
                    <a:pt x="59" y="78"/>
                    <a:pt x="59" y="71"/>
                    <a:pt x="59" y="62"/>
                  </a:cubicBezTo>
                  <a:cubicBezTo>
                    <a:pt x="59" y="53"/>
                    <a:pt x="58" y="47"/>
                    <a:pt x="58" y="45"/>
                  </a:cubicBezTo>
                  <a:cubicBezTo>
                    <a:pt x="58" y="42"/>
                    <a:pt x="58" y="41"/>
                    <a:pt x="55" y="40"/>
                  </a:cubicBezTo>
                  <a:cubicBezTo>
                    <a:pt x="52" y="40"/>
                    <a:pt x="50" y="40"/>
                    <a:pt x="47" y="38"/>
                  </a:cubicBezTo>
                  <a:cubicBezTo>
                    <a:pt x="44" y="36"/>
                    <a:pt x="43" y="34"/>
                    <a:pt x="42" y="33"/>
                  </a:cubicBezTo>
                  <a:cubicBezTo>
                    <a:pt x="40" y="32"/>
                    <a:pt x="39" y="30"/>
                    <a:pt x="40" y="28"/>
                  </a:cubicBezTo>
                  <a:cubicBezTo>
                    <a:pt x="40" y="27"/>
                    <a:pt x="42" y="25"/>
                    <a:pt x="42" y="22"/>
                  </a:cubicBezTo>
                  <a:cubicBezTo>
                    <a:pt x="45" y="22"/>
                    <a:pt x="45" y="13"/>
                    <a:pt x="44" y="13"/>
                  </a:cubicBezTo>
                  <a:cubicBezTo>
                    <a:pt x="43" y="7"/>
                    <a:pt x="42" y="0"/>
                    <a:pt x="3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42" name="Freeform 41"/>
            <p:cNvSpPr>
              <a:spLocks/>
            </p:cNvSpPr>
            <p:nvPr/>
          </p:nvSpPr>
          <p:spPr bwMode="auto">
            <a:xfrm>
              <a:off x="5472113" y="1846263"/>
              <a:ext cx="66675" cy="136525"/>
            </a:xfrm>
            <a:custGeom>
              <a:avLst/>
              <a:gdLst>
                <a:gd name="T0" fmla="*/ 4 w 18"/>
                <a:gd name="T1" fmla="*/ 0 h 36"/>
                <a:gd name="T2" fmla="*/ 3 w 18"/>
                <a:gd name="T3" fmla="*/ 0 h 36"/>
                <a:gd name="T4" fmla="*/ 2 w 18"/>
                <a:gd name="T5" fmla="*/ 0 h 36"/>
                <a:gd name="T6" fmla="*/ 0 w 18"/>
                <a:gd name="T7" fmla="*/ 16 h 36"/>
                <a:gd name="T8" fmla="*/ 4 w 18"/>
                <a:gd name="T9" fmla="*/ 29 h 36"/>
                <a:gd name="T10" fmla="*/ 5 w 18"/>
                <a:gd name="T11" fmla="*/ 36 h 36"/>
                <a:gd name="T12" fmla="*/ 8 w 18"/>
                <a:gd name="T13" fmla="*/ 25 h 36"/>
                <a:gd name="T14" fmla="*/ 15 w 18"/>
                <a:gd name="T15" fmla="*/ 11 h 36"/>
                <a:gd name="T16" fmla="*/ 18 w 18"/>
                <a:gd name="T17" fmla="*/ 1 h 36"/>
                <a:gd name="T18" fmla="*/ 18 w 18"/>
                <a:gd name="T19" fmla="*/ 1 h 36"/>
                <a:gd name="T20" fmla="*/ 16 w 18"/>
                <a:gd name="T21" fmla="*/ 0 h 36"/>
                <a:gd name="T22" fmla="*/ 14 w 18"/>
                <a:gd name="T23" fmla="*/ 5 h 36"/>
                <a:gd name="T24" fmla="*/ 10 w 18"/>
                <a:gd name="T25" fmla="*/ 9 h 36"/>
                <a:gd name="T26" fmla="*/ 10 w 18"/>
                <a:gd name="T27" fmla="*/ 13 h 36"/>
                <a:gd name="T28" fmla="*/ 8 w 18"/>
                <a:gd name="T29" fmla="*/ 15 h 36"/>
                <a:gd name="T30" fmla="*/ 8 w 18"/>
                <a:gd name="T31" fmla="*/ 12 h 36"/>
                <a:gd name="T32" fmla="*/ 6 w 18"/>
                <a:gd name="T33" fmla="*/ 10 h 36"/>
                <a:gd name="T34" fmla="*/ 4 w 1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6">
                  <a:moveTo>
                    <a:pt x="4" y="0"/>
                  </a:moveTo>
                  <a:cubicBezTo>
                    <a:pt x="3" y="0"/>
                    <a:pt x="3" y="0"/>
                    <a:pt x="3" y="0"/>
                  </a:cubicBezTo>
                  <a:cubicBezTo>
                    <a:pt x="3" y="0"/>
                    <a:pt x="3" y="0"/>
                    <a:pt x="2" y="0"/>
                  </a:cubicBezTo>
                  <a:cubicBezTo>
                    <a:pt x="1" y="3"/>
                    <a:pt x="0" y="13"/>
                    <a:pt x="0" y="16"/>
                  </a:cubicBezTo>
                  <a:cubicBezTo>
                    <a:pt x="0" y="19"/>
                    <a:pt x="3" y="26"/>
                    <a:pt x="4" y="29"/>
                  </a:cubicBezTo>
                  <a:cubicBezTo>
                    <a:pt x="5" y="32"/>
                    <a:pt x="5" y="36"/>
                    <a:pt x="5" y="36"/>
                  </a:cubicBezTo>
                  <a:cubicBezTo>
                    <a:pt x="5" y="36"/>
                    <a:pt x="6" y="30"/>
                    <a:pt x="8" y="25"/>
                  </a:cubicBezTo>
                  <a:cubicBezTo>
                    <a:pt x="10" y="21"/>
                    <a:pt x="13" y="15"/>
                    <a:pt x="15" y="11"/>
                  </a:cubicBezTo>
                  <a:cubicBezTo>
                    <a:pt x="17" y="7"/>
                    <a:pt x="18" y="4"/>
                    <a:pt x="18" y="1"/>
                  </a:cubicBezTo>
                  <a:cubicBezTo>
                    <a:pt x="18" y="1"/>
                    <a:pt x="18" y="1"/>
                    <a:pt x="18" y="1"/>
                  </a:cubicBezTo>
                  <a:cubicBezTo>
                    <a:pt x="17" y="0"/>
                    <a:pt x="17" y="0"/>
                    <a:pt x="16" y="0"/>
                  </a:cubicBezTo>
                  <a:cubicBezTo>
                    <a:pt x="16" y="1"/>
                    <a:pt x="15" y="4"/>
                    <a:pt x="14" y="5"/>
                  </a:cubicBezTo>
                  <a:cubicBezTo>
                    <a:pt x="13" y="7"/>
                    <a:pt x="11" y="8"/>
                    <a:pt x="10" y="9"/>
                  </a:cubicBezTo>
                  <a:cubicBezTo>
                    <a:pt x="9" y="10"/>
                    <a:pt x="11" y="11"/>
                    <a:pt x="10" y="13"/>
                  </a:cubicBezTo>
                  <a:cubicBezTo>
                    <a:pt x="9" y="14"/>
                    <a:pt x="8" y="15"/>
                    <a:pt x="8" y="15"/>
                  </a:cubicBezTo>
                  <a:cubicBezTo>
                    <a:pt x="8" y="15"/>
                    <a:pt x="9" y="14"/>
                    <a:pt x="8" y="12"/>
                  </a:cubicBezTo>
                  <a:cubicBezTo>
                    <a:pt x="8" y="11"/>
                    <a:pt x="7" y="12"/>
                    <a:pt x="6" y="10"/>
                  </a:cubicBezTo>
                  <a:cubicBezTo>
                    <a:pt x="5" y="7"/>
                    <a:pt x="4" y="3"/>
                    <a:pt x="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sp>
          <p:nvSpPr>
            <p:cNvPr id="43" name="Freeform 42"/>
            <p:cNvSpPr>
              <a:spLocks/>
            </p:cNvSpPr>
            <p:nvPr/>
          </p:nvSpPr>
          <p:spPr bwMode="auto">
            <a:xfrm>
              <a:off x="5448301" y="2054225"/>
              <a:ext cx="98425" cy="44450"/>
            </a:xfrm>
            <a:custGeom>
              <a:avLst/>
              <a:gdLst>
                <a:gd name="T0" fmla="*/ 14 w 26"/>
                <a:gd name="T1" fmla="*/ 0 h 12"/>
                <a:gd name="T2" fmla="*/ 12 w 26"/>
                <a:gd name="T3" fmla="*/ 0 h 12"/>
                <a:gd name="T4" fmla="*/ 8 w 26"/>
                <a:gd name="T5" fmla="*/ 7 h 12"/>
                <a:gd name="T6" fmla="*/ 0 w 26"/>
                <a:gd name="T7" fmla="*/ 8 h 12"/>
                <a:gd name="T8" fmla="*/ 6 w 26"/>
                <a:gd name="T9" fmla="*/ 10 h 12"/>
                <a:gd name="T10" fmla="*/ 10 w 26"/>
                <a:gd name="T11" fmla="*/ 9 h 12"/>
                <a:gd name="T12" fmla="*/ 20 w 26"/>
                <a:gd name="T13" fmla="*/ 12 h 12"/>
                <a:gd name="T14" fmla="*/ 26 w 26"/>
                <a:gd name="T15" fmla="*/ 9 h 12"/>
                <a:gd name="T16" fmla="*/ 17 w 26"/>
                <a:gd name="T17" fmla="*/ 8 h 12"/>
                <a:gd name="T18" fmla="*/ 14 w 2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4" y="0"/>
                  </a:moveTo>
                  <a:cubicBezTo>
                    <a:pt x="12" y="0"/>
                    <a:pt x="12" y="0"/>
                    <a:pt x="12" y="0"/>
                  </a:cubicBezTo>
                  <a:cubicBezTo>
                    <a:pt x="12" y="0"/>
                    <a:pt x="11" y="6"/>
                    <a:pt x="8" y="7"/>
                  </a:cubicBezTo>
                  <a:cubicBezTo>
                    <a:pt x="5" y="8"/>
                    <a:pt x="0" y="8"/>
                    <a:pt x="0" y="8"/>
                  </a:cubicBezTo>
                  <a:cubicBezTo>
                    <a:pt x="0" y="8"/>
                    <a:pt x="3" y="10"/>
                    <a:pt x="6" y="10"/>
                  </a:cubicBezTo>
                  <a:cubicBezTo>
                    <a:pt x="9" y="10"/>
                    <a:pt x="10" y="9"/>
                    <a:pt x="10" y="9"/>
                  </a:cubicBezTo>
                  <a:cubicBezTo>
                    <a:pt x="10" y="9"/>
                    <a:pt x="15" y="12"/>
                    <a:pt x="20" y="12"/>
                  </a:cubicBezTo>
                  <a:cubicBezTo>
                    <a:pt x="25" y="11"/>
                    <a:pt x="26" y="9"/>
                    <a:pt x="26" y="9"/>
                  </a:cubicBezTo>
                  <a:cubicBezTo>
                    <a:pt x="26" y="9"/>
                    <a:pt x="20" y="10"/>
                    <a:pt x="17" y="8"/>
                  </a:cubicBezTo>
                  <a:cubicBezTo>
                    <a:pt x="14" y="6"/>
                    <a:pt x="14" y="4"/>
                    <a:pt x="14" y="0"/>
                  </a:cubicBezTo>
                  <a:close/>
                </a:path>
              </a:pathLst>
            </a:custGeom>
            <a:grpFill/>
            <a:ln>
              <a:noFill/>
            </a:ln>
            <a:extLst/>
          </p:spPr>
          <p:txBody>
            <a:bodyPr/>
            <a:lstStyle/>
            <a:p>
              <a:pPr fontAlgn="auto">
                <a:spcBef>
                  <a:spcPts val="0"/>
                </a:spcBef>
                <a:spcAft>
                  <a:spcPts val="0"/>
                </a:spcAft>
                <a:defRPr/>
              </a:pPr>
              <a:endParaRPr lang="en-US" sz="1351">
                <a:solidFill>
                  <a:prstClr val="black"/>
                </a:solidFill>
                <a:latin typeface="Calibri" panose="020F0502020204030204"/>
                <a:cs typeface="+mn-cs"/>
              </a:endParaRPr>
            </a:p>
          </p:txBody>
        </p:sp>
      </p:grpSp>
      <p:sp>
        <p:nvSpPr>
          <p:cNvPr id="45" name="Text Box 10"/>
          <p:cNvSpPr txBox="1">
            <a:spLocks noChangeArrowheads="1"/>
          </p:cNvSpPr>
          <p:nvPr/>
        </p:nvSpPr>
        <p:spPr bwMode="auto">
          <a:xfrm>
            <a:off x="5915025" y="1938338"/>
            <a:ext cx="4978400" cy="1154112"/>
          </a:xfrm>
          <a:prstGeom prst="rect">
            <a:avLst/>
          </a:prstGeom>
          <a:noFill/>
          <a:ln w="9525">
            <a:noFill/>
            <a:miter lim="800000"/>
            <a:headEnd/>
            <a:tailEnd/>
          </a:ln>
        </p:spPr>
        <p:txBody>
          <a:bodyPr lIns="45720" tIns="22860" rIns="45720" bIns="22860">
            <a:spAutoFit/>
          </a:bodyPr>
          <a:lstStyle/>
          <a:p>
            <a:pPr algn="r" defTabSz="1087438" rtl="1"/>
            <a:r>
              <a:rPr lang="ar-JO" sz="3600" b="1" u="sng">
                <a:solidFill>
                  <a:srgbClr val="94B64E"/>
                </a:solidFill>
              </a:rPr>
              <a:t>الوصول</a:t>
            </a:r>
            <a:r>
              <a:rPr lang="ar-JO" sz="3600"/>
              <a:t> إلى المعلومات بكل سهولة ويسر</a:t>
            </a:r>
            <a:endParaRPr lang="en-US" sz="3200">
              <a:solidFill>
                <a:srgbClr val="A6A6A6"/>
              </a:solidFill>
              <a:latin typeface="Open Sans"/>
              <a:ea typeface="Open Sans"/>
              <a:cs typeface="Open Sans"/>
            </a:endParaRPr>
          </a:p>
        </p:txBody>
      </p:sp>
      <p:sp>
        <p:nvSpPr>
          <p:cNvPr id="527368" name="Freeform 82"/>
          <p:cNvSpPr>
            <a:spLocks noEditPoints="1"/>
          </p:cNvSpPr>
          <p:nvPr/>
        </p:nvSpPr>
        <p:spPr bwMode="auto">
          <a:xfrm>
            <a:off x="6797675" y="5618163"/>
            <a:ext cx="292100" cy="257175"/>
          </a:xfrm>
          <a:custGeom>
            <a:avLst/>
            <a:gdLst>
              <a:gd name="T0" fmla="*/ 759675906 w 111"/>
              <a:gd name="T1" fmla="*/ 90867629 h 97"/>
              <a:gd name="T2" fmla="*/ 697519148 w 111"/>
              <a:gd name="T3" fmla="*/ 20969041 h 97"/>
              <a:gd name="T4" fmla="*/ 662988036 w 111"/>
              <a:gd name="T5" fmla="*/ 20969041 h 97"/>
              <a:gd name="T6" fmla="*/ 656082899 w 111"/>
              <a:gd name="T7" fmla="*/ 34949286 h 97"/>
              <a:gd name="T8" fmla="*/ 635364857 w 111"/>
              <a:gd name="T9" fmla="*/ 41938081 h 97"/>
              <a:gd name="T10" fmla="*/ 635364857 w 111"/>
              <a:gd name="T11" fmla="*/ 41938081 h 97"/>
              <a:gd name="T12" fmla="*/ 462710121 w 111"/>
              <a:gd name="T13" fmla="*/ 223670678 h 97"/>
              <a:gd name="T14" fmla="*/ 455804984 w 111"/>
              <a:gd name="T15" fmla="*/ 258619954 h 97"/>
              <a:gd name="T16" fmla="*/ 469617889 w 111"/>
              <a:gd name="T17" fmla="*/ 286577784 h 97"/>
              <a:gd name="T18" fmla="*/ 469617889 w 111"/>
              <a:gd name="T19" fmla="*/ 286577784 h 97"/>
              <a:gd name="T20" fmla="*/ 476523026 w 111"/>
              <a:gd name="T21" fmla="*/ 286577784 h 97"/>
              <a:gd name="T22" fmla="*/ 435086942 w 111"/>
              <a:gd name="T23" fmla="*/ 321527060 h 97"/>
              <a:gd name="T24" fmla="*/ 310775976 w 111"/>
              <a:gd name="T25" fmla="*/ 195712848 h 97"/>
              <a:gd name="T26" fmla="*/ 269339892 w 111"/>
              <a:gd name="T27" fmla="*/ 48926886 h 97"/>
              <a:gd name="T28" fmla="*/ 124310925 w 111"/>
              <a:gd name="T29" fmla="*/ 6988797 h 97"/>
              <a:gd name="T30" fmla="*/ 207183134 w 111"/>
              <a:gd name="T31" fmla="*/ 97856424 h 97"/>
              <a:gd name="T32" fmla="*/ 186465092 w 111"/>
              <a:gd name="T33" fmla="*/ 181732607 h 97"/>
              <a:gd name="T34" fmla="*/ 103592883 w 111"/>
              <a:gd name="T35" fmla="*/ 202701642 h 97"/>
              <a:gd name="T36" fmla="*/ 20718047 w 111"/>
              <a:gd name="T37" fmla="*/ 118825459 h 97"/>
              <a:gd name="T38" fmla="*/ 62154147 w 111"/>
              <a:gd name="T39" fmla="*/ 258619954 h 97"/>
              <a:gd name="T40" fmla="*/ 214090903 w 111"/>
              <a:gd name="T41" fmla="*/ 300558025 h 97"/>
              <a:gd name="T42" fmla="*/ 214090903 w 111"/>
              <a:gd name="T43" fmla="*/ 300558025 h 97"/>
              <a:gd name="T44" fmla="*/ 331494018 w 111"/>
              <a:gd name="T45" fmla="*/ 419383525 h 97"/>
              <a:gd name="T46" fmla="*/ 220996039 w 111"/>
              <a:gd name="T47" fmla="*/ 545197738 h 97"/>
              <a:gd name="T48" fmla="*/ 214090903 w 111"/>
              <a:gd name="T49" fmla="*/ 538208943 h 97"/>
              <a:gd name="T50" fmla="*/ 179559955 w 111"/>
              <a:gd name="T51" fmla="*/ 559177978 h 97"/>
              <a:gd name="T52" fmla="*/ 124310925 w 111"/>
              <a:gd name="T53" fmla="*/ 650045566 h 97"/>
              <a:gd name="T54" fmla="*/ 138123830 w 111"/>
              <a:gd name="T55" fmla="*/ 664023156 h 97"/>
              <a:gd name="T56" fmla="*/ 227903808 w 111"/>
              <a:gd name="T57" fmla="*/ 608107495 h 97"/>
              <a:gd name="T58" fmla="*/ 255526987 w 111"/>
              <a:gd name="T59" fmla="*/ 580147014 h 97"/>
              <a:gd name="T60" fmla="*/ 241714082 w 111"/>
              <a:gd name="T61" fmla="*/ 573158219 h 97"/>
              <a:gd name="T62" fmla="*/ 366025048 w 111"/>
              <a:gd name="T63" fmla="*/ 447341355 h 97"/>
              <a:gd name="T64" fmla="*/ 566302963 w 111"/>
              <a:gd name="T65" fmla="*/ 650045566 h 97"/>
              <a:gd name="T66" fmla="*/ 614646815 w 111"/>
              <a:gd name="T67" fmla="*/ 678003396 h 97"/>
              <a:gd name="T68" fmla="*/ 662988036 w 111"/>
              <a:gd name="T69" fmla="*/ 650045566 h 97"/>
              <a:gd name="T70" fmla="*/ 662988036 w 111"/>
              <a:gd name="T71" fmla="*/ 552189184 h 97"/>
              <a:gd name="T72" fmla="*/ 462710121 w 111"/>
              <a:gd name="T73" fmla="*/ 349487624 h 97"/>
              <a:gd name="T74" fmla="*/ 497241068 w 111"/>
              <a:gd name="T75" fmla="*/ 314538265 h 97"/>
              <a:gd name="T76" fmla="*/ 517959110 w 111"/>
              <a:gd name="T77" fmla="*/ 328515855 h 97"/>
              <a:gd name="T78" fmla="*/ 566302963 w 111"/>
              <a:gd name="T79" fmla="*/ 321527060 h 97"/>
              <a:gd name="T80" fmla="*/ 732050095 w 111"/>
              <a:gd name="T81" fmla="*/ 146783289 h 97"/>
              <a:gd name="T82" fmla="*/ 732050095 w 111"/>
              <a:gd name="T83" fmla="*/ 139794495 h 97"/>
              <a:gd name="T84" fmla="*/ 732050095 w 111"/>
              <a:gd name="T85" fmla="*/ 139794495 h 97"/>
              <a:gd name="T86" fmla="*/ 738955232 w 111"/>
              <a:gd name="T87" fmla="*/ 125814254 h 97"/>
              <a:gd name="T88" fmla="*/ 759675906 w 111"/>
              <a:gd name="T89" fmla="*/ 125814254 h 97"/>
              <a:gd name="T90" fmla="*/ 759675906 w 111"/>
              <a:gd name="T91" fmla="*/ 90867629 h 97"/>
              <a:gd name="T92" fmla="*/ 621551952 w 111"/>
              <a:gd name="T93" fmla="*/ 587135809 h 97"/>
              <a:gd name="T94" fmla="*/ 649177763 w 111"/>
              <a:gd name="T95" fmla="*/ 608107495 h 97"/>
              <a:gd name="T96" fmla="*/ 621551952 w 111"/>
              <a:gd name="T97" fmla="*/ 643054120 h 97"/>
              <a:gd name="T98" fmla="*/ 593928773 w 111"/>
              <a:gd name="T99" fmla="*/ 608107495 h 97"/>
              <a:gd name="T100" fmla="*/ 621551952 w 111"/>
              <a:gd name="T101" fmla="*/ 587135809 h 97"/>
              <a:gd name="T102" fmla="*/ 524866879 w 111"/>
              <a:gd name="T103" fmla="*/ 223670678 h 97"/>
              <a:gd name="T104" fmla="*/ 511053974 w 111"/>
              <a:gd name="T105" fmla="*/ 216681883 h 97"/>
              <a:gd name="T106" fmla="*/ 642269994 w 111"/>
              <a:gd name="T107" fmla="*/ 90867629 h 97"/>
              <a:gd name="T108" fmla="*/ 656082899 w 111"/>
              <a:gd name="T109" fmla="*/ 97856424 h 97"/>
              <a:gd name="T110" fmla="*/ 524866879 w 111"/>
              <a:gd name="T111" fmla="*/ 223670678 h 97"/>
              <a:gd name="T112" fmla="*/ 524866879 w 111"/>
              <a:gd name="T113" fmla="*/ 223670678 h 97"/>
              <a:gd name="T114" fmla="*/ 566302963 w 111"/>
              <a:gd name="T115" fmla="*/ 272600195 h 97"/>
              <a:gd name="T116" fmla="*/ 552490058 w 111"/>
              <a:gd name="T117" fmla="*/ 258619954 h 97"/>
              <a:gd name="T118" fmla="*/ 683706078 w 111"/>
              <a:gd name="T119" fmla="*/ 125814254 h 97"/>
              <a:gd name="T120" fmla="*/ 697519148 w 111"/>
              <a:gd name="T121" fmla="*/ 139794495 h 97"/>
              <a:gd name="T122" fmla="*/ 566302963 w 111"/>
              <a:gd name="T123" fmla="*/ 272600195 h 97"/>
              <a:gd name="T124" fmla="*/ 566302963 w 111"/>
              <a:gd name="T125" fmla="*/ 272600195 h 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
              <a:gd name="T190" fmla="*/ 0 h 97"/>
              <a:gd name="T191" fmla="*/ 111 w 111"/>
              <a:gd name="T192" fmla="*/ 97 h 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 h="97">
                <a:moveTo>
                  <a:pt x="110" y="13"/>
                </a:moveTo>
                <a:cubicBezTo>
                  <a:pt x="101" y="3"/>
                  <a:pt x="101" y="3"/>
                  <a:pt x="101" y="3"/>
                </a:cubicBezTo>
                <a:cubicBezTo>
                  <a:pt x="99" y="1"/>
                  <a:pt x="97" y="1"/>
                  <a:pt x="96" y="3"/>
                </a:cubicBezTo>
                <a:cubicBezTo>
                  <a:pt x="95" y="4"/>
                  <a:pt x="95" y="4"/>
                  <a:pt x="95" y="5"/>
                </a:cubicBezTo>
                <a:cubicBezTo>
                  <a:pt x="94" y="5"/>
                  <a:pt x="93" y="6"/>
                  <a:pt x="92" y="6"/>
                </a:cubicBezTo>
                <a:cubicBezTo>
                  <a:pt x="92" y="6"/>
                  <a:pt x="92" y="6"/>
                  <a:pt x="92" y="6"/>
                </a:cubicBezTo>
                <a:cubicBezTo>
                  <a:pt x="67" y="32"/>
                  <a:pt x="67" y="32"/>
                  <a:pt x="67" y="32"/>
                </a:cubicBezTo>
                <a:cubicBezTo>
                  <a:pt x="67" y="33"/>
                  <a:pt x="67" y="36"/>
                  <a:pt x="66" y="37"/>
                </a:cubicBezTo>
                <a:cubicBezTo>
                  <a:pt x="68" y="41"/>
                  <a:pt x="68" y="41"/>
                  <a:pt x="68" y="41"/>
                </a:cubicBezTo>
                <a:cubicBezTo>
                  <a:pt x="68" y="41"/>
                  <a:pt x="68" y="41"/>
                  <a:pt x="68" y="41"/>
                </a:cubicBezTo>
                <a:cubicBezTo>
                  <a:pt x="69" y="41"/>
                  <a:pt x="69" y="41"/>
                  <a:pt x="69" y="41"/>
                </a:cubicBezTo>
                <a:cubicBezTo>
                  <a:pt x="63" y="46"/>
                  <a:pt x="63" y="46"/>
                  <a:pt x="63" y="46"/>
                </a:cubicBezTo>
                <a:cubicBezTo>
                  <a:pt x="45" y="28"/>
                  <a:pt x="45" y="28"/>
                  <a:pt x="45" y="28"/>
                </a:cubicBezTo>
                <a:cubicBezTo>
                  <a:pt x="47" y="21"/>
                  <a:pt x="45" y="13"/>
                  <a:pt x="39" y="7"/>
                </a:cubicBezTo>
                <a:cubicBezTo>
                  <a:pt x="34" y="1"/>
                  <a:pt x="25" y="0"/>
                  <a:pt x="18" y="1"/>
                </a:cubicBezTo>
                <a:cubicBezTo>
                  <a:pt x="30" y="14"/>
                  <a:pt x="30" y="14"/>
                  <a:pt x="30" y="14"/>
                </a:cubicBezTo>
                <a:cubicBezTo>
                  <a:pt x="27" y="26"/>
                  <a:pt x="27" y="26"/>
                  <a:pt x="27" y="26"/>
                </a:cubicBezTo>
                <a:cubicBezTo>
                  <a:pt x="15" y="29"/>
                  <a:pt x="15" y="29"/>
                  <a:pt x="15" y="29"/>
                </a:cubicBezTo>
                <a:cubicBezTo>
                  <a:pt x="3" y="17"/>
                  <a:pt x="3" y="17"/>
                  <a:pt x="3" y="17"/>
                </a:cubicBezTo>
                <a:cubicBezTo>
                  <a:pt x="0" y="23"/>
                  <a:pt x="3" y="32"/>
                  <a:pt x="9" y="37"/>
                </a:cubicBezTo>
                <a:cubicBezTo>
                  <a:pt x="14" y="43"/>
                  <a:pt x="23" y="46"/>
                  <a:pt x="31" y="43"/>
                </a:cubicBezTo>
                <a:cubicBezTo>
                  <a:pt x="31" y="43"/>
                  <a:pt x="31" y="43"/>
                  <a:pt x="31" y="43"/>
                </a:cubicBezTo>
                <a:cubicBezTo>
                  <a:pt x="48" y="60"/>
                  <a:pt x="48" y="60"/>
                  <a:pt x="48" y="60"/>
                </a:cubicBezTo>
                <a:cubicBezTo>
                  <a:pt x="32" y="78"/>
                  <a:pt x="32" y="78"/>
                  <a:pt x="32" y="78"/>
                </a:cubicBezTo>
                <a:cubicBezTo>
                  <a:pt x="31" y="77"/>
                  <a:pt x="31" y="77"/>
                  <a:pt x="31" y="77"/>
                </a:cubicBezTo>
                <a:cubicBezTo>
                  <a:pt x="26" y="80"/>
                  <a:pt x="26" y="80"/>
                  <a:pt x="26" y="80"/>
                </a:cubicBezTo>
                <a:cubicBezTo>
                  <a:pt x="18" y="93"/>
                  <a:pt x="18" y="93"/>
                  <a:pt x="18" y="93"/>
                </a:cubicBezTo>
                <a:cubicBezTo>
                  <a:pt x="20" y="95"/>
                  <a:pt x="20" y="95"/>
                  <a:pt x="20" y="95"/>
                </a:cubicBezTo>
                <a:cubicBezTo>
                  <a:pt x="33" y="87"/>
                  <a:pt x="33" y="87"/>
                  <a:pt x="33" y="87"/>
                </a:cubicBezTo>
                <a:cubicBezTo>
                  <a:pt x="37" y="83"/>
                  <a:pt x="37" y="83"/>
                  <a:pt x="37" y="83"/>
                </a:cubicBezTo>
                <a:cubicBezTo>
                  <a:pt x="35" y="82"/>
                  <a:pt x="35" y="82"/>
                  <a:pt x="35" y="82"/>
                </a:cubicBezTo>
                <a:cubicBezTo>
                  <a:pt x="53" y="64"/>
                  <a:pt x="53" y="64"/>
                  <a:pt x="53" y="64"/>
                </a:cubicBezTo>
                <a:cubicBezTo>
                  <a:pt x="82" y="93"/>
                  <a:pt x="82" y="93"/>
                  <a:pt x="82" y="93"/>
                </a:cubicBezTo>
                <a:cubicBezTo>
                  <a:pt x="84" y="96"/>
                  <a:pt x="86" y="97"/>
                  <a:pt x="89" y="97"/>
                </a:cubicBezTo>
                <a:cubicBezTo>
                  <a:pt x="91" y="97"/>
                  <a:pt x="94" y="96"/>
                  <a:pt x="96" y="93"/>
                </a:cubicBezTo>
                <a:cubicBezTo>
                  <a:pt x="101" y="89"/>
                  <a:pt x="101" y="83"/>
                  <a:pt x="96" y="79"/>
                </a:cubicBezTo>
                <a:cubicBezTo>
                  <a:pt x="67" y="50"/>
                  <a:pt x="67" y="50"/>
                  <a:pt x="67" y="50"/>
                </a:cubicBezTo>
                <a:cubicBezTo>
                  <a:pt x="72" y="45"/>
                  <a:pt x="72" y="45"/>
                  <a:pt x="72" y="45"/>
                </a:cubicBezTo>
                <a:cubicBezTo>
                  <a:pt x="75" y="47"/>
                  <a:pt x="75" y="47"/>
                  <a:pt x="75" y="47"/>
                </a:cubicBezTo>
                <a:cubicBezTo>
                  <a:pt x="77" y="46"/>
                  <a:pt x="79" y="46"/>
                  <a:pt x="82" y="46"/>
                </a:cubicBezTo>
                <a:cubicBezTo>
                  <a:pt x="106" y="21"/>
                  <a:pt x="106" y="21"/>
                  <a:pt x="106" y="21"/>
                </a:cubicBezTo>
                <a:cubicBezTo>
                  <a:pt x="106" y="20"/>
                  <a:pt x="106" y="20"/>
                  <a:pt x="106" y="20"/>
                </a:cubicBezTo>
                <a:cubicBezTo>
                  <a:pt x="106" y="20"/>
                  <a:pt x="106" y="20"/>
                  <a:pt x="106" y="20"/>
                </a:cubicBezTo>
                <a:cubicBezTo>
                  <a:pt x="107" y="19"/>
                  <a:pt x="107" y="19"/>
                  <a:pt x="107" y="18"/>
                </a:cubicBezTo>
                <a:cubicBezTo>
                  <a:pt x="109" y="18"/>
                  <a:pt x="110" y="18"/>
                  <a:pt x="110" y="18"/>
                </a:cubicBezTo>
                <a:cubicBezTo>
                  <a:pt x="111" y="16"/>
                  <a:pt x="111" y="14"/>
                  <a:pt x="110" y="13"/>
                </a:cubicBezTo>
                <a:close/>
                <a:moveTo>
                  <a:pt x="90" y="84"/>
                </a:moveTo>
                <a:cubicBezTo>
                  <a:pt x="92" y="84"/>
                  <a:pt x="94" y="86"/>
                  <a:pt x="94" y="87"/>
                </a:cubicBezTo>
                <a:cubicBezTo>
                  <a:pt x="94" y="90"/>
                  <a:pt x="92" y="92"/>
                  <a:pt x="90" y="92"/>
                </a:cubicBezTo>
                <a:cubicBezTo>
                  <a:pt x="87" y="92"/>
                  <a:pt x="86" y="90"/>
                  <a:pt x="86" y="87"/>
                </a:cubicBezTo>
                <a:cubicBezTo>
                  <a:pt x="86" y="86"/>
                  <a:pt x="87" y="84"/>
                  <a:pt x="90" y="84"/>
                </a:cubicBezTo>
                <a:close/>
                <a:moveTo>
                  <a:pt x="76" y="32"/>
                </a:moveTo>
                <a:cubicBezTo>
                  <a:pt x="74" y="31"/>
                  <a:pt x="74" y="31"/>
                  <a:pt x="74" y="31"/>
                </a:cubicBezTo>
                <a:cubicBezTo>
                  <a:pt x="93" y="13"/>
                  <a:pt x="93" y="13"/>
                  <a:pt x="93" y="13"/>
                </a:cubicBezTo>
                <a:cubicBezTo>
                  <a:pt x="95" y="14"/>
                  <a:pt x="95" y="14"/>
                  <a:pt x="95" y="14"/>
                </a:cubicBezTo>
                <a:cubicBezTo>
                  <a:pt x="76" y="32"/>
                  <a:pt x="76" y="32"/>
                  <a:pt x="76" y="32"/>
                </a:cubicBezTo>
                <a:cubicBezTo>
                  <a:pt x="76" y="32"/>
                  <a:pt x="76" y="32"/>
                  <a:pt x="76" y="32"/>
                </a:cubicBezTo>
                <a:close/>
                <a:moveTo>
                  <a:pt x="82" y="39"/>
                </a:moveTo>
                <a:cubicBezTo>
                  <a:pt x="80" y="37"/>
                  <a:pt x="80" y="37"/>
                  <a:pt x="80" y="37"/>
                </a:cubicBezTo>
                <a:cubicBezTo>
                  <a:pt x="99" y="18"/>
                  <a:pt x="99" y="18"/>
                  <a:pt x="99" y="18"/>
                </a:cubicBezTo>
                <a:cubicBezTo>
                  <a:pt x="101" y="20"/>
                  <a:pt x="101" y="20"/>
                  <a:pt x="101" y="20"/>
                </a:cubicBezTo>
                <a:cubicBezTo>
                  <a:pt x="82" y="39"/>
                  <a:pt x="82" y="39"/>
                  <a:pt x="82" y="39"/>
                </a:cubicBezTo>
                <a:cubicBezTo>
                  <a:pt x="82" y="39"/>
                  <a:pt x="82" y="39"/>
                  <a:pt x="82" y="39"/>
                </a:cubicBez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74" name="Group 73"/>
          <p:cNvGrpSpPr>
            <a:grpSpLocks/>
          </p:cNvGrpSpPr>
          <p:nvPr/>
        </p:nvGrpSpPr>
        <p:grpSpPr bwMode="auto">
          <a:xfrm>
            <a:off x="11095038" y="2052638"/>
            <a:ext cx="573087" cy="571500"/>
            <a:chOff x="6657637" y="1774372"/>
            <a:chExt cx="572596" cy="572596"/>
          </a:xfrm>
        </p:grpSpPr>
        <p:sp>
          <p:nvSpPr>
            <p:cNvPr id="44" name="Rounded Rectangle 43"/>
            <p:cNvSpPr/>
            <p:nvPr/>
          </p:nvSpPr>
          <p:spPr>
            <a:xfrm>
              <a:off x="6657637" y="1774372"/>
              <a:ext cx="572596" cy="572596"/>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nvGrpSpPr>
            <p:cNvPr id="62" name="Group 61"/>
            <p:cNvGrpSpPr/>
            <p:nvPr/>
          </p:nvGrpSpPr>
          <p:grpSpPr>
            <a:xfrm>
              <a:off x="6733955" y="1886662"/>
              <a:ext cx="419960" cy="348015"/>
              <a:chOff x="7964488" y="4356101"/>
              <a:chExt cx="398463" cy="330200"/>
            </a:xfrm>
            <a:solidFill>
              <a:schemeClr val="bg1"/>
            </a:solidFill>
          </p:grpSpPr>
          <p:sp>
            <p:nvSpPr>
              <p:cNvPr id="63" name="Freeform 95"/>
              <p:cNvSpPr>
                <a:spLocks/>
              </p:cNvSpPr>
              <p:nvPr/>
            </p:nvSpPr>
            <p:spPr bwMode="auto">
              <a:xfrm>
                <a:off x="8085138" y="4356101"/>
                <a:ext cx="277813" cy="307975"/>
              </a:xfrm>
              <a:custGeom>
                <a:avLst/>
                <a:gdLst>
                  <a:gd name="T0" fmla="*/ 33 w 74"/>
                  <a:gd name="T1" fmla="*/ 0 h 82"/>
                  <a:gd name="T2" fmla="*/ 0 w 74"/>
                  <a:gd name="T3" fmla="*/ 14 h 82"/>
                  <a:gd name="T4" fmla="*/ 3 w 74"/>
                  <a:gd name="T5" fmla="*/ 14 h 82"/>
                  <a:gd name="T6" fmla="*/ 6 w 74"/>
                  <a:gd name="T7" fmla="*/ 14 h 82"/>
                  <a:gd name="T8" fmla="*/ 33 w 74"/>
                  <a:gd name="T9" fmla="*/ 4 h 82"/>
                  <a:gd name="T10" fmla="*/ 69 w 74"/>
                  <a:gd name="T11" fmla="*/ 32 h 82"/>
                  <a:gd name="T12" fmla="*/ 43 w 74"/>
                  <a:gd name="T13" fmla="*/ 60 h 82"/>
                  <a:gd name="T14" fmla="*/ 40 w 74"/>
                  <a:gd name="T15" fmla="*/ 64 h 82"/>
                  <a:gd name="T16" fmla="*/ 47 w 74"/>
                  <a:gd name="T17" fmla="*/ 63 h 82"/>
                  <a:gd name="T18" fmla="*/ 55 w 74"/>
                  <a:gd name="T19" fmla="*/ 82 h 82"/>
                  <a:gd name="T20" fmla="*/ 59 w 74"/>
                  <a:gd name="T21" fmla="*/ 82 h 82"/>
                  <a:gd name="T22" fmla="*/ 59 w 74"/>
                  <a:gd name="T23" fmla="*/ 58 h 82"/>
                  <a:gd name="T24" fmla="*/ 74 w 74"/>
                  <a:gd name="T25" fmla="*/ 32 h 82"/>
                  <a:gd name="T26" fmla="*/ 33 w 74"/>
                  <a:gd name="T2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82">
                    <a:moveTo>
                      <a:pt x="33" y="0"/>
                    </a:moveTo>
                    <a:cubicBezTo>
                      <a:pt x="19" y="0"/>
                      <a:pt x="7" y="6"/>
                      <a:pt x="0" y="14"/>
                    </a:cubicBezTo>
                    <a:cubicBezTo>
                      <a:pt x="1" y="14"/>
                      <a:pt x="2" y="14"/>
                      <a:pt x="3" y="14"/>
                    </a:cubicBezTo>
                    <a:cubicBezTo>
                      <a:pt x="4" y="14"/>
                      <a:pt x="5" y="14"/>
                      <a:pt x="6" y="14"/>
                    </a:cubicBezTo>
                    <a:cubicBezTo>
                      <a:pt x="13" y="8"/>
                      <a:pt x="22" y="4"/>
                      <a:pt x="33" y="4"/>
                    </a:cubicBezTo>
                    <a:cubicBezTo>
                      <a:pt x="53" y="4"/>
                      <a:pt x="69" y="17"/>
                      <a:pt x="69" y="32"/>
                    </a:cubicBezTo>
                    <a:cubicBezTo>
                      <a:pt x="69" y="46"/>
                      <a:pt x="58" y="57"/>
                      <a:pt x="43" y="60"/>
                    </a:cubicBezTo>
                    <a:cubicBezTo>
                      <a:pt x="42" y="61"/>
                      <a:pt x="41" y="63"/>
                      <a:pt x="40" y="64"/>
                    </a:cubicBezTo>
                    <a:cubicBezTo>
                      <a:pt x="42" y="64"/>
                      <a:pt x="45" y="64"/>
                      <a:pt x="47" y="63"/>
                    </a:cubicBezTo>
                    <a:cubicBezTo>
                      <a:pt x="55" y="82"/>
                      <a:pt x="55" y="82"/>
                      <a:pt x="55" y="82"/>
                    </a:cubicBezTo>
                    <a:cubicBezTo>
                      <a:pt x="59" y="82"/>
                      <a:pt x="59" y="82"/>
                      <a:pt x="59" y="82"/>
                    </a:cubicBezTo>
                    <a:cubicBezTo>
                      <a:pt x="59" y="58"/>
                      <a:pt x="59" y="58"/>
                      <a:pt x="59" y="58"/>
                    </a:cubicBezTo>
                    <a:cubicBezTo>
                      <a:pt x="68" y="52"/>
                      <a:pt x="74" y="43"/>
                      <a:pt x="74" y="32"/>
                    </a:cubicBezTo>
                    <a:cubicBezTo>
                      <a:pt x="74" y="15"/>
                      <a:pt x="56" y="0"/>
                      <a:pt x="3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4" name="Freeform 96"/>
              <p:cNvSpPr>
                <a:spLocks/>
              </p:cNvSpPr>
              <p:nvPr/>
            </p:nvSpPr>
            <p:spPr bwMode="auto">
              <a:xfrm>
                <a:off x="7964488" y="4427538"/>
                <a:ext cx="271463" cy="258763"/>
              </a:xfrm>
              <a:custGeom>
                <a:avLst/>
                <a:gdLst>
                  <a:gd name="T0" fmla="*/ 36 w 72"/>
                  <a:gd name="T1" fmla="*/ 0 h 69"/>
                  <a:gd name="T2" fmla="*/ 0 w 72"/>
                  <a:gd name="T3" fmla="*/ 28 h 69"/>
                  <a:gd name="T4" fmla="*/ 12 w 72"/>
                  <a:gd name="T5" fmla="*/ 50 h 69"/>
                  <a:gd name="T6" fmla="*/ 9 w 72"/>
                  <a:gd name="T7" fmla="*/ 69 h 69"/>
                  <a:gd name="T8" fmla="*/ 12 w 72"/>
                  <a:gd name="T9" fmla="*/ 69 h 69"/>
                  <a:gd name="T10" fmla="*/ 23 w 72"/>
                  <a:gd name="T11" fmla="*/ 55 h 69"/>
                  <a:gd name="T12" fmla="*/ 36 w 72"/>
                  <a:gd name="T13" fmla="*/ 57 h 69"/>
                  <a:gd name="T14" fmla="*/ 72 w 72"/>
                  <a:gd name="T15" fmla="*/ 28 h 69"/>
                  <a:gd name="T16" fmla="*/ 36 w 72"/>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9">
                    <a:moveTo>
                      <a:pt x="36" y="0"/>
                    </a:moveTo>
                    <a:cubicBezTo>
                      <a:pt x="16" y="0"/>
                      <a:pt x="0" y="13"/>
                      <a:pt x="0" y="28"/>
                    </a:cubicBezTo>
                    <a:cubicBezTo>
                      <a:pt x="0" y="37"/>
                      <a:pt x="5" y="45"/>
                      <a:pt x="12" y="50"/>
                    </a:cubicBezTo>
                    <a:cubicBezTo>
                      <a:pt x="9" y="69"/>
                      <a:pt x="9" y="69"/>
                      <a:pt x="9" y="69"/>
                    </a:cubicBezTo>
                    <a:cubicBezTo>
                      <a:pt x="12" y="69"/>
                      <a:pt x="12" y="69"/>
                      <a:pt x="12" y="69"/>
                    </a:cubicBezTo>
                    <a:cubicBezTo>
                      <a:pt x="23" y="55"/>
                      <a:pt x="23" y="55"/>
                      <a:pt x="23" y="55"/>
                    </a:cubicBezTo>
                    <a:cubicBezTo>
                      <a:pt x="27" y="57"/>
                      <a:pt x="31" y="57"/>
                      <a:pt x="36" y="57"/>
                    </a:cubicBezTo>
                    <a:cubicBezTo>
                      <a:pt x="56" y="57"/>
                      <a:pt x="72" y="44"/>
                      <a:pt x="72" y="28"/>
                    </a:cubicBezTo>
                    <a:cubicBezTo>
                      <a:pt x="72" y="13"/>
                      <a:pt x="56" y="0"/>
                      <a:pt x="36"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
        <p:nvSpPr>
          <p:cNvPr id="79" name="Text Box 10"/>
          <p:cNvSpPr txBox="1">
            <a:spLocks noChangeArrowheads="1"/>
          </p:cNvSpPr>
          <p:nvPr/>
        </p:nvSpPr>
        <p:spPr bwMode="auto">
          <a:xfrm>
            <a:off x="6069013" y="3711575"/>
            <a:ext cx="4902200" cy="600075"/>
          </a:xfrm>
          <a:prstGeom prst="rect">
            <a:avLst/>
          </a:prstGeom>
          <a:noFill/>
          <a:ln w="9525">
            <a:noFill/>
            <a:miter lim="800000"/>
            <a:headEnd/>
            <a:tailEnd/>
          </a:ln>
        </p:spPr>
        <p:txBody>
          <a:bodyPr lIns="45720" tIns="22860" rIns="45720" bIns="22860">
            <a:spAutoFit/>
          </a:bodyPr>
          <a:lstStyle/>
          <a:p>
            <a:pPr algn="r" defTabSz="1087438" rtl="1" eaLnBrk="0" hangingPunct="0"/>
            <a:r>
              <a:rPr lang="ar-JO" sz="3600" b="1" u="sng">
                <a:solidFill>
                  <a:srgbClr val="16A085"/>
                </a:solidFill>
              </a:rPr>
              <a:t>زيادة</a:t>
            </a:r>
            <a:r>
              <a:rPr lang="ar-JO" sz="3600">
                <a:solidFill>
                  <a:srgbClr val="16A085"/>
                </a:solidFill>
              </a:rPr>
              <a:t> </a:t>
            </a:r>
            <a:r>
              <a:rPr lang="ar-JO" sz="3600"/>
              <a:t>شعبية التعليم عن بعد</a:t>
            </a:r>
            <a:endParaRPr lang="en-US" sz="3200" b="1">
              <a:solidFill>
                <a:srgbClr val="F39C12"/>
              </a:solidFill>
              <a:latin typeface="Open Sans"/>
              <a:ea typeface="Open Sans"/>
              <a:cs typeface="Open Sans"/>
            </a:endParaRPr>
          </a:p>
        </p:txBody>
      </p:sp>
      <p:grpSp>
        <p:nvGrpSpPr>
          <p:cNvPr id="80" name="Group 79"/>
          <p:cNvGrpSpPr>
            <a:grpSpLocks/>
          </p:cNvGrpSpPr>
          <p:nvPr/>
        </p:nvGrpSpPr>
        <p:grpSpPr bwMode="auto">
          <a:xfrm>
            <a:off x="11133138" y="3765550"/>
            <a:ext cx="571500" cy="571500"/>
            <a:chOff x="6657637" y="2672594"/>
            <a:chExt cx="572596" cy="572596"/>
          </a:xfrm>
        </p:grpSpPr>
        <p:sp>
          <p:nvSpPr>
            <p:cNvPr id="81" name="Rounded Rectangle 80"/>
            <p:cNvSpPr/>
            <p:nvPr/>
          </p:nvSpPr>
          <p:spPr>
            <a:xfrm>
              <a:off x="6657637" y="2672594"/>
              <a:ext cx="572596" cy="572596"/>
            </a:xfrm>
            <a:prstGeom prst="round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82" name="Group 81"/>
            <p:cNvGrpSpPr/>
            <p:nvPr/>
          </p:nvGrpSpPr>
          <p:grpSpPr>
            <a:xfrm>
              <a:off x="6758216" y="2863522"/>
              <a:ext cx="371439" cy="190739"/>
              <a:chOff x="7991476" y="3906838"/>
              <a:chExt cx="352425" cy="180975"/>
            </a:xfrm>
            <a:solidFill>
              <a:schemeClr val="bg1"/>
            </a:solidFill>
          </p:grpSpPr>
          <p:sp>
            <p:nvSpPr>
              <p:cNvPr id="83" name="Freeform 48"/>
              <p:cNvSpPr>
                <a:spLocks noEditPoints="1"/>
              </p:cNvSpPr>
              <p:nvPr/>
            </p:nvSpPr>
            <p:spPr bwMode="auto">
              <a:xfrm>
                <a:off x="7991476" y="3906838"/>
                <a:ext cx="352425" cy="180975"/>
              </a:xfrm>
              <a:custGeom>
                <a:avLst/>
                <a:gdLst>
                  <a:gd name="T0" fmla="*/ 88 w 94"/>
                  <a:gd name="T1" fmla="*/ 0 h 48"/>
                  <a:gd name="T2" fmla="*/ 13 w 94"/>
                  <a:gd name="T3" fmla="*/ 0 h 48"/>
                  <a:gd name="T4" fmla="*/ 7 w 94"/>
                  <a:gd name="T5" fmla="*/ 5 h 48"/>
                  <a:gd name="T6" fmla="*/ 7 w 94"/>
                  <a:gd name="T7" fmla="*/ 15 h 48"/>
                  <a:gd name="T8" fmla="*/ 0 w 94"/>
                  <a:gd name="T9" fmla="*/ 15 h 48"/>
                  <a:gd name="T10" fmla="*/ 0 w 94"/>
                  <a:gd name="T11" fmla="*/ 33 h 48"/>
                  <a:gd name="T12" fmla="*/ 7 w 94"/>
                  <a:gd name="T13" fmla="*/ 33 h 48"/>
                  <a:gd name="T14" fmla="*/ 7 w 94"/>
                  <a:gd name="T15" fmla="*/ 43 h 48"/>
                  <a:gd name="T16" fmla="*/ 13 w 94"/>
                  <a:gd name="T17" fmla="*/ 48 h 48"/>
                  <a:gd name="T18" fmla="*/ 88 w 94"/>
                  <a:gd name="T19" fmla="*/ 48 h 48"/>
                  <a:gd name="T20" fmla="*/ 94 w 94"/>
                  <a:gd name="T21" fmla="*/ 43 h 48"/>
                  <a:gd name="T22" fmla="*/ 94 w 94"/>
                  <a:gd name="T23" fmla="*/ 5 h 48"/>
                  <a:gd name="T24" fmla="*/ 88 w 94"/>
                  <a:gd name="T25" fmla="*/ 0 h 48"/>
                  <a:gd name="T26" fmla="*/ 88 w 94"/>
                  <a:gd name="T27" fmla="*/ 42 h 48"/>
                  <a:gd name="T28" fmla="*/ 87 w 94"/>
                  <a:gd name="T29" fmla="*/ 43 h 48"/>
                  <a:gd name="T30" fmla="*/ 13 w 94"/>
                  <a:gd name="T31" fmla="*/ 43 h 48"/>
                  <a:gd name="T32" fmla="*/ 12 w 94"/>
                  <a:gd name="T33" fmla="*/ 42 h 48"/>
                  <a:gd name="T34" fmla="*/ 12 w 94"/>
                  <a:gd name="T35" fmla="*/ 5 h 48"/>
                  <a:gd name="T36" fmla="*/ 13 w 94"/>
                  <a:gd name="T37" fmla="*/ 4 h 48"/>
                  <a:gd name="T38" fmla="*/ 87 w 94"/>
                  <a:gd name="T39" fmla="*/ 4 h 48"/>
                  <a:gd name="T40" fmla="*/ 88 w 94"/>
                  <a:gd name="T41" fmla="*/ 5 h 48"/>
                  <a:gd name="T42" fmla="*/ 88 w 94"/>
                  <a:gd name="T4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8">
                    <a:moveTo>
                      <a:pt x="88" y="0"/>
                    </a:moveTo>
                    <a:cubicBezTo>
                      <a:pt x="13" y="0"/>
                      <a:pt x="13" y="0"/>
                      <a:pt x="13" y="0"/>
                    </a:cubicBezTo>
                    <a:cubicBezTo>
                      <a:pt x="10" y="0"/>
                      <a:pt x="7" y="2"/>
                      <a:pt x="7" y="5"/>
                    </a:cubicBezTo>
                    <a:cubicBezTo>
                      <a:pt x="7" y="15"/>
                      <a:pt x="7" y="15"/>
                      <a:pt x="7" y="15"/>
                    </a:cubicBezTo>
                    <a:cubicBezTo>
                      <a:pt x="0" y="15"/>
                      <a:pt x="0" y="15"/>
                      <a:pt x="0" y="15"/>
                    </a:cubicBezTo>
                    <a:cubicBezTo>
                      <a:pt x="0" y="33"/>
                      <a:pt x="0" y="33"/>
                      <a:pt x="0" y="33"/>
                    </a:cubicBezTo>
                    <a:cubicBezTo>
                      <a:pt x="7" y="33"/>
                      <a:pt x="7" y="33"/>
                      <a:pt x="7" y="33"/>
                    </a:cubicBezTo>
                    <a:cubicBezTo>
                      <a:pt x="7" y="43"/>
                      <a:pt x="7" y="43"/>
                      <a:pt x="7" y="43"/>
                    </a:cubicBezTo>
                    <a:cubicBezTo>
                      <a:pt x="7" y="46"/>
                      <a:pt x="10" y="48"/>
                      <a:pt x="13" y="48"/>
                    </a:cubicBezTo>
                    <a:cubicBezTo>
                      <a:pt x="88" y="48"/>
                      <a:pt x="88" y="48"/>
                      <a:pt x="88" y="48"/>
                    </a:cubicBezTo>
                    <a:cubicBezTo>
                      <a:pt x="91" y="48"/>
                      <a:pt x="94" y="46"/>
                      <a:pt x="94" y="43"/>
                    </a:cubicBezTo>
                    <a:cubicBezTo>
                      <a:pt x="94" y="5"/>
                      <a:pt x="94" y="5"/>
                      <a:pt x="94" y="5"/>
                    </a:cubicBezTo>
                    <a:cubicBezTo>
                      <a:pt x="94" y="2"/>
                      <a:pt x="91" y="0"/>
                      <a:pt x="88" y="0"/>
                    </a:cubicBezTo>
                    <a:close/>
                    <a:moveTo>
                      <a:pt x="88" y="42"/>
                    </a:moveTo>
                    <a:cubicBezTo>
                      <a:pt x="88" y="43"/>
                      <a:pt x="88" y="43"/>
                      <a:pt x="87" y="43"/>
                    </a:cubicBezTo>
                    <a:cubicBezTo>
                      <a:pt x="13" y="43"/>
                      <a:pt x="13" y="43"/>
                      <a:pt x="13" y="43"/>
                    </a:cubicBezTo>
                    <a:cubicBezTo>
                      <a:pt x="13" y="43"/>
                      <a:pt x="12" y="43"/>
                      <a:pt x="12" y="42"/>
                    </a:cubicBezTo>
                    <a:cubicBezTo>
                      <a:pt x="12" y="5"/>
                      <a:pt x="12" y="5"/>
                      <a:pt x="12" y="5"/>
                    </a:cubicBezTo>
                    <a:cubicBezTo>
                      <a:pt x="12" y="5"/>
                      <a:pt x="13" y="4"/>
                      <a:pt x="13" y="4"/>
                    </a:cubicBezTo>
                    <a:cubicBezTo>
                      <a:pt x="87" y="4"/>
                      <a:pt x="87" y="4"/>
                      <a:pt x="87" y="4"/>
                    </a:cubicBezTo>
                    <a:cubicBezTo>
                      <a:pt x="88" y="4"/>
                      <a:pt x="88" y="5"/>
                      <a:pt x="88" y="5"/>
                    </a:cubicBezTo>
                    <a:lnTo>
                      <a:pt x="88" y="42"/>
                    </a:lnTo>
                    <a:close/>
                  </a:path>
                </a:pathLst>
              </a:custGeom>
              <a:grpFill/>
              <a:ln>
                <a:noFill/>
              </a:ln>
              <a:extLst/>
            </p:spPr>
            <p:txBody>
              <a:bodyPr/>
              <a:lstStyle/>
              <a:p>
                <a:pPr eaLnBrk="0" hangingPunct="0">
                  <a:defRPr/>
                </a:pPr>
                <a:endParaRPr lang="en-US">
                  <a:cs typeface="+mn-cs"/>
                </a:endParaRPr>
              </a:p>
            </p:txBody>
          </p:sp>
          <p:sp>
            <p:nvSpPr>
              <p:cNvPr id="84" name="Rectangle 49"/>
              <p:cNvSpPr>
                <a:spLocks noChangeArrowheads="1"/>
              </p:cNvSpPr>
              <p:nvPr/>
            </p:nvSpPr>
            <p:spPr bwMode="auto">
              <a:xfrm>
                <a:off x="8145463" y="3937001"/>
                <a:ext cx="71438" cy="117475"/>
              </a:xfrm>
              <a:prstGeom prst="rect">
                <a:avLst/>
              </a:prstGeom>
              <a:grpFill/>
              <a:ln>
                <a:noFill/>
              </a:ln>
              <a:extLst/>
            </p:spPr>
            <p:txBody>
              <a:bodyPr/>
              <a:lstStyle/>
              <a:p>
                <a:pPr eaLnBrk="0" hangingPunct="0">
                  <a:defRPr/>
                </a:pPr>
                <a:endParaRPr lang="en-US">
                  <a:cs typeface="+mn-cs"/>
                </a:endParaRPr>
              </a:p>
            </p:txBody>
          </p:sp>
          <p:sp>
            <p:nvSpPr>
              <p:cNvPr id="85" name="Rectangle 50"/>
              <p:cNvSpPr>
                <a:spLocks noChangeArrowheads="1"/>
              </p:cNvSpPr>
              <p:nvPr/>
            </p:nvSpPr>
            <p:spPr bwMode="auto">
              <a:xfrm>
                <a:off x="8231188" y="3937001"/>
                <a:ext cx="71438" cy="117475"/>
              </a:xfrm>
              <a:prstGeom prst="rect">
                <a:avLst/>
              </a:prstGeom>
              <a:grpFill/>
              <a:ln>
                <a:noFill/>
              </a:ln>
              <a:extLst/>
            </p:spPr>
            <p:txBody>
              <a:bodyPr/>
              <a:lstStyle/>
              <a:p>
                <a:pPr eaLnBrk="0" hangingPunct="0">
                  <a:defRPr/>
                </a:pPr>
                <a:endParaRPr lang="en-US">
                  <a:cs typeface="+mn-cs"/>
                </a:endParaRPr>
              </a:p>
            </p:txBody>
          </p:sp>
        </p:grpSp>
      </p:grpSp>
      <p:sp>
        <p:nvSpPr>
          <p:cNvPr id="46" name="Text Box 10"/>
          <p:cNvSpPr txBox="1">
            <a:spLocks noChangeArrowheads="1"/>
          </p:cNvSpPr>
          <p:nvPr/>
        </p:nvSpPr>
        <p:spPr bwMode="auto">
          <a:xfrm>
            <a:off x="5492750" y="4916488"/>
            <a:ext cx="5461000" cy="877887"/>
          </a:xfrm>
          <a:prstGeom prst="rect">
            <a:avLst/>
          </a:prstGeom>
          <a:noFill/>
          <a:ln w="9525">
            <a:noFill/>
            <a:miter lim="800000"/>
            <a:headEnd/>
            <a:tailEnd/>
          </a:ln>
        </p:spPr>
        <p:txBody>
          <a:bodyPr lIns="45720" tIns="22860" rIns="45720" bIns="22860">
            <a:spAutoFit/>
          </a:bodyPr>
          <a:lstStyle/>
          <a:p>
            <a:pPr algn="r" defTabSz="1087438" rtl="1">
              <a:lnSpc>
                <a:spcPct val="200000"/>
              </a:lnSpc>
            </a:pPr>
            <a:r>
              <a:rPr lang="ar-JO" sz="3200" b="1" u="sng">
                <a:solidFill>
                  <a:srgbClr val="2980B9"/>
                </a:solidFill>
              </a:rPr>
              <a:t>السهولة</a:t>
            </a:r>
            <a:r>
              <a:rPr lang="ar-JO" sz="3200"/>
              <a:t> والمتعة  في التعلم والتعليم</a:t>
            </a:r>
            <a:endParaRPr lang="en-US" sz="3200" b="1">
              <a:solidFill>
                <a:srgbClr val="2980B9"/>
              </a:solidFill>
              <a:latin typeface="Open Sans"/>
              <a:ea typeface="Open Sans"/>
              <a:cs typeface="Open Sans"/>
            </a:endParaRPr>
          </a:p>
        </p:txBody>
      </p:sp>
      <p:grpSp>
        <p:nvGrpSpPr>
          <p:cNvPr id="47" name="Group 46"/>
          <p:cNvGrpSpPr>
            <a:grpSpLocks/>
          </p:cNvGrpSpPr>
          <p:nvPr/>
        </p:nvGrpSpPr>
        <p:grpSpPr bwMode="auto">
          <a:xfrm>
            <a:off x="11095038" y="5221288"/>
            <a:ext cx="573087" cy="573087"/>
            <a:chOff x="6657637" y="5449109"/>
            <a:chExt cx="572596" cy="572596"/>
          </a:xfrm>
        </p:grpSpPr>
        <p:sp>
          <p:nvSpPr>
            <p:cNvPr id="48" name="Rounded Rectangle 47"/>
            <p:cNvSpPr/>
            <p:nvPr/>
          </p:nvSpPr>
          <p:spPr>
            <a:xfrm>
              <a:off x="6657637" y="5449109"/>
              <a:ext cx="572596" cy="5725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527375" name="Freeform 82"/>
            <p:cNvSpPr>
              <a:spLocks noEditPoints="1"/>
            </p:cNvSpPr>
            <p:nvPr/>
          </p:nvSpPr>
          <p:spPr bwMode="auto">
            <a:xfrm>
              <a:off x="6798282" y="5618862"/>
              <a:ext cx="291306" cy="255726"/>
            </a:xfrm>
            <a:custGeom>
              <a:avLst/>
              <a:gdLst>
                <a:gd name="T0" fmla="*/ 757610919 w 111"/>
                <a:gd name="T1" fmla="*/ 90355654 h 97"/>
                <a:gd name="T2" fmla="*/ 695623119 w 111"/>
                <a:gd name="T3" fmla="*/ 20850895 h 97"/>
                <a:gd name="T4" fmla="*/ 661185871 w 111"/>
                <a:gd name="T5" fmla="*/ 20850895 h 97"/>
                <a:gd name="T6" fmla="*/ 654299504 w 111"/>
                <a:gd name="T7" fmla="*/ 34752372 h 97"/>
                <a:gd name="T8" fmla="*/ 633637779 w 111"/>
                <a:gd name="T9" fmla="*/ 41701790 h 97"/>
                <a:gd name="T10" fmla="*/ 633637779 w 111"/>
                <a:gd name="T11" fmla="*/ 41701790 h 97"/>
                <a:gd name="T12" fmla="*/ 461452361 w 111"/>
                <a:gd name="T13" fmla="*/ 222410451 h 97"/>
                <a:gd name="T14" fmla="*/ 454565994 w 111"/>
                <a:gd name="T15" fmla="*/ 257162813 h 97"/>
                <a:gd name="T16" fmla="*/ 468341352 w 111"/>
                <a:gd name="T17" fmla="*/ 284963120 h 97"/>
                <a:gd name="T18" fmla="*/ 468341352 w 111"/>
                <a:gd name="T19" fmla="*/ 284963120 h 97"/>
                <a:gd name="T20" fmla="*/ 475227719 w 111"/>
                <a:gd name="T21" fmla="*/ 284963120 h 97"/>
                <a:gd name="T22" fmla="*/ 433904268 w 111"/>
                <a:gd name="T23" fmla="*/ 319715482 h 97"/>
                <a:gd name="T24" fmla="*/ 309931210 w 111"/>
                <a:gd name="T25" fmla="*/ 194610144 h 97"/>
                <a:gd name="T26" fmla="*/ 268607760 w 111"/>
                <a:gd name="T27" fmla="*/ 48651218 h 97"/>
                <a:gd name="T28" fmla="*/ 123973017 w 111"/>
                <a:gd name="T29" fmla="*/ 6949420 h 97"/>
                <a:gd name="T30" fmla="*/ 206619959 w 111"/>
                <a:gd name="T31" fmla="*/ 97305072 h 97"/>
                <a:gd name="T32" fmla="*/ 185958234 w 111"/>
                <a:gd name="T33" fmla="*/ 180708672 h 97"/>
                <a:gd name="T34" fmla="*/ 103311292 w 111"/>
                <a:gd name="T35" fmla="*/ 201559561 h 97"/>
                <a:gd name="T36" fmla="*/ 20661730 w 111"/>
                <a:gd name="T37" fmla="*/ 118155961 h 97"/>
                <a:gd name="T38" fmla="*/ 61985196 w 111"/>
                <a:gd name="T39" fmla="*/ 257162813 h 97"/>
                <a:gd name="T40" fmla="*/ 213508951 w 111"/>
                <a:gd name="T41" fmla="*/ 298864592 h 97"/>
                <a:gd name="T42" fmla="*/ 213508951 w 111"/>
                <a:gd name="T43" fmla="*/ 298864592 h 97"/>
                <a:gd name="T44" fmla="*/ 330592935 w 111"/>
                <a:gd name="T45" fmla="*/ 417020594 h 97"/>
                <a:gd name="T46" fmla="*/ 220395318 w 111"/>
                <a:gd name="T47" fmla="*/ 542125932 h 97"/>
                <a:gd name="T48" fmla="*/ 213508951 w 111"/>
                <a:gd name="T49" fmla="*/ 535176515 h 97"/>
                <a:gd name="T50" fmla="*/ 179071867 w 111"/>
                <a:gd name="T51" fmla="*/ 556027404 h 97"/>
                <a:gd name="T52" fmla="*/ 123973017 w 111"/>
                <a:gd name="T53" fmla="*/ 646383017 h 97"/>
                <a:gd name="T54" fmla="*/ 137748375 w 111"/>
                <a:gd name="T55" fmla="*/ 660281853 h 97"/>
                <a:gd name="T56" fmla="*/ 227284309 w 111"/>
                <a:gd name="T57" fmla="*/ 604681238 h 97"/>
                <a:gd name="T58" fmla="*/ 254832401 w 111"/>
                <a:gd name="T59" fmla="*/ 576878294 h 97"/>
                <a:gd name="T60" fmla="*/ 241057043 w 111"/>
                <a:gd name="T61" fmla="*/ 569928876 h 97"/>
                <a:gd name="T62" fmla="*/ 365030101 w 111"/>
                <a:gd name="T63" fmla="*/ 444820902 h 97"/>
                <a:gd name="T64" fmla="*/ 564763611 w 111"/>
                <a:gd name="T65" fmla="*/ 646383017 h 97"/>
                <a:gd name="T66" fmla="*/ 612976053 w 111"/>
                <a:gd name="T67" fmla="*/ 674183325 h 97"/>
                <a:gd name="T68" fmla="*/ 661185871 w 111"/>
                <a:gd name="T69" fmla="*/ 646383017 h 97"/>
                <a:gd name="T70" fmla="*/ 661185871 w 111"/>
                <a:gd name="T71" fmla="*/ 549077987 h 97"/>
                <a:gd name="T72" fmla="*/ 461452361 w 111"/>
                <a:gd name="T73" fmla="*/ 347518508 h 97"/>
                <a:gd name="T74" fmla="*/ 495889444 w 111"/>
                <a:gd name="T75" fmla="*/ 312766064 h 97"/>
                <a:gd name="T76" fmla="*/ 516551169 w 111"/>
                <a:gd name="T77" fmla="*/ 326664899 h 97"/>
                <a:gd name="T78" fmla="*/ 564763611 w 111"/>
                <a:gd name="T79" fmla="*/ 319715482 h 97"/>
                <a:gd name="T80" fmla="*/ 730060202 w 111"/>
                <a:gd name="T81" fmla="*/ 145956269 h 97"/>
                <a:gd name="T82" fmla="*/ 730060202 w 111"/>
                <a:gd name="T83" fmla="*/ 139006851 h 97"/>
                <a:gd name="T84" fmla="*/ 730060202 w 111"/>
                <a:gd name="T85" fmla="*/ 139006851 h 97"/>
                <a:gd name="T86" fmla="*/ 736946569 w 111"/>
                <a:gd name="T87" fmla="*/ 125105379 h 97"/>
                <a:gd name="T88" fmla="*/ 757610919 w 111"/>
                <a:gd name="T89" fmla="*/ 125105379 h 97"/>
                <a:gd name="T90" fmla="*/ 757610919 w 111"/>
                <a:gd name="T91" fmla="*/ 90355654 h 97"/>
                <a:gd name="T92" fmla="*/ 619862420 w 111"/>
                <a:gd name="T93" fmla="*/ 583827712 h 97"/>
                <a:gd name="T94" fmla="*/ 647413137 w 111"/>
                <a:gd name="T95" fmla="*/ 604681238 h 97"/>
                <a:gd name="T96" fmla="*/ 619862420 w 111"/>
                <a:gd name="T97" fmla="*/ 639430963 h 97"/>
                <a:gd name="T98" fmla="*/ 592314328 w 111"/>
                <a:gd name="T99" fmla="*/ 604681238 h 97"/>
                <a:gd name="T100" fmla="*/ 619862420 w 111"/>
                <a:gd name="T101" fmla="*/ 583827712 h 97"/>
                <a:gd name="T102" fmla="*/ 523440161 w 111"/>
                <a:gd name="T103" fmla="*/ 222410451 h 97"/>
                <a:gd name="T104" fmla="*/ 509664802 w 111"/>
                <a:gd name="T105" fmla="*/ 215461033 h 97"/>
                <a:gd name="T106" fmla="*/ 640524146 w 111"/>
                <a:gd name="T107" fmla="*/ 90355654 h 97"/>
                <a:gd name="T108" fmla="*/ 654299504 w 111"/>
                <a:gd name="T109" fmla="*/ 97305072 h 97"/>
                <a:gd name="T110" fmla="*/ 523440161 w 111"/>
                <a:gd name="T111" fmla="*/ 222410451 h 97"/>
                <a:gd name="T112" fmla="*/ 523440161 w 111"/>
                <a:gd name="T113" fmla="*/ 222410451 h 97"/>
                <a:gd name="T114" fmla="*/ 564763611 w 111"/>
                <a:gd name="T115" fmla="*/ 271064284 h 97"/>
                <a:gd name="T116" fmla="*/ 550988253 w 111"/>
                <a:gd name="T117" fmla="*/ 257162813 h 97"/>
                <a:gd name="T118" fmla="*/ 681847596 w 111"/>
                <a:gd name="T119" fmla="*/ 125105379 h 97"/>
                <a:gd name="T120" fmla="*/ 695623119 w 111"/>
                <a:gd name="T121" fmla="*/ 139006851 h 97"/>
                <a:gd name="T122" fmla="*/ 564763611 w 111"/>
                <a:gd name="T123" fmla="*/ 271064284 h 97"/>
                <a:gd name="T124" fmla="*/ 564763611 w 111"/>
                <a:gd name="T125" fmla="*/ 271064284 h 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
                <a:gd name="T190" fmla="*/ 0 h 97"/>
                <a:gd name="T191" fmla="*/ 111 w 111"/>
                <a:gd name="T192" fmla="*/ 97 h 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 h="97">
                  <a:moveTo>
                    <a:pt x="110" y="13"/>
                  </a:moveTo>
                  <a:cubicBezTo>
                    <a:pt x="101" y="3"/>
                    <a:pt x="101" y="3"/>
                    <a:pt x="101" y="3"/>
                  </a:cubicBezTo>
                  <a:cubicBezTo>
                    <a:pt x="99" y="1"/>
                    <a:pt x="97" y="1"/>
                    <a:pt x="96" y="3"/>
                  </a:cubicBezTo>
                  <a:cubicBezTo>
                    <a:pt x="95" y="4"/>
                    <a:pt x="95" y="4"/>
                    <a:pt x="95" y="5"/>
                  </a:cubicBezTo>
                  <a:cubicBezTo>
                    <a:pt x="94" y="5"/>
                    <a:pt x="93" y="6"/>
                    <a:pt x="92" y="6"/>
                  </a:cubicBezTo>
                  <a:cubicBezTo>
                    <a:pt x="92" y="6"/>
                    <a:pt x="92" y="6"/>
                    <a:pt x="92" y="6"/>
                  </a:cubicBezTo>
                  <a:cubicBezTo>
                    <a:pt x="67" y="32"/>
                    <a:pt x="67" y="32"/>
                    <a:pt x="67" y="32"/>
                  </a:cubicBezTo>
                  <a:cubicBezTo>
                    <a:pt x="67" y="33"/>
                    <a:pt x="67" y="36"/>
                    <a:pt x="66" y="37"/>
                  </a:cubicBezTo>
                  <a:cubicBezTo>
                    <a:pt x="68" y="41"/>
                    <a:pt x="68" y="41"/>
                    <a:pt x="68" y="41"/>
                  </a:cubicBezTo>
                  <a:cubicBezTo>
                    <a:pt x="68" y="41"/>
                    <a:pt x="68" y="41"/>
                    <a:pt x="68" y="41"/>
                  </a:cubicBezTo>
                  <a:cubicBezTo>
                    <a:pt x="69" y="41"/>
                    <a:pt x="69" y="41"/>
                    <a:pt x="69" y="41"/>
                  </a:cubicBezTo>
                  <a:cubicBezTo>
                    <a:pt x="63" y="46"/>
                    <a:pt x="63" y="46"/>
                    <a:pt x="63" y="46"/>
                  </a:cubicBezTo>
                  <a:cubicBezTo>
                    <a:pt x="45" y="28"/>
                    <a:pt x="45" y="28"/>
                    <a:pt x="45" y="28"/>
                  </a:cubicBezTo>
                  <a:cubicBezTo>
                    <a:pt x="47" y="21"/>
                    <a:pt x="45" y="13"/>
                    <a:pt x="39" y="7"/>
                  </a:cubicBezTo>
                  <a:cubicBezTo>
                    <a:pt x="34" y="1"/>
                    <a:pt x="25" y="0"/>
                    <a:pt x="18" y="1"/>
                  </a:cubicBezTo>
                  <a:cubicBezTo>
                    <a:pt x="30" y="14"/>
                    <a:pt x="30" y="14"/>
                    <a:pt x="30" y="14"/>
                  </a:cubicBezTo>
                  <a:cubicBezTo>
                    <a:pt x="27" y="26"/>
                    <a:pt x="27" y="26"/>
                    <a:pt x="27" y="26"/>
                  </a:cubicBezTo>
                  <a:cubicBezTo>
                    <a:pt x="15" y="29"/>
                    <a:pt x="15" y="29"/>
                    <a:pt x="15" y="29"/>
                  </a:cubicBezTo>
                  <a:cubicBezTo>
                    <a:pt x="3" y="17"/>
                    <a:pt x="3" y="17"/>
                    <a:pt x="3" y="17"/>
                  </a:cubicBezTo>
                  <a:cubicBezTo>
                    <a:pt x="0" y="23"/>
                    <a:pt x="3" y="32"/>
                    <a:pt x="9" y="37"/>
                  </a:cubicBezTo>
                  <a:cubicBezTo>
                    <a:pt x="14" y="43"/>
                    <a:pt x="23" y="46"/>
                    <a:pt x="31" y="43"/>
                  </a:cubicBezTo>
                  <a:cubicBezTo>
                    <a:pt x="31" y="43"/>
                    <a:pt x="31" y="43"/>
                    <a:pt x="31" y="43"/>
                  </a:cubicBezTo>
                  <a:cubicBezTo>
                    <a:pt x="48" y="60"/>
                    <a:pt x="48" y="60"/>
                    <a:pt x="48" y="60"/>
                  </a:cubicBezTo>
                  <a:cubicBezTo>
                    <a:pt x="32" y="78"/>
                    <a:pt x="32" y="78"/>
                    <a:pt x="32" y="78"/>
                  </a:cubicBezTo>
                  <a:cubicBezTo>
                    <a:pt x="31" y="77"/>
                    <a:pt x="31" y="77"/>
                    <a:pt x="31" y="77"/>
                  </a:cubicBezTo>
                  <a:cubicBezTo>
                    <a:pt x="26" y="80"/>
                    <a:pt x="26" y="80"/>
                    <a:pt x="26" y="80"/>
                  </a:cubicBezTo>
                  <a:cubicBezTo>
                    <a:pt x="18" y="93"/>
                    <a:pt x="18" y="93"/>
                    <a:pt x="18" y="93"/>
                  </a:cubicBezTo>
                  <a:cubicBezTo>
                    <a:pt x="20" y="95"/>
                    <a:pt x="20" y="95"/>
                    <a:pt x="20" y="95"/>
                  </a:cubicBezTo>
                  <a:cubicBezTo>
                    <a:pt x="33" y="87"/>
                    <a:pt x="33" y="87"/>
                    <a:pt x="33" y="87"/>
                  </a:cubicBezTo>
                  <a:cubicBezTo>
                    <a:pt x="37" y="83"/>
                    <a:pt x="37" y="83"/>
                    <a:pt x="37" y="83"/>
                  </a:cubicBezTo>
                  <a:cubicBezTo>
                    <a:pt x="35" y="82"/>
                    <a:pt x="35" y="82"/>
                    <a:pt x="35" y="82"/>
                  </a:cubicBezTo>
                  <a:cubicBezTo>
                    <a:pt x="53" y="64"/>
                    <a:pt x="53" y="64"/>
                    <a:pt x="53" y="64"/>
                  </a:cubicBezTo>
                  <a:cubicBezTo>
                    <a:pt x="82" y="93"/>
                    <a:pt x="82" y="93"/>
                    <a:pt x="82" y="93"/>
                  </a:cubicBezTo>
                  <a:cubicBezTo>
                    <a:pt x="84" y="96"/>
                    <a:pt x="86" y="97"/>
                    <a:pt x="89" y="97"/>
                  </a:cubicBezTo>
                  <a:cubicBezTo>
                    <a:pt x="91" y="97"/>
                    <a:pt x="94" y="96"/>
                    <a:pt x="96" y="93"/>
                  </a:cubicBezTo>
                  <a:cubicBezTo>
                    <a:pt x="101" y="89"/>
                    <a:pt x="101" y="83"/>
                    <a:pt x="96" y="79"/>
                  </a:cubicBezTo>
                  <a:cubicBezTo>
                    <a:pt x="67" y="50"/>
                    <a:pt x="67" y="50"/>
                    <a:pt x="67" y="50"/>
                  </a:cubicBezTo>
                  <a:cubicBezTo>
                    <a:pt x="72" y="45"/>
                    <a:pt x="72" y="45"/>
                    <a:pt x="72" y="45"/>
                  </a:cubicBezTo>
                  <a:cubicBezTo>
                    <a:pt x="75" y="47"/>
                    <a:pt x="75" y="47"/>
                    <a:pt x="75" y="47"/>
                  </a:cubicBezTo>
                  <a:cubicBezTo>
                    <a:pt x="77" y="46"/>
                    <a:pt x="79" y="46"/>
                    <a:pt x="82" y="46"/>
                  </a:cubicBezTo>
                  <a:cubicBezTo>
                    <a:pt x="106" y="21"/>
                    <a:pt x="106" y="21"/>
                    <a:pt x="106" y="21"/>
                  </a:cubicBezTo>
                  <a:cubicBezTo>
                    <a:pt x="106" y="20"/>
                    <a:pt x="106" y="20"/>
                    <a:pt x="106" y="20"/>
                  </a:cubicBezTo>
                  <a:cubicBezTo>
                    <a:pt x="106" y="20"/>
                    <a:pt x="106" y="20"/>
                    <a:pt x="106" y="20"/>
                  </a:cubicBezTo>
                  <a:cubicBezTo>
                    <a:pt x="107" y="19"/>
                    <a:pt x="107" y="19"/>
                    <a:pt x="107" y="18"/>
                  </a:cubicBezTo>
                  <a:cubicBezTo>
                    <a:pt x="109" y="18"/>
                    <a:pt x="110" y="18"/>
                    <a:pt x="110" y="18"/>
                  </a:cubicBezTo>
                  <a:cubicBezTo>
                    <a:pt x="111" y="16"/>
                    <a:pt x="111" y="14"/>
                    <a:pt x="110" y="13"/>
                  </a:cubicBezTo>
                  <a:close/>
                  <a:moveTo>
                    <a:pt x="90" y="84"/>
                  </a:moveTo>
                  <a:cubicBezTo>
                    <a:pt x="92" y="84"/>
                    <a:pt x="94" y="86"/>
                    <a:pt x="94" y="87"/>
                  </a:cubicBezTo>
                  <a:cubicBezTo>
                    <a:pt x="94" y="90"/>
                    <a:pt x="92" y="92"/>
                    <a:pt x="90" y="92"/>
                  </a:cubicBezTo>
                  <a:cubicBezTo>
                    <a:pt x="87" y="92"/>
                    <a:pt x="86" y="90"/>
                    <a:pt x="86" y="87"/>
                  </a:cubicBezTo>
                  <a:cubicBezTo>
                    <a:pt x="86" y="86"/>
                    <a:pt x="87" y="84"/>
                    <a:pt x="90" y="84"/>
                  </a:cubicBezTo>
                  <a:close/>
                  <a:moveTo>
                    <a:pt x="76" y="32"/>
                  </a:moveTo>
                  <a:cubicBezTo>
                    <a:pt x="74" y="31"/>
                    <a:pt x="74" y="31"/>
                    <a:pt x="74" y="31"/>
                  </a:cubicBezTo>
                  <a:cubicBezTo>
                    <a:pt x="93" y="13"/>
                    <a:pt x="93" y="13"/>
                    <a:pt x="93" y="13"/>
                  </a:cubicBezTo>
                  <a:cubicBezTo>
                    <a:pt x="95" y="14"/>
                    <a:pt x="95" y="14"/>
                    <a:pt x="95" y="14"/>
                  </a:cubicBezTo>
                  <a:cubicBezTo>
                    <a:pt x="76" y="32"/>
                    <a:pt x="76" y="32"/>
                    <a:pt x="76" y="32"/>
                  </a:cubicBezTo>
                  <a:cubicBezTo>
                    <a:pt x="76" y="32"/>
                    <a:pt x="76" y="32"/>
                    <a:pt x="76" y="32"/>
                  </a:cubicBezTo>
                  <a:close/>
                  <a:moveTo>
                    <a:pt x="82" y="39"/>
                  </a:moveTo>
                  <a:cubicBezTo>
                    <a:pt x="80" y="37"/>
                    <a:pt x="80" y="37"/>
                    <a:pt x="80" y="37"/>
                  </a:cubicBezTo>
                  <a:cubicBezTo>
                    <a:pt x="99" y="18"/>
                    <a:pt x="99" y="18"/>
                    <a:pt x="99" y="18"/>
                  </a:cubicBezTo>
                  <a:cubicBezTo>
                    <a:pt x="101" y="20"/>
                    <a:pt x="101" y="20"/>
                    <a:pt x="101" y="20"/>
                  </a:cubicBezTo>
                  <a:cubicBezTo>
                    <a:pt x="82" y="39"/>
                    <a:pt x="82" y="39"/>
                    <a:pt x="82" y="39"/>
                  </a:cubicBezTo>
                  <a:cubicBezTo>
                    <a:pt x="82" y="39"/>
                    <a:pt x="82" y="39"/>
                    <a:pt x="82" y="39"/>
                  </a:cubicBezTo>
                  <a:close/>
                </a:path>
              </a:pathLst>
            </a:custGeom>
            <a:solidFill>
              <a:schemeClr val="bg1"/>
            </a:solidFill>
            <a:ln w="9525">
              <a:noFill/>
              <a:miter lim="800000"/>
              <a:headEnd/>
              <a:tailEnd/>
            </a:ln>
          </p:spPr>
          <p:txBody>
            <a:bodyPr/>
            <a:lstStyle/>
            <a:p>
              <a:endParaRPr lang="el-GR">
                <a:solidFill>
                  <a:srgbClr val="000000"/>
                </a:solidFill>
              </a:endParaRPr>
            </a:p>
          </p:txBody>
        </p:sp>
      </p:grpSp>
      <p:sp>
        <p:nvSpPr>
          <p:cNvPr id="4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200"/>
                                        <p:tgtEl>
                                          <p:spTgt spid="39"/>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 fill="hold"/>
                                        <p:tgtEl>
                                          <p:spTgt spid="13"/>
                                        </p:tgtEl>
                                        <p:attrNameLst>
                                          <p:attrName>ppt_x</p:attrName>
                                        </p:attrNameLst>
                                      </p:cBhvr>
                                      <p:tavLst>
                                        <p:tav tm="0">
                                          <p:val>
                                            <p:strVal val="#ppt_x"/>
                                          </p:val>
                                        </p:tav>
                                        <p:tav tm="100000">
                                          <p:val>
                                            <p:strVal val="#ppt_x"/>
                                          </p:val>
                                        </p:tav>
                                      </p:tavLst>
                                    </p:anim>
                                    <p:anim calcmode="lin" valueType="num">
                                      <p:cBhvr additive="base">
                                        <p:cTn id="12" dur="250" fill="hold"/>
                                        <p:tgtEl>
                                          <p:spTgt spid="13"/>
                                        </p:tgtEl>
                                        <p:attrNameLst>
                                          <p:attrName>ppt_y</p:attrName>
                                        </p:attrNameLst>
                                      </p:cBhvr>
                                      <p:tavLst>
                                        <p:tav tm="0">
                                          <p:val>
                                            <p:strVal val="1+#ppt_h/2"/>
                                          </p:val>
                                        </p:tav>
                                        <p:tav tm="100000">
                                          <p:val>
                                            <p:strVal val="#ppt_y"/>
                                          </p:val>
                                        </p:tav>
                                      </p:tavLst>
                                    </p:anim>
                                  </p:childTnLst>
                                </p:cTn>
                              </p:par>
                            </p:childTnLst>
                          </p:cTn>
                        </p:par>
                        <p:par>
                          <p:cTn id="13" fill="hold">
                            <p:stCondLst>
                              <p:cond delay="450"/>
                            </p:stCondLst>
                            <p:childTnLst>
                              <p:par>
                                <p:cTn id="14" presetID="2" presetClass="entr" presetSubtype="4"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anim calcmode="lin" valueType="num">
                                      <p:cBhvr additive="base">
                                        <p:cTn id="16" dur="250" fill="hold"/>
                                        <p:tgtEl>
                                          <p:spTgt spid="22"/>
                                        </p:tgtEl>
                                        <p:attrNameLst>
                                          <p:attrName>ppt_x</p:attrName>
                                        </p:attrNameLst>
                                      </p:cBhvr>
                                      <p:tavLst>
                                        <p:tav tm="0">
                                          <p:val>
                                            <p:strVal val="#ppt_x"/>
                                          </p:val>
                                        </p:tav>
                                        <p:tav tm="100000">
                                          <p:val>
                                            <p:strVal val="#ppt_x"/>
                                          </p:val>
                                        </p:tav>
                                      </p:tavLst>
                                    </p:anim>
                                    <p:anim calcmode="lin" valueType="num">
                                      <p:cBhvr additive="base">
                                        <p:cTn id="17" dur="250" fill="hold"/>
                                        <p:tgtEl>
                                          <p:spTgt spid="22"/>
                                        </p:tgtEl>
                                        <p:attrNameLst>
                                          <p:attrName>ppt_y</p:attrName>
                                        </p:attrNameLst>
                                      </p:cBhvr>
                                      <p:tavLst>
                                        <p:tav tm="0">
                                          <p:val>
                                            <p:strVal val="1+#ppt_h/2"/>
                                          </p:val>
                                        </p:tav>
                                        <p:tav tm="100000">
                                          <p:val>
                                            <p:strVal val="#ppt_y"/>
                                          </p:val>
                                        </p:tav>
                                      </p:tavLst>
                                    </p:anim>
                                  </p:childTnLst>
                                </p:cTn>
                              </p:par>
                            </p:childTnLst>
                          </p:cTn>
                        </p:par>
                        <p:par>
                          <p:cTn id="18" fill="hold">
                            <p:stCondLst>
                              <p:cond delay="700"/>
                            </p:stCondLst>
                            <p:childTnLst>
                              <p:par>
                                <p:cTn id="19" presetID="2" presetClass="entr" presetSubtype="4"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250" fill="hold"/>
                                        <p:tgtEl>
                                          <p:spTgt spid="5"/>
                                        </p:tgtEl>
                                        <p:attrNameLst>
                                          <p:attrName>ppt_x</p:attrName>
                                        </p:attrNameLst>
                                      </p:cBhvr>
                                      <p:tavLst>
                                        <p:tav tm="0">
                                          <p:val>
                                            <p:strVal val="#ppt_x"/>
                                          </p:val>
                                        </p:tav>
                                        <p:tav tm="100000">
                                          <p:val>
                                            <p:strVal val="#ppt_x"/>
                                          </p:val>
                                        </p:tav>
                                      </p:tavLst>
                                    </p:anim>
                                    <p:anim calcmode="lin" valueType="num">
                                      <p:cBhvr additive="base">
                                        <p:cTn id="22" dur="250" fill="hold"/>
                                        <p:tgtEl>
                                          <p:spTgt spid="5"/>
                                        </p:tgtEl>
                                        <p:attrNameLst>
                                          <p:attrName>ppt_y</p:attrName>
                                        </p:attrNameLst>
                                      </p:cBhvr>
                                      <p:tavLst>
                                        <p:tav tm="0">
                                          <p:val>
                                            <p:strVal val="1+#ppt_h/2"/>
                                          </p:val>
                                        </p:tav>
                                        <p:tav tm="100000">
                                          <p:val>
                                            <p:strVal val="#ppt_y"/>
                                          </p:val>
                                        </p:tav>
                                      </p:tavLst>
                                    </p:anim>
                                  </p:childTnLst>
                                </p:cTn>
                              </p:par>
                            </p:childTnLst>
                          </p:cTn>
                        </p:par>
                        <p:par>
                          <p:cTn id="23" fill="hold">
                            <p:stCondLst>
                              <p:cond delay="950"/>
                            </p:stCondLst>
                            <p:childTnLst>
                              <p:par>
                                <p:cTn id="24" presetID="2" presetClass="entr" presetSubtype="4"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 fill="hold"/>
                                        <p:tgtEl>
                                          <p:spTgt spid="18"/>
                                        </p:tgtEl>
                                        <p:attrNameLst>
                                          <p:attrName>ppt_x</p:attrName>
                                        </p:attrNameLst>
                                      </p:cBhvr>
                                      <p:tavLst>
                                        <p:tav tm="0">
                                          <p:val>
                                            <p:strVal val="#ppt_x"/>
                                          </p:val>
                                        </p:tav>
                                        <p:tav tm="100000">
                                          <p:val>
                                            <p:strVal val="#ppt_x"/>
                                          </p:val>
                                        </p:tav>
                                      </p:tavLst>
                                    </p:anim>
                                    <p:anim calcmode="lin" valueType="num">
                                      <p:cBhvr additive="base">
                                        <p:cTn id="27" dur="250" fill="hold"/>
                                        <p:tgtEl>
                                          <p:spTgt spid="18"/>
                                        </p:tgtEl>
                                        <p:attrNameLst>
                                          <p:attrName>ppt_y</p:attrName>
                                        </p:attrNameLst>
                                      </p:cBhvr>
                                      <p:tavLst>
                                        <p:tav tm="0">
                                          <p:val>
                                            <p:strVal val="1+#ppt_h/2"/>
                                          </p:val>
                                        </p:tav>
                                        <p:tav tm="100000">
                                          <p:val>
                                            <p:strVal val="#ppt_y"/>
                                          </p:val>
                                        </p:tav>
                                      </p:tavLst>
                                    </p:anim>
                                  </p:childTnLst>
                                </p:cTn>
                              </p:par>
                            </p:childTnLst>
                          </p:cTn>
                        </p:par>
                        <p:par>
                          <p:cTn id="28" fill="hold">
                            <p:stCondLst>
                              <p:cond delay="1200"/>
                            </p:stCondLst>
                            <p:childTnLst>
                              <p:par>
                                <p:cTn id="29" presetID="2" presetClass="entr" presetSubtype="4" fill="hold" nodeType="after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250" fill="hold"/>
                                        <p:tgtEl>
                                          <p:spTgt spid="40"/>
                                        </p:tgtEl>
                                        <p:attrNameLst>
                                          <p:attrName>ppt_x</p:attrName>
                                        </p:attrNameLst>
                                      </p:cBhvr>
                                      <p:tavLst>
                                        <p:tav tm="0">
                                          <p:val>
                                            <p:strVal val="#ppt_x"/>
                                          </p:val>
                                        </p:tav>
                                        <p:tav tm="100000">
                                          <p:val>
                                            <p:strVal val="#ppt_x"/>
                                          </p:val>
                                        </p:tav>
                                      </p:tavLst>
                                    </p:anim>
                                    <p:anim calcmode="lin" valueType="num">
                                      <p:cBhvr additive="base">
                                        <p:cTn id="32" dur="250" fill="hold"/>
                                        <p:tgtEl>
                                          <p:spTgt spid="40"/>
                                        </p:tgtEl>
                                        <p:attrNameLst>
                                          <p:attrName>ppt_y</p:attrName>
                                        </p:attrNameLst>
                                      </p:cBhvr>
                                      <p:tavLst>
                                        <p:tav tm="0">
                                          <p:val>
                                            <p:strVal val="1+#ppt_h/2"/>
                                          </p:val>
                                        </p:tav>
                                        <p:tav tm="100000">
                                          <p:val>
                                            <p:strVal val="#ppt_y"/>
                                          </p:val>
                                        </p:tav>
                                      </p:tavLst>
                                    </p:anim>
                                  </p:childTnLst>
                                </p:cTn>
                              </p:par>
                            </p:childTnLst>
                          </p:cTn>
                        </p:par>
                        <p:par>
                          <p:cTn id="33" fill="hold">
                            <p:stCondLst>
                              <p:cond delay="1450"/>
                            </p:stCondLst>
                            <p:childTnLst>
                              <p:par>
                                <p:cTn id="34" presetID="53" presetClass="entr" presetSubtype="16" fill="hold" nodeType="afterEffect">
                                  <p:stCondLst>
                                    <p:cond delay="0"/>
                                  </p:stCondLst>
                                  <p:childTnLst>
                                    <p:set>
                                      <p:cBhvr>
                                        <p:cTn id="35" dur="1" fill="hold">
                                          <p:stCondLst>
                                            <p:cond delay="0"/>
                                          </p:stCondLst>
                                        </p:cTn>
                                        <p:tgtEl>
                                          <p:spTgt spid="74"/>
                                        </p:tgtEl>
                                        <p:attrNameLst>
                                          <p:attrName>style.visibility</p:attrName>
                                        </p:attrNameLst>
                                      </p:cBhvr>
                                      <p:to>
                                        <p:strVal val="visible"/>
                                      </p:to>
                                    </p:set>
                                    <p:anim calcmode="lin" valueType="num">
                                      <p:cBhvr>
                                        <p:cTn id="36" dur="500" fill="hold"/>
                                        <p:tgtEl>
                                          <p:spTgt spid="74"/>
                                        </p:tgtEl>
                                        <p:attrNameLst>
                                          <p:attrName>ppt_w</p:attrName>
                                        </p:attrNameLst>
                                      </p:cBhvr>
                                      <p:tavLst>
                                        <p:tav tm="0">
                                          <p:val>
                                            <p:fltVal val="0"/>
                                          </p:val>
                                        </p:tav>
                                        <p:tav tm="100000">
                                          <p:val>
                                            <p:strVal val="#ppt_w"/>
                                          </p:val>
                                        </p:tav>
                                      </p:tavLst>
                                    </p:anim>
                                    <p:anim calcmode="lin" valueType="num">
                                      <p:cBhvr>
                                        <p:cTn id="37" dur="500" fill="hold"/>
                                        <p:tgtEl>
                                          <p:spTgt spid="74"/>
                                        </p:tgtEl>
                                        <p:attrNameLst>
                                          <p:attrName>ppt_h</p:attrName>
                                        </p:attrNameLst>
                                      </p:cBhvr>
                                      <p:tavLst>
                                        <p:tav tm="0">
                                          <p:val>
                                            <p:fltVal val="0"/>
                                          </p:val>
                                        </p:tav>
                                        <p:tav tm="100000">
                                          <p:val>
                                            <p:strVal val="#ppt_h"/>
                                          </p:val>
                                        </p:tav>
                                      </p:tavLst>
                                    </p:anim>
                                    <p:animEffect transition="in" filter="fade">
                                      <p:cBhvr>
                                        <p:cTn id="38" dur="500"/>
                                        <p:tgtEl>
                                          <p:spTgt spid="74"/>
                                        </p:tgtEl>
                                      </p:cBhvr>
                                    </p:animEffect>
                                  </p:childTnLst>
                                </p:cTn>
                              </p:par>
                            </p:childTnLst>
                          </p:cTn>
                        </p:par>
                        <p:par>
                          <p:cTn id="39" fill="hold">
                            <p:stCondLst>
                              <p:cond delay="1950"/>
                            </p:stCondLst>
                            <p:childTnLst>
                              <p:par>
                                <p:cTn id="40" presetID="53" presetClass="entr" presetSubtype="16" fill="hold" grpId="0" nodeType="afterEffect">
                                  <p:stCondLst>
                                    <p:cond delay="0"/>
                                  </p:stCondLst>
                                  <p:childTnLst>
                                    <p:set>
                                      <p:cBhvr>
                                        <p:cTn id="41" dur="1" fill="hold">
                                          <p:stCondLst>
                                            <p:cond delay="0"/>
                                          </p:stCondLst>
                                        </p:cTn>
                                        <p:tgtEl>
                                          <p:spTgt spid="45"/>
                                        </p:tgtEl>
                                        <p:attrNameLst>
                                          <p:attrName>style.visibility</p:attrName>
                                        </p:attrNameLst>
                                      </p:cBhvr>
                                      <p:to>
                                        <p:strVal val="visible"/>
                                      </p:to>
                                    </p:set>
                                    <p:anim calcmode="lin" valueType="num">
                                      <p:cBhvr>
                                        <p:cTn id="42" dur="500" fill="hold"/>
                                        <p:tgtEl>
                                          <p:spTgt spid="45"/>
                                        </p:tgtEl>
                                        <p:attrNameLst>
                                          <p:attrName>ppt_w</p:attrName>
                                        </p:attrNameLst>
                                      </p:cBhvr>
                                      <p:tavLst>
                                        <p:tav tm="0">
                                          <p:val>
                                            <p:fltVal val="0"/>
                                          </p:val>
                                        </p:tav>
                                        <p:tav tm="100000">
                                          <p:val>
                                            <p:strVal val="#ppt_w"/>
                                          </p:val>
                                        </p:tav>
                                      </p:tavLst>
                                    </p:anim>
                                    <p:anim calcmode="lin" valueType="num">
                                      <p:cBhvr>
                                        <p:cTn id="43" dur="500" fill="hold"/>
                                        <p:tgtEl>
                                          <p:spTgt spid="45"/>
                                        </p:tgtEl>
                                        <p:attrNameLst>
                                          <p:attrName>ppt_h</p:attrName>
                                        </p:attrNameLst>
                                      </p:cBhvr>
                                      <p:tavLst>
                                        <p:tav tm="0">
                                          <p:val>
                                            <p:fltVal val="0"/>
                                          </p:val>
                                        </p:tav>
                                        <p:tav tm="100000">
                                          <p:val>
                                            <p:strVal val="#ppt_h"/>
                                          </p:val>
                                        </p:tav>
                                      </p:tavLst>
                                    </p:anim>
                                    <p:animEffect transition="in" filter="fade">
                                      <p:cBhvr>
                                        <p:cTn id="44" dur="500"/>
                                        <p:tgtEl>
                                          <p:spTgt spid="45"/>
                                        </p:tgtEl>
                                      </p:cBhvr>
                                    </p:animEffect>
                                  </p:childTnLst>
                                </p:cTn>
                              </p:par>
                            </p:childTnLst>
                          </p:cTn>
                        </p:par>
                        <p:par>
                          <p:cTn id="45" fill="hold">
                            <p:stCondLst>
                              <p:cond delay="2450"/>
                            </p:stCondLst>
                            <p:childTnLst>
                              <p:par>
                                <p:cTn id="46" presetID="53" presetClass="entr" presetSubtype="16" fill="hold" nodeType="afterEffect">
                                  <p:stCondLst>
                                    <p:cond delay="0"/>
                                  </p:stCondLst>
                                  <p:childTnLst>
                                    <p:set>
                                      <p:cBhvr>
                                        <p:cTn id="47" dur="1" fill="hold">
                                          <p:stCondLst>
                                            <p:cond delay="0"/>
                                          </p:stCondLst>
                                        </p:cTn>
                                        <p:tgtEl>
                                          <p:spTgt spid="80"/>
                                        </p:tgtEl>
                                        <p:attrNameLst>
                                          <p:attrName>style.visibility</p:attrName>
                                        </p:attrNameLst>
                                      </p:cBhvr>
                                      <p:to>
                                        <p:strVal val="visible"/>
                                      </p:to>
                                    </p:set>
                                    <p:anim calcmode="lin" valueType="num">
                                      <p:cBhvr>
                                        <p:cTn id="48" dur="500" fill="hold"/>
                                        <p:tgtEl>
                                          <p:spTgt spid="80"/>
                                        </p:tgtEl>
                                        <p:attrNameLst>
                                          <p:attrName>ppt_w</p:attrName>
                                        </p:attrNameLst>
                                      </p:cBhvr>
                                      <p:tavLst>
                                        <p:tav tm="0">
                                          <p:val>
                                            <p:fltVal val="0"/>
                                          </p:val>
                                        </p:tav>
                                        <p:tav tm="100000">
                                          <p:val>
                                            <p:strVal val="#ppt_w"/>
                                          </p:val>
                                        </p:tav>
                                      </p:tavLst>
                                    </p:anim>
                                    <p:anim calcmode="lin" valueType="num">
                                      <p:cBhvr>
                                        <p:cTn id="49" dur="500" fill="hold"/>
                                        <p:tgtEl>
                                          <p:spTgt spid="80"/>
                                        </p:tgtEl>
                                        <p:attrNameLst>
                                          <p:attrName>ppt_h</p:attrName>
                                        </p:attrNameLst>
                                      </p:cBhvr>
                                      <p:tavLst>
                                        <p:tav tm="0">
                                          <p:val>
                                            <p:fltVal val="0"/>
                                          </p:val>
                                        </p:tav>
                                        <p:tav tm="100000">
                                          <p:val>
                                            <p:strVal val="#ppt_h"/>
                                          </p:val>
                                        </p:tav>
                                      </p:tavLst>
                                    </p:anim>
                                    <p:animEffect transition="in" filter="fade">
                                      <p:cBhvr>
                                        <p:cTn id="50" dur="500"/>
                                        <p:tgtEl>
                                          <p:spTgt spid="80"/>
                                        </p:tgtEl>
                                      </p:cBhvr>
                                    </p:animEffect>
                                  </p:childTnLst>
                                </p:cTn>
                              </p:par>
                            </p:childTnLst>
                          </p:cTn>
                        </p:par>
                        <p:par>
                          <p:cTn id="51" fill="hold">
                            <p:stCondLst>
                              <p:cond delay="2950"/>
                            </p:stCondLst>
                            <p:childTnLst>
                              <p:par>
                                <p:cTn id="52" presetID="53" presetClass="entr" presetSubtype="16" fill="hold" grpId="0" nodeType="afterEffect">
                                  <p:stCondLst>
                                    <p:cond delay="0"/>
                                  </p:stCondLst>
                                  <p:childTnLst>
                                    <p:set>
                                      <p:cBhvr>
                                        <p:cTn id="53" dur="1" fill="hold">
                                          <p:stCondLst>
                                            <p:cond delay="0"/>
                                          </p:stCondLst>
                                        </p:cTn>
                                        <p:tgtEl>
                                          <p:spTgt spid="79"/>
                                        </p:tgtEl>
                                        <p:attrNameLst>
                                          <p:attrName>style.visibility</p:attrName>
                                        </p:attrNameLst>
                                      </p:cBhvr>
                                      <p:to>
                                        <p:strVal val="visible"/>
                                      </p:to>
                                    </p:set>
                                    <p:anim calcmode="lin" valueType="num">
                                      <p:cBhvr>
                                        <p:cTn id="54" dur="500" fill="hold"/>
                                        <p:tgtEl>
                                          <p:spTgt spid="79"/>
                                        </p:tgtEl>
                                        <p:attrNameLst>
                                          <p:attrName>ppt_w</p:attrName>
                                        </p:attrNameLst>
                                      </p:cBhvr>
                                      <p:tavLst>
                                        <p:tav tm="0">
                                          <p:val>
                                            <p:fltVal val="0"/>
                                          </p:val>
                                        </p:tav>
                                        <p:tav tm="100000">
                                          <p:val>
                                            <p:strVal val="#ppt_w"/>
                                          </p:val>
                                        </p:tav>
                                      </p:tavLst>
                                    </p:anim>
                                    <p:anim calcmode="lin" valueType="num">
                                      <p:cBhvr>
                                        <p:cTn id="55" dur="500" fill="hold"/>
                                        <p:tgtEl>
                                          <p:spTgt spid="79"/>
                                        </p:tgtEl>
                                        <p:attrNameLst>
                                          <p:attrName>ppt_h</p:attrName>
                                        </p:attrNameLst>
                                      </p:cBhvr>
                                      <p:tavLst>
                                        <p:tav tm="0">
                                          <p:val>
                                            <p:fltVal val="0"/>
                                          </p:val>
                                        </p:tav>
                                        <p:tav tm="100000">
                                          <p:val>
                                            <p:strVal val="#ppt_h"/>
                                          </p:val>
                                        </p:tav>
                                      </p:tavLst>
                                    </p:anim>
                                    <p:animEffect transition="in" filter="fade">
                                      <p:cBhvr>
                                        <p:cTn id="56" dur="500"/>
                                        <p:tgtEl>
                                          <p:spTgt spid="79"/>
                                        </p:tgtEl>
                                      </p:cBhvr>
                                    </p:animEffect>
                                  </p:childTnLst>
                                </p:cTn>
                              </p:par>
                            </p:childTnLst>
                          </p:cTn>
                        </p:par>
                        <p:par>
                          <p:cTn id="57" fill="hold">
                            <p:stCondLst>
                              <p:cond delay="3450"/>
                            </p:stCondLst>
                            <p:childTnLst>
                              <p:par>
                                <p:cTn id="58" presetID="53" presetClass="entr" presetSubtype="16" fill="hold" nodeType="afterEffect">
                                  <p:stCondLst>
                                    <p:cond delay="0"/>
                                  </p:stCondLst>
                                  <p:childTnLst>
                                    <p:set>
                                      <p:cBhvr>
                                        <p:cTn id="59" dur="1" fill="hold">
                                          <p:stCondLst>
                                            <p:cond delay="0"/>
                                          </p:stCondLst>
                                        </p:cTn>
                                        <p:tgtEl>
                                          <p:spTgt spid="47"/>
                                        </p:tgtEl>
                                        <p:attrNameLst>
                                          <p:attrName>style.visibility</p:attrName>
                                        </p:attrNameLst>
                                      </p:cBhvr>
                                      <p:to>
                                        <p:strVal val="visible"/>
                                      </p:to>
                                    </p:set>
                                    <p:anim calcmode="lin" valueType="num">
                                      <p:cBhvr>
                                        <p:cTn id="60" dur="500" fill="hold"/>
                                        <p:tgtEl>
                                          <p:spTgt spid="47"/>
                                        </p:tgtEl>
                                        <p:attrNameLst>
                                          <p:attrName>ppt_w</p:attrName>
                                        </p:attrNameLst>
                                      </p:cBhvr>
                                      <p:tavLst>
                                        <p:tav tm="0">
                                          <p:val>
                                            <p:fltVal val="0"/>
                                          </p:val>
                                        </p:tav>
                                        <p:tav tm="100000">
                                          <p:val>
                                            <p:strVal val="#ppt_w"/>
                                          </p:val>
                                        </p:tav>
                                      </p:tavLst>
                                    </p:anim>
                                    <p:anim calcmode="lin" valueType="num">
                                      <p:cBhvr>
                                        <p:cTn id="61" dur="500" fill="hold"/>
                                        <p:tgtEl>
                                          <p:spTgt spid="47"/>
                                        </p:tgtEl>
                                        <p:attrNameLst>
                                          <p:attrName>ppt_h</p:attrName>
                                        </p:attrNameLst>
                                      </p:cBhvr>
                                      <p:tavLst>
                                        <p:tav tm="0">
                                          <p:val>
                                            <p:fltVal val="0"/>
                                          </p:val>
                                        </p:tav>
                                        <p:tav tm="100000">
                                          <p:val>
                                            <p:strVal val="#ppt_h"/>
                                          </p:val>
                                        </p:tav>
                                      </p:tavLst>
                                    </p:anim>
                                    <p:animEffect transition="in" filter="fade">
                                      <p:cBhvr>
                                        <p:cTn id="62" dur="500"/>
                                        <p:tgtEl>
                                          <p:spTgt spid="47"/>
                                        </p:tgtEl>
                                      </p:cBhvr>
                                    </p:animEffect>
                                  </p:childTnLst>
                                </p:cTn>
                              </p:par>
                            </p:childTnLst>
                          </p:cTn>
                        </p:par>
                        <p:par>
                          <p:cTn id="63" fill="hold">
                            <p:stCondLst>
                              <p:cond delay="3950"/>
                            </p:stCondLst>
                            <p:childTnLst>
                              <p:par>
                                <p:cTn id="64" presetID="53" presetClass="entr" presetSubtype="16" fill="hold" grpId="0" nodeType="afterEffect">
                                  <p:stCondLst>
                                    <p:cond delay="0"/>
                                  </p:stCondLst>
                                  <p:childTnLst>
                                    <p:set>
                                      <p:cBhvr>
                                        <p:cTn id="65" dur="1" fill="hold">
                                          <p:stCondLst>
                                            <p:cond delay="0"/>
                                          </p:stCondLst>
                                        </p:cTn>
                                        <p:tgtEl>
                                          <p:spTgt spid="46"/>
                                        </p:tgtEl>
                                        <p:attrNameLst>
                                          <p:attrName>style.visibility</p:attrName>
                                        </p:attrNameLst>
                                      </p:cBhvr>
                                      <p:to>
                                        <p:strVal val="visible"/>
                                      </p:to>
                                    </p:set>
                                    <p:anim calcmode="lin" valueType="num">
                                      <p:cBhvr>
                                        <p:cTn id="66" dur="500" fill="hold"/>
                                        <p:tgtEl>
                                          <p:spTgt spid="46"/>
                                        </p:tgtEl>
                                        <p:attrNameLst>
                                          <p:attrName>ppt_w</p:attrName>
                                        </p:attrNameLst>
                                      </p:cBhvr>
                                      <p:tavLst>
                                        <p:tav tm="0">
                                          <p:val>
                                            <p:fltVal val="0"/>
                                          </p:val>
                                        </p:tav>
                                        <p:tav tm="100000">
                                          <p:val>
                                            <p:strVal val="#ppt_w"/>
                                          </p:val>
                                        </p:tav>
                                      </p:tavLst>
                                    </p:anim>
                                    <p:anim calcmode="lin" valueType="num">
                                      <p:cBhvr>
                                        <p:cTn id="67" dur="500" fill="hold"/>
                                        <p:tgtEl>
                                          <p:spTgt spid="46"/>
                                        </p:tgtEl>
                                        <p:attrNameLst>
                                          <p:attrName>ppt_h</p:attrName>
                                        </p:attrNameLst>
                                      </p:cBhvr>
                                      <p:tavLst>
                                        <p:tav tm="0">
                                          <p:val>
                                            <p:fltVal val="0"/>
                                          </p:val>
                                        </p:tav>
                                        <p:tav tm="100000">
                                          <p:val>
                                            <p:strVal val="#ppt_h"/>
                                          </p:val>
                                        </p:tav>
                                      </p:tavLst>
                                    </p:anim>
                                    <p:animEffect transition="in" filter="fade">
                                      <p:cBhvr>
                                        <p:cTn id="6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5" grpId="0"/>
      <p:bldP spid="79" grpId="0"/>
      <p:bldP spid="4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t>أسباب استخدام تكنولوجيا التعليم</a:t>
            </a:r>
            <a:endParaRPr lang="en-US" sz="4400" u="sng"/>
          </a:p>
        </p:txBody>
      </p:sp>
      <p:sp>
        <p:nvSpPr>
          <p:cNvPr id="77" name="Text Box 10"/>
          <p:cNvSpPr txBox="1">
            <a:spLocks noChangeArrowheads="1"/>
          </p:cNvSpPr>
          <p:nvPr/>
        </p:nvSpPr>
        <p:spPr bwMode="auto">
          <a:xfrm>
            <a:off x="231775" y="1474788"/>
            <a:ext cx="4359275" cy="2016125"/>
          </a:xfrm>
          <a:prstGeom prst="rect">
            <a:avLst/>
          </a:prstGeom>
          <a:noFill/>
          <a:ln w="9525">
            <a:noFill/>
            <a:miter lim="800000"/>
            <a:headEnd/>
            <a:tailEnd/>
          </a:ln>
        </p:spPr>
        <p:txBody>
          <a:bodyPr lIns="45720" tIns="22860" rIns="45720" bIns="22860">
            <a:spAutoFit/>
          </a:bodyPr>
          <a:lstStyle/>
          <a:p>
            <a:pPr algn="r" defTabSz="1087438"/>
            <a:r>
              <a:rPr lang="ar-SA" sz="3200"/>
              <a:t>حثّ المتعلمين على التعلم الذاتي وذلك من خلال إعطاء رأيهم وإضافة معلوماتهم والتحقق ممّا لديهم من آراء بأنفسهم</a:t>
            </a:r>
            <a:endParaRPr lang="en-US" sz="3200" b="1">
              <a:solidFill>
                <a:srgbClr val="94B64E"/>
              </a:solidFill>
              <a:latin typeface="Open Sans"/>
              <a:ea typeface="Open Sans"/>
              <a:cs typeface="Open Sans"/>
            </a:endParaRPr>
          </a:p>
        </p:txBody>
      </p:sp>
      <p:sp>
        <p:nvSpPr>
          <p:cNvPr id="79" name="Text Box 10"/>
          <p:cNvSpPr txBox="1">
            <a:spLocks noChangeArrowheads="1"/>
          </p:cNvSpPr>
          <p:nvPr/>
        </p:nvSpPr>
        <p:spPr bwMode="auto">
          <a:xfrm>
            <a:off x="-131763" y="4257675"/>
            <a:ext cx="4691063" cy="2016125"/>
          </a:xfrm>
          <a:prstGeom prst="rect">
            <a:avLst/>
          </a:prstGeom>
          <a:noFill/>
          <a:ln w="9525">
            <a:noFill/>
            <a:miter lim="800000"/>
            <a:headEnd/>
            <a:tailEnd/>
          </a:ln>
        </p:spPr>
        <p:txBody>
          <a:bodyPr lIns="45720" tIns="22860" rIns="45720" bIns="22860">
            <a:spAutoFit/>
          </a:bodyPr>
          <a:lstStyle/>
          <a:p>
            <a:pPr algn="r" defTabSz="1087438"/>
            <a:r>
              <a:rPr lang="ar-SA" sz="3200"/>
              <a:t>القضاء على أساليب التعليم التقليدية القديمة والتي بدورها تقضي على التفكير الإبداعي والتأملي والمُلهِم </a:t>
            </a:r>
            <a:r>
              <a:rPr lang="en-US" sz="3200">
                <a:solidFill>
                  <a:srgbClr val="A6A6A6"/>
                </a:solidFill>
                <a:latin typeface="Open Sans"/>
                <a:ea typeface="Open Sans"/>
                <a:cs typeface="Open Sans"/>
              </a:rPr>
              <a:t>. </a:t>
            </a:r>
          </a:p>
          <a:p>
            <a:pPr algn="r" defTabSz="1087438">
              <a:lnSpc>
                <a:spcPct val="200000"/>
              </a:lnSpc>
            </a:pPr>
            <a:endParaRPr lang="en-US" sz="1600" b="1">
              <a:solidFill>
                <a:srgbClr val="2980B9"/>
              </a:solidFill>
              <a:latin typeface="Open Sans"/>
              <a:ea typeface="Open Sans"/>
              <a:cs typeface="Open Sans"/>
            </a:endParaRPr>
          </a:p>
        </p:txBody>
      </p:sp>
      <p:grpSp>
        <p:nvGrpSpPr>
          <p:cNvPr id="107" name="Group 106"/>
          <p:cNvGrpSpPr>
            <a:grpSpLocks/>
          </p:cNvGrpSpPr>
          <p:nvPr/>
        </p:nvGrpSpPr>
        <p:grpSpPr bwMode="auto">
          <a:xfrm>
            <a:off x="4597400" y="4481513"/>
            <a:ext cx="1220788" cy="2376487"/>
            <a:chOff x="4752324" y="4894851"/>
            <a:chExt cx="1066423" cy="1963149"/>
          </a:xfrm>
        </p:grpSpPr>
        <p:sp>
          <p:nvSpPr>
            <p:cNvPr id="528400"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28401" name="Group 101"/>
            <p:cNvGrpSpPr>
              <a:grpSpLocks/>
            </p:cNvGrpSpPr>
            <p:nvPr/>
          </p:nvGrpSpPr>
          <p:grpSpPr bwMode="auto">
            <a:xfrm>
              <a:off x="4752324" y="4894851"/>
              <a:ext cx="905220" cy="907325"/>
              <a:chOff x="4752324" y="4894851"/>
              <a:chExt cx="905220" cy="907325"/>
            </a:xfrm>
          </p:grpSpPr>
          <p:sp>
            <p:nvSpPr>
              <p:cNvPr id="528402"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28396"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28397" name="Group 103"/>
            <p:cNvGrpSpPr>
              <a:grpSpLocks/>
            </p:cNvGrpSpPr>
            <p:nvPr/>
          </p:nvGrpSpPr>
          <p:grpSpPr bwMode="auto">
            <a:xfrm>
              <a:off x="6478748" y="3208001"/>
              <a:ext cx="913642" cy="909432"/>
              <a:chOff x="6478748" y="3208001"/>
              <a:chExt cx="913642" cy="909432"/>
            </a:xfrm>
          </p:grpSpPr>
          <p:sp>
            <p:nvSpPr>
              <p:cNvPr id="528398"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28399"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28392"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28393" name="Group 99"/>
            <p:cNvGrpSpPr>
              <a:grpSpLocks/>
            </p:cNvGrpSpPr>
            <p:nvPr/>
          </p:nvGrpSpPr>
          <p:grpSpPr bwMode="auto">
            <a:xfrm>
              <a:off x="4752322" y="1646206"/>
              <a:ext cx="905222" cy="909432"/>
              <a:chOff x="4752322" y="1646206"/>
              <a:chExt cx="905222" cy="909432"/>
            </a:xfrm>
          </p:grpSpPr>
          <p:sp>
            <p:nvSpPr>
              <p:cNvPr id="528394"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28395"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385050" y="3187700"/>
            <a:ext cx="4367213" cy="2014538"/>
          </a:xfrm>
          <a:prstGeom prst="rect">
            <a:avLst/>
          </a:prstGeom>
          <a:noFill/>
          <a:ln w="9525">
            <a:noFill/>
            <a:miter lim="800000"/>
            <a:headEnd/>
            <a:tailEnd/>
          </a:ln>
        </p:spPr>
        <p:txBody>
          <a:bodyPr lIns="45720" tIns="22860" rIns="45720" bIns="22860">
            <a:spAutoFit/>
          </a:bodyPr>
          <a:lstStyle/>
          <a:p>
            <a:pPr algn="r" defTabSz="1087438" rtl="1"/>
            <a:r>
              <a:rPr lang="ar-SA" sz="3200"/>
              <a:t>توفير الوقت في عملية الشّرح للمعلم، والوقت بالنسبة للمتعلم في حل الواجبات والمشاريع وأوراق العمل. </a:t>
            </a:r>
            <a:endParaRPr lang="en-US" sz="3200">
              <a:solidFill>
                <a:srgbClr val="A6A6A6"/>
              </a:solidFill>
              <a:latin typeface="Open Sans"/>
              <a:ea typeface="Open Sans"/>
              <a:cs typeface="Open Sans"/>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 Box 10"/>
          <p:cNvSpPr txBox="1">
            <a:spLocks noChangeArrowheads="1"/>
          </p:cNvSpPr>
          <p:nvPr/>
        </p:nvSpPr>
        <p:spPr bwMode="auto">
          <a:xfrm>
            <a:off x="7462838" y="1714500"/>
            <a:ext cx="4806950" cy="2014538"/>
          </a:xfrm>
          <a:prstGeom prst="rect">
            <a:avLst/>
          </a:prstGeom>
          <a:noFill/>
          <a:ln w="9525">
            <a:noFill/>
            <a:miter lim="800000"/>
            <a:headEnd/>
            <a:tailEnd/>
          </a:ln>
        </p:spPr>
        <p:txBody>
          <a:bodyPr lIns="45720" tIns="22860" rIns="45720" bIns="22860">
            <a:spAutoFit/>
          </a:bodyPr>
          <a:lstStyle/>
          <a:p>
            <a:pPr defTabSz="1087438"/>
            <a:r>
              <a:rPr lang="ar-SA" sz="3200"/>
              <a:t>تسهيل مهمة إيصال المعلومة من المُعلم إلى المتعلمين بعيدًا عن التَّلقين والحفظ مع إبقاء المعلومة لديهم والاستفادة منها طوال حياتهم. </a:t>
            </a:r>
            <a:endParaRPr lang="en-US" sz="3200">
              <a:solidFill>
                <a:srgbClr val="A6A6A6"/>
              </a:solidFill>
              <a:latin typeface="Open Sans"/>
              <a:ea typeface="Open Sans"/>
              <a:cs typeface="Open Sans"/>
            </a:endParaRPr>
          </a:p>
        </p:txBody>
      </p:sp>
      <p:sp>
        <p:nvSpPr>
          <p:cNvPr id="76" name="Text Box 10"/>
          <p:cNvSpPr txBox="1">
            <a:spLocks noChangeArrowheads="1"/>
          </p:cNvSpPr>
          <p:nvPr/>
        </p:nvSpPr>
        <p:spPr bwMode="auto">
          <a:xfrm>
            <a:off x="7439025" y="4267200"/>
            <a:ext cx="4592638" cy="2509838"/>
          </a:xfrm>
          <a:prstGeom prst="rect">
            <a:avLst/>
          </a:prstGeom>
          <a:noFill/>
          <a:ln w="9525">
            <a:noFill/>
            <a:miter lim="800000"/>
            <a:headEnd/>
            <a:tailEnd/>
          </a:ln>
        </p:spPr>
        <p:txBody>
          <a:bodyPr lIns="45720" tIns="22860" rIns="45720" bIns="22860">
            <a:spAutoFit/>
          </a:bodyPr>
          <a:lstStyle/>
          <a:p>
            <a:pPr defTabSz="1087438"/>
            <a:r>
              <a:rPr lang="ar-SA" sz="3200"/>
              <a:t>توفير بيئة تعليميّة متناسبة مع روح العصر المتغير الذي يعتمد على التكنولوجيا الحديثة وتسهيل عملية تناقل المعلومات والبحث عن معلومات جديدة</a:t>
            </a:r>
            <a:endParaRPr lang="en-US" sz="3200">
              <a:solidFill>
                <a:srgbClr val="A6A6A6"/>
              </a:solidFill>
              <a:latin typeface="Open Sans"/>
              <a:ea typeface="Open Sans"/>
              <a:cs typeface="Open Sans"/>
            </a:endParaRPr>
          </a:p>
        </p:txBody>
      </p:sp>
      <p:sp>
        <p:nvSpPr>
          <p:cNvPr id="78" name="Text Box 10"/>
          <p:cNvSpPr txBox="1">
            <a:spLocks noChangeArrowheads="1"/>
          </p:cNvSpPr>
          <p:nvPr/>
        </p:nvSpPr>
        <p:spPr bwMode="auto">
          <a:xfrm>
            <a:off x="298450" y="2905125"/>
            <a:ext cx="4298950" cy="2016125"/>
          </a:xfrm>
          <a:prstGeom prst="rect">
            <a:avLst/>
          </a:prstGeom>
          <a:noFill/>
          <a:ln w="9525">
            <a:noFill/>
            <a:miter lim="800000"/>
            <a:headEnd/>
            <a:tailEnd/>
          </a:ln>
        </p:spPr>
        <p:txBody>
          <a:bodyPr lIns="45720" tIns="22860" rIns="45720" bIns="22860">
            <a:spAutoFit/>
          </a:bodyPr>
          <a:lstStyle/>
          <a:p>
            <a:pPr algn="r" defTabSz="1087438"/>
            <a:r>
              <a:rPr lang="ar-SA" sz="3200"/>
              <a:t>مساعدة المتعلمين على سهولة إدراك المعلومات والقوانين والأفكار بطُرقٍ سهلةٍ تتناسب مع ذكاء وقدرات كلّ متعلّم.</a:t>
            </a:r>
            <a:r>
              <a:rPr lang="en-US" sz="3200">
                <a:solidFill>
                  <a:srgbClr val="A6A6A6"/>
                </a:solidFill>
                <a:latin typeface="Open Sans"/>
                <a:ea typeface="Open Sans"/>
                <a:cs typeface="Open Sans"/>
              </a:rPr>
              <a:t>. </a:t>
            </a:r>
          </a:p>
        </p:txBody>
      </p:sp>
      <p:grpSp>
        <p:nvGrpSpPr>
          <p:cNvPr id="109" name="Group 108"/>
          <p:cNvGrpSpPr>
            <a:grpSpLocks/>
          </p:cNvGrpSpPr>
          <p:nvPr/>
        </p:nvGrpSpPr>
        <p:grpSpPr bwMode="auto">
          <a:xfrm>
            <a:off x="6115050" y="1673225"/>
            <a:ext cx="1277938" cy="5184775"/>
            <a:chOff x="6114303" y="1673244"/>
            <a:chExt cx="1278087" cy="5184756"/>
          </a:xfrm>
        </p:grpSpPr>
        <p:sp>
          <p:nvSpPr>
            <p:cNvPr id="529424" name="Freeform 11"/>
            <p:cNvSpPr>
              <a:spLocks/>
            </p:cNvSpPr>
            <p:nvPr/>
          </p:nvSpPr>
          <p:spPr bwMode="auto">
            <a:xfrm rot="5400000">
              <a:off x="3923285" y="4295871"/>
              <a:ext cx="4753147" cy="371111"/>
            </a:xfrm>
            <a:custGeom>
              <a:avLst/>
              <a:gdLst>
                <a:gd name="T0" fmla="*/ 0 w 1355"/>
                <a:gd name="T1" fmla="*/ 0 h 104"/>
                <a:gd name="T2" fmla="*/ 0 w 1355"/>
                <a:gd name="T3" fmla="*/ 1056863602 h 104"/>
                <a:gd name="T4" fmla="*/ 319930636 w 1355"/>
                <a:gd name="T5" fmla="*/ 1324263272 h 104"/>
                <a:gd name="T6" fmla="*/ 2147483647 w 1355"/>
                <a:gd name="T7" fmla="*/ 132426327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0"/>
                  </a:moveTo>
                  <a:cubicBezTo>
                    <a:pt x="0" y="83"/>
                    <a:pt x="0" y="83"/>
                    <a:pt x="0" y="83"/>
                  </a:cubicBezTo>
                  <a:cubicBezTo>
                    <a:pt x="1" y="97"/>
                    <a:pt x="9" y="104"/>
                    <a:pt x="26" y="104"/>
                  </a:cubicBezTo>
                  <a:cubicBezTo>
                    <a:pt x="1355" y="104"/>
                    <a:pt x="1355" y="104"/>
                    <a:pt x="1355" y="104"/>
                  </a:cubicBezTo>
                </a:path>
              </a:pathLst>
            </a:custGeom>
            <a:noFill/>
            <a:ln w="85725">
              <a:solidFill>
                <a:srgbClr val="F39C12"/>
              </a:solidFill>
              <a:miter lim="800000"/>
              <a:headEnd/>
              <a:tailEnd/>
            </a:ln>
          </p:spPr>
          <p:txBody>
            <a:bodyPr lIns="121920" tIns="60960" rIns="121920" bIns="60960"/>
            <a:lstStyle/>
            <a:p>
              <a:endParaRPr lang="el-GR" sz="2400">
                <a:solidFill>
                  <a:srgbClr val="000000"/>
                </a:solidFill>
              </a:endParaRPr>
            </a:p>
          </p:txBody>
        </p:sp>
        <p:grpSp>
          <p:nvGrpSpPr>
            <p:cNvPr id="529425" name="Group 104"/>
            <p:cNvGrpSpPr>
              <a:grpSpLocks/>
            </p:cNvGrpSpPr>
            <p:nvPr/>
          </p:nvGrpSpPr>
          <p:grpSpPr bwMode="auto">
            <a:xfrm>
              <a:off x="6478748" y="1673244"/>
              <a:ext cx="913642" cy="909432"/>
              <a:chOff x="6478748" y="1673244"/>
              <a:chExt cx="913642" cy="909432"/>
            </a:xfrm>
          </p:grpSpPr>
          <p:sp>
            <p:nvSpPr>
              <p:cNvPr id="529426" name="Oval 5"/>
              <p:cNvSpPr>
                <a:spLocks noChangeArrowheads="1"/>
              </p:cNvSpPr>
              <p:nvPr/>
            </p:nvSpPr>
            <p:spPr bwMode="auto">
              <a:xfrm rot="5400000">
                <a:off x="6480853" y="1671139"/>
                <a:ext cx="909432" cy="913642"/>
              </a:xfrm>
              <a:prstGeom prst="ellipse">
                <a:avLst/>
              </a:prstGeom>
              <a:solidFill>
                <a:srgbClr val="F39C12"/>
              </a:solidFill>
              <a:ln w="9525">
                <a:noFill/>
                <a:miter lim="800000"/>
                <a:headEnd/>
                <a:tailEnd/>
              </a:ln>
            </p:spPr>
            <p:txBody>
              <a:bodyPr lIns="121920" tIns="60960" rIns="121920" bIns="60960"/>
              <a:lstStyle/>
              <a:p>
                <a:endParaRPr lang="el-GR" sz="2400">
                  <a:solidFill>
                    <a:srgbClr val="000000"/>
                  </a:solidFill>
                </a:endParaRPr>
              </a:p>
            </p:txBody>
          </p:sp>
          <p:grpSp>
            <p:nvGrpSpPr>
              <p:cNvPr id="84" name="Group 83"/>
              <p:cNvGrpSpPr/>
              <p:nvPr/>
            </p:nvGrpSpPr>
            <p:grpSpPr>
              <a:xfrm>
                <a:off x="6712026" y="1926660"/>
                <a:ext cx="447086" cy="385561"/>
                <a:chOff x="6048376" y="3925888"/>
                <a:chExt cx="346075" cy="298451"/>
              </a:xfrm>
              <a:solidFill>
                <a:schemeClr val="bg1"/>
              </a:solidFill>
            </p:grpSpPr>
            <p:sp>
              <p:nvSpPr>
                <p:cNvPr id="85"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6"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11" name="Group 110"/>
          <p:cNvGrpSpPr>
            <a:grpSpLocks/>
          </p:cNvGrpSpPr>
          <p:nvPr/>
        </p:nvGrpSpPr>
        <p:grpSpPr bwMode="auto">
          <a:xfrm>
            <a:off x="6315075" y="4894263"/>
            <a:ext cx="1077913" cy="1963737"/>
            <a:chOff x="6314302" y="4894850"/>
            <a:chExt cx="1078089" cy="1963150"/>
          </a:xfrm>
        </p:grpSpPr>
        <p:sp>
          <p:nvSpPr>
            <p:cNvPr id="529420" name="Freeform 15"/>
            <p:cNvSpPr>
              <a:spLocks/>
            </p:cNvSpPr>
            <p:nvPr/>
          </p:nvSpPr>
          <p:spPr bwMode="auto">
            <a:xfrm rot="5400000">
              <a:off x="5645115" y="6017701"/>
              <a:ext cx="1509486" cy="171111"/>
            </a:xfrm>
            <a:custGeom>
              <a:avLst/>
              <a:gdLst>
                <a:gd name="T0" fmla="*/ 0 w 552"/>
                <a:gd name="T1" fmla="*/ 0 h 48"/>
                <a:gd name="T2" fmla="*/ 0 w 552"/>
                <a:gd name="T3" fmla="*/ 343113205 h 48"/>
                <a:gd name="T4" fmla="*/ 82256034 w 552"/>
                <a:gd name="T5" fmla="*/ 597270108 h 48"/>
                <a:gd name="T6" fmla="*/ 2147483647 w 552"/>
                <a:gd name="T7" fmla="*/ 597270108 h 48"/>
                <a:gd name="T8" fmla="*/ 0 60000 65536"/>
                <a:gd name="T9" fmla="*/ 0 60000 65536"/>
                <a:gd name="T10" fmla="*/ 0 60000 65536"/>
                <a:gd name="T11" fmla="*/ 0 60000 65536"/>
                <a:gd name="T12" fmla="*/ 0 w 552"/>
                <a:gd name="T13" fmla="*/ 0 h 48"/>
                <a:gd name="T14" fmla="*/ 552 w 552"/>
                <a:gd name="T15" fmla="*/ 48 h 48"/>
              </a:gdLst>
              <a:ahLst/>
              <a:cxnLst>
                <a:cxn ang="T8">
                  <a:pos x="T0" y="T1"/>
                </a:cxn>
                <a:cxn ang="T9">
                  <a:pos x="T2" y="T3"/>
                </a:cxn>
                <a:cxn ang="T10">
                  <a:pos x="T4" y="T5"/>
                </a:cxn>
                <a:cxn ang="T11">
                  <a:pos x="T6" y="T7"/>
                </a:cxn>
              </a:cxnLst>
              <a:rect l="T12" t="T13" r="T14" b="T15"/>
              <a:pathLst>
                <a:path w="552" h="48">
                  <a:moveTo>
                    <a:pt x="0" y="0"/>
                  </a:moveTo>
                  <a:cubicBezTo>
                    <a:pt x="0" y="27"/>
                    <a:pt x="0" y="27"/>
                    <a:pt x="0" y="27"/>
                  </a:cubicBezTo>
                  <a:cubicBezTo>
                    <a:pt x="0" y="40"/>
                    <a:pt x="4" y="48"/>
                    <a:pt x="11" y="47"/>
                  </a:cubicBezTo>
                  <a:cubicBezTo>
                    <a:pt x="552" y="47"/>
                    <a:pt x="552" y="47"/>
                    <a:pt x="552" y="47"/>
                  </a:cubicBezTo>
                </a:path>
              </a:pathLst>
            </a:custGeom>
            <a:noFill/>
            <a:ln w="85725">
              <a:solidFill>
                <a:srgbClr val="4B2C50"/>
              </a:solidFill>
              <a:miter lim="800000"/>
              <a:headEnd/>
              <a:tailEnd/>
            </a:ln>
          </p:spPr>
          <p:txBody>
            <a:bodyPr lIns="121920" tIns="60960" rIns="121920" bIns="60960"/>
            <a:lstStyle/>
            <a:p>
              <a:endParaRPr lang="el-GR" sz="2400">
                <a:solidFill>
                  <a:srgbClr val="000000"/>
                </a:solidFill>
              </a:endParaRPr>
            </a:p>
          </p:txBody>
        </p:sp>
        <p:grpSp>
          <p:nvGrpSpPr>
            <p:cNvPr id="529421" name="Group 102"/>
            <p:cNvGrpSpPr>
              <a:grpSpLocks/>
            </p:cNvGrpSpPr>
            <p:nvPr/>
          </p:nvGrpSpPr>
          <p:grpSpPr bwMode="auto">
            <a:xfrm>
              <a:off x="6478749" y="4894850"/>
              <a:ext cx="913642" cy="907325"/>
              <a:chOff x="6478749" y="4894850"/>
              <a:chExt cx="913642" cy="907325"/>
            </a:xfrm>
          </p:grpSpPr>
          <p:sp>
            <p:nvSpPr>
              <p:cNvPr id="529422" name="Oval 9"/>
              <p:cNvSpPr>
                <a:spLocks noChangeArrowheads="1"/>
              </p:cNvSpPr>
              <p:nvPr/>
            </p:nvSpPr>
            <p:spPr bwMode="auto">
              <a:xfrm rot="5400000">
                <a:off x="6481907" y="4891692"/>
                <a:ext cx="907325" cy="913642"/>
              </a:xfrm>
              <a:prstGeom prst="ellipse">
                <a:avLst/>
              </a:prstGeom>
              <a:solidFill>
                <a:srgbClr val="4B2C50"/>
              </a:solidFill>
              <a:ln w="9525">
                <a:noFill/>
                <a:miter lim="800000"/>
                <a:headEnd/>
                <a:tailEnd/>
              </a:ln>
            </p:spPr>
            <p:txBody>
              <a:bodyPr lIns="121920" tIns="60960" rIns="121920" bIns="60960"/>
              <a:lstStyle/>
              <a:p>
                <a:endParaRPr lang="el-GR" sz="2400">
                  <a:solidFill>
                    <a:srgbClr val="000000"/>
                  </a:solidFill>
                </a:endParaRPr>
              </a:p>
            </p:txBody>
          </p:sp>
          <p:grpSp>
            <p:nvGrpSpPr>
              <p:cNvPr id="88" name="Group 87"/>
              <p:cNvGrpSpPr/>
              <p:nvPr/>
            </p:nvGrpSpPr>
            <p:grpSpPr>
              <a:xfrm>
                <a:off x="6679906" y="5126432"/>
                <a:ext cx="511326" cy="395700"/>
                <a:chOff x="6916738" y="2898776"/>
                <a:chExt cx="315913" cy="244475"/>
              </a:xfrm>
              <a:solidFill>
                <a:schemeClr val="bg1"/>
              </a:solidFill>
            </p:grpSpPr>
            <p:sp>
              <p:nvSpPr>
                <p:cNvPr id="89"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0"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1"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06" name="Group 105"/>
          <p:cNvGrpSpPr>
            <a:grpSpLocks/>
          </p:cNvGrpSpPr>
          <p:nvPr/>
        </p:nvGrpSpPr>
        <p:grpSpPr bwMode="auto">
          <a:xfrm>
            <a:off x="4752975" y="3235325"/>
            <a:ext cx="1168400" cy="3622675"/>
            <a:chOff x="4752322" y="3235041"/>
            <a:chExt cx="1169758" cy="3622960"/>
          </a:xfrm>
        </p:grpSpPr>
        <p:sp>
          <p:nvSpPr>
            <p:cNvPr id="529416" name="Freeform 14"/>
            <p:cNvSpPr>
              <a:spLocks/>
            </p:cNvSpPr>
            <p:nvPr/>
          </p:nvSpPr>
          <p:spPr bwMode="auto">
            <a:xfrm rot="5400000">
              <a:off x="4201526" y="5137446"/>
              <a:ext cx="3169998" cy="271111"/>
            </a:xfrm>
            <a:custGeom>
              <a:avLst/>
              <a:gdLst>
                <a:gd name="T0" fmla="*/ 0 w 959"/>
                <a:gd name="T1" fmla="*/ 967120772 h 76"/>
                <a:gd name="T2" fmla="*/ 0 w 959"/>
                <a:gd name="T3" fmla="*/ 267229836 h 76"/>
                <a:gd name="T4" fmla="*/ 196675404 w 959"/>
                <a:gd name="T5" fmla="*/ 12724379 h 76"/>
                <a:gd name="T6" fmla="*/ 2147483647 w 959"/>
                <a:gd name="T7" fmla="*/ 12724379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76"/>
                  </a:moveTo>
                  <a:cubicBezTo>
                    <a:pt x="0" y="21"/>
                    <a:pt x="0" y="21"/>
                    <a:pt x="0" y="21"/>
                  </a:cubicBezTo>
                  <a:cubicBezTo>
                    <a:pt x="0" y="8"/>
                    <a:pt x="6" y="0"/>
                    <a:pt x="18" y="1"/>
                  </a:cubicBezTo>
                  <a:cubicBezTo>
                    <a:pt x="959" y="1"/>
                    <a:pt x="959" y="1"/>
                    <a:pt x="959" y="1"/>
                  </a:cubicBezTo>
                </a:path>
              </a:pathLst>
            </a:custGeom>
            <a:noFill/>
            <a:ln w="85725">
              <a:solidFill>
                <a:srgbClr val="16A085"/>
              </a:solidFill>
              <a:miter lim="800000"/>
              <a:headEnd/>
              <a:tailEnd/>
            </a:ln>
          </p:spPr>
          <p:txBody>
            <a:bodyPr lIns="121920" tIns="60960" rIns="121920" bIns="60960"/>
            <a:lstStyle/>
            <a:p>
              <a:endParaRPr lang="el-GR" sz="2400">
                <a:solidFill>
                  <a:srgbClr val="000000"/>
                </a:solidFill>
              </a:endParaRPr>
            </a:p>
          </p:txBody>
        </p:sp>
        <p:grpSp>
          <p:nvGrpSpPr>
            <p:cNvPr id="529417" name="Group 100"/>
            <p:cNvGrpSpPr>
              <a:grpSpLocks/>
            </p:cNvGrpSpPr>
            <p:nvPr/>
          </p:nvGrpSpPr>
          <p:grpSpPr bwMode="auto">
            <a:xfrm>
              <a:off x="4752322" y="3235041"/>
              <a:ext cx="905222" cy="909432"/>
              <a:chOff x="4752322" y="3235041"/>
              <a:chExt cx="905222" cy="909432"/>
            </a:xfrm>
          </p:grpSpPr>
          <p:sp>
            <p:nvSpPr>
              <p:cNvPr id="529418" name="Oval 8"/>
              <p:cNvSpPr>
                <a:spLocks noChangeArrowheads="1"/>
              </p:cNvSpPr>
              <p:nvPr/>
            </p:nvSpPr>
            <p:spPr bwMode="auto">
              <a:xfrm rot="5400000">
                <a:off x="4750217" y="3237146"/>
                <a:ext cx="909432" cy="905222"/>
              </a:xfrm>
              <a:prstGeom prst="ellipse">
                <a:avLst/>
              </a:prstGeom>
              <a:solidFill>
                <a:srgbClr val="16A085"/>
              </a:solidFill>
              <a:ln w="9525">
                <a:noFill/>
                <a:miter lim="800000"/>
                <a:headEnd/>
                <a:tailEnd/>
              </a:ln>
            </p:spPr>
            <p:txBody>
              <a:bodyPr lIns="121920" tIns="60960" rIns="121920" bIns="60960"/>
              <a:lstStyle/>
              <a:p>
                <a:endParaRPr lang="el-GR" sz="2400">
                  <a:solidFill>
                    <a:srgbClr val="000000"/>
                  </a:solidFill>
                </a:endParaRPr>
              </a:p>
            </p:txBody>
          </p:sp>
          <p:grpSp>
            <p:nvGrpSpPr>
              <p:cNvPr id="92" name="Group 91"/>
              <p:cNvGrpSpPr/>
              <p:nvPr/>
            </p:nvGrpSpPr>
            <p:grpSpPr>
              <a:xfrm>
                <a:off x="5025483" y="3453530"/>
                <a:ext cx="358900" cy="418374"/>
                <a:chOff x="7548563" y="2860676"/>
                <a:chExt cx="277813" cy="323850"/>
              </a:xfrm>
              <a:solidFill>
                <a:schemeClr val="bg1"/>
              </a:solidFill>
            </p:grpSpPr>
            <p:sp>
              <p:nvSpPr>
                <p:cNvPr id="93"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4"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5"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6"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7"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8"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sp>
        <p:nvSpPr>
          <p:cNvPr id="54"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t>أسباب استخدام تكنولوجيا التعليم</a:t>
            </a:r>
            <a:endParaRPr lang="en-US" sz="4400" u="sng"/>
          </a:p>
        </p:txBody>
      </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
                                        <p:tgtEl>
                                          <p:spTgt spid="54"/>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500" fill="hold"/>
                                        <p:tgtEl>
                                          <p:spTgt spid="106"/>
                                        </p:tgtEl>
                                        <p:attrNameLst>
                                          <p:attrName>ppt_x</p:attrName>
                                        </p:attrNameLst>
                                      </p:cBhvr>
                                      <p:tavLst>
                                        <p:tav tm="0">
                                          <p:val>
                                            <p:strVal val="#ppt_x"/>
                                          </p:val>
                                        </p:tav>
                                        <p:tav tm="100000">
                                          <p:val>
                                            <p:strVal val="#ppt_x"/>
                                          </p:val>
                                        </p:tav>
                                      </p:tavLst>
                                    </p:anim>
                                    <p:anim calcmode="lin" valueType="num">
                                      <p:cBhvr additive="base">
                                        <p:cTn id="12" dur="500" fill="hold"/>
                                        <p:tgtEl>
                                          <p:spTgt spid="106"/>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8"/>
                                        </p:tgtEl>
                                        <p:attrNameLst>
                                          <p:attrName>style.visibility</p:attrName>
                                        </p:attrNameLst>
                                      </p:cBhvr>
                                      <p:to>
                                        <p:strVal val="visible"/>
                                      </p:to>
                                    </p:set>
                                    <p:anim calcmode="lin" valueType="num">
                                      <p:cBhvr additive="base">
                                        <p:cTn id="16" dur="500" fill="hold"/>
                                        <p:tgtEl>
                                          <p:spTgt spid="78"/>
                                        </p:tgtEl>
                                        <p:attrNameLst>
                                          <p:attrName>ppt_x</p:attrName>
                                        </p:attrNameLst>
                                      </p:cBhvr>
                                      <p:tavLst>
                                        <p:tav tm="0">
                                          <p:val>
                                            <p:strVal val="#ppt_x"/>
                                          </p:val>
                                        </p:tav>
                                        <p:tav tm="100000">
                                          <p:val>
                                            <p:strVal val="#ppt_x"/>
                                          </p:val>
                                        </p:tav>
                                      </p:tavLst>
                                    </p:anim>
                                    <p:anim calcmode="lin" valueType="num">
                                      <p:cBhvr additive="base">
                                        <p:cTn id="17" dur="500" fill="hold"/>
                                        <p:tgtEl>
                                          <p:spTgt spid="78"/>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9"/>
                                        </p:tgtEl>
                                        <p:attrNameLst>
                                          <p:attrName>style.visibility</p:attrName>
                                        </p:attrNameLst>
                                      </p:cBhvr>
                                      <p:to>
                                        <p:strVal val="visible"/>
                                      </p:to>
                                    </p:set>
                                    <p:anim calcmode="lin" valueType="num">
                                      <p:cBhvr additive="base">
                                        <p:cTn id="21" dur="500" fill="hold"/>
                                        <p:tgtEl>
                                          <p:spTgt spid="109"/>
                                        </p:tgtEl>
                                        <p:attrNameLst>
                                          <p:attrName>ppt_x</p:attrName>
                                        </p:attrNameLst>
                                      </p:cBhvr>
                                      <p:tavLst>
                                        <p:tav tm="0">
                                          <p:val>
                                            <p:strVal val="#ppt_x"/>
                                          </p:val>
                                        </p:tav>
                                        <p:tav tm="100000">
                                          <p:val>
                                            <p:strVal val="#ppt_x"/>
                                          </p:val>
                                        </p:tav>
                                      </p:tavLst>
                                    </p:anim>
                                    <p:anim calcmode="lin" valueType="num">
                                      <p:cBhvr additive="base">
                                        <p:cTn id="22" dur="500" fill="hold"/>
                                        <p:tgtEl>
                                          <p:spTgt spid="109"/>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4"/>
                                        </p:tgtEl>
                                        <p:attrNameLst>
                                          <p:attrName>style.visibility</p:attrName>
                                        </p:attrNameLst>
                                      </p:cBhvr>
                                      <p:to>
                                        <p:strVal val="visible"/>
                                      </p:to>
                                    </p:set>
                                    <p:anim calcmode="lin" valueType="num">
                                      <p:cBhvr additive="base">
                                        <p:cTn id="26" dur="500" fill="hold"/>
                                        <p:tgtEl>
                                          <p:spTgt spid="74"/>
                                        </p:tgtEl>
                                        <p:attrNameLst>
                                          <p:attrName>ppt_x</p:attrName>
                                        </p:attrNameLst>
                                      </p:cBhvr>
                                      <p:tavLst>
                                        <p:tav tm="0">
                                          <p:val>
                                            <p:strVal val="#ppt_x"/>
                                          </p:val>
                                        </p:tav>
                                        <p:tav tm="100000">
                                          <p:val>
                                            <p:strVal val="#ppt_x"/>
                                          </p:val>
                                        </p:tav>
                                      </p:tavLst>
                                    </p:anim>
                                    <p:anim calcmode="lin" valueType="num">
                                      <p:cBhvr additive="base">
                                        <p:cTn id="27" dur="500" fill="hold"/>
                                        <p:tgtEl>
                                          <p:spTgt spid="74"/>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1"/>
                                        </p:tgtEl>
                                        <p:attrNameLst>
                                          <p:attrName>style.visibility</p:attrName>
                                        </p:attrNameLst>
                                      </p:cBhvr>
                                      <p:to>
                                        <p:strVal val="visible"/>
                                      </p:to>
                                    </p:set>
                                    <p:anim calcmode="lin" valueType="num">
                                      <p:cBhvr additive="base">
                                        <p:cTn id="31" dur="500" fill="hold"/>
                                        <p:tgtEl>
                                          <p:spTgt spid="111"/>
                                        </p:tgtEl>
                                        <p:attrNameLst>
                                          <p:attrName>ppt_x</p:attrName>
                                        </p:attrNameLst>
                                      </p:cBhvr>
                                      <p:tavLst>
                                        <p:tav tm="0">
                                          <p:val>
                                            <p:strVal val="#ppt_x"/>
                                          </p:val>
                                        </p:tav>
                                        <p:tav tm="100000">
                                          <p:val>
                                            <p:strVal val="#ppt_x"/>
                                          </p:val>
                                        </p:tav>
                                      </p:tavLst>
                                    </p:anim>
                                    <p:anim calcmode="lin" valueType="num">
                                      <p:cBhvr additive="base">
                                        <p:cTn id="32" dur="500" fill="hold"/>
                                        <p:tgtEl>
                                          <p:spTgt spid="111"/>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76"/>
                                        </p:tgtEl>
                                        <p:attrNameLst>
                                          <p:attrName>style.visibility</p:attrName>
                                        </p:attrNameLst>
                                      </p:cBhvr>
                                      <p:to>
                                        <p:strVal val="visible"/>
                                      </p:to>
                                    </p:set>
                                    <p:anim calcmode="lin" valueType="num">
                                      <p:cBhvr additive="base">
                                        <p:cTn id="36" dur="500" fill="hold"/>
                                        <p:tgtEl>
                                          <p:spTgt spid="76"/>
                                        </p:tgtEl>
                                        <p:attrNameLst>
                                          <p:attrName>ppt_x</p:attrName>
                                        </p:attrNameLst>
                                      </p:cBhvr>
                                      <p:tavLst>
                                        <p:tav tm="0">
                                          <p:val>
                                            <p:strVal val="#ppt_x"/>
                                          </p:val>
                                        </p:tav>
                                        <p:tav tm="100000">
                                          <p:val>
                                            <p:strVal val="#ppt_x"/>
                                          </p:val>
                                        </p:tav>
                                      </p:tavLst>
                                    </p:anim>
                                    <p:anim calcmode="lin" valueType="num">
                                      <p:cBhvr additive="base">
                                        <p:cTn id="37"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6" grpId="0"/>
      <p:bldP spid="78" grpId="0"/>
      <p:bldP spid="54"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t>أسباب استخدام تكنولوجيا التعليم</a:t>
            </a:r>
            <a:endParaRPr lang="en-US" sz="4400" u="sng"/>
          </a:p>
        </p:txBody>
      </p:sp>
      <p:sp>
        <p:nvSpPr>
          <p:cNvPr id="77" name="Text Box 10"/>
          <p:cNvSpPr txBox="1">
            <a:spLocks noChangeArrowheads="1"/>
          </p:cNvSpPr>
          <p:nvPr/>
        </p:nvSpPr>
        <p:spPr bwMode="auto">
          <a:xfrm>
            <a:off x="231775" y="1474788"/>
            <a:ext cx="4359275" cy="2016125"/>
          </a:xfrm>
          <a:prstGeom prst="rect">
            <a:avLst/>
          </a:prstGeom>
          <a:noFill/>
          <a:ln w="9525">
            <a:noFill/>
            <a:miter lim="800000"/>
            <a:headEnd/>
            <a:tailEnd/>
          </a:ln>
        </p:spPr>
        <p:txBody>
          <a:bodyPr lIns="45720" tIns="22860" rIns="45720" bIns="22860">
            <a:spAutoFit/>
          </a:bodyPr>
          <a:lstStyle/>
          <a:p>
            <a:pPr algn="r" defTabSz="1087438"/>
            <a:r>
              <a:rPr lang="ar-SA" sz="3200"/>
              <a:t>حل مُشكلة الأعداد الكبيرة في الصفوف الدراسيّة التي تعرقل عملية التعليم والتعلم لدى المعلم والطالب </a:t>
            </a:r>
            <a:endParaRPr lang="en-US" sz="3200" b="1">
              <a:solidFill>
                <a:srgbClr val="94B64E"/>
              </a:solidFill>
              <a:latin typeface="Open Sans"/>
              <a:ea typeface="Open Sans"/>
              <a:cs typeface="Open Sans"/>
            </a:endParaRPr>
          </a:p>
        </p:txBody>
      </p:sp>
      <p:sp>
        <p:nvSpPr>
          <p:cNvPr id="79" name="Text Box 10"/>
          <p:cNvSpPr txBox="1">
            <a:spLocks noChangeArrowheads="1"/>
          </p:cNvSpPr>
          <p:nvPr/>
        </p:nvSpPr>
        <p:spPr bwMode="auto">
          <a:xfrm>
            <a:off x="-131763" y="3870325"/>
            <a:ext cx="4872038" cy="2508250"/>
          </a:xfrm>
          <a:prstGeom prst="rect">
            <a:avLst/>
          </a:prstGeom>
          <a:noFill/>
          <a:ln w="9525">
            <a:noFill/>
            <a:miter lim="800000"/>
            <a:headEnd/>
            <a:tailEnd/>
          </a:ln>
        </p:spPr>
        <p:txBody>
          <a:bodyPr lIns="45720" tIns="22860" rIns="45720" bIns="22860">
            <a:spAutoFit/>
          </a:bodyPr>
          <a:lstStyle/>
          <a:p>
            <a:pPr algn="r" defTabSz="1087438"/>
            <a:r>
              <a:rPr lang="ar-SA" sz="3200"/>
              <a:t>خلق معلم تكنولوجي يتسم بإثارة الدافعية والتعلم لدى المتعلم فالتكنولوجيا تعمل على تجنّب تسلّط المعلّم على المتعلمين والانصياع لمزاجيّته وطباعه أو تكاسله وتهاونه</a:t>
            </a:r>
            <a:r>
              <a:rPr lang="en-US" sz="3200">
                <a:solidFill>
                  <a:srgbClr val="A6A6A6"/>
                </a:solidFill>
                <a:latin typeface="Open Sans"/>
                <a:ea typeface="Open Sans"/>
                <a:cs typeface="Open Sans"/>
              </a:rPr>
              <a:t>. </a:t>
            </a:r>
          </a:p>
        </p:txBody>
      </p:sp>
      <p:grpSp>
        <p:nvGrpSpPr>
          <p:cNvPr id="107" name="Group 106"/>
          <p:cNvGrpSpPr>
            <a:grpSpLocks/>
          </p:cNvGrpSpPr>
          <p:nvPr/>
        </p:nvGrpSpPr>
        <p:grpSpPr bwMode="auto">
          <a:xfrm>
            <a:off x="4740275" y="4759325"/>
            <a:ext cx="1077913" cy="2098675"/>
            <a:chOff x="4752324" y="4894851"/>
            <a:chExt cx="1066423" cy="1963149"/>
          </a:xfrm>
        </p:grpSpPr>
        <p:sp>
          <p:nvSpPr>
            <p:cNvPr id="530448" name="Freeform 16"/>
            <p:cNvSpPr>
              <a:spLocks/>
            </p:cNvSpPr>
            <p:nvPr/>
          </p:nvSpPr>
          <p:spPr bwMode="auto">
            <a:xfrm rot="5400000">
              <a:off x="4980116" y="6019369"/>
              <a:ext cx="1509485" cy="167777"/>
            </a:xfrm>
            <a:custGeom>
              <a:avLst/>
              <a:gdLst>
                <a:gd name="T0" fmla="*/ 0 w 552"/>
                <a:gd name="T1" fmla="*/ 598917512 h 47"/>
                <a:gd name="T2" fmla="*/ 0 w 552"/>
                <a:gd name="T3" fmla="*/ 267600770 h 47"/>
                <a:gd name="T4" fmla="*/ 82255979 w 552"/>
                <a:gd name="T5" fmla="*/ 0 h 47"/>
                <a:gd name="T6" fmla="*/ 2147483647 w 552"/>
                <a:gd name="T7" fmla="*/ 0 h 47"/>
                <a:gd name="T8" fmla="*/ 0 60000 65536"/>
                <a:gd name="T9" fmla="*/ 0 60000 65536"/>
                <a:gd name="T10" fmla="*/ 0 60000 65536"/>
                <a:gd name="T11" fmla="*/ 0 60000 65536"/>
                <a:gd name="T12" fmla="*/ 0 w 552"/>
                <a:gd name="T13" fmla="*/ 0 h 47"/>
                <a:gd name="T14" fmla="*/ 552 w 552"/>
                <a:gd name="T15" fmla="*/ 47 h 47"/>
              </a:gdLst>
              <a:ahLst/>
              <a:cxnLst>
                <a:cxn ang="T8">
                  <a:pos x="T0" y="T1"/>
                </a:cxn>
                <a:cxn ang="T9">
                  <a:pos x="T2" y="T3"/>
                </a:cxn>
                <a:cxn ang="T10">
                  <a:pos x="T4" y="T5"/>
                </a:cxn>
                <a:cxn ang="T11">
                  <a:pos x="T6" y="T7"/>
                </a:cxn>
              </a:cxnLst>
              <a:rect l="T12" t="T13" r="T14" b="T15"/>
              <a:pathLst>
                <a:path w="552" h="47">
                  <a:moveTo>
                    <a:pt x="0" y="47"/>
                  </a:moveTo>
                  <a:cubicBezTo>
                    <a:pt x="0" y="21"/>
                    <a:pt x="0" y="21"/>
                    <a:pt x="0" y="21"/>
                  </a:cubicBezTo>
                  <a:cubicBezTo>
                    <a:pt x="0" y="7"/>
                    <a:pt x="4" y="0"/>
                    <a:pt x="11" y="0"/>
                  </a:cubicBezTo>
                  <a:cubicBezTo>
                    <a:pt x="552" y="0"/>
                    <a:pt x="552" y="0"/>
                    <a:pt x="552" y="0"/>
                  </a:cubicBezTo>
                </a:path>
              </a:pathLst>
            </a:custGeom>
            <a:noFill/>
            <a:ln w="85725">
              <a:solidFill>
                <a:srgbClr val="2980B9"/>
              </a:solidFill>
              <a:miter lim="800000"/>
              <a:headEnd/>
              <a:tailEnd/>
            </a:ln>
          </p:spPr>
          <p:txBody>
            <a:bodyPr lIns="121920" tIns="60960" rIns="121920" bIns="60960"/>
            <a:lstStyle/>
            <a:p>
              <a:endParaRPr lang="el-GR" sz="2400">
                <a:solidFill>
                  <a:srgbClr val="000000"/>
                </a:solidFill>
              </a:endParaRPr>
            </a:p>
          </p:txBody>
        </p:sp>
        <p:grpSp>
          <p:nvGrpSpPr>
            <p:cNvPr id="530449" name="Group 101"/>
            <p:cNvGrpSpPr>
              <a:grpSpLocks/>
            </p:cNvGrpSpPr>
            <p:nvPr/>
          </p:nvGrpSpPr>
          <p:grpSpPr bwMode="auto">
            <a:xfrm>
              <a:off x="4752324" y="4894851"/>
              <a:ext cx="905220" cy="907325"/>
              <a:chOff x="4752324" y="4894851"/>
              <a:chExt cx="905220" cy="907325"/>
            </a:xfrm>
          </p:grpSpPr>
          <p:sp>
            <p:nvSpPr>
              <p:cNvPr id="530450" name="Oval 10"/>
              <p:cNvSpPr>
                <a:spLocks noChangeArrowheads="1"/>
              </p:cNvSpPr>
              <p:nvPr/>
            </p:nvSpPr>
            <p:spPr bwMode="auto">
              <a:xfrm rot="5400000">
                <a:off x="4751271" y="4895904"/>
                <a:ext cx="907325" cy="905220"/>
              </a:xfrm>
              <a:prstGeom prst="ellipse">
                <a:avLst/>
              </a:prstGeom>
              <a:solidFill>
                <a:srgbClr val="2980B9"/>
              </a:solidFill>
              <a:ln w="9525">
                <a:noFill/>
                <a:miter lim="800000"/>
                <a:headEnd/>
                <a:tailEnd/>
              </a:ln>
            </p:spPr>
            <p:txBody>
              <a:bodyPr lIns="121920" tIns="60960" rIns="121920" bIns="60960"/>
              <a:lstStyle/>
              <a:p>
                <a:endParaRPr lang="el-GR" sz="2400">
                  <a:solidFill>
                    <a:srgbClr val="000000"/>
                  </a:solidFill>
                </a:endParaRPr>
              </a:p>
            </p:txBody>
          </p:sp>
          <p:grpSp>
            <p:nvGrpSpPr>
              <p:cNvPr id="80" name="Group 79"/>
              <p:cNvGrpSpPr/>
              <p:nvPr/>
            </p:nvGrpSpPr>
            <p:grpSpPr>
              <a:xfrm>
                <a:off x="4972162" y="5124829"/>
                <a:ext cx="465543" cy="418373"/>
                <a:chOff x="5583238" y="3892551"/>
                <a:chExt cx="360363" cy="323850"/>
              </a:xfrm>
              <a:solidFill>
                <a:schemeClr val="bg1"/>
              </a:solidFill>
            </p:grpSpPr>
            <p:sp>
              <p:nvSpPr>
                <p:cNvPr id="81"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2"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3"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10" name="Group 109"/>
          <p:cNvGrpSpPr>
            <a:grpSpLocks/>
          </p:cNvGrpSpPr>
          <p:nvPr/>
        </p:nvGrpSpPr>
        <p:grpSpPr bwMode="auto">
          <a:xfrm>
            <a:off x="6215063" y="3208338"/>
            <a:ext cx="1177925" cy="3649662"/>
            <a:chOff x="6214302" y="3208001"/>
            <a:chExt cx="1178088" cy="3649999"/>
          </a:xfrm>
        </p:grpSpPr>
        <p:sp>
          <p:nvSpPr>
            <p:cNvPr id="530444"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30445" name="Group 103"/>
            <p:cNvGrpSpPr>
              <a:grpSpLocks/>
            </p:cNvGrpSpPr>
            <p:nvPr/>
          </p:nvGrpSpPr>
          <p:grpSpPr bwMode="auto">
            <a:xfrm>
              <a:off x="6478748" y="3208001"/>
              <a:ext cx="913642" cy="909432"/>
              <a:chOff x="6478748" y="3208001"/>
              <a:chExt cx="913642" cy="909432"/>
            </a:xfrm>
          </p:grpSpPr>
          <p:sp>
            <p:nvSpPr>
              <p:cNvPr id="530446"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30447"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30440"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30441" name="Group 99"/>
            <p:cNvGrpSpPr>
              <a:grpSpLocks/>
            </p:cNvGrpSpPr>
            <p:nvPr/>
          </p:nvGrpSpPr>
          <p:grpSpPr bwMode="auto">
            <a:xfrm>
              <a:off x="4752322" y="1646206"/>
              <a:ext cx="905222" cy="909432"/>
              <a:chOff x="4752322" y="1646206"/>
              <a:chExt cx="905222" cy="909432"/>
            </a:xfrm>
          </p:grpSpPr>
          <p:sp>
            <p:nvSpPr>
              <p:cNvPr id="530442"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30443"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385050" y="2862263"/>
            <a:ext cx="4367213" cy="2016125"/>
          </a:xfrm>
          <a:prstGeom prst="rect">
            <a:avLst/>
          </a:prstGeom>
          <a:noFill/>
          <a:ln w="9525">
            <a:noFill/>
            <a:miter lim="800000"/>
            <a:headEnd/>
            <a:tailEnd/>
          </a:ln>
        </p:spPr>
        <p:txBody>
          <a:bodyPr lIns="45720" tIns="22860" rIns="45720" bIns="22860">
            <a:spAutoFit/>
          </a:bodyPr>
          <a:lstStyle/>
          <a:p>
            <a:pPr algn="r" defTabSz="1087438" rtl="1"/>
            <a:r>
              <a:rPr lang="ar-SA" sz="3200"/>
              <a:t>تحقيق معيار الجودة العالية في التعليم بحيث تتناسب مدخلات العمليّة التعليميّة التعلمية مع مخرجاتها على أرض الواقع </a:t>
            </a:r>
            <a:endParaRPr lang="en-US" sz="3200">
              <a:solidFill>
                <a:srgbClr val="A6A6A6"/>
              </a:solidFill>
              <a:latin typeface="Open Sans"/>
              <a:ea typeface="Open Sans"/>
              <a:cs typeface="Open Sans"/>
            </a:endParaRPr>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 calcmode="lin" valueType="num">
                                      <p:cBhvr additive="base">
                                        <p:cTn id="11" dur="500" fill="hold"/>
                                        <p:tgtEl>
                                          <p:spTgt spid="107"/>
                                        </p:tgtEl>
                                        <p:attrNameLst>
                                          <p:attrName>ppt_x</p:attrName>
                                        </p:attrNameLst>
                                      </p:cBhvr>
                                      <p:tavLst>
                                        <p:tav tm="0">
                                          <p:val>
                                            <p:strVal val="#ppt_x"/>
                                          </p:val>
                                        </p:tav>
                                        <p:tav tm="100000">
                                          <p:val>
                                            <p:strVal val="#ppt_x"/>
                                          </p:val>
                                        </p:tav>
                                      </p:tavLst>
                                    </p:anim>
                                    <p:anim calcmode="lin" valueType="num">
                                      <p:cBhvr additive="base">
                                        <p:cTn id="12" dur="500" fill="hold"/>
                                        <p:tgtEl>
                                          <p:spTgt spid="107"/>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9"/>
                                        </p:tgtEl>
                                        <p:attrNameLst>
                                          <p:attrName>style.visibility</p:attrName>
                                        </p:attrNameLst>
                                      </p:cBhvr>
                                      <p:to>
                                        <p:strVal val="visible"/>
                                      </p:to>
                                    </p:set>
                                    <p:anim calcmode="lin" valueType="num">
                                      <p:cBhvr additive="base">
                                        <p:cTn id="16" dur="500" fill="hold"/>
                                        <p:tgtEl>
                                          <p:spTgt spid="79"/>
                                        </p:tgtEl>
                                        <p:attrNameLst>
                                          <p:attrName>ppt_x</p:attrName>
                                        </p:attrNameLst>
                                      </p:cBhvr>
                                      <p:tavLst>
                                        <p:tav tm="0">
                                          <p:val>
                                            <p:strVal val="#ppt_x"/>
                                          </p:val>
                                        </p:tav>
                                        <p:tav tm="100000">
                                          <p:val>
                                            <p:strVal val="#ppt_x"/>
                                          </p:val>
                                        </p:tav>
                                      </p:tavLst>
                                    </p:anim>
                                    <p:anim calcmode="lin" valueType="num">
                                      <p:cBhvr additive="base">
                                        <p:cTn id="17" dur="500" fill="hold"/>
                                        <p:tgtEl>
                                          <p:spTgt spid="79"/>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ppt_x"/>
                                          </p:val>
                                        </p:tav>
                                        <p:tav tm="100000">
                                          <p:val>
                                            <p:strVal val="#ppt_x"/>
                                          </p:val>
                                        </p:tav>
                                      </p:tavLst>
                                    </p:anim>
                                    <p:anim calcmode="lin" valueType="num">
                                      <p:cBhvr additive="base">
                                        <p:cTn id="22" dur="500" fill="hold"/>
                                        <p:tgtEl>
                                          <p:spTgt spid="108"/>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500" fill="hold"/>
                                        <p:tgtEl>
                                          <p:spTgt spid="77"/>
                                        </p:tgtEl>
                                        <p:attrNameLst>
                                          <p:attrName>ppt_x</p:attrName>
                                        </p:attrNameLst>
                                      </p:cBhvr>
                                      <p:tavLst>
                                        <p:tav tm="0">
                                          <p:val>
                                            <p:strVal val="#ppt_x"/>
                                          </p:val>
                                        </p:tav>
                                        <p:tav tm="100000">
                                          <p:val>
                                            <p:strVal val="#ppt_x"/>
                                          </p:val>
                                        </p:tav>
                                      </p:tavLst>
                                    </p:anim>
                                    <p:anim calcmode="lin" valueType="num">
                                      <p:cBhvr additive="base">
                                        <p:cTn id="27" dur="500" fill="hold"/>
                                        <p:tgtEl>
                                          <p:spTgt spid="77"/>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0"/>
                                        </p:tgtEl>
                                        <p:attrNameLst>
                                          <p:attrName>style.visibility</p:attrName>
                                        </p:attrNameLst>
                                      </p:cBhvr>
                                      <p:to>
                                        <p:strVal val="visible"/>
                                      </p:to>
                                    </p:set>
                                    <p:anim calcmode="lin" valueType="num">
                                      <p:cBhvr additive="base">
                                        <p:cTn id="31" dur="500" fill="hold"/>
                                        <p:tgtEl>
                                          <p:spTgt spid="110"/>
                                        </p:tgtEl>
                                        <p:attrNameLst>
                                          <p:attrName>ppt_x</p:attrName>
                                        </p:attrNameLst>
                                      </p:cBhvr>
                                      <p:tavLst>
                                        <p:tav tm="0">
                                          <p:val>
                                            <p:strVal val="#ppt_x"/>
                                          </p:val>
                                        </p:tav>
                                        <p:tav tm="100000">
                                          <p:val>
                                            <p:strVal val="#ppt_x"/>
                                          </p:val>
                                        </p:tav>
                                      </p:tavLst>
                                    </p:anim>
                                    <p:anim calcmode="lin" valueType="num">
                                      <p:cBhvr additive="base">
                                        <p:cTn id="32" dur="500" fill="hold"/>
                                        <p:tgtEl>
                                          <p:spTgt spid="110"/>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54"/>
                                        </p:tgtEl>
                                        <p:attrNameLst>
                                          <p:attrName>style.visibility</p:attrName>
                                        </p:attrNameLst>
                                      </p:cBhvr>
                                      <p:to>
                                        <p:strVal val="visible"/>
                                      </p:to>
                                    </p:set>
                                    <p:anim calcmode="lin" valueType="num">
                                      <p:cBhvr additive="base">
                                        <p:cTn id="36" dur="500" fill="hold"/>
                                        <p:tgtEl>
                                          <p:spTgt spid="54"/>
                                        </p:tgtEl>
                                        <p:attrNameLst>
                                          <p:attrName>ppt_x</p:attrName>
                                        </p:attrNameLst>
                                      </p:cBhvr>
                                      <p:tavLst>
                                        <p:tav tm="0">
                                          <p:val>
                                            <p:strVal val="#ppt_x"/>
                                          </p:val>
                                        </p:tav>
                                        <p:tav tm="100000">
                                          <p:val>
                                            <p:strVal val="#ppt_x"/>
                                          </p:val>
                                        </p:tav>
                                      </p:tavLst>
                                    </p:anim>
                                    <p:anim calcmode="lin" valueType="num">
                                      <p:cBhvr additive="base">
                                        <p:cTn id="3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79" grpId="0"/>
      <p:bldP spid="5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Text Box 10"/>
          <p:cNvSpPr txBox="1">
            <a:spLocks noChangeArrowheads="1"/>
          </p:cNvSpPr>
          <p:nvPr/>
        </p:nvSpPr>
        <p:spPr bwMode="auto">
          <a:xfrm>
            <a:off x="7462838" y="1714500"/>
            <a:ext cx="4424362" cy="1522413"/>
          </a:xfrm>
          <a:prstGeom prst="rect">
            <a:avLst/>
          </a:prstGeom>
          <a:noFill/>
          <a:ln w="9525">
            <a:noFill/>
            <a:miter lim="800000"/>
            <a:headEnd/>
            <a:tailEnd/>
          </a:ln>
        </p:spPr>
        <p:txBody>
          <a:bodyPr lIns="45720" tIns="22860" rIns="45720" bIns="22860">
            <a:spAutoFit/>
          </a:bodyPr>
          <a:lstStyle/>
          <a:p>
            <a:pPr defTabSz="1087438"/>
            <a:r>
              <a:rPr lang="ar-SA" sz="3200" dirty="0"/>
              <a:t>توفير محاكاة للعملية التعليميّة في أي مكان في العالم وإمكانية تطبيق ذات التجربة.</a:t>
            </a:r>
            <a:endParaRPr lang="en-US" sz="3200" dirty="0">
              <a:solidFill>
                <a:srgbClr val="A6A6A6"/>
              </a:solidFill>
              <a:latin typeface="Open Sans"/>
              <a:ea typeface="Open Sans"/>
              <a:cs typeface="Open Sans"/>
            </a:endParaRPr>
          </a:p>
        </p:txBody>
      </p:sp>
      <p:sp>
        <p:nvSpPr>
          <p:cNvPr id="76" name="Text Box 10"/>
          <p:cNvSpPr txBox="1">
            <a:spLocks noChangeArrowheads="1"/>
          </p:cNvSpPr>
          <p:nvPr/>
        </p:nvSpPr>
        <p:spPr bwMode="auto">
          <a:xfrm>
            <a:off x="7439025" y="4138613"/>
            <a:ext cx="4592638" cy="2508250"/>
          </a:xfrm>
          <a:prstGeom prst="rect">
            <a:avLst/>
          </a:prstGeom>
          <a:noFill/>
          <a:ln w="9525">
            <a:noFill/>
            <a:miter lim="800000"/>
            <a:headEnd/>
            <a:tailEnd/>
          </a:ln>
        </p:spPr>
        <p:txBody>
          <a:bodyPr lIns="45720" tIns="22860" rIns="45720" bIns="22860">
            <a:spAutoFit/>
          </a:bodyPr>
          <a:lstStyle/>
          <a:p>
            <a:pPr defTabSz="1087438"/>
            <a:r>
              <a:rPr lang="ar-SA" sz="3200" dirty="0"/>
              <a:t>تعدّد وسائل الحصول على المعلومة الصحيحة؛ وهي روح العصر الذي يعتمد على التكنولوجيا فبالإضافة إلى الكتاب المدرسي أو المقرر الجامعي هناك الإنترنت</a:t>
            </a:r>
            <a:endParaRPr lang="en-US" sz="3200" dirty="0">
              <a:solidFill>
                <a:srgbClr val="A6A6A6"/>
              </a:solidFill>
              <a:latin typeface="Open Sans"/>
              <a:ea typeface="Open Sans"/>
              <a:cs typeface="Open Sans"/>
            </a:endParaRPr>
          </a:p>
        </p:txBody>
      </p:sp>
      <p:sp>
        <p:nvSpPr>
          <p:cNvPr id="78" name="Text Box 10"/>
          <p:cNvSpPr txBox="1">
            <a:spLocks noChangeArrowheads="1"/>
          </p:cNvSpPr>
          <p:nvPr/>
        </p:nvSpPr>
        <p:spPr bwMode="auto">
          <a:xfrm>
            <a:off x="298450" y="2905125"/>
            <a:ext cx="4298950" cy="1524000"/>
          </a:xfrm>
          <a:prstGeom prst="rect">
            <a:avLst/>
          </a:prstGeom>
          <a:noFill/>
          <a:ln w="9525">
            <a:noFill/>
            <a:miter lim="800000"/>
            <a:headEnd/>
            <a:tailEnd/>
          </a:ln>
        </p:spPr>
        <p:txBody>
          <a:bodyPr lIns="45720" tIns="22860" rIns="45720" bIns="22860">
            <a:spAutoFit/>
          </a:bodyPr>
          <a:lstStyle/>
          <a:p>
            <a:pPr algn="r" defTabSz="1087438"/>
            <a:r>
              <a:rPr lang="ar-SA" sz="3200" dirty="0"/>
              <a:t>نشر التعليم بين فئة أكبر من الناس والقضاء على الجهل والأميّة</a:t>
            </a:r>
            <a:endParaRPr lang="en-US" sz="3200" dirty="0">
              <a:solidFill>
                <a:srgbClr val="A6A6A6"/>
              </a:solidFill>
              <a:latin typeface="Open Sans"/>
              <a:ea typeface="Open Sans"/>
              <a:cs typeface="Open Sans"/>
            </a:endParaRPr>
          </a:p>
        </p:txBody>
      </p:sp>
      <p:grpSp>
        <p:nvGrpSpPr>
          <p:cNvPr id="109" name="Group 108"/>
          <p:cNvGrpSpPr>
            <a:grpSpLocks/>
          </p:cNvGrpSpPr>
          <p:nvPr/>
        </p:nvGrpSpPr>
        <p:grpSpPr bwMode="auto">
          <a:xfrm>
            <a:off x="6115050" y="1673225"/>
            <a:ext cx="1277938" cy="5184775"/>
            <a:chOff x="6114303" y="1673244"/>
            <a:chExt cx="1278087" cy="5184756"/>
          </a:xfrm>
        </p:grpSpPr>
        <p:sp>
          <p:nvSpPr>
            <p:cNvPr id="531472" name="Freeform 11"/>
            <p:cNvSpPr>
              <a:spLocks/>
            </p:cNvSpPr>
            <p:nvPr/>
          </p:nvSpPr>
          <p:spPr bwMode="auto">
            <a:xfrm rot="5400000">
              <a:off x="3923285" y="4295871"/>
              <a:ext cx="4753147" cy="371111"/>
            </a:xfrm>
            <a:custGeom>
              <a:avLst/>
              <a:gdLst>
                <a:gd name="T0" fmla="*/ 0 w 1355"/>
                <a:gd name="T1" fmla="*/ 0 h 104"/>
                <a:gd name="T2" fmla="*/ 0 w 1355"/>
                <a:gd name="T3" fmla="*/ 1056863602 h 104"/>
                <a:gd name="T4" fmla="*/ 319930636 w 1355"/>
                <a:gd name="T5" fmla="*/ 1324263272 h 104"/>
                <a:gd name="T6" fmla="*/ 2147483647 w 1355"/>
                <a:gd name="T7" fmla="*/ 132426327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0"/>
                  </a:moveTo>
                  <a:cubicBezTo>
                    <a:pt x="0" y="83"/>
                    <a:pt x="0" y="83"/>
                    <a:pt x="0" y="83"/>
                  </a:cubicBezTo>
                  <a:cubicBezTo>
                    <a:pt x="1" y="97"/>
                    <a:pt x="9" y="104"/>
                    <a:pt x="26" y="104"/>
                  </a:cubicBezTo>
                  <a:cubicBezTo>
                    <a:pt x="1355" y="104"/>
                    <a:pt x="1355" y="104"/>
                    <a:pt x="1355" y="104"/>
                  </a:cubicBezTo>
                </a:path>
              </a:pathLst>
            </a:custGeom>
            <a:noFill/>
            <a:ln w="85725">
              <a:solidFill>
                <a:srgbClr val="F39C12"/>
              </a:solidFill>
              <a:miter lim="800000"/>
              <a:headEnd/>
              <a:tailEnd/>
            </a:ln>
          </p:spPr>
          <p:txBody>
            <a:bodyPr lIns="121920" tIns="60960" rIns="121920" bIns="60960"/>
            <a:lstStyle/>
            <a:p>
              <a:endParaRPr lang="el-GR" sz="2400">
                <a:solidFill>
                  <a:srgbClr val="000000"/>
                </a:solidFill>
              </a:endParaRPr>
            </a:p>
          </p:txBody>
        </p:sp>
        <p:grpSp>
          <p:nvGrpSpPr>
            <p:cNvPr id="531473" name="Group 104"/>
            <p:cNvGrpSpPr>
              <a:grpSpLocks/>
            </p:cNvGrpSpPr>
            <p:nvPr/>
          </p:nvGrpSpPr>
          <p:grpSpPr bwMode="auto">
            <a:xfrm>
              <a:off x="6478748" y="1673244"/>
              <a:ext cx="913642" cy="909432"/>
              <a:chOff x="6478748" y="1673244"/>
              <a:chExt cx="913642" cy="909432"/>
            </a:xfrm>
          </p:grpSpPr>
          <p:sp>
            <p:nvSpPr>
              <p:cNvPr id="531474" name="Oval 5"/>
              <p:cNvSpPr>
                <a:spLocks noChangeArrowheads="1"/>
              </p:cNvSpPr>
              <p:nvPr/>
            </p:nvSpPr>
            <p:spPr bwMode="auto">
              <a:xfrm rot="5400000">
                <a:off x="6480853" y="1671139"/>
                <a:ext cx="909432" cy="913642"/>
              </a:xfrm>
              <a:prstGeom prst="ellipse">
                <a:avLst/>
              </a:prstGeom>
              <a:solidFill>
                <a:srgbClr val="F39C12"/>
              </a:solidFill>
              <a:ln w="9525">
                <a:noFill/>
                <a:miter lim="800000"/>
                <a:headEnd/>
                <a:tailEnd/>
              </a:ln>
            </p:spPr>
            <p:txBody>
              <a:bodyPr lIns="121920" tIns="60960" rIns="121920" bIns="60960"/>
              <a:lstStyle/>
              <a:p>
                <a:endParaRPr lang="el-GR" sz="2400">
                  <a:solidFill>
                    <a:srgbClr val="000000"/>
                  </a:solidFill>
                </a:endParaRPr>
              </a:p>
            </p:txBody>
          </p:sp>
          <p:grpSp>
            <p:nvGrpSpPr>
              <p:cNvPr id="84" name="Group 83"/>
              <p:cNvGrpSpPr/>
              <p:nvPr/>
            </p:nvGrpSpPr>
            <p:grpSpPr>
              <a:xfrm>
                <a:off x="6712026" y="1926660"/>
                <a:ext cx="447086" cy="385561"/>
                <a:chOff x="6048376" y="3925888"/>
                <a:chExt cx="346075" cy="298451"/>
              </a:xfrm>
              <a:solidFill>
                <a:schemeClr val="bg1"/>
              </a:solidFill>
            </p:grpSpPr>
            <p:sp>
              <p:nvSpPr>
                <p:cNvPr id="85"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86"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11" name="Group 110"/>
          <p:cNvGrpSpPr>
            <a:grpSpLocks/>
          </p:cNvGrpSpPr>
          <p:nvPr/>
        </p:nvGrpSpPr>
        <p:grpSpPr bwMode="auto">
          <a:xfrm>
            <a:off x="6315075" y="4894263"/>
            <a:ext cx="1077913" cy="1963737"/>
            <a:chOff x="6314302" y="4894850"/>
            <a:chExt cx="1078089" cy="1963150"/>
          </a:xfrm>
        </p:grpSpPr>
        <p:sp>
          <p:nvSpPr>
            <p:cNvPr id="531468" name="Freeform 15"/>
            <p:cNvSpPr>
              <a:spLocks/>
            </p:cNvSpPr>
            <p:nvPr/>
          </p:nvSpPr>
          <p:spPr bwMode="auto">
            <a:xfrm rot="5400000">
              <a:off x="5645115" y="6017701"/>
              <a:ext cx="1509486" cy="171111"/>
            </a:xfrm>
            <a:custGeom>
              <a:avLst/>
              <a:gdLst>
                <a:gd name="T0" fmla="*/ 0 w 552"/>
                <a:gd name="T1" fmla="*/ 0 h 48"/>
                <a:gd name="T2" fmla="*/ 0 w 552"/>
                <a:gd name="T3" fmla="*/ 343113205 h 48"/>
                <a:gd name="T4" fmla="*/ 82256034 w 552"/>
                <a:gd name="T5" fmla="*/ 597270108 h 48"/>
                <a:gd name="T6" fmla="*/ 2147483647 w 552"/>
                <a:gd name="T7" fmla="*/ 597270108 h 48"/>
                <a:gd name="T8" fmla="*/ 0 60000 65536"/>
                <a:gd name="T9" fmla="*/ 0 60000 65536"/>
                <a:gd name="T10" fmla="*/ 0 60000 65536"/>
                <a:gd name="T11" fmla="*/ 0 60000 65536"/>
                <a:gd name="T12" fmla="*/ 0 w 552"/>
                <a:gd name="T13" fmla="*/ 0 h 48"/>
                <a:gd name="T14" fmla="*/ 552 w 552"/>
                <a:gd name="T15" fmla="*/ 48 h 48"/>
              </a:gdLst>
              <a:ahLst/>
              <a:cxnLst>
                <a:cxn ang="T8">
                  <a:pos x="T0" y="T1"/>
                </a:cxn>
                <a:cxn ang="T9">
                  <a:pos x="T2" y="T3"/>
                </a:cxn>
                <a:cxn ang="T10">
                  <a:pos x="T4" y="T5"/>
                </a:cxn>
                <a:cxn ang="T11">
                  <a:pos x="T6" y="T7"/>
                </a:cxn>
              </a:cxnLst>
              <a:rect l="T12" t="T13" r="T14" b="T15"/>
              <a:pathLst>
                <a:path w="552" h="48">
                  <a:moveTo>
                    <a:pt x="0" y="0"/>
                  </a:moveTo>
                  <a:cubicBezTo>
                    <a:pt x="0" y="27"/>
                    <a:pt x="0" y="27"/>
                    <a:pt x="0" y="27"/>
                  </a:cubicBezTo>
                  <a:cubicBezTo>
                    <a:pt x="0" y="40"/>
                    <a:pt x="4" y="48"/>
                    <a:pt x="11" y="47"/>
                  </a:cubicBezTo>
                  <a:cubicBezTo>
                    <a:pt x="552" y="47"/>
                    <a:pt x="552" y="47"/>
                    <a:pt x="552" y="47"/>
                  </a:cubicBezTo>
                </a:path>
              </a:pathLst>
            </a:custGeom>
            <a:noFill/>
            <a:ln w="85725">
              <a:solidFill>
                <a:srgbClr val="4B2C50"/>
              </a:solidFill>
              <a:miter lim="800000"/>
              <a:headEnd/>
              <a:tailEnd/>
            </a:ln>
          </p:spPr>
          <p:txBody>
            <a:bodyPr lIns="121920" tIns="60960" rIns="121920" bIns="60960"/>
            <a:lstStyle/>
            <a:p>
              <a:endParaRPr lang="el-GR" sz="2400">
                <a:solidFill>
                  <a:srgbClr val="000000"/>
                </a:solidFill>
              </a:endParaRPr>
            </a:p>
          </p:txBody>
        </p:sp>
        <p:grpSp>
          <p:nvGrpSpPr>
            <p:cNvPr id="531469" name="Group 102"/>
            <p:cNvGrpSpPr>
              <a:grpSpLocks/>
            </p:cNvGrpSpPr>
            <p:nvPr/>
          </p:nvGrpSpPr>
          <p:grpSpPr bwMode="auto">
            <a:xfrm>
              <a:off x="6478749" y="4894850"/>
              <a:ext cx="913642" cy="907325"/>
              <a:chOff x="6478749" y="4894850"/>
              <a:chExt cx="913642" cy="907325"/>
            </a:xfrm>
          </p:grpSpPr>
          <p:sp>
            <p:nvSpPr>
              <p:cNvPr id="531470" name="Oval 9"/>
              <p:cNvSpPr>
                <a:spLocks noChangeArrowheads="1"/>
              </p:cNvSpPr>
              <p:nvPr/>
            </p:nvSpPr>
            <p:spPr bwMode="auto">
              <a:xfrm rot="5400000">
                <a:off x="6481907" y="4891692"/>
                <a:ext cx="907325" cy="913642"/>
              </a:xfrm>
              <a:prstGeom prst="ellipse">
                <a:avLst/>
              </a:prstGeom>
              <a:solidFill>
                <a:srgbClr val="4B2C50"/>
              </a:solidFill>
              <a:ln w="9525">
                <a:noFill/>
                <a:miter lim="800000"/>
                <a:headEnd/>
                <a:tailEnd/>
              </a:ln>
            </p:spPr>
            <p:txBody>
              <a:bodyPr lIns="121920" tIns="60960" rIns="121920" bIns="60960"/>
              <a:lstStyle/>
              <a:p>
                <a:endParaRPr lang="el-GR" sz="2400">
                  <a:solidFill>
                    <a:srgbClr val="000000"/>
                  </a:solidFill>
                </a:endParaRPr>
              </a:p>
            </p:txBody>
          </p:sp>
          <p:grpSp>
            <p:nvGrpSpPr>
              <p:cNvPr id="88" name="Group 87"/>
              <p:cNvGrpSpPr/>
              <p:nvPr/>
            </p:nvGrpSpPr>
            <p:grpSpPr>
              <a:xfrm>
                <a:off x="6679906" y="5126432"/>
                <a:ext cx="511326" cy="395700"/>
                <a:chOff x="6916738" y="2898776"/>
                <a:chExt cx="315913" cy="244475"/>
              </a:xfrm>
              <a:solidFill>
                <a:schemeClr val="bg1"/>
              </a:solidFill>
            </p:grpSpPr>
            <p:sp>
              <p:nvSpPr>
                <p:cNvPr id="89" name="Freeform 62"/>
                <p:cNvSpPr>
                  <a:spLocks/>
                </p:cNvSpPr>
                <p:nvPr/>
              </p:nvSpPr>
              <p:spPr bwMode="auto">
                <a:xfrm>
                  <a:off x="7015163" y="2898776"/>
                  <a:ext cx="119063" cy="33338"/>
                </a:xfrm>
                <a:custGeom>
                  <a:avLst/>
                  <a:gdLst>
                    <a:gd name="T0" fmla="*/ 4 w 32"/>
                    <a:gd name="T1" fmla="*/ 6 h 9"/>
                    <a:gd name="T2" fmla="*/ 6 w 32"/>
                    <a:gd name="T3" fmla="*/ 4 h 9"/>
                    <a:gd name="T4" fmla="*/ 26 w 32"/>
                    <a:gd name="T5" fmla="*/ 4 h 9"/>
                    <a:gd name="T6" fmla="*/ 28 w 32"/>
                    <a:gd name="T7" fmla="*/ 6 h 9"/>
                    <a:gd name="T8" fmla="*/ 28 w 32"/>
                    <a:gd name="T9" fmla="*/ 9 h 9"/>
                    <a:gd name="T10" fmla="*/ 32 w 32"/>
                    <a:gd name="T11" fmla="*/ 9 h 9"/>
                    <a:gd name="T12" fmla="*/ 32 w 32"/>
                    <a:gd name="T13" fmla="*/ 5 h 9"/>
                    <a:gd name="T14" fmla="*/ 26 w 32"/>
                    <a:gd name="T15" fmla="*/ 0 h 9"/>
                    <a:gd name="T16" fmla="*/ 5 w 32"/>
                    <a:gd name="T17" fmla="*/ 0 h 9"/>
                    <a:gd name="T18" fmla="*/ 0 w 32"/>
                    <a:gd name="T19" fmla="*/ 5 h 9"/>
                    <a:gd name="T20" fmla="*/ 0 w 32"/>
                    <a:gd name="T21" fmla="*/ 9 h 9"/>
                    <a:gd name="T22" fmla="*/ 4 w 32"/>
                    <a:gd name="T23" fmla="*/ 9 h 9"/>
                    <a:gd name="T24" fmla="*/ 4 w 3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
                      <a:moveTo>
                        <a:pt x="4" y="6"/>
                      </a:moveTo>
                      <a:cubicBezTo>
                        <a:pt x="4" y="5"/>
                        <a:pt x="5" y="4"/>
                        <a:pt x="6" y="4"/>
                      </a:cubicBezTo>
                      <a:cubicBezTo>
                        <a:pt x="26" y="4"/>
                        <a:pt x="26" y="4"/>
                        <a:pt x="26" y="4"/>
                      </a:cubicBezTo>
                      <a:cubicBezTo>
                        <a:pt x="27" y="4"/>
                        <a:pt x="28" y="5"/>
                        <a:pt x="28" y="6"/>
                      </a:cubicBezTo>
                      <a:cubicBezTo>
                        <a:pt x="28" y="9"/>
                        <a:pt x="28" y="9"/>
                        <a:pt x="28" y="9"/>
                      </a:cubicBezTo>
                      <a:cubicBezTo>
                        <a:pt x="32" y="9"/>
                        <a:pt x="32" y="9"/>
                        <a:pt x="32" y="9"/>
                      </a:cubicBezTo>
                      <a:cubicBezTo>
                        <a:pt x="32" y="5"/>
                        <a:pt x="32" y="5"/>
                        <a:pt x="32" y="5"/>
                      </a:cubicBezTo>
                      <a:cubicBezTo>
                        <a:pt x="32" y="2"/>
                        <a:pt x="29" y="0"/>
                        <a:pt x="26" y="0"/>
                      </a:cubicBezTo>
                      <a:cubicBezTo>
                        <a:pt x="5" y="0"/>
                        <a:pt x="5" y="0"/>
                        <a:pt x="5" y="0"/>
                      </a:cubicBezTo>
                      <a:cubicBezTo>
                        <a:pt x="2" y="0"/>
                        <a:pt x="0" y="2"/>
                        <a:pt x="0" y="5"/>
                      </a:cubicBezTo>
                      <a:cubicBezTo>
                        <a:pt x="0" y="9"/>
                        <a:pt x="0" y="9"/>
                        <a:pt x="0" y="9"/>
                      </a:cubicBezTo>
                      <a:cubicBezTo>
                        <a:pt x="4" y="9"/>
                        <a:pt x="4" y="9"/>
                        <a:pt x="4" y="9"/>
                      </a:cubicBezTo>
                      <a:lnTo>
                        <a:pt x="4" y="6"/>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0" name="Freeform 63"/>
                <p:cNvSpPr>
                  <a:spLocks/>
                </p:cNvSpPr>
                <p:nvPr/>
              </p:nvSpPr>
              <p:spPr bwMode="auto">
                <a:xfrm>
                  <a:off x="6916738" y="3090863"/>
                  <a:ext cx="315913" cy="52388"/>
                </a:xfrm>
                <a:custGeom>
                  <a:avLst/>
                  <a:gdLst>
                    <a:gd name="T0" fmla="*/ 83 w 84"/>
                    <a:gd name="T1" fmla="*/ 0 h 14"/>
                    <a:gd name="T2" fmla="*/ 49 w 84"/>
                    <a:gd name="T3" fmla="*/ 0 h 14"/>
                    <a:gd name="T4" fmla="*/ 49 w 84"/>
                    <a:gd name="T5" fmla="*/ 1 h 14"/>
                    <a:gd name="T6" fmla="*/ 46 w 84"/>
                    <a:gd name="T7" fmla="*/ 3 h 14"/>
                    <a:gd name="T8" fmla="*/ 37 w 84"/>
                    <a:gd name="T9" fmla="*/ 3 h 14"/>
                    <a:gd name="T10" fmla="*/ 35 w 84"/>
                    <a:gd name="T11" fmla="*/ 1 h 14"/>
                    <a:gd name="T12" fmla="*/ 35 w 84"/>
                    <a:gd name="T13" fmla="*/ 0 h 14"/>
                    <a:gd name="T14" fmla="*/ 1 w 84"/>
                    <a:gd name="T15" fmla="*/ 0 h 14"/>
                    <a:gd name="T16" fmla="*/ 0 w 84"/>
                    <a:gd name="T17" fmla="*/ 0 h 14"/>
                    <a:gd name="T18" fmla="*/ 0 w 84"/>
                    <a:gd name="T19" fmla="*/ 9 h 14"/>
                    <a:gd name="T20" fmla="*/ 6 w 84"/>
                    <a:gd name="T21" fmla="*/ 14 h 14"/>
                    <a:gd name="T22" fmla="*/ 78 w 84"/>
                    <a:gd name="T23" fmla="*/ 14 h 14"/>
                    <a:gd name="T24" fmla="*/ 84 w 84"/>
                    <a:gd name="T25" fmla="*/ 9 h 14"/>
                    <a:gd name="T26" fmla="*/ 84 w 84"/>
                    <a:gd name="T27" fmla="*/ 0 h 14"/>
                    <a:gd name="T28" fmla="*/ 83 w 8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4">
                      <a:moveTo>
                        <a:pt x="83" y="0"/>
                      </a:moveTo>
                      <a:cubicBezTo>
                        <a:pt x="49" y="0"/>
                        <a:pt x="49" y="0"/>
                        <a:pt x="49" y="0"/>
                      </a:cubicBezTo>
                      <a:cubicBezTo>
                        <a:pt x="49" y="1"/>
                        <a:pt x="49" y="1"/>
                        <a:pt x="49" y="1"/>
                      </a:cubicBezTo>
                      <a:cubicBezTo>
                        <a:pt x="49" y="2"/>
                        <a:pt x="48" y="3"/>
                        <a:pt x="46" y="3"/>
                      </a:cubicBezTo>
                      <a:cubicBezTo>
                        <a:pt x="37" y="3"/>
                        <a:pt x="37" y="3"/>
                        <a:pt x="37" y="3"/>
                      </a:cubicBezTo>
                      <a:cubicBezTo>
                        <a:pt x="36" y="3"/>
                        <a:pt x="35" y="2"/>
                        <a:pt x="35" y="1"/>
                      </a:cubicBezTo>
                      <a:cubicBezTo>
                        <a:pt x="35" y="0"/>
                        <a:pt x="35" y="0"/>
                        <a:pt x="35" y="0"/>
                      </a:cubicBezTo>
                      <a:cubicBezTo>
                        <a:pt x="1" y="0"/>
                        <a:pt x="1" y="0"/>
                        <a:pt x="1" y="0"/>
                      </a:cubicBezTo>
                      <a:cubicBezTo>
                        <a:pt x="0" y="0"/>
                        <a:pt x="0" y="0"/>
                        <a:pt x="0" y="0"/>
                      </a:cubicBezTo>
                      <a:cubicBezTo>
                        <a:pt x="0" y="9"/>
                        <a:pt x="0" y="9"/>
                        <a:pt x="0" y="9"/>
                      </a:cubicBezTo>
                      <a:cubicBezTo>
                        <a:pt x="0" y="12"/>
                        <a:pt x="3" y="14"/>
                        <a:pt x="6" y="14"/>
                      </a:cubicBezTo>
                      <a:cubicBezTo>
                        <a:pt x="78" y="14"/>
                        <a:pt x="78" y="14"/>
                        <a:pt x="78" y="14"/>
                      </a:cubicBezTo>
                      <a:cubicBezTo>
                        <a:pt x="81" y="14"/>
                        <a:pt x="84" y="12"/>
                        <a:pt x="84" y="9"/>
                      </a:cubicBezTo>
                      <a:cubicBezTo>
                        <a:pt x="84" y="0"/>
                        <a:pt x="84" y="0"/>
                        <a:pt x="84" y="0"/>
                      </a:cubicBezTo>
                      <a:cubicBezTo>
                        <a:pt x="84" y="0"/>
                        <a:pt x="83" y="0"/>
                        <a:pt x="83"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1" name="Freeform 64"/>
                <p:cNvSpPr>
                  <a:spLocks/>
                </p:cNvSpPr>
                <p:nvPr/>
              </p:nvSpPr>
              <p:spPr bwMode="auto">
                <a:xfrm>
                  <a:off x="6916738" y="2940051"/>
                  <a:ext cx="315913" cy="138113"/>
                </a:xfrm>
                <a:custGeom>
                  <a:avLst/>
                  <a:gdLst>
                    <a:gd name="T0" fmla="*/ 78 w 84"/>
                    <a:gd name="T1" fmla="*/ 0 h 37"/>
                    <a:gd name="T2" fmla="*/ 6 w 84"/>
                    <a:gd name="T3" fmla="*/ 0 h 37"/>
                    <a:gd name="T4" fmla="*/ 0 w 84"/>
                    <a:gd name="T5" fmla="*/ 6 h 37"/>
                    <a:gd name="T6" fmla="*/ 0 w 84"/>
                    <a:gd name="T7" fmla="*/ 36 h 37"/>
                    <a:gd name="T8" fmla="*/ 1 w 84"/>
                    <a:gd name="T9" fmla="*/ 37 h 37"/>
                    <a:gd name="T10" fmla="*/ 35 w 84"/>
                    <a:gd name="T11" fmla="*/ 37 h 37"/>
                    <a:gd name="T12" fmla="*/ 35 w 84"/>
                    <a:gd name="T13" fmla="*/ 35 h 37"/>
                    <a:gd name="T14" fmla="*/ 37 w 84"/>
                    <a:gd name="T15" fmla="*/ 33 h 37"/>
                    <a:gd name="T16" fmla="*/ 46 w 84"/>
                    <a:gd name="T17" fmla="*/ 33 h 37"/>
                    <a:gd name="T18" fmla="*/ 49 w 84"/>
                    <a:gd name="T19" fmla="*/ 35 h 37"/>
                    <a:gd name="T20" fmla="*/ 49 w 84"/>
                    <a:gd name="T21" fmla="*/ 37 h 37"/>
                    <a:gd name="T22" fmla="*/ 83 w 84"/>
                    <a:gd name="T23" fmla="*/ 37 h 37"/>
                    <a:gd name="T24" fmla="*/ 84 w 84"/>
                    <a:gd name="T25" fmla="*/ 36 h 37"/>
                    <a:gd name="T26" fmla="*/ 84 w 84"/>
                    <a:gd name="T27" fmla="*/ 6 h 37"/>
                    <a:gd name="T28" fmla="*/ 78 w 84"/>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37">
                      <a:moveTo>
                        <a:pt x="78" y="0"/>
                      </a:moveTo>
                      <a:cubicBezTo>
                        <a:pt x="6" y="0"/>
                        <a:pt x="6" y="0"/>
                        <a:pt x="6" y="0"/>
                      </a:cubicBezTo>
                      <a:cubicBezTo>
                        <a:pt x="3" y="0"/>
                        <a:pt x="0" y="2"/>
                        <a:pt x="0" y="6"/>
                      </a:cubicBezTo>
                      <a:cubicBezTo>
                        <a:pt x="0" y="36"/>
                        <a:pt x="0" y="36"/>
                        <a:pt x="0" y="36"/>
                      </a:cubicBezTo>
                      <a:cubicBezTo>
                        <a:pt x="0" y="37"/>
                        <a:pt x="0" y="37"/>
                        <a:pt x="1" y="37"/>
                      </a:cubicBezTo>
                      <a:cubicBezTo>
                        <a:pt x="35" y="37"/>
                        <a:pt x="35" y="37"/>
                        <a:pt x="35" y="37"/>
                      </a:cubicBezTo>
                      <a:cubicBezTo>
                        <a:pt x="35" y="35"/>
                        <a:pt x="35" y="35"/>
                        <a:pt x="35" y="35"/>
                      </a:cubicBezTo>
                      <a:cubicBezTo>
                        <a:pt x="35" y="34"/>
                        <a:pt x="36" y="33"/>
                        <a:pt x="37" y="33"/>
                      </a:cubicBezTo>
                      <a:cubicBezTo>
                        <a:pt x="46" y="33"/>
                        <a:pt x="46" y="33"/>
                        <a:pt x="46" y="33"/>
                      </a:cubicBezTo>
                      <a:cubicBezTo>
                        <a:pt x="48" y="33"/>
                        <a:pt x="49" y="34"/>
                        <a:pt x="49" y="35"/>
                      </a:cubicBezTo>
                      <a:cubicBezTo>
                        <a:pt x="49" y="37"/>
                        <a:pt x="49" y="37"/>
                        <a:pt x="49" y="37"/>
                      </a:cubicBezTo>
                      <a:cubicBezTo>
                        <a:pt x="83" y="37"/>
                        <a:pt x="83" y="37"/>
                        <a:pt x="83" y="37"/>
                      </a:cubicBezTo>
                      <a:cubicBezTo>
                        <a:pt x="83" y="37"/>
                        <a:pt x="84" y="37"/>
                        <a:pt x="84" y="36"/>
                      </a:cubicBezTo>
                      <a:cubicBezTo>
                        <a:pt x="84" y="6"/>
                        <a:pt x="84" y="6"/>
                        <a:pt x="84" y="6"/>
                      </a:cubicBezTo>
                      <a:cubicBezTo>
                        <a:pt x="84" y="2"/>
                        <a:pt x="81" y="0"/>
                        <a:pt x="78"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grpSp>
        <p:nvGrpSpPr>
          <p:cNvPr id="106" name="Group 105"/>
          <p:cNvGrpSpPr>
            <a:grpSpLocks/>
          </p:cNvGrpSpPr>
          <p:nvPr/>
        </p:nvGrpSpPr>
        <p:grpSpPr bwMode="auto">
          <a:xfrm>
            <a:off x="4752975" y="3235325"/>
            <a:ext cx="1168400" cy="3622675"/>
            <a:chOff x="4752322" y="3235041"/>
            <a:chExt cx="1169758" cy="3622960"/>
          </a:xfrm>
        </p:grpSpPr>
        <p:sp>
          <p:nvSpPr>
            <p:cNvPr id="531464" name="Freeform 14"/>
            <p:cNvSpPr>
              <a:spLocks/>
            </p:cNvSpPr>
            <p:nvPr/>
          </p:nvSpPr>
          <p:spPr bwMode="auto">
            <a:xfrm rot="5400000">
              <a:off x="4201526" y="5137446"/>
              <a:ext cx="3169998" cy="271111"/>
            </a:xfrm>
            <a:custGeom>
              <a:avLst/>
              <a:gdLst>
                <a:gd name="T0" fmla="*/ 0 w 959"/>
                <a:gd name="T1" fmla="*/ 967120772 h 76"/>
                <a:gd name="T2" fmla="*/ 0 w 959"/>
                <a:gd name="T3" fmla="*/ 267229836 h 76"/>
                <a:gd name="T4" fmla="*/ 196675404 w 959"/>
                <a:gd name="T5" fmla="*/ 12724379 h 76"/>
                <a:gd name="T6" fmla="*/ 2147483647 w 959"/>
                <a:gd name="T7" fmla="*/ 12724379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76"/>
                  </a:moveTo>
                  <a:cubicBezTo>
                    <a:pt x="0" y="21"/>
                    <a:pt x="0" y="21"/>
                    <a:pt x="0" y="21"/>
                  </a:cubicBezTo>
                  <a:cubicBezTo>
                    <a:pt x="0" y="8"/>
                    <a:pt x="6" y="0"/>
                    <a:pt x="18" y="1"/>
                  </a:cubicBezTo>
                  <a:cubicBezTo>
                    <a:pt x="959" y="1"/>
                    <a:pt x="959" y="1"/>
                    <a:pt x="959" y="1"/>
                  </a:cubicBezTo>
                </a:path>
              </a:pathLst>
            </a:custGeom>
            <a:noFill/>
            <a:ln w="85725">
              <a:solidFill>
                <a:srgbClr val="16A085"/>
              </a:solidFill>
              <a:miter lim="800000"/>
              <a:headEnd/>
              <a:tailEnd/>
            </a:ln>
          </p:spPr>
          <p:txBody>
            <a:bodyPr lIns="121920" tIns="60960" rIns="121920" bIns="60960"/>
            <a:lstStyle/>
            <a:p>
              <a:endParaRPr lang="el-GR" sz="2400">
                <a:solidFill>
                  <a:srgbClr val="000000"/>
                </a:solidFill>
              </a:endParaRPr>
            </a:p>
          </p:txBody>
        </p:sp>
        <p:grpSp>
          <p:nvGrpSpPr>
            <p:cNvPr id="531465" name="Group 100"/>
            <p:cNvGrpSpPr>
              <a:grpSpLocks/>
            </p:cNvGrpSpPr>
            <p:nvPr/>
          </p:nvGrpSpPr>
          <p:grpSpPr bwMode="auto">
            <a:xfrm>
              <a:off x="4752322" y="3235041"/>
              <a:ext cx="905222" cy="909432"/>
              <a:chOff x="4752322" y="3235041"/>
              <a:chExt cx="905222" cy="909432"/>
            </a:xfrm>
          </p:grpSpPr>
          <p:sp>
            <p:nvSpPr>
              <p:cNvPr id="531466" name="Oval 8"/>
              <p:cNvSpPr>
                <a:spLocks noChangeArrowheads="1"/>
              </p:cNvSpPr>
              <p:nvPr/>
            </p:nvSpPr>
            <p:spPr bwMode="auto">
              <a:xfrm rot="5400000">
                <a:off x="4750217" y="3237146"/>
                <a:ext cx="909432" cy="905222"/>
              </a:xfrm>
              <a:prstGeom prst="ellipse">
                <a:avLst/>
              </a:prstGeom>
              <a:solidFill>
                <a:srgbClr val="16A085"/>
              </a:solidFill>
              <a:ln w="9525">
                <a:noFill/>
                <a:miter lim="800000"/>
                <a:headEnd/>
                <a:tailEnd/>
              </a:ln>
            </p:spPr>
            <p:txBody>
              <a:bodyPr lIns="121920" tIns="60960" rIns="121920" bIns="60960"/>
              <a:lstStyle/>
              <a:p>
                <a:endParaRPr lang="el-GR" sz="2400">
                  <a:solidFill>
                    <a:srgbClr val="000000"/>
                  </a:solidFill>
                </a:endParaRPr>
              </a:p>
            </p:txBody>
          </p:sp>
          <p:grpSp>
            <p:nvGrpSpPr>
              <p:cNvPr id="92" name="Group 91"/>
              <p:cNvGrpSpPr/>
              <p:nvPr/>
            </p:nvGrpSpPr>
            <p:grpSpPr>
              <a:xfrm>
                <a:off x="5025483" y="3453530"/>
                <a:ext cx="358900" cy="418374"/>
                <a:chOff x="7548563" y="2860676"/>
                <a:chExt cx="277813" cy="323850"/>
              </a:xfrm>
              <a:solidFill>
                <a:schemeClr val="bg1"/>
              </a:solidFill>
            </p:grpSpPr>
            <p:sp>
              <p:nvSpPr>
                <p:cNvPr id="93"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4"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5"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6"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7"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98"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grpSp>
      <p:sp>
        <p:nvSpPr>
          <p:cNvPr id="54"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t>أسباب استخدام تكنولوجيا التعليم</a:t>
            </a:r>
            <a:endParaRPr lang="en-US" sz="4400" u="sng"/>
          </a:p>
        </p:txBody>
      </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
                                        <p:tgtEl>
                                          <p:spTgt spid="54"/>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500" fill="hold"/>
                                        <p:tgtEl>
                                          <p:spTgt spid="106"/>
                                        </p:tgtEl>
                                        <p:attrNameLst>
                                          <p:attrName>ppt_x</p:attrName>
                                        </p:attrNameLst>
                                      </p:cBhvr>
                                      <p:tavLst>
                                        <p:tav tm="0">
                                          <p:val>
                                            <p:strVal val="#ppt_x"/>
                                          </p:val>
                                        </p:tav>
                                        <p:tav tm="100000">
                                          <p:val>
                                            <p:strVal val="#ppt_x"/>
                                          </p:val>
                                        </p:tav>
                                      </p:tavLst>
                                    </p:anim>
                                    <p:anim calcmode="lin" valueType="num">
                                      <p:cBhvr additive="base">
                                        <p:cTn id="12" dur="500" fill="hold"/>
                                        <p:tgtEl>
                                          <p:spTgt spid="106"/>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8"/>
                                        </p:tgtEl>
                                        <p:attrNameLst>
                                          <p:attrName>style.visibility</p:attrName>
                                        </p:attrNameLst>
                                      </p:cBhvr>
                                      <p:to>
                                        <p:strVal val="visible"/>
                                      </p:to>
                                    </p:set>
                                    <p:anim calcmode="lin" valueType="num">
                                      <p:cBhvr additive="base">
                                        <p:cTn id="16" dur="500" fill="hold"/>
                                        <p:tgtEl>
                                          <p:spTgt spid="78"/>
                                        </p:tgtEl>
                                        <p:attrNameLst>
                                          <p:attrName>ppt_x</p:attrName>
                                        </p:attrNameLst>
                                      </p:cBhvr>
                                      <p:tavLst>
                                        <p:tav tm="0">
                                          <p:val>
                                            <p:strVal val="#ppt_x"/>
                                          </p:val>
                                        </p:tav>
                                        <p:tav tm="100000">
                                          <p:val>
                                            <p:strVal val="#ppt_x"/>
                                          </p:val>
                                        </p:tav>
                                      </p:tavLst>
                                    </p:anim>
                                    <p:anim calcmode="lin" valueType="num">
                                      <p:cBhvr additive="base">
                                        <p:cTn id="17" dur="500" fill="hold"/>
                                        <p:tgtEl>
                                          <p:spTgt spid="78"/>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09"/>
                                        </p:tgtEl>
                                        <p:attrNameLst>
                                          <p:attrName>style.visibility</p:attrName>
                                        </p:attrNameLst>
                                      </p:cBhvr>
                                      <p:to>
                                        <p:strVal val="visible"/>
                                      </p:to>
                                    </p:set>
                                    <p:anim calcmode="lin" valueType="num">
                                      <p:cBhvr additive="base">
                                        <p:cTn id="21" dur="500" fill="hold"/>
                                        <p:tgtEl>
                                          <p:spTgt spid="109"/>
                                        </p:tgtEl>
                                        <p:attrNameLst>
                                          <p:attrName>ppt_x</p:attrName>
                                        </p:attrNameLst>
                                      </p:cBhvr>
                                      <p:tavLst>
                                        <p:tav tm="0">
                                          <p:val>
                                            <p:strVal val="#ppt_x"/>
                                          </p:val>
                                        </p:tav>
                                        <p:tav tm="100000">
                                          <p:val>
                                            <p:strVal val="#ppt_x"/>
                                          </p:val>
                                        </p:tav>
                                      </p:tavLst>
                                    </p:anim>
                                    <p:anim calcmode="lin" valueType="num">
                                      <p:cBhvr additive="base">
                                        <p:cTn id="22" dur="500" fill="hold"/>
                                        <p:tgtEl>
                                          <p:spTgt spid="109"/>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74"/>
                                        </p:tgtEl>
                                        <p:attrNameLst>
                                          <p:attrName>style.visibility</p:attrName>
                                        </p:attrNameLst>
                                      </p:cBhvr>
                                      <p:to>
                                        <p:strVal val="visible"/>
                                      </p:to>
                                    </p:set>
                                    <p:anim calcmode="lin" valueType="num">
                                      <p:cBhvr additive="base">
                                        <p:cTn id="26" dur="500" fill="hold"/>
                                        <p:tgtEl>
                                          <p:spTgt spid="74"/>
                                        </p:tgtEl>
                                        <p:attrNameLst>
                                          <p:attrName>ppt_x</p:attrName>
                                        </p:attrNameLst>
                                      </p:cBhvr>
                                      <p:tavLst>
                                        <p:tav tm="0">
                                          <p:val>
                                            <p:strVal val="#ppt_x"/>
                                          </p:val>
                                        </p:tav>
                                        <p:tav tm="100000">
                                          <p:val>
                                            <p:strVal val="#ppt_x"/>
                                          </p:val>
                                        </p:tav>
                                      </p:tavLst>
                                    </p:anim>
                                    <p:anim calcmode="lin" valueType="num">
                                      <p:cBhvr additive="base">
                                        <p:cTn id="27" dur="500" fill="hold"/>
                                        <p:tgtEl>
                                          <p:spTgt spid="74"/>
                                        </p:tgtEl>
                                        <p:attrNameLst>
                                          <p:attrName>ppt_y</p:attrName>
                                        </p:attrNameLst>
                                      </p:cBhvr>
                                      <p:tavLst>
                                        <p:tav tm="0">
                                          <p:val>
                                            <p:strVal val="1+#ppt_h/2"/>
                                          </p:val>
                                        </p:tav>
                                        <p:tav tm="100000">
                                          <p:val>
                                            <p:strVal val="#ppt_y"/>
                                          </p:val>
                                        </p:tav>
                                      </p:tavLst>
                                    </p:anim>
                                  </p:childTnLst>
                                </p:cTn>
                              </p:par>
                            </p:childTnLst>
                          </p:cTn>
                        </p:par>
                        <p:par>
                          <p:cTn id="28" fill="hold">
                            <p:stCondLst>
                              <p:cond delay="2200"/>
                            </p:stCondLst>
                            <p:childTnLst>
                              <p:par>
                                <p:cTn id="29" presetID="2" presetClass="entr" presetSubtype="4" fill="hold" nodeType="afterEffect">
                                  <p:stCondLst>
                                    <p:cond delay="0"/>
                                  </p:stCondLst>
                                  <p:childTnLst>
                                    <p:set>
                                      <p:cBhvr>
                                        <p:cTn id="30" dur="1" fill="hold">
                                          <p:stCondLst>
                                            <p:cond delay="0"/>
                                          </p:stCondLst>
                                        </p:cTn>
                                        <p:tgtEl>
                                          <p:spTgt spid="111"/>
                                        </p:tgtEl>
                                        <p:attrNameLst>
                                          <p:attrName>style.visibility</p:attrName>
                                        </p:attrNameLst>
                                      </p:cBhvr>
                                      <p:to>
                                        <p:strVal val="visible"/>
                                      </p:to>
                                    </p:set>
                                    <p:anim calcmode="lin" valueType="num">
                                      <p:cBhvr additive="base">
                                        <p:cTn id="31" dur="500" fill="hold"/>
                                        <p:tgtEl>
                                          <p:spTgt spid="111"/>
                                        </p:tgtEl>
                                        <p:attrNameLst>
                                          <p:attrName>ppt_x</p:attrName>
                                        </p:attrNameLst>
                                      </p:cBhvr>
                                      <p:tavLst>
                                        <p:tav tm="0">
                                          <p:val>
                                            <p:strVal val="#ppt_x"/>
                                          </p:val>
                                        </p:tav>
                                        <p:tav tm="100000">
                                          <p:val>
                                            <p:strVal val="#ppt_x"/>
                                          </p:val>
                                        </p:tav>
                                      </p:tavLst>
                                    </p:anim>
                                    <p:anim calcmode="lin" valueType="num">
                                      <p:cBhvr additive="base">
                                        <p:cTn id="32" dur="500" fill="hold"/>
                                        <p:tgtEl>
                                          <p:spTgt spid="111"/>
                                        </p:tgtEl>
                                        <p:attrNameLst>
                                          <p:attrName>ppt_y</p:attrName>
                                        </p:attrNameLst>
                                      </p:cBhvr>
                                      <p:tavLst>
                                        <p:tav tm="0">
                                          <p:val>
                                            <p:strVal val="1+#ppt_h/2"/>
                                          </p:val>
                                        </p:tav>
                                        <p:tav tm="100000">
                                          <p:val>
                                            <p:strVal val="#ppt_y"/>
                                          </p:val>
                                        </p:tav>
                                      </p:tavLst>
                                    </p:anim>
                                  </p:childTnLst>
                                </p:cTn>
                              </p:par>
                            </p:childTnLst>
                          </p:cTn>
                        </p:par>
                        <p:par>
                          <p:cTn id="33" fill="hold">
                            <p:stCondLst>
                              <p:cond delay="2700"/>
                            </p:stCondLst>
                            <p:childTnLst>
                              <p:par>
                                <p:cTn id="34" presetID="2" presetClass="entr" presetSubtype="4" fill="hold" grpId="0" nodeType="afterEffect">
                                  <p:stCondLst>
                                    <p:cond delay="0"/>
                                  </p:stCondLst>
                                  <p:childTnLst>
                                    <p:set>
                                      <p:cBhvr>
                                        <p:cTn id="35" dur="1" fill="hold">
                                          <p:stCondLst>
                                            <p:cond delay="0"/>
                                          </p:stCondLst>
                                        </p:cTn>
                                        <p:tgtEl>
                                          <p:spTgt spid="76"/>
                                        </p:tgtEl>
                                        <p:attrNameLst>
                                          <p:attrName>style.visibility</p:attrName>
                                        </p:attrNameLst>
                                      </p:cBhvr>
                                      <p:to>
                                        <p:strVal val="visible"/>
                                      </p:to>
                                    </p:set>
                                    <p:anim calcmode="lin" valueType="num">
                                      <p:cBhvr additive="base">
                                        <p:cTn id="36" dur="500" fill="hold"/>
                                        <p:tgtEl>
                                          <p:spTgt spid="76"/>
                                        </p:tgtEl>
                                        <p:attrNameLst>
                                          <p:attrName>ppt_x</p:attrName>
                                        </p:attrNameLst>
                                      </p:cBhvr>
                                      <p:tavLst>
                                        <p:tav tm="0">
                                          <p:val>
                                            <p:strVal val="#ppt_x"/>
                                          </p:val>
                                        </p:tav>
                                        <p:tav tm="100000">
                                          <p:val>
                                            <p:strVal val="#ppt_x"/>
                                          </p:val>
                                        </p:tav>
                                      </p:tavLst>
                                    </p:anim>
                                    <p:anim calcmode="lin" valueType="num">
                                      <p:cBhvr additive="base">
                                        <p:cTn id="37"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6" grpId="0"/>
      <p:bldP spid="78" grpId="0"/>
      <p:bldP spid="5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 Box 7"/>
          <p:cNvSpPr txBox="1">
            <a:spLocks noChangeArrowheads="1"/>
          </p:cNvSpPr>
          <p:nvPr/>
        </p:nvSpPr>
        <p:spPr bwMode="auto">
          <a:xfrm>
            <a:off x="3270250" y="309563"/>
            <a:ext cx="6416675" cy="723900"/>
          </a:xfrm>
          <a:prstGeom prst="rect">
            <a:avLst/>
          </a:prstGeom>
          <a:noFill/>
          <a:ln w="9525">
            <a:noFill/>
            <a:miter lim="800000"/>
            <a:headEnd/>
            <a:tailEnd/>
          </a:ln>
        </p:spPr>
        <p:txBody>
          <a:bodyPr wrap="none" lIns="45720" tIns="22860" rIns="45720" bIns="22860">
            <a:spAutoFit/>
          </a:bodyPr>
          <a:lstStyle/>
          <a:p>
            <a:pPr lvl="1" rtl="1" eaLnBrk="0" hangingPunct="0"/>
            <a:r>
              <a:rPr lang="ar-SA" sz="4400" b="1" u="sng"/>
              <a:t>أسباب استخدام تكنولوجيا التعليم</a:t>
            </a:r>
            <a:endParaRPr lang="en-US" sz="4400" u="sng"/>
          </a:p>
        </p:txBody>
      </p:sp>
      <p:sp>
        <p:nvSpPr>
          <p:cNvPr id="77" name="Text Box 10"/>
          <p:cNvSpPr txBox="1">
            <a:spLocks noChangeArrowheads="1"/>
          </p:cNvSpPr>
          <p:nvPr/>
        </p:nvSpPr>
        <p:spPr bwMode="auto">
          <a:xfrm>
            <a:off x="231775" y="1474788"/>
            <a:ext cx="4359275" cy="2016125"/>
          </a:xfrm>
          <a:prstGeom prst="rect">
            <a:avLst/>
          </a:prstGeom>
          <a:noFill/>
          <a:ln w="9525">
            <a:noFill/>
            <a:miter lim="800000"/>
            <a:headEnd/>
            <a:tailEnd/>
          </a:ln>
        </p:spPr>
        <p:txBody>
          <a:bodyPr lIns="45720" tIns="22860" rIns="45720" bIns="22860">
            <a:spAutoFit/>
          </a:bodyPr>
          <a:lstStyle/>
          <a:p>
            <a:pPr algn="r" defTabSz="1087438"/>
            <a:r>
              <a:rPr lang="ar-SA" sz="3200"/>
              <a:t>ارتفاع نسب النجاح والتحصيل النهائي والإنجاز بين المتعلّمين وضمان رسوخ المعلومة في ذهنه دون حفظ أو تلقين.</a:t>
            </a:r>
            <a:endParaRPr lang="en-US" sz="3200" b="1">
              <a:solidFill>
                <a:srgbClr val="94B64E"/>
              </a:solidFill>
              <a:latin typeface="Open Sans"/>
              <a:ea typeface="Open Sans"/>
              <a:cs typeface="Open Sans"/>
            </a:endParaRPr>
          </a:p>
        </p:txBody>
      </p:sp>
      <p:grpSp>
        <p:nvGrpSpPr>
          <p:cNvPr id="110" name="Group 109"/>
          <p:cNvGrpSpPr>
            <a:grpSpLocks/>
          </p:cNvGrpSpPr>
          <p:nvPr/>
        </p:nvGrpSpPr>
        <p:grpSpPr bwMode="auto">
          <a:xfrm>
            <a:off x="6215063" y="3208338"/>
            <a:ext cx="1177925" cy="3649662"/>
            <a:chOff x="6214302" y="3208001"/>
            <a:chExt cx="1178088" cy="3649999"/>
          </a:xfrm>
        </p:grpSpPr>
        <p:sp>
          <p:nvSpPr>
            <p:cNvPr id="532490" name="Freeform 13"/>
            <p:cNvSpPr>
              <a:spLocks/>
            </p:cNvSpPr>
            <p:nvPr/>
          </p:nvSpPr>
          <p:spPr bwMode="auto">
            <a:xfrm rot="5400000">
              <a:off x="4764858" y="5137445"/>
              <a:ext cx="3169999" cy="271111"/>
            </a:xfrm>
            <a:custGeom>
              <a:avLst/>
              <a:gdLst>
                <a:gd name="T0" fmla="*/ 0 w 959"/>
                <a:gd name="T1" fmla="*/ 0 h 76"/>
                <a:gd name="T2" fmla="*/ 0 w 959"/>
                <a:gd name="T3" fmla="*/ 699890825 h 76"/>
                <a:gd name="T4" fmla="*/ 196675466 w 959"/>
                <a:gd name="T5" fmla="*/ 967120772 h 76"/>
                <a:gd name="T6" fmla="*/ 2147483647 w 959"/>
                <a:gd name="T7" fmla="*/ 967120772 h 76"/>
                <a:gd name="T8" fmla="*/ 0 60000 65536"/>
                <a:gd name="T9" fmla="*/ 0 60000 65536"/>
                <a:gd name="T10" fmla="*/ 0 60000 65536"/>
                <a:gd name="T11" fmla="*/ 0 60000 65536"/>
                <a:gd name="T12" fmla="*/ 0 w 959"/>
                <a:gd name="T13" fmla="*/ 0 h 76"/>
                <a:gd name="T14" fmla="*/ 959 w 959"/>
                <a:gd name="T15" fmla="*/ 76 h 76"/>
              </a:gdLst>
              <a:ahLst/>
              <a:cxnLst>
                <a:cxn ang="T8">
                  <a:pos x="T0" y="T1"/>
                </a:cxn>
                <a:cxn ang="T9">
                  <a:pos x="T2" y="T3"/>
                </a:cxn>
                <a:cxn ang="T10">
                  <a:pos x="T4" y="T5"/>
                </a:cxn>
                <a:cxn ang="T11">
                  <a:pos x="T6" y="T7"/>
                </a:cxn>
              </a:cxnLst>
              <a:rect l="T12" t="T13" r="T14" b="T15"/>
              <a:pathLst>
                <a:path w="959" h="76">
                  <a:moveTo>
                    <a:pt x="0" y="0"/>
                  </a:moveTo>
                  <a:cubicBezTo>
                    <a:pt x="0" y="55"/>
                    <a:pt x="0" y="55"/>
                    <a:pt x="0" y="55"/>
                  </a:cubicBezTo>
                  <a:cubicBezTo>
                    <a:pt x="0" y="69"/>
                    <a:pt x="6" y="76"/>
                    <a:pt x="18" y="76"/>
                  </a:cubicBezTo>
                  <a:cubicBezTo>
                    <a:pt x="959" y="76"/>
                    <a:pt x="959" y="76"/>
                    <a:pt x="959" y="76"/>
                  </a:cubicBezTo>
                </a:path>
              </a:pathLst>
            </a:custGeom>
            <a:noFill/>
            <a:ln w="85725">
              <a:solidFill>
                <a:srgbClr val="C0392B"/>
              </a:solidFill>
              <a:miter lim="800000"/>
              <a:headEnd/>
              <a:tailEnd/>
            </a:ln>
          </p:spPr>
          <p:txBody>
            <a:bodyPr lIns="121920" tIns="60960" rIns="121920" bIns="60960"/>
            <a:lstStyle/>
            <a:p>
              <a:endParaRPr lang="el-GR" sz="2400">
                <a:solidFill>
                  <a:srgbClr val="000000"/>
                </a:solidFill>
              </a:endParaRPr>
            </a:p>
          </p:txBody>
        </p:sp>
        <p:grpSp>
          <p:nvGrpSpPr>
            <p:cNvPr id="532491" name="Group 103"/>
            <p:cNvGrpSpPr>
              <a:grpSpLocks/>
            </p:cNvGrpSpPr>
            <p:nvPr/>
          </p:nvGrpSpPr>
          <p:grpSpPr bwMode="auto">
            <a:xfrm>
              <a:off x="6478748" y="3208001"/>
              <a:ext cx="913642" cy="909432"/>
              <a:chOff x="6478748" y="3208001"/>
              <a:chExt cx="913642" cy="909432"/>
            </a:xfrm>
          </p:grpSpPr>
          <p:sp>
            <p:nvSpPr>
              <p:cNvPr id="532492" name="Oval 7"/>
              <p:cNvSpPr>
                <a:spLocks noChangeArrowheads="1"/>
              </p:cNvSpPr>
              <p:nvPr/>
            </p:nvSpPr>
            <p:spPr bwMode="auto">
              <a:xfrm rot="5400000">
                <a:off x="6480853" y="3205896"/>
                <a:ext cx="909432" cy="913642"/>
              </a:xfrm>
              <a:prstGeom prst="ellipse">
                <a:avLst/>
              </a:prstGeom>
              <a:solidFill>
                <a:srgbClr val="C0392B"/>
              </a:solidFill>
              <a:ln w="9525">
                <a:noFill/>
                <a:miter lim="800000"/>
                <a:headEnd/>
                <a:tailEnd/>
              </a:ln>
            </p:spPr>
            <p:txBody>
              <a:bodyPr lIns="121920" tIns="60960" rIns="121920" bIns="60960"/>
              <a:lstStyle/>
              <a:p>
                <a:endParaRPr lang="el-GR" sz="2400">
                  <a:solidFill>
                    <a:srgbClr val="000000"/>
                  </a:solidFill>
                </a:endParaRPr>
              </a:p>
            </p:txBody>
          </p:sp>
          <p:sp>
            <p:nvSpPr>
              <p:cNvPr id="532493" name="Freeform 51"/>
              <p:cNvSpPr>
                <a:spLocks noEditPoints="1"/>
              </p:cNvSpPr>
              <p:nvPr/>
            </p:nvSpPr>
            <p:spPr bwMode="auto">
              <a:xfrm>
                <a:off x="6676136" y="3480913"/>
                <a:ext cx="518866" cy="428629"/>
              </a:xfrm>
              <a:custGeom>
                <a:avLst/>
                <a:gdLst>
                  <a:gd name="T0" fmla="*/ 1951736330 w 107"/>
                  <a:gd name="T1" fmla="*/ 1494644026 h 88"/>
                  <a:gd name="T2" fmla="*/ 1951736330 w 107"/>
                  <a:gd name="T3" fmla="*/ 166069402 h 88"/>
                  <a:gd name="T4" fmla="*/ 1951736330 w 107"/>
                  <a:gd name="T5" fmla="*/ 71171891 h 88"/>
                  <a:gd name="T6" fmla="*/ 1998764003 w 107"/>
                  <a:gd name="T7" fmla="*/ 0 h 88"/>
                  <a:gd name="T8" fmla="*/ 2045796526 w 107"/>
                  <a:gd name="T9" fmla="*/ 0 h 88"/>
                  <a:gd name="T10" fmla="*/ 2092824199 w 107"/>
                  <a:gd name="T11" fmla="*/ 0 h 88"/>
                  <a:gd name="T12" fmla="*/ 2092824199 w 107"/>
                  <a:gd name="T13" fmla="*/ 1636992642 h 88"/>
                  <a:gd name="T14" fmla="*/ 2045796526 w 107"/>
                  <a:gd name="T15" fmla="*/ 1660718223 h 88"/>
                  <a:gd name="T16" fmla="*/ 1998764003 w 107"/>
                  <a:gd name="T17" fmla="*/ 1636992642 h 88"/>
                  <a:gd name="T18" fmla="*/ 1951736330 w 107"/>
                  <a:gd name="T19" fmla="*/ 1589546350 h 88"/>
                  <a:gd name="T20" fmla="*/ 1951736330 w 107"/>
                  <a:gd name="T21" fmla="*/ 1494644026 h 88"/>
                  <a:gd name="T22" fmla="*/ 564356476 w 107"/>
                  <a:gd name="T23" fmla="*/ 1494644026 h 88"/>
                  <a:gd name="T24" fmla="*/ 564356476 w 107"/>
                  <a:gd name="T25" fmla="*/ 166069402 h 88"/>
                  <a:gd name="T26" fmla="*/ 564356476 w 107"/>
                  <a:gd name="T27" fmla="*/ 71171891 h 88"/>
                  <a:gd name="T28" fmla="*/ 517328803 w 107"/>
                  <a:gd name="T29" fmla="*/ 0 h 88"/>
                  <a:gd name="T30" fmla="*/ 470296280 w 107"/>
                  <a:gd name="T31" fmla="*/ 0 h 88"/>
                  <a:gd name="T32" fmla="*/ 423268607 w 107"/>
                  <a:gd name="T33" fmla="*/ 0 h 88"/>
                  <a:gd name="T34" fmla="*/ 423268607 w 107"/>
                  <a:gd name="T35" fmla="*/ 1636992642 h 88"/>
                  <a:gd name="T36" fmla="*/ 470296280 w 107"/>
                  <a:gd name="T37" fmla="*/ 1660718223 h 88"/>
                  <a:gd name="T38" fmla="*/ 517328803 w 107"/>
                  <a:gd name="T39" fmla="*/ 1636992642 h 88"/>
                  <a:gd name="T40" fmla="*/ 564356476 w 107"/>
                  <a:gd name="T41" fmla="*/ 1589546350 h 88"/>
                  <a:gd name="T42" fmla="*/ 564356476 w 107"/>
                  <a:gd name="T43" fmla="*/ 1494644026 h 88"/>
                  <a:gd name="T44" fmla="*/ 846537214 w 107"/>
                  <a:gd name="T45" fmla="*/ 1209951361 h 88"/>
                  <a:gd name="T46" fmla="*/ 846537214 w 107"/>
                  <a:gd name="T47" fmla="*/ 1304849119 h 88"/>
                  <a:gd name="T48" fmla="*/ 775990855 w 107"/>
                  <a:gd name="T49" fmla="*/ 1376020991 h 88"/>
                  <a:gd name="T50" fmla="*/ 728963182 w 107"/>
                  <a:gd name="T51" fmla="*/ 1399746572 h 88"/>
                  <a:gd name="T52" fmla="*/ 681930660 w 107"/>
                  <a:gd name="T53" fmla="*/ 1376020991 h 88"/>
                  <a:gd name="T54" fmla="*/ 681930660 w 107"/>
                  <a:gd name="T55" fmla="*/ 284692437 h 88"/>
                  <a:gd name="T56" fmla="*/ 728963182 w 107"/>
                  <a:gd name="T57" fmla="*/ 260971726 h 88"/>
                  <a:gd name="T58" fmla="*/ 775990855 w 107"/>
                  <a:gd name="T59" fmla="*/ 284692437 h 88"/>
                  <a:gd name="T60" fmla="*/ 846537214 w 107"/>
                  <a:gd name="T61" fmla="*/ 332143675 h 88"/>
                  <a:gd name="T62" fmla="*/ 846537214 w 107"/>
                  <a:gd name="T63" fmla="*/ 427041129 h 88"/>
                  <a:gd name="T64" fmla="*/ 846537214 w 107"/>
                  <a:gd name="T65" fmla="*/ 1209951361 h 88"/>
                  <a:gd name="T66" fmla="*/ 1434407679 w 107"/>
                  <a:gd name="T67" fmla="*/ 1897964292 h 88"/>
                  <a:gd name="T68" fmla="*/ 1269805670 w 107"/>
                  <a:gd name="T69" fmla="*/ 2087759199 h 88"/>
                  <a:gd name="T70" fmla="*/ 1081685279 w 107"/>
                  <a:gd name="T71" fmla="*/ 1897964292 h 88"/>
                  <a:gd name="T72" fmla="*/ 1081685279 w 107"/>
                  <a:gd name="T73" fmla="*/ 569389744 h 88"/>
                  <a:gd name="T74" fmla="*/ 1269805670 w 107"/>
                  <a:gd name="T75" fmla="*/ 379594837 h 88"/>
                  <a:gd name="T76" fmla="*/ 1434407679 w 107"/>
                  <a:gd name="T77" fmla="*/ 569389744 h 88"/>
                  <a:gd name="T78" fmla="*/ 1434407679 w 107"/>
                  <a:gd name="T79" fmla="*/ 1897964292 h 88"/>
                  <a:gd name="T80" fmla="*/ 1669555743 w 107"/>
                  <a:gd name="T81" fmla="*/ 1209951361 h 88"/>
                  <a:gd name="T82" fmla="*/ 1669555743 w 107"/>
                  <a:gd name="T83" fmla="*/ 1304849119 h 88"/>
                  <a:gd name="T84" fmla="*/ 1740102102 w 107"/>
                  <a:gd name="T85" fmla="*/ 1376020991 h 88"/>
                  <a:gd name="T86" fmla="*/ 1787129775 w 107"/>
                  <a:gd name="T87" fmla="*/ 1399746572 h 88"/>
                  <a:gd name="T88" fmla="*/ 1834162298 w 107"/>
                  <a:gd name="T89" fmla="*/ 1376020991 h 88"/>
                  <a:gd name="T90" fmla="*/ 1834162298 w 107"/>
                  <a:gd name="T91" fmla="*/ 284692437 h 88"/>
                  <a:gd name="T92" fmla="*/ 1787129775 w 107"/>
                  <a:gd name="T93" fmla="*/ 260971726 h 88"/>
                  <a:gd name="T94" fmla="*/ 1740102102 w 107"/>
                  <a:gd name="T95" fmla="*/ 284692437 h 88"/>
                  <a:gd name="T96" fmla="*/ 1669555743 w 107"/>
                  <a:gd name="T97" fmla="*/ 332143675 h 88"/>
                  <a:gd name="T98" fmla="*/ 1669555743 w 107"/>
                  <a:gd name="T99" fmla="*/ 427041129 h 88"/>
                  <a:gd name="T100" fmla="*/ 1669555743 w 107"/>
                  <a:gd name="T101" fmla="*/ 1209951361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
                  <a:gd name="T154" fmla="*/ 0 h 88"/>
                  <a:gd name="T155" fmla="*/ 107 w 107"/>
                  <a:gd name="T156" fmla="*/ 88 h 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 h="88">
                    <a:moveTo>
                      <a:pt x="83" y="63"/>
                    </a:moveTo>
                    <a:cubicBezTo>
                      <a:pt x="97" y="47"/>
                      <a:pt x="97" y="23"/>
                      <a:pt x="83" y="7"/>
                    </a:cubicBezTo>
                    <a:cubicBezTo>
                      <a:pt x="82" y="6"/>
                      <a:pt x="82" y="4"/>
                      <a:pt x="83" y="3"/>
                    </a:cubicBezTo>
                    <a:cubicBezTo>
                      <a:pt x="85" y="0"/>
                      <a:pt x="85" y="0"/>
                      <a:pt x="85" y="0"/>
                    </a:cubicBezTo>
                    <a:cubicBezTo>
                      <a:pt x="86" y="0"/>
                      <a:pt x="86" y="0"/>
                      <a:pt x="87" y="0"/>
                    </a:cubicBezTo>
                    <a:cubicBezTo>
                      <a:pt x="88" y="0"/>
                      <a:pt x="89" y="0"/>
                      <a:pt x="89" y="0"/>
                    </a:cubicBezTo>
                    <a:cubicBezTo>
                      <a:pt x="107" y="20"/>
                      <a:pt x="107" y="50"/>
                      <a:pt x="89" y="69"/>
                    </a:cubicBezTo>
                    <a:cubicBezTo>
                      <a:pt x="89" y="70"/>
                      <a:pt x="88" y="70"/>
                      <a:pt x="87" y="70"/>
                    </a:cubicBezTo>
                    <a:cubicBezTo>
                      <a:pt x="86" y="70"/>
                      <a:pt x="86" y="70"/>
                      <a:pt x="85" y="69"/>
                    </a:cubicBezTo>
                    <a:cubicBezTo>
                      <a:pt x="83" y="67"/>
                      <a:pt x="83" y="67"/>
                      <a:pt x="83" y="67"/>
                    </a:cubicBezTo>
                    <a:cubicBezTo>
                      <a:pt x="82" y="65"/>
                      <a:pt x="82" y="64"/>
                      <a:pt x="83" y="63"/>
                    </a:cubicBezTo>
                    <a:close/>
                    <a:moveTo>
                      <a:pt x="24" y="63"/>
                    </a:moveTo>
                    <a:cubicBezTo>
                      <a:pt x="10" y="47"/>
                      <a:pt x="10" y="23"/>
                      <a:pt x="24" y="7"/>
                    </a:cubicBezTo>
                    <a:cubicBezTo>
                      <a:pt x="25" y="6"/>
                      <a:pt x="25" y="4"/>
                      <a:pt x="24" y="3"/>
                    </a:cubicBezTo>
                    <a:cubicBezTo>
                      <a:pt x="22" y="0"/>
                      <a:pt x="22" y="0"/>
                      <a:pt x="22" y="0"/>
                    </a:cubicBezTo>
                    <a:cubicBezTo>
                      <a:pt x="21" y="0"/>
                      <a:pt x="21" y="0"/>
                      <a:pt x="20" y="0"/>
                    </a:cubicBezTo>
                    <a:cubicBezTo>
                      <a:pt x="19" y="0"/>
                      <a:pt x="18" y="0"/>
                      <a:pt x="18" y="0"/>
                    </a:cubicBezTo>
                    <a:cubicBezTo>
                      <a:pt x="0" y="20"/>
                      <a:pt x="0" y="50"/>
                      <a:pt x="18" y="69"/>
                    </a:cubicBezTo>
                    <a:cubicBezTo>
                      <a:pt x="18" y="70"/>
                      <a:pt x="19" y="70"/>
                      <a:pt x="20" y="70"/>
                    </a:cubicBezTo>
                    <a:cubicBezTo>
                      <a:pt x="21" y="70"/>
                      <a:pt x="21" y="70"/>
                      <a:pt x="22" y="69"/>
                    </a:cubicBezTo>
                    <a:cubicBezTo>
                      <a:pt x="24" y="67"/>
                      <a:pt x="24" y="67"/>
                      <a:pt x="24" y="67"/>
                    </a:cubicBezTo>
                    <a:cubicBezTo>
                      <a:pt x="25" y="65"/>
                      <a:pt x="25" y="64"/>
                      <a:pt x="24" y="63"/>
                    </a:cubicBezTo>
                    <a:close/>
                    <a:moveTo>
                      <a:pt x="36" y="51"/>
                    </a:moveTo>
                    <a:cubicBezTo>
                      <a:pt x="37" y="53"/>
                      <a:pt x="37" y="54"/>
                      <a:pt x="36" y="55"/>
                    </a:cubicBezTo>
                    <a:cubicBezTo>
                      <a:pt x="33" y="58"/>
                      <a:pt x="33" y="58"/>
                      <a:pt x="33" y="58"/>
                    </a:cubicBezTo>
                    <a:cubicBezTo>
                      <a:pt x="33" y="58"/>
                      <a:pt x="32" y="59"/>
                      <a:pt x="31" y="59"/>
                    </a:cubicBezTo>
                    <a:cubicBezTo>
                      <a:pt x="30" y="58"/>
                      <a:pt x="30" y="58"/>
                      <a:pt x="29" y="58"/>
                    </a:cubicBezTo>
                    <a:cubicBezTo>
                      <a:pt x="18" y="44"/>
                      <a:pt x="18" y="25"/>
                      <a:pt x="29" y="12"/>
                    </a:cubicBezTo>
                    <a:cubicBezTo>
                      <a:pt x="30" y="11"/>
                      <a:pt x="30" y="11"/>
                      <a:pt x="31" y="11"/>
                    </a:cubicBezTo>
                    <a:cubicBezTo>
                      <a:pt x="32" y="11"/>
                      <a:pt x="33" y="11"/>
                      <a:pt x="33" y="12"/>
                    </a:cubicBezTo>
                    <a:cubicBezTo>
                      <a:pt x="36" y="14"/>
                      <a:pt x="36" y="14"/>
                      <a:pt x="36" y="14"/>
                    </a:cubicBezTo>
                    <a:cubicBezTo>
                      <a:pt x="37" y="15"/>
                      <a:pt x="37" y="17"/>
                      <a:pt x="36" y="18"/>
                    </a:cubicBezTo>
                    <a:cubicBezTo>
                      <a:pt x="28" y="28"/>
                      <a:pt x="28" y="42"/>
                      <a:pt x="36" y="51"/>
                    </a:cubicBezTo>
                    <a:close/>
                    <a:moveTo>
                      <a:pt x="61" y="80"/>
                    </a:moveTo>
                    <a:cubicBezTo>
                      <a:pt x="61" y="84"/>
                      <a:pt x="58" y="88"/>
                      <a:pt x="54" y="88"/>
                    </a:cubicBezTo>
                    <a:cubicBezTo>
                      <a:pt x="49" y="88"/>
                      <a:pt x="46" y="84"/>
                      <a:pt x="46" y="80"/>
                    </a:cubicBezTo>
                    <a:cubicBezTo>
                      <a:pt x="46" y="60"/>
                      <a:pt x="46" y="44"/>
                      <a:pt x="46" y="24"/>
                    </a:cubicBezTo>
                    <a:cubicBezTo>
                      <a:pt x="46" y="19"/>
                      <a:pt x="49" y="16"/>
                      <a:pt x="54" y="16"/>
                    </a:cubicBezTo>
                    <a:cubicBezTo>
                      <a:pt x="58" y="16"/>
                      <a:pt x="61" y="19"/>
                      <a:pt x="61" y="24"/>
                    </a:cubicBezTo>
                    <a:cubicBezTo>
                      <a:pt x="61" y="44"/>
                      <a:pt x="61" y="60"/>
                      <a:pt x="61" y="80"/>
                    </a:cubicBezTo>
                    <a:close/>
                    <a:moveTo>
                      <a:pt x="71" y="51"/>
                    </a:moveTo>
                    <a:cubicBezTo>
                      <a:pt x="70" y="53"/>
                      <a:pt x="70" y="54"/>
                      <a:pt x="71" y="55"/>
                    </a:cubicBezTo>
                    <a:cubicBezTo>
                      <a:pt x="74" y="58"/>
                      <a:pt x="74" y="58"/>
                      <a:pt x="74" y="58"/>
                    </a:cubicBezTo>
                    <a:cubicBezTo>
                      <a:pt x="74" y="58"/>
                      <a:pt x="75" y="59"/>
                      <a:pt x="76" y="59"/>
                    </a:cubicBezTo>
                    <a:cubicBezTo>
                      <a:pt x="77" y="58"/>
                      <a:pt x="77" y="58"/>
                      <a:pt x="78" y="58"/>
                    </a:cubicBezTo>
                    <a:cubicBezTo>
                      <a:pt x="89" y="44"/>
                      <a:pt x="89" y="25"/>
                      <a:pt x="78" y="12"/>
                    </a:cubicBezTo>
                    <a:cubicBezTo>
                      <a:pt x="77" y="11"/>
                      <a:pt x="77" y="11"/>
                      <a:pt x="76" y="11"/>
                    </a:cubicBezTo>
                    <a:cubicBezTo>
                      <a:pt x="75" y="11"/>
                      <a:pt x="74" y="11"/>
                      <a:pt x="74" y="12"/>
                    </a:cubicBezTo>
                    <a:cubicBezTo>
                      <a:pt x="71" y="14"/>
                      <a:pt x="71" y="14"/>
                      <a:pt x="71" y="14"/>
                    </a:cubicBezTo>
                    <a:cubicBezTo>
                      <a:pt x="70" y="15"/>
                      <a:pt x="70" y="17"/>
                      <a:pt x="71" y="18"/>
                    </a:cubicBezTo>
                    <a:cubicBezTo>
                      <a:pt x="79" y="28"/>
                      <a:pt x="79" y="42"/>
                      <a:pt x="71" y="51"/>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grpSp>
        <p:nvGrpSpPr>
          <p:cNvPr id="108" name="Group 107"/>
          <p:cNvGrpSpPr>
            <a:grpSpLocks/>
          </p:cNvGrpSpPr>
          <p:nvPr/>
        </p:nvGrpSpPr>
        <p:grpSpPr bwMode="auto">
          <a:xfrm>
            <a:off x="4752975" y="1646238"/>
            <a:ext cx="1268413" cy="5211762"/>
            <a:chOff x="4752322" y="1646206"/>
            <a:chExt cx="1269757" cy="5211794"/>
          </a:xfrm>
        </p:grpSpPr>
        <p:sp>
          <p:nvSpPr>
            <p:cNvPr id="532486" name="Freeform 12"/>
            <p:cNvSpPr>
              <a:spLocks/>
            </p:cNvSpPr>
            <p:nvPr/>
          </p:nvSpPr>
          <p:spPr bwMode="auto">
            <a:xfrm rot="5400000">
              <a:off x="3459948" y="4295868"/>
              <a:ext cx="4753152" cy="371111"/>
            </a:xfrm>
            <a:custGeom>
              <a:avLst/>
              <a:gdLst>
                <a:gd name="T0" fmla="*/ 0 w 1355"/>
                <a:gd name="T1" fmla="*/ 1324263272 h 104"/>
                <a:gd name="T2" fmla="*/ 0 w 1355"/>
                <a:gd name="T3" fmla="*/ 267399782 h 104"/>
                <a:gd name="T4" fmla="*/ 319930972 w 1355"/>
                <a:gd name="T5" fmla="*/ 12731962 h 104"/>
                <a:gd name="T6" fmla="*/ 2147483647 w 1355"/>
                <a:gd name="T7" fmla="*/ 12731962 h 104"/>
                <a:gd name="T8" fmla="*/ 0 60000 65536"/>
                <a:gd name="T9" fmla="*/ 0 60000 65536"/>
                <a:gd name="T10" fmla="*/ 0 60000 65536"/>
                <a:gd name="T11" fmla="*/ 0 60000 65536"/>
                <a:gd name="T12" fmla="*/ 0 w 1355"/>
                <a:gd name="T13" fmla="*/ 0 h 104"/>
                <a:gd name="T14" fmla="*/ 1355 w 1355"/>
                <a:gd name="T15" fmla="*/ 104 h 104"/>
              </a:gdLst>
              <a:ahLst/>
              <a:cxnLst>
                <a:cxn ang="T8">
                  <a:pos x="T0" y="T1"/>
                </a:cxn>
                <a:cxn ang="T9">
                  <a:pos x="T2" y="T3"/>
                </a:cxn>
                <a:cxn ang="T10">
                  <a:pos x="T4" y="T5"/>
                </a:cxn>
                <a:cxn ang="T11">
                  <a:pos x="T6" y="T7"/>
                </a:cxn>
              </a:cxnLst>
              <a:rect l="T12" t="T13" r="T14" b="T15"/>
              <a:pathLst>
                <a:path w="1355" h="104">
                  <a:moveTo>
                    <a:pt x="0" y="104"/>
                  </a:moveTo>
                  <a:cubicBezTo>
                    <a:pt x="0" y="21"/>
                    <a:pt x="0" y="21"/>
                    <a:pt x="0" y="21"/>
                  </a:cubicBezTo>
                  <a:cubicBezTo>
                    <a:pt x="1" y="8"/>
                    <a:pt x="9" y="0"/>
                    <a:pt x="26" y="1"/>
                  </a:cubicBezTo>
                  <a:cubicBezTo>
                    <a:pt x="1355" y="1"/>
                    <a:pt x="1355" y="1"/>
                    <a:pt x="1355" y="1"/>
                  </a:cubicBezTo>
                </a:path>
              </a:pathLst>
            </a:custGeom>
            <a:noFill/>
            <a:ln w="85725">
              <a:solidFill>
                <a:srgbClr val="94B64E"/>
              </a:solidFill>
              <a:miter lim="800000"/>
              <a:headEnd/>
              <a:tailEnd/>
            </a:ln>
          </p:spPr>
          <p:txBody>
            <a:bodyPr lIns="121920" tIns="60960" rIns="121920" bIns="60960"/>
            <a:lstStyle/>
            <a:p>
              <a:endParaRPr lang="el-GR" sz="2400">
                <a:solidFill>
                  <a:srgbClr val="000000"/>
                </a:solidFill>
              </a:endParaRPr>
            </a:p>
          </p:txBody>
        </p:sp>
        <p:grpSp>
          <p:nvGrpSpPr>
            <p:cNvPr id="532487" name="Group 99"/>
            <p:cNvGrpSpPr>
              <a:grpSpLocks/>
            </p:cNvGrpSpPr>
            <p:nvPr/>
          </p:nvGrpSpPr>
          <p:grpSpPr bwMode="auto">
            <a:xfrm>
              <a:off x="4752322" y="1646206"/>
              <a:ext cx="905222" cy="909432"/>
              <a:chOff x="4752322" y="1646206"/>
              <a:chExt cx="905222" cy="909432"/>
            </a:xfrm>
          </p:grpSpPr>
          <p:sp>
            <p:nvSpPr>
              <p:cNvPr id="532488" name="Oval 6"/>
              <p:cNvSpPr>
                <a:spLocks noChangeArrowheads="1"/>
              </p:cNvSpPr>
              <p:nvPr/>
            </p:nvSpPr>
            <p:spPr bwMode="auto">
              <a:xfrm rot="5400000">
                <a:off x="4750217" y="1648311"/>
                <a:ext cx="909432" cy="905222"/>
              </a:xfrm>
              <a:prstGeom prst="ellipse">
                <a:avLst/>
              </a:prstGeom>
              <a:solidFill>
                <a:srgbClr val="94B64E"/>
              </a:solidFill>
              <a:ln w="9525">
                <a:noFill/>
                <a:miter lim="800000"/>
                <a:headEnd/>
                <a:tailEnd/>
              </a:ln>
            </p:spPr>
            <p:txBody>
              <a:bodyPr lIns="121920" tIns="60960" rIns="121920" bIns="60960"/>
              <a:lstStyle/>
              <a:p>
                <a:endParaRPr lang="el-GR" sz="2400">
                  <a:solidFill>
                    <a:srgbClr val="000000"/>
                  </a:solidFill>
                </a:endParaRPr>
              </a:p>
            </p:txBody>
          </p:sp>
          <p:sp>
            <p:nvSpPr>
              <p:cNvPr id="532489" name="Freeform 71"/>
              <p:cNvSpPr>
                <a:spLocks noEditPoints="1"/>
              </p:cNvSpPr>
              <p:nvPr/>
            </p:nvSpPr>
            <p:spPr bwMode="auto">
              <a:xfrm>
                <a:off x="5047830" y="1843480"/>
                <a:ext cx="314207" cy="476823"/>
              </a:xfrm>
              <a:custGeom>
                <a:avLst/>
                <a:gdLst>
                  <a:gd name="T0" fmla="*/ 557049763 w 48"/>
                  <a:gd name="T1" fmla="*/ 2147483647 h 73"/>
                  <a:gd name="T2" fmla="*/ 1542592639 w 48"/>
                  <a:gd name="T3" fmla="*/ 2147483647 h 73"/>
                  <a:gd name="T4" fmla="*/ 1542592639 w 48"/>
                  <a:gd name="T5" fmla="*/ 2147483647 h 73"/>
                  <a:gd name="T6" fmla="*/ 1585442605 w 48"/>
                  <a:gd name="T7" fmla="*/ 2147483647 h 73"/>
                  <a:gd name="T8" fmla="*/ 1628292571 w 48"/>
                  <a:gd name="T9" fmla="*/ 2147483647 h 73"/>
                  <a:gd name="T10" fmla="*/ 1028399593 w 48"/>
                  <a:gd name="T11" fmla="*/ 1749254654 h 73"/>
                  <a:gd name="T12" fmla="*/ 471349831 w 48"/>
                  <a:gd name="T13" fmla="*/ 2147483647 h 73"/>
                  <a:gd name="T14" fmla="*/ 471349831 w 48"/>
                  <a:gd name="T15" fmla="*/ 2147483647 h 73"/>
                  <a:gd name="T16" fmla="*/ 557049763 w 48"/>
                  <a:gd name="T17" fmla="*/ 2147483647 h 73"/>
                  <a:gd name="T18" fmla="*/ 557049763 w 48"/>
                  <a:gd name="T19" fmla="*/ 2147483647 h 73"/>
                  <a:gd name="T20" fmla="*/ 1885392776 w 48"/>
                  <a:gd name="T21" fmla="*/ 469311413 h 73"/>
                  <a:gd name="T22" fmla="*/ 2056792640 w 48"/>
                  <a:gd name="T23" fmla="*/ 298654471 h 73"/>
                  <a:gd name="T24" fmla="*/ 2056792640 w 48"/>
                  <a:gd name="T25" fmla="*/ 213322734 h 73"/>
                  <a:gd name="T26" fmla="*/ 1885392776 w 48"/>
                  <a:gd name="T27" fmla="*/ 0 h 73"/>
                  <a:gd name="T28" fmla="*/ 214249881 w 48"/>
                  <a:gd name="T29" fmla="*/ 0 h 73"/>
                  <a:gd name="T30" fmla="*/ 0 w 48"/>
                  <a:gd name="T31" fmla="*/ 213322734 h 73"/>
                  <a:gd name="T32" fmla="*/ 0 w 48"/>
                  <a:gd name="T33" fmla="*/ 298654471 h 73"/>
                  <a:gd name="T34" fmla="*/ 171399915 w 48"/>
                  <a:gd name="T35" fmla="*/ 469311413 h 73"/>
                  <a:gd name="T36" fmla="*/ 1885392776 w 48"/>
                  <a:gd name="T37" fmla="*/ 469311413 h 73"/>
                  <a:gd name="T38" fmla="*/ 1713992503 w 48"/>
                  <a:gd name="T39" fmla="*/ 554643099 h 73"/>
                  <a:gd name="T40" fmla="*/ 1885392776 w 48"/>
                  <a:gd name="T41" fmla="*/ 554643099 h 73"/>
                  <a:gd name="T42" fmla="*/ 1328342809 w 48"/>
                  <a:gd name="T43" fmla="*/ 1535931563 h 73"/>
                  <a:gd name="T44" fmla="*/ 1885392776 w 48"/>
                  <a:gd name="T45" fmla="*/ 2147483647 h 73"/>
                  <a:gd name="T46" fmla="*/ 1713992503 w 48"/>
                  <a:gd name="T47" fmla="*/ 2147483647 h 73"/>
                  <a:gd name="T48" fmla="*/ 1114092979 w 48"/>
                  <a:gd name="T49" fmla="*/ 1621256717 h 73"/>
                  <a:gd name="T50" fmla="*/ 1071243013 w 48"/>
                  <a:gd name="T51" fmla="*/ 1535931563 h 73"/>
                  <a:gd name="T52" fmla="*/ 1114092979 w 48"/>
                  <a:gd name="T53" fmla="*/ 1493265720 h 73"/>
                  <a:gd name="T54" fmla="*/ 1114092979 w 48"/>
                  <a:gd name="T55" fmla="*/ 1493265720 h 73"/>
                  <a:gd name="T56" fmla="*/ 1713992503 w 48"/>
                  <a:gd name="T57" fmla="*/ 554643099 h 73"/>
                  <a:gd name="T58" fmla="*/ 171399915 w 48"/>
                  <a:gd name="T59" fmla="*/ 2147483647 h 73"/>
                  <a:gd name="T60" fmla="*/ 0 w 48"/>
                  <a:gd name="T61" fmla="*/ 2147483647 h 73"/>
                  <a:gd name="T62" fmla="*/ 0 w 48"/>
                  <a:gd name="T63" fmla="*/ 2147483647 h 73"/>
                  <a:gd name="T64" fmla="*/ 214249881 w 48"/>
                  <a:gd name="T65" fmla="*/ 2147483647 h 73"/>
                  <a:gd name="T66" fmla="*/ 1885392776 w 48"/>
                  <a:gd name="T67" fmla="*/ 2147483647 h 73"/>
                  <a:gd name="T68" fmla="*/ 2056792640 w 48"/>
                  <a:gd name="T69" fmla="*/ 2147483647 h 73"/>
                  <a:gd name="T70" fmla="*/ 2056792640 w 48"/>
                  <a:gd name="T71" fmla="*/ 2147483647 h 73"/>
                  <a:gd name="T72" fmla="*/ 1885392776 w 48"/>
                  <a:gd name="T73" fmla="*/ 2147483647 h 73"/>
                  <a:gd name="T74" fmla="*/ 171399915 w 48"/>
                  <a:gd name="T75" fmla="*/ 2147483647 h 73"/>
                  <a:gd name="T76" fmla="*/ 342799830 w 48"/>
                  <a:gd name="T77" fmla="*/ 2147483647 h 73"/>
                  <a:gd name="T78" fmla="*/ 171399915 w 48"/>
                  <a:gd name="T79" fmla="*/ 2147483647 h 73"/>
                  <a:gd name="T80" fmla="*/ 771299593 w 48"/>
                  <a:gd name="T81" fmla="*/ 1535931563 h 73"/>
                  <a:gd name="T82" fmla="*/ 171399915 w 48"/>
                  <a:gd name="T83" fmla="*/ 554643099 h 73"/>
                  <a:gd name="T84" fmla="*/ 342799830 w 48"/>
                  <a:gd name="T85" fmla="*/ 554643099 h 73"/>
                  <a:gd name="T86" fmla="*/ 942699661 w 48"/>
                  <a:gd name="T87" fmla="*/ 1493265720 h 73"/>
                  <a:gd name="T88" fmla="*/ 1028399593 w 48"/>
                  <a:gd name="T89" fmla="*/ 1578590874 h 73"/>
                  <a:gd name="T90" fmla="*/ 942699661 w 48"/>
                  <a:gd name="T91" fmla="*/ 1621256717 h 73"/>
                  <a:gd name="T92" fmla="*/ 342799830 w 48"/>
                  <a:gd name="T93" fmla="*/ 214748364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grpSp>
      </p:grpSp>
      <p:sp>
        <p:nvSpPr>
          <p:cNvPr id="54" name="Text Box 10"/>
          <p:cNvSpPr txBox="1">
            <a:spLocks noChangeArrowheads="1"/>
          </p:cNvSpPr>
          <p:nvPr/>
        </p:nvSpPr>
        <p:spPr bwMode="auto">
          <a:xfrm>
            <a:off x="7385050" y="2862263"/>
            <a:ext cx="4367213" cy="2508250"/>
          </a:xfrm>
          <a:prstGeom prst="rect">
            <a:avLst/>
          </a:prstGeom>
          <a:noFill/>
          <a:ln w="9525">
            <a:noFill/>
            <a:miter lim="800000"/>
            <a:headEnd/>
            <a:tailEnd/>
          </a:ln>
        </p:spPr>
        <p:txBody>
          <a:bodyPr lIns="45720" tIns="22860" rIns="45720" bIns="22860">
            <a:spAutoFit/>
          </a:bodyPr>
          <a:lstStyle/>
          <a:p>
            <a:pPr algn="r" defTabSz="1087438" rtl="1"/>
            <a:r>
              <a:rPr lang="ar-SA" sz="3200" dirty="0"/>
              <a:t>إمكانية تمييز الفروق الفرديّة بين المتعلمين وإمكانية توظيفها بالشكل الصحيح بما يعود على المتعلّم بالفائدة وضمان تفاعله مع أقرانه</a:t>
            </a:r>
            <a:endParaRPr lang="en-US" sz="3200" dirty="0">
              <a:solidFill>
                <a:srgbClr val="A6A6A6"/>
              </a:solidFill>
              <a:latin typeface="Open Sans"/>
              <a:ea typeface="Open Sans"/>
              <a:cs typeface="Open Sans"/>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200"/>
                                        <p:tgtEl>
                                          <p:spTgt spid="72"/>
                                        </p:tgtEl>
                                      </p:cBhvr>
                                    </p:animEffect>
                                  </p:childTnLst>
                                </p:cTn>
                              </p:par>
                            </p:childTnLst>
                          </p:cTn>
                        </p:par>
                        <p:par>
                          <p:cTn id="8" fill="hold">
                            <p:stCondLst>
                              <p:cond delay="200"/>
                            </p:stCondLst>
                            <p:childTnLst>
                              <p:par>
                                <p:cTn id="9" presetID="2" presetClass="entr" presetSubtype="4" fill="hold" nodeType="afterEffect">
                                  <p:stCondLst>
                                    <p:cond delay="0"/>
                                  </p:stCondLst>
                                  <p:childTnLst>
                                    <p:set>
                                      <p:cBhvr>
                                        <p:cTn id="10" dur="1" fill="hold">
                                          <p:stCondLst>
                                            <p:cond delay="0"/>
                                          </p:stCondLst>
                                        </p:cTn>
                                        <p:tgtEl>
                                          <p:spTgt spid="108"/>
                                        </p:tgtEl>
                                        <p:attrNameLst>
                                          <p:attrName>style.visibility</p:attrName>
                                        </p:attrNameLst>
                                      </p:cBhvr>
                                      <p:to>
                                        <p:strVal val="visible"/>
                                      </p:to>
                                    </p:set>
                                    <p:anim calcmode="lin" valueType="num">
                                      <p:cBhvr additive="base">
                                        <p:cTn id="11" dur="500" fill="hold"/>
                                        <p:tgtEl>
                                          <p:spTgt spid="108"/>
                                        </p:tgtEl>
                                        <p:attrNameLst>
                                          <p:attrName>ppt_x</p:attrName>
                                        </p:attrNameLst>
                                      </p:cBhvr>
                                      <p:tavLst>
                                        <p:tav tm="0">
                                          <p:val>
                                            <p:strVal val="#ppt_x"/>
                                          </p:val>
                                        </p:tav>
                                        <p:tav tm="100000">
                                          <p:val>
                                            <p:strVal val="#ppt_x"/>
                                          </p:val>
                                        </p:tav>
                                      </p:tavLst>
                                    </p:anim>
                                    <p:anim calcmode="lin" valueType="num">
                                      <p:cBhvr additive="base">
                                        <p:cTn id="12" dur="500" fill="hold"/>
                                        <p:tgtEl>
                                          <p:spTgt spid="108"/>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grpId="0" nodeType="afterEffect">
                                  <p:stCondLst>
                                    <p:cond delay="0"/>
                                  </p:stCondLst>
                                  <p:childTnLst>
                                    <p:set>
                                      <p:cBhvr>
                                        <p:cTn id="15" dur="1" fill="hold">
                                          <p:stCondLst>
                                            <p:cond delay="0"/>
                                          </p:stCondLst>
                                        </p:cTn>
                                        <p:tgtEl>
                                          <p:spTgt spid="77"/>
                                        </p:tgtEl>
                                        <p:attrNameLst>
                                          <p:attrName>style.visibility</p:attrName>
                                        </p:attrNameLst>
                                      </p:cBhvr>
                                      <p:to>
                                        <p:strVal val="visible"/>
                                      </p:to>
                                    </p:set>
                                    <p:anim calcmode="lin" valueType="num">
                                      <p:cBhvr additive="base">
                                        <p:cTn id="16" dur="500" fill="hold"/>
                                        <p:tgtEl>
                                          <p:spTgt spid="77"/>
                                        </p:tgtEl>
                                        <p:attrNameLst>
                                          <p:attrName>ppt_x</p:attrName>
                                        </p:attrNameLst>
                                      </p:cBhvr>
                                      <p:tavLst>
                                        <p:tav tm="0">
                                          <p:val>
                                            <p:strVal val="#ppt_x"/>
                                          </p:val>
                                        </p:tav>
                                        <p:tav tm="100000">
                                          <p:val>
                                            <p:strVal val="#ppt_x"/>
                                          </p:val>
                                        </p:tav>
                                      </p:tavLst>
                                    </p:anim>
                                    <p:anim calcmode="lin" valueType="num">
                                      <p:cBhvr additive="base">
                                        <p:cTn id="17" dur="500" fill="hold"/>
                                        <p:tgtEl>
                                          <p:spTgt spid="77"/>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nodeType="afterEffect">
                                  <p:stCondLst>
                                    <p:cond delay="0"/>
                                  </p:stCondLst>
                                  <p:childTnLst>
                                    <p:set>
                                      <p:cBhvr>
                                        <p:cTn id="20" dur="1" fill="hold">
                                          <p:stCondLst>
                                            <p:cond delay="0"/>
                                          </p:stCondLst>
                                        </p:cTn>
                                        <p:tgtEl>
                                          <p:spTgt spid="110"/>
                                        </p:tgtEl>
                                        <p:attrNameLst>
                                          <p:attrName>style.visibility</p:attrName>
                                        </p:attrNameLst>
                                      </p:cBhvr>
                                      <p:to>
                                        <p:strVal val="visible"/>
                                      </p:to>
                                    </p:set>
                                    <p:anim calcmode="lin" valueType="num">
                                      <p:cBhvr additive="base">
                                        <p:cTn id="21" dur="500" fill="hold"/>
                                        <p:tgtEl>
                                          <p:spTgt spid="110"/>
                                        </p:tgtEl>
                                        <p:attrNameLst>
                                          <p:attrName>ppt_x</p:attrName>
                                        </p:attrNameLst>
                                      </p:cBhvr>
                                      <p:tavLst>
                                        <p:tav tm="0">
                                          <p:val>
                                            <p:strVal val="#ppt_x"/>
                                          </p:val>
                                        </p:tav>
                                        <p:tav tm="100000">
                                          <p:val>
                                            <p:strVal val="#ppt_x"/>
                                          </p:val>
                                        </p:tav>
                                      </p:tavLst>
                                    </p:anim>
                                    <p:anim calcmode="lin" valueType="num">
                                      <p:cBhvr additive="base">
                                        <p:cTn id="22" dur="500" fill="hold"/>
                                        <p:tgtEl>
                                          <p:spTgt spid="110"/>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grpId="0" nodeType="afterEffect">
                                  <p:stCondLst>
                                    <p:cond delay="0"/>
                                  </p:stCondLst>
                                  <p:childTnLst>
                                    <p:set>
                                      <p:cBhvr>
                                        <p:cTn id="25" dur="1" fill="hold">
                                          <p:stCondLst>
                                            <p:cond delay="0"/>
                                          </p:stCondLst>
                                        </p:cTn>
                                        <p:tgtEl>
                                          <p:spTgt spid="54"/>
                                        </p:tgtEl>
                                        <p:attrNameLst>
                                          <p:attrName>style.visibility</p:attrName>
                                        </p:attrNameLst>
                                      </p:cBhvr>
                                      <p:to>
                                        <p:strVal val="visible"/>
                                      </p:to>
                                    </p:set>
                                    <p:anim calcmode="lin" valueType="num">
                                      <p:cBhvr additive="base">
                                        <p:cTn id="26" dur="500" fill="hold"/>
                                        <p:tgtEl>
                                          <p:spTgt spid="54"/>
                                        </p:tgtEl>
                                        <p:attrNameLst>
                                          <p:attrName>ppt_x</p:attrName>
                                        </p:attrNameLst>
                                      </p:cBhvr>
                                      <p:tavLst>
                                        <p:tav tm="0">
                                          <p:val>
                                            <p:strVal val="#ppt_x"/>
                                          </p:val>
                                        </p:tav>
                                        <p:tav tm="100000">
                                          <p:val>
                                            <p:strVal val="#ppt_x"/>
                                          </p:val>
                                        </p:tav>
                                      </p:tavLst>
                                    </p:anim>
                                    <p:anim calcmode="lin" valueType="num">
                                      <p:cBhvr additive="base">
                                        <p:cTn id="27"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7" grpId="0"/>
      <p:bldP spid="5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5829300" y="3228975"/>
            <a:ext cx="4932363" cy="1096963"/>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البحث العلمي </a:t>
            </a:r>
            <a:endParaRPr lang="en-US" sz="3200" b="1" dirty="0">
              <a:solidFill>
                <a:schemeClr val="bg1"/>
              </a:solidFill>
            </a:endParaRPr>
          </a:p>
        </p:txBody>
      </p:sp>
      <p:sp>
        <p:nvSpPr>
          <p:cNvPr id="9" name="Rectangle 8"/>
          <p:cNvSpPr/>
          <p:nvPr/>
        </p:nvSpPr>
        <p:spPr>
          <a:xfrm>
            <a:off x="2630488" y="4325938"/>
            <a:ext cx="5995987" cy="1096962"/>
          </a:xfrm>
          <a:prstGeom prst="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الاستعانة بالتليفزيون، والفيديو، والدوائر التلفزيونية، والحاسب الآلي، والإنترنت </a:t>
            </a:r>
            <a:endParaRPr lang="en-US" sz="3200" b="1" dirty="0">
              <a:solidFill>
                <a:schemeClr val="bg1"/>
              </a:solidFill>
            </a:endParaRPr>
          </a:p>
        </p:txBody>
      </p:sp>
      <p:sp>
        <p:nvSpPr>
          <p:cNvPr id="10" name="Rectangle 9"/>
          <p:cNvSpPr/>
          <p:nvPr/>
        </p:nvSpPr>
        <p:spPr>
          <a:xfrm>
            <a:off x="139700" y="5422900"/>
            <a:ext cx="5705475" cy="1098550"/>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lstStyle/>
          <a:p>
            <a:pPr algn="ctr" defTabSz="1088232" rtl="1" eaLnBrk="0" hangingPunct="0">
              <a:defRPr/>
            </a:pPr>
            <a:r>
              <a:rPr lang="ar-SA" sz="3200" b="1" dirty="0"/>
              <a:t>العمل على استحداث تعريفات وتصنيفات جديدة للمعرفة وما وراء المعرفة </a:t>
            </a:r>
            <a:endParaRPr lang="en-US" sz="3200" b="1" dirty="0">
              <a:solidFill>
                <a:schemeClr val="bg1"/>
              </a:solidFill>
            </a:endParaRPr>
          </a:p>
        </p:txBody>
      </p:sp>
      <p:sp>
        <p:nvSpPr>
          <p:cNvPr id="39" name="Text Box 7"/>
          <p:cNvSpPr txBox="1">
            <a:spLocks noChangeArrowheads="1"/>
          </p:cNvSpPr>
          <p:nvPr/>
        </p:nvSpPr>
        <p:spPr bwMode="auto">
          <a:xfrm>
            <a:off x="895350" y="1176338"/>
            <a:ext cx="10347325" cy="908050"/>
          </a:xfrm>
          <a:prstGeom prst="rect">
            <a:avLst/>
          </a:prstGeom>
          <a:noFill/>
          <a:ln w="9525">
            <a:noFill/>
            <a:miter lim="800000"/>
            <a:headEnd/>
            <a:tailEnd/>
          </a:ln>
        </p:spPr>
        <p:txBody>
          <a:bodyPr lIns="45720" tIns="22860" rIns="45720" bIns="22860" anchor="ctr">
            <a:spAutoFit/>
          </a:bodyPr>
          <a:lstStyle/>
          <a:p>
            <a:pPr algn="ctr" defTabSz="1087438" eaLnBrk="0" hangingPunct="0"/>
            <a:r>
              <a:rPr lang="ar-SA" sz="2800" b="1" dirty="0">
                <a:solidFill>
                  <a:srgbClr val="C00000"/>
                </a:solidFill>
              </a:rPr>
              <a:t>الانفجار المعرفي والنمو المتضاعف للمعلومات نتيجة للتقدم العلمي وظهور علوم جديدة، ويمكن مواجهته عن طريق :</a:t>
            </a:r>
            <a:endParaRPr lang="en-US" sz="2800" b="1" dirty="0">
              <a:solidFill>
                <a:srgbClr val="C00000"/>
              </a:solidFill>
              <a:latin typeface="Open Sans Semibold"/>
              <a:ea typeface="Open Sans Semibold"/>
              <a:cs typeface="Open Sans Semibold"/>
            </a:endParaRPr>
          </a:p>
        </p:txBody>
      </p:sp>
      <p:sp>
        <p:nvSpPr>
          <p:cNvPr id="40" name="Text Box 7"/>
          <p:cNvSpPr txBox="1">
            <a:spLocks noChangeArrowheads="1"/>
          </p:cNvSpPr>
          <p:nvPr/>
        </p:nvSpPr>
        <p:spPr bwMode="auto">
          <a:xfrm>
            <a:off x="2084388" y="509588"/>
            <a:ext cx="7969250" cy="660400"/>
          </a:xfrm>
          <a:prstGeom prst="rect">
            <a:avLst/>
          </a:prstGeom>
          <a:noFill/>
          <a:ln w="9525">
            <a:noFill/>
            <a:miter lim="800000"/>
            <a:headEnd/>
            <a:tailEnd/>
          </a:ln>
        </p:spPr>
        <p:txBody>
          <a:bodyPr wrap="none" lIns="45720" tIns="22860" rIns="45720" bIns="22860">
            <a:spAutoFit/>
          </a:bodyPr>
          <a:lstStyle/>
          <a:p>
            <a:pPr algn="ctr" defTabSz="1088232" eaLnBrk="0" hangingPunct="0">
              <a:defRPr/>
            </a:pPr>
            <a:r>
              <a:rPr lang="ar-SA" sz="4000" b="1" u="sng" dirty="0">
                <a:cs typeface="+mn-cs"/>
              </a:rPr>
              <a:t>دور تكنولوجيا التعليم في حل المشكلات التربوية</a:t>
            </a:r>
            <a:endParaRPr lang="en-CA" sz="4000" b="1" u="sng" spc="-150" dirty="0">
              <a:solidFill>
                <a:schemeClr val="tx1">
                  <a:lumMod val="50000"/>
                  <a:lumOff val="50000"/>
                </a:schemeClr>
              </a:solidFill>
              <a:latin typeface="Open Sans" pitchFamily="34" charset="0"/>
              <a:ea typeface="Open Sans" pitchFamily="34" charset="0"/>
              <a:cs typeface="Open Sans" pitchFamily="34" charset="0"/>
            </a:endParaRPr>
          </a:p>
        </p:txBody>
      </p:sp>
      <p:grpSp>
        <p:nvGrpSpPr>
          <p:cNvPr id="64" name="Group 63"/>
          <p:cNvGrpSpPr>
            <a:grpSpLocks/>
          </p:cNvGrpSpPr>
          <p:nvPr/>
        </p:nvGrpSpPr>
        <p:grpSpPr bwMode="auto">
          <a:xfrm>
            <a:off x="255588" y="4586288"/>
            <a:ext cx="715962" cy="715962"/>
            <a:chOff x="814545" y="4816642"/>
            <a:chExt cx="716096" cy="716096"/>
          </a:xfrm>
        </p:grpSpPr>
        <p:sp>
          <p:nvSpPr>
            <p:cNvPr id="46" name="Rounded Rectangle 45"/>
            <p:cNvSpPr/>
            <p:nvPr/>
          </p:nvSpPr>
          <p:spPr>
            <a:xfrm>
              <a:off x="814545" y="4816642"/>
              <a:ext cx="716096" cy="7160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47" name="Group 46"/>
            <p:cNvGrpSpPr/>
            <p:nvPr/>
          </p:nvGrpSpPr>
          <p:grpSpPr>
            <a:xfrm>
              <a:off x="945620" y="5012686"/>
              <a:ext cx="453946" cy="324007"/>
              <a:chOff x="5099051" y="4389438"/>
              <a:chExt cx="427038" cy="304801"/>
            </a:xfrm>
            <a:solidFill>
              <a:schemeClr val="bg1"/>
            </a:solidFill>
          </p:grpSpPr>
          <p:sp>
            <p:nvSpPr>
              <p:cNvPr id="48" name="Freeform 11"/>
              <p:cNvSpPr>
                <a:spLocks noEditPoints="1"/>
              </p:cNvSpPr>
              <p:nvPr/>
            </p:nvSpPr>
            <p:spPr bwMode="auto">
              <a:xfrm>
                <a:off x="5151438" y="4389438"/>
                <a:ext cx="322263" cy="241300"/>
              </a:xfrm>
              <a:custGeom>
                <a:avLst/>
                <a:gdLst>
                  <a:gd name="T0" fmla="*/ 203 w 203"/>
                  <a:gd name="T1" fmla="*/ 0 h 152"/>
                  <a:gd name="T2" fmla="*/ 0 w 203"/>
                  <a:gd name="T3" fmla="*/ 0 h 152"/>
                  <a:gd name="T4" fmla="*/ 0 w 203"/>
                  <a:gd name="T5" fmla="*/ 152 h 152"/>
                  <a:gd name="T6" fmla="*/ 203 w 203"/>
                  <a:gd name="T7" fmla="*/ 152 h 152"/>
                  <a:gd name="T8" fmla="*/ 203 w 203"/>
                  <a:gd name="T9" fmla="*/ 0 h 152"/>
                  <a:gd name="T10" fmla="*/ 192 w 203"/>
                  <a:gd name="T11" fmla="*/ 140 h 152"/>
                  <a:gd name="T12" fmla="*/ 12 w 203"/>
                  <a:gd name="T13" fmla="*/ 140 h 152"/>
                  <a:gd name="T14" fmla="*/ 12 w 203"/>
                  <a:gd name="T15" fmla="*/ 12 h 152"/>
                  <a:gd name="T16" fmla="*/ 192 w 203"/>
                  <a:gd name="T17" fmla="*/ 12 h 152"/>
                  <a:gd name="T18" fmla="*/ 192 w 203"/>
                  <a:gd name="T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52">
                    <a:moveTo>
                      <a:pt x="203" y="0"/>
                    </a:moveTo>
                    <a:lnTo>
                      <a:pt x="0" y="0"/>
                    </a:lnTo>
                    <a:lnTo>
                      <a:pt x="0" y="152"/>
                    </a:lnTo>
                    <a:lnTo>
                      <a:pt x="203" y="152"/>
                    </a:lnTo>
                    <a:lnTo>
                      <a:pt x="203" y="0"/>
                    </a:lnTo>
                    <a:close/>
                    <a:moveTo>
                      <a:pt x="192" y="140"/>
                    </a:moveTo>
                    <a:lnTo>
                      <a:pt x="12" y="140"/>
                    </a:lnTo>
                    <a:lnTo>
                      <a:pt x="12" y="12"/>
                    </a:lnTo>
                    <a:lnTo>
                      <a:pt x="192" y="12"/>
                    </a:lnTo>
                    <a:lnTo>
                      <a:pt x="192" y="140"/>
                    </a:lnTo>
                    <a:close/>
                  </a:path>
                </a:pathLst>
              </a:custGeom>
              <a:grpFill/>
              <a:ln>
                <a:noFill/>
              </a:ln>
              <a:extLst/>
            </p:spPr>
            <p:txBody>
              <a:bodyPr/>
              <a:lstStyle/>
              <a:p>
                <a:pPr eaLnBrk="0" hangingPunct="0">
                  <a:defRPr/>
                </a:pPr>
                <a:endParaRPr lang="en-US">
                  <a:cs typeface="+mn-cs"/>
                </a:endParaRPr>
              </a:p>
            </p:txBody>
          </p:sp>
          <p:sp>
            <p:nvSpPr>
              <p:cNvPr id="49" name="Freeform 12"/>
              <p:cNvSpPr>
                <a:spLocks noEditPoints="1"/>
              </p:cNvSpPr>
              <p:nvPr/>
            </p:nvSpPr>
            <p:spPr bwMode="auto">
              <a:xfrm>
                <a:off x="5099051" y="4641851"/>
                <a:ext cx="427038" cy="52388"/>
              </a:xfrm>
              <a:custGeom>
                <a:avLst/>
                <a:gdLst>
                  <a:gd name="T0" fmla="*/ 100 w 114"/>
                  <a:gd name="T1" fmla="*/ 0 h 14"/>
                  <a:gd name="T2" fmla="*/ 57 w 114"/>
                  <a:gd name="T3" fmla="*/ 0 h 14"/>
                  <a:gd name="T4" fmla="*/ 14 w 114"/>
                  <a:gd name="T5" fmla="*/ 0 h 14"/>
                  <a:gd name="T6" fmla="*/ 0 w 114"/>
                  <a:gd name="T7" fmla="*/ 5 h 14"/>
                  <a:gd name="T8" fmla="*/ 0 w 114"/>
                  <a:gd name="T9" fmla="*/ 10 h 14"/>
                  <a:gd name="T10" fmla="*/ 10 w 114"/>
                  <a:gd name="T11" fmla="*/ 14 h 14"/>
                  <a:gd name="T12" fmla="*/ 41 w 114"/>
                  <a:gd name="T13" fmla="*/ 14 h 14"/>
                  <a:gd name="T14" fmla="*/ 73 w 114"/>
                  <a:gd name="T15" fmla="*/ 14 h 14"/>
                  <a:gd name="T16" fmla="*/ 104 w 114"/>
                  <a:gd name="T17" fmla="*/ 14 h 14"/>
                  <a:gd name="T18" fmla="*/ 114 w 114"/>
                  <a:gd name="T19" fmla="*/ 10 h 14"/>
                  <a:gd name="T20" fmla="*/ 114 w 114"/>
                  <a:gd name="T21" fmla="*/ 5 h 14"/>
                  <a:gd name="T22" fmla="*/ 100 w 114"/>
                  <a:gd name="T23" fmla="*/ 0 h 14"/>
                  <a:gd name="T24" fmla="*/ 64 w 114"/>
                  <a:gd name="T25" fmla="*/ 11 h 14"/>
                  <a:gd name="T26" fmla="*/ 52 w 114"/>
                  <a:gd name="T27" fmla="*/ 11 h 14"/>
                  <a:gd name="T28" fmla="*/ 51 w 114"/>
                  <a:gd name="T29" fmla="*/ 10 h 14"/>
                  <a:gd name="T30" fmla="*/ 52 w 114"/>
                  <a:gd name="T31" fmla="*/ 9 h 14"/>
                  <a:gd name="T32" fmla="*/ 52 w 114"/>
                  <a:gd name="T33" fmla="*/ 9 h 14"/>
                  <a:gd name="T34" fmla="*/ 64 w 114"/>
                  <a:gd name="T35" fmla="*/ 9 h 14"/>
                  <a:gd name="T36" fmla="*/ 65 w 114"/>
                  <a:gd name="T37" fmla="*/ 10 h 14"/>
                  <a:gd name="T38" fmla="*/ 64 w 114"/>
                  <a:gd name="T39" fmla="*/ 11 h 14"/>
                  <a:gd name="T40" fmla="*/ 14 w 114"/>
                  <a:gd name="T41" fmla="*/ 3 h 14"/>
                  <a:gd name="T42" fmla="*/ 17 w 114"/>
                  <a:gd name="T43" fmla="*/ 2 h 14"/>
                  <a:gd name="T44" fmla="*/ 98 w 114"/>
                  <a:gd name="T45" fmla="*/ 2 h 14"/>
                  <a:gd name="T46" fmla="*/ 102 w 114"/>
                  <a:gd name="T47" fmla="*/ 3 h 14"/>
                  <a:gd name="T48" fmla="*/ 14 w 114"/>
                  <a:gd name="T4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4">
                    <a:moveTo>
                      <a:pt x="100" y="0"/>
                    </a:moveTo>
                    <a:cubicBezTo>
                      <a:pt x="57" y="0"/>
                      <a:pt x="57" y="0"/>
                      <a:pt x="57" y="0"/>
                    </a:cubicBezTo>
                    <a:cubicBezTo>
                      <a:pt x="14" y="0"/>
                      <a:pt x="14" y="0"/>
                      <a:pt x="14" y="0"/>
                    </a:cubicBezTo>
                    <a:cubicBezTo>
                      <a:pt x="0" y="5"/>
                      <a:pt x="0" y="5"/>
                      <a:pt x="0" y="5"/>
                    </a:cubicBezTo>
                    <a:cubicBezTo>
                      <a:pt x="0" y="10"/>
                      <a:pt x="0" y="10"/>
                      <a:pt x="0" y="10"/>
                    </a:cubicBezTo>
                    <a:cubicBezTo>
                      <a:pt x="0" y="10"/>
                      <a:pt x="2" y="14"/>
                      <a:pt x="10" y="14"/>
                    </a:cubicBezTo>
                    <a:cubicBezTo>
                      <a:pt x="18" y="14"/>
                      <a:pt x="41" y="14"/>
                      <a:pt x="41" y="14"/>
                    </a:cubicBezTo>
                    <a:cubicBezTo>
                      <a:pt x="73" y="14"/>
                      <a:pt x="73" y="14"/>
                      <a:pt x="73" y="14"/>
                    </a:cubicBezTo>
                    <a:cubicBezTo>
                      <a:pt x="73" y="14"/>
                      <a:pt x="96" y="14"/>
                      <a:pt x="104" y="14"/>
                    </a:cubicBezTo>
                    <a:cubicBezTo>
                      <a:pt x="112" y="14"/>
                      <a:pt x="114" y="10"/>
                      <a:pt x="114" y="10"/>
                    </a:cubicBezTo>
                    <a:cubicBezTo>
                      <a:pt x="114" y="5"/>
                      <a:pt x="114" y="5"/>
                      <a:pt x="114" y="5"/>
                    </a:cubicBezTo>
                    <a:lnTo>
                      <a:pt x="100" y="0"/>
                    </a:lnTo>
                    <a:close/>
                    <a:moveTo>
                      <a:pt x="64" y="11"/>
                    </a:moveTo>
                    <a:cubicBezTo>
                      <a:pt x="52" y="11"/>
                      <a:pt x="52" y="11"/>
                      <a:pt x="52" y="11"/>
                    </a:cubicBezTo>
                    <a:cubicBezTo>
                      <a:pt x="52" y="11"/>
                      <a:pt x="51" y="10"/>
                      <a:pt x="51" y="10"/>
                    </a:cubicBezTo>
                    <a:cubicBezTo>
                      <a:pt x="51" y="9"/>
                      <a:pt x="51" y="9"/>
                      <a:pt x="52" y="9"/>
                    </a:cubicBezTo>
                    <a:cubicBezTo>
                      <a:pt x="52" y="9"/>
                      <a:pt x="52" y="9"/>
                      <a:pt x="52" y="9"/>
                    </a:cubicBezTo>
                    <a:cubicBezTo>
                      <a:pt x="64" y="9"/>
                      <a:pt x="64" y="9"/>
                      <a:pt x="64" y="9"/>
                    </a:cubicBezTo>
                    <a:cubicBezTo>
                      <a:pt x="64" y="9"/>
                      <a:pt x="65" y="9"/>
                      <a:pt x="65" y="10"/>
                    </a:cubicBezTo>
                    <a:cubicBezTo>
                      <a:pt x="65" y="10"/>
                      <a:pt x="64" y="11"/>
                      <a:pt x="64" y="11"/>
                    </a:cubicBezTo>
                    <a:close/>
                    <a:moveTo>
                      <a:pt x="14" y="3"/>
                    </a:moveTo>
                    <a:cubicBezTo>
                      <a:pt x="17" y="2"/>
                      <a:pt x="17" y="2"/>
                      <a:pt x="17" y="2"/>
                    </a:cubicBezTo>
                    <a:cubicBezTo>
                      <a:pt x="98" y="2"/>
                      <a:pt x="98" y="2"/>
                      <a:pt x="98" y="2"/>
                    </a:cubicBezTo>
                    <a:cubicBezTo>
                      <a:pt x="102" y="3"/>
                      <a:pt x="102" y="3"/>
                      <a:pt x="102" y="3"/>
                    </a:cubicBezTo>
                    <a:lnTo>
                      <a:pt x="14" y="3"/>
                    </a:lnTo>
                    <a:close/>
                  </a:path>
                </a:pathLst>
              </a:custGeom>
              <a:grpFill/>
              <a:ln>
                <a:noFill/>
              </a:ln>
              <a:extLst/>
            </p:spPr>
            <p:txBody>
              <a:bodyPr/>
              <a:lstStyle/>
              <a:p>
                <a:pPr eaLnBrk="0" hangingPunct="0">
                  <a:defRPr/>
                </a:pPr>
                <a:endParaRPr lang="en-US">
                  <a:cs typeface="+mn-cs"/>
                </a:endParaRPr>
              </a:p>
            </p:txBody>
          </p:sp>
        </p:grpSp>
      </p:grpSp>
      <p:grpSp>
        <p:nvGrpSpPr>
          <p:cNvPr id="66" name="Group 65"/>
          <p:cNvGrpSpPr>
            <a:grpSpLocks/>
          </p:cNvGrpSpPr>
          <p:nvPr/>
        </p:nvGrpSpPr>
        <p:grpSpPr bwMode="auto">
          <a:xfrm>
            <a:off x="5938838" y="2433638"/>
            <a:ext cx="715962" cy="715962"/>
            <a:chOff x="5729904" y="2657003"/>
            <a:chExt cx="716096" cy="716096"/>
          </a:xfrm>
        </p:grpSpPr>
        <p:sp>
          <p:nvSpPr>
            <p:cNvPr id="43" name="Rounded Rectangle 42"/>
            <p:cNvSpPr/>
            <p:nvPr/>
          </p:nvSpPr>
          <p:spPr>
            <a:xfrm>
              <a:off x="5729904" y="2657003"/>
              <a:ext cx="716096" cy="716096"/>
            </a:xfrm>
            <a:prstGeom prst="round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0" name="Group 49"/>
            <p:cNvGrpSpPr/>
            <p:nvPr/>
          </p:nvGrpSpPr>
          <p:grpSpPr>
            <a:xfrm>
              <a:off x="5900637" y="2918862"/>
              <a:ext cx="374631" cy="192378"/>
              <a:chOff x="7991476" y="3906838"/>
              <a:chExt cx="352425" cy="180975"/>
            </a:xfrm>
            <a:solidFill>
              <a:schemeClr val="bg1"/>
            </a:solidFill>
          </p:grpSpPr>
          <p:sp>
            <p:nvSpPr>
              <p:cNvPr id="51" name="Freeform 48"/>
              <p:cNvSpPr>
                <a:spLocks noEditPoints="1"/>
              </p:cNvSpPr>
              <p:nvPr/>
            </p:nvSpPr>
            <p:spPr bwMode="auto">
              <a:xfrm>
                <a:off x="7991476" y="3906838"/>
                <a:ext cx="352425" cy="180975"/>
              </a:xfrm>
              <a:custGeom>
                <a:avLst/>
                <a:gdLst>
                  <a:gd name="T0" fmla="*/ 88 w 94"/>
                  <a:gd name="T1" fmla="*/ 0 h 48"/>
                  <a:gd name="T2" fmla="*/ 13 w 94"/>
                  <a:gd name="T3" fmla="*/ 0 h 48"/>
                  <a:gd name="T4" fmla="*/ 7 w 94"/>
                  <a:gd name="T5" fmla="*/ 5 h 48"/>
                  <a:gd name="T6" fmla="*/ 7 w 94"/>
                  <a:gd name="T7" fmla="*/ 15 h 48"/>
                  <a:gd name="T8" fmla="*/ 0 w 94"/>
                  <a:gd name="T9" fmla="*/ 15 h 48"/>
                  <a:gd name="T10" fmla="*/ 0 w 94"/>
                  <a:gd name="T11" fmla="*/ 33 h 48"/>
                  <a:gd name="T12" fmla="*/ 7 w 94"/>
                  <a:gd name="T13" fmla="*/ 33 h 48"/>
                  <a:gd name="T14" fmla="*/ 7 w 94"/>
                  <a:gd name="T15" fmla="*/ 43 h 48"/>
                  <a:gd name="T16" fmla="*/ 13 w 94"/>
                  <a:gd name="T17" fmla="*/ 48 h 48"/>
                  <a:gd name="T18" fmla="*/ 88 w 94"/>
                  <a:gd name="T19" fmla="*/ 48 h 48"/>
                  <a:gd name="T20" fmla="*/ 94 w 94"/>
                  <a:gd name="T21" fmla="*/ 43 h 48"/>
                  <a:gd name="T22" fmla="*/ 94 w 94"/>
                  <a:gd name="T23" fmla="*/ 5 h 48"/>
                  <a:gd name="T24" fmla="*/ 88 w 94"/>
                  <a:gd name="T25" fmla="*/ 0 h 48"/>
                  <a:gd name="T26" fmla="*/ 88 w 94"/>
                  <a:gd name="T27" fmla="*/ 42 h 48"/>
                  <a:gd name="T28" fmla="*/ 87 w 94"/>
                  <a:gd name="T29" fmla="*/ 43 h 48"/>
                  <a:gd name="T30" fmla="*/ 13 w 94"/>
                  <a:gd name="T31" fmla="*/ 43 h 48"/>
                  <a:gd name="T32" fmla="*/ 12 w 94"/>
                  <a:gd name="T33" fmla="*/ 42 h 48"/>
                  <a:gd name="T34" fmla="*/ 12 w 94"/>
                  <a:gd name="T35" fmla="*/ 5 h 48"/>
                  <a:gd name="T36" fmla="*/ 13 w 94"/>
                  <a:gd name="T37" fmla="*/ 4 h 48"/>
                  <a:gd name="T38" fmla="*/ 87 w 94"/>
                  <a:gd name="T39" fmla="*/ 4 h 48"/>
                  <a:gd name="T40" fmla="*/ 88 w 94"/>
                  <a:gd name="T41" fmla="*/ 5 h 48"/>
                  <a:gd name="T42" fmla="*/ 88 w 94"/>
                  <a:gd name="T4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8">
                    <a:moveTo>
                      <a:pt x="88" y="0"/>
                    </a:moveTo>
                    <a:cubicBezTo>
                      <a:pt x="13" y="0"/>
                      <a:pt x="13" y="0"/>
                      <a:pt x="13" y="0"/>
                    </a:cubicBezTo>
                    <a:cubicBezTo>
                      <a:pt x="10" y="0"/>
                      <a:pt x="7" y="2"/>
                      <a:pt x="7" y="5"/>
                    </a:cubicBezTo>
                    <a:cubicBezTo>
                      <a:pt x="7" y="15"/>
                      <a:pt x="7" y="15"/>
                      <a:pt x="7" y="15"/>
                    </a:cubicBezTo>
                    <a:cubicBezTo>
                      <a:pt x="0" y="15"/>
                      <a:pt x="0" y="15"/>
                      <a:pt x="0" y="15"/>
                    </a:cubicBezTo>
                    <a:cubicBezTo>
                      <a:pt x="0" y="33"/>
                      <a:pt x="0" y="33"/>
                      <a:pt x="0" y="33"/>
                    </a:cubicBezTo>
                    <a:cubicBezTo>
                      <a:pt x="7" y="33"/>
                      <a:pt x="7" y="33"/>
                      <a:pt x="7" y="33"/>
                    </a:cubicBezTo>
                    <a:cubicBezTo>
                      <a:pt x="7" y="43"/>
                      <a:pt x="7" y="43"/>
                      <a:pt x="7" y="43"/>
                    </a:cubicBezTo>
                    <a:cubicBezTo>
                      <a:pt x="7" y="46"/>
                      <a:pt x="10" y="48"/>
                      <a:pt x="13" y="48"/>
                    </a:cubicBezTo>
                    <a:cubicBezTo>
                      <a:pt x="88" y="48"/>
                      <a:pt x="88" y="48"/>
                      <a:pt x="88" y="48"/>
                    </a:cubicBezTo>
                    <a:cubicBezTo>
                      <a:pt x="91" y="48"/>
                      <a:pt x="94" y="46"/>
                      <a:pt x="94" y="43"/>
                    </a:cubicBezTo>
                    <a:cubicBezTo>
                      <a:pt x="94" y="5"/>
                      <a:pt x="94" y="5"/>
                      <a:pt x="94" y="5"/>
                    </a:cubicBezTo>
                    <a:cubicBezTo>
                      <a:pt x="94" y="2"/>
                      <a:pt x="91" y="0"/>
                      <a:pt x="88" y="0"/>
                    </a:cubicBezTo>
                    <a:close/>
                    <a:moveTo>
                      <a:pt x="88" y="42"/>
                    </a:moveTo>
                    <a:cubicBezTo>
                      <a:pt x="88" y="43"/>
                      <a:pt x="88" y="43"/>
                      <a:pt x="87" y="43"/>
                    </a:cubicBezTo>
                    <a:cubicBezTo>
                      <a:pt x="13" y="43"/>
                      <a:pt x="13" y="43"/>
                      <a:pt x="13" y="43"/>
                    </a:cubicBezTo>
                    <a:cubicBezTo>
                      <a:pt x="13" y="43"/>
                      <a:pt x="12" y="43"/>
                      <a:pt x="12" y="42"/>
                    </a:cubicBezTo>
                    <a:cubicBezTo>
                      <a:pt x="12" y="5"/>
                      <a:pt x="12" y="5"/>
                      <a:pt x="12" y="5"/>
                    </a:cubicBezTo>
                    <a:cubicBezTo>
                      <a:pt x="12" y="5"/>
                      <a:pt x="13" y="4"/>
                      <a:pt x="13" y="4"/>
                    </a:cubicBezTo>
                    <a:cubicBezTo>
                      <a:pt x="87" y="4"/>
                      <a:pt x="87" y="4"/>
                      <a:pt x="87" y="4"/>
                    </a:cubicBezTo>
                    <a:cubicBezTo>
                      <a:pt x="88" y="4"/>
                      <a:pt x="88" y="5"/>
                      <a:pt x="88" y="5"/>
                    </a:cubicBezTo>
                    <a:lnTo>
                      <a:pt x="88" y="42"/>
                    </a:lnTo>
                    <a:close/>
                  </a:path>
                </a:pathLst>
              </a:custGeom>
              <a:grpFill/>
              <a:ln>
                <a:noFill/>
              </a:ln>
              <a:extLst/>
            </p:spPr>
            <p:txBody>
              <a:bodyPr/>
              <a:lstStyle/>
              <a:p>
                <a:pPr eaLnBrk="0" hangingPunct="0">
                  <a:defRPr/>
                </a:pPr>
                <a:endParaRPr lang="en-US">
                  <a:cs typeface="+mn-cs"/>
                </a:endParaRPr>
              </a:p>
            </p:txBody>
          </p:sp>
          <p:sp>
            <p:nvSpPr>
              <p:cNvPr id="52" name="Rectangle 49"/>
              <p:cNvSpPr>
                <a:spLocks noChangeArrowheads="1"/>
              </p:cNvSpPr>
              <p:nvPr/>
            </p:nvSpPr>
            <p:spPr bwMode="auto">
              <a:xfrm>
                <a:off x="8145463" y="3937001"/>
                <a:ext cx="71438" cy="117475"/>
              </a:xfrm>
              <a:prstGeom prst="rect">
                <a:avLst/>
              </a:prstGeom>
              <a:grpFill/>
              <a:ln>
                <a:noFill/>
              </a:ln>
              <a:extLst/>
            </p:spPr>
            <p:txBody>
              <a:bodyPr/>
              <a:lstStyle/>
              <a:p>
                <a:pPr eaLnBrk="0" hangingPunct="0">
                  <a:defRPr/>
                </a:pPr>
                <a:endParaRPr lang="en-US">
                  <a:cs typeface="+mn-cs"/>
                </a:endParaRPr>
              </a:p>
            </p:txBody>
          </p:sp>
          <p:sp>
            <p:nvSpPr>
              <p:cNvPr id="53" name="Rectangle 50"/>
              <p:cNvSpPr>
                <a:spLocks noChangeArrowheads="1"/>
              </p:cNvSpPr>
              <p:nvPr/>
            </p:nvSpPr>
            <p:spPr bwMode="auto">
              <a:xfrm>
                <a:off x="8231188" y="3937001"/>
                <a:ext cx="71438" cy="117475"/>
              </a:xfrm>
              <a:prstGeom prst="rect">
                <a:avLst/>
              </a:prstGeom>
              <a:grpFill/>
              <a:ln>
                <a:noFill/>
              </a:ln>
              <a:extLst/>
            </p:spPr>
            <p:txBody>
              <a:bodyPr/>
              <a:lstStyle/>
              <a:p>
                <a:pPr eaLnBrk="0" hangingPunct="0">
                  <a:defRPr/>
                </a:pPr>
                <a:endParaRPr lang="en-US">
                  <a:cs typeface="+mn-cs"/>
                </a:endParaRPr>
              </a:p>
            </p:txBody>
          </p:sp>
        </p:grpSp>
      </p:grpSp>
      <p:grpSp>
        <p:nvGrpSpPr>
          <p:cNvPr id="65" name="Group 64"/>
          <p:cNvGrpSpPr>
            <a:grpSpLocks/>
          </p:cNvGrpSpPr>
          <p:nvPr/>
        </p:nvGrpSpPr>
        <p:grpSpPr bwMode="auto">
          <a:xfrm>
            <a:off x="2633663" y="3521075"/>
            <a:ext cx="715962" cy="715963"/>
            <a:chOff x="3305041" y="3777551"/>
            <a:chExt cx="716096" cy="716096"/>
          </a:xfrm>
        </p:grpSpPr>
        <p:sp>
          <p:nvSpPr>
            <p:cNvPr id="45" name="Rounded Rectangle 44"/>
            <p:cNvSpPr/>
            <p:nvPr/>
          </p:nvSpPr>
          <p:spPr>
            <a:xfrm>
              <a:off x="3305041" y="3777551"/>
              <a:ext cx="716096" cy="716096"/>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5" name="Group 54"/>
            <p:cNvGrpSpPr/>
            <p:nvPr/>
          </p:nvGrpSpPr>
          <p:grpSpPr>
            <a:xfrm>
              <a:off x="3533149" y="3963471"/>
              <a:ext cx="259879" cy="344255"/>
              <a:chOff x="8235951" y="2905126"/>
              <a:chExt cx="244475" cy="323850"/>
            </a:xfrm>
            <a:solidFill>
              <a:schemeClr val="bg1"/>
            </a:solidFill>
          </p:grpSpPr>
          <p:sp>
            <p:nvSpPr>
              <p:cNvPr id="56"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7"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8"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59"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60"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p:spPr>
            <p:txBody>
              <a:bodyPr/>
              <a:lstStyle/>
              <a:p>
                <a:pPr eaLnBrk="0" hangingPunct="0">
                  <a:defRPr/>
                </a:pPr>
                <a:endParaRPr lang="en-US">
                  <a:cs typeface="+mn-cs"/>
                </a:endParaRPr>
              </a:p>
            </p:txBody>
          </p:sp>
          <p:sp>
            <p:nvSpPr>
              <p:cNvPr id="61"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p:spPr>
            <p:txBody>
              <a:bodyPr/>
              <a:lstStyle/>
              <a:p>
                <a:pPr eaLnBrk="0" hangingPunct="0">
                  <a:defRPr/>
                </a:pPr>
                <a:endParaRPr lang="en-US">
                  <a:cs typeface="+mn-cs"/>
                </a:endParaRPr>
              </a:p>
            </p:txBody>
          </p:sp>
          <p:sp>
            <p:nvSpPr>
              <p:cNvPr id="62"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p:spPr>
            <p:txBody>
              <a:bodyPr/>
              <a:lstStyle/>
              <a:p>
                <a:pPr eaLnBrk="0" hangingPunct="0">
                  <a:defRPr/>
                </a:pPr>
                <a:endParaRPr lang="en-US">
                  <a:cs typeface="+mn-cs"/>
                </a:endParaRPr>
              </a:p>
            </p:txBody>
          </p:sp>
          <p:sp>
            <p:nvSpPr>
              <p:cNvPr id="63"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gr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200"/>
                                        <p:tgtEl>
                                          <p:spTgt spid="4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500"/>
                                        <p:tgtEl>
                                          <p:spTgt spid="39"/>
                                        </p:tgtEl>
                                      </p:cBhvr>
                                    </p:animEffect>
                                  </p:childTnLst>
                                </p:cTn>
                              </p:par>
                            </p:childTnLst>
                          </p:cTn>
                        </p:par>
                        <p:par>
                          <p:cTn id="12" fill="hold">
                            <p:stCondLst>
                              <p:cond delay="700"/>
                            </p:stCondLst>
                            <p:childTnLst>
                              <p:par>
                                <p:cTn id="13" presetID="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childTnLst>
                          </p:cTn>
                        </p:par>
                        <p:par>
                          <p:cTn id="17" fill="hold">
                            <p:stCondLst>
                              <p:cond delay="1200"/>
                            </p:stCondLst>
                            <p:childTnLst>
                              <p:par>
                                <p:cTn id="18" presetID="2" presetClass="entr" presetSubtype="4" fill="hold" nodeType="after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additive="base">
                                        <p:cTn id="20" dur="500" fill="hold"/>
                                        <p:tgtEl>
                                          <p:spTgt spid="64"/>
                                        </p:tgtEl>
                                        <p:attrNameLst>
                                          <p:attrName>ppt_x</p:attrName>
                                        </p:attrNameLst>
                                      </p:cBhvr>
                                      <p:tavLst>
                                        <p:tav tm="0">
                                          <p:val>
                                            <p:strVal val="#ppt_x"/>
                                          </p:val>
                                        </p:tav>
                                        <p:tav tm="100000">
                                          <p:val>
                                            <p:strVal val="#ppt_x"/>
                                          </p:val>
                                        </p:tav>
                                      </p:tavLst>
                                    </p:anim>
                                    <p:anim calcmode="lin" valueType="num">
                                      <p:cBhvr additive="base">
                                        <p:cTn id="21" dur="500" fill="hold"/>
                                        <p:tgtEl>
                                          <p:spTgt spid="64"/>
                                        </p:tgtEl>
                                        <p:attrNameLst>
                                          <p:attrName>ppt_y</p:attrName>
                                        </p:attrNameLst>
                                      </p:cBhvr>
                                      <p:tavLst>
                                        <p:tav tm="0">
                                          <p:val>
                                            <p:strVal val="1+#ppt_h/2"/>
                                          </p:val>
                                        </p:tav>
                                        <p:tav tm="100000">
                                          <p:val>
                                            <p:strVal val="#ppt_y"/>
                                          </p:val>
                                        </p:tav>
                                      </p:tavLst>
                                    </p:anim>
                                  </p:childTnLst>
                                </p:cTn>
                              </p:par>
                            </p:childTnLst>
                          </p:cTn>
                        </p:par>
                        <p:par>
                          <p:cTn id="22" fill="hold">
                            <p:stCondLst>
                              <p:cond delay="1700"/>
                            </p:stCondLst>
                            <p:childTnLst>
                              <p:par>
                                <p:cTn id="23" presetID="2" presetClass="entr" presetSubtype="4"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par>
                          <p:cTn id="27" fill="hold">
                            <p:stCondLst>
                              <p:cond delay="2200"/>
                            </p:stCondLst>
                            <p:childTnLst>
                              <p:par>
                                <p:cTn id="28" presetID="2" presetClass="entr" presetSubtype="4" fill="hold" nodeType="afterEffect">
                                  <p:stCondLst>
                                    <p:cond delay="0"/>
                                  </p:stCondLst>
                                  <p:childTnLst>
                                    <p:set>
                                      <p:cBhvr>
                                        <p:cTn id="29" dur="1" fill="hold">
                                          <p:stCondLst>
                                            <p:cond delay="0"/>
                                          </p:stCondLst>
                                        </p:cTn>
                                        <p:tgtEl>
                                          <p:spTgt spid="65"/>
                                        </p:tgtEl>
                                        <p:attrNameLst>
                                          <p:attrName>style.visibility</p:attrName>
                                        </p:attrNameLst>
                                      </p:cBhvr>
                                      <p:to>
                                        <p:strVal val="visible"/>
                                      </p:to>
                                    </p:set>
                                    <p:anim calcmode="lin" valueType="num">
                                      <p:cBhvr additive="base">
                                        <p:cTn id="30" dur="500" fill="hold"/>
                                        <p:tgtEl>
                                          <p:spTgt spid="65"/>
                                        </p:tgtEl>
                                        <p:attrNameLst>
                                          <p:attrName>ppt_x</p:attrName>
                                        </p:attrNameLst>
                                      </p:cBhvr>
                                      <p:tavLst>
                                        <p:tav tm="0">
                                          <p:val>
                                            <p:strVal val="#ppt_x"/>
                                          </p:val>
                                        </p:tav>
                                        <p:tav tm="100000">
                                          <p:val>
                                            <p:strVal val="#ppt_x"/>
                                          </p:val>
                                        </p:tav>
                                      </p:tavLst>
                                    </p:anim>
                                    <p:anim calcmode="lin" valueType="num">
                                      <p:cBhvr additive="base">
                                        <p:cTn id="31" dur="500" fill="hold"/>
                                        <p:tgtEl>
                                          <p:spTgt spid="65"/>
                                        </p:tgtEl>
                                        <p:attrNameLst>
                                          <p:attrName>ppt_y</p:attrName>
                                        </p:attrNameLst>
                                      </p:cBhvr>
                                      <p:tavLst>
                                        <p:tav tm="0">
                                          <p:val>
                                            <p:strVal val="1+#ppt_h/2"/>
                                          </p:val>
                                        </p:tav>
                                        <p:tav tm="100000">
                                          <p:val>
                                            <p:strVal val="#ppt_y"/>
                                          </p:val>
                                        </p:tav>
                                      </p:tavLst>
                                    </p:anim>
                                  </p:childTnLst>
                                </p:cTn>
                              </p:par>
                            </p:childTnLst>
                          </p:cTn>
                        </p:par>
                        <p:par>
                          <p:cTn id="32" fill="hold">
                            <p:stCondLst>
                              <p:cond delay="2700"/>
                            </p:stCondLst>
                            <p:childTnLst>
                              <p:par>
                                <p:cTn id="33" presetID="2" presetClass="entr" presetSubtype="4" fill="hold" grpId="0"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ppt_x"/>
                                          </p:val>
                                        </p:tav>
                                        <p:tav tm="100000">
                                          <p:val>
                                            <p:strVal val="#ppt_x"/>
                                          </p:val>
                                        </p:tav>
                                      </p:tavLst>
                                    </p:anim>
                                    <p:anim calcmode="lin" valueType="num">
                                      <p:cBhvr additive="base">
                                        <p:cTn id="36" dur="500" fill="hold"/>
                                        <p:tgtEl>
                                          <p:spTgt spid="6"/>
                                        </p:tgtEl>
                                        <p:attrNameLst>
                                          <p:attrName>ppt_y</p:attrName>
                                        </p:attrNameLst>
                                      </p:cBhvr>
                                      <p:tavLst>
                                        <p:tav tm="0">
                                          <p:val>
                                            <p:strVal val="1+#ppt_h/2"/>
                                          </p:val>
                                        </p:tav>
                                        <p:tav tm="100000">
                                          <p:val>
                                            <p:strVal val="#ppt_y"/>
                                          </p:val>
                                        </p:tav>
                                      </p:tavLst>
                                    </p:anim>
                                  </p:childTnLst>
                                </p:cTn>
                              </p:par>
                            </p:childTnLst>
                          </p:cTn>
                        </p:par>
                        <p:par>
                          <p:cTn id="37" fill="hold">
                            <p:stCondLst>
                              <p:cond delay="3200"/>
                            </p:stCondLst>
                            <p:childTnLst>
                              <p:par>
                                <p:cTn id="38" presetID="2" presetClass="entr" presetSubtype="4" fill="hold" nodeType="afterEffect">
                                  <p:stCondLst>
                                    <p:cond delay="0"/>
                                  </p:stCondLst>
                                  <p:childTnLst>
                                    <p:set>
                                      <p:cBhvr>
                                        <p:cTn id="39" dur="1" fill="hold">
                                          <p:stCondLst>
                                            <p:cond delay="0"/>
                                          </p:stCondLst>
                                        </p:cTn>
                                        <p:tgtEl>
                                          <p:spTgt spid="66"/>
                                        </p:tgtEl>
                                        <p:attrNameLst>
                                          <p:attrName>style.visibility</p:attrName>
                                        </p:attrNameLst>
                                      </p:cBhvr>
                                      <p:to>
                                        <p:strVal val="visible"/>
                                      </p:to>
                                    </p:set>
                                    <p:anim calcmode="lin" valueType="num">
                                      <p:cBhvr additive="base">
                                        <p:cTn id="40" dur="500" fill="hold"/>
                                        <p:tgtEl>
                                          <p:spTgt spid="66"/>
                                        </p:tgtEl>
                                        <p:attrNameLst>
                                          <p:attrName>ppt_x</p:attrName>
                                        </p:attrNameLst>
                                      </p:cBhvr>
                                      <p:tavLst>
                                        <p:tav tm="0">
                                          <p:val>
                                            <p:strVal val="#ppt_x"/>
                                          </p:val>
                                        </p:tav>
                                        <p:tav tm="100000">
                                          <p:val>
                                            <p:strVal val="#ppt_x"/>
                                          </p:val>
                                        </p:tav>
                                      </p:tavLst>
                                    </p:anim>
                                    <p:anim calcmode="lin" valueType="num">
                                      <p:cBhvr additive="base">
                                        <p:cTn id="41"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39" grpId="0"/>
      <p:bldP spid="4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2789238" y="3228975"/>
            <a:ext cx="8131175" cy="1538288"/>
          </a:xfrm>
          <a:prstGeom prst="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أن تساهم المعاهد التربوية في إجراء البحوث العلمية حول وسائل الإعلام وآثارها التعليمية والنفسية بهدف تحسين تطوير طرق الاستفادة منها</a:t>
            </a:r>
            <a:endParaRPr lang="en-US" sz="3200" b="1" dirty="0">
              <a:solidFill>
                <a:schemeClr val="bg1"/>
              </a:solidFill>
            </a:endParaRPr>
          </a:p>
        </p:txBody>
      </p:sp>
      <p:sp>
        <p:nvSpPr>
          <p:cNvPr id="10" name="Rectangle 9"/>
          <p:cNvSpPr/>
          <p:nvPr/>
        </p:nvSpPr>
        <p:spPr>
          <a:xfrm>
            <a:off x="1550988" y="4826000"/>
            <a:ext cx="7989887" cy="1589088"/>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lstStyle/>
          <a:p>
            <a:pPr algn="ctr" defTabSz="1088232" rtl="1" eaLnBrk="0" hangingPunct="0">
              <a:defRPr/>
            </a:pPr>
            <a:r>
              <a:rPr lang="ar-SA" sz="3200" b="1" dirty="0"/>
              <a:t>الاستعانة بوسائل الإعلام المختلفة في عملية التدريس، كالتليفزيون التربوي، والفيديو، وأشرطة الفيديو، والحاسب الآلي </a:t>
            </a:r>
            <a:endParaRPr lang="en-US" sz="3200" b="1" dirty="0">
              <a:solidFill>
                <a:schemeClr val="bg1"/>
              </a:solidFill>
            </a:endParaRPr>
          </a:p>
        </p:txBody>
      </p:sp>
      <p:sp>
        <p:nvSpPr>
          <p:cNvPr id="39" name="Text Box 7"/>
          <p:cNvSpPr txBox="1">
            <a:spLocks noChangeArrowheads="1"/>
          </p:cNvSpPr>
          <p:nvPr/>
        </p:nvSpPr>
        <p:spPr bwMode="auto">
          <a:xfrm>
            <a:off x="895350" y="1238250"/>
            <a:ext cx="10347325" cy="785813"/>
          </a:xfrm>
          <a:prstGeom prst="rect">
            <a:avLst/>
          </a:prstGeom>
          <a:noFill/>
          <a:ln w="9525">
            <a:noFill/>
            <a:miter lim="800000"/>
            <a:headEnd/>
            <a:tailEnd/>
          </a:ln>
        </p:spPr>
        <p:txBody>
          <a:bodyPr lIns="45720" tIns="22860" rIns="45720" bIns="22860" anchor="ctr">
            <a:spAutoFit/>
          </a:bodyPr>
          <a:lstStyle/>
          <a:p>
            <a:pPr algn="ctr" defTabSz="1087438" eaLnBrk="0" hangingPunct="0"/>
            <a:r>
              <a:rPr lang="ar-SA" sz="2800" b="1" dirty="0">
                <a:solidFill>
                  <a:srgbClr val="C00000"/>
                </a:solidFill>
              </a:rPr>
              <a:t>التطور التكنولوجي ووسائل الإعلام التربوية</a:t>
            </a:r>
            <a:endParaRPr lang="en-US" sz="2800" b="1" dirty="0">
              <a:solidFill>
                <a:srgbClr val="C00000"/>
              </a:solidFill>
            </a:endParaRPr>
          </a:p>
          <a:p>
            <a:pPr algn="ctr" defTabSz="1087438" eaLnBrk="0" hangingPunct="0"/>
            <a:r>
              <a:rPr lang="ar-SA" sz="2000" dirty="0"/>
              <a:t>يمكن تجاوز هذه التحديات إذا تم العمل بالآتي:</a:t>
            </a:r>
            <a:endParaRPr lang="en-US" sz="2000" b="1" dirty="0">
              <a:solidFill>
                <a:srgbClr val="C00000"/>
              </a:solidFill>
              <a:latin typeface="Open Sans Semibold"/>
              <a:ea typeface="Open Sans Semibold"/>
              <a:cs typeface="Open Sans Semibold"/>
            </a:endParaRPr>
          </a:p>
        </p:txBody>
      </p:sp>
      <p:sp>
        <p:nvSpPr>
          <p:cNvPr id="40" name="Text Box 7"/>
          <p:cNvSpPr txBox="1">
            <a:spLocks noChangeArrowheads="1"/>
          </p:cNvSpPr>
          <p:nvPr/>
        </p:nvSpPr>
        <p:spPr bwMode="auto">
          <a:xfrm>
            <a:off x="2084388" y="509588"/>
            <a:ext cx="7969250" cy="660400"/>
          </a:xfrm>
          <a:prstGeom prst="rect">
            <a:avLst/>
          </a:prstGeom>
          <a:noFill/>
          <a:ln w="9525">
            <a:noFill/>
            <a:miter lim="800000"/>
            <a:headEnd/>
            <a:tailEnd/>
          </a:ln>
        </p:spPr>
        <p:txBody>
          <a:bodyPr wrap="none" lIns="45720" tIns="22860" rIns="45720" bIns="22860">
            <a:spAutoFit/>
          </a:bodyPr>
          <a:lstStyle/>
          <a:p>
            <a:pPr algn="ctr" defTabSz="1088232" eaLnBrk="0" hangingPunct="0">
              <a:defRPr/>
            </a:pPr>
            <a:r>
              <a:rPr lang="ar-SA" sz="4000" b="1" u="sng" dirty="0">
                <a:cs typeface="+mn-cs"/>
              </a:rPr>
              <a:t>دور تكنولوجيا التعليم في حل المشكلات التربوية</a:t>
            </a:r>
            <a:endParaRPr lang="en-CA" sz="4000" b="1" u="sng" spc="-150" dirty="0">
              <a:solidFill>
                <a:schemeClr val="tx1">
                  <a:lumMod val="50000"/>
                  <a:lumOff val="50000"/>
                </a:schemeClr>
              </a:solidFill>
              <a:latin typeface="Open Sans" pitchFamily="34" charset="0"/>
              <a:ea typeface="Open Sans" pitchFamily="34" charset="0"/>
              <a:cs typeface="Open Sans" pitchFamily="34" charset="0"/>
            </a:endParaRPr>
          </a:p>
        </p:txBody>
      </p:sp>
      <p:grpSp>
        <p:nvGrpSpPr>
          <p:cNvPr id="64" name="Group 63"/>
          <p:cNvGrpSpPr>
            <a:grpSpLocks/>
          </p:cNvGrpSpPr>
          <p:nvPr/>
        </p:nvGrpSpPr>
        <p:grpSpPr bwMode="auto">
          <a:xfrm>
            <a:off x="1538662" y="4012512"/>
            <a:ext cx="715962" cy="717550"/>
            <a:chOff x="814545" y="4816642"/>
            <a:chExt cx="716096" cy="716096"/>
          </a:xfrm>
        </p:grpSpPr>
        <p:sp>
          <p:nvSpPr>
            <p:cNvPr id="46" name="Rounded Rectangle 45"/>
            <p:cNvSpPr/>
            <p:nvPr/>
          </p:nvSpPr>
          <p:spPr>
            <a:xfrm>
              <a:off x="814545" y="4816642"/>
              <a:ext cx="716096" cy="7160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47" name="Group 46"/>
            <p:cNvGrpSpPr/>
            <p:nvPr/>
          </p:nvGrpSpPr>
          <p:grpSpPr>
            <a:xfrm>
              <a:off x="945620" y="5012686"/>
              <a:ext cx="453946" cy="324007"/>
              <a:chOff x="5099051" y="4389438"/>
              <a:chExt cx="427038" cy="304801"/>
            </a:xfrm>
            <a:solidFill>
              <a:schemeClr val="bg1"/>
            </a:solidFill>
          </p:grpSpPr>
          <p:sp>
            <p:nvSpPr>
              <p:cNvPr id="48" name="Freeform 11"/>
              <p:cNvSpPr>
                <a:spLocks noEditPoints="1"/>
              </p:cNvSpPr>
              <p:nvPr/>
            </p:nvSpPr>
            <p:spPr bwMode="auto">
              <a:xfrm>
                <a:off x="5151438" y="4389438"/>
                <a:ext cx="322263" cy="241300"/>
              </a:xfrm>
              <a:custGeom>
                <a:avLst/>
                <a:gdLst>
                  <a:gd name="T0" fmla="*/ 203 w 203"/>
                  <a:gd name="T1" fmla="*/ 0 h 152"/>
                  <a:gd name="T2" fmla="*/ 0 w 203"/>
                  <a:gd name="T3" fmla="*/ 0 h 152"/>
                  <a:gd name="T4" fmla="*/ 0 w 203"/>
                  <a:gd name="T5" fmla="*/ 152 h 152"/>
                  <a:gd name="T6" fmla="*/ 203 w 203"/>
                  <a:gd name="T7" fmla="*/ 152 h 152"/>
                  <a:gd name="T8" fmla="*/ 203 w 203"/>
                  <a:gd name="T9" fmla="*/ 0 h 152"/>
                  <a:gd name="T10" fmla="*/ 192 w 203"/>
                  <a:gd name="T11" fmla="*/ 140 h 152"/>
                  <a:gd name="T12" fmla="*/ 12 w 203"/>
                  <a:gd name="T13" fmla="*/ 140 h 152"/>
                  <a:gd name="T14" fmla="*/ 12 w 203"/>
                  <a:gd name="T15" fmla="*/ 12 h 152"/>
                  <a:gd name="T16" fmla="*/ 192 w 203"/>
                  <a:gd name="T17" fmla="*/ 12 h 152"/>
                  <a:gd name="T18" fmla="*/ 192 w 203"/>
                  <a:gd name="T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52">
                    <a:moveTo>
                      <a:pt x="203" y="0"/>
                    </a:moveTo>
                    <a:lnTo>
                      <a:pt x="0" y="0"/>
                    </a:lnTo>
                    <a:lnTo>
                      <a:pt x="0" y="152"/>
                    </a:lnTo>
                    <a:lnTo>
                      <a:pt x="203" y="152"/>
                    </a:lnTo>
                    <a:lnTo>
                      <a:pt x="203" y="0"/>
                    </a:lnTo>
                    <a:close/>
                    <a:moveTo>
                      <a:pt x="192" y="140"/>
                    </a:moveTo>
                    <a:lnTo>
                      <a:pt x="12" y="140"/>
                    </a:lnTo>
                    <a:lnTo>
                      <a:pt x="12" y="12"/>
                    </a:lnTo>
                    <a:lnTo>
                      <a:pt x="192" y="12"/>
                    </a:lnTo>
                    <a:lnTo>
                      <a:pt x="192" y="140"/>
                    </a:lnTo>
                    <a:close/>
                  </a:path>
                </a:pathLst>
              </a:custGeom>
              <a:grpFill/>
              <a:ln>
                <a:noFill/>
              </a:ln>
              <a:extLst/>
            </p:spPr>
            <p:txBody>
              <a:bodyPr/>
              <a:lstStyle/>
              <a:p>
                <a:pPr eaLnBrk="0" hangingPunct="0">
                  <a:defRPr/>
                </a:pPr>
                <a:endParaRPr lang="en-US">
                  <a:cs typeface="+mn-cs"/>
                </a:endParaRPr>
              </a:p>
            </p:txBody>
          </p:sp>
          <p:sp>
            <p:nvSpPr>
              <p:cNvPr id="49" name="Freeform 12"/>
              <p:cNvSpPr>
                <a:spLocks noEditPoints="1"/>
              </p:cNvSpPr>
              <p:nvPr/>
            </p:nvSpPr>
            <p:spPr bwMode="auto">
              <a:xfrm>
                <a:off x="5099051" y="4641851"/>
                <a:ext cx="427038" cy="52388"/>
              </a:xfrm>
              <a:custGeom>
                <a:avLst/>
                <a:gdLst>
                  <a:gd name="T0" fmla="*/ 100 w 114"/>
                  <a:gd name="T1" fmla="*/ 0 h 14"/>
                  <a:gd name="T2" fmla="*/ 57 w 114"/>
                  <a:gd name="T3" fmla="*/ 0 h 14"/>
                  <a:gd name="T4" fmla="*/ 14 w 114"/>
                  <a:gd name="T5" fmla="*/ 0 h 14"/>
                  <a:gd name="T6" fmla="*/ 0 w 114"/>
                  <a:gd name="T7" fmla="*/ 5 h 14"/>
                  <a:gd name="T8" fmla="*/ 0 w 114"/>
                  <a:gd name="T9" fmla="*/ 10 h 14"/>
                  <a:gd name="T10" fmla="*/ 10 w 114"/>
                  <a:gd name="T11" fmla="*/ 14 h 14"/>
                  <a:gd name="T12" fmla="*/ 41 w 114"/>
                  <a:gd name="T13" fmla="*/ 14 h 14"/>
                  <a:gd name="T14" fmla="*/ 73 w 114"/>
                  <a:gd name="T15" fmla="*/ 14 h 14"/>
                  <a:gd name="T16" fmla="*/ 104 w 114"/>
                  <a:gd name="T17" fmla="*/ 14 h 14"/>
                  <a:gd name="T18" fmla="*/ 114 w 114"/>
                  <a:gd name="T19" fmla="*/ 10 h 14"/>
                  <a:gd name="T20" fmla="*/ 114 w 114"/>
                  <a:gd name="T21" fmla="*/ 5 h 14"/>
                  <a:gd name="T22" fmla="*/ 100 w 114"/>
                  <a:gd name="T23" fmla="*/ 0 h 14"/>
                  <a:gd name="T24" fmla="*/ 64 w 114"/>
                  <a:gd name="T25" fmla="*/ 11 h 14"/>
                  <a:gd name="T26" fmla="*/ 52 w 114"/>
                  <a:gd name="T27" fmla="*/ 11 h 14"/>
                  <a:gd name="T28" fmla="*/ 51 w 114"/>
                  <a:gd name="T29" fmla="*/ 10 h 14"/>
                  <a:gd name="T30" fmla="*/ 52 w 114"/>
                  <a:gd name="T31" fmla="*/ 9 h 14"/>
                  <a:gd name="T32" fmla="*/ 52 w 114"/>
                  <a:gd name="T33" fmla="*/ 9 h 14"/>
                  <a:gd name="T34" fmla="*/ 64 w 114"/>
                  <a:gd name="T35" fmla="*/ 9 h 14"/>
                  <a:gd name="T36" fmla="*/ 65 w 114"/>
                  <a:gd name="T37" fmla="*/ 10 h 14"/>
                  <a:gd name="T38" fmla="*/ 64 w 114"/>
                  <a:gd name="T39" fmla="*/ 11 h 14"/>
                  <a:gd name="T40" fmla="*/ 14 w 114"/>
                  <a:gd name="T41" fmla="*/ 3 h 14"/>
                  <a:gd name="T42" fmla="*/ 17 w 114"/>
                  <a:gd name="T43" fmla="*/ 2 h 14"/>
                  <a:gd name="T44" fmla="*/ 98 w 114"/>
                  <a:gd name="T45" fmla="*/ 2 h 14"/>
                  <a:gd name="T46" fmla="*/ 102 w 114"/>
                  <a:gd name="T47" fmla="*/ 3 h 14"/>
                  <a:gd name="T48" fmla="*/ 14 w 114"/>
                  <a:gd name="T4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4">
                    <a:moveTo>
                      <a:pt x="100" y="0"/>
                    </a:moveTo>
                    <a:cubicBezTo>
                      <a:pt x="57" y="0"/>
                      <a:pt x="57" y="0"/>
                      <a:pt x="57" y="0"/>
                    </a:cubicBezTo>
                    <a:cubicBezTo>
                      <a:pt x="14" y="0"/>
                      <a:pt x="14" y="0"/>
                      <a:pt x="14" y="0"/>
                    </a:cubicBezTo>
                    <a:cubicBezTo>
                      <a:pt x="0" y="5"/>
                      <a:pt x="0" y="5"/>
                      <a:pt x="0" y="5"/>
                    </a:cubicBezTo>
                    <a:cubicBezTo>
                      <a:pt x="0" y="10"/>
                      <a:pt x="0" y="10"/>
                      <a:pt x="0" y="10"/>
                    </a:cubicBezTo>
                    <a:cubicBezTo>
                      <a:pt x="0" y="10"/>
                      <a:pt x="2" y="14"/>
                      <a:pt x="10" y="14"/>
                    </a:cubicBezTo>
                    <a:cubicBezTo>
                      <a:pt x="18" y="14"/>
                      <a:pt x="41" y="14"/>
                      <a:pt x="41" y="14"/>
                    </a:cubicBezTo>
                    <a:cubicBezTo>
                      <a:pt x="73" y="14"/>
                      <a:pt x="73" y="14"/>
                      <a:pt x="73" y="14"/>
                    </a:cubicBezTo>
                    <a:cubicBezTo>
                      <a:pt x="73" y="14"/>
                      <a:pt x="96" y="14"/>
                      <a:pt x="104" y="14"/>
                    </a:cubicBezTo>
                    <a:cubicBezTo>
                      <a:pt x="112" y="14"/>
                      <a:pt x="114" y="10"/>
                      <a:pt x="114" y="10"/>
                    </a:cubicBezTo>
                    <a:cubicBezTo>
                      <a:pt x="114" y="5"/>
                      <a:pt x="114" y="5"/>
                      <a:pt x="114" y="5"/>
                    </a:cubicBezTo>
                    <a:lnTo>
                      <a:pt x="100" y="0"/>
                    </a:lnTo>
                    <a:close/>
                    <a:moveTo>
                      <a:pt x="64" y="11"/>
                    </a:moveTo>
                    <a:cubicBezTo>
                      <a:pt x="52" y="11"/>
                      <a:pt x="52" y="11"/>
                      <a:pt x="52" y="11"/>
                    </a:cubicBezTo>
                    <a:cubicBezTo>
                      <a:pt x="52" y="11"/>
                      <a:pt x="51" y="10"/>
                      <a:pt x="51" y="10"/>
                    </a:cubicBezTo>
                    <a:cubicBezTo>
                      <a:pt x="51" y="9"/>
                      <a:pt x="51" y="9"/>
                      <a:pt x="52" y="9"/>
                    </a:cubicBezTo>
                    <a:cubicBezTo>
                      <a:pt x="52" y="9"/>
                      <a:pt x="52" y="9"/>
                      <a:pt x="52" y="9"/>
                    </a:cubicBezTo>
                    <a:cubicBezTo>
                      <a:pt x="64" y="9"/>
                      <a:pt x="64" y="9"/>
                      <a:pt x="64" y="9"/>
                    </a:cubicBezTo>
                    <a:cubicBezTo>
                      <a:pt x="64" y="9"/>
                      <a:pt x="65" y="9"/>
                      <a:pt x="65" y="10"/>
                    </a:cubicBezTo>
                    <a:cubicBezTo>
                      <a:pt x="65" y="10"/>
                      <a:pt x="64" y="11"/>
                      <a:pt x="64" y="11"/>
                    </a:cubicBezTo>
                    <a:close/>
                    <a:moveTo>
                      <a:pt x="14" y="3"/>
                    </a:moveTo>
                    <a:cubicBezTo>
                      <a:pt x="17" y="2"/>
                      <a:pt x="17" y="2"/>
                      <a:pt x="17" y="2"/>
                    </a:cubicBezTo>
                    <a:cubicBezTo>
                      <a:pt x="98" y="2"/>
                      <a:pt x="98" y="2"/>
                      <a:pt x="98" y="2"/>
                    </a:cubicBezTo>
                    <a:cubicBezTo>
                      <a:pt x="102" y="3"/>
                      <a:pt x="102" y="3"/>
                      <a:pt x="102" y="3"/>
                    </a:cubicBezTo>
                    <a:lnTo>
                      <a:pt x="14" y="3"/>
                    </a:lnTo>
                    <a:close/>
                  </a:path>
                </a:pathLst>
              </a:custGeom>
              <a:grpFill/>
              <a:ln>
                <a:noFill/>
              </a:ln>
              <a:extLst/>
            </p:spPr>
            <p:txBody>
              <a:bodyPr/>
              <a:lstStyle/>
              <a:p>
                <a:pPr eaLnBrk="0" hangingPunct="0">
                  <a:defRPr/>
                </a:pPr>
                <a:endParaRPr lang="en-US">
                  <a:cs typeface="+mn-cs"/>
                </a:endParaRPr>
              </a:p>
            </p:txBody>
          </p:sp>
        </p:grpSp>
      </p:grpSp>
      <p:grpSp>
        <p:nvGrpSpPr>
          <p:cNvPr id="65" name="Group 64"/>
          <p:cNvGrpSpPr>
            <a:grpSpLocks/>
          </p:cNvGrpSpPr>
          <p:nvPr/>
        </p:nvGrpSpPr>
        <p:grpSpPr bwMode="auto">
          <a:xfrm>
            <a:off x="2857759" y="2452688"/>
            <a:ext cx="715963" cy="717550"/>
            <a:chOff x="3305041" y="3777551"/>
            <a:chExt cx="716096" cy="716096"/>
          </a:xfrm>
        </p:grpSpPr>
        <p:sp>
          <p:nvSpPr>
            <p:cNvPr id="45" name="Rounded Rectangle 44"/>
            <p:cNvSpPr/>
            <p:nvPr/>
          </p:nvSpPr>
          <p:spPr>
            <a:xfrm>
              <a:off x="3305041" y="3777551"/>
              <a:ext cx="716096" cy="716096"/>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5" name="Group 54"/>
            <p:cNvGrpSpPr/>
            <p:nvPr/>
          </p:nvGrpSpPr>
          <p:grpSpPr>
            <a:xfrm>
              <a:off x="3533149" y="3963471"/>
              <a:ext cx="259879" cy="344255"/>
              <a:chOff x="8235951" y="2905126"/>
              <a:chExt cx="244475" cy="323850"/>
            </a:xfrm>
            <a:solidFill>
              <a:schemeClr val="bg1"/>
            </a:solidFill>
          </p:grpSpPr>
          <p:sp>
            <p:nvSpPr>
              <p:cNvPr id="56"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7"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8"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59"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60"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p:spPr>
            <p:txBody>
              <a:bodyPr/>
              <a:lstStyle/>
              <a:p>
                <a:pPr eaLnBrk="0" hangingPunct="0">
                  <a:defRPr/>
                </a:pPr>
                <a:endParaRPr lang="en-US">
                  <a:cs typeface="+mn-cs"/>
                </a:endParaRPr>
              </a:p>
            </p:txBody>
          </p:sp>
          <p:sp>
            <p:nvSpPr>
              <p:cNvPr id="61"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p:spPr>
            <p:txBody>
              <a:bodyPr/>
              <a:lstStyle/>
              <a:p>
                <a:pPr eaLnBrk="0" hangingPunct="0">
                  <a:defRPr/>
                </a:pPr>
                <a:endParaRPr lang="en-US">
                  <a:cs typeface="+mn-cs"/>
                </a:endParaRPr>
              </a:p>
            </p:txBody>
          </p:sp>
          <p:sp>
            <p:nvSpPr>
              <p:cNvPr id="62"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p:spPr>
            <p:txBody>
              <a:bodyPr/>
              <a:lstStyle/>
              <a:p>
                <a:pPr eaLnBrk="0" hangingPunct="0">
                  <a:defRPr/>
                </a:pPr>
                <a:endParaRPr lang="en-US">
                  <a:cs typeface="+mn-cs"/>
                </a:endParaRPr>
              </a:p>
            </p:txBody>
          </p:sp>
          <p:sp>
            <p:nvSpPr>
              <p:cNvPr id="63"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gr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200"/>
                                        <p:tgtEl>
                                          <p:spTgt spid="4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500"/>
                                        <p:tgtEl>
                                          <p:spTgt spid="39"/>
                                        </p:tgtEl>
                                      </p:cBhvr>
                                    </p:animEffect>
                                  </p:childTnLst>
                                </p:cTn>
                              </p:par>
                            </p:childTnLst>
                          </p:cTn>
                        </p:par>
                        <p:par>
                          <p:cTn id="12" fill="hold">
                            <p:stCondLst>
                              <p:cond delay="700"/>
                            </p:stCondLst>
                            <p:childTnLst>
                              <p:par>
                                <p:cTn id="13" presetID="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childTnLst>
                          </p:cTn>
                        </p:par>
                        <p:par>
                          <p:cTn id="17" fill="hold">
                            <p:stCondLst>
                              <p:cond delay="1200"/>
                            </p:stCondLst>
                            <p:childTnLst>
                              <p:par>
                                <p:cTn id="18" presetID="2" presetClass="entr" presetSubtype="4" fill="hold" nodeType="after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additive="base">
                                        <p:cTn id="20" dur="500" fill="hold"/>
                                        <p:tgtEl>
                                          <p:spTgt spid="64"/>
                                        </p:tgtEl>
                                        <p:attrNameLst>
                                          <p:attrName>ppt_x</p:attrName>
                                        </p:attrNameLst>
                                      </p:cBhvr>
                                      <p:tavLst>
                                        <p:tav tm="0">
                                          <p:val>
                                            <p:strVal val="#ppt_x"/>
                                          </p:val>
                                        </p:tav>
                                        <p:tav tm="100000">
                                          <p:val>
                                            <p:strVal val="#ppt_x"/>
                                          </p:val>
                                        </p:tav>
                                      </p:tavLst>
                                    </p:anim>
                                    <p:anim calcmode="lin" valueType="num">
                                      <p:cBhvr additive="base">
                                        <p:cTn id="21" dur="500" fill="hold"/>
                                        <p:tgtEl>
                                          <p:spTgt spid="64"/>
                                        </p:tgtEl>
                                        <p:attrNameLst>
                                          <p:attrName>ppt_y</p:attrName>
                                        </p:attrNameLst>
                                      </p:cBhvr>
                                      <p:tavLst>
                                        <p:tav tm="0">
                                          <p:val>
                                            <p:strVal val="1+#ppt_h/2"/>
                                          </p:val>
                                        </p:tav>
                                        <p:tav tm="100000">
                                          <p:val>
                                            <p:strVal val="#ppt_y"/>
                                          </p:val>
                                        </p:tav>
                                      </p:tavLst>
                                    </p:anim>
                                  </p:childTnLst>
                                </p:cTn>
                              </p:par>
                            </p:childTnLst>
                          </p:cTn>
                        </p:par>
                        <p:par>
                          <p:cTn id="22" fill="hold">
                            <p:stCondLst>
                              <p:cond delay="1700"/>
                            </p:stCondLst>
                            <p:childTnLst>
                              <p:par>
                                <p:cTn id="23" presetID="2" presetClass="entr" presetSubtype="4"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par>
                          <p:cTn id="27" fill="hold">
                            <p:stCondLst>
                              <p:cond delay="2200"/>
                            </p:stCondLst>
                            <p:childTnLst>
                              <p:par>
                                <p:cTn id="28" presetID="2" presetClass="entr" presetSubtype="4" fill="hold" nodeType="afterEffect">
                                  <p:stCondLst>
                                    <p:cond delay="0"/>
                                  </p:stCondLst>
                                  <p:childTnLst>
                                    <p:set>
                                      <p:cBhvr>
                                        <p:cTn id="29" dur="1" fill="hold">
                                          <p:stCondLst>
                                            <p:cond delay="0"/>
                                          </p:stCondLst>
                                        </p:cTn>
                                        <p:tgtEl>
                                          <p:spTgt spid="65"/>
                                        </p:tgtEl>
                                        <p:attrNameLst>
                                          <p:attrName>style.visibility</p:attrName>
                                        </p:attrNameLst>
                                      </p:cBhvr>
                                      <p:to>
                                        <p:strVal val="visible"/>
                                      </p:to>
                                    </p:set>
                                    <p:anim calcmode="lin" valueType="num">
                                      <p:cBhvr additive="base">
                                        <p:cTn id="30" dur="500" fill="hold"/>
                                        <p:tgtEl>
                                          <p:spTgt spid="65"/>
                                        </p:tgtEl>
                                        <p:attrNameLst>
                                          <p:attrName>ppt_x</p:attrName>
                                        </p:attrNameLst>
                                      </p:cBhvr>
                                      <p:tavLst>
                                        <p:tav tm="0">
                                          <p:val>
                                            <p:strVal val="#ppt_x"/>
                                          </p:val>
                                        </p:tav>
                                        <p:tav tm="100000">
                                          <p:val>
                                            <p:strVal val="#ppt_x"/>
                                          </p:val>
                                        </p:tav>
                                      </p:tavLst>
                                    </p:anim>
                                    <p:anim calcmode="lin" valueType="num">
                                      <p:cBhvr additive="base">
                                        <p:cTn id="3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39" grpId="0"/>
      <p:bldP spid="4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657600" y="3109913"/>
            <a:ext cx="7104063" cy="1438275"/>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rtl="1" eaLnBrk="0" hangingPunct="0">
              <a:defRPr/>
            </a:pPr>
            <a:r>
              <a:rPr lang="ar-SA" sz="3200" b="1" dirty="0"/>
              <a:t>تهيئة التلاميذ في مراحل التعليم المختلفة بالخبرات التي تمكنهم من التمييز بين ما تقدمه هذه المؤسسات واختيار أفضلها.</a:t>
            </a:r>
            <a:endParaRPr lang="en-US" sz="3200" b="1" dirty="0"/>
          </a:p>
        </p:txBody>
      </p:sp>
      <p:sp>
        <p:nvSpPr>
          <p:cNvPr id="10" name="Rectangle 9"/>
          <p:cNvSpPr/>
          <p:nvPr/>
        </p:nvSpPr>
        <p:spPr>
          <a:xfrm>
            <a:off x="1768475" y="4667250"/>
            <a:ext cx="7454900" cy="1355725"/>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lstStyle/>
          <a:p>
            <a:pPr algn="ctr" defTabSz="1088232" rtl="1" eaLnBrk="0" hangingPunct="0">
              <a:defRPr/>
            </a:pPr>
            <a:r>
              <a:rPr lang="ar-SA" sz="3200" b="1" dirty="0"/>
              <a:t>التعاون بين المدرسة ووسائل الإعلام المختلفة بحيث تقدم الوسائل الإعلامية بما يخدم تحقيق أهداف التعليم</a:t>
            </a:r>
            <a:endParaRPr lang="en-US" sz="3200" b="1" dirty="0">
              <a:solidFill>
                <a:schemeClr val="bg1"/>
              </a:solidFill>
            </a:endParaRPr>
          </a:p>
        </p:txBody>
      </p:sp>
      <p:sp>
        <p:nvSpPr>
          <p:cNvPr id="40" name="Text Box 7"/>
          <p:cNvSpPr txBox="1">
            <a:spLocks noChangeArrowheads="1"/>
          </p:cNvSpPr>
          <p:nvPr/>
        </p:nvSpPr>
        <p:spPr bwMode="auto">
          <a:xfrm>
            <a:off x="2084388" y="509588"/>
            <a:ext cx="7969250" cy="660400"/>
          </a:xfrm>
          <a:prstGeom prst="rect">
            <a:avLst/>
          </a:prstGeom>
          <a:noFill/>
          <a:ln w="9525">
            <a:noFill/>
            <a:miter lim="800000"/>
            <a:headEnd/>
            <a:tailEnd/>
          </a:ln>
        </p:spPr>
        <p:txBody>
          <a:bodyPr wrap="none" lIns="45720" tIns="22860" rIns="45720" bIns="22860">
            <a:spAutoFit/>
          </a:bodyPr>
          <a:lstStyle/>
          <a:p>
            <a:pPr algn="ctr" defTabSz="1088232" eaLnBrk="0" hangingPunct="0">
              <a:defRPr/>
            </a:pPr>
            <a:r>
              <a:rPr lang="ar-SA" sz="4000" b="1" u="sng" dirty="0">
                <a:cs typeface="+mn-cs"/>
              </a:rPr>
              <a:t>دور تكنولوجيا التعليم في حل المشكلات التربوية</a:t>
            </a:r>
            <a:endParaRPr lang="en-CA" sz="4000" b="1" u="sng" spc="-150" dirty="0">
              <a:solidFill>
                <a:schemeClr val="tx1">
                  <a:lumMod val="50000"/>
                  <a:lumOff val="50000"/>
                </a:schemeClr>
              </a:solidFill>
              <a:latin typeface="Open Sans" pitchFamily="34" charset="0"/>
              <a:ea typeface="Open Sans" pitchFamily="34" charset="0"/>
              <a:cs typeface="Open Sans" pitchFamily="34" charset="0"/>
            </a:endParaRPr>
          </a:p>
        </p:txBody>
      </p:sp>
      <p:grpSp>
        <p:nvGrpSpPr>
          <p:cNvPr id="64" name="Group 63"/>
          <p:cNvGrpSpPr>
            <a:grpSpLocks/>
          </p:cNvGrpSpPr>
          <p:nvPr/>
        </p:nvGrpSpPr>
        <p:grpSpPr bwMode="auto">
          <a:xfrm>
            <a:off x="1917700" y="3775075"/>
            <a:ext cx="744538" cy="892175"/>
            <a:chOff x="814545" y="4816642"/>
            <a:chExt cx="716096" cy="716096"/>
          </a:xfrm>
        </p:grpSpPr>
        <p:sp>
          <p:nvSpPr>
            <p:cNvPr id="46" name="Rounded Rectangle 45"/>
            <p:cNvSpPr/>
            <p:nvPr/>
          </p:nvSpPr>
          <p:spPr>
            <a:xfrm>
              <a:off x="814545" y="4816642"/>
              <a:ext cx="716096" cy="7160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47" name="Group 46"/>
            <p:cNvGrpSpPr/>
            <p:nvPr/>
          </p:nvGrpSpPr>
          <p:grpSpPr>
            <a:xfrm>
              <a:off x="945620" y="5012686"/>
              <a:ext cx="453946" cy="324007"/>
              <a:chOff x="5099051" y="4389438"/>
              <a:chExt cx="427038" cy="304801"/>
            </a:xfrm>
            <a:solidFill>
              <a:schemeClr val="bg1"/>
            </a:solidFill>
          </p:grpSpPr>
          <p:sp>
            <p:nvSpPr>
              <p:cNvPr id="48" name="Freeform 11"/>
              <p:cNvSpPr>
                <a:spLocks noEditPoints="1"/>
              </p:cNvSpPr>
              <p:nvPr/>
            </p:nvSpPr>
            <p:spPr bwMode="auto">
              <a:xfrm>
                <a:off x="5151438" y="4389438"/>
                <a:ext cx="322263" cy="241300"/>
              </a:xfrm>
              <a:custGeom>
                <a:avLst/>
                <a:gdLst>
                  <a:gd name="T0" fmla="*/ 203 w 203"/>
                  <a:gd name="T1" fmla="*/ 0 h 152"/>
                  <a:gd name="T2" fmla="*/ 0 w 203"/>
                  <a:gd name="T3" fmla="*/ 0 h 152"/>
                  <a:gd name="T4" fmla="*/ 0 w 203"/>
                  <a:gd name="T5" fmla="*/ 152 h 152"/>
                  <a:gd name="T6" fmla="*/ 203 w 203"/>
                  <a:gd name="T7" fmla="*/ 152 h 152"/>
                  <a:gd name="T8" fmla="*/ 203 w 203"/>
                  <a:gd name="T9" fmla="*/ 0 h 152"/>
                  <a:gd name="T10" fmla="*/ 192 w 203"/>
                  <a:gd name="T11" fmla="*/ 140 h 152"/>
                  <a:gd name="T12" fmla="*/ 12 w 203"/>
                  <a:gd name="T13" fmla="*/ 140 h 152"/>
                  <a:gd name="T14" fmla="*/ 12 w 203"/>
                  <a:gd name="T15" fmla="*/ 12 h 152"/>
                  <a:gd name="T16" fmla="*/ 192 w 203"/>
                  <a:gd name="T17" fmla="*/ 12 h 152"/>
                  <a:gd name="T18" fmla="*/ 192 w 203"/>
                  <a:gd name="T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52">
                    <a:moveTo>
                      <a:pt x="203" y="0"/>
                    </a:moveTo>
                    <a:lnTo>
                      <a:pt x="0" y="0"/>
                    </a:lnTo>
                    <a:lnTo>
                      <a:pt x="0" y="152"/>
                    </a:lnTo>
                    <a:lnTo>
                      <a:pt x="203" y="152"/>
                    </a:lnTo>
                    <a:lnTo>
                      <a:pt x="203" y="0"/>
                    </a:lnTo>
                    <a:close/>
                    <a:moveTo>
                      <a:pt x="192" y="140"/>
                    </a:moveTo>
                    <a:lnTo>
                      <a:pt x="12" y="140"/>
                    </a:lnTo>
                    <a:lnTo>
                      <a:pt x="12" y="12"/>
                    </a:lnTo>
                    <a:lnTo>
                      <a:pt x="192" y="12"/>
                    </a:lnTo>
                    <a:lnTo>
                      <a:pt x="192" y="140"/>
                    </a:lnTo>
                    <a:close/>
                  </a:path>
                </a:pathLst>
              </a:custGeom>
              <a:grpFill/>
              <a:ln>
                <a:noFill/>
              </a:ln>
              <a:extLst/>
            </p:spPr>
            <p:txBody>
              <a:bodyPr/>
              <a:lstStyle/>
              <a:p>
                <a:pPr eaLnBrk="0" hangingPunct="0">
                  <a:defRPr/>
                </a:pPr>
                <a:endParaRPr lang="en-US">
                  <a:cs typeface="+mn-cs"/>
                </a:endParaRPr>
              </a:p>
            </p:txBody>
          </p:sp>
          <p:sp>
            <p:nvSpPr>
              <p:cNvPr id="49" name="Freeform 12"/>
              <p:cNvSpPr>
                <a:spLocks noEditPoints="1"/>
              </p:cNvSpPr>
              <p:nvPr/>
            </p:nvSpPr>
            <p:spPr bwMode="auto">
              <a:xfrm>
                <a:off x="5099051" y="4641851"/>
                <a:ext cx="427038" cy="52388"/>
              </a:xfrm>
              <a:custGeom>
                <a:avLst/>
                <a:gdLst>
                  <a:gd name="T0" fmla="*/ 100 w 114"/>
                  <a:gd name="T1" fmla="*/ 0 h 14"/>
                  <a:gd name="T2" fmla="*/ 57 w 114"/>
                  <a:gd name="T3" fmla="*/ 0 h 14"/>
                  <a:gd name="T4" fmla="*/ 14 w 114"/>
                  <a:gd name="T5" fmla="*/ 0 h 14"/>
                  <a:gd name="T6" fmla="*/ 0 w 114"/>
                  <a:gd name="T7" fmla="*/ 5 h 14"/>
                  <a:gd name="T8" fmla="*/ 0 w 114"/>
                  <a:gd name="T9" fmla="*/ 10 h 14"/>
                  <a:gd name="T10" fmla="*/ 10 w 114"/>
                  <a:gd name="T11" fmla="*/ 14 h 14"/>
                  <a:gd name="T12" fmla="*/ 41 w 114"/>
                  <a:gd name="T13" fmla="*/ 14 h 14"/>
                  <a:gd name="T14" fmla="*/ 73 w 114"/>
                  <a:gd name="T15" fmla="*/ 14 h 14"/>
                  <a:gd name="T16" fmla="*/ 104 w 114"/>
                  <a:gd name="T17" fmla="*/ 14 h 14"/>
                  <a:gd name="T18" fmla="*/ 114 w 114"/>
                  <a:gd name="T19" fmla="*/ 10 h 14"/>
                  <a:gd name="T20" fmla="*/ 114 w 114"/>
                  <a:gd name="T21" fmla="*/ 5 h 14"/>
                  <a:gd name="T22" fmla="*/ 100 w 114"/>
                  <a:gd name="T23" fmla="*/ 0 h 14"/>
                  <a:gd name="T24" fmla="*/ 64 w 114"/>
                  <a:gd name="T25" fmla="*/ 11 h 14"/>
                  <a:gd name="T26" fmla="*/ 52 w 114"/>
                  <a:gd name="T27" fmla="*/ 11 h 14"/>
                  <a:gd name="T28" fmla="*/ 51 w 114"/>
                  <a:gd name="T29" fmla="*/ 10 h 14"/>
                  <a:gd name="T30" fmla="*/ 52 w 114"/>
                  <a:gd name="T31" fmla="*/ 9 h 14"/>
                  <a:gd name="T32" fmla="*/ 52 w 114"/>
                  <a:gd name="T33" fmla="*/ 9 h 14"/>
                  <a:gd name="T34" fmla="*/ 64 w 114"/>
                  <a:gd name="T35" fmla="*/ 9 h 14"/>
                  <a:gd name="T36" fmla="*/ 65 w 114"/>
                  <a:gd name="T37" fmla="*/ 10 h 14"/>
                  <a:gd name="T38" fmla="*/ 64 w 114"/>
                  <a:gd name="T39" fmla="*/ 11 h 14"/>
                  <a:gd name="T40" fmla="*/ 14 w 114"/>
                  <a:gd name="T41" fmla="*/ 3 h 14"/>
                  <a:gd name="T42" fmla="*/ 17 w 114"/>
                  <a:gd name="T43" fmla="*/ 2 h 14"/>
                  <a:gd name="T44" fmla="*/ 98 w 114"/>
                  <a:gd name="T45" fmla="*/ 2 h 14"/>
                  <a:gd name="T46" fmla="*/ 102 w 114"/>
                  <a:gd name="T47" fmla="*/ 3 h 14"/>
                  <a:gd name="T48" fmla="*/ 14 w 114"/>
                  <a:gd name="T4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4">
                    <a:moveTo>
                      <a:pt x="100" y="0"/>
                    </a:moveTo>
                    <a:cubicBezTo>
                      <a:pt x="57" y="0"/>
                      <a:pt x="57" y="0"/>
                      <a:pt x="57" y="0"/>
                    </a:cubicBezTo>
                    <a:cubicBezTo>
                      <a:pt x="14" y="0"/>
                      <a:pt x="14" y="0"/>
                      <a:pt x="14" y="0"/>
                    </a:cubicBezTo>
                    <a:cubicBezTo>
                      <a:pt x="0" y="5"/>
                      <a:pt x="0" y="5"/>
                      <a:pt x="0" y="5"/>
                    </a:cubicBezTo>
                    <a:cubicBezTo>
                      <a:pt x="0" y="10"/>
                      <a:pt x="0" y="10"/>
                      <a:pt x="0" y="10"/>
                    </a:cubicBezTo>
                    <a:cubicBezTo>
                      <a:pt x="0" y="10"/>
                      <a:pt x="2" y="14"/>
                      <a:pt x="10" y="14"/>
                    </a:cubicBezTo>
                    <a:cubicBezTo>
                      <a:pt x="18" y="14"/>
                      <a:pt x="41" y="14"/>
                      <a:pt x="41" y="14"/>
                    </a:cubicBezTo>
                    <a:cubicBezTo>
                      <a:pt x="73" y="14"/>
                      <a:pt x="73" y="14"/>
                      <a:pt x="73" y="14"/>
                    </a:cubicBezTo>
                    <a:cubicBezTo>
                      <a:pt x="73" y="14"/>
                      <a:pt x="96" y="14"/>
                      <a:pt x="104" y="14"/>
                    </a:cubicBezTo>
                    <a:cubicBezTo>
                      <a:pt x="112" y="14"/>
                      <a:pt x="114" y="10"/>
                      <a:pt x="114" y="10"/>
                    </a:cubicBezTo>
                    <a:cubicBezTo>
                      <a:pt x="114" y="5"/>
                      <a:pt x="114" y="5"/>
                      <a:pt x="114" y="5"/>
                    </a:cubicBezTo>
                    <a:lnTo>
                      <a:pt x="100" y="0"/>
                    </a:lnTo>
                    <a:close/>
                    <a:moveTo>
                      <a:pt x="64" y="11"/>
                    </a:moveTo>
                    <a:cubicBezTo>
                      <a:pt x="52" y="11"/>
                      <a:pt x="52" y="11"/>
                      <a:pt x="52" y="11"/>
                    </a:cubicBezTo>
                    <a:cubicBezTo>
                      <a:pt x="52" y="11"/>
                      <a:pt x="51" y="10"/>
                      <a:pt x="51" y="10"/>
                    </a:cubicBezTo>
                    <a:cubicBezTo>
                      <a:pt x="51" y="9"/>
                      <a:pt x="51" y="9"/>
                      <a:pt x="52" y="9"/>
                    </a:cubicBezTo>
                    <a:cubicBezTo>
                      <a:pt x="52" y="9"/>
                      <a:pt x="52" y="9"/>
                      <a:pt x="52" y="9"/>
                    </a:cubicBezTo>
                    <a:cubicBezTo>
                      <a:pt x="64" y="9"/>
                      <a:pt x="64" y="9"/>
                      <a:pt x="64" y="9"/>
                    </a:cubicBezTo>
                    <a:cubicBezTo>
                      <a:pt x="64" y="9"/>
                      <a:pt x="65" y="9"/>
                      <a:pt x="65" y="10"/>
                    </a:cubicBezTo>
                    <a:cubicBezTo>
                      <a:pt x="65" y="10"/>
                      <a:pt x="64" y="11"/>
                      <a:pt x="64" y="11"/>
                    </a:cubicBezTo>
                    <a:close/>
                    <a:moveTo>
                      <a:pt x="14" y="3"/>
                    </a:moveTo>
                    <a:cubicBezTo>
                      <a:pt x="17" y="2"/>
                      <a:pt x="17" y="2"/>
                      <a:pt x="17" y="2"/>
                    </a:cubicBezTo>
                    <a:cubicBezTo>
                      <a:pt x="98" y="2"/>
                      <a:pt x="98" y="2"/>
                      <a:pt x="98" y="2"/>
                    </a:cubicBezTo>
                    <a:cubicBezTo>
                      <a:pt x="102" y="3"/>
                      <a:pt x="102" y="3"/>
                      <a:pt x="102" y="3"/>
                    </a:cubicBezTo>
                    <a:lnTo>
                      <a:pt x="14" y="3"/>
                    </a:lnTo>
                    <a:close/>
                  </a:path>
                </a:pathLst>
              </a:custGeom>
              <a:grpFill/>
              <a:ln>
                <a:noFill/>
              </a:ln>
              <a:extLst/>
            </p:spPr>
            <p:txBody>
              <a:bodyPr/>
              <a:lstStyle/>
              <a:p>
                <a:pPr eaLnBrk="0" hangingPunct="0">
                  <a:defRPr/>
                </a:pPr>
                <a:endParaRPr lang="en-US">
                  <a:cs typeface="+mn-cs"/>
                </a:endParaRPr>
              </a:p>
            </p:txBody>
          </p:sp>
        </p:grpSp>
      </p:grpSp>
      <p:grpSp>
        <p:nvGrpSpPr>
          <p:cNvPr id="66" name="Group 65"/>
          <p:cNvGrpSpPr>
            <a:grpSpLocks/>
          </p:cNvGrpSpPr>
          <p:nvPr/>
        </p:nvGrpSpPr>
        <p:grpSpPr bwMode="auto">
          <a:xfrm>
            <a:off x="3657600" y="2360613"/>
            <a:ext cx="715963" cy="715962"/>
            <a:chOff x="5729904" y="2657003"/>
            <a:chExt cx="716096" cy="716096"/>
          </a:xfrm>
        </p:grpSpPr>
        <p:sp>
          <p:nvSpPr>
            <p:cNvPr id="43" name="Rounded Rectangle 42"/>
            <p:cNvSpPr/>
            <p:nvPr/>
          </p:nvSpPr>
          <p:spPr>
            <a:xfrm>
              <a:off x="5729904" y="2657003"/>
              <a:ext cx="716096" cy="716096"/>
            </a:xfrm>
            <a:prstGeom prst="round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0" name="Group 49"/>
            <p:cNvGrpSpPr/>
            <p:nvPr/>
          </p:nvGrpSpPr>
          <p:grpSpPr>
            <a:xfrm>
              <a:off x="5900637" y="2918862"/>
              <a:ext cx="374631" cy="192378"/>
              <a:chOff x="7991476" y="3906838"/>
              <a:chExt cx="352425" cy="180975"/>
            </a:xfrm>
            <a:solidFill>
              <a:schemeClr val="bg1"/>
            </a:solidFill>
          </p:grpSpPr>
          <p:sp>
            <p:nvSpPr>
              <p:cNvPr id="51" name="Freeform 48"/>
              <p:cNvSpPr>
                <a:spLocks noEditPoints="1"/>
              </p:cNvSpPr>
              <p:nvPr/>
            </p:nvSpPr>
            <p:spPr bwMode="auto">
              <a:xfrm>
                <a:off x="7991476" y="3906838"/>
                <a:ext cx="352425" cy="180975"/>
              </a:xfrm>
              <a:custGeom>
                <a:avLst/>
                <a:gdLst>
                  <a:gd name="T0" fmla="*/ 88 w 94"/>
                  <a:gd name="T1" fmla="*/ 0 h 48"/>
                  <a:gd name="T2" fmla="*/ 13 w 94"/>
                  <a:gd name="T3" fmla="*/ 0 h 48"/>
                  <a:gd name="T4" fmla="*/ 7 w 94"/>
                  <a:gd name="T5" fmla="*/ 5 h 48"/>
                  <a:gd name="T6" fmla="*/ 7 w 94"/>
                  <a:gd name="T7" fmla="*/ 15 h 48"/>
                  <a:gd name="T8" fmla="*/ 0 w 94"/>
                  <a:gd name="T9" fmla="*/ 15 h 48"/>
                  <a:gd name="T10" fmla="*/ 0 w 94"/>
                  <a:gd name="T11" fmla="*/ 33 h 48"/>
                  <a:gd name="T12" fmla="*/ 7 w 94"/>
                  <a:gd name="T13" fmla="*/ 33 h 48"/>
                  <a:gd name="T14" fmla="*/ 7 w 94"/>
                  <a:gd name="T15" fmla="*/ 43 h 48"/>
                  <a:gd name="T16" fmla="*/ 13 w 94"/>
                  <a:gd name="T17" fmla="*/ 48 h 48"/>
                  <a:gd name="T18" fmla="*/ 88 w 94"/>
                  <a:gd name="T19" fmla="*/ 48 h 48"/>
                  <a:gd name="T20" fmla="*/ 94 w 94"/>
                  <a:gd name="T21" fmla="*/ 43 h 48"/>
                  <a:gd name="T22" fmla="*/ 94 w 94"/>
                  <a:gd name="T23" fmla="*/ 5 h 48"/>
                  <a:gd name="T24" fmla="*/ 88 w 94"/>
                  <a:gd name="T25" fmla="*/ 0 h 48"/>
                  <a:gd name="T26" fmla="*/ 88 w 94"/>
                  <a:gd name="T27" fmla="*/ 42 h 48"/>
                  <a:gd name="T28" fmla="*/ 87 w 94"/>
                  <a:gd name="T29" fmla="*/ 43 h 48"/>
                  <a:gd name="T30" fmla="*/ 13 w 94"/>
                  <a:gd name="T31" fmla="*/ 43 h 48"/>
                  <a:gd name="T32" fmla="*/ 12 w 94"/>
                  <a:gd name="T33" fmla="*/ 42 h 48"/>
                  <a:gd name="T34" fmla="*/ 12 w 94"/>
                  <a:gd name="T35" fmla="*/ 5 h 48"/>
                  <a:gd name="T36" fmla="*/ 13 w 94"/>
                  <a:gd name="T37" fmla="*/ 4 h 48"/>
                  <a:gd name="T38" fmla="*/ 87 w 94"/>
                  <a:gd name="T39" fmla="*/ 4 h 48"/>
                  <a:gd name="T40" fmla="*/ 88 w 94"/>
                  <a:gd name="T41" fmla="*/ 5 h 48"/>
                  <a:gd name="T42" fmla="*/ 88 w 94"/>
                  <a:gd name="T4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8">
                    <a:moveTo>
                      <a:pt x="88" y="0"/>
                    </a:moveTo>
                    <a:cubicBezTo>
                      <a:pt x="13" y="0"/>
                      <a:pt x="13" y="0"/>
                      <a:pt x="13" y="0"/>
                    </a:cubicBezTo>
                    <a:cubicBezTo>
                      <a:pt x="10" y="0"/>
                      <a:pt x="7" y="2"/>
                      <a:pt x="7" y="5"/>
                    </a:cubicBezTo>
                    <a:cubicBezTo>
                      <a:pt x="7" y="15"/>
                      <a:pt x="7" y="15"/>
                      <a:pt x="7" y="15"/>
                    </a:cubicBezTo>
                    <a:cubicBezTo>
                      <a:pt x="0" y="15"/>
                      <a:pt x="0" y="15"/>
                      <a:pt x="0" y="15"/>
                    </a:cubicBezTo>
                    <a:cubicBezTo>
                      <a:pt x="0" y="33"/>
                      <a:pt x="0" y="33"/>
                      <a:pt x="0" y="33"/>
                    </a:cubicBezTo>
                    <a:cubicBezTo>
                      <a:pt x="7" y="33"/>
                      <a:pt x="7" y="33"/>
                      <a:pt x="7" y="33"/>
                    </a:cubicBezTo>
                    <a:cubicBezTo>
                      <a:pt x="7" y="43"/>
                      <a:pt x="7" y="43"/>
                      <a:pt x="7" y="43"/>
                    </a:cubicBezTo>
                    <a:cubicBezTo>
                      <a:pt x="7" y="46"/>
                      <a:pt x="10" y="48"/>
                      <a:pt x="13" y="48"/>
                    </a:cubicBezTo>
                    <a:cubicBezTo>
                      <a:pt x="88" y="48"/>
                      <a:pt x="88" y="48"/>
                      <a:pt x="88" y="48"/>
                    </a:cubicBezTo>
                    <a:cubicBezTo>
                      <a:pt x="91" y="48"/>
                      <a:pt x="94" y="46"/>
                      <a:pt x="94" y="43"/>
                    </a:cubicBezTo>
                    <a:cubicBezTo>
                      <a:pt x="94" y="5"/>
                      <a:pt x="94" y="5"/>
                      <a:pt x="94" y="5"/>
                    </a:cubicBezTo>
                    <a:cubicBezTo>
                      <a:pt x="94" y="2"/>
                      <a:pt x="91" y="0"/>
                      <a:pt x="88" y="0"/>
                    </a:cubicBezTo>
                    <a:close/>
                    <a:moveTo>
                      <a:pt x="88" y="42"/>
                    </a:moveTo>
                    <a:cubicBezTo>
                      <a:pt x="88" y="43"/>
                      <a:pt x="88" y="43"/>
                      <a:pt x="87" y="43"/>
                    </a:cubicBezTo>
                    <a:cubicBezTo>
                      <a:pt x="13" y="43"/>
                      <a:pt x="13" y="43"/>
                      <a:pt x="13" y="43"/>
                    </a:cubicBezTo>
                    <a:cubicBezTo>
                      <a:pt x="13" y="43"/>
                      <a:pt x="12" y="43"/>
                      <a:pt x="12" y="42"/>
                    </a:cubicBezTo>
                    <a:cubicBezTo>
                      <a:pt x="12" y="5"/>
                      <a:pt x="12" y="5"/>
                      <a:pt x="12" y="5"/>
                    </a:cubicBezTo>
                    <a:cubicBezTo>
                      <a:pt x="12" y="5"/>
                      <a:pt x="13" y="4"/>
                      <a:pt x="13" y="4"/>
                    </a:cubicBezTo>
                    <a:cubicBezTo>
                      <a:pt x="87" y="4"/>
                      <a:pt x="87" y="4"/>
                      <a:pt x="87" y="4"/>
                    </a:cubicBezTo>
                    <a:cubicBezTo>
                      <a:pt x="88" y="4"/>
                      <a:pt x="88" y="5"/>
                      <a:pt x="88" y="5"/>
                    </a:cubicBezTo>
                    <a:lnTo>
                      <a:pt x="88" y="42"/>
                    </a:lnTo>
                    <a:close/>
                  </a:path>
                </a:pathLst>
              </a:custGeom>
              <a:grpFill/>
              <a:ln>
                <a:noFill/>
              </a:ln>
              <a:extLst/>
            </p:spPr>
            <p:txBody>
              <a:bodyPr/>
              <a:lstStyle/>
              <a:p>
                <a:pPr eaLnBrk="0" hangingPunct="0">
                  <a:defRPr/>
                </a:pPr>
                <a:endParaRPr lang="en-US">
                  <a:cs typeface="+mn-cs"/>
                </a:endParaRPr>
              </a:p>
            </p:txBody>
          </p:sp>
          <p:sp>
            <p:nvSpPr>
              <p:cNvPr id="52" name="Rectangle 49"/>
              <p:cNvSpPr>
                <a:spLocks noChangeArrowheads="1"/>
              </p:cNvSpPr>
              <p:nvPr/>
            </p:nvSpPr>
            <p:spPr bwMode="auto">
              <a:xfrm>
                <a:off x="8145463" y="3937001"/>
                <a:ext cx="71438" cy="117475"/>
              </a:xfrm>
              <a:prstGeom prst="rect">
                <a:avLst/>
              </a:prstGeom>
              <a:grpFill/>
              <a:ln>
                <a:noFill/>
              </a:ln>
              <a:extLst/>
            </p:spPr>
            <p:txBody>
              <a:bodyPr/>
              <a:lstStyle/>
              <a:p>
                <a:pPr eaLnBrk="0" hangingPunct="0">
                  <a:defRPr/>
                </a:pPr>
                <a:endParaRPr lang="en-US">
                  <a:cs typeface="+mn-cs"/>
                </a:endParaRPr>
              </a:p>
            </p:txBody>
          </p:sp>
          <p:sp>
            <p:nvSpPr>
              <p:cNvPr id="53" name="Rectangle 50"/>
              <p:cNvSpPr>
                <a:spLocks noChangeArrowheads="1"/>
              </p:cNvSpPr>
              <p:nvPr/>
            </p:nvSpPr>
            <p:spPr bwMode="auto">
              <a:xfrm>
                <a:off x="8231188" y="3937001"/>
                <a:ext cx="71438" cy="117475"/>
              </a:xfrm>
              <a:prstGeom prst="rect">
                <a:avLst/>
              </a:prstGeom>
              <a:grpFill/>
              <a:ln>
                <a:noFill/>
              </a:ln>
              <a:extLst/>
            </p:spPr>
            <p:txBody>
              <a:bodyPr/>
              <a:lstStyle/>
              <a:p>
                <a:pPr eaLnBrk="0" hangingPunct="0">
                  <a:defRPr/>
                </a:pPr>
                <a:endParaRPr lang="en-US">
                  <a:cs typeface="+mn-cs"/>
                </a:endParaRPr>
              </a:p>
            </p:txBody>
          </p:sp>
        </p:grpSp>
      </p:gr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200"/>
                                        <p:tgtEl>
                                          <p:spTgt spid="40"/>
                                        </p:tgtEl>
                                      </p:cBhvr>
                                    </p:animEffect>
                                  </p:childTnLst>
                                </p:cTn>
                              </p:par>
                            </p:childTnLst>
                          </p:cTn>
                        </p:par>
                        <p:par>
                          <p:cTn id="8" fill="hold">
                            <p:stCondLst>
                              <p:cond delay="200"/>
                            </p:stCondLst>
                            <p:childTnLst>
                              <p:par>
                                <p:cTn id="9" presetID="2" presetClass="entr" presetSubtype="4"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par>
                          <p:cTn id="13" fill="hold">
                            <p:stCondLst>
                              <p:cond delay="700"/>
                            </p:stCondLst>
                            <p:childTnLst>
                              <p:par>
                                <p:cTn id="14" presetID="2" presetClass="entr" presetSubtype="4" fill="hold" nodeType="afterEffect">
                                  <p:stCondLst>
                                    <p:cond delay="0"/>
                                  </p:stCondLst>
                                  <p:childTnLst>
                                    <p:set>
                                      <p:cBhvr>
                                        <p:cTn id="15" dur="1" fill="hold">
                                          <p:stCondLst>
                                            <p:cond delay="0"/>
                                          </p:stCondLst>
                                        </p:cTn>
                                        <p:tgtEl>
                                          <p:spTgt spid="64"/>
                                        </p:tgtEl>
                                        <p:attrNameLst>
                                          <p:attrName>style.visibility</p:attrName>
                                        </p:attrNameLst>
                                      </p:cBhvr>
                                      <p:to>
                                        <p:strVal val="visible"/>
                                      </p:to>
                                    </p:set>
                                    <p:anim calcmode="lin" valueType="num">
                                      <p:cBhvr additive="base">
                                        <p:cTn id="16" dur="500" fill="hold"/>
                                        <p:tgtEl>
                                          <p:spTgt spid="64"/>
                                        </p:tgtEl>
                                        <p:attrNameLst>
                                          <p:attrName>ppt_x</p:attrName>
                                        </p:attrNameLst>
                                      </p:cBhvr>
                                      <p:tavLst>
                                        <p:tav tm="0">
                                          <p:val>
                                            <p:strVal val="#ppt_x"/>
                                          </p:val>
                                        </p:tav>
                                        <p:tav tm="100000">
                                          <p:val>
                                            <p:strVal val="#ppt_x"/>
                                          </p:val>
                                        </p:tav>
                                      </p:tavLst>
                                    </p:anim>
                                    <p:anim calcmode="lin" valueType="num">
                                      <p:cBhvr additive="base">
                                        <p:cTn id="17" dur="500" fill="hold"/>
                                        <p:tgtEl>
                                          <p:spTgt spid="64"/>
                                        </p:tgtEl>
                                        <p:attrNameLst>
                                          <p:attrName>ppt_y</p:attrName>
                                        </p:attrNameLst>
                                      </p:cBhvr>
                                      <p:tavLst>
                                        <p:tav tm="0">
                                          <p:val>
                                            <p:strVal val="1+#ppt_h/2"/>
                                          </p:val>
                                        </p:tav>
                                        <p:tav tm="100000">
                                          <p:val>
                                            <p:strVal val="#ppt_y"/>
                                          </p:val>
                                        </p:tav>
                                      </p:tavLst>
                                    </p:anim>
                                  </p:childTnLst>
                                </p:cTn>
                              </p:par>
                            </p:childTnLst>
                          </p:cTn>
                        </p:par>
                        <p:par>
                          <p:cTn id="18" fill="hold">
                            <p:stCondLst>
                              <p:cond delay="1200"/>
                            </p:stCondLst>
                            <p:childTnLst>
                              <p:par>
                                <p:cTn id="19" presetID="2" presetClass="entr" presetSubtype="4"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ppt_x"/>
                                          </p:val>
                                        </p:tav>
                                        <p:tav tm="100000">
                                          <p:val>
                                            <p:strVal val="#ppt_x"/>
                                          </p:val>
                                        </p:tav>
                                      </p:tavLst>
                                    </p:anim>
                                    <p:anim calcmode="lin" valueType="num">
                                      <p:cBhvr additive="base">
                                        <p:cTn id="22" dur="500" fill="hold"/>
                                        <p:tgtEl>
                                          <p:spTgt spid="6"/>
                                        </p:tgtEl>
                                        <p:attrNameLst>
                                          <p:attrName>ppt_y</p:attrName>
                                        </p:attrNameLst>
                                      </p:cBhvr>
                                      <p:tavLst>
                                        <p:tav tm="0">
                                          <p:val>
                                            <p:strVal val="1+#ppt_h/2"/>
                                          </p:val>
                                        </p:tav>
                                        <p:tav tm="100000">
                                          <p:val>
                                            <p:strVal val="#ppt_y"/>
                                          </p:val>
                                        </p:tav>
                                      </p:tavLst>
                                    </p:anim>
                                  </p:childTnLst>
                                </p:cTn>
                              </p:par>
                            </p:childTnLst>
                          </p:cTn>
                        </p:par>
                        <p:par>
                          <p:cTn id="23" fill="hold">
                            <p:stCondLst>
                              <p:cond delay="1700"/>
                            </p:stCondLst>
                            <p:childTnLst>
                              <p:par>
                                <p:cTn id="24" presetID="2" presetClass="entr" presetSubtype="4" fill="hold" nodeType="afterEffect">
                                  <p:stCondLst>
                                    <p:cond delay="0"/>
                                  </p:stCondLst>
                                  <p:childTnLst>
                                    <p:set>
                                      <p:cBhvr>
                                        <p:cTn id="25" dur="1" fill="hold">
                                          <p:stCondLst>
                                            <p:cond delay="0"/>
                                          </p:stCondLst>
                                        </p:cTn>
                                        <p:tgtEl>
                                          <p:spTgt spid="66"/>
                                        </p:tgtEl>
                                        <p:attrNameLst>
                                          <p:attrName>style.visibility</p:attrName>
                                        </p:attrNameLst>
                                      </p:cBhvr>
                                      <p:to>
                                        <p:strVal val="visible"/>
                                      </p:to>
                                    </p:set>
                                    <p:anim calcmode="lin" valueType="num">
                                      <p:cBhvr additive="base">
                                        <p:cTn id="26" dur="500" fill="hold"/>
                                        <p:tgtEl>
                                          <p:spTgt spid="66"/>
                                        </p:tgtEl>
                                        <p:attrNameLst>
                                          <p:attrName>ppt_x</p:attrName>
                                        </p:attrNameLst>
                                      </p:cBhvr>
                                      <p:tavLst>
                                        <p:tav tm="0">
                                          <p:val>
                                            <p:strVal val="#ppt_x"/>
                                          </p:val>
                                        </p:tav>
                                        <p:tav tm="100000">
                                          <p:val>
                                            <p:strVal val="#ppt_x"/>
                                          </p:val>
                                        </p:tav>
                                      </p:tavLst>
                                    </p:anim>
                                    <p:anim calcmode="lin" valueType="num">
                                      <p:cBhvr additive="base">
                                        <p:cTn id="27"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4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975307" y="2515627"/>
            <a:ext cx="7297737" cy="1116013"/>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تحقيق التفاعل داخل المواقف التعليمية من خلال أجهزة تكنولوجيا التعليم المتنوعة وتقنياتها المختلفة </a:t>
            </a:r>
            <a:endParaRPr lang="en-US" sz="3200" b="1" dirty="0">
              <a:solidFill>
                <a:schemeClr val="bg1"/>
              </a:solidFill>
            </a:endParaRPr>
          </a:p>
        </p:txBody>
      </p:sp>
      <p:sp>
        <p:nvSpPr>
          <p:cNvPr id="9" name="Rectangle 8"/>
          <p:cNvSpPr/>
          <p:nvPr/>
        </p:nvSpPr>
        <p:spPr>
          <a:xfrm>
            <a:off x="2356725" y="3707607"/>
            <a:ext cx="8248650" cy="1522412"/>
          </a:xfrm>
          <a:prstGeom prst="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تغيير دور المعلم في التعليم من ملقن للمادة إلى موجه ومرشد، وتهيئة مجالات الخبرة للطالب وتوجيه عمليات التعليم ليصبح معلما تكنولوجيا قادرا على التدريس</a:t>
            </a:r>
            <a:endParaRPr lang="en-US" sz="3200" b="1" dirty="0">
              <a:solidFill>
                <a:schemeClr val="bg1"/>
              </a:solidFill>
            </a:endParaRPr>
          </a:p>
        </p:txBody>
      </p:sp>
      <p:sp>
        <p:nvSpPr>
          <p:cNvPr id="10" name="Rectangle 9"/>
          <p:cNvSpPr/>
          <p:nvPr/>
        </p:nvSpPr>
        <p:spPr>
          <a:xfrm>
            <a:off x="1205259" y="5261829"/>
            <a:ext cx="6210300" cy="1287462"/>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lstStyle/>
          <a:p>
            <a:pPr algn="ctr" defTabSz="1088232" rtl="1" eaLnBrk="0" hangingPunct="0">
              <a:defRPr/>
            </a:pPr>
            <a:r>
              <a:rPr lang="ar-SA" sz="3200" b="1" dirty="0"/>
              <a:t>الاستعانة بالوسائل الحديثة في التعليم كالدوائر التلفزيونية المغلقة، والحاسب الآلي</a:t>
            </a:r>
            <a:endParaRPr lang="en-US" sz="3200" b="1" dirty="0">
              <a:solidFill>
                <a:schemeClr val="bg1"/>
              </a:solidFill>
            </a:endParaRPr>
          </a:p>
        </p:txBody>
      </p:sp>
      <p:sp>
        <p:nvSpPr>
          <p:cNvPr id="39" name="Text Box 7"/>
          <p:cNvSpPr txBox="1">
            <a:spLocks noChangeArrowheads="1"/>
          </p:cNvSpPr>
          <p:nvPr/>
        </p:nvSpPr>
        <p:spPr bwMode="auto">
          <a:xfrm>
            <a:off x="895350" y="1208088"/>
            <a:ext cx="10347325" cy="846137"/>
          </a:xfrm>
          <a:prstGeom prst="rect">
            <a:avLst/>
          </a:prstGeom>
          <a:noFill/>
          <a:ln w="9525">
            <a:noFill/>
            <a:miter lim="800000"/>
            <a:headEnd/>
            <a:tailEnd/>
          </a:ln>
        </p:spPr>
        <p:txBody>
          <a:bodyPr lIns="45720" tIns="22860" rIns="45720" bIns="22860" anchor="ctr">
            <a:spAutoFit/>
          </a:bodyPr>
          <a:lstStyle/>
          <a:p>
            <a:pPr algn="ctr" defTabSz="1087438" eaLnBrk="0" hangingPunct="0"/>
            <a:r>
              <a:rPr lang="ar-SA" sz="2800" b="1" dirty="0">
                <a:solidFill>
                  <a:srgbClr val="C00000"/>
                </a:solidFill>
              </a:rPr>
              <a:t>الانفجار السكاني والذي يترتب عليه زيادة أعداد الطلبة</a:t>
            </a:r>
            <a:endParaRPr lang="en-US" sz="2800" b="1" dirty="0">
              <a:solidFill>
                <a:srgbClr val="C00000"/>
              </a:solidFill>
            </a:endParaRPr>
          </a:p>
          <a:p>
            <a:pPr algn="ctr" defTabSz="1087438" eaLnBrk="0" hangingPunct="0"/>
            <a:r>
              <a:rPr lang="ar-SA" sz="2400" dirty="0"/>
              <a:t>ويمكن مواجهته عن طريق </a:t>
            </a:r>
            <a:endParaRPr lang="en-US" sz="2400" b="1" dirty="0">
              <a:solidFill>
                <a:srgbClr val="C00000"/>
              </a:solidFill>
              <a:latin typeface="Open Sans Semibold"/>
              <a:ea typeface="Open Sans Semibold"/>
              <a:cs typeface="Open Sans Semibold"/>
            </a:endParaRPr>
          </a:p>
        </p:txBody>
      </p:sp>
      <p:sp>
        <p:nvSpPr>
          <p:cNvPr id="40" name="Text Box 7"/>
          <p:cNvSpPr txBox="1">
            <a:spLocks noChangeArrowheads="1"/>
          </p:cNvSpPr>
          <p:nvPr/>
        </p:nvSpPr>
        <p:spPr bwMode="auto">
          <a:xfrm>
            <a:off x="2084388" y="509588"/>
            <a:ext cx="7969250" cy="660400"/>
          </a:xfrm>
          <a:prstGeom prst="rect">
            <a:avLst/>
          </a:prstGeom>
          <a:noFill/>
          <a:ln w="9525">
            <a:noFill/>
            <a:miter lim="800000"/>
            <a:headEnd/>
            <a:tailEnd/>
          </a:ln>
        </p:spPr>
        <p:txBody>
          <a:bodyPr wrap="none" lIns="45720" tIns="22860" rIns="45720" bIns="22860">
            <a:spAutoFit/>
          </a:bodyPr>
          <a:lstStyle/>
          <a:p>
            <a:pPr algn="ctr" defTabSz="1088232" eaLnBrk="0" hangingPunct="0">
              <a:defRPr/>
            </a:pPr>
            <a:r>
              <a:rPr lang="ar-SA" sz="4000" b="1" u="sng" dirty="0">
                <a:cs typeface="+mn-cs"/>
              </a:rPr>
              <a:t>دور تكنولوجيا التعليم في حل المشكلات التربوية</a:t>
            </a:r>
            <a:endParaRPr lang="en-CA" sz="4000" b="1" u="sng" spc="-150" dirty="0">
              <a:solidFill>
                <a:schemeClr val="tx1">
                  <a:lumMod val="50000"/>
                  <a:lumOff val="50000"/>
                </a:schemeClr>
              </a:solidFill>
              <a:latin typeface="Open Sans" pitchFamily="34" charset="0"/>
              <a:ea typeface="Open Sans" pitchFamily="34" charset="0"/>
              <a:cs typeface="Open Sans" pitchFamily="34" charset="0"/>
            </a:endParaRPr>
          </a:p>
        </p:txBody>
      </p:sp>
      <p:grpSp>
        <p:nvGrpSpPr>
          <p:cNvPr id="64" name="Group 63"/>
          <p:cNvGrpSpPr>
            <a:grpSpLocks/>
          </p:cNvGrpSpPr>
          <p:nvPr/>
        </p:nvGrpSpPr>
        <p:grpSpPr bwMode="auto">
          <a:xfrm>
            <a:off x="1224834" y="4496654"/>
            <a:ext cx="715962" cy="715962"/>
            <a:chOff x="814545" y="4816642"/>
            <a:chExt cx="716096" cy="716096"/>
          </a:xfrm>
        </p:grpSpPr>
        <p:sp>
          <p:nvSpPr>
            <p:cNvPr id="46" name="Rounded Rectangle 45"/>
            <p:cNvSpPr/>
            <p:nvPr/>
          </p:nvSpPr>
          <p:spPr>
            <a:xfrm>
              <a:off x="814545" y="4816642"/>
              <a:ext cx="716096" cy="7160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47" name="Group 46"/>
            <p:cNvGrpSpPr/>
            <p:nvPr/>
          </p:nvGrpSpPr>
          <p:grpSpPr>
            <a:xfrm>
              <a:off x="945620" y="5012686"/>
              <a:ext cx="453946" cy="324007"/>
              <a:chOff x="5099051" y="4389438"/>
              <a:chExt cx="427038" cy="304801"/>
            </a:xfrm>
            <a:solidFill>
              <a:schemeClr val="bg1"/>
            </a:solidFill>
          </p:grpSpPr>
          <p:sp>
            <p:nvSpPr>
              <p:cNvPr id="48" name="Freeform 11"/>
              <p:cNvSpPr>
                <a:spLocks noEditPoints="1"/>
              </p:cNvSpPr>
              <p:nvPr/>
            </p:nvSpPr>
            <p:spPr bwMode="auto">
              <a:xfrm>
                <a:off x="5151438" y="4389438"/>
                <a:ext cx="322263" cy="241300"/>
              </a:xfrm>
              <a:custGeom>
                <a:avLst/>
                <a:gdLst>
                  <a:gd name="T0" fmla="*/ 203 w 203"/>
                  <a:gd name="T1" fmla="*/ 0 h 152"/>
                  <a:gd name="T2" fmla="*/ 0 w 203"/>
                  <a:gd name="T3" fmla="*/ 0 h 152"/>
                  <a:gd name="T4" fmla="*/ 0 w 203"/>
                  <a:gd name="T5" fmla="*/ 152 h 152"/>
                  <a:gd name="T6" fmla="*/ 203 w 203"/>
                  <a:gd name="T7" fmla="*/ 152 h 152"/>
                  <a:gd name="T8" fmla="*/ 203 w 203"/>
                  <a:gd name="T9" fmla="*/ 0 h 152"/>
                  <a:gd name="T10" fmla="*/ 192 w 203"/>
                  <a:gd name="T11" fmla="*/ 140 h 152"/>
                  <a:gd name="T12" fmla="*/ 12 w 203"/>
                  <a:gd name="T13" fmla="*/ 140 h 152"/>
                  <a:gd name="T14" fmla="*/ 12 w 203"/>
                  <a:gd name="T15" fmla="*/ 12 h 152"/>
                  <a:gd name="T16" fmla="*/ 192 w 203"/>
                  <a:gd name="T17" fmla="*/ 12 h 152"/>
                  <a:gd name="T18" fmla="*/ 192 w 203"/>
                  <a:gd name="T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52">
                    <a:moveTo>
                      <a:pt x="203" y="0"/>
                    </a:moveTo>
                    <a:lnTo>
                      <a:pt x="0" y="0"/>
                    </a:lnTo>
                    <a:lnTo>
                      <a:pt x="0" y="152"/>
                    </a:lnTo>
                    <a:lnTo>
                      <a:pt x="203" y="152"/>
                    </a:lnTo>
                    <a:lnTo>
                      <a:pt x="203" y="0"/>
                    </a:lnTo>
                    <a:close/>
                    <a:moveTo>
                      <a:pt x="192" y="140"/>
                    </a:moveTo>
                    <a:lnTo>
                      <a:pt x="12" y="140"/>
                    </a:lnTo>
                    <a:lnTo>
                      <a:pt x="12" y="12"/>
                    </a:lnTo>
                    <a:lnTo>
                      <a:pt x="192" y="12"/>
                    </a:lnTo>
                    <a:lnTo>
                      <a:pt x="192" y="140"/>
                    </a:lnTo>
                    <a:close/>
                  </a:path>
                </a:pathLst>
              </a:custGeom>
              <a:grpFill/>
              <a:ln>
                <a:noFill/>
              </a:ln>
              <a:extLst/>
            </p:spPr>
            <p:txBody>
              <a:bodyPr/>
              <a:lstStyle/>
              <a:p>
                <a:pPr eaLnBrk="0" hangingPunct="0">
                  <a:defRPr/>
                </a:pPr>
                <a:endParaRPr lang="en-US">
                  <a:cs typeface="+mn-cs"/>
                </a:endParaRPr>
              </a:p>
            </p:txBody>
          </p:sp>
          <p:sp>
            <p:nvSpPr>
              <p:cNvPr id="49" name="Freeform 12"/>
              <p:cNvSpPr>
                <a:spLocks noEditPoints="1"/>
              </p:cNvSpPr>
              <p:nvPr/>
            </p:nvSpPr>
            <p:spPr bwMode="auto">
              <a:xfrm>
                <a:off x="5099051" y="4641851"/>
                <a:ext cx="427038" cy="52388"/>
              </a:xfrm>
              <a:custGeom>
                <a:avLst/>
                <a:gdLst>
                  <a:gd name="T0" fmla="*/ 100 w 114"/>
                  <a:gd name="T1" fmla="*/ 0 h 14"/>
                  <a:gd name="T2" fmla="*/ 57 w 114"/>
                  <a:gd name="T3" fmla="*/ 0 h 14"/>
                  <a:gd name="T4" fmla="*/ 14 w 114"/>
                  <a:gd name="T5" fmla="*/ 0 h 14"/>
                  <a:gd name="T6" fmla="*/ 0 w 114"/>
                  <a:gd name="T7" fmla="*/ 5 h 14"/>
                  <a:gd name="T8" fmla="*/ 0 w 114"/>
                  <a:gd name="T9" fmla="*/ 10 h 14"/>
                  <a:gd name="T10" fmla="*/ 10 w 114"/>
                  <a:gd name="T11" fmla="*/ 14 h 14"/>
                  <a:gd name="T12" fmla="*/ 41 w 114"/>
                  <a:gd name="T13" fmla="*/ 14 h 14"/>
                  <a:gd name="T14" fmla="*/ 73 w 114"/>
                  <a:gd name="T15" fmla="*/ 14 h 14"/>
                  <a:gd name="T16" fmla="*/ 104 w 114"/>
                  <a:gd name="T17" fmla="*/ 14 h 14"/>
                  <a:gd name="T18" fmla="*/ 114 w 114"/>
                  <a:gd name="T19" fmla="*/ 10 h 14"/>
                  <a:gd name="T20" fmla="*/ 114 w 114"/>
                  <a:gd name="T21" fmla="*/ 5 h 14"/>
                  <a:gd name="T22" fmla="*/ 100 w 114"/>
                  <a:gd name="T23" fmla="*/ 0 h 14"/>
                  <a:gd name="T24" fmla="*/ 64 w 114"/>
                  <a:gd name="T25" fmla="*/ 11 h 14"/>
                  <a:gd name="T26" fmla="*/ 52 w 114"/>
                  <a:gd name="T27" fmla="*/ 11 h 14"/>
                  <a:gd name="T28" fmla="*/ 51 w 114"/>
                  <a:gd name="T29" fmla="*/ 10 h 14"/>
                  <a:gd name="T30" fmla="*/ 52 w 114"/>
                  <a:gd name="T31" fmla="*/ 9 h 14"/>
                  <a:gd name="T32" fmla="*/ 52 w 114"/>
                  <a:gd name="T33" fmla="*/ 9 h 14"/>
                  <a:gd name="T34" fmla="*/ 64 w 114"/>
                  <a:gd name="T35" fmla="*/ 9 h 14"/>
                  <a:gd name="T36" fmla="*/ 65 w 114"/>
                  <a:gd name="T37" fmla="*/ 10 h 14"/>
                  <a:gd name="T38" fmla="*/ 64 w 114"/>
                  <a:gd name="T39" fmla="*/ 11 h 14"/>
                  <a:gd name="T40" fmla="*/ 14 w 114"/>
                  <a:gd name="T41" fmla="*/ 3 h 14"/>
                  <a:gd name="T42" fmla="*/ 17 w 114"/>
                  <a:gd name="T43" fmla="*/ 2 h 14"/>
                  <a:gd name="T44" fmla="*/ 98 w 114"/>
                  <a:gd name="T45" fmla="*/ 2 h 14"/>
                  <a:gd name="T46" fmla="*/ 102 w 114"/>
                  <a:gd name="T47" fmla="*/ 3 h 14"/>
                  <a:gd name="T48" fmla="*/ 14 w 114"/>
                  <a:gd name="T4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4">
                    <a:moveTo>
                      <a:pt x="100" y="0"/>
                    </a:moveTo>
                    <a:cubicBezTo>
                      <a:pt x="57" y="0"/>
                      <a:pt x="57" y="0"/>
                      <a:pt x="57" y="0"/>
                    </a:cubicBezTo>
                    <a:cubicBezTo>
                      <a:pt x="14" y="0"/>
                      <a:pt x="14" y="0"/>
                      <a:pt x="14" y="0"/>
                    </a:cubicBezTo>
                    <a:cubicBezTo>
                      <a:pt x="0" y="5"/>
                      <a:pt x="0" y="5"/>
                      <a:pt x="0" y="5"/>
                    </a:cubicBezTo>
                    <a:cubicBezTo>
                      <a:pt x="0" y="10"/>
                      <a:pt x="0" y="10"/>
                      <a:pt x="0" y="10"/>
                    </a:cubicBezTo>
                    <a:cubicBezTo>
                      <a:pt x="0" y="10"/>
                      <a:pt x="2" y="14"/>
                      <a:pt x="10" y="14"/>
                    </a:cubicBezTo>
                    <a:cubicBezTo>
                      <a:pt x="18" y="14"/>
                      <a:pt x="41" y="14"/>
                      <a:pt x="41" y="14"/>
                    </a:cubicBezTo>
                    <a:cubicBezTo>
                      <a:pt x="73" y="14"/>
                      <a:pt x="73" y="14"/>
                      <a:pt x="73" y="14"/>
                    </a:cubicBezTo>
                    <a:cubicBezTo>
                      <a:pt x="73" y="14"/>
                      <a:pt x="96" y="14"/>
                      <a:pt x="104" y="14"/>
                    </a:cubicBezTo>
                    <a:cubicBezTo>
                      <a:pt x="112" y="14"/>
                      <a:pt x="114" y="10"/>
                      <a:pt x="114" y="10"/>
                    </a:cubicBezTo>
                    <a:cubicBezTo>
                      <a:pt x="114" y="5"/>
                      <a:pt x="114" y="5"/>
                      <a:pt x="114" y="5"/>
                    </a:cubicBezTo>
                    <a:lnTo>
                      <a:pt x="100" y="0"/>
                    </a:lnTo>
                    <a:close/>
                    <a:moveTo>
                      <a:pt x="64" y="11"/>
                    </a:moveTo>
                    <a:cubicBezTo>
                      <a:pt x="52" y="11"/>
                      <a:pt x="52" y="11"/>
                      <a:pt x="52" y="11"/>
                    </a:cubicBezTo>
                    <a:cubicBezTo>
                      <a:pt x="52" y="11"/>
                      <a:pt x="51" y="10"/>
                      <a:pt x="51" y="10"/>
                    </a:cubicBezTo>
                    <a:cubicBezTo>
                      <a:pt x="51" y="9"/>
                      <a:pt x="51" y="9"/>
                      <a:pt x="52" y="9"/>
                    </a:cubicBezTo>
                    <a:cubicBezTo>
                      <a:pt x="52" y="9"/>
                      <a:pt x="52" y="9"/>
                      <a:pt x="52" y="9"/>
                    </a:cubicBezTo>
                    <a:cubicBezTo>
                      <a:pt x="64" y="9"/>
                      <a:pt x="64" y="9"/>
                      <a:pt x="64" y="9"/>
                    </a:cubicBezTo>
                    <a:cubicBezTo>
                      <a:pt x="64" y="9"/>
                      <a:pt x="65" y="9"/>
                      <a:pt x="65" y="10"/>
                    </a:cubicBezTo>
                    <a:cubicBezTo>
                      <a:pt x="65" y="10"/>
                      <a:pt x="64" y="11"/>
                      <a:pt x="64" y="11"/>
                    </a:cubicBezTo>
                    <a:close/>
                    <a:moveTo>
                      <a:pt x="14" y="3"/>
                    </a:moveTo>
                    <a:cubicBezTo>
                      <a:pt x="17" y="2"/>
                      <a:pt x="17" y="2"/>
                      <a:pt x="17" y="2"/>
                    </a:cubicBezTo>
                    <a:cubicBezTo>
                      <a:pt x="98" y="2"/>
                      <a:pt x="98" y="2"/>
                      <a:pt x="98" y="2"/>
                    </a:cubicBezTo>
                    <a:cubicBezTo>
                      <a:pt x="102" y="3"/>
                      <a:pt x="102" y="3"/>
                      <a:pt x="102" y="3"/>
                    </a:cubicBezTo>
                    <a:lnTo>
                      <a:pt x="14" y="3"/>
                    </a:lnTo>
                    <a:close/>
                  </a:path>
                </a:pathLst>
              </a:custGeom>
              <a:grpFill/>
              <a:ln>
                <a:noFill/>
              </a:ln>
              <a:extLst/>
            </p:spPr>
            <p:txBody>
              <a:bodyPr/>
              <a:lstStyle/>
              <a:p>
                <a:pPr eaLnBrk="0" hangingPunct="0">
                  <a:defRPr/>
                </a:pPr>
                <a:endParaRPr lang="en-US">
                  <a:cs typeface="+mn-cs"/>
                </a:endParaRPr>
              </a:p>
            </p:txBody>
          </p:sp>
        </p:grpSp>
      </p:grpSp>
      <p:grpSp>
        <p:nvGrpSpPr>
          <p:cNvPr id="66" name="Group 65"/>
          <p:cNvGrpSpPr>
            <a:grpSpLocks/>
          </p:cNvGrpSpPr>
          <p:nvPr/>
        </p:nvGrpSpPr>
        <p:grpSpPr bwMode="auto">
          <a:xfrm>
            <a:off x="3975307" y="1799665"/>
            <a:ext cx="717550" cy="715962"/>
            <a:chOff x="5729904" y="2657003"/>
            <a:chExt cx="716096" cy="716096"/>
          </a:xfrm>
        </p:grpSpPr>
        <p:sp>
          <p:nvSpPr>
            <p:cNvPr id="43" name="Rounded Rectangle 42"/>
            <p:cNvSpPr/>
            <p:nvPr/>
          </p:nvSpPr>
          <p:spPr>
            <a:xfrm>
              <a:off x="5729904" y="2657003"/>
              <a:ext cx="716096" cy="716096"/>
            </a:xfrm>
            <a:prstGeom prst="round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0" name="Group 49"/>
            <p:cNvGrpSpPr/>
            <p:nvPr/>
          </p:nvGrpSpPr>
          <p:grpSpPr>
            <a:xfrm>
              <a:off x="5900637" y="2918862"/>
              <a:ext cx="374631" cy="192378"/>
              <a:chOff x="7991476" y="3906838"/>
              <a:chExt cx="352425" cy="180975"/>
            </a:xfrm>
            <a:solidFill>
              <a:schemeClr val="bg1"/>
            </a:solidFill>
          </p:grpSpPr>
          <p:sp>
            <p:nvSpPr>
              <p:cNvPr id="51" name="Freeform 48"/>
              <p:cNvSpPr>
                <a:spLocks noEditPoints="1"/>
              </p:cNvSpPr>
              <p:nvPr/>
            </p:nvSpPr>
            <p:spPr bwMode="auto">
              <a:xfrm>
                <a:off x="7991476" y="3906838"/>
                <a:ext cx="352425" cy="180975"/>
              </a:xfrm>
              <a:custGeom>
                <a:avLst/>
                <a:gdLst>
                  <a:gd name="T0" fmla="*/ 88 w 94"/>
                  <a:gd name="T1" fmla="*/ 0 h 48"/>
                  <a:gd name="T2" fmla="*/ 13 w 94"/>
                  <a:gd name="T3" fmla="*/ 0 h 48"/>
                  <a:gd name="T4" fmla="*/ 7 w 94"/>
                  <a:gd name="T5" fmla="*/ 5 h 48"/>
                  <a:gd name="T6" fmla="*/ 7 w 94"/>
                  <a:gd name="T7" fmla="*/ 15 h 48"/>
                  <a:gd name="T8" fmla="*/ 0 w 94"/>
                  <a:gd name="T9" fmla="*/ 15 h 48"/>
                  <a:gd name="T10" fmla="*/ 0 w 94"/>
                  <a:gd name="T11" fmla="*/ 33 h 48"/>
                  <a:gd name="T12" fmla="*/ 7 w 94"/>
                  <a:gd name="T13" fmla="*/ 33 h 48"/>
                  <a:gd name="T14" fmla="*/ 7 w 94"/>
                  <a:gd name="T15" fmla="*/ 43 h 48"/>
                  <a:gd name="T16" fmla="*/ 13 w 94"/>
                  <a:gd name="T17" fmla="*/ 48 h 48"/>
                  <a:gd name="T18" fmla="*/ 88 w 94"/>
                  <a:gd name="T19" fmla="*/ 48 h 48"/>
                  <a:gd name="T20" fmla="*/ 94 w 94"/>
                  <a:gd name="T21" fmla="*/ 43 h 48"/>
                  <a:gd name="T22" fmla="*/ 94 w 94"/>
                  <a:gd name="T23" fmla="*/ 5 h 48"/>
                  <a:gd name="T24" fmla="*/ 88 w 94"/>
                  <a:gd name="T25" fmla="*/ 0 h 48"/>
                  <a:gd name="T26" fmla="*/ 88 w 94"/>
                  <a:gd name="T27" fmla="*/ 42 h 48"/>
                  <a:gd name="T28" fmla="*/ 87 w 94"/>
                  <a:gd name="T29" fmla="*/ 43 h 48"/>
                  <a:gd name="T30" fmla="*/ 13 w 94"/>
                  <a:gd name="T31" fmla="*/ 43 h 48"/>
                  <a:gd name="T32" fmla="*/ 12 w 94"/>
                  <a:gd name="T33" fmla="*/ 42 h 48"/>
                  <a:gd name="T34" fmla="*/ 12 w 94"/>
                  <a:gd name="T35" fmla="*/ 5 h 48"/>
                  <a:gd name="T36" fmla="*/ 13 w 94"/>
                  <a:gd name="T37" fmla="*/ 4 h 48"/>
                  <a:gd name="T38" fmla="*/ 87 w 94"/>
                  <a:gd name="T39" fmla="*/ 4 h 48"/>
                  <a:gd name="T40" fmla="*/ 88 w 94"/>
                  <a:gd name="T41" fmla="*/ 5 h 48"/>
                  <a:gd name="T42" fmla="*/ 88 w 94"/>
                  <a:gd name="T4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8">
                    <a:moveTo>
                      <a:pt x="88" y="0"/>
                    </a:moveTo>
                    <a:cubicBezTo>
                      <a:pt x="13" y="0"/>
                      <a:pt x="13" y="0"/>
                      <a:pt x="13" y="0"/>
                    </a:cubicBezTo>
                    <a:cubicBezTo>
                      <a:pt x="10" y="0"/>
                      <a:pt x="7" y="2"/>
                      <a:pt x="7" y="5"/>
                    </a:cubicBezTo>
                    <a:cubicBezTo>
                      <a:pt x="7" y="15"/>
                      <a:pt x="7" y="15"/>
                      <a:pt x="7" y="15"/>
                    </a:cubicBezTo>
                    <a:cubicBezTo>
                      <a:pt x="0" y="15"/>
                      <a:pt x="0" y="15"/>
                      <a:pt x="0" y="15"/>
                    </a:cubicBezTo>
                    <a:cubicBezTo>
                      <a:pt x="0" y="33"/>
                      <a:pt x="0" y="33"/>
                      <a:pt x="0" y="33"/>
                    </a:cubicBezTo>
                    <a:cubicBezTo>
                      <a:pt x="7" y="33"/>
                      <a:pt x="7" y="33"/>
                      <a:pt x="7" y="33"/>
                    </a:cubicBezTo>
                    <a:cubicBezTo>
                      <a:pt x="7" y="43"/>
                      <a:pt x="7" y="43"/>
                      <a:pt x="7" y="43"/>
                    </a:cubicBezTo>
                    <a:cubicBezTo>
                      <a:pt x="7" y="46"/>
                      <a:pt x="10" y="48"/>
                      <a:pt x="13" y="48"/>
                    </a:cubicBezTo>
                    <a:cubicBezTo>
                      <a:pt x="88" y="48"/>
                      <a:pt x="88" y="48"/>
                      <a:pt x="88" y="48"/>
                    </a:cubicBezTo>
                    <a:cubicBezTo>
                      <a:pt x="91" y="48"/>
                      <a:pt x="94" y="46"/>
                      <a:pt x="94" y="43"/>
                    </a:cubicBezTo>
                    <a:cubicBezTo>
                      <a:pt x="94" y="5"/>
                      <a:pt x="94" y="5"/>
                      <a:pt x="94" y="5"/>
                    </a:cubicBezTo>
                    <a:cubicBezTo>
                      <a:pt x="94" y="2"/>
                      <a:pt x="91" y="0"/>
                      <a:pt x="88" y="0"/>
                    </a:cubicBezTo>
                    <a:close/>
                    <a:moveTo>
                      <a:pt x="88" y="42"/>
                    </a:moveTo>
                    <a:cubicBezTo>
                      <a:pt x="88" y="43"/>
                      <a:pt x="88" y="43"/>
                      <a:pt x="87" y="43"/>
                    </a:cubicBezTo>
                    <a:cubicBezTo>
                      <a:pt x="13" y="43"/>
                      <a:pt x="13" y="43"/>
                      <a:pt x="13" y="43"/>
                    </a:cubicBezTo>
                    <a:cubicBezTo>
                      <a:pt x="13" y="43"/>
                      <a:pt x="12" y="43"/>
                      <a:pt x="12" y="42"/>
                    </a:cubicBezTo>
                    <a:cubicBezTo>
                      <a:pt x="12" y="5"/>
                      <a:pt x="12" y="5"/>
                      <a:pt x="12" y="5"/>
                    </a:cubicBezTo>
                    <a:cubicBezTo>
                      <a:pt x="12" y="5"/>
                      <a:pt x="13" y="4"/>
                      <a:pt x="13" y="4"/>
                    </a:cubicBezTo>
                    <a:cubicBezTo>
                      <a:pt x="87" y="4"/>
                      <a:pt x="87" y="4"/>
                      <a:pt x="87" y="4"/>
                    </a:cubicBezTo>
                    <a:cubicBezTo>
                      <a:pt x="88" y="4"/>
                      <a:pt x="88" y="5"/>
                      <a:pt x="88" y="5"/>
                    </a:cubicBezTo>
                    <a:lnTo>
                      <a:pt x="88" y="42"/>
                    </a:lnTo>
                    <a:close/>
                  </a:path>
                </a:pathLst>
              </a:custGeom>
              <a:grpFill/>
              <a:ln>
                <a:noFill/>
              </a:ln>
              <a:extLst/>
            </p:spPr>
            <p:txBody>
              <a:bodyPr/>
              <a:lstStyle/>
              <a:p>
                <a:pPr eaLnBrk="0" hangingPunct="0">
                  <a:defRPr/>
                </a:pPr>
                <a:endParaRPr lang="en-US">
                  <a:cs typeface="+mn-cs"/>
                </a:endParaRPr>
              </a:p>
            </p:txBody>
          </p:sp>
          <p:sp>
            <p:nvSpPr>
              <p:cNvPr id="52" name="Rectangle 49"/>
              <p:cNvSpPr>
                <a:spLocks noChangeArrowheads="1"/>
              </p:cNvSpPr>
              <p:nvPr/>
            </p:nvSpPr>
            <p:spPr bwMode="auto">
              <a:xfrm>
                <a:off x="8145463" y="3937001"/>
                <a:ext cx="71438" cy="117475"/>
              </a:xfrm>
              <a:prstGeom prst="rect">
                <a:avLst/>
              </a:prstGeom>
              <a:grpFill/>
              <a:ln>
                <a:noFill/>
              </a:ln>
              <a:extLst/>
            </p:spPr>
            <p:txBody>
              <a:bodyPr/>
              <a:lstStyle/>
              <a:p>
                <a:pPr eaLnBrk="0" hangingPunct="0">
                  <a:defRPr/>
                </a:pPr>
                <a:endParaRPr lang="en-US">
                  <a:cs typeface="+mn-cs"/>
                </a:endParaRPr>
              </a:p>
            </p:txBody>
          </p:sp>
          <p:sp>
            <p:nvSpPr>
              <p:cNvPr id="53" name="Rectangle 50"/>
              <p:cNvSpPr>
                <a:spLocks noChangeArrowheads="1"/>
              </p:cNvSpPr>
              <p:nvPr/>
            </p:nvSpPr>
            <p:spPr bwMode="auto">
              <a:xfrm>
                <a:off x="8231188" y="3937001"/>
                <a:ext cx="71438" cy="117475"/>
              </a:xfrm>
              <a:prstGeom prst="rect">
                <a:avLst/>
              </a:prstGeom>
              <a:grpFill/>
              <a:ln>
                <a:noFill/>
              </a:ln>
              <a:extLst/>
            </p:spPr>
            <p:txBody>
              <a:bodyPr/>
              <a:lstStyle/>
              <a:p>
                <a:pPr eaLnBrk="0" hangingPunct="0">
                  <a:defRPr/>
                </a:pPr>
                <a:endParaRPr lang="en-US">
                  <a:cs typeface="+mn-cs"/>
                </a:endParaRPr>
              </a:p>
            </p:txBody>
          </p:sp>
        </p:grpSp>
      </p:grpSp>
      <p:grpSp>
        <p:nvGrpSpPr>
          <p:cNvPr id="65" name="Group 64"/>
          <p:cNvGrpSpPr>
            <a:grpSpLocks/>
          </p:cNvGrpSpPr>
          <p:nvPr/>
        </p:nvGrpSpPr>
        <p:grpSpPr bwMode="auto">
          <a:xfrm>
            <a:off x="2341360" y="2951957"/>
            <a:ext cx="715962" cy="715962"/>
            <a:chOff x="3305041" y="3777551"/>
            <a:chExt cx="716096" cy="716096"/>
          </a:xfrm>
        </p:grpSpPr>
        <p:sp>
          <p:nvSpPr>
            <p:cNvPr id="45" name="Rounded Rectangle 44"/>
            <p:cNvSpPr/>
            <p:nvPr/>
          </p:nvSpPr>
          <p:spPr>
            <a:xfrm>
              <a:off x="3305041" y="3777551"/>
              <a:ext cx="716096" cy="716096"/>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5" name="Group 54"/>
            <p:cNvGrpSpPr/>
            <p:nvPr/>
          </p:nvGrpSpPr>
          <p:grpSpPr>
            <a:xfrm>
              <a:off x="3533149" y="3963471"/>
              <a:ext cx="259879" cy="344255"/>
              <a:chOff x="8235951" y="2905126"/>
              <a:chExt cx="244475" cy="323850"/>
            </a:xfrm>
            <a:solidFill>
              <a:schemeClr val="bg1"/>
            </a:solidFill>
          </p:grpSpPr>
          <p:sp>
            <p:nvSpPr>
              <p:cNvPr id="56"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7"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8"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59"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60"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p:spPr>
            <p:txBody>
              <a:bodyPr/>
              <a:lstStyle/>
              <a:p>
                <a:pPr eaLnBrk="0" hangingPunct="0">
                  <a:defRPr/>
                </a:pPr>
                <a:endParaRPr lang="en-US">
                  <a:cs typeface="+mn-cs"/>
                </a:endParaRPr>
              </a:p>
            </p:txBody>
          </p:sp>
          <p:sp>
            <p:nvSpPr>
              <p:cNvPr id="61"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p:spPr>
            <p:txBody>
              <a:bodyPr/>
              <a:lstStyle/>
              <a:p>
                <a:pPr eaLnBrk="0" hangingPunct="0">
                  <a:defRPr/>
                </a:pPr>
                <a:endParaRPr lang="en-US">
                  <a:cs typeface="+mn-cs"/>
                </a:endParaRPr>
              </a:p>
            </p:txBody>
          </p:sp>
          <p:sp>
            <p:nvSpPr>
              <p:cNvPr id="62"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p:spPr>
            <p:txBody>
              <a:bodyPr/>
              <a:lstStyle/>
              <a:p>
                <a:pPr eaLnBrk="0" hangingPunct="0">
                  <a:defRPr/>
                </a:pPr>
                <a:endParaRPr lang="en-US">
                  <a:cs typeface="+mn-cs"/>
                </a:endParaRPr>
              </a:p>
            </p:txBody>
          </p:sp>
          <p:sp>
            <p:nvSpPr>
              <p:cNvPr id="63"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grpSp>
      </p:grpSp>
      <p:sp>
        <p:nvSpPr>
          <p:cNvPr id="3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200"/>
                                        <p:tgtEl>
                                          <p:spTgt spid="4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500"/>
                                        <p:tgtEl>
                                          <p:spTgt spid="39"/>
                                        </p:tgtEl>
                                      </p:cBhvr>
                                    </p:animEffect>
                                  </p:childTnLst>
                                </p:cTn>
                              </p:par>
                            </p:childTnLst>
                          </p:cTn>
                        </p:par>
                        <p:par>
                          <p:cTn id="12" fill="hold">
                            <p:stCondLst>
                              <p:cond delay="700"/>
                            </p:stCondLst>
                            <p:childTnLst>
                              <p:par>
                                <p:cTn id="13" presetID="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childTnLst>
                          </p:cTn>
                        </p:par>
                        <p:par>
                          <p:cTn id="17" fill="hold">
                            <p:stCondLst>
                              <p:cond delay="1200"/>
                            </p:stCondLst>
                            <p:childTnLst>
                              <p:par>
                                <p:cTn id="18" presetID="2" presetClass="entr" presetSubtype="4" fill="hold" nodeType="after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additive="base">
                                        <p:cTn id="20" dur="500" fill="hold"/>
                                        <p:tgtEl>
                                          <p:spTgt spid="64"/>
                                        </p:tgtEl>
                                        <p:attrNameLst>
                                          <p:attrName>ppt_x</p:attrName>
                                        </p:attrNameLst>
                                      </p:cBhvr>
                                      <p:tavLst>
                                        <p:tav tm="0">
                                          <p:val>
                                            <p:strVal val="#ppt_x"/>
                                          </p:val>
                                        </p:tav>
                                        <p:tav tm="100000">
                                          <p:val>
                                            <p:strVal val="#ppt_x"/>
                                          </p:val>
                                        </p:tav>
                                      </p:tavLst>
                                    </p:anim>
                                    <p:anim calcmode="lin" valueType="num">
                                      <p:cBhvr additive="base">
                                        <p:cTn id="21" dur="500" fill="hold"/>
                                        <p:tgtEl>
                                          <p:spTgt spid="64"/>
                                        </p:tgtEl>
                                        <p:attrNameLst>
                                          <p:attrName>ppt_y</p:attrName>
                                        </p:attrNameLst>
                                      </p:cBhvr>
                                      <p:tavLst>
                                        <p:tav tm="0">
                                          <p:val>
                                            <p:strVal val="1+#ppt_h/2"/>
                                          </p:val>
                                        </p:tav>
                                        <p:tav tm="100000">
                                          <p:val>
                                            <p:strVal val="#ppt_y"/>
                                          </p:val>
                                        </p:tav>
                                      </p:tavLst>
                                    </p:anim>
                                  </p:childTnLst>
                                </p:cTn>
                              </p:par>
                            </p:childTnLst>
                          </p:cTn>
                        </p:par>
                        <p:par>
                          <p:cTn id="22" fill="hold">
                            <p:stCondLst>
                              <p:cond delay="1700"/>
                            </p:stCondLst>
                            <p:childTnLst>
                              <p:par>
                                <p:cTn id="23" presetID="2" presetClass="entr" presetSubtype="4"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par>
                          <p:cTn id="27" fill="hold">
                            <p:stCondLst>
                              <p:cond delay="2200"/>
                            </p:stCondLst>
                            <p:childTnLst>
                              <p:par>
                                <p:cTn id="28" presetID="2" presetClass="entr" presetSubtype="4" fill="hold" nodeType="afterEffect">
                                  <p:stCondLst>
                                    <p:cond delay="0"/>
                                  </p:stCondLst>
                                  <p:childTnLst>
                                    <p:set>
                                      <p:cBhvr>
                                        <p:cTn id="29" dur="1" fill="hold">
                                          <p:stCondLst>
                                            <p:cond delay="0"/>
                                          </p:stCondLst>
                                        </p:cTn>
                                        <p:tgtEl>
                                          <p:spTgt spid="65"/>
                                        </p:tgtEl>
                                        <p:attrNameLst>
                                          <p:attrName>style.visibility</p:attrName>
                                        </p:attrNameLst>
                                      </p:cBhvr>
                                      <p:to>
                                        <p:strVal val="visible"/>
                                      </p:to>
                                    </p:set>
                                    <p:anim calcmode="lin" valueType="num">
                                      <p:cBhvr additive="base">
                                        <p:cTn id="30" dur="500" fill="hold"/>
                                        <p:tgtEl>
                                          <p:spTgt spid="65"/>
                                        </p:tgtEl>
                                        <p:attrNameLst>
                                          <p:attrName>ppt_x</p:attrName>
                                        </p:attrNameLst>
                                      </p:cBhvr>
                                      <p:tavLst>
                                        <p:tav tm="0">
                                          <p:val>
                                            <p:strVal val="#ppt_x"/>
                                          </p:val>
                                        </p:tav>
                                        <p:tav tm="100000">
                                          <p:val>
                                            <p:strVal val="#ppt_x"/>
                                          </p:val>
                                        </p:tav>
                                      </p:tavLst>
                                    </p:anim>
                                    <p:anim calcmode="lin" valueType="num">
                                      <p:cBhvr additive="base">
                                        <p:cTn id="31" dur="500" fill="hold"/>
                                        <p:tgtEl>
                                          <p:spTgt spid="65"/>
                                        </p:tgtEl>
                                        <p:attrNameLst>
                                          <p:attrName>ppt_y</p:attrName>
                                        </p:attrNameLst>
                                      </p:cBhvr>
                                      <p:tavLst>
                                        <p:tav tm="0">
                                          <p:val>
                                            <p:strVal val="1+#ppt_h/2"/>
                                          </p:val>
                                        </p:tav>
                                        <p:tav tm="100000">
                                          <p:val>
                                            <p:strVal val="#ppt_y"/>
                                          </p:val>
                                        </p:tav>
                                      </p:tavLst>
                                    </p:anim>
                                  </p:childTnLst>
                                </p:cTn>
                              </p:par>
                            </p:childTnLst>
                          </p:cTn>
                        </p:par>
                        <p:par>
                          <p:cTn id="32" fill="hold">
                            <p:stCondLst>
                              <p:cond delay="2700"/>
                            </p:stCondLst>
                            <p:childTnLst>
                              <p:par>
                                <p:cTn id="33" presetID="2" presetClass="entr" presetSubtype="4" fill="hold" grpId="0"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ppt_x"/>
                                          </p:val>
                                        </p:tav>
                                        <p:tav tm="100000">
                                          <p:val>
                                            <p:strVal val="#ppt_x"/>
                                          </p:val>
                                        </p:tav>
                                      </p:tavLst>
                                    </p:anim>
                                    <p:anim calcmode="lin" valueType="num">
                                      <p:cBhvr additive="base">
                                        <p:cTn id="36" dur="500" fill="hold"/>
                                        <p:tgtEl>
                                          <p:spTgt spid="6"/>
                                        </p:tgtEl>
                                        <p:attrNameLst>
                                          <p:attrName>ppt_y</p:attrName>
                                        </p:attrNameLst>
                                      </p:cBhvr>
                                      <p:tavLst>
                                        <p:tav tm="0">
                                          <p:val>
                                            <p:strVal val="1+#ppt_h/2"/>
                                          </p:val>
                                        </p:tav>
                                        <p:tav tm="100000">
                                          <p:val>
                                            <p:strVal val="#ppt_y"/>
                                          </p:val>
                                        </p:tav>
                                      </p:tavLst>
                                    </p:anim>
                                  </p:childTnLst>
                                </p:cTn>
                              </p:par>
                            </p:childTnLst>
                          </p:cTn>
                        </p:par>
                        <p:par>
                          <p:cTn id="37" fill="hold">
                            <p:stCondLst>
                              <p:cond delay="3200"/>
                            </p:stCondLst>
                            <p:childTnLst>
                              <p:par>
                                <p:cTn id="38" presetID="2" presetClass="entr" presetSubtype="4" fill="hold" nodeType="afterEffect">
                                  <p:stCondLst>
                                    <p:cond delay="0"/>
                                  </p:stCondLst>
                                  <p:childTnLst>
                                    <p:set>
                                      <p:cBhvr>
                                        <p:cTn id="39" dur="1" fill="hold">
                                          <p:stCondLst>
                                            <p:cond delay="0"/>
                                          </p:stCondLst>
                                        </p:cTn>
                                        <p:tgtEl>
                                          <p:spTgt spid="66"/>
                                        </p:tgtEl>
                                        <p:attrNameLst>
                                          <p:attrName>style.visibility</p:attrName>
                                        </p:attrNameLst>
                                      </p:cBhvr>
                                      <p:to>
                                        <p:strVal val="visible"/>
                                      </p:to>
                                    </p:set>
                                    <p:anim calcmode="lin" valueType="num">
                                      <p:cBhvr additive="base">
                                        <p:cTn id="40" dur="500" fill="hold"/>
                                        <p:tgtEl>
                                          <p:spTgt spid="66"/>
                                        </p:tgtEl>
                                        <p:attrNameLst>
                                          <p:attrName>ppt_x</p:attrName>
                                        </p:attrNameLst>
                                      </p:cBhvr>
                                      <p:tavLst>
                                        <p:tav tm="0">
                                          <p:val>
                                            <p:strVal val="#ppt_x"/>
                                          </p:val>
                                        </p:tav>
                                        <p:tav tm="100000">
                                          <p:val>
                                            <p:strVal val="#ppt_x"/>
                                          </p:val>
                                        </p:tav>
                                      </p:tavLst>
                                    </p:anim>
                                    <p:anim calcmode="lin" valueType="num">
                                      <p:cBhvr additive="base">
                                        <p:cTn id="41"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39" grpId="0"/>
      <p:bldP spid="40"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2789238" y="2805113"/>
            <a:ext cx="8958262" cy="1962150"/>
          </a:xfrm>
          <a:prstGeom prst="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nchor="ctr"/>
          <a:lstStyle/>
          <a:p>
            <a:pPr algn="ctr" defTabSz="1088232" eaLnBrk="0" hangingPunct="0">
              <a:defRPr/>
            </a:pPr>
            <a:r>
              <a:rPr lang="ar-SA" sz="3200" b="1" dirty="0"/>
              <a:t>الارتفاع بنوعية المعلم حيث لابد من تسليط الضوء على المعلم في العملية التعليمية كونه مرشدا وموجها للطلبة وليس مجرد ملقن للمعرفة، ويعتبر المعلم المصمم للمنظومة التدريسية داخل الفصل الدراسي.</a:t>
            </a:r>
            <a:endParaRPr lang="en-US" sz="3200" b="1" dirty="0">
              <a:solidFill>
                <a:schemeClr val="bg1"/>
              </a:solidFill>
            </a:endParaRPr>
          </a:p>
        </p:txBody>
      </p:sp>
      <p:sp>
        <p:nvSpPr>
          <p:cNvPr id="10" name="Rectangle 9"/>
          <p:cNvSpPr/>
          <p:nvPr/>
        </p:nvSpPr>
        <p:spPr>
          <a:xfrm>
            <a:off x="1550988" y="4826000"/>
            <a:ext cx="7989887" cy="1316038"/>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a:lstStyle/>
          <a:p>
            <a:pPr algn="ctr" rtl="1" eaLnBrk="0" hangingPunct="0">
              <a:defRPr/>
            </a:pPr>
            <a:r>
              <a:rPr lang="ar-SA" sz="3200" b="1" dirty="0"/>
              <a:t>ظهور أنظمة جديدة تحقق أكبر قدر من التفاعل والتعلم باستخدام الأجهزة.</a:t>
            </a:r>
            <a:endParaRPr lang="en-US" sz="3200" b="1" dirty="0"/>
          </a:p>
        </p:txBody>
      </p:sp>
      <p:sp>
        <p:nvSpPr>
          <p:cNvPr id="39" name="Text Box 7"/>
          <p:cNvSpPr txBox="1">
            <a:spLocks noChangeArrowheads="1"/>
          </p:cNvSpPr>
          <p:nvPr/>
        </p:nvSpPr>
        <p:spPr bwMode="auto">
          <a:xfrm>
            <a:off x="895350" y="1238250"/>
            <a:ext cx="10347325" cy="785813"/>
          </a:xfrm>
          <a:prstGeom prst="rect">
            <a:avLst/>
          </a:prstGeom>
          <a:noFill/>
          <a:ln w="9525">
            <a:noFill/>
            <a:miter lim="800000"/>
            <a:headEnd/>
            <a:tailEnd/>
          </a:ln>
        </p:spPr>
        <p:txBody>
          <a:bodyPr lIns="45720" tIns="22860" rIns="45720" bIns="22860" anchor="ctr">
            <a:spAutoFit/>
          </a:bodyPr>
          <a:lstStyle/>
          <a:p>
            <a:pPr algn="ctr" defTabSz="1087438" eaLnBrk="0" hangingPunct="0"/>
            <a:r>
              <a:rPr lang="ar-SA" sz="2800" b="1" dirty="0">
                <a:solidFill>
                  <a:srgbClr val="C00000"/>
                </a:solidFill>
              </a:rPr>
              <a:t>التطور التكنولوجي ووسائل الإعلام التربوية</a:t>
            </a:r>
            <a:endParaRPr lang="en-US" sz="2800" b="1" dirty="0">
              <a:solidFill>
                <a:srgbClr val="C00000"/>
              </a:solidFill>
            </a:endParaRPr>
          </a:p>
          <a:p>
            <a:pPr algn="ctr" defTabSz="1087438" eaLnBrk="0" hangingPunct="0"/>
            <a:r>
              <a:rPr lang="ar-SA" sz="2000" dirty="0"/>
              <a:t>يمكن تجاوز هذه التحديات إذا تم العمل بالآتي:</a:t>
            </a:r>
            <a:endParaRPr lang="en-US" sz="2000" b="1" dirty="0">
              <a:solidFill>
                <a:srgbClr val="C00000"/>
              </a:solidFill>
              <a:latin typeface="Open Sans Semibold"/>
              <a:ea typeface="Open Sans Semibold"/>
              <a:cs typeface="Open Sans Semibold"/>
            </a:endParaRPr>
          </a:p>
        </p:txBody>
      </p:sp>
      <p:sp>
        <p:nvSpPr>
          <p:cNvPr id="40" name="Text Box 7"/>
          <p:cNvSpPr txBox="1">
            <a:spLocks noChangeArrowheads="1"/>
          </p:cNvSpPr>
          <p:nvPr/>
        </p:nvSpPr>
        <p:spPr bwMode="auto">
          <a:xfrm>
            <a:off x="2084388" y="509588"/>
            <a:ext cx="7969250" cy="660400"/>
          </a:xfrm>
          <a:prstGeom prst="rect">
            <a:avLst/>
          </a:prstGeom>
          <a:noFill/>
          <a:ln w="9525">
            <a:noFill/>
            <a:miter lim="800000"/>
            <a:headEnd/>
            <a:tailEnd/>
          </a:ln>
        </p:spPr>
        <p:txBody>
          <a:bodyPr wrap="none" lIns="45720" tIns="22860" rIns="45720" bIns="22860">
            <a:spAutoFit/>
          </a:bodyPr>
          <a:lstStyle/>
          <a:p>
            <a:pPr algn="ctr" defTabSz="1088232" eaLnBrk="0" hangingPunct="0">
              <a:defRPr/>
            </a:pPr>
            <a:r>
              <a:rPr lang="ar-SA" sz="4000" b="1" u="sng" dirty="0">
                <a:cs typeface="+mn-cs"/>
              </a:rPr>
              <a:t>دور تكنولوجيا التعليم في حل المشكلات التربوية</a:t>
            </a:r>
            <a:endParaRPr lang="en-CA" sz="4000" b="1" u="sng" spc="-150" dirty="0">
              <a:solidFill>
                <a:schemeClr val="tx1">
                  <a:lumMod val="50000"/>
                  <a:lumOff val="50000"/>
                </a:schemeClr>
              </a:solidFill>
              <a:latin typeface="Open Sans" pitchFamily="34" charset="0"/>
              <a:ea typeface="Open Sans" pitchFamily="34" charset="0"/>
              <a:cs typeface="Open Sans" pitchFamily="34" charset="0"/>
            </a:endParaRPr>
          </a:p>
        </p:txBody>
      </p:sp>
      <p:grpSp>
        <p:nvGrpSpPr>
          <p:cNvPr id="64" name="Group 63"/>
          <p:cNvGrpSpPr>
            <a:grpSpLocks/>
          </p:cNvGrpSpPr>
          <p:nvPr/>
        </p:nvGrpSpPr>
        <p:grpSpPr bwMode="auto">
          <a:xfrm>
            <a:off x="1549156" y="4063287"/>
            <a:ext cx="715962" cy="717550"/>
            <a:chOff x="814545" y="4816642"/>
            <a:chExt cx="716096" cy="716096"/>
          </a:xfrm>
        </p:grpSpPr>
        <p:sp>
          <p:nvSpPr>
            <p:cNvPr id="46" name="Rounded Rectangle 45"/>
            <p:cNvSpPr/>
            <p:nvPr/>
          </p:nvSpPr>
          <p:spPr>
            <a:xfrm>
              <a:off x="814545" y="4816642"/>
              <a:ext cx="716096" cy="716096"/>
            </a:xfrm>
            <a:prstGeom prst="round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47" name="Group 46"/>
            <p:cNvGrpSpPr/>
            <p:nvPr/>
          </p:nvGrpSpPr>
          <p:grpSpPr>
            <a:xfrm>
              <a:off x="945620" y="5012686"/>
              <a:ext cx="453946" cy="324007"/>
              <a:chOff x="5099051" y="4389438"/>
              <a:chExt cx="427038" cy="304801"/>
            </a:xfrm>
            <a:solidFill>
              <a:schemeClr val="bg1"/>
            </a:solidFill>
          </p:grpSpPr>
          <p:sp>
            <p:nvSpPr>
              <p:cNvPr id="48" name="Freeform 11"/>
              <p:cNvSpPr>
                <a:spLocks noEditPoints="1"/>
              </p:cNvSpPr>
              <p:nvPr/>
            </p:nvSpPr>
            <p:spPr bwMode="auto">
              <a:xfrm>
                <a:off x="5151438" y="4389438"/>
                <a:ext cx="322263" cy="241300"/>
              </a:xfrm>
              <a:custGeom>
                <a:avLst/>
                <a:gdLst>
                  <a:gd name="T0" fmla="*/ 203 w 203"/>
                  <a:gd name="T1" fmla="*/ 0 h 152"/>
                  <a:gd name="T2" fmla="*/ 0 w 203"/>
                  <a:gd name="T3" fmla="*/ 0 h 152"/>
                  <a:gd name="T4" fmla="*/ 0 w 203"/>
                  <a:gd name="T5" fmla="*/ 152 h 152"/>
                  <a:gd name="T6" fmla="*/ 203 w 203"/>
                  <a:gd name="T7" fmla="*/ 152 h 152"/>
                  <a:gd name="T8" fmla="*/ 203 w 203"/>
                  <a:gd name="T9" fmla="*/ 0 h 152"/>
                  <a:gd name="T10" fmla="*/ 192 w 203"/>
                  <a:gd name="T11" fmla="*/ 140 h 152"/>
                  <a:gd name="T12" fmla="*/ 12 w 203"/>
                  <a:gd name="T13" fmla="*/ 140 h 152"/>
                  <a:gd name="T14" fmla="*/ 12 w 203"/>
                  <a:gd name="T15" fmla="*/ 12 h 152"/>
                  <a:gd name="T16" fmla="*/ 192 w 203"/>
                  <a:gd name="T17" fmla="*/ 12 h 152"/>
                  <a:gd name="T18" fmla="*/ 192 w 203"/>
                  <a:gd name="T19" fmla="*/ 1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52">
                    <a:moveTo>
                      <a:pt x="203" y="0"/>
                    </a:moveTo>
                    <a:lnTo>
                      <a:pt x="0" y="0"/>
                    </a:lnTo>
                    <a:lnTo>
                      <a:pt x="0" y="152"/>
                    </a:lnTo>
                    <a:lnTo>
                      <a:pt x="203" y="152"/>
                    </a:lnTo>
                    <a:lnTo>
                      <a:pt x="203" y="0"/>
                    </a:lnTo>
                    <a:close/>
                    <a:moveTo>
                      <a:pt x="192" y="140"/>
                    </a:moveTo>
                    <a:lnTo>
                      <a:pt x="12" y="140"/>
                    </a:lnTo>
                    <a:lnTo>
                      <a:pt x="12" y="12"/>
                    </a:lnTo>
                    <a:lnTo>
                      <a:pt x="192" y="12"/>
                    </a:lnTo>
                    <a:lnTo>
                      <a:pt x="192" y="140"/>
                    </a:lnTo>
                    <a:close/>
                  </a:path>
                </a:pathLst>
              </a:custGeom>
              <a:grpFill/>
              <a:ln>
                <a:noFill/>
              </a:ln>
              <a:extLst/>
            </p:spPr>
            <p:txBody>
              <a:bodyPr/>
              <a:lstStyle/>
              <a:p>
                <a:pPr eaLnBrk="0" hangingPunct="0">
                  <a:defRPr/>
                </a:pPr>
                <a:endParaRPr lang="en-US">
                  <a:cs typeface="+mn-cs"/>
                </a:endParaRPr>
              </a:p>
            </p:txBody>
          </p:sp>
          <p:sp>
            <p:nvSpPr>
              <p:cNvPr id="49" name="Freeform 12"/>
              <p:cNvSpPr>
                <a:spLocks noEditPoints="1"/>
              </p:cNvSpPr>
              <p:nvPr/>
            </p:nvSpPr>
            <p:spPr bwMode="auto">
              <a:xfrm>
                <a:off x="5099051" y="4641851"/>
                <a:ext cx="427038" cy="52388"/>
              </a:xfrm>
              <a:custGeom>
                <a:avLst/>
                <a:gdLst>
                  <a:gd name="T0" fmla="*/ 100 w 114"/>
                  <a:gd name="T1" fmla="*/ 0 h 14"/>
                  <a:gd name="T2" fmla="*/ 57 w 114"/>
                  <a:gd name="T3" fmla="*/ 0 h 14"/>
                  <a:gd name="T4" fmla="*/ 14 w 114"/>
                  <a:gd name="T5" fmla="*/ 0 h 14"/>
                  <a:gd name="T6" fmla="*/ 0 w 114"/>
                  <a:gd name="T7" fmla="*/ 5 h 14"/>
                  <a:gd name="T8" fmla="*/ 0 w 114"/>
                  <a:gd name="T9" fmla="*/ 10 h 14"/>
                  <a:gd name="T10" fmla="*/ 10 w 114"/>
                  <a:gd name="T11" fmla="*/ 14 h 14"/>
                  <a:gd name="T12" fmla="*/ 41 w 114"/>
                  <a:gd name="T13" fmla="*/ 14 h 14"/>
                  <a:gd name="T14" fmla="*/ 73 w 114"/>
                  <a:gd name="T15" fmla="*/ 14 h 14"/>
                  <a:gd name="T16" fmla="*/ 104 w 114"/>
                  <a:gd name="T17" fmla="*/ 14 h 14"/>
                  <a:gd name="T18" fmla="*/ 114 w 114"/>
                  <a:gd name="T19" fmla="*/ 10 h 14"/>
                  <a:gd name="T20" fmla="*/ 114 w 114"/>
                  <a:gd name="T21" fmla="*/ 5 h 14"/>
                  <a:gd name="T22" fmla="*/ 100 w 114"/>
                  <a:gd name="T23" fmla="*/ 0 h 14"/>
                  <a:gd name="T24" fmla="*/ 64 w 114"/>
                  <a:gd name="T25" fmla="*/ 11 h 14"/>
                  <a:gd name="T26" fmla="*/ 52 w 114"/>
                  <a:gd name="T27" fmla="*/ 11 h 14"/>
                  <a:gd name="T28" fmla="*/ 51 w 114"/>
                  <a:gd name="T29" fmla="*/ 10 h 14"/>
                  <a:gd name="T30" fmla="*/ 52 w 114"/>
                  <a:gd name="T31" fmla="*/ 9 h 14"/>
                  <a:gd name="T32" fmla="*/ 52 w 114"/>
                  <a:gd name="T33" fmla="*/ 9 h 14"/>
                  <a:gd name="T34" fmla="*/ 64 w 114"/>
                  <a:gd name="T35" fmla="*/ 9 h 14"/>
                  <a:gd name="T36" fmla="*/ 65 w 114"/>
                  <a:gd name="T37" fmla="*/ 10 h 14"/>
                  <a:gd name="T38" fmla="*/ 64 w 114"/>
                  <a:gd name="T39" fmla="*/ 11 h 14"/>
                  <a:gd name="T40" fmla="*/ 14 w 114"/>
                  <a:gd name="T41" fmla="*/ 3 h 14"/>
                  <a:gd name="T42" fmla="*/ 17 w 114"/>
                  <a:gd name="T43" fmla="*/ 2 h 14"/>
                  <a:gd name="T44" fmla="*/ 98 w 114"/>
                  <a:gd name="T45" fmla="*/ 2 h 14"/>
                  <a:gd name="T46" fmla="*/ 102 w 114"/>
                  <a:gd name="T47" fmla="*/ 3 h 14"/>
                  <a:gd name="T48" fmla="*/ 14 w 114"/>
                  <a:gd name="T4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4">
                    <a:moveTo>
                      <a:pt x="100" y="0"/>
                    </a:moveTo>
                    <a:cubicBezTo>
                      <a:pt x="57" y="0"/>
                      <a:pt x="57" y="0"/>
                      <a:pt x="57" y="0"/>
                    </a:cubicBezTo>
                    <a:cubicBezTo>
                      <a:pt x="14" y="0"/>
                      <a:pt x="14" y="0"/>
                      <a:pt x="14" y="0"/>
                    </a:cubicBezTo>
                    <a:cubicBezTo>
                      <a:pt x="0" y="5"/>
                      <a:pt x="0" y="5"/>
                      <a:pt x="0" y="5"/>
                    </a:cubicBezTo>
                    <a:cubicBezTo>
                      <a:pt x="0" y="10"/>
                      <a:pt x="0" y="10"/>
                      <a:pt x="0" y="10"/>
                    </a:cubicBezTo>
                    <a:cubicBezTo>
                      <a:pt x="0" y="10"/>
                      <a:pt x="2" y="14"/>
                      <a:pt x="10" y="14"/>
                    </a:cubicBezTo>
                    <a:cubicBezTo>
                      <a:pt x="18" y="14"/>
                      <a:pt x="41" y="14"/>
                      <a:pt x="41" y="14"/>
                    </a:cubicBezTo>
                    <a:cubicBezTo>
                      <a:pt x="73" y="14"/>
                      <a:pt x="73" y="14"/>
                      <a:pt x="73" y="14"/>
                    </a:cubicBezTo>
                    <a:cubicBezTo>
                      <a:pt x="73" y="14"/>
                      <a:pt x="96" y="14"/>
                      <a:pt x="104" y="14"/>
                    </a:cubicBezTo>
                    <a:cubicBezTo>
                      <a:pt x="112" y="14"/>
                      <a:pt x="114" y="10"/>
                      <a:pt x="114" y="10"/>
                    </a:cubicBezTo>
                    <a:cubicBezTo>
                      <a:pt x="114" y="5"/>
                      <a:pt x="114" y="5"/>
                      <a:pt x="114" y="5"/>
                    </a:cubicBezTo>
                    <a:lnTo>
                      <a:pt x="100" y="0"/>
                    </a:lnTo>
                    <a:close/>
                    <a:moveTo>
                      <a:pt x="64" y="11"/>
                    </a:moveTo>
                    <a:cubicBezTo>
                      <a:pt x="52" y="11"/>
                      <a:pt x="52" y="11"/>
                      <a:pt x="52" y="11"/>
                    </a:cubicBezTo>
                    <a:cubicBezTo>
                      <a:pt x="52" y="11"/>
                      <a:pt x="51" y="10"/>
                      <a:pt x="51" y="10"/>
                    </a:cubicBezTo>
                    <a:cubicBezTo>
                      <a:pt x="51" y="9"/>
                      <a:pt x="51" y="9"/>
                      <a:pt x="52" y="9"/>
                    </a:cubicBezTo>
                    <a:cubicBezTo>
                      <a:pt x="52" y="9"/>
                      <a:pt x="52" y="9"/>
                      <a:pt x="52" y="9"/>
                    </a:cubicBezTo>
                    <a:cubicBezTo>
                      <a:pt x="64" y="9"/>
                      <a:pt x="64" y="9"/>
                      <a:pt x="64" y="9"/>
                    </a:cubicBezTo>
                    <a:cubicBezTo>
                      <a:pt x="64" y="9"/>
                      <a:pt x="65" y="9"/>
                      <a:pt x="65" y="10"/>
                    </a:cubicBezTo>
                    <a:cubicBezTo>
                      <a:pt x="65" y="10"/>
                      <a:pt x="64" y="11"/>
                      <a:pt x="64" y="11"/>
                    </a:cubicBezTo>
                    <a:close/>
                    <a:moveTo>
                      <a:pt x="14" y="3"/>
                    </a:moveTo>
                    <a:cubicBezTo>
                      <a:pt x="17" y="2"/>
                      <a:pt x="17" y="2"/>
                      <a:pt x="17" y="2"/>
                    </a:cubicBezTo>
                    <a:cubicBezTo>
                      <a:pt x="98" y="2"/>
                      <a:pt x="98" y="2"/>
                      <a:pt x="98" y="2"/>
                    </a:cubicBezTo>
                    <a:cubicBezTo>
                      <a:pt x="102" y="3"/>
                      <a:pt x="102" y="3"/>
                      <a:pt x="102" y="3"/>
                    </a:cubicBezTo>
                    <a:lnTo>
                      <a:pt x="14" y="3"/>
                    </a:lnTo>
                    <a:close/>
                  </a:path>
                </a:pathLst>
              </a:custGeom>
              <a:grpFill/>
              <a:ln>
                <a:noFill/>
              </a:ln>
              <a:extLst/>
            </p:spPr>
            <p:txBody>
              <a:bodyPr/>
              <a:lstStyle/>
              <a:p>
                <a:pPr eaLnBrk="0" hangingPunct="0">
                  <a:defRPr/>
                </a:pPr>
                <a:endParaRPr lang="en-US">
                  <a:cs typeface="+mn-cs"/>
                </a:endParaRPr>
              </a:p>
            </p:txBody>
          </p:sp>
        </p:grpSp>
      </p:grpSp>
      <p:grpSp>
        <p:nvGrpSpPr>
          <p:cNvPr id="65" name="Group 64"/>
          <p:cNvGrpSpPr>
            <a:grpSpLocks/>
          </p:cNvGrpSpPr>
          <p:nvPr/>
        </p:nvGrpSpPr>
        <p:grpSpPr bwMode="auto">
          <a:xfrm>
            <a:off x="2789238" y="2092325"/>
            <a:ext cx="715962" cy="715963"/>
            <a:chOff x="3305041" y="3777551"/>
            <a:chExt cx="716096" cy="716096"/>
          </a:xfrm>
        </p:grpSpPr>
        <p:sp>
          <p:nvSpPr>
            <p:cNvPr id="45" name="Rounded Rectangle 44"/>
            <p:cNvSpPr/>
            <p:nvPr/>
          </p:nvSpPr>
          <p:spPr>
            <a:xfrm>
              <a:off x="3305041" y="3777551"/>
              <a:ext cx="716096" cy="716096"/>
            </a:xfrm>
            <a:prstGeom prst="roundRect">
              <a:avLst/>
            </a:prstGeom>
            <a:solidFill>
              <a:srgbClr val="94B64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55" name="Group 54"/>
            <p:cNvGrpSpPr/>
            <p:nvPr/>
          </p:nvGrpSpPr>
          <p:grpSpPr>
            <a:xfrm>
              <a:off x="3533149" y="3963471"/>
              <a:ext cx="259879" cy="344255"/>
              <a:chOff x="8235951" y="2905126"/>
              <a:chExt cx="244475" cy="323850"/>
            </a:xfrm>
            <a:solidFill>
              <a:schemeClr val="bg1"/>
            </a:solidFill>
          </p:grpSpPr>
          <p:sp>
            <p:nvSpPr>
              <p:cNvPr id="56"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7"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p:spPr>
            <p:txBody>
              <a:bodyPr/>
              <a:lstStyle/>
              <a:p>
                <a:pPr eaLnBrk="0" hangingPunct="0">
                  <a:defRPr/>
                </a:pPr>
                <a:endParaRPr lang="en-US">
                  <a:cs typeface="+mn-cs"/>
                </a:endParaRPr>
              </a:p>
            </p:txBody>
          </p:sp>
          <p:sp>
            <p:nvSpPr>
              <p:cNvPr id="58"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59"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sp>
            <p:nvSpPr>
              <p:cNvPr id="60"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p:spPr>
            <p:txBody>
              <a:bodyPr/>
              <a:lstStyle/>
              <a:p>
                <a:pPr eaLnBrk="0" hangingPunct="0">
                  <a:defRPr/>
                </a:pPr>
                <a:endParaRPr lang="en-US">
                  <a:cs typeface="+mn-cs"/>
                </a:endParaRPr>
              </a:p>
            </p:txBody>
          </p:sp>
          <p:sp>
            <p:nvSpPr>
              <p:cNvPr id="61"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p:spPr>
            <p:txBody>
              <a:bodyPr/>
              <a:lstStyle/>
              <a:p>
                <a:pPr eaLnBrk="0" hangingPunct="0">
                  <a:defRPr/>
                </a:pPr>
                <a:endParaRPr lang="en-US">
                  <a:cs typeface="+mn-cs"/>
                </a:endParaRPr>
              </a:p>
            </p:txBody>
          </p:sp>
          <p:sp>
            <p:nvSpPr>
              <p:cNvPr id="62"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p:spPr>
            <p:txBody>
              <a:bodyPr/>
              <a:lstStyle/>
              <a:p>
                <a:pPr eaLnBrk="0" hangingPunct="0">
                  <a:defRPr/>
                </a:pPr>
                <a:endParaRPr lang="en-US">
                  <a:cs typeface="+mn-cs"/>
                </a:endParaRPr>
              </a:p>
            </p:txBody>
          </p:sp>
          <p:sp>
            <p:nvSpPr>
              <p:cNvPr id="63"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p:spPr>
            <p:txBody>
              <a:bodyPr/>
              <a:lstStyle/>
              <a:p>
                <a:pPr eaLnBrk="0" hangingPunct="0">
                  <a:defRPr/>
                </a:pPr>
                <a:endParaRPr lang="en-US">
                  <a:cs typeface="+mn-cs"/>
                </a:endParaRPr>
              </a:p>
            </p:txBody>
          </p:sp>
        </p:grpSp>
      </p:grpSp>
      <p:sp>
        <p:nvSpPr>
          <p:cNvPr id="2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0"/>
                                        </p:tgtEl>
                                        <p:attrNameLst>
                                          <p:attrName>style.visibility</p:attrName>
                                        </p:attrNameLst>
                                      </p:cBhvr>
                                      <p:to>
                                        <p:strVal val="visible"/>
                                      </p:to>
                                    </p:set>
                                    <p:animEffect transition="in" filter="fade">
                                      <p:cBhvr>
                                        <p:cTn id="11" dur="200"/>
                                        <p:tgtEl>
                                          <p:spTgt spid="40"/>
                                        </p:tgtEl>
                                      </p:cBhvr>
                                    </p:animEffect>
                                  </p:childTnLst>
                                </p:cTn>
                              </p:par>
                            </p:childTnLst>
                          </p:cTn>
                        </p:par>
                        <p:par>
                          <p:cTn id="12" fill="hold">
                            <p:stCondLst>
                              <p:cond delay="700"/>
                            </p:stCondLst>
                            <p:childTnLst>
                              <p:par>
                                <p:cTn id="13" presetID="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childTnLst>
                          </p:cTn>
                        </p:par>
                        <p:par>
                          <p:cTn id="17" fill="hold">
                            <p:stCondLst>
                              <p:cond delay="1200"/>
                            </p:stCondLst>
                            <p:childTnLst>
                              <p:par>
                                <p:cTn id="18" presetID="2" presetClass="entr" presetSubtype="4" fill="hold" nodeType="afterEffect">
                                  <p:stCondLst>
                                    <p:cond delay="0"/>
                                  </p:stCondLst>
                                  <p:childTnLst>
                                    <p:set>
                                      <p:cBhvr>
                                        <p:cTn id="19" dur="1" fill="hold">
                                          <p:stCondLst>
                                            <p:cond delay="0"/>
                                          </p:stCondLst>
                                        </p:cTn>
                                        <p:tgtEl>
                                          <p:spTgt spid="64"/>
                                        </p:tgtEl>
                                        <p:attrNameLst>
                                          <p:attrName>style.visibility</p:attrName>
                                        </p:attrNameLst>
                                      </p:cBhvr>
                                      <p:to>
                                        <p:strVal val="visible"/>
                                      </p:to>
                                    </p:set>
                                    <p:anim calcmode="lin" valueType="num">
                                      <p:cBhvr additive="base">
                                        <p:cTn id="20" dur="500" fill="hold"/>
                                        <p:tgtEl>
                                          <p:spTgt spid="64"/>
                                        </p:tgtEl>
                                        <p:attrNameLst>
                                          <p:attrName>ppt_x</p:attrName>
                                        </p:attrNameLst>
                                      </p:cBhvr>
                                      <p:tavLst>
                                        <p:tav tm="0">
                                          <p:val>
                                            <p:strVal val="#ppt_x"/>
                                          </p:val>
                                        </p:tav>
                                        <p:tav tm="100000">
                                          <p:val>
                                            <p:strVal val="#ppt_x"/>
                                          </p:val>
                                        </p:tav>
                                      </p:tavLst>
                                    </p:anim>
                                    <p:anim calcmode="lin" valueType="num">
                                      <p:cBhvr additive="base">
                                        <p:cTn id="21" dur="500" fill="hold"/>
                                        <p:tgtEl>
                                          <p:spTgt spid="64"/>
                                        </p:tgtEl>
                                        <p:attrNameLst>
                                          <p:attrName>ppt_y</p:attrName>
                                        </p:attrNameLst>
                                      </p:cBhvr>
                                      <p:tavLst>
                                        <p:tav tm="0">
                                          <p:val>
                                            <p:strVal val="1+#ppt_h/2"/>
                                          </p:val>
                                        </p:tav>
                                        <p:tav tm="100000">
                                          <p:val>
                                            <p:strVal val="#ppt_y"/>
                                          </p:val>
                                        </p:tav>
                                      </p:tavLst>
                                    </p:anim>
                                  </p:childTnLst>
                                </p:cTn>
                              </p:par>
                            </p:childTnLst>
                          </p:cTn>
                        </p:par>
                        <p:par>
                          <p:cTn id="22" fill="hold">
                            <p:stCondLst>
                              <p:cond delay="1700"/>
                            </p:stCondLst>
                            <p:childTnLst>
                              <p:par>
                                <p:cTn id="23" presetID="2" presetClass="entr" presetSubtype="4"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par>
                          <p:cTn id="27" fill="hold">
                            <p:stCondLst>
                              <p:cond delay="2200"/>
                            </p:stCondLst>
                            <p:childTnLst>
                              <p:par>
                                <p:cTn id="28" presetID="2" presetClass="entr" presetSubtype="4" fill="hold" nodeType="afterEffect">
                                  <p:stCondLst>
                                    <p:cond delay="0"/>
                                  </p:stCondLst>
                                  <p:childTnLst>
                                    <p:set>
                                      <p:cBhvr>
                                        <p:cTn id="29" dur="1" fill="hold">
                                          <p:stCondLst>
                                            <p:cond delay="0"/>
                                          </p:stCondLst>
                                        </p:cTn>
                                        <p:tgtEl>
                                          <p:spTgt spid="65"/>
                                        </p:tgtEl>
                                        <p:attrNameLst>
                                          <p:attrName>style.visibility</p:attrName>
                                        </p:attrNameLst>
                                      </p:cBhvr>
                                      <p:to>
                                        <p:strVal val="visible"/>
                                      </p:to>
                                    </p:set>
                                    <p:anim calcmode="lin" valueType="num">
                                      <p:cBhvr additive="base">
                                        <p:cTn id="30" dur="500" fill="hold"/>
                                        <p:tgtEl>
                                          <p:spTgt spid="65"/>
                                        </p:tgtEl>
                                        <p:attrNameLst>
                                          <p:attrName>ppt_x</p:attrName>
                                        </p:attrNameLst>
                                      </p:cBhvr>
                                      <p:tavLst>
                                        <p:tav tm="0">
                                          <p:val>
                                            <p:strVal val="#ppt_x"/>
                                          </p:val>
                                        </p:tav>
                                        <p:tav tm="100000">
                                          <p:val>
                                            <p:strVal val="#ppt_x"/>
                                          </p:val>
                                        </p:tav>
                                      </p:tavLst>
                                    </p:anim>
                                    <p:anim calcmode="lin" valueType="num">
                                      <p:cBhvr additive="base">
                                        <p:cTn id="3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39" grpId="0"/>
      <p:bldP spid="4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1025525" y="331788"/>
            <a:ext cx="10193338" cy="1154112"/>
          </a:xfrm>
          <a:prstGeom prst="rect">
            <a:avLst/>
          </a:prstGeom>
          <a:noFill/>
          <a:ln w="9525">
            <a:noFill/>
            <a:miter lim="800000"/>
            <a:headEnd/>
            <a:tailEnd/>
          </a:ln>
        </p:spPr>
        <p:txBody>
          <a:bodyPr wrap="none" lIns="45720" tIns="22860" rIns="45720" bIns="22860">
            <a:spAutoFit/>
          </a:bodyPr>
          <a:lstStyle/>
          <a:p>
            <a:pPr algn="ctr" defTabSz="1088232" fontAlgn="auto">
              <a:spcBef>
                <a:spcPts val="0"/>
              </a:spcBef>
              <a:spcAft>
                <a:spcPts val="0"/>
              </a:spcAft>
              <a:defRPr/>
            </a:pPr>
            <a:r>
              <a:rPr lang="ar-SA" sz="3600" b="1" dirty="0">
                <a:cs typeface="+mn-cs"/>
              </a:rPr>
              <a:t>إعادة تصميم المباني المدرسية والفصول الدراسية حتى تحقق الهدف</a:t>
            </a:r>
            <a:endParaRPr lang="en-US" sz="3600" b="1" dirty="0">
              <a:cs typeface="+mn-cs"/>
            </a:endParaRPr>
          </a:p>
          <a:p>
            <a:pPr algn="ctr" defTabSz="1088232" fontAlgn="auto">
              <a:spcBef>
                <a:spcPts val="0"/>
              </a:spcBef>
              <a:spcAft>
                <a:spcPts val="0"/>
              </a:spcAft>
              <a:defRPr/>
            </a:pPr>
            <a:r>
              <a:rPr lang="ar-SA" sz="3600" b="1" dirty="0">
                <a:cs typeface="+mn-cs"/>
              </a:rPr>
              <a:t> من استخدام الوسائل والطرق الحديثة لمواجهة هذه التغيرات</a:t>
            </a:r>
            <a:endParaRPr lang="en-CA" sz="3600" b="1" spc="-150" dirty="0">
              <a:solidFill>
                <a:prstClr val="black">
                  <a:lumMod val="50000"/>
                  <a:lumOff val="50000"/>
                </a:prstClr>
              </a:solidFill>
              <a:latin typeface="Open Sans" pitchFamily="34" charset="0"/>
              <a:ea typeface="Open Sans" pitchFamily="34" charset="0"/>
              <a:cs typeface="Open Sans" pitchFamily="34" charset="0"/>
            </a:endParaRPr>
          </a:p>
        </p:txBody>
      </p:sp>
      <p:grpSp>
        <p:nvGrpSpPr>
          <p:cNvPr id="72" name="Group 71"/>
          <p:cNvGrpSpPr>
            <a:grpSpLocks/>
          </p:cNvGrpSpPr>
          <p:nvPr/>
        </p:nvGrpSpPr>
        <p:grpSpPr bwMode="auto">
          <a:xfrm>
            <a:off x="8285163" y="1735138"/>
            <a:ext cx="3351212" cy="4597400"/>
            <a:chOff x="6550015" y="1734643"/>
            <a:chExt cx="3351686" cy="4597407"/>
          </a:xfrm>
        </p:grpSpPr>
        <p:sp>
          <p:nvSpPr>
            <p:cNvPr id="10" name="Oval 9"/>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5" name="Group 4"/>
            <p:cNvGrpSpPr/>
            <p:nvPr/>
          </p:nvGrpSpPr>
          <p:grpSpPr>
            <a:xfrm>
              <a:off x="7828252" y="3667661"/>
              <a:ext cx="777012" cy="2664389"/>
              <a:chOff x="4795838" y="1579563"/>
              <a:chExt cx="514350" cy="1763712"/>
            </a:xfrm>
            <a:solidFill>
              <a:schemeClr val="tx1">
                <a:lumMod val="75000"/>
                <a:lumOff val="25000"/>
              </a:schemeClr>
            </a:solidFill>
          </p:grpSpPr>
          <p:sp>
            <p:nvSpPr>
              <p:cNvPr id="6" name="Freeform 5"/>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 name="Freeform 6"/>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 name="Freeform 7"/>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 name="Freeform 8"/>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11" name="Oval 10"/>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2" name="Oval 11"/>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3" name="Oval 12"/>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4" name="Oval 13"/>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5" name="Oval 14"/>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6" name="Oval 15"/>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17" name="Oval 16"/>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28" name="Group 27"/>
            <p:cNvGrpSpPr/>
            <p:nvPr/>
          </p:nvGrpSpPr>
          <p:grpSpPr>
            <a:xfrm>
              <a:off x="6766519" y="3278571"/>
              <a:ext cx="275412" cy="247507"/>
              <a:chOff x="5583238" y="3892551"/>
              <a:chExt cx="360363" cy="323850"/>
            </a:xfrm>
            <a:solidFill>
              <a:schemeClr val="bg1"/>
            </a:solidFill>
          </p:grpSpPr>
          <p:sp>
            <p:nvSpPr>
              <p:cNvPr id="29"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0"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1"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2" name="Group 31"/>
            <p:cNvGrpSpPr/>
            <p:nvPr/>
          </p:nvGrpSpPr>
          <p:grpSpPr>
            <a:xfrm>
              <a:off x="7120938" y="2457922"/>
              <a:ext cx="264493" cy="228095"/>
              <a:chOff x="6048376" y="3925888"/>
              <a:chExt cx="346075" cy="298451"/>
            </a:xfrm>
            <a:solidFill>
              <a:schemeClr val="bg1"/>
            </a:solidFill>
          </p:grpSpPr>
          <p:sp>
            <p:nvSpPr>
              <p:cNvPr id="33"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4"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5" name="Group 34"/>
            <p:cNvGrpSpPr/>
            <p:nvPr/>
          </p:nvGrpSpPr>
          <p:grpSpPr>
            <a:xfrm>
              <a:off x="7172802" y="4226763"/>
              <a:ext cx="212323" cy="247507"/>
              <a:chOff x="7548563" y="2860676"/>
              <a:chExt cx="277813" cy="323850"/>
            </a:xfrm>
            <a:solidFill>
              <a:schemeClr val="bg1"/>
            </a:solidFill>
          </p:grpSpPr>
          <p:sp>
            <p:nvSpPr>
              <p:cNvPr id="36"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7"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8"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39"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0"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1"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538645"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538646"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4" name="Group 43"/>
            <p:cNvGrpSpPr/>
            <p:nvPr/>
          </p:nvGrpSpPr>
          <p:grpSpPr>
            <a:xfrm>
              <a:off x="9097332" y="4205362"/>
              <a:ext cx="275412" cy="264493"/>
              <a:chOff x="5610226" y="4344988"/>
              <a:chExt cx="360363" cy="346075"/>
            </a:xfrm>
            <a:solidFill>
              <a:schemeClr val="bg1"/>
            </a:solidFill>
          </p:grpSpPr>
          <p:sp>
            <p:nvSpPr>
              <p:cNvPr id="45"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6"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7"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8"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9" name="Group 48"/>
            <p:cNvGrpSpPr/>
            <p:nvPr/>
          </p:nvGrpSpPr>
          <p:grpSpPr>
            <a:xfrm>
              <a:off x="9423479" y="3272108"/>
              <a:ext cx="253273" cy="329479"/>
              <a:chOff x="6913563" y="2465388"/>
              <a:chExt cx="179388" cy="233363"/>
            </a:xfrm>
            <a:solidFill>
              <a:schemeClr val="bg1"/>
            </a:solidFill>
          </p:grpSpPr>
          <p:sp>
            <p:nvSpPr>
              <p:cNvPr id="50"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1"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3"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
        <p:nvSpPr>
          <p:cNvPr id="54" name="Text Box 10"/>
          <p:cNvSpPr txBox="1">
            <a:spLocks noChangeArrowheads="1"/>
          </p:cNvSpPr>
          <p:nvPr/>
        </p:nvSpPr>
        <p:spPr bwMode="auto">
          <a:xfrm>
            <a:off x="1647825" y="2773363"/>
            <a:ext cx="4940300" cy="538162"/>
          </a:xfrm>
          <a:prstGeom prst="rect">
            <a:avLst/>
          </a:prstGeom>
          <a:noFill/>
          <a:ln w="9525">
            <a:noFill/>
            <a:miter lim="800000"/>
            <a:headEnd/>
            <a:tailEnd/>
          </a:ln>
        </p:spPr>
        <p:txBody>
          <a:bodyPr lIns="45720" tIns="22860" rIns="45720" bIns="22860">
            <a:spAutoFit/>
          </a:bodyPr>
          <a:lstStyle/>
          <a:p>
            <a:pPr algn="r" defTabSz="1087438" rtl="1"/>
            <a:r>
              <a:rPr lang="ar-SA" sz="3200" b="1"/>
              <a:t>انخفاض الكفاءة في العملية التربوية</a:t>
            </a:r>
            <a:r>
              <a:rPr lang="ar-SA" sz="3200"/>
              <a:t> </a:t>
            </a:r>
            <a:endParaRPr lang="en-US" sz="3200">
              <a:solidFill>
                <a:srgbClr val="A6A6A6"/>
              </a:solidFill>
              <a:latin typeface="Open Sans"/>
              <a:ea typeface="Open Sans"/>
              <a:cs typeface="Open Sans"/>
            </a:endParaRPr>
          </a:p>
        </p:txBody>
      </p:sp>
      <p:sp>
        <p:nvSpPr>
          <p:cNvPr id="55" name="Text Box 10"/>
          <p:cNvSpPr txBox="1">
            <a:spLocks noChangeArrowheads="1"/>
          </p:cNvSpPr>
          <p:nvPr/>
        </p:nvSpPr>
        <p:spPr bwMode="auto">
          <a:xfrm>
            <a:off x="2152650" y="4070350"/>
            <a:ext cx="2463800" cy="538163"/>
          </a:xfrm>
          <a:prstGeom prst="rect">
            <a:avLst/>
          </a:prstGeom>
          <a:noFill/>
          <a:ln w="9525">
            <a:noFill/>
            <a:miter lim="800000"/>
            <a:headEnd/>
            <a:tailEnd/>
          </a:ln>
        </p:spPr>
        <p:txBody>
          <a:bodyPr lIns="45720" tIns="22860" rIns="45720" bIns="22860">
            <a:spAutoFit/>
          </a:bodyPr>
          <a:lstStyle/>
          <a:p>
            <a:pPr defTabSz="1087438"/>
            <a:r>
              <a:rPr lang="ar-SA" sz="3200" b="1"/>
              <a:t>مشكلة الأمية</a:t>
            </a:r>
            <a:endParaRPr lang="en-US" sz="3200">
              <a:solidFill>
                <a:srgbClr val="A6A6A6"/>
              </a:solidFill>
              <a:latin typeface="Open Sans"/>
              <a:ea typeface="Open Sans"/>
              <a:cs typeface="Open Sans"/>
            </a:endParaRPr>
          </a:p>
        </p:txBody>
      </p:sp>
      <p:sp>
        <p:nvSpPr>
          <p:cNvPr id="56" name="Text Box 10"/>
          <p:cNvSpPr txBox="1">
            <a:spLocks noChangeArrowheads="1"/>
          </p:cNvSpPr>
          <p:nvPr/>
        </p:nvSpPr>
        <p:spPr bwMode="auto">
          <a:xfrm>
            <a:off x="1824038" y="5175250"/>
            <a:ext cx="5583237" cy="1030288"/>
          </a:xfrm>
          <a:prstGeom prst="rect">
            <a:avLst/>
          </a:prstGeom>
          <a:noFill/>
          <a:ln w="9525">
            <a:noFill/>
            <a:miter lim="800000"/>
            <a:headEnd/>
            <a:tailEnd/>
          </a:ln>
        </p:spPr>
        <p:txBody>
          <a:bodyPr lIns="45720" tIns="22860" rIns="45720" bIns="22860">
            <a:spAutoFit/>
          </a:bodyPr>
          <a:lstStyle/>
          <a:p>
            <a:pPr defTabSz="1087438">
              <a:lnSpc>
                <a:spcPct val="200000"/>
              </a:lnSpc>
            </a:pPr>
            <a:r>
              <a:rPr lang="ar-SA" sz="3200" b="1"/>
              <a:t> نقص أعضاء هيئة التدريس</a:t>
            </a:r>
            <a:endParaRPr lang="en-US" sz="3200">
              <a:solidFill>
                <a:srgbClr val="A6A6A6"/>
              </a:solidFill>
              <a:latin typeface="Open Sans"/>
              <a:ea typeface="Open Sans"/>
              <a:cs typeface="Open Sans"/>
            </a:endParaRPr>
          </a:p>
        </p:txBody>
      </p:sp>
      <p:sp>
        <p:nvSpPr>
          <p:cNvPr id="57" name="Freeform 81"/>
          <p:cNvSpPr>
            <a:spLocks noEditPoints="1"/>
          </p:cNvSpPr>
          <p:nvPr/>
        </p:nvSpPr>
        <p:spPr bwMode="auto">
          <a:xfrm>
            <a:off x="747713" y="4124325"/>
            <a:ext cx="569912" cy="557213"/>
          </a:xfrm>
          <a:custGeom>
            <a:avLst/>
            <a:gdLst>
              <a:gd name="T0" fmla="*/ 2147483647 w 100"/>
              <a:gd name="T1" fmla="*/ 1975644274 h 98"/>
              <a:gd name="T2" fmla="*/ 2147483647 w 100"/>
              <a:gd name="T3" fmla="*/ 1781319143 h 98"/>
              <a:gd name="T4" fmla="*/ 2147483647 w 100"/>
              <a:gd name="T5" fmla="*/ 1425055102 h 98"/>
              <a:gd name="T6" fmla="*/ 2147483647 w 100"/>
              <a:gd name="T7" fmla="*/ 1230729971 h 98"/>
              <a:gd name="T8" fmla="*/ 2147483647 w 100"/>
              <a:gd name="T9" fmla="*/ 1036404841 h 98"/>
              <a:gd name="T10" fmla="*/ 2147483647 w 100"/>
              <a:gd name="T11" fmla="*/ 582975569 h 98"/>
              <a:gd name="T12" fmla="*/ 2147483647 w 100"/>
              <a:gd name="T13" fmla="*/ 356263775 h 98"/>
              <a:gd name="T14" fmla="*/ 2147483647 w 100"/>
              <a:gd name="T15" fmla="*/ 518202420 h 98"/>
              <a:gd name="T16" fmla="*/ 2014975266 w 100"/>
              <a:gd name="T17" fmla="*/ 453423586 h 98"/>
              <a:gd name="T18" fmla="*/ 1819974235 w 100"/>
              <a:gd name="T19" fmla="*/ 0 h 98"/>
              <a:gd name="T20" fmla="*/ 1462479589 w 100"/>
              <a:gd name="T21" fmla="*/ 0 h 98"/>
              <a:gd name="T22" fmla="*/ 1267484257 w 100"/>
              <a:gd name="T23" fmla="*/ 453423586 h 98"/>
              <a:gd name="T24" fmla="*/ 1072488926 w 100"/>
              <a:gd name="T25" fmla="*/ 518202420 h 98"/>
              <a:gd name="T26" fmla="*/ 617493943 w 100"/>
              <a:gd name="T27" fmla="*/ 356263775 h 98"/>
              <a:gd name="T28" fmla="*/ 357494379 w 100"/>
              <a:gd name="T29" fmla="*/ 582975569 h 98"/>
              <a:gd name="T30" fmla="*/ 552495499 w 100"/>
              <a:gd name="T31" fmla="*/ 1036404841 h 98"/>
              <a:gd name="T32" fmla="*/ 487491356 w 100"/>
              <a:gd name="T33" fmla="*/ 1230729971 h 98"/>
              <a:gd name="T34" fmla="*/ 0 w 100"/>
              <a:gd name="T35" fmla="*/ 1457441676 h 98"/>
              <a:gd name="T36" fmla="*/ 0 w 100"/>
              <a:gd name="T37" fmla="*/ 1781319143 h 98"/>
              <a:gd name="T38" fmla="*/ 487491356 w 100"/>
              <a:gd name="T39" fmla="*/ 1975644274 h 98"/>
              <a:gd name="T40" fmla="*/ 552495499 w 100"/>
              <a:gd name="T41" fmla="*/ 2147483647 h 98"/>
              <a:gd name="T42" fmla="*/ 389996540 w 100"/>
              <a:gd name="T43" fmla="*/ 2147483647 h 98"/>
              <a:gd name="T44" fmla="*/ 617493943 w 100"/>
              <a:gd name="T45" fmla="*/ 2147483647 h 98"/>
              <a:gd name="T46" fmla="*/ 1072488926 w 100"/>
              <a:gd name="T47" fmla="*/ 2147483647 h 98"/>
              <a:gd name="T48" fmla="*/ 1267484257 w 100"/>
              <a:gd name="T49" fmla="*/ 2147483647 h 98"/>
              <a:gd name="T50" fmla="*/ 1462479589 w 100"/>
              <a:gd name="T51" fmla="*/ 2147483647 h 98"/>
              <a:gd name="T52" fmla="*/ 1819974235 w 100"/>
              <a:gd name="T53" fmla="*/ 2147483647 h 98"/>
              <a:gd name="T54" fmla="*/ 2014975266 w 100"/>
              <a:gd name="T55" fmla="*/ 2147483647 h 98"/>
              <a:gd name="T56" fmla="*/ 2147483647 w 100"/>
              <a:gd name="T57" fmla="*/ 2147483647 h 98"/>
              <a:gd name="T58" fmla="*/ 2147483647 w 100"/>
              <a:gd name="T59" fmla="*/ 2147483647 h 98"/>
              <a:gd name="T60" fmla="*/ 2147483647 w 100"/>
              <a:gd name="T61" fmla="*/ 2147483647 h 98"/>
              <a:gd name="T62" fmla="*/ 2147483647 w 100"/>
              <a:gd name="T63" fmla="*/ 2147483647 h 98"/>
              <a:gd name="T64" fmla="*/ 2147483647 w 100"/>
              <a:gd name="T65" fmla="*/ 1975644274 h 98"/>
              <a:gd name="T66" fmla="*/ 2147483647 w 100"/>
              <a:gd name="T67" fmla="*/ 1975644274 h 98"/>
              <a:gd name="T68" fmla="*/ 1624978904 w 100"/>
              <a:gd name="T69" fmla="*/ 2105190570 h 98"/>
              <a:gd name="T70" fmla="*/ 1137487370 w 100"/>
              <a:gd name="T71" fmla="*/ 1619380587 h 98"/>
              <a:gd name="T72" fmla="*/ 1624978904 w 100"/>
              <a:gd name="T73" fmla="*/ 1068791415 h 98"/>
              <a:gd name="T74" fmla="*/ 2144972153 w 100"/>
              <a:gd name="T75" fmla="*/ 1619380587 h 98"/>
              <a:gd name="T76" fmla="*/ 1624978904 w 100"/>
              <a:gd name="T77" fmla="*/ 2105190570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0"/>
              <a:gd name="T118" fmla="*/ 0 h 98"/>
              <a:gd name="T119" fmla="*/ 100 w 100"/>
              <a:gd name="T120" fmla="*/ 98 h 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0" h="98">
                <a:moveTo>
                  <a:pt x="86" y="61"/>
                </a:moveTo>
                <a:cubicBezTo>
                  <a:pt x="86" y="61"/>
                  <a:pt x="100" y="56"/>
                  <a:pt x="100" y="55"/>
                </a:cubicBezTo>
                <a:cubicBezTo>
                  <a:pt x="100" y="44"/>
                  <a:pt x="100" y="44"/>
                  <a:pt x="100" y="44"/>
                </a:cubicBezTo>
                <a:cubicBezTo>
                  <a:pt x="100" y="42"/>
                  <a:pt x="86" y="38"/>
                  <a:pt x="86" y="38"/>
                </a:cubicBezTo>
                <a:cubicBezTo>
                  <a:pt x="84" y="32"/>
                  <a:pt x="84" y="32"/>
                  <a:pt x="84" y="32"/>
                </a:cubicBezTo>
                <a:cubicBezTo>
                  <a:pt x="84" y="32"/>
                  <a:pt x="90" y="19"/>
                  <a:pt x="89" y="18"/>
                </a:cubicBezTo>
                <a:cubicBezTo>
                  <a:pt x="82" y="11"/>
                  <a:pt x="82" y="11"/>
                  <a:pt x="82" y="11"/>
                </a:cubicBezTo>
                <a:cubicBezTo>
                  <a:pt x="81" y="10"/>
                  <a:pt x="68" y="16"/>
                  <a:pt x="68" y="16"/>
                </a:cubicBezTo>
                <a:cubicBezTo>
                  <a:pt x="62" y="14"/>
                  <a:pt x="62" y="14"/>
                  <a:pt x="62" y="14"/>
                </a:cubicBezTo>
                <a:cubicBezTo>
                  <a:pt x="56" y="0"/>
                  <a:pt x="56" y="0"/>
                  <a:pt x="56" y="0"/>
                </a:cubicBezTo>
                <a:cubicBezTo>
                  <a:pt x="45" y="0"/>
                  <a:pt x="45" y="0"/>
                  <a:pt x="45" y="0"/>
                </a:cubicBezTo>
                <a:cubicBezTo>
                  <a:pt x="44" y="0"/>
                  <a:pt x="39" y="14"/>
                  <a:pt x="39" y="14"/>
                </a:cubicBezTo>
                <a:cubicBezTo>
                  <a:pt x="33" y="16"/>
                  <a:pt x="33" y="16"/>
                  <a:pt x="33" y="16"/>
                </a:cubicBezTo>
                <a:cubicBezTo>
                  <a:pt x="33" y="16"/>
                  <a:pt x="20" y="10"/>
                  <a:pt x="19" y="11"/>
                </a:cubicBezTo>
                <a:cubicBezTo>
                  <a:pt x="11" y="18"/>
                  <a:pt x="11" y="18"/>
                  <a:pt x="11" y="18"/>
                </a:cubicBezTo>
                <a:cubicBezTo>
                  <a:pt x="11" y="19"/>
                  <a:pt x="17" y="32"/>
                  <a:pt x="17" y="32"/>
                </a:cubicBezTo>
                <a:cubicBezTo>
                  <a:pt x="15" y="38"/>
                  <a:pt x="15" y="38"/>
                  <a:pt x="15" y="38"/>
                </a:cubicBezTo>
                <a:cubicBezTo>
                  <a:pt x="15" y="38"/>
                  <a:pt x="0" y="44"/>
                  <a:pt x="0" y="45"/>
                </a:cubicBezTo>
                <a:cubicBezTo>
                  <a:pt x="0" y="55"/>
                  <a:pt x="0" y="55"/>
                  <a:pt x="0" y="55"/>
                </a:cubicBezTo>
                <a:cubicBezTo>
                  <a:pt x="0" y="56"/>
                  <a:pt x="15" y="61"/>
                  <a:pt x="15" y="61"/>
                </a:cubicBezTo>
                <a:cubicBezTo>
                  <a:pt x="17" y="67"/>
                  <a:pt x="17" y="67"/>
                  <a:pt x="17" y="67"/>
                </a:cubicBezTo>
                <a:cubicBezTo>
                  <a:pt x="17" y="67"/>
                  <a:pt x="11" y="80"/>
                  <a:pt x="12" y="80"/>
                </a:cubicBezTo>
                <a:cubicBezTo>
                  <a:pt x="19" y="88"/>
                  <a:pt x="19" y="88"/>
                  <a:pt x="19" y="88"/>
                </a:cubicBezTo>
                <a:cubicBezTo>
                  <a:pt x="20" y="89"/>
                  <a:pt x="33" y="83"/>
                  <a:pt x="33" y="83"/>
                </a:cubicBezTo>
                <a:cubicBezTo>
                  <a:pt x="39" y="85"/>
                  <a:pt x="39" y="85"/>
                  <a:pt x="39" y="85"/>
                </a:cubicBezTo>
                <a:cubicBezTo>
                  <a:pt x="45" y="98"/>
                  <a:pt x="45" y="98"/>
                  <a:pt x="45" y="98"/>
                </a:cubicBezTo>
                <a:cubicBezTo>
                  <a:pt x="56" y="98"/>
                  <a:pt x="56" y="98"/>
                  <a:pt x="56" y="98"/>
                </a:cubicBezTo>
                <a:cubicBezTo>
                  <a:pt x="57" y="98"/>
                  <a:pt x="62" y="85"/>
                  <a:pt x="62" y="85"/>
                </a:cubicBezTo>
                <a:cubicBezTo>
                  <a:pt x="68" y="82"/>
                  <a:pt x="68" y="82"/>
                  <a:pt x="68" y="82"/>
                </a:cubicBezTo>
                <a:cubicBezTo>
                  <a:pt x="68" y="82"/>
                  <a:pt x="81" y="88"/>
                  <a:pt x="82" y="88"/>
                </a:cubicBezTo>
                <a:cubicBezTo>
                  <a:pt x="90" y="80"/>
                  <a:pt x="90" y="80"/>
                  <a:pt x="90" y="80"/>
                </a:cubicBezTo>
                <a:cubicBezTo>
                  <a:pt x="84" y="67"/>
                  <a:pt x="84" y="67"/>
                  <a:pt x="84" y="67"/>
                </a:cubicBezTo>
                <a:cubicBezTo>
                  <a:pt x="86" y="61"/>
                  <a:pt x="86" y="61"/>
                  <a:pt x="86" y="61"/>
                </a:cubicBezTo>
                <a:cubicBezTo>
                  <a:pt x="86" y="61"/>
                  <a:pt x="86" y="61"/>
                  <a:pt x="86" y="61"/>
                </a:cubicBezTo>
                <a:close/>
                <a:moveTo>
                  <a:pt x="50" y="65"/>
                </a:moveTo>
                <a:cubicBezTo>
                  <a:pt x="42" y="65"/>
                  <a:pt x="35" y="58"/>
                  <a:pt x="35" y="50"/>
                </a:cubicBezTo>
                <a:cubicBezTo>
                  <a:pt x="35" y="40"/>
                  <a:pt x="42" y="33"/>
                  <a:pt x="50" y="33"/>
                </a:cubicBezTo>
                <a:cubicBezTo>
                  <a:pt x="59" y="33"/>
                  <a:pt x="66" y="40"/>
                  <a:pt x="66" y="50"/>
                </a:cubicBezTo>
                <a:cubicBezTo>
                  <a:pt x="66" y="58"/>
                  <a:pt x="59" y="65"/>
                  <a:pt x="50" y="65"/>
                </a:cubicBezTo>
                <a:close/>
              </a:path>
            </a:pathLst>
          </a:custGeom>
          <a:solidFill>
            <a:srgbClr val="16A085"/>
          </a:solidFill>
          <a:ln w="9525">
            <a:noFill/>
            <a:miter lim="800000"/>
            <a:headEnd/>
            <a:tailEnd/>
          </a:ln>
        </p:spPr>
        <p:txBody>
          <a:bodyPr/>
          <a:lstStyle/>
          <a:p>
            <a:endParaRPr lang="el-GR">
              <a:solidFill>
                <a:srgbClr val="000000"/>
              </a:solidFill>
            </a:endParaRPr>
          </a:p>
        </p:txBody>
      </p:sp>
      <p:grpSp>
        <p:nvGrpSpPr>
          <p:cNvPr id="58" name="Group 57"/>
          <p:cNvGrpSpPr/>
          <p:nvPr/>
        </p:nvGrpSpPr>
        <p:grpSpPr>
          <a:xfrm>
            <a:off x="795981" y="2760655"/>
            <a:ext cx="459574" cy="628003"/>
            <a:chOff x="3449638" y="3379788"/>
            <a:chExt cx="303213" cy="414338"/>
          </a:xfrm>
          <a:solidFill>
            <a:srgbClr val="16A085"/>
          </a:solidFill>
        </p:grpSpPr>
        <p:sp>
          <p:nvSpPr>
            <p:cNvPr id="59" name="Freeform 85"/>
            <p:cNvSpPr>
              <a:spLocks/>
            </p:cNvSpPr>
            <p:nvPr/>
          </p:nvSpPr>
          <p:spPr bwMode="auto">
            <a:xfrm>
              <a:off x="3449638" y="3552826"/>
              <a:ext cx="303213" cy="136525"/>
            </a:xfrm>
            <a:custGeom>
              <a:avLst/>
              <a:gdLst>
                <a:gd name="T0" fmla="*/ 41 w 81"/>
                <a:gd name="T1" fmla="*/ 14 h 36"/>
                <a:gd name="T2" fmla="*/ 2 w 81"/>
                <a:gd name="T3" fmla="*/ 0 h 36"/>
                <a:gd name="T4" fmla="*/ 0 w 81"/>
                <a:gd name="T5" fmla="*/ 4 h 36"/>
                <a:gd name="T6" fmla="*/ 0 w 81"/>
                <a:gd name="T7" fmla="*/ 18 h 36"/>
                <a:gd name="T8" fmla="*/ 41 w 81"/>
                <a:gd name="T9" fmla="*/ 36 h 36"/>
                <a:gd name="T10" fmla="*/ 81 w 81"/>
                <a:gd name="T11" fmla="*/ 18 h 36"/>
                <a:gd name="T12" fmla="*/ 81 w 81"/>
                <a:gd name="T13" fmla="*/ 4 h 36"/>
                <a:gd name="T14" fmla="*/ 79 w 81"/>
                <a:gd name="T15" fmla="*/ 0 h 36"/>
                <a:gd name="T16" fmla="*/ 41 w 81"/>
                <a:gd name="T17"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6">
                  <a:moveTo>
                    <a:pt x="41" y="14"/>
                  </a:moveTo>
                  <a:cubicBezTo>
                    <a:pt x="22" y="14"/>
                    <a:pt x="6" y="8"/>
                    <a:pt x="2" y="0"/>
                  </a:cubicBezTo>
                  <a:cubicBezTo>
                    <a:pt x="1" y="0"/>
                    <a:pt x="0" y="2"/>
                    <a:pt x="0" y="4"/>
                  </a:cubicBezTo>
                  <a:cubicBezTo>
                    <a:pt x="0" y="18"/>
                    <a:pt x="0" y="18"/>
                    <a:pt x="0" y="18"/>
                  </a:cubicBezTo>
                  <a:cubicBezTo>
                    <a:pt x="0" y="28"/>
                    <a:pt x="18" y="36"/>
                    <a:pt x="41" y="36"/>
                  </a:cubicBezTo>
                  <a:cubicBezTo>
                    <a:pt x="63" y="36"/>
                    <a:pt x="81" y="28"/>
                    <a:pt x="81" y="18"/>
                  </a:cubicBezTo>
                  <a:cubicBezTo>
                    <a:pt x="81" y="4"/>
                    <a:pt x="81" y="4"/>
                    <a:pt x="81" y="4"/>
                  </a:cubicBezTo>
                  <a:cubicBezTo>
                    <a:pt x="81" y="2"/>
                    <a:pt x="80" y="0"/>
                    <a:pt x="79" y="0"/>
                  </a:cubicBezTo>
                  <a:cubicBezTo>
                    <a:pt x="75" y="8"/>
                    <a:pt x="60" y="14"/>
                    <a:pt x="41" y="1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0" name="Freeform 86"/>
            <p:cNvSpPr>
              <a:spLocks/>
            </p:cNvSpPr>
            <p:nvPr/>
          </p:nvSpPr>
          <p:spPr bwMode="auto">
            <a:xfrm>
              <a:off x="3449638" y="3654426"/>
              <a:ext cx="303213" cy="139700"/>
            </a:xfrm>
            <a:custGeom>
              <a:avLst/>
              <a:gdLst>
                <a:gd name="T0" fmla="*/ 41 w 81"/>
                <a:gd name="T1" fmla="*/ 14 h 37"/>
                <a:gd name="T2" fmla="*/ 2 w 81"/>
                <a:gd name="T3" fmla="*/ 0 h 37"/>
                <a:gd name="T4" fmla="*/ 0 w 81"/>
                <a:gd name="T5" fmla="*/ 4 h 37"/>
                <a:gd name="T6" fmla="*/ 0 w 81"/>
                <a:gd name="T7" fmla="*/ 18 h 37"/>
                <a:gd name="T8" fmla="*/ 41 w 81"/>
                <a:gd name="T9" fmla="*/ 37 h 37"/>
                <a:gd name="T10" fmla="*/ 81 w 81"/>
                <a:gd name="T11" fmla="*/ 18 h 37"/>
                <a:gd name="T12" fmla="*/ 81 w 81"/>
                <a:gd name="T13" fmla="*/ 4 h 37"/>
                <a:gd name="T14" fmla="*/ 79 w 81"/>
                <a:gd name="T15" fmla="*/ 0 h 37"/>
                <a:gd name="T16" fmla="*/ 41 w 81"/>
                <a:gd name="T1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7">
                  <a:moveTo>
                    <a:pt x="41" y="14"/>
                  </a:moveTo>
                  <a:cubicBezTo>
                    <a:pt x="22" y="14"/>
                    <a:pt x="6" y="8"/>
                    <a:pt x="2" y="0"/>
                  </a:cubicBezTo>
                  <a:cubicBezTo>
                    <a:pt x="1" y="2"/>
                    <a:pt x="0" y="3"/>
                    <a:pt x="0" y="4"/>
                  </a:cubicBezTo>
                  <a:cubicBezTo>
                    <a:pt x="0" y="18"/>
                    <a:pt x="0" y="18"/>
                    <a:pt x="0" y="18"/>
                  </a:cubicBezTo>
                  <a:cubicBezTo>
                    <a:pt x="0" y="29"/>
                    <a:pt x="18" y="37"/>
                    <a:pt x="41" y="37"/>
                  </a:cubicBezTo>
                  <a:cubicBezTo>
                    <a:pt x="63" y="37"/>
                    <a:pt x="81" y="29"/>
                    <a:pt x="81" y="18"/>
                  </a:cubicBezTo>
                  <a:cubicBezTo>
                    <a:pt x="81" y="4"/>
                    <a:pt x="81" y="4"/>
                    <a:pt x="81" y="4"/>
                  </a:cubicBezTo>
                  <a:cubicBezTo>
                    <a:pt x="81" y="3"/>
                    <a:pt x="80" y="2"/>
                    <a:pt x="79" y="0"/>
                  </a:cubicBezTo>
                  <a:cubicBezTo>
                    <a:pt x="75" y="8"/>
                    <a:pt x="60" y="14"/>
                    <a:pt x="41" y="1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1" name="Freeform 87"/>
            <p:cNvSpPr>
              <a:spLocks/>
            </p:cNvSpPr>
            <p:nvPr/>
          </p:nvSpPr>
          <p:spPr bwMode="auto">
            <a:xfrm>
              <a:off x="3449638" y="3451226"/>
              <a:ext cx="303213" cy="136525"/>
            </a:xfrm>
            <a:custGeom>
              <a:avLst/>
              <a:gdLst>
                <a:gd name="T0" fmla="*/ 79 w 81"/>
                <a:gd name="T1" fmla="*/ 0 h 36"/>
                <a:gd name="T2" fmla="*/ 41 w 81"/>
                <a:gd name="T3" fmla="*/ 13 h 36"/>
                <a:gd name="T4" fmla="*/ 2 w 81"/>
                <a:gd name="T5" fmla="*/ 0 h 36"/>
                <a:gd name="T6" fmla="*/ 0 w 81"/>
                <a:gd name="T7" fmla="*/ 4 h 36"/>
                <a:gd name="T8" fmla="*/ 0 w 81"/>
                <a:gd name="T9" fmla="*/ 18 h 36"/>
                <a:gd name="T10" fmla="*/ 41 w 81"/>
                <a:gd name="T11" fmla="*/ 36 h 36"/>
                <a:gd name="T12" fmla="*/ 81 w 81"/>
                <a:gd name="T13" fmla="*/ 18 h 36"/>
                <a:gd name="T14" fmla="*/ 81 w 81"/>
                <a:gd name="T15" fmla="*/ 4 h 36"/>
                <a:gd name="T16" fmla="*/ 79 w 81"/>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6">
                  <a:moveTo>
                    <a:pt x="79" y="0"/>
                  </a:moveTo>
                  <a:cubicBezTo>
                    <a:pt x="79" y="8"/>
                    <a:pt x="62" y="13"/>
                    <a:pt x="41" y="13"/>
                  </a:cubicBezTo>
                  <a:cubicBezTo>
                    <a:pt x="20" y="13"/>
                    <a:pt x="2" y="8"/>
                    <a:pt x="2" y="0"/>
                  </a:cubicBezTo>
                  <a:cubicBezTo>
                    <a:pt x="1" y="2"/>
                    <a:pt x="0" y="3"/>
                    <a:pt x="0" y="4"/>
                  </a:cubicBezTo>
                  <a:cubicBezTo>
                    <a:pt x="0" y="18"/>
                    <a:pt x="0" y="18"/>
                    <a:pt x="0" y="18"/>
                  </a:cubicBezTo>
                  <a:cubicBezTo>
                    <a:pt x="0" y="28"/>
                    <a:pt x="18" y="36"/>
                    <a:pt x="41" y="36"/>
                  </a:cubicBezTo>
                  <a:cubicBezTo>
                    <a:pt x="63" y="36"/>
                    <a:pt x="81" y="28"/>
                    <a:pt x="81" y="18"/>
                  </a:cubicBezTo>
                  <a:cubicBezTo>
                    <a:pt x="81" y="4"/>
                    <a:pt x="81" y="4"/>
                    <a:pt x="81" y="4"/>
                  </a:cubicBezTo>
                  <a:cubicBezTo>
                    <a:pt x="81" y="3"/>
                    <a:pt x="80" y="2"/>
                    <a:pt x="79"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Oval 88"/>
            <p:cNvSpPr>
              <a:spLocks noChangeArrowheads="1"/>
            </p:cNvSpPr>
            <p:nvPr/>
          </p:nvSpPr>
          <p:spPr bwMode="auto">
            <a:xfrm>
              <a:off x="3455988" y="3379788"/>
              <a:ext cx="293688" cy="109538"/>
            </a:xfrm>
            <a:prstGeom prst="ellipse">
              <a:avLst/>
            </a:pr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63" name="Group 62"/>
          <p:cNvGrpSpPr/>
          <p:nvPr/>
        </p:nvGrpSpPr>
        <p:grpSpPr>
          <a:xfrm>
            <a:off x="724982" y="5311714"/>
            <a:ext cx="599127" cy="665348"/>
            <a:chOff x="7502526" y="2405063"/>
            <a:chExt cx="301625" cy="334963"/>
          </a:xfrm>
          <a:solidFill>
            <a:srgbClr val="16A085"/>
          </a:solidFill>
        </p:grpSpPr>
        <p:sp>
          <p:nvSpPr>
            <p:cNvPr id="64" name="Freeform 112"/>
            <p:cNvSpPr>
              <a:spLocks/>
            </p:cNvSpPr>
            <p:nvPr/>
          </p:nvSpPr>
          <p:spPr bwMode="auto">
            <a:xfrm>
              <a:off x="7708901" y="2405063"/>
              <a:ext cx="95250" cy="90488"/>
            </a:xfrm>
            <a:custGeom>
              <a:avLst/>
              <a:gdLst>
                <a:gd name="T0" fmla="*/ 19 w 25"/>
                <a:gd name="T1" fmla="*/ 24 h 24"/>
                <a:gd name="T2" fmla="*/ 21 w 25"/>
                <a:gd name="T3" fmla="*/ 22 h 24"/>
                <a:gd name="T4" fmla="*/ 19 w 25"/>
                <a:gd name="T5" fmla="*/ 4 h 24"/>
                <a:gd name="T6" fmla="*/ 0 w 25"/>
                <a:gd name="T7" fmla="*/ 7 h 24"/>
                <a:gd name="T8" fmla="*/ 0 w 25"/>
                <a:gd name="T9" fmla="*/ 8 h 24"/>
                <a:gd name="T10" fmla="*/ 19 w 25"/>
                <a:gd name="T11" fmla="*/ 24 h 24"/>
              </a:gdLst>
              <a:ahLst/>
              <a:cxnLst>
                <a:cxn ang="0">
                  <a:pos x="T0" y="T1"/>
                </a:cxn>
                <a:cxn ang="0">
                  <a:pos x="T2" y="T3"/>
                </a:cxn>
                <a:cxn ang="0">
                  <a:pos x="T4" y="T5"/>
                </a:cxn>
                <a:cxn ang="0">
                  <a:pos x="T6" y="T7"/>
                </a:cxn>
                <a:cxn ang="0">
                  <a:pos x="T8" y="T9"/>
                </a:cxn>
                <a:cxn ang="0">
                  <a:pos x="T10" y="T11"/>
                </a:cxn>
              </a:cxnLst>
              <a:rect l="0" t="0" r="r" b="b"/>
              <a:pathLst>
                <a:path w="25" h="24">
                  <a:moveTo>
                    <a:pt x="19" y="24"/>
                  </a:moveTo>
                  <a:cubicBezTo>
                    <a:pt x="20" y="23"/>
                    <a:pt x="20" y="23"/>
                    <a:pt x="21" y="22"/>
                  </a:cubicBezTo>
                  <a:cubicBezTo>
                    <a:pt x="25" y="17"/>
                    <a:pt x="24" y="8"/>
                    <a:pt x="19" y="4"/>
                  </a:cubicBezTo>
                  <a:cubicBezTo>
                    <a:pt x="13" y="0"/>
                    <a:pt x="5" y="1"/>
                    <a:pt x="0" y="7"/>
                  </a:cubicBezTo>
                  <a:cubicBezTo>
                    <a:pt x="0" y="7"/>
                    <a:pt x="0" y="7"/>
                    <a:pt x="0" y="8"/>
                  </a:cubicBezTo>
                  <a:cubicBezTo>
                    <a:pt x="8" y="11"/>
                    <a:pt x="15" y="17"/>
                    <a:pt x="19"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113"/>
            <p:cNvSpPr>
              <a:spLocks noEditPoints="1"/>
            </p:cNvSpPr>
            <p:nvPr/>
          </p:nvSpPr>
          <p:spPr bwMode="auto">
            <a:xfrm>
              <a:off x="7518401" y="2438401"/>
              <a:ext cx="274638" cy="301625"/>
            </a:xfrm>
            <a:custGeom>
              <a:avLst/>
              <a:gdLst>
                <a:gd name="T0" fmla="*/ 43 w 73"/>
                <a:gd name="T1" fmla="*/ 0 h 80"/>
                <a:gd name="T2" fmla="*/ 42 w 73"/>
                <a:gd name="T3" fmla="*/ 0 h 80"/>
                <a:gd name="T4" fmla="*/ 42 w 73"/>
                <a:gd name="T5" fmla="*/ 0 h 80"/>
                <a:gd name="T6" fmla="*/ 41 w 73"/>
                <a:gd name="T7" fmla="*/ 0 h 80"/>
                <a:gd name="T8" fmla="*/ 41 w 73"/>
                <a:gd name="T9" fmla="*/ 0 h 80"/>
                <a:gd name="T10" fmla="*/ 40 w 73"/>
                <a:gd name="T11" fmla="*/ 0 h 80"/>
                <a:gd name="T12" fmla="*/ 40 w 73"/>
                <a:gd name="T13" fmla="*/ 0 h 80"/>
                <a:gd name="T14" fmla="*/ 39 w 73"/>
                <a:gd name="T15" fmla="*/ 0 h 80"/>
                <a:gd name="T16" fmla="*/ 39 w 73"/>
                <a:gd name="T17" fmla="*/ 0 h 80"/>
                <a:gd name="T18" fmla="*/ 38 w 73"/>
                <a:gd name="T19" fmla="*/ 0 h 80"/>
                <a:gd name="T20" fmla="*/ 38 w 73"/>
                <a:gd name="T21" fmla="*/ 0 h 80"/>
                <a:gd name="T22" fmla="*/ 37 w 73"/>
                <a:gd name="T23" fmla="*/ 0 h 80"/>
                <a:gd name="T24" fmla="*/ 36 w 73"/>
                <a:gd name="T25" fmla="*/ 0 h 80"/>
                <a:gd name="T26" fmla="*/ 35 w 73"/>
                <a:gd name="T27" fmla="*/ 0 h 80"/>
                <a:gd name="T28" fmla="*/ 34 w 73"/>
                <a:gd name="T29" fmla="*/ 0 h 80"/>
                <a:gd name="T30" fmla="*/ 33 w 73"/>
                <a:gd name="T31" fmla="*/ 0 h 80"/>
                <a:gd name="T32" fmla="*/ 32 w 73"/>
                <a:gd name="T33" fmla="*/ 0 h 80"/>
                <a:gd name="T34" fmla="*/ 32 w 73"/>
                <a:gd name="T35" fmla="*/ 0 h 80"/>
                <a:gd name="T36" fmla="*/ 32 w 73"/>
                <a:gd name="T37" fmla="*/ 0 h 80"/>
                <a:gd name="T38" fmla="*/ 32 w 73"/>
                <a:gd name="T39" fmla="*/ 0 h 80"/>
                <a:gd name="T40" fmla="*/ 31 w 73"/>
                <a:gd name="T41" fmla="*/ 0 h 80"/>
                <a:gd name="T42" fmla="*/ 31 w 73"/>
                <a:gd name="T43" fmla="*/ 0 h 80"/>
                <a:gd name="T44" fmla="*/ 30 w 73"/>
                <a:gd name="T45" fmla="*/ 0 h 80"/>
                <a:gd name="T46" fmla="*/ 0 w 73"/>
                <a:gd name="T47" fmla="*/ 37 h 80"/>
                <a:gd name="T48" fmla="*/ 12 w 73"/>
                <a:gd name="T49" fmla="*/ 64 h 80"/>
                <a:gd name="T50" fmla="*/ 7 w 73"/>
                <a:gd name="T51" fmla="*/ 69 h 80"/>
                <a:gd name="T52" fmla="*/ 7 w 73"/>
                <a:gd name="T53" fmla="*/ 77 h 80"/>
                <a:gd name="T54" fmla="*/ 14 w 73"/>
                <a:gd name="T55" fmla="*/ 77 h 80"/>
                <a:gd name="T56" fmla="*/ 21 w 73"/>
                <a:gd name="T57" fmla="*/ 70 h 80"/>
                <a:gd name="T58" fmla="*/ 36 w 73"/>
                <a:gd name="T59" fmla="*/ 73 h 80"/>
                <a:gd name="T60" fmla="*/ 52 w 73"/>
                <a:gd name="T61" fmla="*/ 70 h 80"/>
                <a:gd name="T62" fmla="*/ 58 w 73"/>
                <a:gd name="T63" fmla="*/ 77 h 80"/>
                <a:gd name="T64" fmla="*/ 66 w 73"/>
                <a:gd name="T65" fmla="*/ 77 h 80"/>
                <a:gd name="T66" fmla="*/ 66 w 73"/>
                <a:gd name="T67" fmla="*/ 69 h 80"/>
                <a:gd name="T68" fmla="*/ 61 w 73"/>
                <a:gd name="T69" fmla="*/ 64 h 80"/>
                <a:gd name="T70" fmla="*/ 73 w 73"/>
                <a:gd name="T71" fmla="*/ 37 h 80"/>
                <a:gd name="T72" fmla="*/ 43 w 73"/>
                <a:gd name="T73" fmla="*/ 0 h 80"/>
                <a:gd name="T74" fmla="*/ 36 w 73"/>
                <a:gd name="T75" fmla="*/ 65 h 80"/>
                <a:gd name="T76" fmla="*/ 8 w 73"/>
                <a:gd name="T77" fmla="*/ 37 h 80"/>
                <a:gd name="T78" fmla="*/ 36 w 73"/>
                <a:gd name="T79" fmla="*/ 8 h 80"/>
                <a:gd name="T80" fmla="*/ 64 w 73"/>
                <a:gd name="T81" fmla="*/ 37 h 80"/>
                <a:gd name="T82" fmla="*/ 36 w 73"/>
                <a:gd name="T83" fmla="*/ 6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 h="80">
                  <a:moveTo>
                    <a:pt x="43" y="0"/>
                  </a:moveTo>
                  <a:cubicBezTo>
                    <a:pt x="42" y="0"/>
                    <a:pt x="42" y="0"/>
                    <a:pt x="42" y="0"/>
                  </a:cubicBezTo>
                  <a:cubicBezTo>
                    <a:pt x="42" y="0"/>
                    <a:pt x="42" y="0"/>
                    <a:pt x="42" y="0"/>
                  </a:cubicBezTo>
                  <a:cubicBezTo>
                    <a:pt x="42" y="0"/>
                    <a:pt x="41" y="0"/>
                    <a:pt x="41" y="0"/>
                  </a:cubicBezTo>
                  <a:cubicBezTo>
                    <a:pt x="41" y="0"/>
                    <a:pt x="41" y="0"/>
                    <a:pt x="41" y="0"/>
                  </a:cubicBezTo>
                  <a:cubicBezTo>
                    <a:pt x="41" y="0"/>
                    <a:pt x="40" y="0"/>
                    <a:pt x="40" y="0"/>
                  </a:cubicBezTo>
                  <a:cubicBezTo>
                    <a:pt x="40" y="0"/>
                    <a:pt x="40" y="0"/>
                    <a:pt x="40" y="0"/>
                  </a:cubicBezTo>
                  <a:cubicBezTo>
                    <a:pt x="40" y="0"/>
                    <a:pt x="39" y="0"/>
                    <a:pt x="39" y="0"/>
                  </a:cubicBezTo>
                  <a:cubicBezTo>
                    <a:pt x="39" y="0"/>
                    <a:pt x="39" y="0"/>
                    <a:pt x="39" y="0"/>
                  </a:cubicBezTo>
                  <a:cubicBezTo>
                    <a:pt x="39" y="0"/>
                    <a:pt x="38" y="0"/>
                    <a:pt x="38" y="0"/>
                  </a:cubicBezTo>
                  <a:cubicBezTo>
                    <a:pt x="38" y="0"/>
                    <a:pt x="38" y="0"/>
                    <a:pt x="38" y="0"/>
                  </a:cubicBezTo>
                  <a:cubicBezTo>
                    <a:pt x="38" y="0"/>
                    <a:pt x="38" y="0"/>
                    <a:pt x="37" y="0"/>
                  </a:cubicBezTo>
                  <a:cubicBezTo>
                    <a:pt x="37" y="0"/>
                    <a:pt x="37" y="0"/>
                    <a:pt x="36" y="0"/>
                  </a:cubicBezTo>
                  <a:cubicBezTo>
                    <a:pt x="36" y="0"/>
                    <a:pt x="36" y="0"/>
                    <a:pt x="35" y="0"/>
                  </a:cubicBezTo>
                  <a:cubicBezTo>
                    <a:pt x="35" y="0"/>
                    <a:pt x="35" y="0"/>
                    <a:pt x="34" y="0"/>
                  </a:cubicBezTo>
                  <a:cubicBezTo>
                    <a:pt x="34" y="0"/>
                    <a:pt x="34" y="0"/>
                    <a:pt x="33" y="0"/>
                  </a:cubicBezTo>
                  <a:cubicBezTo>
                    <a:pt x="33" y="0"/>
                    <a:pt x="33" y="0"/>
                    <a:pt x="32" y="0"/>
                  </a:cubicBezTo>
                  <a:cubicBezTo>
                    <a:pt x="32" y="0"/>
                    <a:pt x="32" y="0"/>
                    <a:pt x="32" y="0"/>
                  </a:cubicBezTo>
                  <a:cubicBezTo>
                    <a:pt x="32" y="0"/>
                    <a:pt x="32" y="0"/>
                    <a:pt x="32" y="0"/>
                  </a:cubicBezTo>
                  <a:cubicBezTo>
                    <a:pt x="32" y="0"/>
                    <a:pt x="32" y="0"/>
                    <a:pt x="32" y="0"/>
                  </a:cubicBezTo>
                  <a:cubicBezTo>
                    <a:pt x="31" y="0"/>
                    <a:pt x="31" y="0"/>
                    <a:pt x="31" y="0"/>
                  </a:cubicBezTo>
                  <a:cubicBezTo>
                    <a:pt x="31" y="0"/>
                    <a:pt x="31" y="0"/>
                    <a:pt x="31" y="0"/>
                  </a:cubicBezTo>
                  <a:cubicBezTo>
                    <a:pt x="30" y="0"/>
                    <a:pt x="30" y="0"/>
                    <a:pt x="30" y="0"/>
                  </a:cubicBezTo>
                  <a:cubicBezTo>
                    <a:pt x="13" y="4"/>
                    <a:pt x="0" y="19"/>
                    <a:pt x="0" y="37"/>
                  </a:cubicBezTo>
                  <a:cubicBezTo>
                    <a:pt x="0" y="47"/>
                    <a:pt x="4" y="57"/>
                    <a:pt x="12" y="64"/>
                  </a:cubicBezTo>
                  <a:cubicBezTo>
                    <a:pt x="7" y="69"/>
                    <a:pt x="7" y="69"/>
                    <a:pt x="7" y="69"/>
                  </a:cubicBezTo>
                  <a:cubicBezTo>
                    <a:pt x="4" y="71"/>
                    <a:pt x="5" y="77"/>
                    <a:pt x="7" y="77"/>
                  </a:cubicBezTo>
                  <a:cubicBezTo>
                    <a:pt x="9" y="79"/>
                    <a:pt x="12" y="79"/>
                    <a:pt x="14" y="77"/>
                  </a:cubicBezTo>
                  <a:cubicBezTo>
                    <a:pt x="16" y="75"/>
                    <a:pt x="20" y="72"/>
                    <a:pt x="21" y="70"/>
                  </a:cubicBezTo>
                  <a:cubicBezTo>
                    <a:pt x="25" y="72"/>
                    <a:pt x="31" y="73"/>
                    <a:pt x="36" y="73"/>
                  </a:cubicBezTo>
                  <a:cubicBezTo>
                    <a:pt x="42" y="73"/>
                    <a:pt x="47" y="72"/>
                    <a:pt x="52" y="70"/>
                  </a:cubicBezTo>
                  <a:cubicBezTo>
                    <a:pt x="53" y="72"/>
                    <a:pt x="57" y="75"/>
                    <a:pt x="58" y="77"/>
                  </a:cubicBezTo>
                  <a:cubicBezTo>
                    <a:pt x="62" y="80"/>
                    <a:pt x="65" y="77"/>
                    <a:pt x="66" y="77"/>
                  </a:cubicBezTo>
                  <a:cubicBezTo>
                    <a:pt x="68" y="74"/>
                    <a:pt x="68" y="71"/>
                    <a:pt x="66" y="69"/>
                  </a:cubicBezTo>
                  <a:cubicBezTo>
                    <a:pt x="61" y="64"/>
                    <a:pt x="61" y="64"/>
                    <a:pt x="61" y="64"/>
                  </a:cubicBezTo>
                  <a:cubicBezTo>
                    <a:pt x="68" y="57"/>
                    <a:pt x="73" y="47"/>
                    <a:pt x="73" y="37"/>
                  </a:cubicBezTo>
                  <a:cubicBezTo>
                    <a:pt x="73" y="19"/>
                    <a:pt x="60" y="4"/>
                    <a:pt x="43" y="0"/>
                  </a:cubicBezTo>
                  <a:close/>
                  <a:moveTo>
                    <a:pt x="36" y="65"/>
                  </a:moveTo>
                  <a:cubicBezTo>
                    <a:pt x="21" y="65"/>
                    <a:pt x="8" y="52"/>
                    <a:pt x="8" y="37"/>
                  </a:cubicBezTo>
                  <a:cubicBezTo>
                    <a:pt x="8" y="21"/>
                    <a:pt x="21" y="8"/>
                    <a:pt x="36" y="8"/>
                  </a:cubicBezTo>
                  <a:cubicBezTo>
                    <a:pt x="52" y="8"/>
                    <a:pt x="64" y="21"/>
                    <a:pt x="64" y="37"/>
                  </a:cubicBezTo>
                  <a:cubicBezTo>
                    <a:pt x="64" y="52"/>
                    <a:pt x="52" y="65"/>
                    <a:pt x="36" y="65"/>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114"/>
            <p:cNvSpPr>
              <a:spLocks/>
            </p:cNvSpPr>
            <p:nvPr/>
          </p:nvSpPr>
          <p:spPr bwMode="auto">
            <a:xfrm>
              <a:off x="7502526" y="2405063"/>
              <a:ext cx="98425" cy="90488"/>
            </a:xfrm>
            <a:custGeom>
              <a:avLst/>
              <a:gdLst>
                <a:gd name="T0" fmla="*/ 6 w 26"/>
                <a:gd name="T1" fmla="*/ 24 h 24"/>
                <a:gd name="T2" fmla="*/ 26 w 26"/>
                <a:gd name="T3" fmla="*/ 8 h 24"/>
                <a:gd name="T4" fmla="*/ 25 w 26"/>
                <a:gd name="T5" fmla="*/ 7 h 24"/>
                <a:gd name="T6" fmla="*/ 7 w 26"/>
                <a:gd name="T7" fmla="*/ 4 h 24"/>
                <a:gd name="T8" fmla="*/ 5 w 26"/>
                <a:gd name="T9" fmla="*/ 22 h 24"/>
                <a:gd name="T10" fmla="*/ 6 w 26"/>
                <a:gd name="T11" fmla="*/ 24 h 24"/>
              </a:gdLst>
              <a:ahLst/>
              <a:cxnLst>
                <a:cxn ang="0">
                  <a:pos x="T0" y="T1"/>
                </a:cxn>
                <a:cxn ang="0">
                  <a:pos x="T2" y="T3"/>
                </a:cxn>
                <a:cxn ang="0">
                  <a:pos x="T4" y="T5"/>
                </a:cxn>
                <a:cxn ang="0">
                  <a:pos x="T6" y="T7"/>
                </a:cxn>
                <a:cxn ang="0">
                  <a:pos x="T8" y="T9"/>
                </a:cxn>
                <a:cxn ang="0">
                  <a:pos x="T10" y="T11"/>
                </a:cxn>
              </a:cxnLst>
              <a:rect l="0" t="0" r="r" b="b"/>
              <a:pathLst>
                <a:path w="26" h="24">
                  <a:moveTo>
                    <a:pt x="6" y="24"/>
                  </a:moveTo>
                  <a:cubicBezTo>
                    <a:pt x="11" y="17"/>
                    <a:pt x="18" y="11"/>
                    <a:pt x="26" y="8"/>
                  </a:cubicBezTo>
                  <a:cubicBezTo>
                    <a:pt x="26" y="7"/>
                    <a:pt x="25" y="7"/>
                    <a:pt x="25" y="7"/>
                  </a:cubicBezTo>
                  <a:cubicBezTo>
                    <a:pt x="21" y="1"/>
                    <a:pt x="13" y="0"/>
                    <a:pt x="7" y="4"/>
                  </a:cubicBezTo>
                  <a:cubicBezTo>
                    <a:pt x="1" y="8"/>
                    <a:pt x="0" y="17"/>
                    <a:pt x="5" y="22"/>
                  </a:cubicBezTo>
                  <a:cubicBezTo>
                    <a:pt x="5" y="23"/>
                    <a:pt x="6" y="23"/>
                    <a:pt x="6"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7" name="Freeform 115"/>
            <p:cNvSpPr>
              <a:spLocks/>
            </p:cNvSpPr>
            <p:nvPr/>
          </p:nvSpPr>
          <p:spPr bwMode="auto">
            <a:xfrm>
              <a:off x="7650163" y="2476501"/>
              <a:ext cx="11113" cy="44450"/>
            </a:xfrm>
            <a:custGeom>
              <a:avLst/>
              <a:gdLst>
                <a:gd name="T0" fmla="*/ 1 w 3"/>
                <a:gd name="T1" fmla="*/ 12 h 12"/>
                <a:gd name="T2" fmla="*/ 3 w 3"/>
                <a:gd name="T3" fmla="*/ 10 h 12"/>
                <a:gd name="T4" fmla="*/ 3 w 3"/>
                <a:gd name="T5" fmla="*/ 2 h 12"/>
                <a:gd name="T6" fmla="*/ 1 w 3"/>
                <a:gd name="T7" fmla="*/ 0 h 12"/>
                <a:gd name="T8" fmla="*/ 0 w 3"/>
                <a:gd name="T9" fmla="*/ 2 h 12"/>
                <a:gd name="T10" fmla="*/ 0 w 3"/>
                <a:gd name="T11" fmla="*/ 10 h 12"/>
                <a:gd name="T12" fmla="*/ 1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2"/>
                  </a:moveTo>
                  <a:cubicBezTo>
                    <a:pt x="2" y="12"/>
                    <a:pt x="3" y="11"/>
                    <a:pt x="3" y="10"/>
                  </a:cubicBezTo>
                  <a:cubicBezTo>
                    <a:pt x="3" y="2"/>
                    <a:pt x="3" y="2"/>
                    <a:pt x="3" y="2"/>
                  </a:cubicBezTo>
                  <a:cubicBezTo>
                    <a:pt x="3" y="1"/>
                    <a:pt x="2" y="0"/>
                    <a:pt x="1" y="0"/>
                  </a:cubicBezTo>
                  <a:cubicBezTo>
                    <a:pt x="0" y="0"/>
                    <a:pt x="0" y="1"/>
                    <a:pt x="0" y="2"/>
                  </a:cubicBezTo>
                  <a:cubicBezTo>
                    <a:pt x="0" y="10"/>
                    <a:pt x="0" y="10"/>
                    <a:pt x="0" y="10"/>
                  </a:cubicBezTo>
                  <a:cubicBezTo>
                    <a:pt x="0" y="11"/>
                    <a:pt x="0" y="12"/>
                    <a:pt x="1" y="1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116"/>
            <p:cNvSpPr>
              <a:spLocks/>
            </p:cNvSpPr>
            <p:nvPr/>
          </p:nvSpPr>
          <p:spPr bwMode="auto">
            <a:xfrm>
              <a:off x="7551738" y="2570163"/>
              <a:ext cx="44450" cy="11113"/>
            </a:xfrm>
            <a:custGeom>
              <a:avLst/>
              <a:gdLst>
                <a:gd name="T0" fmla="*/ 10 w 12"/>
                <a:gd name="T1" fmla="*/ 0 h 3"/>
                <a:gd name="T2" fmla="*/ 2 w 12"/>
                <a:gd name="T3" fmla="*/ 0 h 3"/>
                <a:gd name="T4" fmla="*/ 0 w 12"/>
                <a:gd name="T5" fmla="*/ 2 h 3"/>
                <a:gd name="T6" fmla="*/ 2 w 12"/>
                <a:gd name="T7" fmla="*/ 3 h 3"/>
                <a:gd name="T8" fmla="*/ 10 w 12"/>
                <a:gd name="T9" fmla="*/ 3 h 3"/>
                <a:gd name="T10" fmla="*/ 12 w 12"/>
                <a:gd name="T11" fmla="*/ 2 h 3"/>
                <a:gd name="T12" fmla="*/ 10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10" y="0"/>
                  </a:moveTo>
                  <a:cubicBezTo>
                    <a:pt x="2" y="0"/>
                    <a:pt x="2" y="0"/>
                    <a:pt x="2" y="0"/>
                  </a:cubicBezTo>
                  <a:cubicBezTo>
                    <a:pt x="1" y="0"/>
                    <a:pt x="0" y="1"/>
                    <a:pt x="0" y="2"/>
                  </a:cubicBezTo>
                  <a:cubicBezTo>
                    <a:pt x="0" y="3"/>
                    <a:pt x="1" y="3"/>
                    <a:pt x="2" y="3"/>
                  </a:cubicBezTo>
                  <a:cubicBezTo>
                    <a:pt x="10" y="3"/>
                    <a:pt x="10" y="3"/>
                    <a:pt x="10" y="3"/>
                  </a:cubicBezTo>
                  <a:cubicBezTo>
                    <a:pt x="11" y="3"/>
                    <a:pt x="12" y="3"/>
                    <a:pt x="12" y="2"/>
                  </a:cubicBezTo>
                  <a:cubicBezTo>
                    <a:pt x="12" y="1"/>
                    <a:pt x="11" y="0"/>
                    <a:pt x="10"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117"/>
            <p:cNvSpPr>
              <a:spLocks/>
            </p:cNvSpPr>
            <p:nvPr/>
          </p:nvSpPr>
          <p:spPr bwMode="auto">
            <a:xfrm>
              <a:off x="7708901" y="2570163"/>
              <a:ext cx="46038" cy="11113"/>
            </a:xfrm>
            <a:custGeom>
              <a:avLst/>
              <a:gdLst>
                <a:gd name="T0" fmla="*/ 10 w 12"/>
                <a:gd name="T1" fmla="*/ 0 h 3"/>
                <a:gd name="T2" fmla="*/ 2 w 12"/>
                <a:gd name="T3" fmla="*/ 0 h 3"/>
                <a:gd name="T4" fmla="*/ 0 w 12"/>
                <a:gd name="T5" fmla="*/ 2 h 3"/>
                <a:gd name="T6" fmla="*/ 2 w 12"/>
                <a:gd name="T7" fmla="*/ 3 h 3"/>
                <a:gd name="T8" fmla="*/ 10 w 12"/>
                <a:gd name="T9" fmla="*/ 3 h 3"/>
                <a:gd name="T10" fmla="*/ 12 w 12"/>
                <a:gd name="T11" fmla="*/ 2 h 3"/>
                <a:gd name="T12" fmla="*/ 10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10" y="0"/>
                  </a:moveTo>
                  <a:cubicBezTo>
                    <a:pt x="2" y="0"/>
                    <a:pt x="2" y="0"/>
                    <a:pt x="2" y="0"/>
                  </a:cubicBezTo>
                  <a:cubicBezTo>
                    <a:pt x="1" y="0"/>
                    <a:pt x="0" y="1"/>
                    <a:pt x="0" y="2"/>
                  </a:cubicBezTo>
                  <a:cubicBezTo>
                    <a:pt x="0" y="3"/>
                    <a:pt x="1" y="3"/>
                    <a:pt x="2" y="3"/>
                  </a:cubicBezTo>
                  <a:cubicBezTo>
                    <a:pt x="10" y="3"/>
                    <a:pt x="10" y="3"/>
                    <a:pt x="10" y="3"/>
                  </a:cubicBezTo>
                  <a:cubicBezTo>
                    <a:pt x="11" y="3"/>
                    <a:pt x="12" y="3"/>
                    <a:pt x="12" y="2"/>
                  </a:cubicBezTo>
                  <a:cubicBezTo>
                    <a:pt x="12" y="1"/>
                    <a:pt x="11" y="0"/>
                    <a:pt x="10"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0" name="Freeform 118"/>
            <p:cNvSpPr>
              <a:spLocks/>
            </p:cNvSpPr>
            <p:nvPr/>
          </p:nvSpPr>
          <p:spPr bwMode="auto">
            <a:xfrm>
              <a:off x="7650163" y="2633663"/>
              <a:ext cx="11113" cy="46038"/>
            </a:xfrm>
            <a:custGeom>
              <a:avLst/>
              <a:gdLst>
                <a:gd name="T0" fmla="*/ 1 w 3"/>
                <a:gd name="T1" fmla="*/ 0 h 12"/>
                <a:gd name="T2" fmla="*/ 0 w 3"/>
                <a:gd name="T3" fmla="*/ 1 h 12"/>
                <a:gd name="T4" fmla="*/ 0 w 3"/>
                <a:gd name="T5" fmla="*/ 10 h 12"/>
                <a:gd name="T6" fmla="*/ 1 w 3"/>
                <a:gd name="T7" fmla="*/ 12 h 12"/>
                <a:gd name="T8" fmla="*/ 3 w 3"/>
                <a:gd name="T9" fmla="*/ 10 h 12"/>
                <a:gd name="T10" fmla="*/ 3 w 3"/>
                <a:gd name="T11" fmla="*/ 1 h 12"/>
                <a:gd name="T12" fmla="*/ 1 w 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0"/>
                  </a:moveTo>
                  <a:cubicBezTo>
                    <a:pt x="0" y="0"/>
                    <a:pt x="0" y="1"/>
                    <a:pt x="0" y="1"/>
                  </a:cubicBezTo>
                  <a:cubicBezTo>
                    <a:pt x="0" y="10"/>
                    <a:pt x="0" y="10"/>
                    <a:pt x="0" y="10"/>
                  </a:cubicBezTo>
                  <a:cubicBezTo>
                    <a:pt x="0" y="11"/>
                    <a:pt x="0" y="12"/>
                    <a:pt x="1" y="12"/>
                  </a:cubicBezTo>
                  <a:cubicBezTo>
                    <a:pt x="2" y="12"/>
                    <a:pt x="3" y="11"/>
                    <a:pt x="3" y="10"/>
                  </a:cubicBezTo>
                  <a:cubicBezTo>
                    <a:pt x="3" y="1"/>
                    <a:pt x="3" y="1"/>
                    <a:pt x="3" y="1"/>
                  </a:cubicBezTo>
                  <a:cubicBezTo>
                    <a:pt x="3" y="1"/>
                    <a:pt x="2" y="0"/>
                    <a:pt x="1" y="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1" name="Freeform 119"/>
            <p:cNvSpPr>
              <a:spLocks/>
            </p:cNvSpPr>
            <p:nvPr/>
          </p:nvSpPr>
          <p:spPr bwMode="auto">
            <a:xfrm>
              <a:off x="7593013" y="2506663"/>
              <a:ext cx="128588" cy="85725"/>
            </a:xfrm>
            <a:custGeom>
              <a:avLst/>
              <a:gdLst>
                <a:gd name="T0" fmla="*/ 18 w 34"/>
                <a:gd name="T1" fmla="*/ 18 h 23"/>
                <a:gd name="T2" fmla="*/ 33 w 34"/>
                <a:gd name="T3" fmla="*/ 3 h 23"/>
                <a:gd name="T4" fmla="*/ 34 w 34"/>
                <a:gd name="T5" fmla="*/ 2 h 23"/>
                <a:gd name="T6" fmla="*/ 33 w 34"/>
                <a:gd name="T7" fmla="*/ 1 h 23"/>
                <a:gd name="T8" fmla="*/ 32 w 34"/>
                <a:gd name="T9" fmla="*/ 0 h 23"/>
                <a:gd name="T10" fmla="*/ 31 w 34"/>
                <a:gd name="T11" fmla="*/ 1 h 23"/>
                <a:gd name="T12" fmla="*/ 20 w 34"/>
                <a:gd name="T13" fmla="*/ 12 h 23"/>
                <a:gd name="T14" fmla="*/ 16 w 34"/>
                <a:gd name="T15" fmla="*/ 16 h 23"/>
                <a:gd name="T16" fmla="*/ 16 w 34"/>
                <a:gd name="T17" fmla="*/ 16 h 23"/>
                <a:gd name="T18" fmla="*/ 16 w 34"/>
                <a:gd name="T19" fmla="*/ 16 h 23"/>
                <a:gd name="T20" fmla="*/ 15 w 34"/>
                <a:gd name="T21" fmla="*/ 15 h 23"/>
                <a:gd name="T22" fmla="*/ 15 w 34"/>
                <a:gd name="T23" fmla="*/ 15 h 23"/>
                <a:gd name="T24" fmla="*/ 15 w 34"/>
                <a:gd name="T25" fmla="*/ 15 h 23"/>
                <a:gd name="T26" fmla="*/ 4 w 34"/>
                <a:gd name="T27" fmla="*/ 7 h 23"/>
                <a:gd name="T28" fmla="*/ 2 w 34"/>
                <a:gd name="T29" fmla="*/ 6 h 23"/>
                <a:gd name="T30" fmla="*/ 1 w 34"/>
                <a:gd name="T31" fmla="*/ 7 h 23"/>
                <a:gd name="T32" fmla="*/ 0 w 34"/>
                <a:gd name="T33" fmla="*/ 9 h 23"/>
                <a:gd name="T34" fmla="*/ 1 w 34"/>
                <a:gd name="T35" fmla="*/ 10 h 23"/>
                <a:gd name="T36" fmla="*/ 13 w 34"/>
                <a:gd name="T37" fmla="*/ 19 h 23"/>
                <a:gd name="T38" fmla="*/ 12 w 34"/>
                <a:gd name="T39" fmla="*/ 20 h 23"/>
                <a:gd name="T40" fmla="*/ 11 w 34"/>
                <a:gd name="T41" fmla="*/ 21 h 23"/>
                <a:gd name="T42" fmla="*/ 12 w 34"/>
                <a:gd name="T43" fmla="*/ 23 h 23"/>
                <a:gd name="T44" fmla="*/ 13 w 34"/>
                <a:gd name="T45" fmla="*/ 23 h 23"/>
                <a:gd name="T46" fmla="*/ 16 w 34"/>
                <a:gd name="T47" fmla="*/ 21 h 23"/>
                <a:gd name="T48" fmla="*/ 17 w 34"/>
                <a:gd name="T49" fmla="*/ 22 h 23"/>
                <a:gd name="T50" fmla="*/ 18 w 34"/>
                <a:gd name="T51" fmla="*/ 23 h 23"/>
                <a:gd name="T52" fmla="*/ 20 w 34"/>
                <a:gd name="T53" fmla="*/ 23 h 23"/>
                <a:gd name="T54" fmla="*/ 21 w 34"/>
                <a:gd name="T55" fmla="*/ 21 h 23"/>
                <a:gd name="T56" fmla="*/ 21 w 34"/>
                <a:gd name="T57" fmla="*/ 19 h 23"/>
                <a:gd name="T58" fmla="*/ 18 w 34"/>
                <a:gd name="T59"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 h="23">
                  <a:moveTo>
                    <a:pt x="18" y="18"/>
                  </a:moveTo>
                  <a:cubicBezTo>
                    <a:pt x="33" y="3"/>
                    <a:pt x="33" y="3"/>
                    <a:pt x="33" y="3"/>
                  </a:cubicBezTo>
                  <a:cubicBezTo>
                    <a:pt x="33" y="3"/>
                    <a:pt x="34" y="2"/>
                    <a:pt x="34" y="2"/>
                  </a:cubicBezTo>
                  <a:cubicBezTo>
                    <a:pt x="34" y="2"/>
                    <a:pt x="33" y="1"/>
                    <a:pt x="33" y="1"/>
                  </a:cubicBezTo>
                  <a:cubicBezTo>
                    <a:pt x="33" y="1"/>
                    <a:pt x="32" y="0"/>
                    <a:pt x="32" y="0"/>
                  </a:cubicBezTo>
                  <a:cubicBezTo>
                    <a:pt x="32" y="0"/>
                    <a:pt x="31" y="1"/>
                    <a:pt x="31" y="1"/>
                  </a:cubicBezTo>
                  <a:cubicBezTo>
                    <a:pt x="20" y="12"/>
                    <a:pt x="20" y="12"/>
                    <a:pt x="20" y="12"/>
                  </a:cubicBezTo>
                  <a:cubicBezTo>
                    <a:pt x="16" y="16"/>
                    <a:pt x="16" y="16"/>
                    <a:pt x="16" y="16"/>
                  </a:cubicBezTo>
                  <a:cubicBezTo>
                    <a:pt x="16" y="16"/>
                    <a:pt x="16" y="16"/>
                    <a:pt x="16" y="16"/>
                  </a:cubicBezTo>
                  <a:cubicBezTo>
                    <a:pt x="16" y="16"/>
                    <a:pt x="16" y="16"/>
                    <a:pt x="16" y="16"/>
                  </a:cubicBezTo>
                  <a:cubicBezTo>
                    <a:pt x="15" y="15"/>
                    <a:pt x="15" y="15"/>
                    <a:pt x="15" y="15"/>
                  </a:cubicBezTo>
                  <a:cubicBezTo>
                    <a:pt x="15" y="15"/>
                    <a:pt x="15" y="15"/>
                    <a:pt x="15" y="15"/>
                  </a:cubicBezTo>
                  <a:cubicBezTo>
                    <a:pt x="15" y="15"/>
                    <a:pt x="15" y="15"/>
                    <a:pt x="15" y="15"/>
                  </a:cubicBezTo>
                  <a:cubicBezTo>
                    <a:pt x="4" y="7"/>
                    <a:pt x="4" y="7"/>
                    <a:pt x="4" y="7"/>
                  </a:cubicBezTo>
                  <a:cubicBezTo>
                    <a:pt x="3" y="6"/>
                    <a:pt x="3" y="6"/>
                    <a:pt x="2" y="6"/>
                  </a:cubicBezTo>
                  <a:cubicBezTo>
                    <a:pt x="2" y="6"/>
                    <a:pt x="1" y="7"/>
                    <a:pt x="1" y="7"/>
                  </a:cubicBezTo>
                  <a:cubicBezTo>
                    <a:pt x="0" y="8"/>
                    <a:pt x="0" y="8"/>
                    <a:pt x="0" y="9"/>
                  </a:cubicBezTo>
                  <a:cubicBezTo>
                    <a:pt x="0" y="9"/>
                    <a:pt x="1" y="10"/>
                    <a:pt x="1" y="10"/>
                  </a:cubicBezTo>
                  <a:cubicBezTo>
                    <a:pt x="13" y="19"/>
                    <a:pt x="13" y="19"/>
                    <a:pt x="13" y="19"/>
                  </a:cubicBezTo>
                  <a:cubicBezTo>
                    <a:pt x="12" y="20"/>
                    <a:pt x="12" y="20"/>
                    <a:pt x="12" y="20"/>
                  </a:cubicBezTo>
                  <a:cubicBezTo>
                    <a:pt x="11" y="21"/>
                    <a:pt x="11" y="21"/>
                    <a:pt x="11" y="21"/>
                  </a:cubicBezTo>
                  <a:cubicBezTo>
                    <a:pt x="11" y="22"/>
                    <a:pt x="11" y="22"/>
                    <a:pt x="12" y="23"/>
                  </a:cubicBezTo>
                  <a:cubicBezTo>
                    <a:pt x="12" y="23"/>
                    <a:pt x="12" y="23"/>
                    <a:pt x="13" y="23"/>
                  </a:cubicBezTo>
                  <a:cubicBezTo>
                    <a:pt x="16" y="21"/>
                    <a:pt x="16" y="21"/>
                    <a:pt x="16" y="21"/>
                  </a:cubicBezTo>
                  <a:cubicBezTo>
                    <a:pt x="17" y="22"/>
                    <a:pt x="17" y="22"/>
                    <a:pt x="17" y="22"/>
                  </a:cubicBezTo>
                  <a:cubicBezTo>
                    <a:pt x="18" y="23"/>
                    <a:pt x="18" y="23"/>
                    <a:pt x="18" y="23"/>
                  </a:cubicBezTo>
                  <a:cubicBezTo>
                    <a:pt x="18" y="23"/>
                    <a:pt x="19" y="23"/>
                    <a:pt x="20" y="23"/>
                  </a:cubicBezTo>
                  <a:cubicBezTo>
                    <a:pt x="21" y="23"/>
                    <a:pt x="22" y="22"/>
                    <a:pt x="21" y="21"/>
                  </a:cubicBezTo>
                  <a:cubicBezTo>
                    <a:pt x="21" y="20"/>
                    <a:pt x="21" y="20"/>
                    <a:pt x="21" y="19"/>
                  </a:cubicBezTo>
                  <a:lnTo>
                    <a:pt x="18" y="18"/>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74"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31" presetClass="entr" presetSubtype="0" fill="hold" nodeType="afterEffect">
                                  <p:stCondLst>
                                    <p:cond delay="0"/>
                                  </p:stCondLst>
                                  <p:childTnLst>
                                    <p:set>
                                      <p:cBhvr>
                                        <p:cTn id="12" dur="1" fill="hold">
                                          <p:stCondLst>
                                            <p:cond delay="0"/>
                                          </p:stCondLst>
                                        </p:cTn>
                                        <p:tgtEl>
                                          <p:spTgt spid="72"/>
                                        </p:tgtEl>
                                        <p:attrNameLst>
                                          <p:attrName>style.visibility</p:attrName>
                                        </p:attrNameLst>
                                      </p:cBhvr>
                                      <p:to>
                                        <p:strVal val="visible"/>
                                      </p:to>
                                    </p:set>
                                    <p:anim calcmode="lin" valueType="num">
                                      <p:cBhvr>
                                        <p:cTn id="13" dur="500" fill="hold"/>
                                        <p:tgtEl>
                                          <p:spTgt spid="72"/>
                                        </p:tgtEl>
                                        <p:attrNameLst>
                                          <p:attrName>ppt_w</p:attrName>
                                        </p:attrNameLst>
                                      </p:cBhvr>
                                      <p:tavLst>
                                        <p:tav tm="0">
                                          <p:val>
                                            <p:fltVal val="0"/>
                                          </p:val>
                                        </p:tav>
                                        <p:tav tm="100000">
                                          <p:val>
                                            <p:strVal val="#ppt_w"/>
                                          </p:val>
                                        </p:tav>
                                      </p:tavLst>
                                    </p:anim>
                                    <p:anim calcmode="lin" valueType="num">
                                      <p:cBhvr>
                                        <p:cTn id="14" dur="500" fill="hold"/>
                                        <p:tgtEl>
                                          <p:spTgt spid="72"/>
                                        </p:tgtEl>
                                        <p:attrNameLst>
                                          <p:attrName>ppt_h</p:attrName>
                                        </p:attrNameLst>
                                      </p:cBhvr>
                                      <p:tavLst>
                                        <p:tav tm="0">
                                          <p:val>
                                            <p:fltVal val="0"/>
                                          </p:val>
                                        </p:tav>
                                        <p:tav tm="100000">
                                          <p:val>
                                            <p:strVal val="#ppt_h"/>
                                          </p:val>
                                        </p:tav>
                                      </p:tavLst>
                                    </p:anim>
                                    <p:anim calcmode="lin" valueType="num">
                                      <p:cBhvr>
                                        <p:cTn id="15" dur="500" fill="hold"/>
                                        <p:tgtEl>
                                          <p:spTgt spid="72"/>
                                        </p:tgtEl>
                                        <p:attrNameLst>
                                          <p:attrName>style.rotation</p:attrName>
                                        </p:attrNameLst>
                                      </p:cBhvr>
                                      <p:tavLst>
                                        <p:tav tm="0">
                                          <p:val>
                                            <p:fltVal val="90"/>
                                          </p:val>
                                        </p:tav>
                                        <p:tav tm="100000">
                                          <p:val>
                                            <p:fltVal val="0"/>
                                          </p:val>
                                        </p:tav>
                                      </p:tavLst>
                                    </p:anim>
                                    <p:animEffect transition="in" filter="fade">
                                      <p:cBhvr>
                                        <p:cTn id="16" dur="500"/>
                                        <p:tgtEl>
                                          <p:spTgt spid="72"/>
                                        </p:tgtEl>
                                      </p:cBhvr>
                                    </p:animEffect>
                                  </p:childTnLst>
                                </p:cTn>
                              </p:par>
                            </p:childTnLst>
                          </p:cTn>
                        </p:par>
                        <p:par>
                          <p:cTn id="17" fill="hold">
                            <p:stCondLst>
                              <p:cond delay="1000"/>
                            </p:stCondLst>
                            <p:childTnLst>
                              <p:par>
                                <p:cTn id="18" presetID="2" presetClass="entr" presetSubtype="4" fill="hold" nodeType="after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additive="base">
                                        <p:cTn id="20" dur="500" fill="hold"/>
                                        <p:tgtEl>
                                          <p:spTgt spid="58"/>
                                        </p:tgtEl>
                                        <p:attrNameLst>
                                          <p:attrName>ppt_x</p:attrName>
                                        </p:attrNameLst>
                                      </p:cBhvr>
                                      <p:tavLst>
                                        <p:tav tm="0">
                                          <p:val>
                                            <p:strVal val="#ppt_x"/>
                                          </p:val>
                                        </p:tav>
                                        <p:tav tm="100000">
                                          <p:val>
                                            <p:strVal val="#ppt_x"/>
                                          </p:val>
                                        </p:tav>
                                      </p:tavLst>
                                    </p:anim>
                                    <p:anim calcmode="lin" valueType="num">
                                      <p:cBhvr additive="base">
                                        <p:cTn id="21" dur="500" fill="hold"/>
                                        <p:tgtEl>
                                          <p:spTgt spid="58"/>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2" presetClass="entr" presetSubtype="4" fill="hold" grpId="0" nodeType="after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additive="base">
                                        <p:cTn id="25" dur="500" fill="hold"/>
                                        <p:tgtEl>
                                          <p:spTgt spid="54"/>
                                        </p:tgtEl>
                                        <p:attrNameLst>
                                          <p:attrName>ppt_x</p:attrName>
                                        </p:attrNameLst>
                                      </p:cBhvr>
                                      <p:tavLst>
                                        <p:tav tm="0">
                                          <p:val>
                                            <p:strVal val="#ppt_x"/>
                                          </p:val>
                                        </p:tav>
                                        <p:tav tm="100000">
                                          <p:val>
                                            <p:strVal val="#ppt_x"/>
                                          </p:val>
                                        </p:tav>
                                      </p:tavLst>
                                    </p:anim>
                                    <p:anim calcmode="lin" valueType="num">
                                      <p:cBhvr additive="base">
                                        <p:cTn id="26" dur="500" fill="hold"/>
                                        <p:tgtEl>
                                          <p:spTgt spid="54"/>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 presetClass="entr" presetSubtype="4" fill="hold" grpId="0" nodeType="after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 fill="hold"/>
                                        <p:tgtEl>
                                          <p:spTgt spid="57"/>
                                        </p:tgtEl>
                                        <p:attrNameLst>
                                          <p:attrName>ppt_x</p:attrName>
                                        </p:attrNameLst>
                                      </p:cBhvr>
                                      <p:tavLst>
                                        <p:tav tm="0">
                                          <p:val>
                                            <p:strVal val="#ppt_x"/>
                                          </p:val>
                                        </p:tav>
                                        <p:tav tm="100000">
                                          <p:val>
                                            <p:strVal val="#ppt_x"/>
                                          </p:val>
                                        </p:tav>
                                      </p:tavLst>
                                    </p:anim>
                                    <p:anim calcmode="lin" valueType="num">
                                      <p:cBhvr additive="base">
                                        <p:cTn id="31" dur="500" fill="hold"/>
                                        <p:tgtEl>
                                          <p:spTgt spid="57"/>
                                        </p:tgtEl>
                                        <p:attrNameLst>
                                          <p:attrName>ppt_y</p:attrName>
                                        </p:attrNameLst>
                                      </p:cBhvr>
                                      <p:tavLst>
                                        <p:tav tm="0">
                                          <p:val>
                                            <p:strVal val="1+#ppt_h/2"/>
                                          </p:val>
                                        </p:tav>
                                        <p:tav tm="100000">
                                          <p:val>
                                            <p:strVal val="#ppt_y"/>
                                          </p:val>
                                        </p:tav>
                                      </p:tavLst>
                                    </p:anim>
                                  </p:childTnLst>
                                </p:cTn>
                              </p:par>
                            </p:childTnLst>
                          </p:cTn>
                        </p:par>
                        <p:par>
                          <p:cTn id="32" fill="hold">
                            <p:stCondLst>
                              <p:cond delay="2500"/>
                            </p:stCondLst>
                            <p:childTnLst>
                              <p:par>
                                <p:cTn id="33" presetID="2" presetClass="entr" presetSubtype="4" fill="hold" grpId="0" nodeType="afterEffect">
                                  <p:stCondLst>
                                    <p:cond delay="0"/>
                                  </p:stCondLst>
                                  <p:childTnLst>
                                    <p:set>
                                      <p:cBhvr>
                                        <p:cTn id="34" dur="1" fill="hold">
                                          <p:stCondLst>
                                            <p:cond delay="0"/>
                                          </p:stCondLst>
                                        </p:cTn>
                                        <p:tgtEl>
                                          <p:spTgt spid="55"/>
                                        </p:tgtEl>
                                        <p:attrNameLst>
                                          <p:attrName>style.visibility</p:attrName>
                                        </p:attrNameLst>
                                      </p:cBhvr>
                                      <p:to>
                                        <p:strVal val="visible"/>
                                      </p:to>
                                    </p:set>
                                    <p:anim calcmode="lin" valueType="num">
                                      <p:cBhvr additive="base">
                                        <p:cTn id="35" dur="500" fill="hold"/>
                                        <p:tgtEl>
                                          <p:spTgt spid="55"/>
                                        </p:tgtEl>
                                        <p:attrNameLst>
                                          <p:attrName>ppt_x</p:attrName>
                                        </p:attrNameLst>
                                      </p:cBhvr>
                                      <p:tavLst>
                                        <p:tav tm="0">
                                          <p:val>
                                            <p:strVal val="#ppt_x"/>
                                          </p:val>
                                        </p:tav>
                                        <p:tav tm="100000">
                                          <p:val>
                                            <p:strVal val="#ppt_x"/>
                                          </p:val>
                                        </p:tav>
                                      </p:tavLst>
                                    </p:anim>
                                    <p:anim calcmode="lin" valueType="num">
                                      <p:cBhvr additive="base">
                                        <p:cTn id="36" dur="500" fill="hold"/>
                                        <p:tgtEl>
                                          <p:spTgt spid="55"/>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2" presetClass="entr" presetSubtype="4" fill="hold" nodeType="after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500" fill="hold"/>
                                        <p:tgtEl>
                                          <p:spTgt spid="63"/>
                                        </p:tgtEl>
                                        <p:attrNameLst>
                                          <p:attrName>ppt_x</p:attrName>
                                        </p:attrNameLst>
                                      </p:cBhvr>
                                      <p:tavLst>
                                        <p:tav tm="0">
                                          <p:val>
                                            <p:strVal val="#ppt_x"/>
                                          </p:val>
                                        </p:tav>
                                        <p:tav tm="100000">
                                          <p:val>
                                            <p:strVal val="#ppt_x"/>
                                          </p:val>
                                        </p:tav>
                                      </p:tavLst>
                                    </p:anim>
                                    <p:anim calcmode="lin" valueType="num">
                                      <p:cBhvr additive="base">
                                        <p:cTn id="41" dur="500" fill="hold"/>
                                        <p:tgtEl>
                                          <p:spTgt spid="63"/>
                                        </p:tgtEl>
                                        <p:attrNameLst>
                                          <p:attrName>ppt_y</p:attrName>
                                        </p:attrNameLst>
                                      </p:cBhvr>
                                      <p:tavLst>
                                        <p:tav tm="0">
                                          <p:val>
                                            <p:strVal val="1+#ppt_h/2"/>
                                          </p:val>
                                        </p:tav>
                                        <p:tav tm="100000">
                                          <p:val>
                                            <p:strVal val="#ppt_y"/>
                                          </p:val>
                                        </p:tav>
                                      </p:tavLst>
                                    </p:anim>
                                  </p:childTnLst>
                                </p:cTn>
                              </p:par>
                            </p:childTnLst>
                          </p:cTn>
                        </p:par>
                        <p:par>
                          <p:cTn id="42" fill="hold">
                            <p:stCondLst>
                              <p:cond delay="3500"/>
                            </p:stCondLst>
                            <p:childTnLst>
                              <p:par>
                                <p:cTn id="43" presetID="2" presetClass="entr" presetSubtype="4" fill="hold" grpId="0" nodeType="afterEffect">
                                  <p:stCondLst>
                                    <p:cond delay="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500" fill="hold"/>
                                        <p:tgtEl>
                                          <p:spTgt spid="56"/>
                                        </p:tgtEl>
                                        <p:attrNameLst>
                                          <p:attrName>ppt_x</p:attrName>
                                        </p:attrNameLst>
                                      </p:cBhvr>
                                      <p:tavLst>
                                        <p:tav tm="0">
                                          <p:val>
                                            <p:strVal val="#ppt_x"/>
                                          </p:val>
                                        </p:tav>
                                        <p:tav tm="100000">
                                          <p:val>
                                            <p:strVal val="#ppt_x"/>
                                          </p:val>
                                        </p:tav>
                                      </p:tavLst>
                                    </p:anim>
                                    <p:anim calcmode="lin" valueType="num">
                                      <p:cBhvr additive="base">
                                        <p:cTn id="46"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4" grpId="0"/>
      <p:bldP spid="55" grpId="0"/>
      <p:bldP spid="56" grpId="0"/>
      <p:bldP spid="57"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12192000" cy="6916738"/>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id-ID">
              <a:solidFill>
                <a:prstClr val="white"/>
              </a:solidFill>
            </a:endParaRPr>
          </a:p>
        </p:txBody>
      </p:sp>
      <p:sp>
        <p:nvSpPr>
          <p:cNvPr id="22" name="Title 1"/>
          <p:cNvSpPr>
            <a:spLocks noGrp="1"/>
          </p:cNvSpPr>
          <p:nvPr>
            <p:ph type="ctrTitle" idx="4294967295"/>
          </p:nvPr>
        </p:nvSpPr>
        <p:spPr>
          <a:xfrm>
            <a:off x="935038" y="2967038"/>
            <a:ext cx="10321925" cy="823912"/>
          </a:xfrm>
        </p:spPr>
        <p:txBody>
          <a:bodyPr anchor="b">
            <a:spAutoFit/>
          </a:bodyPr>
          <a:lstStyle/>
          <a:p>
            <a:pPr marL="838200" indent="-838200" algn="ctr" rtl="1" eaLnBrk="1" hangingPunct="1">
              <a:lnSpc>
                <a:spcPct val="100000"/>
              </a:lnSpc>
            </a:pPr>
            <a:r>
              <a:rPr lang="ar-SA" sz="4800" b="1" u="sng" dirty="0" smtClean="0">
                <a:solidFill>
                  <a:schemeClr val="bg1"/>
                </a:solidFill>
                <a:cs typeface="Arial" charset="0"/>
              </a:rPr>
              <a:t>التكنولوجيا والتربية البدنية</a:t>
            </a:r>
            <a:r>
              <a:rPr lang="ar-SA" sz="4800" b="1" u="sng" dirty="0" smtClean="0">
                <a:solidFill>
                  <a:schemeClr val="bg1"/>
                </a:solidFill>
              </a:rPr>
              <a:t> </a:t>
            </a:r>
            <a:endParaRPr lang="en-US" sz="4800" b="1" u="sng" dirty="0" smtClean="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p>
        </p:txBody>
      </p:sp>
      <p:sp>
        <p:nvSpPr>
          <p:cNvPr id="25" name="Rectangle 24"/>
          <p:cNvSpPr/>
          <p:nvPr/>
        </p:nvSpPr>
        <p:spPr>
          <a:xfrm>
            <a:off x="0" y="3951288"/>
            <a:ext cx="12192000" cy="182562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tx1"/>
              </a:solidFill>
            </a:endParaRPr>
          </a:p>
        </p:txBody>
      </p:sp>
      <p:sp>
        <p:nvSpPr>
          <p:cNvPr id="24" name="Title 13"/>
          <p:cNvSpPr txBox="1">
            <a:spLocks/>
          </p:cNvSpPr>
          <p:nvPr/>
        </p:nvSpPr>
        <p:spPr bwMode="auto">
          <a:xfrm>
            <a:off x="448235" y="4273550"/>
            <a:ext cx="11116236" cy="857250"/>
          </a:xfrm>
          <a:prstGeom prst="rect">
            <a:avLst/>
          </a:prstGeom>
          <a:noFill/>
          <a:ln w="9525">
            <a:noFill/>
            <a:miter lim="800000"/>
            <a:headEnd/>
            <a:tailEnd/>
          </a:ln>
        </p:spPr>
        <p:txBody>
          <a:bodyPr anchor="b"/>
          <a:lstStyle/>
          <a:p>
            <a:pPr algn="ctr">
              <a:lnSpc>
                <a:spcPct val="90000"/>
              </a:lnSpc>
            </a:pPr>
            <a:r>
              <a:rPr lang="ar-SA" sz="4000" b="1" dirty="0">
                <a:solidFill>
                  <a:srgbClr val="FFFF00"/>
                </a:solidFill>
              </a:rPr>
              <a:t>هل من الممكن دمج التكنولوجيا في موضوع التربية البدنية؟</a:t>
            </a:r>
            <a:endParaRPr lang="en-US" sz="4000" b="1" dirty="0">
              <a:solidFill>
                <a:srgbClr val="FFFF00"/>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1" presetClass="entr" presetSubtype="0" fill="hold" grpId="0" nodeType="afterEffect">
                                  <p:stCondLst>
                                    <p:cond delay="0"/>
                                  </p:stCondLst>
                                  <p:childTnLst>
                                    <p:set>
                                      <p:cBhvr>
                                        <p:cTn id="15"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90</a:t>
            </a:fld>
            <a:endParaRPr lang="en-US" sz="1600" dirty="0">
              <a:solidFill>
                <a:schemeClr val="bg1">
                  <a:lumMod val="95000"/>
                </a:schemeClr>
              </a:solidFill>
              <a:latin typeface="+mj-lt"/>
            </a:endParaRPr>
          </a:p>
        </p:txBody>
      </p:sp>
      <p:sp>
        <p:nvSpPr>
          <p:cNvPr id="428" name="Title 13"/>
          <p:cNvSpPr txBox="1">
            <a:spLocks/>
          </p:cNvSpPr>
          <p:nvPr/>
        </p:nvSpPr>
        <p:spPr>
          <a:xfrm>
            <a:off x="867103" y="2004638"/>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تحضير وإخراج الدروس والتدريبات وشرحها وإخراجها وكذلك محتويات الوحدات التدريبية</a:t>
            </a:r>
            <a:endParaRPr lang="en-US" sz="2800" b="1" dirty="0">
              <a:solidFill>
                <a:schemeClr val="bg1"/>
              </a:solidFill>
              <a:latin typeface="+mn-lt"/>
            </a:endParaRPr>
          </a:p>
        </p:txBody>
      </p:sp>
      <p:sp>
        <p:nvSpPr>
          <p:cNvPr id="430" name="Title 13"/>
          <p:cNvSpPr txBox="1">
            <a:spLocks/>
          </p:cNvSpPr>
          <p:nvPr/>
        </p:nvSpPr>
        <p:spPr>
          <a:xfrm>
            <a:off x="2405856" y="3141904"/>
            <a:ext cx="7265988" cy="523220"/>
          </a:xfrm>
          <a:prstGeom prst="rect">
            <a:avLst/>
          </a:prstGeom>
        </p:spPr>
        <p:txBody>
          <a:bodyPr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إعداد النموذج الرياضى الأمثل لمختلف المهارات الرياضية</a:t>
            </a:r>
            <a:endParaRPr lang="en-US" sz="2800" b="1" dirty="0">
              <a:solidFill>
                <a:schemeClr val="bg1"/>
              </a:solidFill>
              <a:latin typeface="+mn-lt"/>
            </a:endParaRPr>
          </a:p>
        </p:txBody>
      </p:sp>
      <p:sp>
        <p:nvSpPr>
          <p:cNvPr id="432" name="Title 13"/>
          <p:cNvSpPr txBox="1">
            <a:spLocks/>
          </p:cNvSpPr>
          <p:nvPr/>
        </p:nvSpPr>
        <p:spPr>
          <a:xfrm>
            <a:off x="992188" y="4132504"/>
            <a:ext cx="10439400"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تسجيل كل ما يتعلق بالأدوات والأجهزه والوسائط والملاعب ومدى صلاحيتها</a:t>
            </a:r>
            <a:endParaRPr lang="en-US" sz="2800" b="1" dirty="0">
              <a:solidFill>
                <a:schemeClr val="bg1"/>
              </a:solidFill>
              <a:latin typeface="+mn-lt"/>
            </a:endParaRPr>
          </a:p>
        </p:txBody>
      </p:sp>
      <p:grpSp>
        <p:nvGrpSpPr>
          <p:cNvPr id="433" name="Group 432"/>
          <p:cNvGrpSpPr>
            <a:grpSpLocks/>
          </p:cNvGrpSpPr>
          <p:nvPr/>
        </p:nvGrpSpPr>
        <p:grpSpPr bwMode="auto">
          <a:xfrm>
            <a:off x="5894388" y="3748329"/>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436" name="Group 435"/>
          <p:cNvGrpSpPr>
            <a:grpSpLocks/>
          </p:cNvGrpSpPr>
          <p:nvPr/>
        </p:nvGrpSpPr>
        <p:grpSpPr bwMode="auto">
          <a:xfrm>
            <a:off x="5894388" y="2745029"/>
            <a:ext cx="317500" cy="292100"/>
            <a:chOff x="2609260" y="2989019"/>
            <a:chExt cx="475253" cy="475253"/>
          </a:xfrm>
        </p:grpSpPr>
        <p:sp>
          <p:nvSpPr>
            <p:cNvPr id="437" name="Oval 436"/>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6" name="Freeform 437"/>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439" name="Group 438"/>
          <p:cNvGrpSpPr>
            <a:grpSpLocks/>
          </p:cNvGrpSpPr>
          <p:nvPr/>
        </p:nvGrpSpPr>
        <p:grpSpPr bwMode="auto">
          <a:xfrm>
            <a:off x="5894388" y="1741729"/>
            <a:ext cx="317500" cy="293687"/>
            <a:chOff x="2609260" y="2989019"/>
            <a:chExt cx="475253" cy="475253"/>
          </a:xfrm>
        </p:grpSpPr>
        <p:sp>
          <p:nvSpPr>
            <p:cNvPr id="440" name="Oval 439"/>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9" name="Freeform 440"/>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759806" y="218427"/>
            <a:ext cx="10459924" cy="978729"/>
          </a:xfrm>
          <a:prstGeom prst="rect">
            <a:avLst/>
          </a:prstGeom>
        </p:spPr>
        <p:txBody>
          <a:bodyPr wrap="square">
            <a:spAutoFit/>
          </a:bodyPr>
          <a:lstStyle/>
          <a:p>
            <a:pPr algn="ctr">
              <a:lnSpc>
                <a:spcPct val="90000"/>
              </a:lnSpc>
              <a:spcBef>
                <a:spcPct val="20000"/>
              </a:spcBef>
              <a:buFont typeface="Arial" charset="0"/>
              <a:buNone/>
            </a:pPr>
            <a:r>
              <a:rPr lang="ar-SA" sz="3200" b="1" u="sng" dirty="0">
                <a:solidFill>
                  <a:srgbClr val="FFFF00"/>
                </a:solidFill>
                <a:latin typeface="+mn-lt"/>
              </a:rPr>
              <a:t>وقد أسهم الحاسب الآلي فى مجالات التربية البدنية والرياضية إسهامات عديده وأصبح ضرورة حتمية فى مجال التعليم والتعلم، ومن أهم هذه الإسهامات الآتي</a:t>
            </a:r>
            <a:r>
              <a:rPr lang="el-GR" sz="3200" b="1" u="sng" dirty="0">
                <a:solidFill>
                  <a:srgbClr val="FFFF00"/>
                </a:solidFill>
                <a:latin typeface="+mn-lt"/>
              </a:rPr>
              <a:t> </a:t>
            </a:r>
            <a:endParaRPr lang="en-US" sz="3200" b="1" u="sng" dirty="0">
              <a:solidFill>
                <a:srgbClr val="FFFF00"/>
              </a:solidFill>
              <a:latin typeface="+mn-lt"/>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26"/>
                                        </p:tgtEl>
                                        <p:attrNameLst>
                                          <p:attrName>style.visibility</p:attrName>
                                        </p:attrNameLst>
                                      </p:cBhvr>
                                      <p:to>
                                        <p:strVal val="visible"/>
                                      </p:to>
                                    </p:set>
                                    <p:animEffect transition="in" filter="fade">
                                      <p:cBhvr>
                                        <p:cTn id="7" dur="500"/>
                                        <p:tgtEl>
                                          <p:spTgt spid="426"/>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3"/>
                                        </p:tgtEl>
                                        <p:attrNameLst>
                                          <p:attrName>style.visibility</p:attrName>
                                        </p:attrNameLst>
                                      </p:cBhvr>
                                      <p:to>
                                        <p:strVal val="visible"/>
                                      </p:to>
                                    </p:set>
                                    <p:animEffect transition="in" filter="wipe(up)">
                                      <p:cBhvr>
                                        <p:cTn id="10" dur="1000"/>
                                        <p:tgtEl>
                                          <p:spTgt spid="33"/>
                                        </p:tgtEl>
                                      </p:cBhvr>
                                    </p:animEffect>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439"/>
                                        </p:tgtEl>
                                        <p:attrNameLst>
                                          <p:attrName>style.visibility</p:attrName>
                                        </p:attrNameLst>
                                      </p:cBhvr>
                                      <p:to>
                                        <p:strVal val="visible"/>
                                      </p:to>
                                    </p:set>
                                    <p:anim calcmode="lin" valueType="num">
                                      <p:cBhvr>
                                        <p:cTn id="14" dur="500" fill="hold"/>
                                        <p:tgtEl>
                                          <p:spTgt spid="439"/>
                                        </p:tgtEl>
                                        <p:attrNameLst>
                                          <p:attrName>ppt_w</p:attrName>
                                        </p:attrNameLst>
                                      </p:cBhvr>
                                      <p:tavLst>
                                        <p:tav tm="0">
                                          <p:val>
                                            <p:fltVal val="0"/>
                                          </p:val>
                                        </p:tav>
                                        <p:tav tm="100000">
                                          <p:val>
                                            <p:strVal val="#ppt_w"/>
                                          </p:val>
                                        </p:tav>
                                      </p:tavLst>
                                    </p:anim>
                                    <p:anim calcmode="lin" valueType="num">
                                      <p:cBhvr>
                                        <p:cTn id="15" dur="500" fill="hold"/>
                                        <p:tgtEl>
                                          <p:spTgt spid="439"/>
                                        </p:tgtEl>
                                        <p:attrNameLst>
                                          <p:attrName>ppt_h</p:attrName>
                                        </p:attrNameLst>
                                      </p:cBhvr>
                                      <p:tavLst>
                                        <p:tav tm="0">
                                          <p:val>
                                            <p:fltVal val="0"/>
                                          </p:val>
                                        </p:tav>
                                        <p:tav tm="100000">
                                          <p:val>
                                            <p:strVal val="#ppt_h"/>
                                          </p:val>
                                        </p:tav>
                                      </p:tavLst>
                                    </p:anim>
                                    <p:animEffect transition="in" filter="fade">
                                      <p:cBhvr>
                                        <p:cTn id="16" dur="500"/>
                                        <p:tgtEl>
                                          <p:spTgt spid="439"/>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428"/>
                                        </p:tgtEl>
                                        <p:attrNameLst>
                                          <p:attrName>style.visibility</p:attrName>
                                        </p:attrNameLst>
                                      </p:cBhvr>
                                      <p:to>
                                        <p:strVal val="visible"/>
                                      </p:to>
                                    </p:set>
                                    <p:animEffect transition="in" filter="fade">
                                      <p:cBhvr>
                                        <p:cTn id="20" dur="500"/>
                                        <p:tgtEl>
                                          <p:spTgt spid="428"/>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436"/>
                                        </p:tgtEl>
                                        <p:attrNameLst>
                                          <p:attrName>style.visibility</p:attrName>
                                        </p:attrNameLst>
                                      </p:cBhvr>
                                      <p:to>
                                        <p:strVal val="visible"/>
                                      </p:to>
                                    </p:set>
                                    <p:anim calcmode="lin" valueType="num">
                                      <p:cBhvr>
                                        <p:cTn id="24" dur="500" fill="hold"/>
                                        <p:tgtEl>
                                          <p:spTgt spid="436"/>
                                        </p:tgtEl>
                                        <p:attrNameLst>
                                          <p:attrName>ppt_w</p:attrName>
                                        </p:attrNameLst>
                                      </p:cBhvr>
                                      <p:tavLst>
                                        <p:tav tm="0">
                                          <p:val>
                                            <p:fltVal val="0"/>
                                          </p:val>
                                        </p:tav>
                                        <p:tav tm="100000">
                                          <p:val>
                                            <p:strVal val="#ppt_w"/>
                                          </p:val>
                                        </p:tav>
                                      </p:tavLst>
                                    </p:anim>
                                    <p:anim calcmode="lin" valueType="num">
                                      <p:cBhvr>
                                        <p:cTn id="25" dur="500" fill="hold"/>
                                        <p:tgtEl>
                                          <p:spTgt spid="436"/>
                                        </p:tgtEl>
                                        <p:attrNameLst>
                                          <p:attrName>ppt_h</p:attrName>
                                        </p:attrNameLst>
                                      </p:cBhvr>
                                      <p:tavLst>
                                        <p:tav tm="0">
                                          <p:val>
                                            <p:fltVal val="0"/>
                                          </p:val>
                                        </p:tav>
                                        <p:tav tm="100000">
                                          <p:val>
                                            <p:strVal val="#ppt_h"/>
                                          </p:val>
                                        </p:tav>
                                      </p:tavLst>
                                    </p:anim>
                                    <p:animEffect transition="in" filter="fade">
                                      <p:cBhvr>
                                        <p:cTn id="26" dur="500"/>
                                        <p:tgtEl>
                                          <p:spTgt spid="436"/>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30"/>
                                        </p:tgtEl>
                                        <p:attrNameLst>
                                          <p:attrName>style.visibility</p:attrName>
                                        </p:attrNameLst>
                                      </p:cBhvr>
                                      <p:to>
                                        <p:strVal val="visible"/>
                                      </p:to>
                                    </p:set>
                                    <p:animEffect transition="in" filter="fade">
                                      <p:cBhvr>
                                        <p:cTn id="30" dur="500"/>
                                        <p:tgtEl>
                                          <p:spTgt spid="430"/>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433"/>
                                        </p:tgtEl>
                                        <p:attrNameLst>
                                          <p:attrName>style.visibility</p:attrName>
                                        </p:attrNameLst>
                                      </p:cBhvr>
                                      <p:to>
                                        <p:strVal val="visible"/>
                                      </p:to>
                                    </p:set>
                                    <p:anim calcmode="lin" valueType="num">
                                      <p:cBhvr>
                                        <p:cTn id="34" dur="500" fill="hold"/>
                                        <p:tgtEl>
                                          <p:spTgt spid="433"/>
                                        </p:tgtEl>
                                        <p:attrNameLst>
                                          <p:attrName>ppt_w</p:attrName>
                                        </p:attrNameLst>
                                      </p:cBhvr>
                                      <p:tavLst>
                                        <p:tav tm="0">
                                          <p:val>
                                            <p:fltVal val="0"/>
                                          </p:val>
                                        </p:tav>
                                        <p:tav tm="100000">
                                          <p:val>
                                            <p:strVal val="#ppt_w"/>
                                          </p:val>
                                        </p:tav>
                                      </p:tavLst>
                                    </p:anim>
                                    <p:anim calcmode="lin" valueType="num">
                                      <p:cBhvr>
                                        <p:cTn id="35" dur="500" fill="hold"/>
                                        <p:tgtEl>
                                          <p:spTgt spid="433"/>
                                        </p:tgtEl>
                                        <p:attrNameLst>
                                          <p:attrName>ppt_h</p:attrName>
                                        </p:attrNameLst>
                                      </p:cBhvr>
                                      <p:tavLst>
                                        <p:tav tm="0">
                                          <p:val>
                                            <p:fltVal val="0"/>
                                          </p:val>
                                        </p:tav>
                                        <p:tav tm="100000">
                                          <p:val>
                                            <p:strVal val="#ppt_h"/>
                                          </p:val>
                                        </p:tav>
                                      </p:tavLst>
                                    </p:anim>
                                    <p:animEffect transition="in" filter="fade">
                                      <p:cBhvr>
                                        <p:cTn id="36" dur="500"/>
                                        <p:tgtEl>
                                          <p:spTgt spid="433"/>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32"/>
                                        </p:tgtEl>
                                        <p:attrNameLst>
                                          <p:attrName>style.visibility</p:attrName>
                                        </p:attrNameLst>
                                      </p:cBhvr>
                                      <p:to>
                                        <p:strVal val="visible"/>
                                      </p:to>
                                    </p:set>
                                    <p:animEffect transition="in" filter="fade">
                                      <p:cBhvr>
                                        <p:cTn id="40"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91</a:t>
            </a:fld>
            <a:endParaRPr lang="en-US" sz="1600" dirty="0">
              <a:solidFill>
                <a:schemeClr val="bg1">
                  <a:lumMod val="95000"/>
                </a:schemeClr>
              </a:solidFill>
              <a:latin typeface="+mj-lt"/>
            </a:endParaRPr>
          </a:p>
        </p:txBody>
      </p:sp>
      <p:sp>
        <p:nvSpPr>
          <p:cNvPr id="428" name="Title 13"/>
          <p:cNvSpPr txBox="1">
            <a:spLocks/>
          </p:cNvSpPr>
          <p:nvPr/>
        </p:nvSpPr>
        <p:spPr>
          <a:xfrm>
            <a:off x="867103" y="1877906"/>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تسهيل عمليات تعليم المهارات الحركية واختصار وقت العملية التعليمية </a:t>
            </a:r>
            <a:endParaRPr lang="en-US" sz="2800" b="1" dirty="0">
              <a:solidFill>
                <a:schemeClr val="bg1"/>
              </a:solidFill>
              <a:latin typeface="+mn-lt"/>
            </a:endParaRPr>
          </a:p>
        </p:txBody>
      </p:sp>
      <p:sp>
        <p:nvSpPr>
          <p:cNvPr id="430" name="Title 13"/>
          <p:cNvSpPr txBox="1">
            <a:spLocks/>
          </p:cNvSpPr>
          <p:nvPr/>
        </p:nvSpPr>
        <p:spPr>
          <a:xfrm>
            <a:off x="867103" y="2799729"/>
            <a:ext cx="9963807" cy="954107"/>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حفظ البيانات المرتبطة بالمدرب والمدرس وكذلك اللاعبين والتلاميذ والمستويات المهارية والبدنية ونتائج الاختبارات</a:t>
            </a:r>
            <a:endParaRPr lang="en-US" sz="2800" b="1" dirty="0">
              <a:solidFill>
                <a:schemeClr val="bg1"/>
              </a:solidFill>
              <a:latin typeface="+mn-lt"/>
            </a:endParaRPr>
          </a:p>
        </p:txBody>
      </p:sp>
      <p:sp>
        <p:nvSpPr>
          <p:cNvPr id="432" name="Title 13"/>
          <p:cNvSpPr txBox="1">
            <a:spLocks/>
          </p:cNvSpPr>
          <p:nvPr/>
        </p:nvSpPr>
        <p:spPr>
          <a:xfrm>
            <a:off x="992188" y="4005773"/>
            <a:ext cx="10439400"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المساهمة فى إجراء البحوث العلمية خاصة الأبحاث التى تتعلق بمجالات علوم الحركة</a:t>
            </a:r>
            <a:endParaRPr lang="en-US" sz="2800" b="1" dirty="0">
              <a:solidFill>
                <a:schemeClr val="bg1"/>
              </a:solidFill>
              <a:latin typeface="+mn-lt"/>
            </a:endParaRPr>
          </a:p>
        </p:txBody>
      </p:sp>
      <p:grpSp>
        <p:nvGrpSpPr>
          <p:cNvPr id="2" name="Group 432"/>
          <p:cNvGrpSpPr>
            <a:grpSpLocks/>
          </p:cNvGrpSpPr>
          <p:nvPr/>
        </p:nvGrpSpPr>
        <p:grpSpPr bwMode="auto">
          <a:xfrm>
            <a:off x="5894388" y="3621598"/>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3" name="Group 435"/>
          <p:cNvGrpSpPr>
            <a:grpSpLocks/>
          </p:cNvGrpSpPr>
          <p:nvPr/>
        </p:nvGrpSpPr>
        <p:grpSpPr bwMode="auto">
          <a:xfrm>
            <a:off x="5894388" y="2618298"/>
            <a:ext cx="317500" cy="292100"/>
            <a:chOff x="2609260" y="2989019"/>
            <a:chExt cx="475253" cy="475253"/>
          </a:xfrm>
        </p:grpSpPr>
        <p:sp>
          <p:nvSpPr>
            <p:cNvPr id="437" name="Oval 436"/>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6" name="Freeform 437"/>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4" name="Group 438"/>
          <p:cNvGrpSpPr>
            <a:grpSpLocks/>
          </p:cNvGrpSpPr>
          <p:nvPr/>
        </p:nvGrpSpPr>
        <p:grpSpPr bwMode="auto">
          <a:xfrm>
            <a:off x="5894388" y="1614998"/>
            <a:ext cx="317500" cy="293687"/>
            <a:chOff x="2609260" y="2989019"/>
            <a:chExt cx="475253" cy="475253"/>
          </a:xfrm>
        </p:grpSpPr>
        <p:sp>
          <p:nvSpPr>
            <p:cNvPr id="440" name="Oval 439"/>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9" name="Freeform 440"/>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704935" y="232659"/>
            <a:ext cx="10696406" cy="978729"/>
          </a:xfrm>
          <a:prstGeom prst="rect">
            <a:avLst/>
          </a:prstGeom>
        </p:spPr>
        <p:txBody>
          <a:bodyPr wrap="square">
            <a:spAutoFit/>
          </a:bodyPr>
          <a:lstStyle/>
          <a:p>
            <a:pPr algn="ctr">
              <a:lnSpc>
                <a:spcPct val="90000"/>
              </a:lnSpc>
              <a:spcBef>
                <a:spcPct val="20000"/>
              </a:spcBef>
              <a:buFont typeface="Arial" charset="0"/>
              <a:buNone/>
            </a:pPr>
            <a:r>
              <a:rPr lang="ar-SA" sz="3200" b="1" u="sng" dirty="0">
                <a:solidFill>
                  <a:srgbClr val="FFFF00"/>
                </a:solidFill>
              </a:rPr>
              <a:t>وقد أسهم الحاسب الآلي فى مجالات التربية البدنية والرياضية إسهامات عديده وأصبح ضرورة حتمية فى مجال التعليم والتعلم، ومن أهم هذه الإسهامات الآتي</a:t>
            </a:r>
            <a:r>
              <a:rPr lang="el-GR" sz="3200" b="1" u="sng" dirty="0">
                <a:solidFill>
                  <a:srgbClr val="FFFF00"/>
                </a:solidFill>
              </a:rPr>
              <a:t> </a:t>
            </a:r>
            <a:endParaRPr lang="en-US" sz="3200" b="1" u="sng" dirty="0">
              <a:solidFill>
                <a:srgbClr val="FFFF00"/>
              </a:solidFill>
            </a:endParaRPr>
          </a:p>
        </p:txBody>
      </p:sp>
      <p:sp>
        <p:nvSpPr>
          <p:cNvPr id="5" name="Footer Placeholder 4"/>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26"/>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Effect transition="in" filter="fade">
                                      <p:cBhvr>
                                        <p:cTn id="9" dur="500"/>
                                        <p:tgtEl>
                                          <p:spTgt spid="3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428"/>
                                        </p:tgtEl>
                                        <p:attrNameLst>
                                          <p:attrName>style.visibility</p:attrName>
                                        </p:attrNameLst>
                                      </p:cBhvr>
                                      <p:to>
                                        <p:strVal val="visible"/>
                                      </p:to>
                                    </p:set>
                                    <p:animEffect transition="in" filter="fade">
                                      <p:cBhvr>
                                        <p:cTn id="19" dur="500"/>
                                        <p:tgtEl>
                                          <p:spTgt spid="428"/>
                                        </p:tgtEl>
                                      </p:cBhvr>
                                    </p:animEffect>
                                  </p:childTnLst>
                                </p:cTn>
                              </p:par>
                            </p:childTnLst>
                          </p:cTn>
                        </p:par>
                        <p:par>
                          <p:cTn id="20" fill="hold">
                            <p:stCondLst>
                              <p:cond delay="1500"/>
                            </p:stCondLst>
                            <p:childTnLst>
                              <p:par>
                                <p:cTn id="21" presetID="53" presetClass="entr" presetSubtype="16"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500" fill="hold"/>
                                        <p:tgtEl>
                                          <p:spTgt spid="3"/>
                                        </p:tgtEl>
                                        <p:attrNameLst>
                                          <p:attrName>ppt_w</p:attrName>
                                        </p:attrNameLst>
                                      </p:cBhvr>
                                      <p:tavLst>
                                        <p:tav tm="0">
                                          <p:val>
                                            <p:fltVal val="0"/>
                                          </p:val>
                                        </p:tav>
                                        <p:tav tm="100000">
                                          <p:val>
                                            <p:strVal val="#ppt_w"/>
                                          </p:val>
                                        </p:tav>
                                      </p:tavLst>
                                    </p:anim>
                                    <p:anim calcmode="lin" valueType="num">
                                      <p:cBhvr>
                                        <p:cTn id="24" dur="500" fill="hold"/>
                                        <p:tgtEl>
                                          <p:spTgt spid="3"/>
                                        </p:tgtEl>
                                        <p:attrNameLst>
                                          <p:attrName>ppt_h</p:attrName>
                                        </p:attrNameLst>
                                      </p:cBhvr>
                                      <p:tavLst>
                                        <p:tav tm="0">
                                          <p:val>
                                            <p:fltVal val="0"/>
                                          </p:val>
                                        </p:tav>
                                        <p:tav tm="100000">
                                          <p:val>
                                            <p:strVal val="#ppt_h"/>
                                          </p:val>
                                        </p:tav>
                                      </p:tavLst>
                                    </p:anim>
                                    <p:animEffect transition="in" filter="fade">
                                      <p:cBhvr>
                                        <p:cTn id="25" dur="500"/>
                                        <p:tgtEl>
                                          <p:spTgt spid="3"/>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430"/>
                                        </p:tgtEl>
                                        <p:attrNameLst>
                                          <p:attrName>style.visibility</p:attrName>
                                        </p:attrNameLst>
                                      </p:cBhvr>
                                      <p:to>
                                        <p:strVal val="visible"/>
                                      </p:to>
                                    </p:set>
                                    <p:animEffect transition="in" filter="fade">
                                      <p:cBhvr>
                                        <p:cTn id="29" dur="500"/>
                                        <p:tgtEl>
                                          <p:spTgt spid="430"/>
                                        </p:tgtEl>
                                      </p:cBhvr>
                                    </p:animEffect>
                                  </p:childTnLst>
                                </p:cTn>
                              </p:par>
                            </p:childTnLst>
                          </p:cTn>
                        </p:par>
                        <p:par>
                          <p:cTn id="30" fill="hold">
                            <p:stCondLst>
                              <p:cond delay="2500"/>
                            </p:stCondLst>
                            <p:childTnLst>
                              <p:par>
                                <p:cTn id="31" presetID="53" presetClass="entr" presetSubtype="16"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500" fill="hold"/>
                                        <p:tgtEl>
                                          <p:spTgt spid="2"/>
                                        </p:tgtEl>
                                        <p:attrNameLst>
                                          <p:attrName>ppt_w</p:attrName>
                                        </p:attrNameLst>
                                      </p:cBhvr>
                                      <p:tavLst>
                                        <p:tav tm="0">
                                          <p:val>
                                            <p:fltVal val="0"/>
                                          </p:val>
                                        </p:tav>
                                        <p:tav tm="100000">
                                          <p:val>
                                            <p:strVal val="#ppt_w"/>
                                          </p:val>
                                        </p:tav>
                                      </p:tavLst>
                                    </p:anim>
                                    <p:anim calcmode="lin" valueType="num">
                                      <p:cBhvr>
                                        <p:cTn id="34" dur="500" fill="hold"/>
                                        <p:tgtEl>
                                          <p:spTgt spid="2"/>
                                        </p:tgtEl>
                                        <p:attrNameLst>
                                          <p:attrName>ppt_h</p:attrName>
                                        </p:attrNameLst>
                                      </p:cBhvr>
                                      <p:tavLst>
                                        <p:tav tm="0">
                                          <p:val>
                                            <p:fltVal val="0"/>
                                          </p:val>
                                        </p:tav>
                                        <p:tav tm="100000">
                                          <p:val>
                                            <p:strVal val="#ppt_h"/>
                                          </p:val>
                                        </p:tav>
                                      </p:tavLst>
                                    </p:anim>
                                    <p:animEffect transition="in" filter="fade">
                                      <p:cBhvr>
                                        <p:cTn id="35" dur="500"/>
                                        <p:tgtEl>
                                          <p:spTgt spid="2"/>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432"/>
                                        </p:tgtEl>
                                        <p:attrNameLst>
                                          <p:attrName>style.visibility</p:attrName>
                                        </p:attrNameLst>
                                      </p:cBhvr>
                                      <p:to>
                                        <p:strVal val="visible"/>
                                      </p:to>
                                    </p:set>
                                    <p:animEffect transition="in" filter="fade">
                                      <p:cBhvr>
                                        <p:cTn id="39"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0"/>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92</a:t>
            </a:fld>
            <a:endParaRPr lang="en-US" sz="1600" dirty="0">
              <a:solidFill>
                <a:schemeClr val="bg1">
                  <a:lumMod val="95000"/>
                </a:schemeClr>
              </a:solidFill>
              <a:latin typeface="+mj-lt"/>
            </a:endParaRPr>
          </a:p>
        </p:txBody>
      </p:sp>
      <p:sp>
        <p:nvSpPr>
          <p:cNvPr id="428" name="Title 13"/>
          <p:cNvSpPr txBox="1">
            <a:spLocks/>
          </p:cNvSpPr>
          <p:nvPr/>
        </p:nvSpPr>
        <p:spPr>
          <a:xfrm>
            <a:off x="867103" y="1628705"/>
            <a:ext cx="10731172" cy="954107"/>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تحليل الحركات والمهارات التى يحتويها المنهج وتحديد النقاط الفنيه لكل مهارة وطريقة التعليم والتدريب المناسبه لها، والتحليل الكامل لكل مفردات المهارات</a:t>
            </a:r>
            <a:endParaRPr lang="en-US" sz="2800" b="1" dirty="0">
              <a:solidFill>
                <a:schemeClr val="bg1"/>
              </a:solidFill>
              <a:latin typeface="+mn-lt"/>
            </a:endParaRPr>
          </a:p>
        </p:txBody>
      </p:sp>
      <p:sp>
        <p:nvSpPr>
          <p:cNvPr id="430" name="Title 13"/>
          <p:cNvSpPr txBox="1">
            <a:spLocks/>
          </p:cNvSpPr>
          <p:nvPr/>
        </p:nvSpPr>
        <p:spPr>
          <a:xfrm>
            <a:off x="867103" y="2973177"/>
            <a:ext cx="9963807"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تصميم ورسم تشكيلات العروض الرياضية</a:t>
            </a:r>
            <a:endParaRPr lang="en-US" sz="2800" b="1" dirty="0">
              <a:solidFill>
                <a:schemeClr val="bg1"/>
              </a:solidFill>
              <a:latin typeface="+mn-lt"/>
            </a:endParaRPr>
          </a:p>
        </p:txBody>
      </p:sp>
      <p:sp>
        <p:nvSpPr>
          <p:cNvPr id="432" name="Title 13"/>
          <p:cNvSpPr txBox="1">
            <a:spLocks/>
          </p:cNvSpPr>
          <p:nvPr/>
        </p:nvSpPr>
        <p:spPr>
          <a:xfrm>
            <a:off x="1032152" y="3851983"/>
            <a:ext cx="10439400"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إدارة البطولات والدورات الرياضية</a:t>
            </a:r>
            <a:endParaRPr lang="en-US" sz="2800" b="1" dirty="0">
              <a:solidFill>
                <a:schemeClr val="bg1"/>
              </a:solidFill>
              <a:latin typeface="+mn-lt"/>
            </a:endParaRPr>
          </a:p>
        </p:txBody>
      </p:sp>
      <p:grpSp>
        <p:nvGrpSpPr>
          <p:cNvPr id="2" name="Group 432"/>
          <p:cNvGrpSpPr>
            <a:grpSpLocks/>
          </p:cNvGrpSpPr>
          <p:nvPr/>
        </p:nvGrpSpPr>
        <p:grpSpPr bwMode="auto">
          <a:xfrm>
            <a:off x="5934352" y="3506795"/>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3" name="Group 435"/>
          <p:cNvGrpSpPr>
            <a:grpSpLocks/>
          </p:cNvGrpSpPr>
          <p:nvPr/>
        </p:nvGrpSpPr>
        <p:grpSpPr bwMode="auto">
          <a:xfrm>
            <a:off x="5915189" y="2649545"/>
            <a:ext cx="317500" cy="292100"/>
            <a:chOff x="2609260" y="2989019"/>
            <a:chExt cx="475253" cy="475253"/>
          </a:xfrm>
        </p:grpSpPr>
        <p:sp>
          <p:nvSpPr>
            <p:cNvPr id="437" name="Oval 436"/>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6" name="Freeform 437"/>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grpSp>
        <p:nvGrpSpPr>
          <p:cNvPr id="4" name="Group 438"/>
          <p:cNvGrpSpPr>
            <a:grpSpLocks/>
          </p:cNvGrpSpPr>
          <p:nvPr/>
        </p:nvGrpSpPr>
        <p:grpSpPr bwMode="auto">
          <a:xfrm>
            <a:off x="5915189" y="1335018"/>
            <a:ext cx="317500" cy="293687"/>
            <a:chOff x="2609260" y="2989019"/>
            <a:chExt cx="475253" cy="475253"/>
          </a:xfrm>
        </p:grpSpPr>
        <p:sp>
          <p:nvSpPr>
            <p:cNvPr id="440" name="Oval 439"/>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9" name="Freeform 440"/>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704390" y="210545"/>
            <a:ext cx="10459924" cy="978729"/>
          </a:xfrm>
          <a:prstGeom prst="rect">
            <a:avLst/>
          </a:prstGeom>
        </p:spPr>
        <p:txBody>
          <a:bodyPr wrap="square">
            <a:spAutoFit/>
          </a:bodyPr>
          <a:lstStyle/>
          <a:p>
            <a:pPr algn="ctr">
              <a:lnSpc>
                <a:spcPct val="90000"/>
              </a:lnSpc>
              <a:spcBef>
                <a:spcPct val="20000"/>
              </a:spcBef>
              <a:buFont typeface="Arial" charset="0"/>
              <a:buNone/>
            </a:pPr>
            <a:r>
              <a:rPr lang="ar-SA" sz="3200" b="1" u="sng" dirty="0">
                <a:solidFill>
                  <a:srgbClr val="FFFF00"/>
                </a:solidFill>
                <a:latin typeface="+mn-lt"/>
              </a:rPr>
              <a:t>وقد أسهم الحاسب الآلي فى مجالات التربية البدنية والرياضية إسهامات عديده وأصبح ضرورة حتمية فى مجال التعليم والتعلم، ومن أهم هذه الإسهامات الآتي</a:t>
            </a:r>
            <a:r>
              <a:rPr lang="el-GR" sz="3200" b="1" u="sng" dirty="0">
                <a:solidFill>
                  <a:srgbClr val="FFFF00"/>
                </a:solidFill>
                <a:latin typeface="+mn-lt"/>
              </a:rPr>
              <a:t> </a:t>
            </a:r>
            <a:endParaRPr lang="en-US" sz="3200" b="1" u="sng" dirty="0">
              <a:solidFill>
                <a:srgbClr val="FFFF00"/>
              </a:solidFill>
              <a:latin typeface="+mn-lt"/>
            </a:endParaRPr>
          </a:p>
        </p:txBody>
      </p:sp>
      <p:sp>
        <p:nvSpPr>
          <p:cNvPr id="17" name="Title 13"/>
          <p:cNvSpPr txBox="1">
            <a:spLocks/>
          </p:cNvSpPr>
          <p:nvPr/>
        </p:nvSpPr>
        <p:spPr>
          <a:xfrm>
            <a:off x="907067" y="4766615"/>
            <a:ext cx="10439400"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bg1"/>
                </a:solidFill>
              </a:rPr>
              <a:t>تقويم مجالات التربية الرياضية المختلفه وتصحيح الأخطاء للمتعلمين واللاعبين</a:t>
            </a:r>
            <a:endParaRPr lang="en-US" sz="2800" b="1" dirty="0">
              <a:solidFill>
                <a:schemeClr val="bg1"/>
              </a:solidFill>
              <a:latin typeface="+mn-lt"/>
            </a:endParaRPr>
          </a:p>
        </p:txBody>
      </p:sp>
      <p:grpSp>
        <p:nvGrpSpPr>
          <p:cNvPr id="18" name="Group 432"/>
          <p:cNvGrpSpPr>
            <a:grpSpLocks/>
          </p:cNvGrpSpPr>
          <p:nvPr/>
        </p:nvGrpSpPr>
        <p:grpSpPr bwMode="auto">
          <a:xfrm>
            <a:off x="5934352" y="4474515"/>
            <a:ext cx="317500" cy="292100"/>
            <a:chOff x="2609260" y="2989019"/>
            <a:chExt cx="475253" cy="475253"/>
          </a:xfrm>
        </p:grpSpPr>
        <p:sp>
          <p:nvSpPr>
            <p:cNvPr id="19"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5" name="Footer Placeholder 4"/>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26"/>
                                        </p:tgtEl>
                                        <p:attrNameLst>
                                          <p:attrName>style.visibility</p:attrName>
                                        </p:attrNameLst>
                                      </p:cBhvr>
                                      <p:to>
                                        <p:strVal val="visible"/>
                                      </p:to>
                                    </p:set>
                                    <p:animEffect transition="in" filter="fade">
                                      <p:cBhvr>
                                        <p:cTn id="7" dur="500"/>
                                        <p:tgtEl>
                                          <p:spTgt spid="426"/>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3"/>
                                        </p:tgtEl>
                                        <p:attrNameLst>
                                          <p:attrName>style.visibility</p:attrName>
                                        </p:attrNameLst>
                                      </p:cBhvr>
                                      <p:to>
                                        <p:strVal val="visible"/>
                                      </p:to>
                                    </p:set>
                                    <p:animEffect transition="in" filter="wipe(up)">
                                      <p:cBhvr>
                                        <p:cTn id="10" dur="1000"/>
                                        <p:tgtEl>
                                          <p:spTgt spid="33"/>
                                        </p:tgtEl>
                                      </p:cBhvr>
                                    </p:animEffect>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428"/>
                                        </p:tgtEl>
                                        <p:attrNameLst>
                                          <p:attrName>style.visibility</p:attrName>
                                        </p:attrNameLst>
                                      </p:cBhvr>
                                      <p:to>
                                        <p:strVal val="visible"/>
                                      </p:to>
                                    </p:set>
                                    <p:animEffect transition="in" filter="fade">
                                      <p:cBhvr>
                                        <p:cTn id="20" dur="500"/>
                                        <p:tgtEl>
                                          <p:spTgt spid="428"/>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animEffect transition="in" filter="fade">
                                      <p:cBhvr>
                                        <p:cTn id="26" dur="500"/>
                                        <p:tgtEl>
                                          <p:spTgt spid="3"/>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30"/>
                                        </p:tgtEl>
                                        <p:attrNameLst>
                                          <p:attrName>style.visibility</p:attrName>
                                        </p:attrNameLst>
                                      </p:cBhvr>
                                      <p:to>
                                        <p:strVal val="visible"/>
                                      </p:to>
                                    </p:set>
                                    <p:animEffect transition="in" filter="fade">
                                      <p:cBhvr>
                                        <p:cTn id="30" dur="500"/>
                                        <p:tgtEl>
                                          <p:spTgt spid="430"/>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2"/>
                                        </p:tgtEl>
                                        <p:attrNameLst>
                                          <p:attrName>style.visibility</p:attrName>
                                        </p:attrNameLst>
                                      </p:cBhvr>
                                      <p:to>
                                        <p:strVal val="visible"/>
                                      </p:to>
                                    </p:set>
                                    <p:anim calcmode="lin" valueType="num">
                                      <p:cBhvr>
                                        <p:cTn id="34" dur="500" fill="hold"/>
                                        <p:tgtEl>
                                          <p:spTgt spid="2"/>
                                        </p:tgtEl>
                                        <p:attrNameLst>
                                          <p:attrName>ppt_w</p:attrName>
                                        </p:attrNameLst>
                                      </p:cBhvr>
                                      <p:tavLst>
                                        <p:tav tm="0">
                                          <p:val>
                                            <p:fltVal val="0"/>
                                          </p:val>
                                        </p:tav>
                                        <p:tav tm="100000">
                                          <p:val>
                                            <p:strVal val="#ppt_w"/>
                                          </p:val>
                                        </p:tav>
                                      </p:tavLst>
                                    </p:anim>
                                    <p:anim calcmode="lin" valueType="num">
                                      <p:cBhvr>
                                        <p:cTn id="35" dur="500" fill="hold"/>
                                        <p:tgtEl>
                                          <p:spTgt spid="2"/>
                                        </p:tgtEl>
                                        <p:attrNameLst>
                                          <p:attrName>ppt_h</p:attrName>
                                        </p:attrNameLst>
                                      </p:cBhvr>
                                      <p:tavLst>
                                        <p:tav tm="0">
                                          <p:val>
                                            <p:fltVal val="0"/>
                                          </p:val>
                                        </p:tav>
                                        <p:tav tm="100000">
                                          <p:val>
                                            <p:strVal val="#ppt_h"/>
                                          </p:val>
                                        </p:tav>
                                      </p:tavLst>
                                    </p:anim>
                                    <p:animEffect transition="in" filter="fade">
                                      <p:cBhvr>
                                        <p:cTn id="36" dur="500"/>
                                        <p:tgtEl>
                                          <p:spTgt spid="2"/>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32"/>
                                        </p:tgtEl>
                                        <p:attrNameLst>
                                          <p:attrName>style.visibility</p:attrName>
                                        </p:attrNameLst>
                                      </p:cBhvr>
                                      <p:to>
                                        <p:strVal val="visible"/>
                                      </p:to>
                                    </p:set>
                                    <p:animEffect transition="in" filter="fade">
                                      <p:cBhvr>
                                        <p:cTn id="40" dur="500"/>
                                        <p:tgtEl>
                                          <p:spTgt spid="432"/>
                                        </p:tgtEl>
                                      </p:cBhvr>
                                    </p:animEffect>
                                  </p:childTnLst>
                                </p:cTn>
                              </p:par>
                            </p:childTnLst>
                          </p:cTn>
                        </p:par>
                        <p:par>
                          <p:cTn id="41" fill="hold">
                            <p:stCondLst>
                              <p:cond delay="4000"/>
                            </p:stCondLst>
                            <p:childTnLst>
                              <p:par>
                                <p:cTn id="42" presetID="53" presetClass="entr" presetSubtype="16" fill="hold" nodeType="after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p:cTn id="44" dur="500" fill="hold"/>
                                        <p:tgtEl>
                                          <p:spTgt spid="18"/>
                                        </p:tgtEl>
                                        <p:attrNameLst>
                                          <p:attrName>ppt_w</p:attrName>
                                        </p:attrNameLst>
                                      </p:cBhvr>
                                      <p:tavLst>
                                        <p:tav tm="0">
                                          <p:val>
                                            <p:fltVal val="0"/>
                                          </p:val>
                                        </p:tav>
                                        <p:tav tm="100000">
                                          <p:val>
                                            <p:strVal val="#ppt_w"/>
                                          </p:val>
                                        </p:tav>
                                      </p:tavLst>
                                    </p:anim>
                                    <p:anim calcmode="lin" valueType="num">
                                      <p:cBhvr>
                                        <p:cTn id="45" dur="500" fill="hold"/>
                                        <p:tgtEl>
                                          <p:spTgt spid="18"/>
                                        </p:tgtEl>
                                        <p:attrNameLst>
                                          <p:attrName>ppt_h</p:attrName>
                                        </p:attrNameLst>
                                      </p:cBhvr>
                                      <p:tavLst>
                                        <p:tav tm="0">
                                          <p:val>
                                            <p:fltVal val="0"/>
                                          </p:val>
                                        </p:tav>
                                        <p:tav tm="100000">
                                          <p:val>
                                            <p:strVal val="#ppt_h"/>
                                          </p:val>
                                        </p:tav>
                                      </p:tavLst>
                                    </p:anim>
                                    <p:animEffect transition="in" filter="fade">
                                      <p:cBhvr>
                                        <p:cTn id="46" dur="500"/>
                                        <p:tgtEl>
                                          <p:spTgt spid="18"/>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P spid="17"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a:xfrm>
            <a:off x="1345527" y="165262"/>
            <a:ext cx="10331667"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rtl="1">
              <a:buNone/>
            </a:pPr>
            <a:r>
              <a:rPr lang="ar-SA" sz="4400" b="1" u="sng" dirty="0" smtClean="0"/>
              <a:t>معوقات استخدام التكنولوجيا في التربية البدنية</a:t>
            </a:r>
            <a:endParaRPr lang="el-GR" sz="4400" u="sng" dirty="0"/>
          </a:p>
        </p:txBody>
      </p:sp>
      <p:sp>
        <p:nvSpPr>
          <p:cNvPr id="45" name="TextBox 44"/>
          <p:cNvSpPr txBox="1"/>
          <p:nvPr/>
        </p:nvSpPr>
        <p:spPr>
          <a:xfrm flipH="1">
            <a:off x="7631836" y="3080830"/>
            <a:ext cx="328936" cy="369332"/>
          </a:xfrm>
          <a:prstGeom prst="rect">
            <a:avLst/>
          </a:prstGeom>
          <a:noFill/>
        </p:spPr>
        <p:txBody>
          <a:bodyPr wrap="none" rtlCol="0">
            <a:spAutoFit/>
          </a:bodyPr>
          <a:lstStyle/>
          <a:p>
            <a:r>
              <a:rPr lang="id-ID" b="1" dirty="0" smtClean="0">
                <a:solidFill>
                  <a:schemeClr val="accent5"/>
                </a:solidFill>
                <a:latin typeface="Diavlo Medium" panose="02000000000000000000" pitchFamily="50" charset="0"/>
              </a:rPr>
              <a:t>3</a:t>
            </a:r>
            <a:endParaRPr lang="id-ID" b="1" dirty="0">
              <a:solidFill>
                <a:schemeClr val="accent5"/>
              </a:solidFill>
              <a:latin typeface="Diavlo Medium" panose="02000000000000000000" pitchFamily="50" charset="0"/>
            </a:endParaRPr>
          </a:p>
        </p:txBody>
      </p:sp>
      <p:sp>
        <p:nvSpPr>
          <p:cNvPr id="46" name="TextBox 45"/>
          <p:cNvSpPr txBox="1">
            <a:spLocks noChangeAspect="1"/>
          </p:cNvSpPr>
          <p:nvPr/>
        </p:nvSpPr>
        <p:spPr>
          <a:xfrm flipH="1">
            <a:off x="7527231" y="1086133"/>
            <a:ext cx="314510" cy="369332"/>
          </a:xfrm>
          <a:prstGeom prst="rect">
            <a:avLst/>
          </a:prstGeom>
          <a:noFill/>
        </p:spPr>
        <p:txBody>
          <a:bodyPr wrap="none" rtlCol="0">
            <a:spAutoFit/>
          </a:bodyPr>
          <a:lstStyle/>
          <a:p>
            <a:r>
              <a:rPr lang="id-ID" b="1" dirty="0" smtClean="0">
                <a:solidFill>
                  <a:srgbClr val="FF0000"/>
                </a:solidFill>
                <a:latin typeface="Diavlo Medium" panose="02000000000000000000" pitchFamily="50" charset="0"/>
              </a:rPr>
              <a:t>1</a:t>
            </a:r>
            <a:endParaRPr lang="id-ID" b="1" dirty="0">
              <a:solidFill>
                <a:srgbClr val="FF0000"/>
              </a:solidFill>
              <a:latin typeface="Diavlo Medium" panose="02000000000000000000" pitchFamily="50" charset="0"/>
            </a:endParaRPr>
          </a:p>
        </p:txBody>
      </p:sp>
      <p:sp>
        <p:nvSpPr>
          <p:cNvPr id="48" name="TextBox 47"/>
          <p:cNvSpPr txBox="1"/>
          <p:nvPr/>
        </p:nvSpPr>
        <p:spPr>
          <a:xfrm flipH="1">
            <a:off x="4297628" y="2149504"/>
            <a:ext cx="328936" cy="369332"/>
          </a:xfrm>
          <a:prstGeom prst="rect">
            <a:avLst/>
          </a:prstGeom>
          <a:noFill/>
        </p:spPr>
        <p:txBody>
          <a:bodyPr wrap="none" rtlCol="0">
            <a:spAutoFit/>
          </a:bodyPr>
          <a:lstStyle/>
          <a:p>
            <a:pPr algn="ctr"/>
            <a:r>
              <a:rPr lang="id-ID" b="1" dirty="0" smtClean="0">
                <a:solidFill>
                  <a:srgbClr val="7030A0"/>
                </a:solidFill>
                <a:latin typeface="Diavlo Medium" panose="02000000000000000000" pitchFamily="50" charset="0"/>
              </a:rPr>
              <a:t>2</a:t>
            </a:r>
            <a:endParaRPr lang="id-ID" b="1" dirty="0">
              <a:solidFill>
                <a:srgbClr val="7030A0"/>
              </a:solidFill>
              <a:latin typeface="Diavlo Medium" panose="02000000000000000000" pitchFamily="50" charset="0"/>
            </a:endParaRPr>
          </a:p>
        </p:txBody>
      </p:sp>
      <p:sp>
        <p:nvSpPr>
          <p:cNvPr id="58" name="TextBox 57"/>
          <p:cNvSpPr txBox="1"/>
          <p:nvPr/>
        </p:nvSpPr>
        <p:spPr>
          <a:xfrm flipH="1">
            <a:off x="6435957" y="1610895"/>
            <a:ext cx="4503637" cy="1077218"/>
          </a:xfrm>
          <a:prstGeom prst="rect">
            <a:avLst/>
          </a:prstGeom>
          <a:noFill/>
        </p:spPr>
        <p:txBody>
          <a:bodyPr wrap="square" rtlCol="0">
            <a:spAutoFit/>
          </a:bodyPr>
          <a:lstStyle/>
          <a:p>
            <a:pPr algn="ctr"/>
            <a:r>
              <a:rPr lang="ar-SA" sz="3200" dirty="0" smtClean="0"/>
              <a:t>يعتبر استخدام التكنولوجيا في التعليم مكلفاً إلى حد ما</a:t>
            </a:r>
            <a:endParaRPr lang="id-ID" sz="3200" b="1" dirty="0">
              <a:solidFill>
                <a:schemeClr val="tx1">
                  <a:lumMod val="75000"/>
                  <a:lumOff val="25000"/>
                </a:schemeClr>
              </a:solidFill>
            </a:endParaRPr>
          </a:p>
        </p:txBody>
      </p:sp>
      <p:sp>
        <p:nvSpPr>
          <p:cNvPr id="89" name="TextBox 88"/>
          <p:cNvSpPr txBox="1"/>
          <p:nvPr/>
        </p:nvSpPr>
        <p:spPr>
          <a:xfrm flipH="1">
            <a:off x="6643175" y="3481694"/>
            <a:ext cx="5212492" cy="2062103"/>
          </a:xfrm>
          <a:prstGeom prst="rect">
            <a:avLst/>
          </a:prstGeom>
          <a:noFill/>
        </p:spPr>
        <p:txBody>
          <a:bodyPr wrap="square" rtlCol="0">
            <a:spAutoFit/>
          </a:bodyPr>
          <a:lstStyle/>
          <a:p>
            <a:pPr algn="ctr"/>
            <a:r>
              <a:rPr lang="ar-SA" sz="3200" dirty="0" smtClean="0"/>
              <a:t>تصميم وإنتاج أجهزته وبرمجيته خاصة للتعليم قد تراجع أمام تصميم أجهزة تستخدم لأغراض أخرى خاصة بالتصميمات الهندسية والنظم الحسابية</a:t>
            </a:r>
            <a:endParaRPr lang="id-ID" sz="3200" b="1" dirty="0">
              <a:solidFill>
                <a:schemeClr val="tx1">
                  <a:lumMod val="75000"/>
                  <a:lumOff val="25000"/>
                </a:schemeClr>
              </a:solidFill>
            </a:endParaRPr>
          </a:p>
        </p:txBody>
      </p:sp>
      <p:sp>
        <p:nvSpPr>
          <p:cNvPr id="93" name="TextBox 92"/>
          <p:cNvSpPr txBox="1"/>
          <p:nvPr/>
        </p:nvSpPr>
        <p:spPr>
          <a:xfrm flipH="1">
            <a:off x="315200" y="3011966"/>
            <a:ext cx="5520352" cy="1384995"/>
          </a:xfrm>
          <a:prstGeom prst="rect">
            <a:avLst/>
          </a:prstGeom>
          <a:noFill/>
        </p:spPr>
        <p:txBody>
          <a:bodyPr wrap="square" rtlCol="0">
            <a:spAutoFit/>
          </a:bodyPr>
          <a:lstStyle/>
          <a:p>
            <a:pPr algn="ctr"/>
            <a:r>
              <a:rPr lang="ar-SA" sz="2800" dirty="0" smtClean="0">
                <a:latin typeface="+mn-lt"/>
              </a:rPr>
              <a:t>عدم توفر البرامج العربية الخاصة بأنشطة</a:t>
            </a:r>
            <a:r>
              <a:rPr lang="en-US" sz="2800" dirty="0" smtClean="0">
                <a:latin typeface="+mn-lt"/>
              </a:rPr>
              <a:t> </a:t>
            </a:r>
            <a:r>
              <a:rPr lang="ar-SA" sz="2800" dirty="0" smtClean="0">
                <a:latin typeface="+mn-lt"/>
              </a:rPr>
              <a:t>التربية البدنية ضمن برامج الحاسب الآلي</a:t>
            </a:r>
            <a:r>
              <a:rPr lang="en-US" sz="2800" dirty="0" smtClean="0">
                <a:latin typeface="+mn-lt"/>
              </a:rPr>
              <a:t> </a:t>
            </a:r>
            <a:r>
              <a:rPr lang="ar-SA" sz="2800" dirty="0" smtClean="0">
                <a:latin typeface="+mn-lt"/>
              </a:rPr>
              <a:t> مثل باقي المواد الدراسية</a:t>
            </a:r>
            <a:endParaRPr lang="id-ID" sz="2800" b="1" dirty="0">
              <a:solidFill>
                <a:schemeClr val="tx1">
                  <a:lumMod val="75000"/>
                  <a:lumOff val="25000"/>
                </a:schemeClr>
              </a:solidFill>
              <a:latin typeface="+mn-lt"/>
            </a:endParaRPr>
          </a:p>
        </p:txBody>
      </p:sp>
      <p:grpSp>
        <p:nvGrpSpPr>
          <p:cNvPr id="4" name="Group 9"/>
          <p:cNvGrpSpPr/>
          <p:nvPr/>
        </p:nvGrpSpPr>
        <p:grpSpPr>
          <a:xfrm>
            <a:off x="4169689" y="2084333"/>
            <a:ext cx="1835747" cy="4373724"/>
            <a:chOff x="4169689" y="1469775"/>
            <a:chExt cx="1835747" cy="4988282"/>
          </a:xfrm>
        </p:grpSpPr>
        <p:sp>
          <p:nvSpPr>
            <p:cNvPr id="25" name="Rectangle 40"/>
            <p:cNvSpPr>
              <a:spLocks noChangeArrowheads="1"/>
            </p:cNvSpPr>
            <p:nvPr/>
          </p:nvSpPr>
          <p:spPr bwMode="auto">
            <a:xfrm rot="5400000" flipH="1">
              <a:off x="4764921" y="5809834"/>
              <a:ext cx="698701" cy="597746"/>
            </a:xfrm>
            <a:prstGeom prst="rect">
              <a:avLst/>
            </a:pr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5" name="Group 2"/>
            <p:cNvGrpSpPr/>
            <p:nvPr/>
          </p:nvGrpSpPr>
          <p:grpSpPr>
            <a:xfrm>
              <a:off x="4169689" y="1469775"/>
              <a:ext cx="1835747" cy="4294893"/>
              <a:chOff x="4169689" y="1469775"/>
              <a:chExt cx="1835747" cy="4294893"/>
            </a:xfrm>
          </p:grpSpPr>
          <p:sp>
            <p:nvSpPr>
              <p:cNvPr id="20" name="Freeform 19"/>
              <p:cNvSpPr>
                <a:spLocks/>
              </p:cNvSpPr>
              <p:nvPr/>
            </p:nvSpPr>
            <p:spPr bwMode="auto">
              <a:xfrm rot="5400000" flipH="1">
                <a:off x="5134195" y="4911882"/>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Freeform 51"/>
              <p:cNvSpPr>
                <a:spLocks/>
              </p:cNvSpPr>
              <p:nvPr/>
            </p:nvSpPr>
            <p:spPr bwMode="auto">
              <a:xfrm rot="5400000" flipH="1">
                <a:off x="5561774" y="1640671"/>
                <a:ext cx="382559"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8" name="Freeform 52"/>
              <p:cNvSpPr>
                <a:spLocks/>
              </p:cNvSpPr>
              <p:nvPr/>
            </p:nvSpPr>
            <p:spPr bwMode="auto">
              <a:xfrm rot="5400000" flipH="1">
                <a:off x="4370407" y="3606139"/>
                <a:ext cx="3153449"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9" name="Freeform 53"/>
              <p:cNvSpPr>
                <a:spLocks noEditPoints="1"/>
              </p:cNvSpPr>
              <p:nvPr/>
            </p:nvSpPr>
            <p:spPr bwMode="auto">
              <a:xfrm rot="5400000" flipH="1">
                <a:off x="4542949" y="1096515"/>
                <a:ext cx="584464" cy="1330983"/>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6" name="Group 1"/>
          <p:cNvGrpSpPr/>
          <p:nvPr/>
        </p:nvGrpSpPr>
        <p:grpSpPr>
          <a:xfrm>
            <a:off x="5812205" y="1024041"/>
            <a:ext cx="2148568" cy="5448529"/>
            <a:chOff x="5812204" y="686933"/>
            <a:chExt cx="2281503" cy="5785637"/>
          </a:xfrm>
        </p:grpSpPr>
        <p:sp>
          <p:nvSpPr>
            <p:cNvPr id="19" name="Freeform 18"/>
            <p:cNvSpPr>
              <a:spLocks/>
            </p:cNvSpPr>
            <p:nvPr/>
          </p:nvSpPr>
          <p:spPr bwMode="auto">
            <a:xfrm rot="5400000" flipH="1">
              <a:off x="5878059" y="5206771"/>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4" name="Rectangle 48"/>
            <p:cNvSpPr>
              <a:spLocks noChangeArrowheads="1"/>
            </p:cNvSpPr>
            <p:nvPr/>
          </p:nvSpPr>
          <p:spPr bwMode="auto">
            <a:xfrm rot="5400000" flipH="1">
              <a:off x="4199053" y="3272729"/>
              <a:ext cx="3860119" cy="92982"/>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5" name="Freeform 49"/>
            <p:cNvSpPr>
              <a:spLocks noEditPoints="1"/>
            </p:cNvSpPr>
            <p:nvPr/>
          </p:nvSpPr>
          <p:spPr bwMode="auto">
            <a:xfrm rot="5400000" flipH="1">
              <a:off x="7076209" y="253898"/>
              <a:ext cx="584464" cy="1450533"/>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6" name="Freeform 50"/>
            <p:cNvSpPr>
              <a:spLocks/>
            </p:cNvSpPr>
            <p:nvPr/>
          </p:nvSpPr>
          <p:spPr bwMode="auto">
            <a:xfrm rot="5400000" flipH="1">
              <a:off x="6134426" y="880412"/>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9" name="Rectangle 41"/>
            <p:cNvSpPr>
              <a:spLocks noChangeAspect="1" noChangeArrowheads="1"/>
            </p:cNvSpPr>
            <p:nvPr/>
          </p:nvSpPr>
          <p:spPr bwMode="auto">
            <a:xfrm flipH="1">
              <a:off x="5812204" y="5762857"/>
              <a:ext cx="626974" cy="709713"/>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7" name="Group 10"/>
          <p:cNvGrpSpPr/>
          <p:nvPr/>
        </p:nvGrpSpPr>
        <p:grpSpPr>
          <a:xfrm>
            <a:off x="6271243" y="3011966"/>
            <a:ext cx="1822465" cy="3446092"/>
            <a:chOff x="6271243" y="2209195"/>
            <a:chExt cx="1814725" cy="4248863"/>
          </a:xfrm>
        </p:grpSpPr>
        <p:sp>
          <p:nvSpPr>
            <p:cNvPr id="23" name="Rectangle 38"/>
            <p:cNvSpPr>
              <a:spLocks noChangeArrowheads="1"/>
            </p:cNvSpPr>
            <p:nvPr/>
          </p:nvSpPr>
          <p:spPr bwMode="auto">
            <a:xfrm rot="5400000" flipH="1">
              <a:off x="6801244" y="5808505"/>
              <a:ext cx="693388" cy="605717"/>
            </a:xfrm>
            <a:prstGeom prst="rect">
              <a:avLst/>
            </a:prstGeom>
            <a:solidFill>
              <a:srgbClr val="3082BA"/>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 name="Group 5"/>
            <p:cNvGrpSpPr/>
            <p:nvPr/>
          </p:nvGrpSpPr>
          <p:grpSpPr>
            <a:xfrm>
              <a:off x="6271243" y="2209195"/>
              <a:ext cx="1814725" cy="3555473"/>
              <a:chOff x="6271243" y="2209195"/>
              <a:chExt cx="1814725" cy="3555473"/>
            </a:xfrm>
          </p:grpSpPr>
          <p:sp>
            <p:nvSpPr>
              <p:cNvPr id="18" name="Freeform 17"/>
              <p:cNvSpPr>
                <a:spLocks/>
              </p:cNvSpPr>
              <p:nvPr/>
            </p:nvSpPr>
            <p:spPr bwMode="auto">
              <a:xfrm rot="5400000" flipH="1">
                <a:off x="6596682" y="4910554"/>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1" name="Rectangle 45"/>
              <p:cNvSpPr>
                <a:spLocks noChangeArrowheads="1"/>
              </p:cNvSpPr>
              <p:nvPr/>
            </p:nvSpPr>
            <p:spPr bwMode="auto">
              <a:xfrm rot="5400000" flipH="1">
                <a:off x="5123568" y="3992682"/>
                <a:ext cx="2390989" cy="95639"/>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2" name="Freeform 46"/>
              <p:cNvSpPr>
                <a:spLocks/>
              </p:cNvSpPr>
              <p:nvPr/>
            </p:nvSpPr>
            <p:spPr bwMode="auto">
              <a:xfrm rot="5400000" flipH="1">
                <a:off x="6315077" y="2410644"/>
                <a:ext cx="390529"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3" name="Freeform 47"/>
              <p:cNvSpPr>
                <a:spLocks noEditPoints="1"/>
              </p:cNvSpPr>
              <p:nvPr/>
            </p:nvSpPr>
            <p:spPr bwMode="auto">
              <a:xfrm rot="5400000" flipH="1">
                <a:off x="7124259" y="1826637"/>
                <a:ext cx="579151" cy="1344267"/>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11" name="Group 3"/>
          <p:cNvGrpSpPr/>
          <p:nvPr/>
        </p:nvGrpSpPr>
        <p:grpSpPr>
          <a:xfrm>
            <a:off x="4903322" y="5804970"/>
            <a:ext cx="2401031" cy="1155909"/>
            <a:chOff x="4903322" y="5804970"/>
            <a:chExt cx="2401031" cy="1155909"/>
          </a:xfrm>
        </p:grpSpPr>
        <p:sp>
          <p:nvSpPr>
            <p:cNvPr id="118" name="Freeform 196"/>
            <p:cNvSpPr>
              <a:spLocks noEditPoints="1"/>
            </p:cNvSpPr>
            <p:nvPr/>
          </p:nvSpPr>
          <p:spPr bwMode="auto">
            <a:xfrm>
              <a:off x="4903322" y="5811462"/>
              <a:ext cx="398550" cy="1087177"/>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20" name="Freeform 208"/>
            <p:cNvSpPr>
              <a:spLocks noEditPoints="1"/>
            </p:cNvSpPr>
            <p:nvPr/>
          </p:nvSpPr>
          <p:spPr bwMode="auto">
            <a:xfrm>
              <a:off x="6965722" y="5813169"/>
              <a:ext cx="338631" cy="1101655"/>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21" name="Freeform 192"/>
            <p:cNvSpPr>
              <a:spLocks noEditPoints="1"/>
            </p:cNvSpPr>
            <p:nvPr/>
          </p:nvSpPr>
          <p:spPr bwMode="auto">
            <a:xfrm>
              <a:off x="5876837" y="5804970"/>
              <a:ext cx="559120" cy="1155909"/>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grpSp>
      <p:sp>
        <p:nvSpPr>
          <p:cNvPr id="15" name="Rectangle 14"/>
          <p:cNvSpPr/>
          <p:nvPr/>
        </p:nvSpPr>
        <p:spPr>
          <a:xfrm>
            <a:off x="0" y="6472569"/>
            <a:ext cx="12192000" cy="536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01" name="Straight Connector 400"/>
          <p:cNvCxnSpPr/>
          <p:nvPr/>
        </p:nvCxnSpPr>
        <p:spPr>
          <a:xfrm>
            <a:off x="0" y="6461098"/>
            <a:ext cx="12192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0916653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fade">
                                      <p:cBhvr>
                                        <p:cTn id="7" dur="500"/>
                                        <p:tgtEl>
                                          <p:spTgt spid="411"/>
                                        </p:tgtEl>
                                      </p:cBhvr>
                                    </p:animEffect>
                                  </p:childTnLst>
                                </p:cTn>
                              </p:par>
                              <p:par>
                                <p:cTn id="8" presetID="22" presetClass="entr" presetSubtype="4" fill="hold" nodeType="withEffect">
                                  <p:stCondLst>
                                    <p:cond delay="2000"/>
                                  </p:stCondLst>
                                  <p:childTnLst>
                                    <p:set>
                                      <p:cBhvr>
                                        <p:cTn id="9" dur="1" fill="hold">
                                          <p:stCondLst>
                                            <p:cond delay="0"/>
                                          </p:stCondLst>
                                        </p:cTn>
                                        <p:tgtEl>
                                          <p:spTgt spid="6"/>
                                        </p:tgtEl>
                                        <p:attrNameLst>
                                          <p:attrName>style.visibility</p:attrName>
                                        </p:attrNameLst>
                                      </p:cBhvr>
                                      <p:to>
                                        <p:strVal val="visible"/>
                                      </p:to>
                                    </p:set>
                                    <p:animEffect transition="in" filter="wipe(down)">
                                      <p:cBhvr>
                                        <p:cTn id="10" dur="1000"/>
                                        <p:tgtEl>
                                          <p:spTgt spid="6"/>
                                        </p:tgtEl>
                                      </p:cBhvr>
                                    </p:animEffect>
                                  </p:childTnLst>
                                </p:cTn>
                              </p:par>
                              <p:par>
                                <p:cTn id="11" presetID="22" presetClass="entr" presetSubtype="4" fill="hold" nodeType="withEffect">
                                  <p:stCondLst>
                                    <p:cond delay="2000"/>
                                  </p:stCondLst>
                                  <p:childTnLst>
                                    <p:set>
                                      <p:cBhvr>
                                        <p:cTn id="12" dur="1" fill="hold">
                                          <p:stCondLst>
                                            <p:cond delay="0"/>
                                          </p:stCondLst>
                                        </p:cTn>
                                        <p:tgtEl>
                                          <p:spTgt spid="4"/>
                                        </p:tgtEl>
                                        <p:attrNameLst>
                                          <p:attrName>style.visibility</p:attrName>
                                        </p:attrNameLst>
                                      </p:cBhvr>
                                      <p:to>
                                        <p:strVal val="visible"/>
                                      </p:to>
                                    </p:set>
                                    <p:animEffect transition="in" filter="wipe(down)">
                                      <p:cBhvr>
                                        <p:cTn id="13" dur="1000"/>
                                        <p:tgtEl>
                                          <p:spTgt spid="4"/>
                                        </p:tgtEl>
                                      </p:cBhvr>
                                    </p:animEffect>
                                  </p:childTnLst>
                                </p:cTn>
                              </p:par>
                              <p:par>
                                <p:cTn id="14" presetID="22" presetClass="entr" presetSubtype="4" fill="hold" nodeType="withEffect">
                                  <p:stCondLst>
                                    <p:cond delay="2000"/>
                                  </p:stCondLst>
                                  <p:childTnLst>
                                    <p:set>
                                      <p:cBhvr>
                                        <p:cTn id="15" dur="1" fill="hold">
                                          <p:stCondLst>
                                            <p:cond delay="0"/>
                                          </p:stCondLst>
                                        </p:cTn>
                                        <p:tgtEl>
                                          <p:spTgt spid="7"/>
                                        </p:tgtEl>
                                        <p:attrNameLst>
                                          <p:attrName>style.visibility</p:attrName>
                                        </p:attrNameLst>
                                      </p:cBhvr>
                                      <p:to>
                                        <p:strVal val="visible"/>
                                      </p:to>
                                    </p:set>
                                    <p:animEffect transition="in" filter="wipe(down)">
                                      <p:cBhvr>
                                        <p:cTn id="16" dur="1000"/>
                                        <p:tgtEl>
                                          <p:spTgt spid="7"/>
                                        </p:tgtEl>
                                      </p:cBhvr>
                                    </p:animEffect>
                                  </p:childTnLst>
                                </p:cTn>
                              </p:par>
                              <p:par>
                                <p:cTn id="17" presetID="42" presetClass="entr" presetSubtype="0" fill="hold" nodeType="withEffect">
                                  <p:stCondLst>
                                    <p:cond delay="40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par>
                          <p:cTn id="22" fill="hold">
                            <p:stCondLst>
                              <p:cond delay="5000"/>
                            </p:stCondLst>
                            <p:childTnLst>
                              <p:par>
                                <p:cTn id="23" presetID="1" presetClass="entr" presetSubtype="0" fill="hold" grpId="0" nodeType="afterEffect">
                                  <p:stCondLst>
                                    <p:cond delay="0"/>
                                  </p:stCondLst>
                                  <p:childTnLst>
                                    <p:set>
                                      <p:cBhvr>
                                        <p:cTn id="24" dur="1" fill="hold">
                                          <p:stCondLst>
                                            <p:cond delay="0"/>
                                          </p:stCondLst>
                                        </p:cTn>
                                        <p:tgtEl>
                                          <p:spTgt spid="46"/>
                                        </p:tgtEl>
                                        <p:attrNameLst>
                                          <p:attrName>style.visibility</p:attrName>
                                        </p:attrNameLst>
                                      </p:cBhvr>
                                      <p:to>
                                        <p:strVal val="visible"/>
                                      </p:to>
                                    </p:set>
                                  </p:childTnLst>
                                </p:cTn>
                              </p:par>
                            </p:childTnLst>
                          </p:cTn>
                        </p:par>
                        <p:par>
                          <p:cTn id="25" fill="hold">
                            <p:stCondLst>
                              <p:cond delay="5000"/>
                            </p:stCondLst>
                            <p:childTnLst>
                              <p:par>
                                <p:cTn id="26" presetID="1" presetClass="entr" presetSubtype="0" fill="hold" grpId="0" nodeType="afterEffect">
                                  <p:stCondLst>
                                    <p:cond delay="0"/>
                                  </p:stCondLst>
                                  <p:childTnLst>
                                    <p:set>
                                      <p:cBhvr>
                                        <p:cTn id="27" dur="1" fill="hold">
                                          <p:stCondLst>
                                            <p:cond delay="0"/>
                                          </p:stCondLst>
                                        </p:cTn>
                                        <p:tgtEl>
                                          <p:spTgt spid="58"/>
                                        </p:tgtEl>
                                        <p:attrNameLst>
                                          <p:attrName>style.visibility</p:attrName>
                                        </p:attrNameLst>
                                      </p:cBhvr>
                                      <p:to>
                                        <p:strVal val="visible"/>
                                      </p:to>
                                    </p:set>
                                  </p:childTnLst>
                                </p:cTn>
                              </p:par>
                            </p:childTnLst>
                          </p:cTn>
                        </p:par>
                        <p:par>
                          <p:cTn id="28" fill="hold">
                            <p:stCondLst>
                              <p:cond delay="5000"/>
                            </p:stCondLst>
                            <p:childTnLst>
                              <p:par>
                                <p:cTn id="29" presetID="1" presetClass="entr" presetSubtype="0" fill="hold" grpId="0" nodeType="afterEffect">
                                  <p:stCondLst>
                                    <p:cond delay="0"/>
                                  </p:stCondLst>
                                  <p:childTnLst>
                                    <p:set>
                                      <p:cBhvr>
                                        <p:cTn id="30" dur="1" fill="hold">
                                          <p:stCondLst>
                                            <p:cond delay="0"/>
                                          </p:stCondLst>
                                        </p:cTn>
                                        <p:tgtEl>
                                          <p:spTgt spid="93"/>
                                        </p:tgtEl>
                                        <p:attrNameLst>
                                          <p:attrName>style.visibility</p:attrName>
                                        </p:attrNameLst>
                                      </p:cBhvr>
                                      <p:to>
                                        <p:strVal val="visible"/>
                                      </p:to>
                                    </p:set>
                                  </p:childTnLst>
                                </p:cTn>
                              </p:par>
                            </p:childTnLst>
                          </p:cTn>
                        </p:par>
                        <p:par>
                          <p:cTn id="31" fill="hold">
                            <p:stCondLst>
                              <p:cond delay="5000"/>
                            </p:stCondLst>
                            <p:childTnLst>
                              <p:par>
                                <p:cTn id="32" presetID="1" presetClass="entr" presetSubtype="0" fill="hold" grpId="0" nodeType="afterEffect">
                                  <p:stCondLst>
                                    <p:cond delay="0"/>
                                  </p:stCondLst>
                                  <p:childTnLst>
                                    <p:set>
                                      <p:cBhvr>
                                        <p:cTn id="33" dur="1" fill="hold">
                                          <p:stCondLst>
                                            <p:cond delay="0"/>
                                          </p:stCondLst>
                                        </p:cTn>
                                        <p:tgtEl>
                                          <p:spTgt spid="48"/>
                                        </p:tgtEl>
                                        <p:attrNameLst>
                                          <p:attrName>style.visibility</p:attrName>
                                        </p:attrNameLst>
                                      </p:cBhvr>
                                      <p:to>
                                        <p:strVal val="visible"/>
                                      </p:to>
                                    </p:set>
                                  </p:childTnLst>
                                </p:cTn>
                              </p:par>
                            </p:childTnLst>
                          </p:cTn>
                        </p:par>
                        <p:par>
                          <p:cTn id="34" fill="hold">
                            <p:stCondLst>
                              <p:cond delay="5000"/>
                            </p:stCondLst>
                            <p:childTnLst>
                              <p:par>
                                <p:cTn id="35" presetID="1" presetClass="entr" presetSubtype="0" fill="hold" grpId="0" nodeType="afterEffect">
                                  <p:stCondLst>
                                    <p:cond delay="0"/>
                                  </p:stCondLst>
                                  <p:childTnLst>
                                    <p:set>
                                      <p:cBhvr>
                                        <p:cTn id="36" dur="1" fill="hold">
                                          <p:stCondLst>
                                            <p:cond delay="0"/>
                                          </p:stCondLst>
                                        </p:cTn>
                                        <p:tgtEl>
                                          <p:spTgt spid="45"/>
                                        </p:tgtEl>
                                        <p:attrNameLst>
                                          <p:attrName>style.visibility</p:attrName>
                                        </p:attrNameLst>
                                      </p:cBhvr>
                                      <p:to>
                                        <p:strVal val="visible"/>
                                      </p:to>
                                    </p:set>
                                  </p:childTnLst>
                                </p:cTn>
                              </p:par>
                            </p:childTnLst>
                          </p:cTn>
                        </p:par>
                        <p:par>
                          <p:cTn id="37" fill="hold">
                            <p:stCondLst>
                              <p:cond delay="5000"/>
                            </p:stCondLst>
                            <p:childTnLst>
                              <p:par>
                                <p:cTn id="38" presetID="1" presetClass="entr" presetSubtype="0" fill="hold" grpId="0" nodeType="afterEffect">
                                  <p:stCondLst>
                                    <p:cond delay="0"/>
                                  </p:stCondLst>
                                  <p:childTnLst>
                                    <p:set>
                                      <p:cBhvr>
                                        <p:cTn id="39"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P spid="45" grpId="0"/>
      <p:bldP spid="46" grpId="0"/>
      <p:bldP spid="48" grpId="0"/>
      <p:bldP spid="58" grpId="0"/>
      <p:bldP spid="89" grpId="0"/>
      <p:bldP spid="93"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Box 44"/>
          <p:cNvSpPr txBox="1"/>
          <p:nvPr/>
        </p:nvSpPr>
        <p:spPr>
          <a:xfrm flipH="1">
            <a:off x="7463195" y="2764303"/>
            <a:ext cx="328936" cy="369332"/>
          </a:xfrm>
          <a:prstGeom prst="rect">
            <a:avLst/>
          </a:prstGeom>
          <a:noFill/>
        </p:spPr>
        <p:txBody>
          <a:bodyPr wrap="none" rtlCol="0">
            <a:spAutoFit/>
          </a:bodyPr>
          <a:lstStyle/>
          <a:p>
            <a:r>
              <a:rPr lang="id-ID" b="1" dirty="0" smtClean="0">
                <a:solidFill>
                  <a:schemeClr val="accent5"/>
                </a:solidFill>
                <a:latin typeface="Diavlo Medium" panose="02000000000000000000" pitchFamily="50" charset="0"/>
              </a:rPr>
              <a:t>3</a:t>
            </a:r>
            <a:endParaRPr lang="id-ID" b="1" dirty="0">
              <a:solidFill>
                <a:schemeClr val="accent5"/>
              </a:solidFill>
              <a:latin typeface="Diavlo Medium" panose="02000000000000000000" pitchFamily="50" charset="0"/>
            </a:endParaRPr>
          </a:p>
        </p:txBody>
      </p:sp>
      <p:sp>
        <p:nvSpPr>
          <p:cNvPr id="46" name="TextBox 45"/>
          <p:cNvSpPr txBox="1">
            <a:spLocks noChangeAspect="1"/>
          </p:cNvSpPr>
          <p:nvPr/>
        </p:nvSpPr>
        <p:spPr>
          <a:xfrm flipH="1">
            <a:off x="7564009" y="1100442"/>
            <a:ext cx="314510" cy="369332"/>
          </a:xfrm>
          <a:prstGeom prst="rect">
            <a:avLst/>
          </a:prstGeom>
          <a:noFill/>
        </p:spPr>
        <p:txBody>
          <a:bodyPr wrap="none" rtlCol="0">
            <a:spAutoFit/>
          </a:bodyPr>
          <a:lstStyle/>
          <a:p>
            <a:r>
              <a:rPr lang="id-ID" b="1" dirty="0" smtClean="0">
                <a:solidFill>
                  <a:srgbClr val="FF0000"/>
                </a:solidFill>
                <a:latin typeface="Diavlo Medium" panose="02000000000000000000" pitchFamily="50" charset="0"/>
              </a:rPr>
              <a:t>1</a:t>
            </a:r>
            <a:endParaRPr lang="id-ID" b="1" dirty="0">
              <a:solidFill>
                <a:srgbClr val="FF0000"/>
              </a:solidFill>
              <a:latin typeface="Diavlo Medium" panose="02000000000000000000" pitchFamily="50" charset="0"/>
            </a:endParaRPr>
          </a:p>
        </p:txBody>
      </p:sp>
      <p:sp>
        <p:nvSpPr>
          <p:cNvPr id="47" name="TextBox 46"/>
          <p:cNvSpPr txBox="1"/>
          <p:nvPr/>
        </p:nvSpPr>
        <p:spPr>
          <a:xfrm flipH="1">
            <a:off x="4400635" y="3330166"/>
            <a:ext cx="325730" cy="369332"/>
          </a:xfrm>
          <a:prstGeom prst="rect">
            <a:avLst/>
          </a:prstGeom>
          <a:noFill/>
        </p:spPr>
        <p:txBody>
          <a:bodyPr wrap="none" rtlCol="0">
            <a:spAutoFit/>
          </a:bodyPr>
          <a:lstStyle/>
          <a:p>
            <a:r>
              <a:rPr lang="id-ID" b="1" dirty="0" smtClean="0">
                <a:solidFill>
                  <a:schemeClr val="accent6"/>
                </a:solidFill>
                <a:latin typeface="Diavlo Medium" panose="02000000000000000000" pitchFamily="50" charset="0"/>
              </a:rPr>
              <a:t>4</a:t>
            </a:r>
            <a:endParaRPr lang="id-ID" b="1" dirty="0">
              <a:solidFill>
                <a:schemeClr val="accent6"/>
              </a:solidFill>
              <a:latin typeface="Diavlo Medium" panose="02000000000000000000" pitchFamily="50" charset="0"/>
            </a:endParaRPr>
          </a:p>
        </p:txBody>
      </p:sp>
      <p:sp>
        <p:nvSpPr>
          <p:cNvPr id="48" name="TextBox 47"/>
          <p:cNvSpPr txBox="1"/>
          <p:nvPr/>
        </p:nvSpPr>
        <p:spPr>
          <a:xfrm flipH="1">
            <a:off x="4297628" y="1578277"/>
            <a:ext cx="328936" cy="369332"/>
          </a:xfrm>
          <a:prstGeom prst="rect">
            <a:avLst/>
          </a:prstGeom>
          <a:noFill/>
        </p:spPr>
        <p:txBody>
          <a:bodyPr wrap="none" rtlCol="0">
            <a:spAutoFit/>
          </a:bodyPr>
          <a:lstStyle/>
          <a:p>
            <a:pPr algn="ctr"/>
            <a:r>
              <a:rPr lang="id-ID" b="1" dirty="0" smtClean="0">
                <a:solidFill>
                  <a:srgbClr val="7030A0"/>
                </a:solidFill>
                <a:latin typeface="Diavlo Medium" panose="02000000000000000000" pitchFamily="50" charset="0"/>
              </a:rPr>
              <a:t>2</a:t>
            </a:r>
            <a:endParaRPr lang="id-ID" b="1" dirty="0">
              <a:solidFill>
                <a:srgbClr val="7030A0"/>
              </a:solidFill>
              <a:latin typeface="Diavlo Medium" panose="02000000000000000000" pitchFamily="50" charset="0"/>
            </a:endParaRPr>
          </a:p>
        </p:txBody>
      </p:sp>
      <p:sp>
        <p:nvSpPr>
          <p:cNvPr id="58" name="TextBox 57"/>
          <p:cNvSpPr txBox="1"/>
          <p:nvPr/>
        </p:nvSpPr>
        <p:spPr>
          <a:xfrm flipH="1">
            <a:off x="6355353" y="1605819"/>
            <a:ext cx="5290975" cy="1077218"/>
          </a:xfrm>
          <a:prstGeom prst="rect">
            <a:avLst/>
          </a:prstGeom>
          <a:noFill/>
        </p:spPr>
        <p:txBody>
          <a:bodyPr wrap="square" rtlCol="0">
            <a:spAutoFit/>
          </a:bodyPr>
          <a:lstStyle/>
          <a:p>
            <a:pPr algn="r"/>
            <a:r>
              <a:rPr lang="ar-SA" sz="3200" dirty="0" smtClean="0"/>
              <a:t>تصميم مواد تعليمية للاستخدام بواسطته يعتبر مهمة شاقة ويحتاج لمهارات معينة </a:t>
            </a:r>
            <a:endParaRPr lang="id-ID" sz="3200" b="1" dirty="0">
              <a:solidFill>
                <a:schemeClr val="tx1">
                  <a:lumMod val="75000"/>
                  <a:lumOff val="25000"/>
                </a:schemeClr>
              </a:solidFill>
            </a:endParaRPr>
          </a:p>
        </p:txBody>
      </p:sp>
      <p:sp>
        <p:nvSpPr>
          <p:cNvPr id="89" name="TextBox 88"/>
          <p:cNvSpPr txBox="1"/>
          <p:nvPr/>
        </p:nvSpPr>
        <p:spPr>
          <a:xfrm flipH="1">
            <a:off x="6487981" y="3574523"/>
            <a:ext cx="5359181" cy="1569660"/>
          </a:xfrm>
          <a:prstGeom prst="rect">
            <a:avLst/>
          </a:prstGeom>
          <a:noFill/>
        </p:spPr>
        <p:txBody>
          <a:bodyPr wrap="square" rtlCol="0">
            <a:spAutoFit/>
          </a:bodyPr>
          <a:lstStyle/>
          <a:p>
            <a:pPr algn="r"/>
            <a:r>
              <a:rPr lang="ar-SA" sz="3200" dirty="0" smtClean="0"/>
              <a:t>حاجة معظم معلمي التربية الرياضية إلى التدريب الشامل على الحاسب الآلي وأدواته وبرامجه والتقنيات الأخرى </a:t>
            </a:r>
            <a:endParaRPr lang="id-ID" sz="3200" b="1" dirty="0">
              <a:solidFill>
                <a:schemeClr val="tx1">
                  <a:lumMod val="75000"/>
                  <a:lumOff val="25000"/>
                </a:schemeClr>
              </a:solidFill>
            </a:endParaRPr>
          </a:p>
        </p:txBody>
      </p:sp>
      <p:sp>
        <p:nvSpPr>
          <p:cNvPr id="93" name="TextBox 92"/>
          <p:cNvSpPr txBox="1"/>
          <p:nvPr/>
        </p:nvSpPr>
        <p:spPr>
          <a:xfrm flipH="1">
            <a:off x="798743" y="2056417"/>
            <a:ext cx="4701928" cy="1077218"/>
          </a:xfrm>
          <a:prstGeom prst="rect">
            <a:avLst/>
          </a:prstGeom>
          <a:noFill/>
        </p:spPr>
        <p:txBody>
          <a:bodyPr wrap="none" rtlCol="0">
            <a:spAutoFit/>
          </a:bodyPr>
          <a:lstStyle/>
          <a:p>
            <a:pPr algn="ctr"/>
            <a:r>
              <a:rPr lang="ar-SA" sz="3200" dirty="0" smtClean="0"/>
              <a:t>معظم المتعلمين بحاجه إلى التدريب</a:t>
            </a:r>
            <a:endParaRPr lang="en-US" sz="3200" dirty="0" smtClean="0"/>
          </a:p>
          <a:p>
            <a:pPr algn="ctr"/>
            <a:r>
              <a:rPr lang="ar-SA" sz="3200" dirty="0" smtClean="0"/>
              <a:t> على محو أميه الحاسب الآلي</a:t>
            </a:r>
            <a:endParaRPr lang="id-ID" sz="3200" b="1" dirty="0">
              <a:solidFill>
                <a:schemeClr val="tx1">
                  <a:lumMod val="75000"/>
                  <a:lumOff val="25000"/>
                </a:schemeClr>
              </a:solidFill>
            </a:endParaRPr>
          </a:p>
        </p:txBody>
      </p:sp>
      <p:sp>
        <p:nvSpPr>
          <p:cNvPr id="95" name="TextBox 94"/>
          <p:cNvSpPr txBox="1"/>
          <p:nvPr/>
        </p:nvSpPr>
        <p:spPr>
          <a:xfrm flipH="1">
            <a:off x="425668" y="3879125"/>
            <a:ext cx="5141688" cy="1569660"/>
          </a:xfrm>
          <a:prstGeom prst="rect">
            <a:avLst/>
          </a:prstGeom>
          <a:noFill/>
        </p:spPr>
        <p:txBody>
          <a:bodyPr wrap="square" rtlCol="0">
            <a:spAutoFit/>
          </a:bodyPr>
          <a:lstStyle/>
          <a:p>
            <a:pPr algn="ctr"/>
            <a:r>
              <a:rPr lang="ar-SA" sz="3200" dirty="0" smtClean="0"/>
              <a:t>تأثر حماس الأفراد وانبهارهم بالتكنولوجيا خاصة بعد انتشار الحاسب الآلي في المدارس والمنازل</a:t>
            </a:r>
            <a:endParaRPr lang="id-ID" sz="3200" b="1" dirty="0">
              <a:solidFill>
                <a:schemeClr val="tx1">
                  <a:lumMod val="75000"/>
                  <a:lumOff val="25000"/>
                </a:schemeClr>
              </a:solidFill>
            </a:endParaRPr>
          </a:p>
        </p:txBody>
      </p:sp>
      <p:grpSp>
        <p:nvGrpSpPr>
          <p:cNvPr id="2" name="Group 8"/>
          <p:cNvGrpSpPr/>
          <p:nvPr/>
        </p:nvGrpSpPr>
        <p:grpSpPr>
          <a:xfrm>
            <a:off x="3956823" y="3271236"/>
            <a:ext cx="1860133" cy="3186820"/>
            <a:chOff x="3781959" y="2971655"/>
            <a:chExt cx="2034997" cy="3486401"/>
          </a:xfrm>
        </p:grpSpPr>
        <p:sp>
          <p:nvSpPr>
            <p:cNvPr id="26" name="Rectangle 41"/>
            <p:cNvSpPr>
              <a:spLocks noChangeArrowheads="1"/>
            </p:cNvSpPr>
            <p:nvPr/>
          </p:nvSpPr>
          <p:spPr bwMode="auto">
            <a:xfrm rot="5400000" flipH="1">
              <a:off x="3743437" y="5808504"/>
              <a:ext cx="688074" cy="611030"/>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3" name="Group 4"/>
            <p:cNvGrpSpPr/>
            <p:nvPr/>
          </p:nvGrpSpPr>
          <p:grpSpPr>
            <a:xfrm>
              <a:off x="3787271" y="2971655"/>
              <a:ext cx="2029685" cy="2798328"/>
              <a:chOff x="3787271" y="2971655"/>
              <a:chExt cx="2029685" cy="2798328"/>
            </a:xfrm>
          </p:grpSpPr>
          <p:sp>
            <p:nvSpPr>
              <p:cNvPr id="21" name="Freeform 20"/>
              <p:cNvSpPr>
                <a:spLocks/>
              </p:cNvSpPr>
              <p:nvPr/>
            </p:nvSpPr>
            <p:spPr bwMode="auto">
              <a:xfrm rot="5400000" flipH="1">
                <a:off x="4532462" y="4485490"/>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1" name="Freeform 54"/>
              <p:cNvSpPr>
                <a:spLocks/>
              </p:cNvSpPr>
              <p:nvPr/>
            </p:nvSpPr>
            <p:spPr bwMode="auto">
              <a:xfrm rot="5400000" flipH="1">
                <a:off x="5393219" y="3212953"/>
                <a:ext cx="433036"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2" name="Rectangle 55"/>
              <p:cNvSpPr>
                <a:spLocks noChangeArrowheads="1"/>
              </p:cNvSpPr>
              <p:nvPr/>
            </p:nvSpPr>
            <p:spPr bwMode="auto">
              <a:xfrm rot="5400000" flipH="1">
                <a:off x="4973469" y="4387195"/>
                <a:ext cx="1593992" cy="92982"/>
              </a:xfrm>
              <a:prstGeom prst="rect">
                <a:avLst/>
              </a:pr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3" name="Freeform 56"/>
              <p:cNvSpPr>
                <a:spLocks noEditPoints="1"/>
              </p:cNvSpPr>
              <p:nvPr/>
            </p:nvSpPr>
            <p:spPr bwMode="auto">
              <a:xfrm rot="5400000" flipH="1">
                <a:off x="4495271" y="2648872"/>
                <a:ext cx="584464" cy="1230030"/>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4" name="Group 9"/>
          <p:cNvGrpSpPr/>
          <p:nvPr/>
        </p:nvGrpSpPr>
        <p:grpSpPr>
          <a:xfrm>
            <a:off x="4169689" y="1469775"/>
            <a:ext cx="1835747" cy="4988282"/>
            <a:chOff x="4169689" y="1469775"/>
            <a:chExt cx="1835747" cy="4988282"/>
          </a:xfrm>
        </p:grpSpPr>
        <p:sp>
          <p:nvSpPr>
            <p:cNvPr id="25" name="Rectangle 40"/>
            <p:cNvSpPr>
              <a:spLocks noChangeArrowheads="1"/>
            </p:cNvSpPr>
            <p:nvPr/>
          </p:nvSpPr>
          <p:spPr bwMode="auto">
            <a:xfrm rot="5400000" flipH="1">
              <a:off x="4764921" y="5809834"/>
              <a:ext cx="698701" cy="597746"/>
            </a:xfrm>
            <a:prstGeom prst="rect">
              <a:avLst/>
            </a:pr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5" name="Group 2"/>
            <p:cNvGrpSpPr/>
            <p:nvPr/>
          </p:nvGrpSpPr>
          <p:grpSpPr>
            <a:xfrm>
              <a:off x="4169689" y="1469775"/>
              <a:ext cx="1835747" cy="4294893"/>
              <a:chOff x="4169689" y="1469775"/>
              <a:chExt cx="1835747" cy="4294893"/>
            </a:xfrm>
          </p:grpSpPr>
          <p:sp>
            <p:nvSpPr>
              <p:cNvPr id="20" name="Freeform 19"/>
              <p:cNvSpPr>
                <a:spLocks/>
              </p:cNvSpPr>
              <p:nvPr/>
            </p:nvSpPr>
            <p:spPr bwMode="auto">
              <a:xfrm rot="5400000" flipH="1">
                <a:off x="5134195" y="4911882"/>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Freeform 51"/>
              <p:cNvSpPr>
                <a:spLocks/>
              </p:cNvSpPr>
              <p:nvPr/>
            </p:nvSpPr>
            <p:spPr bwMode="auto">
              <a:xfrm rot="5400000" flipH="1">
                <a:off x="5561774" y="1640671"/>
                <a:ext cx="382559"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8" name="Freeform 52"/>
              <p:cNvSpPr>
                <a:spLocks/>
              </p:cNvSpPr>
              <p:nvPr/>
            </p:nvSpPr>
            <p:spPr bwMode="auto">
              <a:xfrm rot="5400000" flipH="1">
                <a:off x="4370407" y="3606139"/>
                <a:ext cx="3153449"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9" name="Freeform 53"/>
              <p:cNvSpPr>
                <a:spLocks noEditPoints="1"/>
              </p:cNvSpPr>
              <p:nvPr/>
            </p:nvSpPr>
            <p:spPr bwMode="auto">
              <a:xfrm rot="5400000" flipH="1">
                <a:off x="4542949" y="1096515"/>
                <a:ext cx="584464" cy="1330983"/>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6" name="Group 1"/>
          <p:cNvGrpSpPr/>
          <p:nvPr/>
        </p:nvGrpSpPr>
        <p:grpSpPr>
          <a:xfrm>
            <a:off x="5812204" y="976390"/>
            <a:ext cx="2167359" cy="5496180"/>
            <a:chOff x="5812204" y="686933"/>
            <a:chExt cx="2281503" cy="5785637"/>
          </a:xfrm>
        </p:grpSpPr>
        <p:sp>
          <p:nvSpPr>
            <p:cNvPr id="19" name="Freeform 18"/>
            <p:cNvSpPr>
              <a:spLocks/>
            </p:cNvSpPr>
            <p:nvPr/>
          </p:nvSpPr>
          <p:spPr bwMode="auto">
            <a:xfrm rot="5400000" flipH="1">
              <a:off x="5878059" y="5206771"/>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4" name="Rectangle 48"/>
            <p:cNvSpPr>
              <a:spLocks noChangeArrowheads="1"/>
            </p:cNvSpPr>
            <p:nvPr/>
          </p:nvSpPr>
          <p:spPr bwMode="auto">
            <a:xfrm rot="5400000" flipH="1">
              <a:off x="4199053" y="3272729"/>
              <a:ext cx="3860119" cy="92982"/>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5" name="Freeform 49"/>
            <p:cNvSpPr>
              <a:spLocks noEditPoints="1"/>
            </p:cNvSpPr>
            <p:nvPr/>
          </p:nvSpPr>
          <p:spPr bwMode="auto">
            <a:xfrm rot="5400000" flipH="1">
              <a:off x="7076209" y="253898"/>
              <a:ext cx="584464" cy="1450533"/>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6" name="Freeform 50"/>
            <p:cNvSpPr>
              <a:spLocks/>
            </p:cNvSpPr>
            <p:nvPr/>
          </p:nvSpPr>
          <p:spPr bwMode="auto">
            <a:xfrm rot="5400000" flipH="1">
              <a:off x="6134426" y="880412"/>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9" name="Rectangle 41"/>
            <p:cNvSpPr>
              <a:spLocks noChangeAspect="1" noChangeArrowheads="1"/>
            </p:cNvSpPr>
            <p:nvPr/>
          </p:nvSpPr>
          <p:spPr bwMode="auto">
            <a:xfrm flipH="1">
              <a:off x="5812204" y="5762857"/>
              <a:ext cx="626974" cy="709713"/>
            </a:xfrm>
            <a:prstGeom prst="rect">
              <a:avLst/>
            </a:pr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7" name="Group 10"/>
          <p:cNvGrpSpPr/>
          <p:nvPr/>
        </p:nvGrpSpPr>
        <p:grpSpPr>
          <a:xfrm>
            <a:off x="6291850" y="2691814"/>
            <a:ext cx="1612344" cy="3775020"/>
            <a:chOff x="6271243" y="2209196"/>
            <a:chExt cx="1814726" cy="4248862"/>
          </a:xfrm>
        </p:grpSpPr>
        <p:sp>
          <p:nvSpPr>
            <p:cNvPr id="23" name="Rectangle 38"/>
            <p:cNvSpPr>
              <a:spLocks noChangeArrowheads="1"/>
            </p:cNvSpPr>
            <p:nvPr/>
          </p:nvSpPr>
          <p:spPr bwMode="auto">
            <a:xfrm rot="5400000" flipH="1">
              <a:off x="6801244" y="5808505"/>
              <a:ext cx="693388" cy="605717"/>
            </a:xfrm>
            <a:prstGeom prst="rect">
              <a:avLst/>
            </a:prstGeom>
            <a:solidFill>
              <a:srgbClr val="3082BA"/>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 name="Group 5"/>
            <p:cNvGrpSpPr/>
            <p:nvPr/>
          </p:nvGrpSpPr>
          <p:grpSpPr>
            <a:xfrm>
              <a:off x="6271243" y="2209196"/>
              <a:ext cx="1814726" cy="3555472"/>
              <a:chOff x="6271243" y="2209196"/>
              <a:chExt cx="1814726" cy="3555472"/>
            </a:xfrm>
          </p:grpSpPr>
          <p:sp>
            <p:nvSpPr>
              <p:cNvPr id="18" name="Freeform 17"/>
              <p:cNvSpPr>
                <a:spLocks/>
              </p:cNvSpPr>
              <p:nvPr/>
            </p:nvSpPr>
            <p:spPr bwMode="auto">
              <a:xfrm rot="5400000" flipH="1">
                <a:off x="6596682" y="4910554"/>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1" name="Rectangle 45"/>
              <p:cNvSpPr>
                <a:spLocks noChangeArrowheads="1"/>
              </p:cNvSpPr>
              <p:nvPr/>
            </p:nvSpPr>
            <p:spPr bwMode="auto">
              <a:xfrm rot="5400000" flipH="1">
                <a:off x="5123568" y="3992682"/>
                <a:ext cx="2390989" cy="95639"/>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2" name="Freeform 46"/>
              <p:cNvSpPr>
                <a:spLocks/>
              </p:cNvSpPr>
              <p:nvPr/>
            </p:nvSpPr>
            <p:spPr bwMode="auto">
              <a:xfrm rot="5400000" flipH="1">
                <a:off x="6320892" y="2410644"/>
                <a:ext cx="390529"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3" name="Freeform 47"/>
              <p:cNvSpPr>
                <a:spLocks noEditPoints="1"/>
              </p:cNvSpPr>
              <p:nvPr/>
            </p:nvSpPr>
            <p:spPr bwMode="auto">
              <a:xfrm rot="5400000" flipH="1">
                <a:off x="7124259" y="1826638"/>
                <a:ext cx="579151" cy="1344268"/>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11" name="Group 3"/>
          <p:cNvGrpSpPr/>
          <p:nvPr/>
        </p:nvGrpSpPr>
        <p:grpSpPr>
          <a:xfrm>
            <a:off x="3956823" y="5804970"/>
            <a:ext cx="3347530" cy="1155909"/>
            <a:chOff x="3956823" y="5804970"/>
            <a:chExt cx="3347530" cy="1155909"/>
          </a:xfrm>
        </p:grpSpPr>
        <p:sp>
          <p:nvSpPr>
            <p:cNvPr id="117" name="Freeform 204"/>
            <p:cNvSpPr>
              <a:spLocks noEditPoints="1"/>
            </p:cNvSpPr>
            <p:nvPr/>
          </p:nvSpPr>
          <p:spPr bwMode="auto">
            <a:xfrm>
              <a:off x="3956823" y="5811462"/>
              <a:ext cx="291851" cy="1025958"/>
            </a:xfrm>
            <a:custGeom>
              <a:avLst/>
              <a:gdLst>
                <a:gd name="T0" fmla="*/ 280 w 287"/>
                <a:gd name="T1" fmla="*/ 271 h 1160"/>
                <a:gd name="T2" fmla="*/ 247 w 287"/>
                <a:gd name="T3" fmla="*/ 188 h 1160"/>
                <a:gd name="T4" fmla="*/ 213 w 287"/>
                <a:gd name="T5" fmla="*/ 135 h 1160"/>
                <a:gd name="T6" fmla="*/ 181 w 287"/>
                <a:gd name="T7" fmla="*/ 23 h 1160"/>
                <a:gd name="T8" fmla="*/ 82 w 287"/>
                <a:gd name="T9" fmla="*/ 57 h 1160"/>
                <a:gd name="T10" fmla="*/ 76 w 287"/>
                <a:gd name="T11" fmla="*/ 189 h 1160"/>
                <a:gd name="T12" fmla="*/ 40 w 287"/>
                <a:gd name="T13" fmla="*/ 237 h 1160"/>
                <a:gd name="T14" fmla="*/ 4 w 287"/>
                <a:gd name="T15" fmla="*/ 366 h 1160"/>
                <a:gd name="T16" fmla="*/ 7 w 287"/>
                <a:gd name="T17" fmla="*/ 412 h 1160"/>
                <a:gd name="T18" fmla="*/ 40 w 287"/>
                <a:gd name="T19" fmla="*/ 467 h 1160"/>
                <a:gd name="T20" fmla="*/ 35 w 287"/>
                <a:gd name="T21" fmla="*/ 546 h 1160"/>
                <a:gd name="T22" fmla="*/ 27 w 287"/>
                <a:gd name="T23" fmla="*/ 759 h 1160"/>
                <a:gd name="T24" fmla="*/ 47 w 287"/>
                <a:gd name="T25" fmla="*/ 843 h 1160"/>
                <a:gd name="T26" fmla="*/ 75 w 287"/>
                <a:gd name="T27" fmla="*/ 1036 h 1160"/>
                <a:gd name="T28" fmla="*/ 44 w 287"/>
                <a:gd name="T29" fmla="*/ 1127 h 1160"/>
                <a:gd name="T30" fmla="*/ 70 w 287"/>
                <a:gd name="T31" fmla="*/ 1155 h 1160"/>
                <a:gd name="T32" fmla="*/ 108 w 287"/>
                <a:gd name="T33" fmla="*/ 1107 h 1160"/>
                <a:gd name="T34" fmla="*/ 107 w 287"/>
                <a:gd name="T35" fmla="*/ 1141 h 1160"/>
                <a:gd name="T36" fmla="*/ 119 w 287"/>
                <a:gd name="T37" fmla="*/ 1132 h 1160"/>
                <a:gd name="T38" fmla="*/ 117 w 287"/>
                <a:gd name="T39" fmla="*/ 1050 h 1160"/>
                <a:gd name="T40" fmla="*/ 115 w 287"/>
                <a:gd name="T41" fmla="*/ 885 h 1160"/>
                <a:gd name="T42" fmla="*/ 167 w 287"/>
                <a:gd name="T43" fmla="*/ 851 h 1160"/>
                <a:gd name="T44" fmla="*/ 169 w 287"/>
                <a:gd name="T45" fmla="*/ 977 h 1160"/>
                <a:gd name="T46" fmla="*/ 154 w 287"/>
                <a:gd name="T47" fmla="*/ 1096 h 1160"/>
                <a:gd name="T48" fmla="*/ 148 w 287"/>
                <a:gd name="T49" fmla="*/ 1159 h 1160"/>
                <a:gd name="T50" fmla="*/ 205 w 287"/>
                <a:gd name="T51" fmla="*/ 1104 h 1160"/>
                <a:gd name="T52" fmla="*/ 202 w 287"/>
                <a:gd name="T53" fmla="*/ 1043 h 1160"/>
                <a:gd name="T54" fmla="*/ 234 w 287"/>
                <a:gd name="T55" fmla="*/ 852 h 1160"/>
                <a:gd name="T56" fmla="*/ 251 w 287"/>
                <a:gd name="T57" fmla="*/ 721 h 1160"/>
                <a:gd name="T58" fmla="*/ 265 w 287"/>
                <a:gd name="T59" fmla="*/ 535 h 1160"/>
                <a:gd name="T60" fmla="*/ 258 w 287"/>
                <a:gd name="T61" fmla="*/ 449 h 1160"/>
                <a:gd name="T62" fmla="*/ 244 w 287"/>
                <a:gd name="T63" fmla="*/ 388 h 1160"/>
                <a:gd name="T64" fmla="*/ 102 w 287"/>
                <a:gd name="T65" fmla="*/ 452 h 1160"/>
                <a:gd name="T66" fmla="*/ 114 w 287"/>
                <a:gd name="T67" fmla="*/ 452 h 1160"/>
                <a:gd name="T68" fmla="*/ 168 w 287"/>
                <a:gd name="T69" fmla="*/ 213 h 1160"/>
                <a:gd name="T70" fmla="*/ 117 w 287"/>
                <a:gd name="T71" fmla="*/ 344 h 1160"/>
                <a:gd name="T72" fmla="*/ 114 w 287"/>
                <a:gd name="T73" fmla="*/ 257 h 1160"/>
                <a:gd name="T74" fmla="*/ 102 w 287"/>
                <a:gd name="T75" fmla="*/ 205 h 1160"/>
                <a:gd name="T76" fmla="*/ 134 w 287"/>
                <a:gd name="T77" fmla="*/ 223 h 1160"/>
                <a:gd name="T78" fmla="*/ 152 w 287"/>
                <a:gd name="T79" fmla="*/ 222 h 1160"/>
                <a:gd name="T80" fmla="*/ 159 w 287"/>
                <a:gd name="T81" fmla="*/ 184 h 1160"/>
                <a:gd name="T82" fmla="*/ 189 w 287"/>
                <a:gd name="T83" fmla="*/ 176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1160">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18" name="Freeform 196"/>
            <p:cNvSpPr>
              <a:spLocks noEditPoints="1"/>
            </p:cNvSpPr>
            <p:nvPr/>
          </p:nvSpPr>
          <p:spPr bwMode="auto">
            <a:xfrm>
              <a:off x="4903322" y="5811462"/>
              <a:ext cx="398550" cy="1087177"/>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20" name="Freeform 208"/>
            <p:cNvSpPr>
              <a:spLocks noEditPoints="1"/>
            </p:cNvSpPr>
            <p:nvPr/>
          </p:nvSpPr>
          <p:spPr bwMode="auto">
            <a:xfrm>
              <a:off x="6965722" y="5813169"/>
              <a:ext cx="338631" cy="1101655"/>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21" name="Freeform 192"/>
            <p:cNvSpPr>
              <a:spLocks noEditPoints="1"/>
            </p:cNvSpPr>
            <p:nvPr/>
          </p:nvSpPr>
          <p:spPr bwMode="auto">
            <a:xfrm>
              <a:off x="5876837" y="5804970"/>
              <a:ext cx="559120" cy="1155909"/>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grpSp>
      <p:sp>
        <p:nvSpPr>
          <p:cNvPr id="15" name="Rectangle 14"/>
          <p:cNvSpPr/>
          <p:nvPr/>
        </p:nvSpPr>
        <p:spPr>
          <a:xfrm>
            <a:off x="0" y="6472569"/>
            <a:ext cx="12192000" cy="5361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01" name="Straight Connector 400"/>
          <p:cNvCxnSpPr/>
          <p:nvPr/>
        </p:nvCxnSpPr>
        <p:spPr>
          <a:xfrm>
            <a:off x="0" y="6461098"/>
            <a:ext cx="12192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72" name="Content Placeholder 7"/>
          <p:cNvSpPr txBox="1">
            <a:spLocks/>
          </p:cNvSpPr>
          <p:nvPr/>
        </p:nvSpPr>
        <p:spPr>
          <a:xfrm>
            <a:off x="2416666" y="147767"/>
            <a:ext cx="9229661" cy="70788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rtl="1">
              <a:buNone/>
            </a:pPr>
            <a:r>
              <a:rPr lang="ar-SA" sz="4000" b="1" u="sng" dirty="0" smtClean="0"/>
              <a:t>معوقات استخدام التكنولوجيا في التربية البدنية</a:t>
            </a:r>
            <a:endParaRPr lang="el-GR" sz="4000" u="sng" dirty="0"/>
          </a:p>
        </p:txBody>
      </p:sp>
      <p:sp>
        <p:nvSpPr>
          <p:cNvPr id="9" name="Footer Placeholder 8"/>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0916653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500"/>
                                        <p:tgtEl>
                                          <p:spTgt spid="72"/>
                                        </p:tgtEl>
                                      </p:cBhvr>
                                    </p:animEffect>
                                  </p:childTnLst>
                                </p:cTn>
                              </p:par>
                              <p:par>
                                <p:cTn id="8" presetID="22" presetClass="entr" presetSubtype="4" fill="hold" nodeType="withEffect">
                                  <p:stCondLst>
                                    <p:cond delay="2000"/>
                                  </p:stCondLst>
                                  <p:childTnLst>
                                    <p:set>
                                      <p:cBhvr>
                                        <p:cTn id="9" dur="1" fill="hold">
                                          <p:stCondLst>
                                            <p:cond delay="0"/>
                                          </p:stCondLst>
                                        </p:cTn>
                                        <p:tgtEl>
                                          <p:spTgt spid="6"/>
                                        </p:tgtEl>
                                        <p:attrNameLst>
                                          <p:attrName>style.visibility</p:attrName>
                                        </p:attrNameLst>
                                      </p:cBhvr>
                                      <p:to>
                                        <p:strVal val="visible"/>
                                      </p:to>
                                    </p:set>
                                    <p:animEffect transition="in" filter="wipe(down)">
                                      <p:cBhvr>
                                        <p:cTn id="10" dur="1000"/>
                                        <p:tgtEl>
                                          <p:spTgt spid="6"/>
                                        </p:tgtEl>
                                      </p:cBhvr>
                                    </p:animEffect>
                                  </p:childTnLst>
                                </p:cTn>
                              </p:par>
                              <p:par>
                                <p:cTn id="11" presetID="22" presetClass="entr" presetSubtype="4" fill="hold" nodeType="withEffect">
                                  <p:stCondLst>
                                    <p:cond delay="2000"/>
                                  </p:stCondLst>
                                  <p:childTnLst>
                                    <p:set>
                                      <p:cBhvr>
                                        <p:cTn id="12" dur="1" fill="hold">
                                          <p:stCondLst>
                                            <p:cond delay="0"/>
                                          </p:stCondLst>
                                        </p:cTn>
                                        <p:tgtEl>
                                          <p:spTgt spid="4"/>
                                        </p:tgtEl>
                                        <p:attrNameLst>
                                          <p:attrName>style.visibility</p:attrName>
                                        </p:attrNameLst>
                                      </p:cBhvr>
                                      <p:to>
                                        <p:strVal val="visible"/>
                                      </p:to>
                                    </p:set>
                                    <p:animEffect transition="in" filter="wipe(down)">
                                      <p:cBhvr>
                                        <p:cTn id="13" dur="1000"/>
                                        <p:tgtEl>
                                          <p:spTgt spid="4"/>
                                        </p:tgtEl>
                                      </p:cBhvr>
                                    </p:animEffect>
                                  </p:childTnLst>
                                </p:cTn>
                              </p:par>
                              <p:par>
                                <p:cTn id="14" presetID="22" presetClass="entr" presetSubtype="4" fill="hold" nodeType="withEffect">
                                  <p:stCondLst>
                                    <p:cond delay="200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1000"/>
                                        <p:tgtEl>
                                          <p:spTgt spid="2"/>
                                        </p:tgtEl>
                                      </p:cBhvr>
                                    </p:animEffect>
                                  </p:childTnLst>
                                </p:cTn>
                              </p:par>
                              <p:par>
                                <p:cTn id="17" presetID="22" presetClass="entr" presetSubtype="4" fill="hold" nodeType="withEffect">
                                  <p:stCondLst>
                                    <p:cond delay="2000"/>
                                  </p:stCondLst>
                                  <p:childTnLst>
                                    <p:set>
                                      <p:cBhvr>
                                        <p:cTn id="18" dur="1" fill="hold">
                                          <p:stCondLst>
                                            <p:cond delay="0"/>
                                          </p:stCondLst>
                                        </p:cTn>
                                        <p:tgtEl>
                                          <p:spTgt spid="7"/>
                                        </p:tgtEl>
                                        <p:attrNameLst>
                                          <p:attrName>style.visibility</p:attrName>
                                        </p:attrNameLst>
                                      </p:cBhvr>
                                      <p:to>
                                        <p:strVal val="visible"/>
                                      </p:to>
                                    </p:set>
                                    <p:animEffect transition="in" filter="wipe(down)">
                                      <p:cBhvr>
                                        <p:cTn id="19" dur="1000"/>
                                        <p:tgtEl>
                                          <p:spTgt spid="7"/>
                                        </p:tgtEl>
                                      </p:cBhvr>
                                    </p:animEffect>
                                  </p:childTnLst>
                                </p:cTn>
                              </p:par>
                            </p:childTnLst>
                          </p:cTn>
                        </p:par>
                        <p:par>
                          <p:cTn id="20" fill="hold">
                            <p:stCondLst>
                              <p:cond delay="3000"/>
                            </p:stCondLst>
                            <p:childTnLst>
                              <p:par>
                                <p:cTn id="21" presetID="1" presetClass="entr" presetSubtype="0" fill="hold" grpId="0" nodeType="afterEffect">
                                  <p:stCondLst>
                                    <p:cond delay="2000"/>
                                  </p:stCondLst>
                                  <p:childTnLst>
                                    <p:set>
                                      <p:cBhvr>
                                        <p:cTn id="22" dur="1" fill="hold">
                                          <p:stCondLst>
                                            <p:cond delay="0"/>
                                          </p:stCondLst>
                                        </p:cTn>
                                        <p:tgtEl>
                                          <p:spTgt spid="46"/>
                                        </p:tgtEl>
                                        <p:attrNameLst>
                                          <p:attrName>style.visibility</p:attrName>
                                        </p:attrNameLst>
                                      </p:cBhvr>
                                      <p:to>
                                        <p:strVal val="visible"/>
                                      </p:to>
                                    </p:set>
                                  </p:childTnLst>
                                </p:cTn>
                              </p:par>
                              <p:par>
                                <p:cTn id="23" presetID="1" presetClass="entr" presetSubtype="0" fill="hold" grpId="0" nodeType="withEffect">
                                  <p:stCondLst>
                                    <p:cond delay="2000"/>
                                  </p:stCondLst>
                                  <p:childTnLst>
                                    <p:set>
                                      <p:cBhvr>
                                        <p:cTn id="24" dur="1" fill="hold">
                                          <p:stCondLst>
                                            <p:cond delay="0"/>
                                          </p:stCondLst>
                                        </p:cTn>
                                        <p:tgtEl>
                                          <p:spTgt spid="48"/>
                                        </p:tgtEl>
                                        <p:attrNameLst>
                                          <p:attrName>style.visibility</p:attrName>
                                        </p:attrNameLst>
                                      </p:cBhvr>
                                      <p:to>
                                        <p:strVal val="visible"/>
                                      </p:to>
                                    </p:set>
                                  </p:childTnLst>
                                </p:cTn>
                              </p:par>
                              <p:par>
                                <p:cTn id="25" presetID="1" presetClass="entr" presetSubtype="0" fill="hold" grpId="0" nodeType="withEffect">
                                  <p:stCondLst>
                                    <p:cond delay="2000"/>
                                  </p:stCondLst>
                                  <p:childTnLst>
                                    <p:set>
                                      <p:cBhvr>
                                        <p:cTn id="26" dur="1" fill="hold">
                                          <p:stCondLst>
                                            <p:cond delay="0"/>
                                          </p:stCondLst>
                                        </p:cTn>
                                        <p:tgtEl>
                                          <p:spTgt spid="45"/>
                                        </p:tgtEl>
                                        <p:attrNameLst>
                                          <p:attrName>style.visibility</p:attrName>
                                        </p:attrNameLst>
                                      </p:cBhvr>
                                      <p:to>
                                        <p:strVal val="visible"/>
                                      </p:to>
                                    </p:set>
                                  </p:childTnLst>
                                </p:cTn>
                              </p:par>
                              <p:par>
                                <p:cTn id="27" presetID="1" presetClass="entr" presetSubtype="0" fill="hold" grpId="0" nodeType="withEffect">
                                  <p:stCondLst>
                                    <p:cond delay="2000"/>
                                  </p:stCondLst>
                                  <p:childTnLst>
                                    <p:set>
                                      <p:cBhvr>
                                        <p:cTn id="28" dur="1" fill="hold">
                                          <p:stCondLst>
                                            <p:cond delay="0"/>
                                          </p:stCondLst>
                                        </p:cTn>
                                        <p:tgtEl>
                                          <p:spTgt spid="47"/>
                                        </p:tgtEl>
                                        <p:attrNameLst>
                                          <p:attrName>style.visibility</p:attrName>
                                        </p:attrNameLst>
                                      </p:cBhvr>
                                      <p:to>
                                        <p:strVal val="visible"/>
                                      </p:to>
                                    </p:set>
                                  </p:childTnLst>
                                </p:cTn>
                              </p:par>
                              <p:par>
                                <p:cTn id="29" presetID="42" presetClass="entr" presetSubtype="0" fill="hold" nodeType="withEffect">
                                  <p:stCondLst>
                                    <p:cond delay="400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1000"/>
                                        <p:tgtEl>
                                          <p:spTgt spid="11"/>
                                        </p:tgtEl>
                                      </p:cBhvr>
                                    </p:animEffect>
                                    <p:anim calcmode="lin" valueType="num">
                                      <p:cBhvr>
                                        <p:cTn id="32" dur="1000" fill="hold"/>
                                        <p:tgtEl>
                                          <p:spTgt spid="11"/>
                                        </p:tgtEl>
                                        <p:attrNameLst>
                                          <p:attrName>ppt_x</p:attrName>
                                        </p:attrNameLst>
                                      </p:cBhvr>
                                      <p:tavLst>
                                        <p:tav tm="0">
                                          <p:val>
                                            <p:strVal val="#ppt_x"/>
                                          </p:val>
                                        </p:tav>
                                        <p:tav tm="100000">
                                          <p:val>
                                            <p:strVal val="#ppt_x"/>
                                          </p:val>
                                        </p:tav>
                                      </p:tavLst>
                                    </p:anim>
                                    <p:anim calcmode="lin" valueType="num">
                                      <p:cBhvr>
                                        <p:cTn id="33" dur="1000" fill="hold"/>
                                        <p:tgtEl>
                                          <p:spTgt spid="11"/>
                                        </p:tgtEl>
                                        <p:attrNameLst>
                                          <p:attrName>ppt_y</p:attrName>
                                        </p:attrNameLst>
                                      </p:cBhvr>
                                      <p:tavLst>
                                        <p:tav tm="0">
                                          <p:val>
                                            <p:strVal val="#ppt_y+.1"/>
                                          </p:val>
                                        </p:tav>
                                        <p:tav tm="100000">
                                          <p:val>
                                            <p:strVal val="#ppt_y"/>
                                          </p:val>
                                        </p:tav>
                                      </p:tavLst>
                                    </p:anim>
                                  </p:childTnLst>
                                </p:cTn>
                              </p:par>
                            </p:childTnLst>
                          </p:cTn>
                        </p:par>
                        <p:par>
                          <p:cTn id="34" fill="hold">
                            <p:stCondLst>
                              <p:cond delay="8000"/>
                            </p:stCondLst>
                            <p:childTnLst>
                              <p:par>
                                <p:cTn id="35" presetID="10" presetClass="entr" presetSubtype="0" fill="hold" grpId="0" nodeType="after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par>
                          <p:cTn id="38" fill="hold">
                            <p:stCondLst>
                              <p:cond delay="8500"/>
                            </p:stCondLst>
                            <p:childTnLst>
                              <p:par>
                                <p:cTn id="39" presetID="10" presetClass="entr" presetSubtype="0" fill="hold" grpId="0" nodeType="afterEffect">
                                  <p:stCondLst>
                                    <p:cond delay="0"/>
                                  </p:stCondLst>
                                  <p:childTnLst>
                                    <p:set>
                                      <p:cBhvr>
                                        <p:cTn id="40" dur="1" fill="hold">
                                          <p:stCondLst>
                                            <p:cond delay="0"/>
                                          </p:stCondLst>
                                        </p:cTn>
                                        <p:tgtEl>
                                          <p:spTgt spid="93"/>
                                        </p:tgtEl>
                                        <p:attrNameLst>
                                          <p:attrName>style.visibility</p:attrName>
                                        </p:attrNameLst>
                                      </p:cBhvr>
                                      <p:to>
                                        <p:strVal val="visible"/>
                                      </p:to>
                                    </p:set>
                                    <p:animEffect transition="in" filter="fade">
                                      <p:cBhvr>
                                        <p:cTn id="41" dur="500"/>
                                        <p:tgtEl>
                                          <p:spTgt spid="93"/>
                                        </p:tgtEl>
                                      </p:cBhvr>
                                    </p:animEffect>
                                  </p:childTnLst>
                                </p:cTn>
                              </p:par>
                            </p:childTnLst>
                          </p:cTn>
                        </p:par>
                        <p:par>
                          <p:cTn id="42" fill="hold">
                            <p:stCondLst>
                              <p:cond delay="9000"/>
                            </p:stCondLst>
                            <p:childTnLst>
                              <p:par>
                                <p:cTn id="43" presetID="10" presetClass="entr" presetSubtype="0" fill="hold" grpId="0" nodeType="after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fade">
                                      <p:cBhvr>
                                        <p:cTn id="45" dur="500"/>
                                        <p:tgtEl>
                                          <p:spTgt spid="89"/>
                                        </p:tgtEl>
                                      </p:cBhvr>
                                    </p:animEffect>
                                  </p:childTnLst>
                                </p:cTn>
                              </p:par>
                            </p:childTnLst>
                          </p:cTn>
                        </p:par>
                        <p:par>
                          <p:cTn id="46" fill="hold">
                            <p:stCondLst>
                              <p:cond delay="9500"/>
                            </p:stCondLst>
                            <p:childTnLst>
                              <p:par>
                                <p:cTn id="47" presetID="10" presetClass="entr" presetSubtype="0" fill="hold" grpId="0" nodeType="afterEffect">
                                  <p:stCondLst>
                                    <p:cond delay="0"/>
                                  </p:stCondLst>
                                  <p:childTnLst>
                                    <p:set>
                                      <p:cBhvr>
                                        <p:cTn id="48" dur="1" fill="hold">
                                          <p:stCondLst>
                                            <p:cond delay="0"/>
                                          </p:stCondLst>
                                        </p:cTn>
                                        <p:tgtEl>
                                          <p:spTgt spid="95"/>
                                        </p:tgtEl>
                                        <p:attrNameLst>
                                          <p:attrName>style.visibility</p:attrName>
                                        </p:attrNameLst>
                                      </p:cBhvr>
                                      <p:to>
                                        <p:strVal val="visible"/>
                                      </p:to>
                                    </p:set>
                                    <p:animEffect transition="in" filter="fade">
                                      <p:cBhvr>
                                        <p:cTn id="49"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P spid="58" grpId="0"/>
      <p:bldP spid="89" grpId="0"/>
      <p:bldP spid="93" grpId="0"/>
      <p:bldP spid="95" grpId="0"/>
      <p:bldP spid="72"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01" name="Straight Connector 400"/>
          <p:cNvCxnSpPr/>
          <p:nvPr/>
        </p:nvCxnSpPr>
        <p:spPr>
          <a:xfrm>
            <a:off x="0" y="6461098"/>
            <a:ext cx="12192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a:cxnSpLocks noChangeAspect="1"/>
          </p:cNvCxnSpPr>
          <p:nvPr/>
        </p:nvCxnSpPr>
        <p:spPr>
          <a:xfrm>
            <a:off x="5883071" y="1793287"/>
            <a:ext cx="0" cy="386967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Content Placeholder 2"/>
          <p:cNvSpPr txBox="1">
            <a:spLocks noChangeAspect="1"/>
          </p:cNvSpPr>
          <p:nvPr/>
        </p:nvSpPr>
        <p:spPr>
          <a:xfrm>
            <a:off x="5662718" y="1829814"/>
            <a:ext cx="6319075" cy="4667811"/>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a:lnSpc>
                <a:spcPct val="100000"/>
              </a:lnSpc>
              <a:spcBef>
                <a:spcPts val="0"/>
              </a:spcBef>
            </a:pPr>
            <a:r>
              <a:rPr lang="ar-SA" sz="3200" b="1" dirty="0" smtClean="0"/>
              <a:t>ومن أدوات ذوي الاحتياجات الخاصة التكنولوجية (قارئات النصوص المحمولة، ونظارات السونار للكفيفين، ومساعدات لوحة المفاتيح) وهي تعتبر تكنولوجيا مساعدة</a:t>
            </a:r>
            <a:endParaRPr lang="id-ID" sz="3200" b="1" dirty="0" smtClean="0">
              <a:solidFill>
                <a:schemeClr val="bg1">
                  <a:lumMod val="50000"/>
                </a:schemeClr>
              </a:solidFill>
            </a:endParaRPr>
          </a:p>
          <a:p>
            <a:pPr algn="r">
              <a:lnSpc>
                <a:spcPct val="100000"/>
              </a:lnSpc>
              <a:spcBef>
                <a:spcPts val="0"/>
              </a:spcBef>
            </a:pPr>
            <a:endParaRPr lang="en-US" sz="3200" dirty="0" smtClean="0"/>
          </a:p>
          <a:p>
            <a:pPr algn="r">
              <a:lnSpc>
                <a:spcPct val="100000"/>
              </a:lnSpc>
              <a:spcBef>
                <a:spcPts val="0"/>
              </a:spcBef>
            </a:pPr>
            <a:r>
              <a:rPr lang="ar-SA" sz="3200" b="1" dirty="0" smtClean="0"/>
              <a:t>وقد تتضمن أيضا خدمات (التقييم، والتصميم، والتخصيص، والتبني، والصيانة، والعلاج، والتدريب) </a:t>
            </a:r>
            <a:endParaRPr lang="en-US" sz="3200" b="1" dirty="0" smtClean="0">
              <a:solidFill>
                <a:schemeClr val="bg1">
                  <a:lumMod val="50000"/>
                </a:schemeClr>
              </a:solidFill>
            </a:endParaRPr>
          </a:p>
        </p:txBody>
      </p:sp>
      <p:sp>
        <p:nvSpPr>
          <p:cNvPr id="23" name="Title 13"/>
          <p:cNvSpPr txBox="1">
            <a:spLocks noChangeAspect="1"/>
          </p:cNvSpPr>
          <p:nvPr/>
        </p:nvSpPr>
        <p:spPr>
          <a:xfrm>
            <a:off x="1500554" y="665107"/>
            <a:ext cx="9579263" cy="71612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ar-SA" sz="4000" b="1" u="sng" dirty="0" smtClean="0">
                <a:solidFill>
                  <a:srgbClr val="FF0000"/>
                </a:solidFill>
              </a:rPr>
              <a:t>التكنولوجيا وذوي الاحتياجات الخاصة</a:t>
            </a:r>
            <a:endParaRPr lang="en-US" sz="4000" u="sng" dirty="0">
              <a:solidFill>
                <a:srgbClr val="FF0000"/>
              </a:solidFill>
              <a:latin typeface="+mn-lt"/>
            </a:endParaRPr>
          </a:p>
        </p:txBody>
      </p:sp>
      <p:pic>
        <p:nvPicPr>
          <p:cNvPr id="24" name="23 - Εικόνα" descr="images1.jpg"/>
          <p:cNvPicPr>
            <a:picLocks noChangeAspect="1"/>
          </p:cNvPicPr>
          <p:nvPr/>
        </p:nvPicPr>
        <p:blipFill>
          <a:blip r:embed="rId3"/>
          <a:stretch>
            <a:fillRect/>
          </a:stretch>
        </p:blipFill>
        <p:spPr>
          <a:xfrm>
            <a:off x="238422" y="2065283"/>
            <a:ext cx="5424296" cy="3597675"/>
          </a:xfrm>
          <a:prstGeom prst="rect">
            <a:avLst/>
          </a:prstGeom>
        </p:spPr>
      </p:pic>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0429661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down)">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 presetClass="entr" presetSubtype="0"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01" name="Straight Connector 400"/>
          <p:cNvCxnSpPr/>
          <p:nvPr/>
        </p:nvCxnSpPr>
        <p:spPr>
          <a:xfrm>
            <a:off x="0" y="6461098"/>
            <a:ext cx="12192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a:cxnSpLocks noChangeAspect="1"/>
          </p:cNvCxnSpPr>
          <p:nvPr/>
        </p:nvCxnSpPr>
        <p:spPr>
          <a:xfrm>
            <a:off x="5883071" y="1793287"/>
            <a:ext cx="0" cy="386967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Content Placeholder 2"/>
          <p:cNvSpPr txBox="1">
            <a:spLocks noChangeAspect="1"/>
          </p:cNvSpPr>
          <p:nvPr/>
        </p:nvSpPr>
        <p:spPr>
          <a:xfrm>
            <a:off x="5662718" y="1793287"/>
            <a:ext cx="6319075" cy="3869671"/>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r">
              <a:lnSpc>
                <a:spcPct val="100000"/>
              </a:lnSpc>
              <a:spcBef>
                <a:spcPts val="0"/>
              </a:spcBef>
            </a:pPr>
            <a:endParaRPr lang="en-US" sz="3200" dirty="0" smtClean="0"/>
          </a:p>
          <a:p>
            <a:pPr algn="r">
              <a:lnSpc>
                <a:spcPct val="100000"/>
              </a:lnSpc>
              <a:spcBef>
                <a:spcPts val="0"/>
              </a:spcBef>
            </a:pPr>
            <a:r>
              <a:rPr lang="ar-SA" sz="3200" b="1" dirty="0" smtClean="0"/>
              <a:t>ويواجه ذوي الاحتياجات الخاصة صعوبات كبيرة فالبيئة المصممة للأصحاء لا تتناسب معهم، وتختلف الصعوبات حسب درجة الإعاقة، ولكل طالب يتم مساعدته بما يناسب من التكنولوجيا المساعدة</a:t>
            </a:r>
            <a:endParaRPr lang="en-US" sz="3200" b="1" dirty="0">
              <a:solidFill>
                <a:schemeClr val="bg1">
                  <a:lumMod val="50000"/>
                </a:schemeClr>
              </a:solidFill>
            </a:endParaRPr>
          </a:p>
        </p:txBody>
      </p:sp>
      <p:sp>
        <p:nvSpPr>
          <p:cNvPr id="23" name="Title 13"/>
          <p:cNvSpPr txBox="1">
            <a:spLocks noChangeAspect="1"/>
          </p:cNvSpPr>
          <p:nvPr/>
        </p:nvSpPr>
        <p:spPr>
          <a:xfrm>
            <a:off x="1430215" y="665107"/>
            <a:ext cx="9649602" cy="71612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ar-SA" sz="4000" b="1" u="sng" dirty="0" smtClean="0">
                <a:solidFill>
                  <a:srgbClr val="FF0000"/>
                </a:solidFill>
              </a:rPr>
              <a:t>التكنولوجيا وذوي الاحتياجات الخاصة</a:t>
            </a:r>
            <a:endParaRPr lang="en-US" sz="4000" u="sng" dirty="0">
              <a:solidFill>
                <a:srgbClr val="FF0000"/>
              </a:solidFill>
              <a:latin typeface="+mn-lt"/>
            </a:endParaRPr>
          </a:p>
        </p:txBody>
      </p:sp>
      <p:pic>
        <p:nvPicPr>
          <p:cNvPr id="24" name="23 - Εικόνα" descr="images1.jpg"/>
          <p:cNvPicPr>
            <a:picLocks noChangeAspect="1"/>
          </p:cNvPicPr>
          <p:nvPr/>
        </p:nvPicPr>
        <p:blipFill>
          <a:blip r:embed="rId3"/>
          <a:stretch>
            <a:fillRect/>
          </a:stretch>
        </p:blipFill>
        <p:spPr>
          <a:xfrm>
            <a:off x="238422" y="2065283"/>
            <a:ext cx="5424296" cy="3597675"/>
          </a:xfrm>
          <a:prstGeom prst="rect">
            <a:avLst/>
          </a:prstGeom>
        </p:spPr>
      </p:pic>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6799261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down)">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 presetClass="entr" presetSubtype="0"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p>
        </p:txBody>
      </p:sp>
      <p:sp>
        <p:nvSpPr>
          <p:cNvPr id="25" name="Rectangle 24"/>
          <p:cNvSpPr/>
          <p:nvPr/>
        </p:nvSpPr>
        <p:spPr>
          <a:xfrm>
            <a:off x="0" y="3951288"/>
            <a:ext cx="12192000" cy="182562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tx1"/>
              </a:solidFill>
            </a:endParaRPr>
          </a:p>
        </p:txBody>
      </p:sp>
      <p:sp>
        <p:nvSpPr>
          <p:cNvPr id="24" name="Title 13"/>
          <p:cNvSpPr txBox="1">
            <a:spLocks/>
          </p:cNvSpPr>
          <p:nvPr/>
        </p:nvSpPr>
        <p:spPr bwMode="auto">
          <a:xfrm>
            <a:off x="726831" y="4273550"/>
            <a:ext cx="10668000" cy="857250"/>
          </a:xfrm>
          <a:prstGeom prst="rect">
            <a:avLst/>
          </a:prstGeom>
          <a:noFill/>
          <a:ln w="9525">
            <a:noFill/>
            <a:miter lim="800000"/>
            <a:headEnd/>
            <a:tailEnd/>
          </a:ln>
        </p:spPr>
        <p:txBody>
          <a:bodyPr anchor="b"/>
          <a:lstStyle/>
          <a:p>
            <a:pPr algn="ctr">
              <a:lnSpc>
                <a:spcPct val="90000"/>
              </a:lnSpc>
              <a:spcBef>
                <a:spcPct val="20000"/>
              </a:spcBef>
              <a:buFont typeface="Arial" charset="0"/>
              <a:buNone/>
            </a:pPr>
            <a:r>
              <a:rPr lang="ar-SA" sz="4400" b="1" u="sng" dirty="0">
                <a:solidFill>
                  <a:schemeClr val="bg1"/>
                </a:solidFill>
              </a:rPr>
              <a:t>النماذج التعليمية في إطار مفهوم تكنولوجيا التعليم</a:t>
            </a:r>
            <a:endParaRPr lang="en-US" sz="4400" b="1" u="sng" dirty="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7402242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98</a:t>
            </a:fld>
            <a:endParaRPr lang="en-US" sz="1600" dirty="0">
              <a:solidFill>
                <a:schemeClr val="bg1">
                  <a:lumMod val="95000"/>
                </a:schemeClr>
              </a:solidFill>
              <a:latin typeface="+mj-lt"/>
            </a:endParaRPr>
          </a:p>
        </p:txBody>
      </p:sp>
      <p:sp>
        <p:nvSpPr>
          <p:cNvPr id="428" name="Title 13"/>
          <p:cNvSpPr txBox="1">
            <a:spLocks/>
          </p:cNvSpPr>
          <p:nvPr/>
        </p:nvSpPr>
        <p:spPr>
          <a:xfrm>
            <a:off x="922502" y="1349431"/>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tx1"/>
                </a:solidFill>
              </a:rPr>
              <a:t>هناك نماذج تعليمية تنبثق في إطار مفهوم تكنولوجيا التعليم، نعرضها بالشكل الآتي:</a:t>
            </a:r>
            <a:endParaRPr lang="en-US" sz="2800" b="1" dirty="0">
              <a:solidFill>
                <a:schemeClr val="tx1"/>
              </a:solidFill>
              <a:latin typeface="+mn-lt"/>
            </a:endParaRPr>
          </a:p>
        </p:txBody>
      </p:sp>
      <p:sp>
        <p:nvSpPr>
          <p:cNvPr id="430" name="Title 13"/>
          <p:cNvSpPr txBox="1">
            <a:spLocks/>
          </p:cNvSpPr>
          <p:nvPr/>
        </p:nvSpPr>
        <p:spPr>
          <a:xfrm>
            <a:off x="912484" y="2404538"/>
            <a:ext cx="9963807"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u="sng" dirty="0" smtClean="0">
                <a:solidFill>
                  <a:srgbClr val="FFFF00"/>
                </a:solidFill>
              </a:rPr>
              <a:t>النموذج الأول</a:t>
            </a:r>
            <a:endParaRPr lang="en-US" sz="2800" b="1" u="sng" dirty="0">
              <a:solidFill>
                <a:srgbClr val="FFFF00"/>
              </a:solidFill>
              <a:latin typeface="+mn-lt"/>
            </a:endParaRPr>
          </a:p>
        </p:txBody>
      </p:sp>
      <p:sp>
        <p:nvSpPr>
          <p:cNvPr id="432" name="Title 13"/>
          <p:cNvSpPr txBox="1">
            <a:spLocks/>
          </p:cNvSpPr>
          <p:nvPr/>
        </p:nvSpPr>
        <p:spPr>
          <a:xfrm>
            <a:off x="1068388" y="3326524"/>
            <a:ext cx="10439400" cy="1077218"/>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b="1" dirty="0" smtClean="0">
                <a:solidFill>
                  <a:schemeClr val="bg1"/>
                </a:solidFill>
              </a:rPr>
              <a:t>يشير هذا النموذج إلى العلاقة التقليدية المباشرة بين المعلم والمتعلم ويكون المعلم هو المصدر الوحيد للمعرفة</a:t>
            </a:r>
            <a:endParaRPr lang="en-US" b="1" dirty="0">
              <a:solidFill>
                <a:schemeClr val="bg1"/>
              </a:solidFill>
              <a:latin typeface="+mn-lt"/>
            </a:endParaRPr>
          </a:p>
        </p:txBody>
      </p:sp>
      <p:grpSp>
        <p:nvGrpSpPr>
          <p:cNvPr id="2" name="Group 432"/>
          <p:cNvGrpSpPr>
            <a:grpSpLocks/>
          </p:cNvGrpSpPr>
          <p:nvPr/>
        </p:nvGrpSpPr>
        <p:grpSpPr bwMode="auto">
          <a:xfrm>
            <a:off x="6951960" y="2509530"/>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630622" y="145527"/>
            <a:ext cx="10696406" cy="646331"/>
          </a:xfrm>
          <a:prstGeom prst="rect">
            <a:avLst/>
          </a:prstGeom>
        </p:spPr>
        <p:txBody>
          <a:bodyPr wrap="square">
            <a:spAutoFit/>
          </a:bodyPr>
          <a:lstStyle/>
          <a:p>
            <a:pPr algn="ctr">
              <a:lnSpc>
                <a:spcPct val="90000"/>
              </a:lnSpc>
              <a:spcBef>
                <a:spcPct val="20000"/>
              </a:spcBef>
              <a:buFont typeface="Arial" charset="0"/>
              <a:buNone/>
            </a:pPr>
            <a:r>
              <a:rPr lang="ar-SA" sz="4000" b="1" u="sng" dirty="0" smtClean="0">
                <a:solidFill>
                  <a:schemeClr val="bg1"/>
                </a:solidFill>
              </a:rPr>
              <a:t>النماذج التعليمية في إطار مفهوم تكنولوجيا التعليم</a:t>
            </a:r>
            <a:endParaRPr lang="en-US" sz="4000" b="1" u="sng" dirty="0">
              <a:solidFill>
                <a:schemeClr val="bg1"/>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26"/>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33"/>
                                        </p:tgtEl>
                                        <p:attrNameLst>
                                          <p:attrName>style.visibility</p:attrName>
                                        </p:attrNameLst>
                                      </p:cBhvr>
                                      <p:to>
                                        <p:strVal val="visible"/>
                                      </p:to>
                                    </p:set>
                                    <p:animEffect transition="in" filter="fade">
                                      <p:cBhvr>
                                        <p:cTn id="10" dur="500"/>
                                        <p:tgtEl>
                                          <p:spTgt spid="3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428"/>
                                        </p:tgtEl>
                                        <p:attrNameLst>
                                          <p:attrName>style.visibility</p:attrName>
                                        </p:attrNameLst>
                                      </p:cBhvr>
                                      <p:to>
                                        <p:strVal val="visible"/>
                                      </p:to>
                                    </p:set>
                                    <p:animEffect transition="in" filter="fade">
                                      <p:cBhvr>
                                        <p:cTn id="14" dur="500"/>
                                        <p:tgtEl>
                                          <p:spTgt spid="428"/>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30"/>
                                        </p:tgtEl>
                                        <p:attrNameLst>
                                          <p:attrName>style.visibility</p:attrName>
                                        </p:attrNameLst>
                                      </p:cBhvr>
                                      <p:to>
                                        <p:strVal val="visible"/>
                                      </p:to>
                                    </p:set>
                                    <p:animEffect transition="in" filter="fade">
                                      <p:cBhvr>
                                        <p:cTn id="18" dur="500"/>
                                        <p:tgtEl>
                                          <p:spTgt spid="430"/>
                                        </p:tgtEl>
                                      </p:cBhvr>
                                    </p:animEffect>
                                  </p:childTnLst>
                                </p:cTn>
                              </p:par>
                            </p:childTnLst>
                          </p:cTn>
                        </p:par>
                        <p:par>
                          <p:cTn id="19" fill="hold">
                            <p:stCondLst>
                              <p:cond delay="1500"/>
                            </p:stCondLst>
                            <p:childTnLst>
                              <p:par>
                                <p:cTn id="20" presetID="53" presetClass="entr" presetSubtype="16" fill="hold" nodeType="after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500" fill="hold"/>
                                        <p:tgtEl>
                                          <p:spTgt spid="2"/>
                                        </p:tgtEl>
                                        <p:attrNameLst>
                                          <p:attrName>ppt_w</p:attrName>
                                        </p:attrNameLst>
                                      </p:cBhvr>
                                      <p:tavLst>
                                        <p:tav tm="0">
                                          <p:val>
                                            <p:fltVal val="0"/>
                                          </p:val>
                                        </p:tav>
                                        <p:tav tm="100000">
                                          <p:val>
                                            <p:strVal val="#ppt_w"/>
                                          </p:val>
                                        </p:tav>
                                      </p:tavLst>
                                    </p:anim>
                                    <p:anim calcmode="lin" valueType="num">
                                      <p:cBhvr>
                                        <p:cTn id="23" dur="500" fill="hold"/>
                                        <p:tgtEl>
                                          <p:spTgt spid="2"/>
                                        </p:tgtEl>
                                        <p:attrNameLst>
                                          <p:attrName>ppt_h</p:attrName>
                                        </p:attrNameLst>
                                      </p:cBhvr>
                                      <p:tavLst>
                                        <p:tav tm="0">
                                          <p:val>
                                            <p:fltVal val="0"/>
                                          </p:val>
                                        </p:tav>
                                        <p:tav tm="100000">
                                          <p:val>
                                            <p:strVal val="#ppt_h"/>
                                          </p:val>
                                        </p:tav>
                                      </p:tavLst>
                                    </p:anim>
                                    <p:animEffect transition="in" filter="fade">
                                      <p:cBhvr>
                                        <p:cTn id="24" dur="500"/>
                                        <p:tgtEl>
                                          <p:spTgt spid="2"/>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432"/>
                                        </p:tgtEl>
                                        <p:attrNameLst>
                                          <p:attrName>style.visibility</p:attrName>
                                        </p:attrNameLst>
                                      </p:cBhvr>
                                      <p:to>
                                        <p:strVal val="visible"/>
                                      </p:to>
                                    </p:set>
                                    <p:animEffect transition="in" filter="fade">
                                      <p:cBhvr>
                                        <p:cTn id="28"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99</a:t>
            </a:fld>
            <a:endParaRPr lang="en-US" sz="1600" dirty="0">
              <a:solidFill>
                <a:schemeClr val="bg1">
                  <a:lumMod val="95000"/>
                </a:schemeClr>
              </a:solidFill>
              <a:latin typeface="+mj-lt"/>
            </a:endParaRPr>
          </a:p>
        </p:txBody>
      </p:sp>
      <p:sp>
        <p:nvSpPr>
          <p:cNvPr id="428" name="Title 13"/>
          <p:cNvSpPr txBox="1">
            <a:spLocks/>
          </p:cNvSpPr>
          <p:nvPr/>
        </p:nvSpPr>
        <p:spPr>
          <a:xfrm>
            <a:off x="992188" y="1087821"/>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tx1"/>
                </a:solidFill>
              </a:rPr>
              <a:t>هناك نماذج تعليمية تنبثق في إطار مفهوم تكنولوجيا التعليم، نعرضها بالشكل الآتي:</a:t>
            </a:r>
            <a:endParaRPr lang="en-US" sz="2800" b="1" dirty="0">
              <a:solidFill>
                <a:schemeClr val="tx1"/>
              </a:solidFill>
              <a:latin typeface="+mn-lt"/>
            </a:endParaRPr>
          </a:p>
        </p:txBody>
      </p:sp>
      <p:sp>
        <p:nvSpPr>
          <p:cNvPr id="430" name="Title 13"/>
          <p:cNvSpPr txBox="1">
            <a:spLocks/>
          </p:cNvSpPr>
          <p:nvPr/>
        </p:nvSpPr>
        <p:spPr>
          <a:xfrm>
            <a:off x="912484" y="2404538"/>
            <a:ext cx="9963807"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u="sng" dirty="0" smtClean="0">
                <a:solidFill>
                  <a:srgbClr val="FFFF00"/>
                </a:solidFill>
              </a:rPr>
              <a:t>النموذج الثاني</a:t>
            </a:r>
            <a:endParaRPr lang="en-US" sz="2800" b="1" u="sng" dirty="0">
              <a:solidFill>
                <a:srgbClr val="FFFF00"/>
              </a:solidFill>
              <a:latin typeface="+mn-lt"/>
            </a:endParaRPr>
          </a:p>
        </p:txBody>
      </p:sp>
      <p:sp>
        <p:nvSpPr>
          <p:cNvPr id="432" name="Title 13"/>
          <p:cNvSpPr txBox="1">
            <a:spLocks/>
          </p:cNvSpPr>
          <p:nvPr/>
        </p:nvSpPr>
        <p:spPr>
          <a:xfrm>
            <a:off x="1068388" y="3326524"/>
            <a:ext cx="10439400" cy="1077218"/>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b="1" dirty="0" smtClean="0">
                <a:solidFill>
                  <a:schemeClr val="bg1"/>
                </a:solidFill>
              </a:rPr>
              <a:t>يستخدم المعلم الوسائل السمعية والبصرية لتساعده في التعليم والمعلم هو المكون الرئيس للنظام التعليمي</a:t>
            </a:r>
            <a:endParaRPr lang="en-US" b="1" dirty="0">
              <a:solidFill>
                <a:schemeClr val="bg1"/>
              </a:solidFill>
              <a:latin typeface="+mn-lt"/>
            </a:endParaRPr>
          </a:p>
        </p:txBody>
      </p:sp>
      <p:grpSp>
        <p:nvGrpSpPr>
          <p:cNvPr id="2" name="Group 432"/>
          <p:cNvGrpSpPr>
            <a:grpSpLocks/>
          </p:cNvGrpSpPr>
          <p:nvPr/>
        </p:nvGrpSpPr>
        <p:grpSpPr bwMode="auto">
          <a:xfrm>
            <a:off x="6951960" y="2509530"/>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630622" y="145527"/>
            <a:ext cx="10696406" cy="646331"/>
          </a:xfrm>
          <a:prstGeom prst="rect">
            <a:avLst/>
          </a:prstGeom>
        </p:spPr>
        <p:txBody>
          <a:bodyPr wrap="square">
            <a:spAutoFit/>
          </a:bodyPr>
          <a:lstStyle/>
          <a:p>
            <a:pPr algn="ctr">
              <a:lnSpc>
                <a:spcPct val="90000"/>
              </a:lnSpc>
              <a:spcBef>
                <a:spcPct val="20000"/>
              </a:spcBef>
              <a:buFont typeface="Arial" charset="0"/>
              <a:buNone/>
            </a:pPr>
            <a:r>
              <a:rPr lang="ar-SA" sz="4000" b="1" u="sng" dirty="0" smtClean="0">
                <a:solidFill>
                  <a:schemeClr val="bg1"/>
                </a:solidFill>
              </a:rPr>
              <a:t>النماذج التعليمية في إطار مفهوم تكنولوجيا التعليم</a:t>
            </a:r>
            <a:endParaRPr lang="en-US" sz="4000" b="1" u="sng" dirty="0">
              <a:solidFill>
                <a:schemeClr val="bg1"/>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26"/>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Effect transition="in" filter="fade">
                                      <p:cBhvr>
                                        <p:cTn id="9" dur="500"/>
                                        <p:tgtEl>
                                          <p:spTgt spid="33"/>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28"/>
                                        </p:tgtEl>
                                        <p:attrNameLst>
                                          <p:attrName>style.visibility</p:attrName>
                                        </p:attrNameLst>
                                      </p:cBhvr>
                                      <p:to>
                                        <p:strVal val="visible"/>
                                      </p:to>
                                    </p:set>
                                    <p:animEffect transition="in" filter="fade">
                                      <p:cBhvr>
                                        <p:cTn id="13" dur="500"/>
                                        <p:tgtEl>
                                          <p:spTgt spid="42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30"/>
                                        </p:tgtEl>
                                        <p:attrNameLst>
                                          <p:attrName>style.visibility</p:attrName>
                                        </p:attrNameLst>
                                      </p:cBhvr>
                                      <p:to>
                                        <p:strVal val="visible"/>
                                      </p:to>
                                    </p:set>
                                    <p:animEffect transition="in" filter="fade">
                                      <p:cBhvr>
                                        <p:cTn id="17" dur="500"/>
                                        <p:tgtEl>
                                          <p:spTgt spid="430"/>
                                        </p:tgtEl>
                                      </p:cBhvr>
                                    </p:animEffect>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500" fill="hold"/>
                                        <p:tgtEl>
                                          <p:spTgt spid="2"/>
                                        </p:tgtEl>
                                        <p:attrNameLst>
                                          <p:attrName>ppt_w</p:attrName>
                                        </p:attrNameLst>
                                      </p:cBhvr>
                                      <p:tavLst>
                                        <p:tav tm="0">
                                          <p:val>
                                            <p:fltVal val="0"/>
                                          </p:val>
                                        </p:tav>
                                        <p:tav tm="100000">
                                          <p:val>
                                            <p:strVal val="#ppt_w"/>
                                          </p:val>
                                        </p:tav>
                                      </p:tavLst>
                                    </p:anim>
                                    <p:anim calcmode="lin" valueType="num">
                                      <p:cBhvr>
                                        <p:cTn id="22" dur="500" fill="hold"/>
                                        <p:tgtEl>
                                          <p:spTgt spid="2"/>
                                        </p:tgtEl>
                                        <p:attrNameLst>
                                          <p:attrName>ppt_h</p:attrName>
                                        </p:attrNameLst>
                                      </p:cBhvr>
                                      <p:tavLst>
                                        <p:tav tm="0">
                                          <p:val>
                                            <p:fltVal val="0"/>
                                          </p:val>
                                        </p:tav>
                                        <p:tav tm="100000">
                                          <p:val>
                                            <p:strVal val="#ppt_h"/>
                                          </p:val>
                                        </p:tav>
                                      </p:tavLst>
                                    </p:anim>
                                    <p:animEffect transition="in" filter="fade">
                                      <p:cBhvr>
                                        <p:cTn id="23" dur="500"/>
                                        <p:tgtEl>
                                          <p:spTgt spid="2"/>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432"/>
                                        </p:tgtEl>
                                        <p:attrNameLst>
                                          <p:attrName>style.visibility</p:attrName>
                                        </p:attrNameLst>
                                      </p:cBhvr>
                                      <p:to>
                                        <p:strVal val="visible"/>
                                      </p:to>
                                    </p:set>
                                    <p:animEffect transition="in" filter="fade">
                                      <p:cBhvr>
                                        <p:cTn id="27"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100</a:t>
            </a:fld>
            <a:endParaRPr lang="en-US" sz="1600" dirty="0">
              <a:solidFill>
                <a:schemeClr val="bg1">
                  <a:lumMod val="95000"/>
                </a:schemeClr>
              </a:solidFill>
              <a:latin typeface="+mj-lt"/>
            </a:endParaRPr>
          </a:p>
        </p:txBody>
      </p:sp>
      <p:sp>
        <p:nvSpPr>
          <p:cNvPr id="428" name="Title 13"/>
          <p:cNvSpPr txBox="1">
            <a:spLocks/>
          </p:cNvSpPr>
          <p:nvPr/>
        </p:nvSpPr>
        <p:spPr>
          <a:xfrm>
            <a:off x="992188" y="1087821"/>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tx1"/>
                </a:solidFill>
              </a:rPr>
              <a:t>هناك نماذج تعليمية تنبثق في إطار مفهوم تكنولوجيا التعليم، نعرضها بالشكل الآتي:</a:t>
            </a:r>
            <a:endParaRPr lang="en-US" sz="2800" b="1" dirty="0">
              <a:solidFill>
                <a:schemeClr val="tx1"/>
              </a:solidFill>
              <a:latin typeface="+mn-lt"/>
            </a:endParaRPr>
          </a:p>
        </p:txBody>
      </p:sp>
      <p:sp>
        <p:nvSpPr>
          <p:cNvPr id="430" name="Title 13"/>
          <p:cNvSpPr txBox="1">
            <a:spLocks/>
          </p:cNvSpPr>
          <p:nvPr/>
        </p:nvSpPr>
        <p:spPr>
          <a:xfrm>
            <a:off x="912484" y="2404538"/>
            <a:ext cx="9963807"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u="sng" dirty="0" smtClean="0">
                <a:solidFill>
                  <a:srgbClr val="FFFF00"/>
                </a:solidFill>
              </a:rPr>
              <a:t>النموذج الثالث</a:t>
            </a:r>
            <a:endParaRPr lang="en-US" sz="2800" b="1" u="sng" dirty="0">
              <a:solidFill>
                <a:srgbClr val="FFFF00"/>
              </a:solidFill>
              <a:latin typeface="+mn-lt"/>
            </a:endParaRPr>
          </a:p>
        </p:txBody>
      </p:sp>
      <p:sp>
        <p:nvSpPr>
          <p:cNvPr id="432" name="Title 13"/>
          <p:cNvSpPr txBox="1">
            <a:spLocks/>
          </p:cNvSpPr>
          <p:nvPr/>
        </p:nvSpPr>
        <p:spPr>
          <a:xfrm>
            <a:off x="1068388" y="3326524"/>
            <a:ext cx="10439400" cy="1077218"/>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b="1" dirty="0" smtClean="0">
                <a:solidFill>
                  <a:schemeClr val="bg1"/>
                </a:solidFill>
              </a:rPr>
              <a:t>يشير إلى استخدام أنظمة تعليمية كاملة تشتمل على التعليم بواسطة الوسائل التعليمية ويعمل المعلم على تصميم الوسائل واختيارها وتقييمها</a:t>
            </a:r>
            <a:endParaRPr lang="en-US" b="1" dirty="0">
              <a:solidFill>
                <a:schemeClr val="bg1"/>
              </a:solidFill>
              <a:latin typeface="+mn-lt"/>
            </a:endParaRPr>
          </a:p>
        </p:txBody>
      </p:sp>
      <p:grpSp>
        <p:nvGrpSpPr>
          <p:cNvPr id="2" name="Group 432"/>
          <p:cNvGrpSpPr>
            <a:grpSpLocks/>
          </p:cNvGrpSpPr>
          <p:nvPr/>
        </p:nvGrpSpPr>
        <p:grpSpPr bwMode="auto">
          <a:xfrm>
            <a:off x="6951960" y="2509530"/>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630622" y="145527"/>
            <a:ext cx="10696406" cy="646331"/>
          </a:xfrm>
          <a:prstGeom prst="rect">
            <a:avLst/>
          </a:prstGeom>
        </p:spPr>
        <p:txBody>
          <a:bodyPr wrap="square">
            <a:spAutoFit/>
          </a:bodyPr>
          <a:lstStyle/>
          <a:p>
            <a:pPr algn="ctr">
              <a:lnSpc>
                <a:spcPct val="90000"/>
              </a:lnSpc>
              <a:spcBef>
                <a:spcPct val="20000"/>
              </a:spcBef>
              <a:buFont typeface="Arial" charset="0"/>
              <a:buNone/>
            </a:pPr>
            <a:r>
              <a:rPr lang="ar-SA" sz="4000" b="1" u="sng" dirty="0" smtClean="0">
                <a:solidFill>
                  <a:schemeClr val="bg1"/>
                </a:solidFill>
              </a:rPr>
              <a:t>النماذج التعليمية في إطار مفهوم تكنولوجيا التعليم</a:t>
            </a:r>
            <a:endParaRPr lang="en-US" sz="4000" b="1" u="sng" dirty="0">
              <a:solidFill>
                <a:schemeClr val="bg1"/>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26"/>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Effect transition="in" filter="fade">
                                      <p:cBhvr>
                                        <p:cTn id="9" dur="500"/>
                                        <p:tgtEl>
                                          <p:spTgt spid="33"/>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28"/>
                                        </p:tgtEl>
                                        <p:attrNameLst>
                                          <p:attrName>style.visibility</p:attrName>
                                        </p:attrNameLst>
                                      </p:cBhvr>
                                      <p:to>
                                        <p:strVal val="visible"/>
                                      </p:to>
                                    </p:set>
                                    <p:animEffect transition="in" filter="fade">
                                      <p:cBhvr>
                                        <p:cTn id="13" dur="500"/>
                                        <p:tgtEl>
                                          <p:spTgt spid="42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30"/>
                                        </p:tgtEl>
                                        <p:attrNameLst>
                                          <p:attrName>style.visibility</p:attrName>
                                        </p:attrNameLst>
                                      </p:cBhvr>
                                      <p:to>
                                        <p:strVal val="visible"/>
                                      </p:to>
                                    </p:set>
                                    <p:animEffect transition="in" filter="fade">
                                      <p:cBhvr>
                                        <p:cTn id="17" dur="500"/>
                                        <p:tgtEl>
                                          <p:spTgt spid="430"/>
                                        </p:tgtEl>
                                      </p:cBhvr>
                                    </p:animEffect>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500" fill="hold"/>
                                        <p:tgtEl>
                                          <p:spTgt spid="2"/>
                                        </p:tgtEl>
                                        <p:attrNameLst>
                                          <p:attrName>ppt_w</p:attrName>
                                        </p:attrNameLst>
                                      </p:cBhvr>
                                      <p:tavLst>
                                        <p:tav tm="0">
                                          <p:val>
                                            <p:fltVal val="0"/>
                                          </p:val>
                                        </p:tav>
                                        <p:tav tm="100000">
                                          <p:val>
                                            <p:strVal val="#ppt_w"/>
                                          </p:val>
                                        </p:tav>
                                      </p:tavLst>
                                    </p:anim>
                                    <p:anim calcmode="lin" valueType="num">
                                      <p:cBhvr>
                                        <p:cTn id="22" dur="500" fill="hold"/>
                                        <p:tgtEl>
                                          <p:spTgt spid="2"/>
                                        </p:tgtEl>
                                        <p:attrNameLst>
                                          <p:attrName>ppt_h</p:attrName>
                                        </p:attrNameLst>
                                      </p:cBhvr>
                                      <p:tavLst>
                                        <p:tav tm="0">
                                          <p:val>
                                            <p:fltVal val="0"/>
                                          </p:val>
                                        </p:tav>
                                        <p:tav tm="100000">
                                          <p:val>
                                            <p:strVal val="#ppt_h"/>
                                          </p:val>
                                        </p:tav>
                                      </p:tavLst>
                                    </p:anim>
                                    <p:animEffect transition="in" filter="fade">
                                      <p:cBhvr>
                                        <p:cTn id="23" dur="500"/>
                                        <p:tgtEl>
                                          <p:spTgt spid="2"/>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432"/>
                                        </p:tgtEl>
                                        <p:attrNameLst>
                                          <p:attrName>style.visibility</p:attrName>
                                        </p:attrNameLst>
                                      </p:cBhvr>
                                      <p:to>
                                        <p:strVal val="visible"/>
                                      </p:to>
                                    </p:set>
                                    <p:animEffect transition="in" filter="fade">
                                      <p:cBhvr>
                                        <p:cTn id="27"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 name="Rectangle 425"/>
          <p:cNvSpPr/>
          <p:nvPr/>
        </p:nvSpPr>
        <p:spPr>
          <a:xfrm flipH="1">
            <a:off x="20525" y="-475457"/>
            <a:ext cx="12192000" cy="61510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 name="Subtitle 2"/>
          <p:cNvSpPr txBox="1">
            <a:spLocks/>
          </p:cNvSpPr>
          <p:nvPr/>
        </p:nvSpPr>
        <p:spPr>
          <a:xfrm>
            <a:off x="11507788" y="6289675"/>
            <a:ext cx="538162" cy="314325"/>
          </a:xfrm>
          <a:prstGeom prst="rect">
            <a:avLst/>
          </a:prstGeom>
        </p:spPr>
        <p:txBody>
          <a:bodyPr>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defRPr/>
            </a:pPr>
            <a:fld id="{7E6E0515-A8B6-49BB-8B04-13DCD003A2E7}" type="slidenum">
              <a:rPr lang="id-ID" sz="1600" smtClean="0">
                <a:solidFill>
                  <a:schemeClr val="bg1">
                    <a:lumMod val="95000"/>
                  </a:schemeClr>
                </a:solidFill>
                <a:latin typeface="+mj-lt"/>
              </a:rPr>
              <a:pPr fontAlgn="auto">
                <a:spcAft>
                  <a:spcPts val="0"/>
                </a:spcAft>
                <a:defRPr/>
              </a:pPr>
              <a:t>101</a:t>
            </a:fld>
            <a:endParaRPr lang="en-US" sz="1600" dirty="0">
              <a:solidFill>
                <a:schemeClr val="bg1">
                  <a:lumMod val="95000"/>
                </a:schemeClr>
              </a:solidFill>
              <a:latin typeface="+mj-lt"/>
            </a:endParaRPr>
          </a:p>
        </p:txBody>
      </p:sp>
      <p:sp>
        <p:nvSpPr>
          <p:cNvPr id="428" name="Title 13"/>
          <p:cNvSpPr txBox="1">
            <a:spLocks/>
          </p:cNvSpPr>
          <p:nvPr/>
        </p:nvSpPr>
        <p:spPr>
          <a:xfrm>
            <a:off x="992188" y="1087821"/>
            <a:ext cx="10731172"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dirty="0" smtClean="0">
                <a:solidFill>
                  <a:schemeClr val="tx1"/>
                </a:solidFill>
              </a:rPr>
              <a:t>هناك نماذج تعليمية تنبثق في إطار مفهوم تكنولوجيا التعليم، نعرضها بالشكل الآتي:</a:t>
            </a:r>
            <a:endParaRPr lang="en-US" sz="2800" b="1" dirty="0">
              <a:solidFill>
                <a:schemeClr val="tx1"/>
              </a:solidFill>
              <a:latin typeface="+mn-lt"/>
            </a:endParaRPr>
          </a:p>
        </p:txBody>
      </p:sp>
      <p:sp>
        <p:nvSpPr>
          <p:cNvPr id="430" name="Title 13"/>
          <p:cNvSpPr txBox="1">
            <a:spLocks/>
          </p:cNvSpPr>
          <p:nvPr/>
        </p:nvSpPr>
        <p:spPr>
          <a:xfrm>
            <a:off x="912484" y="2404538"/>
            <a:ext cx="9963807" cy="523220"/>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sz="2800" b="1" u="sng" dirty="0" smtClean="0">
                <a:solidFill>
                  <a:srgbClr val="FFFF00"/>
                </a:solidFill>
              </a:rPr>
              <a:t>النموذج الرابع</a:t>
            </a:r>
            <a:endParaRPr lang="en-US" sz="2800" b="1" u="sng" dirty="0">
              <a:solidFill>
                <a:srgbClr val="FFFF00"/>
              </a:solidFill>
              <a:latin typeface="+mn-lt"/>
            </a:endParaRPr>
          </a:p>
        </p:txBody>
      </p:sp>
      <p:sp>
        <p:nvSpPr>
          <p:cNvPr id="432" name="Title 13"/>
          <p:cNvSpPr txBox="1">
            <a:spLocks/>
          </p:cNvSpPr>
          <p:nvPr/>
        </p:nvSpPr>
        <p:spPr>
          <a:xfrm>
            <a:off x="1068388" y="3326524"/>
            <a:ext cx="10439400" cy="1077218"/>
          </a:xfrm>
          <a:prstGeom prst="rect">
            <a:avLst/>
          </a:prstGeom>
        </p:spPr>
        <p:txBody>
          <a:bodyPr wrap="square"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fontAlgn="auto">
              <a:spcAft>
                <a:spcPts val="0"/>
              </a:spcAft>
              <a:defRPr/>
            </a:pPr>
            <a:r>
              <a:rPr lang="ar-SA" b="1" dirty="0" smtClean="0">
                <a:solidFill>
                  <a:schemeClr val="bg1"/>
                </a:solidFill>
              </a:rPr>
              <a:t>يشير إلى أنظمة تعليمية كاملة تستخدم الوسائل التعليمية التعلمية فقط، ويتحول دور المعلم الى مرشد وموجه للتعلم</a:t>
            </a:r>
            <a:endParaRPr lang="en-US" b="1" dirty="0">
              <a:solidFill>
                <a:schemeClr val="bg1"/>
              </a:solidFill>
              <a:latin typeface="+mn-lt"/>
            </a:endParaRPr>
          </a:p>
        </p:txBody>
      </p:sp>
      <p:grpSp>
        <p:nvGrpSpPr>
          <p:cNvPr id="2" name="Group 432"/>
          <p:cNvGrpSpPr>
            <a:grpSpLocks/>
          </p:cNvGrpSpPr>
          <p:nvPr/>
        </p:nvGrpSpPr>
        <p:grpSpPr bwMode="auto">
          <a:xfrm>
            <a:off x="6951960" y="2509530"/>
            <a:ext cx="317500" cy="292100"/>
            <a:chOff x="2609260" y="2989019"/>
            <a:chExt cx="475253" cy="475253"/>
          </a:xfrm>
        </p:grpSpPr>
        <p:sp>
          <p:nvSpPr>
            <p:cNvPr id="434" name="Oval 433"/>
            <p:cNvSpPr/>
            <p:nvPr/>
          </p:nvSpPr>
          <p:spPr>
            <a:xfrm>
              <a:off x="2609260" y="2989019"/>
              <a:ext cx="475253" cy="475253"/>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01143" name="Freeform 434"/>
            <p:cNvSpPr>
              <a:spLocks/>
            </p:cNvSpPr>
            <p:nvPr/>
          </p:nvSpPr>
          <p:spPr bwMode="auto">
            <a:xfrm>
              <a:off x="2752030" y="3120652"/>
              <a:ext cx="189738" cy="196776"/>
            </a:xfrm>
            <a:custGeom>
              <a:avLst/>
              <a:gdLst>
                <a:gd name="T0" fmla="*/ 71325 w 274"/>
                <a:gd name="T1" fmla="*/ 196776 h 284"/>
                <a:gd name="T2" fmla="*/ 55398 w 274"/>
                <a:gd name="T3" fmla="*/ 189154 h 284"/>
                <a:gd name="T4" fmla="*/ 6232 w 274"/>
                <a:gd name="T5" fmla="*/ 123331 h 284"/>
                <a:gd name="T6" fmla="*/ 9695 w 274"/>
                <a:gd name="T7" fmla="*/ 96309 h 284"/>
                <a:gd name="T8" fmla="*/ 36701 w 274"/>
                <a:gd name="T9" fmla="*/ 100467 h 284"/>
                <a:gd name="T10" fmla="*/ 69247 w 274"/>
                <a:gd name="T11" fmla="*/ 143425 h 284"/>
                <a:gd name="T12" fmla="*/ 151652 w 274"/>
                <a:gd name="T13" fmla="*/ 11779 h 284"/>
                <a:gd name="T14" fmla="*/ 177966 w 274"/>
                <a:gd name="T15" fmla="*/ 5543 h 284"/>
                <a:gd name="T16" fmla="*/ 184198 w 274"/>
                <a:gd name="T17" fmla="*/ 32565 h 284"/>
                <a:gd name="T18" fmla="*/ 87252 w 274"/>
                <a:gd name="T19" fmla="*/ 187769 h 284"/>
                <a:gd name="T20" fmla="*/ 72017 w 274"/>
                <a:gd name="T21" fmla="*/ 196776 h 284"/>
                <a:gd name="T22" fmla="*/ 71325 w 274"/>
                <a:gd name="T23" fmla="*/ 196776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w="9525">
              <a:noFill/>
              <a:miter lim="800000"/>
              <a:headEnd/>
              <a:tailEnd/>
            </a:ln>
          </p:spPr>
          <p:txBody>
            <a:bodyPr/>
            <a:lstStyle/>
            <a:p>
              <a:endParaRPr lang="el-GR"/>
            </a:p>
          </p:txBody>
        </p:sp>
      </p:grpSp>
      <p:sp>
        <p:nvSpPr>
          <p:cNvPr id="33" name="Content Placeholder 7"/>
          <p:cNvSpPr txBox="1">
            <a:spLocks/>
          </p:cNvSpPr>
          <p:nvPr/>
        </p:nvSpPr>
        <p:spPr>
          <a:xfrm>
            <a:off x="630622" y="275728"/>
            <a:ext cx="10696406" cy="646331"/>
          </a:xfrm>
          <a:prstGeom prst="rect">
            <a:avLst/>
          </a:prstGeom>
        </p:spPr>
        <p:txBody>
          <a:bodyPr wrap="square">
            <a:spAutoFit/>
          </a:bodyPr>
          <a:lstStyle/>
          <a:p>
            <a:pPr algn="ctr">
              <a:lnSpc>
                <a:spcPct val="90000"/>
              </a:lnSpc>
              <a:spcBef>
                <a:spcPct val="20000"/>
              </a:spcBef>
              <a:buFont typeface="Arial" charset="0"/>
              <a:buNone/>
            </a:pPr>
            <a:r>
              <a:rPr lang="ar-SA" sz="4000" b="1" u="sng" dirty="0" smtClean="0">
                <a:solidFill>
                  <a:schemeClr val="bg1"/>
                </a:solidFill>
              </a:rPr>
              <a:t>النماذج التعليمية في إطار مفهوم تكنولوجيا التعليم</a:t>
            </a:r>
            <a:endParaRPr lang="en-US" sz="4000" b="1" u="sng" dirty="0">
              <a:solidFill>
                <a:schemeClr val="bg1"/>
              </a:solidFill>
            </a:endParaRPr>
          </a:p>
        </p:txBody>
      </p:sp>
      <p:sp>
        <p:nvSpPr>
          <p:cNvPr id="3" name="Footer Placeholder 2"/>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26"/>
                                        </p:tgtEl>
                                        <p:attrNameLst>
                                          <p:attrName>style.visibility</p:attrName>
                                        </p:attrNameLst>
                                      </p:cBhvr>
                                      <p:to>
                                        <p:strVal val="visible"/>
                                      </p:to>
                                    </p:set>
                                    <p:animEffect transition="in" filter="fade">
                                      <p:cBhvr>
                                        <p:cTn id="7" dur="500"/>
                                        <p:tgtEl>
                                          <p:spTgt spid="4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28"/>
                                        </p:tgtEl>
                                        <p:attrNameLst>
                                          <p:attrName>style.visibility</p:attrName>
                                        </p:attrNameLst>
                                      </p:cBhvr>
                                      <p:to>
                                        <p:strVal val="visible"/>
                                      </p:to>
                                    </p:set>
                                    <p:animEffect transition="in" filter="fade">
                                      <p:cBhvr>
                                        <p:cTn id="15" dur="500"/>
                                        <p:tgtEl>
                                          <p:spTgt spid="4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30"/>
                                        </p:tgtEl>
                                        <p:attrNameLst>
                                          <p:attrName>style.visibility</p:attrName>
                                        </p:attrNameLst>
                                      </p:cBhvr>
                                      <p:to>
                                        <p:strVal val="visible"/>
                                      </p:to>
                                    </p:set>
                                    <p:animEffect transition="in" filter="fade">
                                      <p:cBhvr>
                                        <p:cTn id="19" dur="500"/>
                                        <p:tgtEl>
                                          <p:spTgt spid="430"/>
                                        </p:tgtEl>
                                      </p:cBhvr>
                                    </p:animEffect>
                                  </p:childTnLst>
                                </p:cTn>
                              </p:par>
                            </p:childTnLst>
                          </p:cTn>
                        </p:par>
                        <p:par>
                          <p:cTn id="20" fill="hold">
                            <p:stCondLst>
                              <p:cond delay="2000"/>
                            </p:stCondLst>
                            <p:childTnLst>
                              <p:par>
                                <p:cTn id="21" presetID="53" presetClass="entr" presetSubtype="16"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p:cTn id="23" dur="500" fill="hold"/>
                                        <p:tgtEl>
                                          <p:spTgt spid="2"/>
                                        </p:tgtEl>
                                        <p:attrNameLst>
                                          <p:attrName>ppt_w</p:attrName>
                                        </p:attrNameLst>
                                      </p:cBhvr>
                                      <p:tavLst>
                                        <p:tav tm="0">
                                          <p:val>
                                            <p:fltVal val="0"/>
                                          </p:val>
                                        </p:tav>
                                        <p:tav tm="100000">
                                          <p:val>
                                            <p:strVal val="#ppt_w"/>
                                          </p:val>
                                        </p:tav>
                                      </p:tavLst>
                                    </p:anim>
                                    <p:anim calcmode="lin" valueType="num">
                                      <p:cBhvr>
                                        <p:cTn id="24" dur="500" fill="hold"/>
                                        <p:tgtEl>
                                          <p:spTgt spid="2"/>
                                        </p:tgtEl>
                                        <p:attrNameLst>
                                          <p:attrName>ppt_h</p:attrName>
                                        </p:attrNameLst>
                                      </p:cBhvr>
                                      <p:tavLst>
                                        <p:tav tm="0">
                                          <p:val>
                                            <p:fltVal val="0"/>
                                          </p:val>
                                        </p:tav>
                                        <p:tav tm="100000">
                                          <p:val>
                                            <p:strVal val="#ppt_h"/>
                                          </p:val>
                                        </p:tav>
                                      </p:tavLst>
                                    </p:anim>
                                    <p:animEffect transition="in" filter="fade">
                                      <p:cBhvr>
                                        <p:cTn id="25" dur="500"/>
                                        <p:tgtEl>
                                          <p:spTgt spid="2"/>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432"/>
                                        </p:tgtEl>
                                        <p:attrNameLst>
                                          <p:attrName>style.visibility</p:attrName>
                                        </p:attrNameLst>
                                      </p:cBhvr>
                                      <p:to>
                                        <p:strVal val="visible"/>
                                      </p:to>
                                    </p:set>
                                    <p:animEffect transition="in" filter="fade">
                                      <p:cBhvr>
                                        <p:cTn id="29"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 grpId="0" animBg="1"/>
      <p:bldP spid="428" grpId="0"/>
      <p:bldP spid="430" grpId="0"/>
      <p:bldP spid="432" grpId="0"/>
      <p:bldP spid="3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p>
        </p:txBody>
      </p:sp>
      <p:sp>
        <p:nvSpPr>
          <p:cNvPr id="25" name="Rectangle 24"/>
          <p:cNvSpPr/>
          <p:nvPr/>
        </p:nvSpPr>
        <p:spPr>
          <a:xfrm>
            <a:off x="0" y="3951288"/>
            <a:ext cx="12192000" cy="182562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tx1"/>
              </a:solidFill>
            </a:endParaRPr>
          </a:p>
        </p:txBody>
      </p:sp>
      <p:sp>
        <p:nvSpPr>
          <p:cNvPr id="24" name="Title 13"/>
          <p:cNvSpPr txBox="1">
            <a:spLocks/>
          </p:cNvSpPr>
          <p:nvPr/>
        </p:nvSpPr>
        <p:spPr bwMode="auto">
          <a:xfrm>
            <a:off x="1976438" y="4273550"/>
            <a:ext cx="8229600" cy="857250"/>
          </a:xfrm>
          <a:prstGeom prst="rect">
            <a:avLst/>
          </a:prstGeom>
          <a:noFill/>
          <a:ln w="9525">
            <a:noFill/>
            <a:miter lim="800000"/>
            <a:headEnd/>
            <a:tailEnd/>
          </a:ln>
        </p:spPr>
        <p:txBody>
          <a:bodyPr anchor="b"/>
          <a:lstStyle/>
          <a:p>
            <a:pPr algn="ctr">
              <a:lnSpc>
                <a:spcPct val="90000"/>
              </a:lnSpc>
            </a:pPr>
            <a:r>
              <a:rPr lang="ar-SA" sz="4400" b="1" u="sng" dirty="0" smtClean="0">
                <a:solidFill>
                  <a:schemeClr val="bg1"/>
                </a:solidFill>
              </a:rPr>
              <a:t>النموذج التكنولوجي</a:t>
            </a:r>
            <a:endParaRPr lang="en-US" sz="4400" b="1" u="sng" dirty="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Straight Connector 19"/>
          <p:cNvCxnSpPr/>
          <p:nvPr/>
        </p:nvCxnSpPr>
        <p:spPr>
          <a:xfrm>
            <a:off x="0" y="1566327"/>
            <a:ext cx="2240032" cy="0"/>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18" name="Title 13"/>
          <p:cNvSpPr txBox="1">
            <a:spLocks/>
          </p:cNvSpPr>
          <p:nvPr/>
        </p:nvSpPr>
        <p:spPr>
          <a:xfrm>
            <a:off x="2447833" y="1125948"/>
            <a:ext cx="9374275" cy="585514"/>
          </a:xfrm>
          <a:prstGeom prst="rect">
            <a:avLst/>
          </a:prstGeom>
        </p:spPr>
        <p:txBody>
          <a:bodyPr vert="horz" lIns="91440" tIns="45720" rIns="91440" bIns="45720" rtlCol="0" anchor="b">
            <a:normAutofit fontScale="92500" lnSpcReduction="1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BH" sz="4000" b="1" u="sng" dirty="0">
                <a:solidFill>
                  <a:prstClr val="black"/>
                </a:solidFill>
              </a:rPr>
              <a:t>وهناك افتراضات عديدة لنموذج التعلم التكنولوجي، منها أن:</a:t>
            </a:r>
            <a:endParaRPr lang="en-US" sz="4000" b="1" u="sng" dirty="0">
              <a:solidFill>
                <a:prstClr val="black"/>
              </a:solidFill>
            </a:endParaRPr>
          </a:p>
        </p:txBody>
      </p:sp>
      <p:sp>
        <p:nvSpPr>
          <p:cNvPr id="19" name="TextBox 18"/>
          <p:cNvSpPr txBox="1"/>
          <p:nvPr/>
        </p:nvSpPr>
        <p:spPr>
          <a:xfrm>
            <a:off x="446567" y="3024155"/>
            <a:ext cx="10993859" cy="3529616"/>
          </a:xfrm>
          <a:prstGeom prst="rect">
            <a:avLst/>
          </a:prstGeom>
          <a:noFill/>
        </p:spPr>
        <p:txBody>
          <a:bodyPr wrap="square" rIns="144000" bIns="36000" numCol="1" spcCol="360000" rtlCol="0">
            <a:spAutoFit/>
          </a:bodyPr>
          <a:lstStyle/>
          <a:p>
            <a:pPr marL="514350" indent="-514350" algn="r" rtl="1" fontAlgn="auto">
              <a:spcBef>
                <a:spcPts val="0"/>
              </a:spcBef>
              <a:spcAft>
                <a:spcPts val="0"/>
              </a:spcAft>
              <a:buFont typeface="+mj-lt"/>
              <a:buAutoNum type="arabicPeriod"/>
            </a:pPr>
            <a:r>
              <a:rPr lang="ar-BH" sz="3200" dirty="0">
                <a:solidFill>
                  <a:prstClr val="black"/>
                </a:solidFill>
                <a:latin typeface="Calibri" panose="020F0502020204030204"/>
                <a:cs typeface="Arial" panose="020B0604020202020204" pitchFamily="34" charset="0"/>
              </a:rPr>
              <a:t>المعرفة ليست الحقيقة، ولكنها في مدى ملاءمتها للطالب وحاجاته، بحيث يستطيع المتعلم أن ينظم المعلومات بطريقته الخاصة مستخدماً ما لديه من خبرات ومهارات.</a:t>
            </a:r>
            <a:endParaRPr lang="en-US" sz="3200" dirty="0">
              <a:solidFill>
                <a:prstClr val="black"/>
              </a:solidFill>
              <a:latin typeface="Calibri" panose="020F0502020204030204"/>
              <a:cs typeface="+mn-cs"/>
            </a:endParaRPr>
          </a:p>
          <a:p>
            <a:pPr marL="514350" indent="-514350" algn="r" rtl="1" fontAlgn="auto">
              <a:spcBef>
                <a:spcPts val="0"/>
              </a:spcBef>
              <a:spcAft>
                <a:spcPts val="0"/>
              </a:spcAft>
              <a:buFont typeface="+mj-lt"/>
              <a:buAutoNum type="arabicPeriod" startAt="2"/>
            </a:pPr>
            <a:r>
              <a:rPr lang="ar-BH" sz="3200" dirty="0" smtClean="0">
                <a:solidFill>
                  <a:prstClr val="black"/>
                </a:solidFill>
                <a:latin typeface="Calibri" panose="020F0502020204030204"/>
                <a:cs typeface="Arial" panose="020B0604020202020204" pitchFamily="34" charset="0"/>
              </a:rPr>
              <a:t>الطالب </a:t>
            </a:r>
            <a:r>
              <a:rPr lang="ar-BH" sz="3200" dirty="0">
                <a:solidFill>
                  <a:prstClr val="black"/>
                </a:solidFill>
                <a:latin typeface="Calibri" panose="020F0502020204030204"/>
                <a:cs typeface="Arial" panose="020B0604020202020204" pitchFamily="34" charset="0"/>
              </a:rPr>
              <a:t>هو المتعلم والذي يشكل محور العملية التعليمية التعلمية، وحاجاته هي الأساس </a:t>
            </a:r>
            <a:r>
              <a:rPr lang="ar-BH" sz="3200" dirty="0" smtClean="0">
                <a:solidFill>
                  <a:prstClr val="black"/>
                </a:solidFill>
                <a:latin typeface="Calibri" panose="020F0502020204030204"/>
                <a:cs typeface="Arial" panose="020B0604020202020204" pitchFamily="34" charset="0"/>
              </a:rPr>
              <a:t>في</a:t>
            </a:r>
            <a:r>
              <a:rPr lang="en-US" sz="3200" dirty="0" smtClean="0">
                <a:solidFill>
                  <a:prstClr val="black"/>
                </a:solidFill>
                <a:latin typeface="Calibri" panose="020F0502020204030204"/>
                <a:cs typeface="+mn-cs"/>
              </a:rPr>
              <a:t> </a:t>
            </a:r>
            <a:r>
              <a:rPr lang="ar-BH" sz="3200" dirty="0" smtClean="0">
                <a:solidFill>
                  <a:prstClr val="black"/>
                </a:solidFill>
                <a:latin typeface="Calibri" panose="020F0502020204030204"/>
                <a:cs typeface="Arial" panose="020B0604020202020204" pitchFamily="34" charset="0"/>
              </a:rPr>
              <a:t>التعليم </a:t>
            </a:r>
            <a:r>
              <a:rPr lang="ar-BH" sz="3200" dirty="0">
                <a:solidFill>
                  <a:prstClr val="black"/>
                </a:solidFill>
                <a:latin typeface="Calibri" panose="020F0502020204030204"/>
                <a:cs typeface="Arial" panose="020B0604020202020204" pitchFamily="34" charset="0"/>
              </a:rPr>
              <a:t>وجمع </a:t>
            </a:r>
            <a:r>
              <a:rPr lang="ar-BH" sz="3200" dirty="0" smtClean="0">
                <a:solidFill>
                  <a:prstClr val="black"/>
                </a:solidFill>
                <a:latin typeface="Calibri" panose="020F0502020204030204"/>
                <a:cs typeface="Arial" panose="020B0604020202020204" pitchFamily="34" charset="0"/>
              </a:rPr>
              <a:t>المعلومات</a:t>
            </a:r>
            <a:endParaRPr lang="en-US" sz="3200" dirty="0" smtClean="0">
              <a:solidFill>
                <a:prstClr val="black"/>
              </a:solidFill>
              <a:latin typeface="Calibri" panose="020F0502020204030204"/>
              <a:cs typeface="+mn-cs"/>
            </a:endParaRPr>
          </a:p>
          <a:p>
            <a:pPr marL="514350" indent="-514350" algn="r" rtl="1" fontAlgn="auto">
              <a:spcBef>
                <a:spcPts val="0"/>
              </a:spcBef>
              <a:spcAft>
                <a:spcPts val="0"/>
              </a:spcAft>
              <a:buFont typeface="+mj-lt"/>
              <a:buAutoNum type="arabicPeriod" startAt="2"/>
            </a:pPr>
            <a:r>
              <a:rPr lang="ar-BH" sz="3200" dirty="0">
                <a:solidFill>
                  <a:prstClr val="black"/>
                </a:solidFill>
                <a:latin typeface="Calibri" panose="020F0502020204030204"/>
                <a:cs typeface="Arial" panose="020B0604020202020204" pitchFamily="34" charset="0"/>
              </a:rPr>
              <a:t>توفير فرص الحرية للمتعلم في اختيار المهارات وتطبيقها مما يساعده على البحث والقدرة على مواجهة المشكلات</a:t>
            </a:r>
            <a:endParaRPr lang="en-US" sz="3200" dirty="0" smtClean="0">
              <a:solidFill>
                <a:prstClr val="black"/>
              </a:solidFill>
              <a:latin typeface="Calibri" panose="020F0502020204030204"/>
              <a:cs typeface="+mn-cs"/>
            </a:endParaRPr>
          </a:p>
        </p:txBody>
      </p:sp>
      <p:sp>
        <p:nvSpPr>
          <p:cNvPr id="26" name="Oval 25"/>
          <p:cNvSpPr>
            <a:spLocks noChangeAspect="1"/>
          </p:cNvSpPr>
          <p:nvPr/>
        </p:nvSpPr>
        <p:spPr>
          <a:xfrm>
            <a:off x="2150032" y="1476327"/>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40" name="Subtitle 2"/>
          <p:cNvSpPr txBox="1">
            <a:spLocks/>
          </p:cNvSpPr>
          <p:nvPr/>
        </p:nvSpPr>
        <p:spPr>
          <a:xfrm>
            <a:off x="11633422" y="6293105"/>
            <a:ext cx="37737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103</a:t>
            </a:fld>
            <a:endParaRPr lang="en-US" sz="1600" dirty="0">
              <a:solidFill>
                <a:prstClr val="white">
                  <a:lumMod val="95000"/>
                </a:prstClr>
              </a:solidFill>
              <a:latin typeface="Calibri Light" panose="020F0302020204030204"/>
            </a:endParaRPr>
          </a:p>
        </p:txBody>
      </p:sp>
      <p:grpSp>
        <p:nvGrpSpPr>
          <p:cNvPr id="7" name="Group 6"/>
          <p:cNvGrpSpPr>
            <a:grpSpLocks/>
          </p:cNvGrpSpPr>
          <p:nvPr/>
        </p:nvGrpSpPr>
        <p:grpSpPr bwMode="auto">
          <a:xfrm rot="-924553">
            <a:off x="4813644" y="1944210"/>
            <a:ext cx="1839175" cy="907037"/>
            <a:chOff x="812493" y="1298947"/>
            <a:chExt cx="6862137" cy="3384233"/>
          </a:xfrm>
        </p:grpSpPr>
        <p:sp>
          <p:nvSpPr>
            <p:cNvPr id="8" name="Freeform 13"/>
            <p:cNvSpPr>
              <a:spLocks noEditPoints="1"/>
            </p:cNvSpPr>
            <p:nvPr/>
          </p:nvSpPr>
          <p:spPr bwMode="auto">
            <a:xfrm rot="1715850">
              <a:off x="812391" y="3761345"/>
              <a:ext cx="3665204" cy="919077"/>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p:spPr>
          <p:txBody>
            <a:bodyPr lIns="68580" tIns="34290" rIns="68580" bIns="34290"/>
            <a:lstStyle/>
            <a:p>
              <a:pPr eaLnBrk="0" hangingPunct="0">
                <a:defRPr/>
              </a:pPr>
              <a:endParaRPr lang="id-ID" sz="1350">
                <a:cs typeface="+mn-cs"/>
              </a:endParaRPr>
            </a:p>
          </p:txBody>
        </p:sp>
        <p:grpSp>
          <p:nvGrpSpPr>
            <p:cNvPr id="9" name="Group 64"/>
            <p:cNvGrpSpPr>
              <a:grpSpLocks/>
            </p:cNvGrpSpPr>
            <p:nvPr/>
          </p:nvGrpSpPr>
          <p:grpSpPr bwMode="auto">
            <a:xfrm>
              <a:off x="4378607" y="1298947"/>
              <a:ext cx="3296023" cy="3382760"/>
              <a:chOff x="4516324" y="1568450"/>
              <a:chExt cx="3559176" cy="3652838"/>
            </a:xfrm>
          </p:grpSpPr>
          <p:sp>
            <p:nvSpPr>
              <p:cNvPr id="10" name="Freeform 18"/>
              <p:cNvSpPr>
                <a:spLocks/>
              </p:cNvSpPr>
              <p:nvPr/>
            </p:nvSpPr>
            <p:spPr bwMode="auto">
              <a:xfrm>
                <a:off x="7669032" y="1565229"/>
                <a:ext cx="404525" cy="365099"/>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p:spPr>
            <p:txBody>
              <a:bodyPr lIns="68580" tIns="34290" rIns="68580" bIns="34290"/>
              <a:lstStyle/>
              <a:p>
                <a:pPr eaLnBrk="0" hangingPunct="0">
                  <a:defRPr/>
                </a:pPr>
                <a:endParaRPr lang="id-ID" sz="1350">
                  <a:cs typeface="+mn-cs"/>
                </a:endParaRPr>
              </a:p>
            </p:txBody>
          </p:sp>
          <p:sp>
            <p:nvSpPr>
              <p:cNvPr id="11" name="Freeform 19"/>
              <p:cNvSpPr>
                <a:spLocks/>
              </p:cNvSpPr>
              <p:nvPr/>
            </p:nvSpPr>
            <p:spPr bwMode="auto">
              <a:xfrm>
                <a:off x="7895813" y="1632318"/>
                <a:ext cx="154268" cy="267397"/>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p:spPr>
            <p:txBody>
              <a:bodyPr lIns="68580" tIns="34290" rIns="68580" bIns="34290"/>
              <a:lstStyle/>
              <a:p>
                <a:pPr eaLnBrk="0" hangingPunct="0">
                  <a:defRPr/>
                </a:pPr>
                <a:endParaRPr lang="id-ID" sz="1350">
                  <a:cs typeface="+mn-cs"/>
                </a:endParaRPr>
              </a:p>
            </p:txBody>
          </p:sp>
          <p:sp>
            <p:nvSpPr>
              <p:cNvPr id="12" name="Freeform 20"/>
              <p:cNvSpPr>
                <a:spLocks/>
              </p:cNvSpPr>
              <p:nvPr/>
            </p:nvSpPr>
            <p:spPr bwMode="auto">
              <a:xfrm>
                <a:off x="7594441" y="1660383"/>
                <a:ext cx="399383" cy="315392"/>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chemeClr val="tx1"/>
              </a:solidFill>
              <a:ln>
                <a:noFill/>
              </a:ln>
              <a:extLst/>
            </p:spPr>
            <p:txBody>
              <a:bodyPr lIns="68580" tIns="34290" rIns="68580" bIns="34290"/>
              <a:lstStyle/>
              <a:p>
                <a:pPr eaLnBrk="0" hangingPunct="0">
                  <a:defRPr/>
                </a:pPr>
                <a:endParaRPr lang="id-ID" sz="1350">
                  <a:cs typeface="+mn-cs"/>
                </a:endParaRPr>
              </a:p>
            </p:txBody>
          </p:sp>
          <p:sp>
            <p:nvSpPr>
              <p:cNvPr id="13" name="Freeform 21"/>
              <p:cNvSpPr>
                <a:spLocks/>
              </p:cNvSpPr>
              <p:nvPr/>
            </p:nvSpPr>
            <p:spPr bwMode="auto">
              <a:xfrm>
                <a:off x="7859132" y="1792413"/>
                <a:ext cx="123414" cy="183407"/>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p:spPr>
            <p:txBody>
              <a:bodyPr lIns="68580" tIns="34290" rIns="68580" bIns="34290"/>
              <a:lstStyle/>
              <a:p>
                <a:pPr eaLnBrk="0" hangingPunct="0">
                  <a:defRPr/>
                </a:pPr>
                <a:endParaRPr lang="id-ID" sz="1350">
                  <a:cs typeface="+mn-cs"/>
                </a:endParaRPr>
              </a:p>
            </p:txBody>
          </p:sp>
          <p:sp>
            <p:nvSpPr>
              <p:cNvPr id="14" name="Freeform 22"/>
              <p:cNvSpPr>
                <a:spLocks/>
              </p:cNvSpPr>
              <p:nvPr/>
            </p:nvSpPr>
            <p:spPr bwMode="auto">
              <a:xfrm>
                <a:off x="5090373" y="1640160"/>
                <a:ext cx="2845387" cy="2910516"/>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lIns="68580" tIns="34290" rIns="68580" bIns="34290"/>
              <a:lstStyle/>
              <a:p>
                <a:pPr eaLnBrk="0" hangingPunct="0">
                  <a:defRPr/>
                </a:pPr>
                <a:endParaRPr lang="id-ID" sz="1350">
                  <a:cs typeface="+mn-cs"/>
                </a:endParaRPr>
              </a:p>
            </p:txBody>
          </p:sp>
          <p:sp>
            <p:nvSpPr>
              <p:cNvPr id="15" name="Freeform 23"/>
              <p:cNvSpPr>
                <a:spLocks/>
              </p:cNvSpPr>
              <p:nvPr/>
            </p:nvSpPr>
            <p:spPr bwMode="auto">
              <a:xfrm>
                <a:off x="6195362" y="1833430"/>
                <a:ext cx="1741514" cy="2716825"/>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chemeClr val="accent4"/>
              </a:solidFill>
              <a:ln>
                <a:noFill/>
              </a:ln>
            </p:spPr>
            <p:txBody>
              <a:bodyPr lIns="68580" tIns="34290" rIns="68580" bIns="34290"/>
              <a:lstStyle/>
              <a:p>
                <a:pPr eaLnBrk="0" hangingPunct="0">
                  <a:defRPr/>
                </a:pPr>
                <a:endParaRPr lang="id-ID" sz="1350">
                  <a:cs typeface="+mn-cs"/>
                </a:endParaRPr>
              </a:p>
            </p:txBody>
          </p:sp>
          <p:sp>
            <p:nvSpPr>
              <p:cNvPr id="16" name="Freeform 24"/>
              <p:cNvSpPr>
                <a:spLocks/>
              </p:cNvSpPr>
              <p:nvPr/>
            </p:nvSpPr>
            <p:spPr bwMode="auto">
              <a:xfrm>
                <a:off x="5090645" y="1689312"/>
                <a:ext cx="2692834" cy="2092897"/>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lIns="68580" tIns="34290" rIns="68580" bIns="34290"/>
              <a:lstStyle/>
              <a:p>
                <a:pPr eaLnBrk="0" hangingPunct="0">
                  <a:defRPr/>
                </a:pPr>
                <a:endParaRPr lang="id-ID" sz="1350">
                  <a:cs typeface="+mn-cs"/>
                </a:endParaRPr>
              </a:p>
            </p:txBody>
          </p:sp>
          <p:sp>
            <p:nvSpPr>
              <p:cNvPr id="17" name="Freeform 25"/>
              <p:cNvSpPr>
                <a:spLocks/>
              </p:cNvSpPr>
              <p:nvPr/>
            </p:nvSpPr>
            <p:spPr bwMode="auto">
              <a:xfrm>
                <a:off x="4823157" y="3332218"/>
                <a:ext cx="1559821" cy="1549533"/>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p:spPr>
            <p:txBody>
              <a:bodyPr lIns="68580" tIns="34290" rIns="68580" bIns="34290"/>
              <a:lstStyle/>
              <a:p>
                <a:pPr eaLnBrk="0" hangingPunct="0">
                  <a:defRPr/>
                </a:pPr>
                <a:endParaRPr lang="id-ID" sz="1350">
                  <a:cs typeface="+mn-cs"/>
                </a:endParaRPr>
              </a:p>
            </p:txBody>
          </p:sp>
          <p:sp>
            <p:nvSpPr>
              <p:cNvPr id="21" name="Freeform 26"/>
              <p:cNvSpPr>
                <a:spLocks/>
              </p:cNvSpPr>
              <p:nvPr/>
            </p:nvSpPr>
            <p:spPr bwMode="auto">
              <a:xfrm>
                <a:off x="4860647" y="3408057"/>
                <a:ext cx="838189" cy="860470"/>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p:spPr>
            <p:txBody>
              <a:bodyPr lIns="68580" tIns="34290" rIns="68580" bIns="34290"/>
              <a:lstStyle/>
              <a:p>
                <a:pPr eaLnBrk="0" hangingPunct="0">
                  <a:defRPr/>
                </a:pPr>
                <a:endParaRPr lang="id-ID" sz="1350">
                  <a:cs typeface="+mn-cs"/>
                </a:endParaRPr>
              </a:p>
            </p:txBody>
          </p:sp>
          <p:sp>
            <p:nvSpPr>
              <p:cNvPr id="22" name="Freeform 27"/>
              <p:cNvSpPr>
                <a:spLocks/>
              </p:cNvSpPr>
              <p:nvPr/>
            </p:nvSpPr>
            <p:spPr bwMode="auto">
              <a:xfrm>
                <a:off x="5509888" y="4214218"/>
                <a:ext cx="848474" cy="666779"/>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p:spPr>
            <p:txBody>
              <a:bodyPr lIns="68580" tIns="34290" rIns="68580" bIns="34290"/>
              <a:lstStyle/>
              <a:p>
                <a:pPr eaLnBrk="0" hangingPunct="0">
                  <a:defRPr/>
                </a:pPr>
                <a:endParaRPr lang="id-ID" sz="1350">
                  <a:cs typeface="+mn-cs"/>
                </a:endParaRPr>
              </a:p>
            </p:txBody>
          </p:sp>
          <p:sp>
            <p:nvSpPr>
              <p:cNvPr id="23" name="Freeform 28"/>
              <p:cNvSpPr>
                <a:spLocks/>
              </p:cNvSpPr>
              <p:nvPr/>
            </p:nvSpPr>
            <p:spPr bwMode="auto">
              <a:xfrm>
                <a:off x="4515155" y="4077692"/>
                <a:ext cx="1138155" cy="1139867"/>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p:spPr>
            <p:txBody>
              <a:bodyPr lIns="68580" tIns="34290" rIns="68580" bIns="34290"/>
              <a:lstStyle/>
              <a:p>
                <a:pPr eaLnBrk="0" hangingPunct="0">
                  <a:defRPr/>
                </a:pPr>
                <a:endParaRPr lang="id-ID" sz="1350">
                  <a:cs typeface="+mn-cs"/>
                </a:endParaRPr>
              </a:p>
            </p:txBody>
          </p:sp>
          <p:sp>
            <p:nvSpPr>
              <p:cNvPr id="24" name="Freeform 29"/>
              <p:cNvSpPr>
                <a:spLocks/>
              </p:cNvSpPr>
              <p:nvPr/>
            </p:nvSpPr>
            <p:spPr bwMode="auto">
              <a:xfrm>
                <a:off x="4569012" y="4201519"/>
                <a:ext cx="656497" cy="913607"/>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p:spPr>
            <p:txBody>
              <a:bodyPr lIns="68580" tIns="34290" rIns="68580" bIns="34290"/>
              <a:lstStyle/>
              <a:p>
                <a:pPr eaLnBrk="0" hangingPunct="0">
                  <a:defRPr/>
                </a:pPr>
                <a:endParaRPr lang="id-ID" sz="1350">
                  <a:cs typeface="+mn-cs"/>
                </a:endParaRPr>
              </a:p>
            </p:txBody>
          </p:sp>
          <p:sp>
            <p:nvSpPr>
              <p:cNvPr id="25" name="Freeform 30"/>
              <p:cNvSpPr>
                <a:spLocks/>
              </p:cNvSpPr>
              <p:nvPr/>
            </p:nvSpPr>
            <p:spPr bwMode="auto">
              <a:xfrm>
                <a:off x="5710140" y="1735271"/>
                <a:ext cx="2074047" cy="1976340"/>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sp>
            <p:nvSpPr>
              <p:cNvPr id="27" name="Freeform 31"/>
              <p:cNvSpPr>
                <a:spLocks/>
              </p:cNvSpPr>
              <p:nvPr/>
            </p:nvSpPr>
            <p:spPr bwMode="auto">
              <a:xfrm>
                <a:off x="6194300" y="1832763"/>
                <a:ext cx="1696948" cy="2358580"/>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sp>
            <p:nvSpPr>
              <p:cNvPr id="28" name="Freeform 32"/>
              <p:cNvSpPr>
                <a:spLocks/>
              </p:cNvSpPr>
              <p:nvPr/>
            </p:nvSpPr>
            <p:spPr bwMode="auto">
              <a:xfrm>
                <a:off x="5088176" y="1718734"/>
                <a:ext cx="2505998" cy="1846069"/>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36976044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6"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Straight Connector 19"/>
          <p:cNvCxnSpPr/>
          <p:nvPr/>
        </p:nvCxnSpPr>
        <p:spPr>
          <a:xfrm>
            <a:off x="0" y="1566327"/>
            <a:ext cx="2240032" cy="0"/>
          </a:xfrm>
          <a:prstGeom prst="line">
            <a:avLst/>
          </a:prstGeom>
          <a:ln w="25400">
            <a:gradFill flip="none" rotWithShape="1">
              <a:gsLst>
                <a:gs pos="0">
                  <a:schemeClr val="accent2">
                    <a:lumMod val="20000"/>
                    <a:lumOff val="80000"/>
                  </a:schemeClr>
                </a:gs>
                <a:gs pos="35000">
                  <a:schemeClr val="accent2">
                    <a:lumMod val="40000"/>
                    <a:lumOff val="60000"/>
                  </a:schemeClr>
                </a:gs>
                <a:gs pos="100000">
                  <a:srgbClr val="FF0000"/>
                </a:gs>
              </a:gsLst>
              <a:lin ang="2700000" scaled="1"/>
              <a:tileRect/>
            </a:gra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18" name="Title 13"/>
          <p:cNvSpPr txBox="1">
            <a:spLocks/>
          </p:cNvSpPr>
          <p:nvPr/>
        </p:nvSpPr>
        <p:spPr>
          <a:xfrm>
            <a:off x="2447833" y="1125948"/>
            <a:ext cx="9374275" cy="585514"/>
          </a:xfrm>
          <a:prstGeom prst="rect">
            <a:avLst/>
          </a:prstGeom>
        </p:spPr>
        <p:txBody>
          <a:bodyPr vert="horz" lIns="91440" tIns="45720" rIns="91440" bIns="45720" rtlCol="0" anchor="b">
            <a:normAutofit fontScale="92500" lnSpcReduction="1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rtl="1" fontAlgn="auto">
              <a:spcAft>
                <a:spcPts val="0"/>
              </a:spcAft>
            </a:pPr>
            <a:r>
              <a:rPr lang="ar-BH" sz="4000" b="1" u="sng" dirty="0">
                <a:solidFill>
                  <a:prstClr val="black"/>
                </a:solidFill>
              </a:rPr>
              <a:t>وهناك افتراضات عديدة لنموذج التعلم التكنولوجي، منها أن:</a:t>
            </a:r>
            <a:endParaRPr lang="en-US" sz="4000" b="1" u="sng" dirty="0">
              <a:solidFill>
                <a:prstClr val="black"/>
              </a:solidFill>
            </a:endParaRPr>
          </a:p>
        </p:txBody>
      </p:sp>
      <p:sp>
        <p:nvSpPr>
          <p:cNvPr id="19" name="TextBox 18"/>
          <p:cNvSpPr txBox="1"/>
          <p:nvPr/>
        </p:nvSpPr>
        <p:spPr>
          <a:xfrm>
            <a:off x="425302" y="3024155"/>
            <a:ext cx="11015124" cy="3529616"/>
          </a:xfrm>
          <a:prstGeom prst="rect">
            <a:avLst/>
          </a:prstGeom>
          <a:noFill/>
        </p:spPr>
        <p:txBody>
          <a:bodyPr wrap="square" rIns="144000" bIns="36000" numCol="1" spcCol="360000" rtlCol="0">
            <a:spAutoFit/>
          </a:bodyPr>
          <a:lstStyle/>
          <a:p>
            <a:pPr marL="514350" indent="-514350" algn="r" rtl="1">
              <a:buFont typeface="+mj-lt"/>
              <a:buAutoNum type="arabicPeriod" startAt="4"/>
            </a:pPr>
            <a:r>
              <a:rPr lang="ar-BH" sz="3200" dirty="0"/>
              <a:t>يتعلم المتعلم حقيقة توفر المعلومات على أشكالها المختلفة منها: الكتب والدوريات والأفلام والشرائح وبرامج الحاسوب وغيرها.</a:t>
            </a:r>
            <a:endParaRPr lang="en-US" sz="3200" dirty="0"/>
          </a:p>
          <a:p>
            <a:pPr marL="514350" indent="-514350" algn="r" rtl="1">
              <a:buFont typeface="+mj-lt"/>
              <a:buAutoNum type="arabicPeriod" startAt="4"/>
            </a:pPr>
            <a:r>
              <a:rPr lang="ar-BH" sz="3200" dirty="0" smtClean="0"/>
              <a:t>يتوصل </a:t>
            </a:r>
            <a:r>
              <a:rPr lang="ar-BH" sz="3200" dirty="0"/>
              <a:t>المتعلم للمعرفة بجهوده الخاصة، ويركز هذا النموذج على الآلية أي كيفية التوصل للمعرفة.</a:t>
            </a:r>
            <a:endParaRPr lang="en-US" sz="3200" dirty="0"/>
          </a:p>
          <a:p>
            <a:pPr marL="514350" indent="-514350" algn="r" rtl="1">
              <a:buFont typeface="+mj-lt"/>
              <a:buAutoNum type="arabicPeriod" startAt="4"/>
            </a:pPr>
            <a:r>
              <a:rPr lang="ar-BH" sz="3200" dirty="0" smtClean="0"/>
              <a:t>يمكن </a:t>
            </a:r>
            <a:r>
              <a:rPr lang="ar-BH" sz="3200" dirty="0"/>
              <a:t>تقويم المتعلم من خلال ما توصل إليه من معرفة ومن خلال ملاحظة مدى التقدم الذي يحدثه المتعلم على الأهداف الموضوعة، وبكافة وسائل التقويم المختلفة".</a:t>
            </a:r>
            <a:endParaRPr lang="en-US" sz="3200" dirty="0"/>
          </a:p>
        </p:txBody>
      </p:sp>
      <p:sp>
        <p:nvSpPr>
          <p:cNvPr id="26" name="Oval 25"/>
          <p:cNvSpPr>
            <a:spLocks noChangeAspect="1"/>
          </p:cNvSpPr>
          <p:nvPr/>
        </p:nvSpPr>
        <p:spPr>
          <a:xfrm>
            <a:off x="2150032" y="1476327"/>
            <a:ext cx="180000" cy="180000"/>
          </a:xfrm>
          <a:prstGeom prst="ellipse">
            <a:avLst/>
          </a:prstGeom>
          <a:solidFill>
            <a:srgbClr val="FF0000"/>
          </a:solidFill>
          <a:ln w="25400">
            <a:solidFill>
              <a:schemeClr val="bg1">
                <a:lumMod val="7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fontAlgn="auto">
              <a:spcBef>
                <a:spcPts val="0"/>
              </a:spcBef>
              <a:spcAft>
                <a:spcPts val="0"/>
              </a:spcAft>
            </a:pPr>
            <a:endParaRPr lang="en-US" sz="1100" b="1" dirty="0">
              <a:solidFill>
                <a:prstClr val="white"/>
              </a:solidFill>
            </a:endParaRPr>
          </a:p>
        </p:txBody>
      </p:sp>
      <p:sp>
        <p:nvSpPr>
          <p:cNvPr id="40" name="Subtitle 2"/>
          <p:cNvSpPr txBox="1">
            <a:spLocks/>
          </p:cNvSpPr>
          <p:nvPr/>
        </p:nvSpPr>
        <p:spPr>
          <a:xfrm>
            <a:off x="11633422" y="6293105"/>
            <a:ext cx="37737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104</a:t>
            </a:fld>
            <a:endParaRPr lang="en-US" sz="1600" dirty="0">
              <a:solidFill>
                <a:prstClr val="white">
                  <a:lumMod val="95000"/>
                </a:prstClr>
              </a:solidFill>
              <a:latin typeface="Calibri Light" panose="020F0302020204030204"/>
            </a:endParaRPr>
          </a:p>
        </p:txBody>
      </p:sp>
      <p:grpSp>
        <p:nvGrpSpPr>
          <p:cNvPr id="7" name="Group 6"/>
          <p:cNvGrpSpPr>
            <a:grpSpLocks/>
          </p:cNvGrpSpPr>
          <p:nvPr/>
        </p:nvGrpSpPr>
        <p:grpSpPr bwMode="auto">
          <a:xfrm rot="-924553">
            <a:off x="4813644" y="1944210"/>
            <a:ext cx="1839175" cy="907037"/>
            <a:chOff x="812493" y="1298947"/>
            <a:chExt cx="6862137" cy="3384233"/>
          </a:xfrm>
        </p:grpSpPr>
        <p:sp>
          <p:nvSpPr>
            <p:cNvPr id="8" name="Freeform 13"/>
            <p:cNvSpPr>
              <a:spLocks noEditPoints="1"/>
            </p:cNvSpPr>
            <p:nvPr/>
          </p:nvSpPr>
          <p:spPr bwMode="auto">
            <a:xfrm rot="1715850">
              <a:off x="812391" y="3761345"/>
              <a:ext cx="3665204" cy="919077"/>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p:spPr>
          <p:txBody>
            <a:bodyPr lIns="68580" tIns="34290" rIns="68580" bIns="34290"/>
            <a:lstStyle/>
            <a:p>
              <a:pPr eaLnBrk="0" hangingPunct="0">
                <a:defRPr/>
              </a:pPr>
              <a:endParaRPr lang="id-ID" sz="1350">
                <a:cs typeface="+mn-cs"/>
              </a:endParaRPr>
            </a:p>
          </p:txBody>
        </p:sp>
        <p:grpSp>
          <p:nvGrpSpPr>
            <p:cNvPr id="9" name="Group 64"/>
            <p:cNvGrpSpPr>
              <a:grpSpLocks/>
            </p:cNvGrpSpPr>
            <p:nvPr/>
          </p:nvGrpSpPr>
          <p:grpSpPr bwMode="auto">
            <a:xfrm>
              <a:off x="4378607" y="1298947"/>
              <a:ext cx="3296023" cy="3382760"/>
              <a:chOff x="4516324" y="1568450"/>
              <a:chExt cx="3559176" cy="3652838"/>
            </a:xfrm>
          </p:grpSpPr>
          <p:sp>
            <p:nvSpPr>
              <p:cNvPr id="10" name="Freeform 18"/>
              <p:cNvSpPr>
                <a:spLocks/>
              </p:cNvSpPr>
              <p:nvPr/>
            </p:nvSpPr>
            <p:spPr bwMode="auto">
              <a:xfrm>
                <a:off x="7669032" y="1565229"/>
                <a:ext cx="404525" cy="365099"/>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p:spPr>
            <p:txBody>
              <a:bodyPr lIns="68580" tIns="34290" rIns="68580" bIns="34290"/>
              <a:lstStyle/>
              <a:p>
                <a:pPr eaLnBrk="0" hangingPunct="0">
                  <a:defRPr/>
                </a:pPr>
                <a:endParaRPr lang="id-ID" sz="1350">
                  <a:cs typeface="+mn-cs"/>
                </a:endParaRPr>
              </a:p>
            </p:txBody>
          </p:sp>
          <p:sp>
            <p:nvSpPr>
              <p:cNvPr id="11" name="Freeform 19"/>
              <p:cNvSpPr>
                <a:spLocks/>
              </p:cNvSpPr>
              <p:nvPr/>
            </p:nvSpPr>
            <p:spPr bwMode="auto">
              <a:xfrm>
                <a:off x="7895813" y="1632318"/>
                <a:ext cx="154268" cy="267397"/>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p:spPr>
            <p:txBody>
              <a:bodyPr lIns="68580" tIns="34290" rIns="68580" bIns="34290"/>
              <a:lstStyle/>
              <a:p>
                <a:pPr eaLnBrk="0" hangingPunct="0">
                  <a:defRPr/>
                </a:pPr>
                <a:endParaRPr lang="id-ID" sz="1350">
                  <a:cs typeface="+mn-cs"/>
                </a:endParaRPr>
              </a:p>
            </p:txBody>
          </p:sp>
          <p:sp>
            <p:nvSpPr>
              <p:cNvPr id="12" name="Freeform 20"/>
              <p:cNvSpPr>
                <a:spLocks/>
              </p:cNvSpPr>
              <p:nvPr/>
            </p:nvSpPr>
            <p:spPr bwMode="auto">
              <a:xfrm>
                <a:off x="7594441" y="1660383"/>
                <a:ext cx="399383" cy="315392"/>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chemeClr val="tx1"/>
              </a:solidFill>
              <a:ln>
                <a:noFill/>
              </a:ln>
              <a:extLst/>
            </p:spPr>
            <p:txBody>
              <a:bodyPr lIns="68580" tIns="34290" rIns="68580" bIns="34290"/>
              <a:lstStyle/>
              <a:p>
                <a:pPr eaLnBrk="0" hangingPunct="0">
                  <a:defRPr/>
                </a:pPr>
                <a:endParaRPr lang="id-ID" sz="1350">
                  <a:cs typeface="+mn-cs"/>
                </a:endParaRPr>
              </a:p>
            </p:txBody>
          </p:sp>
          <p:sp>
            <p:nvSpPr>
              <p:cNvPr id="13" name="Freeform 21"/>
              <p:cNvSpPr>
                <a:spLocks/>
              </p:cNvSpPr>
              <p:nvPr/>
            </p:nvSpPr>
            <p:spPr bwMode="auto">
              <a:xfrm>
                <a:off x="7859132" y="1792413"/>
                <a:ext cx="123414" cy="183407"/>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p:spPr>
            <p:txBody>
              <a:bodyPr lIns="68580" tIns="34290" rIns="68580" bIns="34290"/>
              <a:lstStyle/>
              <a:p>
                <a:pPr eaLnBrk="0" hangingPunct="0">
                  <a:defRPr/>
                </a:pPr>
                <a:endParaRPr lang="id-ID" sz="1350">
                  <a:cs typeface="+mn-cs"/>
                </a:endParaRPr>
              </a:p>
            </p:txBody>
          </p:sp>
          <p:sp>
            <p:nvSpPr>
              <p:cNvPr id="14" name="Freeform 22"/>
              <p:cNvSpPr>
                <a:spLocks/>
              </p:cNvSpPr>
              <p:nvPr/>
            </p:nvSpPr>
            <p:spPr bwMode="auto">
              <a:xfrm>
                <a:off x="5090373" y="1640160"/>
                <a:ext cx="2845387" cy="2910516"/>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lIns="68580" tIns="34290" rIns="68580" bIns="34290"/>
              <a:lstStyle/>
              <a:p>
                <a:pPr eaLnBrk="0" hangingPunct="0">
                  <a:defRPr/>
                </a:pPr>
                <a:endParaRPr lang="id-ID" sz="1350">
                  <a:cs typeface="+mn-cs"/>
                </a:endParaRPr>
              </a:p>
            </p:txBody>
          </p:sp>
          <p:sp>
            <p:nvSpPr>
              <p:cNvPr id="15" name="Freeform 23"/>
              <p:cNvSpPr>
                <a:spLocks/>
              </p:cNvSpPr>
              <p:nvPr/>
            </p:nvSpPr>
            <p:spPr bwMode="auto">
              <a:xfrm>
                <a:off x="6195362" y="1833430"/>
                <a:ext cx="1741514" cy="2716825"/>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chemeClr val="accent4"/>
              </a:solidFill>
              <a:ln>
                <a:noFill/>
              </a:ln>
            </p:spPr>
            <p:txBody>
              <a:bodyPr lIns="68580" tIns="34290" rIns="68580" bIns="34290"/>
              <a:lstStyle/>
              <a:p>
                <a:pPr eaLnBrk="0" hangingPunct="0">
                  <a:defRPr/>
                </a:pPr>
                <a:endParaRPr lang="id-ID" sz="1350">
                  <a:cs typeface="+mn-cs"/>
                </a:endParaRPr>
              </a:p>
            </p:txBody>
          </p:sp>
          <p:sp>
            <p:nvSpPr>
              <p:cNvPr id="16" name="Freeform 24"/>
              <p:cNvSpPr>
                <a:spLocks/>
              </p:cNvSpPr>
              <p:nvPr/>
            </p:nvSpPr>
            <p:spPr bwMode="auto">
              <a:xfrm>
                <a:off x="5090645" y="1689312"/>
                <a:ext cx="2692834" cy="2092897"/>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lIns="68580" tIns="34290" rIns="68580" bIns="34290"/>
              <a:lstStyle/>
              <a:p>
                <a:pPr eaLnBrk="0" hangingPunct="0">
                  <a:defRPr/>
                </a:pPr>
                <a:endParaRPr lang="id-ID" sz="1350">
                  <a:cs typeface="+mn-cs"/>
                </a:endParaRPr>
              </a:p>
            </p:txBody>
          </p:sp>
          <p:sp>
            <p:nvSpPr>
              <p:cNvPr id="17" name="Freeform 25"/>
              <p:cNvSpPr>
                <a:spLocks/>
              </p:cNvSpPr>
              <p:nvPr/>
            </p:nvSpPr>
            <p:spPr bwMode="auto">
              <a:xfrm>
                <a:off x="4823157" y="3332218"/>
                <a:ext cx="1559821" cy="1549533"/>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p:spPr>
            <p:txBody>
              <a:bodyPr lIns="68580" tIns="34290" rIns="68580" bIns="34290"/>
              <a:lstStyle/>
              <a:p>
                <a:pPr eaLnBrk="0" hangingPunct="0">
                  <a:defRPr/>
                </a:pPr>
                <a:endParaRPr lang="id-ID" sz="1350">
                  <a:cs typeface="+mn-cs"/>
                </a:endParaRPr>
              </a:p>
            </p:txBody>
          </p:sp>
          <p:sp>
            <p:nvSpPr>
              <p:cNvPr id="21" name="Freeform 26"/>
              <p:cNvSpPr>
                <a:spLocks/>
              </p:cNvSpPr>
              <p:nvPr/>
            </p:nvSpPr>
            <p:spPr bwMode="auto">
              <a:xfrm>
                <a:off x="4860647" y="3408057"/>
                <a:ext cx="838189" cy="860470"/>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p:spPr>
            <p:txBody>
              <a:bodyPr lIns="68580" tIns="34290" rIns="68580" bIns="34290"/>
              <a:lstStyle/>
              <a:p>
                <a:pPr eaLnBrk="0" hangingPunct="0">
                  <a:defRPr/>
                </a:pPr>
                <a:endParaRPr lang="id-ID" sz="1350">
                  <a:cs typeface="+mn-cs"/>
                </a:endParaRPr>
              </a:p>
            </p:txBody>
          </p:sp>
          <p:sp>
            <p:nvSpPr>
              <p:cNvPr id="22" name="Freeform 27"/>
              <p:cNvSpPr>
                <a:spLocks/>
              </p:cNvSpPr>
              <p:nvPr/>
            </p:nvSpPr>
            <p:spPr bwMode="auto">
              <a:xfrm>
                <a:off x="5509888" y="4214218"/>
                <a:ext cx="848474" cy="666779"/>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p:spPr>
            <p:txBody>
              <a:bodyPr lIns="68580" tIns="34290" rIns="68580" bIns="34290"/>
              <a:lstStyle/>
              <a:p>
                <a:pPr eaLnBrk="0" hangingPunct="0">
                  <a:defRPr/>
                </a:pPr>
                <a:endParaRPr lang="id-ID" sz="1350">
                  <a:cs typeface="+mn-cs"/>
                </a:endParaRPr>
              </a:p>
            </p:txBody>
          </p:sp>
          <p:sp>
            <p:nvSpPr>
              <p:cNvPr id="23" name="Freeform 28"/>
              <p:cNvSpPr>
                <a:spLocks/>
              </p:cNvSpPr>
              <p:nvPr/>
            </p:nvSpPr>
            <p:spPr bwMode="auto">
              <a:xfrm>
                <a:off x="4515155" y="4077692"/>
                <a:ext cx="1138155" cy="1139867"/>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p:spPr>
            <p:txBody>
              <a:bodyPr lIns="68580" tIns="34290" rIns="68580" bIns="34290"/>
              <a:lstStyle/>
              <a:p>
                <a:pPr eaLnBrk="0" hangingPunct="0">
                  <a:defRPr/>
                </a:pPr>
                <a:endParaRPr lang="id-ID" sz="1350">
                  <a:cs typeface="+mn-cs"/>
                </a:endParaRPr>
              </a:p>
            </p:txBody>
          </p:sp>
          <p:sp>
            <p:nvSpPr>
              <p:cNvPr id="24" name="Freeform 29"/>
              <p:cNvSpPr>
                <a:spLocks/>
              </p:cNvSpPr>
              <p:nvPr/>
            </p:nvSpPr>
            <p:spPr bwMode="auto">
              <a:xfrm>
                <a:off x="4569012" y="4201519"/>
                <a:ext cx="656497" cy="913607"/>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p:spPr>
            <p:txBody>
              <a:bodyPr lIns="68580" tIns="34290" rIns="68580" bIns="34290"/>
              <a:lstStyle/>
              <a:p>
                <a:pPr eaLnBrk="0" hangingPunct="0">
                  <a:defRPr/>
                </a:pPr>
                <a:endParaRPr lang="id-ID" sz="1350">
                  <a:cs typeface="+mn-cs"/>
                </a:endParaRPr>
              </a:p>
            </p:txBody>
          </p:sp>
          <p:sp>
            <p:nvSpPr>
              <p:cNvPr id="25" name="Freeform 30"/>
              <p:cNvSpPr>
                <a:spLocks/>
              </p:cNvSpPr>
              <p:nvPr/>
            </p:nvSpPr>
            <p:spPr bwMode="auto">
              <a:xfrm>
                <a:off x="5710140" y="1735271"/>
                <a:ext cx="2074047" cy="1976340"/>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sp>
            <p:nvSpPr>
              <p:cNvPr id="27" name="Freeform 31"/>
              <p:cNvSpPr>
                <a:spLocks/>
              </p:cNvSpPr>
              <p:nvPr/>
            </p:nvSpPr>
            <p:spPr bwMode="auto">
              <a:xfrm>
                <a:off x="6194300" y="1832763"/>
                <a:ext cx="1696948" cy="2358580"/>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sp>
            <p:nvSpPr>
              <p:cNvPr id="28" name="Freeform 32"/>
              <p:cNvSpPr>
                <a:spLocks/>
              </p:cNvSpPr>
              <p:nvPr/>
            </p:nvSpPr>
            <p:spPr bwMode="auto">
              <a:xfrm>
                <a:off x="5088176" y="1718734"/>
                <a:ext cx="2505998" cy="1846069"/>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chemeClr val="bg1">
                  <a:alpha val="20000"/>
                </a:schemeClr>
              </a:solidFill>
              <a:ln>
                <a:noFill/>
              </a:ln>
            </p:spPr>
            <p:txBody>
              <a:bodyPr lIns="68580" tIns="34290" rIns="68580" bIns="34290"/>
              <a:lstStyle/>
              <a:p>
                <a:pPr eaLnBrk="0" hangingPunct="0">
                  <a:defRPr/>
                </a:pPr>
                <a:endParaRPr lang="id-ID" sz="1350">
                  <a:cs typeface="+mn-cs"/>
                </a:endParaRPr>
              </a:p>
            </p:txBody>
          </p:sp>
        </p:gr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32229515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 presetClass="entr" presetSubtype="0" fill="hold" grpId="0" nodeType="afterEffect">
                                  <p:stCondLst>
                                    <p:cond delay="500"/>
                                  </p:stCondLst>
                                  <p:childTnLst>
                                    <p:set>
                                      <p:cBhvr>
                                        <p:cTn id="10" dur="1" fill="hold">
                                          <p:stCondLst>
                                            <p:cond delay="0"/>
                                          </p:stCondLst>
                                        </p:cTn>
                                        <p:tgtEl>
                                          <p:spTgt spid="18"/>
                                        </p:tgtEl>
                                        <p:attrNameLst>
                                          <p:attrName>style.visibility</p:attrName>
                                        </p:attrNameLst>
                                      </p:cBhvr>
                                      <p:to>
                                        <p:strVal val="visible"/>
                                      </p:to>
                                    </p:se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id-ID"/>
          </a:p>
        </p:txBody>
      </p:sp>
      <p:sp>
        <p:nvSpPr>
          <p:cNvPr id="25" name="Rectangle 24"/>
          <p:cNvSpPr/>
          <p:nvPr/>
        </p:nvSpPr>
        <p:spPr>
          <a:xfrm>
            <a:off x="0" y="3951288"/>
            <a:ext cx="12192000" cy="1825625"/>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tx1"/>
              </a:solidFill>
            </a:endParaRPr>
          </a:p>
        </p:txBody>
      </p:sp>
      <p:sp>
        <p:nvSpPr>
          <p:cNvPr id="24" name="Title 13"/>
          <p:cNvSpPr txBox="1">
            <a:spLocks/>
          </p:cNvSpPr>
          <p:nvPr/>
        </p:nvSpPr>
        <p:spPr bwMode="auto">
          <a:xfrm>
            <a:off x="1976438" y="4273550"/>
            <a:ext cx="8229600" cy="857250"/>
          </a:xfrm>
          <a:prstGeom prst="rect">
            <a:avLst/>
          </a:prstGeom>
          <a:noFill/>
          <a:ln w="9525">
            <a:noFill/>
            <a:miter lim="800000"/>
            <a:headEnd/>
            <a:tailEnd/>
          </a:ln>
        </p:spPr>
        <p:txBody>
          <a:bodyPr anchor="b"/>
          <a:lstStyle/>
          <a:p>
            <a:pPr algn="ctr">
              <a:lnSpc>
                <a:spcPct val="90000"/>
              </a:lnSpc>
            </a:pPr>
            <a:r>
              <a:rPr lang="ar-SA" sz="4400" b="1" u="sng" dirty="0">
                <a:solidFill>
                  <a:schemeClr val="bg1"/>
                </a:solidFill>
              </a:rPr>
              <a:t>هل التكنولوجيا هي التقنيات؟</a:t>
            </a:r>
            <a:endParaRPr lang="en-US" sz="4400" b="1" u="sng" dirty="0">
              <a:solidFill>
                <a:schemeClr val="bg1"/>
              </a:solidFill>
            </a:endParaRPr>
          </a:p>
        </p:txBody>
      </p:sp>
      <p:sp>
        <p:nvSpPr>
          <p:cNvPr id="2" name="Footer Placeholder 1"/>
          <p:cNvSpPr>
            <a:spLocks noGrp="1"/>
          </p:cNvSpPr>
          <p:nvPr>
            <p:ph type="ftr" sz="quarter" idx="11"/>
          </p:nvPr>
        </p:nvSpPr>
        <p:spPr/>
        <p:txBody>
          <a:bodyPr/>
          <a:lstStyle/>
          <a:p>
            <a:pPr>
              <a:defRPr/>
            </a:pPr>
            <a:r>
              <a:rPr lang="ar-SA" smtClean="0"/>
              <a:t>موسوعة تكنولوجيا التعليم</a:t>
            </a:r>
            <a:endParaRPr lang="id-ID"/>
          </a:p>
        </p:txBody>
      </p:sp>
    </p:spTree>
    <p:extLst>
      <p:ext uri="{BB962C8B-B14F-4D97-AF65-F5344CB8AC3E}">
        <p14:creationId xmlns:p14="http://schemas.microsoft.com/office/powerpoint/2010/main" val="14179108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2" presetClass="entr" presetSubtype="4"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 calcmode="lin" valueType="num">
                                      <p:cBhvr additive="base">
                                        <p:cTn id="9" dur="500" fill="hold"/>
                                        <p:tgtEl>
                                          <p:spTgt spid="25"/>
                                        </p:tgtEl>
                                        <p:attrNameLst>
                                          <p:attrName>ppt_x</p:attrName>
                                        </p:attrNameLst>
                                      </p:cBhvr>
                                      <p:tavLst>
                                        <p:tav tm="0">
                                          <p:val>
                                            <p:strVal val="#ppt_x"/>
                                          </p:val>
                                        </p:tav>
                                        <p:tav tm="100000">
                                          <p:val>
                                            <p:strVal val="#ppt_x"/>
                                          </p:val>
                                        </p:tav>
                                      </p:tavLst>
                                    </p:anim>
                                    <p:anim calcmode="lin" valueType="num">
                                      <p:cBhvr additive="base">
                                        <p:cTn id="10" dur="500" fill="hold"/>
                                        <p:tgtEl>
                                          <p:spTgt spid="25"/>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5" grpId="0" animBg="1"/>
      <p:bldP spid="2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200" y="594628"/>
            <a:ext cx="10515600" cy="915035"/>
          </a:xfrm>
        </p:spPr>
        <p:txBody>
          <a:bodyPr>
            <a:normAutofit/>
          </a:bodyPr>
          <a:lstStyle/>
          <a:p>
            <a:r>
              <a:rPr lang="ar-SA" sz="4800" b="1" u="sng" dirty="0">
                <a:solidFill>
                  <a:schemeClr val="tx1"/>
                </a:solidFill>
              </a:rPr>
              <a:t>هل التكنولوجيا هي التقنيات؟</a:t>
            </a:r>
            <a:endParaRPr lang="en-US" sz="4800" u="sng" dirty="0">
              <a:solidFill>
                <a:schemeClr val="tx1"/>
              </a:solidFill>
            </a:endParaRPr>
          </a:p>
        </p:txBody>
      </p:sp>
      <p:sp>
        <p:nvSpPr>
          <p:cNvPr id="5" name="TextBox 4"/>
          <p:cNvSpPr txBox="1"/>
          <p:nvPr/>
        </p:nvSpPr>
        <p:spPr>
          <a:xfrm>
            <a:off x="486499" y="2351110"/>
            <a:ext cx="1747594" cy="584775"/>
          </a:xfrm>
          <a:prstGeom prst="rect">
            <a:avLst/>
          </a:prstGeom>
          <a:noFill/>
        </p:spPr>
        <p:txBody>
          <a:bodyPr wrap="none" rtlCol="0">
            <a:spAutoFit/>
          </a:bodyPr>
          <a:lstStyle/>
          <a:p>
            <a:pPr algn="ctr" fontAlgn="auto">
              <a:spcBef>
                <a:spcPts val="0"/>
              </a:spcBef>
              <a:spcAft>
                <a:spcPts val="0"/>
              </a:spcAft>
            </a:pPr>
            <a:r>
              <a:rPr lang="ar-SA" sz="3200" b="1" dirty="0"/>
              <a:t>التكنولوجيا </a:t>
            </a:r>
            <a:endParaRPr lang="en-US" sz="3200" b="1" dirty="0">
              <a:solidFill>
                <a:prstClr val="white">
                  <a:lumMod val="50000"/>
                </a:prstClr>
              </a:solidFill>
              <a:latin typeface="Lato Light"/>
              <a:cs typeface="+mn-cs"/>
            </a:endParaRPr>
          </a:p>
        </p:txBody>
      </p:sp>
      <p:sp>
        <p:nvSpPr>
          <p:cNvPr id="7" name="TextBox 6"/>
          <p:cNvSpPr txBox="1"/>
          <p:nvPr/>
        </p:nvSpPr>
        <p:spPr>
          <a:xfrm>
            <a:off x="2312007" y="4742830"/>
            <a:ext cx="3536546" cy="584775"/>
          </a:xfrm>
          <a:prstGeom prst="rect">
            <a:avLst/>
          </a:prstGeom>
          <a:noFill/>
        </p:spPr>
        <p:txBody>
          <a:bodyPr wrap="none" rtlCol="0">
            <a:spAutoFit/>
          </a:bodyPr>
          <a:lstStyle/>
          <a:p>
            <a:pPr algn="ctr" fontAlgn="auto">
              <a:spcBef>
                <a:spcPts val="0"/>
              </a:spcBef>
              <a:spcAft>
                <a:spcPts val="0"/>
              </a:spcAft>
            </a:pPr>
            <a:r>
              <a:rPr lang="ar-SA" sz="3200" b="1" dirty="0"/>
              <a:t>فن الصنعة أو علم الحرفة</a:t>
            </a:r>
            <a:endParaRPr lang="en-US" sz="3200" b="1" dirty="0">
              <a:solidFill>
                <a:prstClr val="white">
                  <a:lumMod val="50000"/>
                </a:prstClr>
              </a:solidFill>
              <a:latin typeface="Lato Light"/>
              <a:cs typeface="+mn-cs"/>
            </a:endParaRPr>
          </a:p>
        </p:txBody>
      </p:sp>
      <p:sp>
        <p:nvSpPr>
          <p:cNvPr id="9" name="TextBox 8"/>
          <p:cNvSpPr txBox="1"/>
          <p:nvPr/>
        </p:nvSpPr>
        <p:spPr>
          <a:xfrm>
            <a:off x="6957290" y="2349192"/>
            <a:ext cx="1576217" cy="584775"/>
          </a:xfrm>
          <a:prstGeom prst="rect">
            <a:avLst/>
          </a:prstGeom>
          <a:noFill/>
        </p:spPr>
        <p:txBody>
          <a:bodyPr wrap="square" rtlCol="0">
            <a:spAutoFit/>
          </a:bodyPr>
          <a:lstStyle/>
          <a:p>
            <a:pPr algn="ctr" fontAlgn="auto">
              <a:spcBef>
                <a:spcPts val="0"/>
              </a:spcBef>
              <a:spcAft>
                <a:spcPts val="0"/>
              </a:spcAft>
            </a:pPr>
            <a:r>
              <a:rPr lang="ar-SA" sz="3200" b="1" dirty="0"/>
              <a:t>التقنيات </a:t>
            </a:r>
            <a:endParaRPr lang="en-US" sz="3200" b="1" dirty="0">
              <a:solidFill>
                <a:prstClr val="white">
                  <a:lumMod val="50000"/>
                </a:prstClr>
              </a:solidFill>
              <a:latin typeface="Lato Light"/>
              <a:cs typeface="+mn-cs"/>
            </a:endParaRPr>
          </a:p>
        </p:txBody>
      </p:sp>
      <p:grpSp>
        <p:nvGrpSpPr>
          <p:cNvPr id="11" name="Group 10"/>
          <p:cNvGrpSpPr/>
          <p:nvPr/>
        </p:nvGrpSpPr>
        <p:grpSpPr>
          <a:xfrm>
            <a:off x="854383" y="3093511"/>
            <a:ext cx="1420925" cy="1365162"/>
            <a:chOff x="854383" y="3000651"/>
            <a:chExt cx="1420925" cy="1365162"/>
          </a:xfrm>
        </p:grpSpPr>
        <p:sp>
          <p:nvSpPr>
            <p:cNvPr id="12" name="Oval 11"/>
            <p:cNvSpPr/>
            <p:nvPr/>
          </p:nvSpPr>
          <p:spPr>
            <a:xfrm>
              <a:off x="910146" y="3000651"/>
              <a:ext cx="1365162" cy="1365162"/>
            </a:xfrm>
            <a:prstGeom prst="ellipse">
              <a:avLst/>
            </a:prstGeom>
            <a:solidFill>
              <a:schemeClr val="accent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p:nvSpPr>
          <p:spPr>
            <a:xfrm>
              <a:off x="854383" y="3000651"/>
              <a:ext cx="1365162" cy="1365162"/>
            </a:xfrm>
            <a:prstGeom prst="ellipse">
              <a:avLst/>
            </a:prstGeom>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4" name="Group 13"/>
          <p:cNvGrpSpPr/>
          <p:nvPr/>
        </p:nvGrpSpPr>
        <p:grpSpPr>
          <a:xfrm>
            <a:off x="3131347" y="3093511"/>
            <a:ext cx="1420925" cy="1365162"/>
            <a:chOff x="3131347" y="3000651"/>
            <a:chExt cx="1420925" cy="1365162"/>
          </a:xfrm>
        </p:grpSpPr>
        <p:sp>
          <p:nvSpPr>
            <p:cNvPr id="15" name="Oval 14"/>
            <p:cNvSpPr/>
            <p:nvPr/>
          </p:nvSpPr>
          <p:spPr>
            <a:xfrm>
              <a:off x="3187110" y="3000651"/>
              <a:ext cx="1365162" cy="1365162"/>
            </a:xfrm>
            <a:prstGeom prst="ellipse">
              <a:avLst/>
            </a:prstGeom>
            <a:solidFill>
              <a:schemeClr val="accent2">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6" name="Oval 15"/>
            <p:cNvSpPr/>
            <p:nvPr/>
          </p:nvSpPr>
          <p:spPr>
            <a:xfrm>
              <a:off x="3131347" y="3000651"/>
              <a:ext cx="1365162" cy="1365162"/>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20" name="Group 19"/>
          <p:cNvGrpSpPr/>
          <p:nvPr/>
        </p:nvGrpSpPr>
        <p:grpSpPr>
          <a:xfrm>
            <a:off x="7087956" y="3093511"/>
            <a:ext cx="1420925" cy="1365162"/>
            <a:chOff x="7685274" y="3000651"/>
            <a:chExt cx="1420925" cy="1365162"/>
          </a:xfrm>
        </p:grpSpPr>
        <p:sp>
          <p:nvSpPr>
            <p:cNvPr id="21" name="Oval 20"/>
            <p:cNvSpPr/>
            <p:nvPr/>
          </p:nvSpPr>
          <p:spPr>
            <a:xfrm>
              <a:off x="7741037" y="3000651"/>
              <a:ext cx="1365162" cy="1365162"/>
            </a:xfrm>
            <a:prstGeom prst="ellipse">
              <a:avLst/>
            </a:prstGeom>
            <a:solidFill>
              <a:schemeClr val="accent4">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2" name="Oval 21"/>
            <p:cNvSpPr/>
            <p:nvPr/>
          </p:nvSpPr>
          <p:spPr>
            <a:xfrm>
              <a:off x="7685274" y="3000651"/>
              <a:ext cx="1365162" cy="1365162"/>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23" name="Group 22"/>
          <p:cNvGrpSpPr/>
          <p:nvPr/>
        </p:nvGrpSpPr>
        <p:grpSpPr>
          <a:xfrm>
            <a:off x="2468721" y="3569367"/>
            <a:ext cx="469212" cy="413449"/>
            <a:chOff x="2468721" y="3476507"/>
            <a:chExt cx="469212" cy="413449"/>
          </a:xfrm>
        </p:grpSpPr>
        <p:sp>
          <p:nvSpPr>
            <p:cNvPr id="24" name="Chevron 23"/>
            <p:cNvSpPr/>
            <p:nvPr/>
          </p:nvSpPr>
          <p:spPr>
            <a:xfrm>
              <a:off x="2524484" y="3476507"/>
              <a:ext cx="413449" cy="413449"/>
            </a:xfrm>
            <a:prstGeom prst="chevron">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5" name="Chevron 24"/>
            <p:cNvSpPr/>
            <p:nvPr/>
          </p:nvSpPr>
          <p:spPr>
            <a:xfrm>
              <a:off x="2468721" y="3476507"/>
              <a:ext cx="413449" cy="413449"/>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36" name="Group 35"/>
          <p:cNvGrpSpPr/>
          <p:nvPr/>
        </p:nvGrpSpPr>
        <p:grpSpPr>
          <a:xfrm>
            <a:off x="9384882" y="3093511"/>
            <a:ext cx="1420925" cy="1365162"/>
            <a:chOff x="9982200" y="3000651"/>
            <a:chExt cx="1420925" cy="1365162"/>
          </a:xfrm>
        </p:grpSpPr>
        <p:sp>
          <p:nvSpPr>
            <p:cNvPr id="37" name="Oval 36"/>
            <p:cNvSpPr/>
            <p:nvPr/>
          </p:nvSpPr>
          <p:spPr>
            <a:xfrm>
              <a:off x="10037963" y="3000651"/>
              <a:ext cx="1365162" cy="1365162"/>
            </a:xfrm>
            <a:prstGeom prst="ellipse">
              <a:avLst/>
            </a:prstGeom>
            <a:solidFill>
              <a:schemeClr val="accent5">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8" name="Oval 37"/>
            <p:cNvSpPr/>
            <p:nvPr/>
          </p:nvSpPr>
          <p:spPr>
            <a:xfrm>
              <a:off x="9982200" y="3000651"/>
              <a:ext cx="1365162" cy="1365162"/>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9" name="Group 38"/>
          <p:cNvGrpSpPr/>
          <p:nvPr/>
        </p:nvGrpSpPr>
        <p:grpSpPr>
          <a:xfrm>
            <a:off x="8722257" y="3569367"/>
            <a:ext cx="469212" cy="413449"/>
            <a:chOff x="9319575" y="3476507"/>
            <a:chExt cx="469212" cy="413449"/>
          </a:xfrm>
        </p:grpSpPr>
        <p:sp>
          <p:nvSpPr>
            <p:cNvPr id="40" name="Chevron 39"/>
            <p:cNvSpPr/>
            <p:nvPr/>
          </p:nvSpPr>
          <p:spPr>
            <a:xfrm>
              <a:off x="9375338" y="3476507"/>
              <a:ext cx="413449" cy="413449"/>
            </a:xfrm>
            <a:prstGeom prst="chevron">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41" name="Chevron 40"/>
            <p:cNvSpPr/>
            <p:nvPr/>
          </p:nvSpPr>
          <p:spPr>
            <a:xfrm>
              <a:off x="9319575" y="3476507"/>
              <a:ext cx="413449" cy="413449"/>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sp>
        <p:nvSpPr>
          <p:cNvPr id="44" name="TextBox 43"/>
          <p:cNvSpPr txBox="1"/>
          <p:nvPr/>
        </p:nvSpPr>
        <p:spPr>
          <a:xfrm>
            <a:off x="7636453" y="4956490"/>
            <a:ext cx="4035079" cy="584775"/>
          </a:xfrm>
          <a:prstGeom prst="rect">
            <a:avLst/>
          </a:prstGeom>
          <a:noFill/>
        </p:spPr>
        <p:txBody>
          <a:bodyPr wrap="none" rtlCol="0">
            <a:spAutoFit/>
          </a:bodyPr>
          <a:lstStyle/>
          <a:p>
            <a:pPr algn="ctr" fontAlgn="auto">
              <a:spcBef>
                <a:spcPts val="0"/>
              </a:spcBef>
              <a:spcAft>
                <a:spcPts val="0"/>
              </a:spcAft>
            </a:pPr>
            <a:r>
              <a:rPr lang="ar-SA" sz="3200" b="1" dirty="0"/>
              <a:t>الأسلوب أو الطريقة المنتهجة</a:t>
            </a:r>
            <a:endParaRPr lang="en-US" sz="3200" b="1" dirty="0">
              <a:solidFill>
                <a:prstClr val="white">
                  <a:lumMod val="50000"/>
                </a:prstClr>
              </a:solidFill>
              <a:latin typeface="Lato Light"/>
              <a:cs typeface="+mn-cs"/>
            </a:endParaRPr>
          </a:p>
        </p:txBody>
      </p:sp>
      <p:grpSp>
        <p:nvGrpSpPr>
          <p:cNvPr id="47" name="Group 46"/>
          <p:cNvGrpSpPr/>
          <p:nvPr/>
        </p:nvGrpSpPr>
        <p:grpSpPr>
          <a:xfrm>
            <a:off x="1304792" y="3543522"/>
            <a:ext cx="464344" cy="465138"/>
            <a:chOff x="9145588" y="4435475"/>
            <a:chExt cx="464344" cy="465138"/>
          </a:xfrm>
          <a:solidFill>
            <a:schemeClr val="bg1"/>
          </a:solidFill>
        </p:grpSpPr>
        <p:sp>
          <p:nvSpPr>
            <p:cNvPr id="48"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49"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0"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1"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2"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3"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4"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5"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56"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nvGrpSpPr>
          <p:cNvPr id="57" name="Group 56"/>
          <p:cNvGrpSpPr/>
          <p:nvPr/>
        </p:nvGrpSpPr>
        <p:grpSpPr>
          <a:xfrm>
            <a:off x="5858720" y="3468667"/>
            <a:ext cx="464344" cy="465138"/>
            <a:chOff x="8216107" y="3505994"/>
            <a:chExt cx="464344" cy="465138"/>
          </a:xfrm>
          <a:solidFill>
            <a:schemeClr val="bg1"/>
          </a:solidFill>
        </p:grpSpPr>
        <p:sp>
          <p:nvSpPr>
            <p:cNvPr id="58" name="AutoShape 33"/>
            <p:cNvSpPr>
              <a:spLocks/>
            </p:cNvSpPr>
            <p:nvPr/>
          </p:nvSpPr>
          <p:spPr bwMode="auto">
            <a:xfrm>
              <a:off x="8216107" y="3680619"/>
              <a:ext cx="464344" cy="290513"/>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59" name="AutoShape 34"/>
            <p:cNvSpPr>
              <a:spLocks/>
            </p:cNvSpPr>
            <p:nvPr/>
          </p:nvSpPr>
          <p:spPr bwMode="auto">
            <a:xfrm>
              <a:off x="8331994" y="3564732"/>
              <a:ext cx="33338"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60" name="AutoShape 35"/>
            <p:cNvSpPr>
              <a:spLocks/>
            </p:cNvSpPr>
            <p:nvPr/>
          </p:nvSpPr>
          <p:spPr bwMode="auto">
            <a:xfrm>
              <a:off x="8506619" y="3564732"/>
              <a:ext cx="32544"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61" name="AutoShape 36"/>
            <p:cNvSpPr>
              <a:spLocks/>
            </p:cNvSpPr>
            <p:nvPr/>
          </p:nvSpPr>
          <p:spPr bwMode="auto">
            <a:xfrm>
              <a:off x="8433594" y="3505994"/>
              <a:ext cx="33338" cy="109538"/>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nvGrpSpPr>
          <p:cNvPr id="62" name="Group 61"/>
          <p:cNvGrpSpPr/>
          <p:nvPr/>
        </p:nvGrpSpPr>
        <p:grpSpPr>
          <a:xfrm>
            <a:off x="7594128" y="3546119"/>
            <a:ext cx="464344" cy="465138"/>
            <a:chOff x="7287419" y="3505994"/>
            <a:chExt cx="464344" cy="465138"/>
          </a:xfrm>
          <a:solidFill>
            <a:schemeClr val="bg1"/>
          </a:solidFill>
        </p:grpSpPr>
        <p:sp>
          <p:nvSpPr>
            <p:cNvPr id="63" name="AutoShape 37"/>
            <p:cNvSpPr>
              <a:spLocks/>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64" name="AutoShape 38"/>
            <p:cNvSpPr>
              <a:spLocks/>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65" name="AutoShape 39"/>
            <p:cNvSpPr>
              <a:spLocks/>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66" name="AutoShape 40"/>
            <p:cNvSpPr>
              <a:spLocks/>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67" name="AutoShape 41"/>
            <p:cNvSpPr>
              <a:spLocks/>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68" name="AutoShape 42"/>
            <p:cNvSpPr>
              <a:spLocks/>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nvGrpSpPr>
          <p:cNvPr id="69" name="Group 68"/>
          <p:cNvGrpSpPr/>
          <p:nvPr/>
        </p:nvGrpSpPr>
        <p:grpSpPr>
          <a:xfrm>
            <a:off x="9891054" y="3543522"/>
            <a:ext cx="464344" cy="464344"/>
            <a:chOff x="8216107" y="2577307"/>
            <a:chExt cx="464344" cy="464344"/>
          </a:xfrm>
          <a:solidFill>
            <a:schemeClr val="bg1"/>
          </a:solidFill>
        </p:grpSpPr>
        <p:sp>
          <p:nvSpPr>
            <p:cNvPr id="70"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71"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72"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73"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nvGrpSpPr>
          <p:cNvPr id="74" name="Group 73"/>
          <p:cNvGrpSpPr/>
          <p:nvPr/>
        </p:nvGrpSpPr>
        <p:grpSpPr>
          <a:xfrm>
            <a:off x="3581756" y="3543522"/>
            <a:ext cx="464344" cy="464344"/>
            <a:chOff x="7287419" y="2577307"/>
            <a:chExt cx="464344" cy="464344"/>
          </a:xfrm>
          <a:solidFill>
            <a:schemeClr val="bg1"/>
          </a:solidFill>
        </p:grpSpPr>
        <p:sp>
          <p:nvSpPr>
            <p:cNvPr id="75" name="AutoShape 56"/>
            <p:cNvSpPr>
              <a:spLocks/>
            </p:cNvSpPr>
            <p:nvPr/>
          </p:nvSpPr>
          <p:spPr bwMode="auto">
            <a:xfrm>
              <a:off x="7287419"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76" name="AutoShape 57"/>
            <p:cNvSpPr>
              <a:spLocks/>
            </p:cNvSpPr>
            <p:nvPr/>
          </p:nvSpPr>
          <p:spPr bwMode="auto">
            <a:xfrm>
              <a:off x="7606507"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77" name="AutoShape 58"/>
            <p:cNvSpPr>
              <a:spLocks/>
            </p:cNvSpPr>
            <p:nvPr/>
          </p:nvSpPr>
          <p:spPr bwMode="auto">
            <a:xfrm>
              <a:off x="7446963" y="257730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966768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8"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p:tgtEl>
                                          <p:spTgt spid="11"/>
                                        </p:tgtEl>
                                        <p:attrNameLst>
                                          <p:attrName>ppt_x</p:attrName>
                                        </p:attrNameLst>
                                      </p:cBhvr>
                                      <p:tavLst>
                                        <p:tav tm="0">
                                          <p:val>
                                            <p:strVal val="#ppt_x-#ppt_w*1.125000"/>
                                          </p:val>
                                        </p:tav>
                                        <p:tav tm="100000">
                                          <p:val>
                                            <p:strVal val="#ppt_x"/>
                                          </p:val>
                                        </p:tav>
                                      </p:tavLst>
                                    </p:anim>
                                    <p:animEffect transition="in" filter="wipe(right)">
                                      <p:cBhvr>
                                        <p:cTn id="14" dur="500"/>
                                        <p:tgtEl>
                                          <p:spTgt spid="11"/>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par>
                          <p:cTn id="19" fill="hold">
                            <p:stCondLst>
                              <p:cond delay="1500"/>
                            </p:stCondLst>
                            <p:childTnLst>
                              <p:par>
                                <p:cTn id="20" presetID="2" presetClass="entr" presetSubtype="2" fill="hold"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additive="base">
                                        <p:cTn id="22" dur="500" fill="hold"/>
                                        <p:tgtEl>
                                          <p:spTgt spid="23"/>
                                        </p:tgtEl>
                                        <p:attrNameLst>
                                          <p:attrName>ppt_x</p:attrName>
                                        </p:attrNameLst>
                                      </p:cBhvr>
                                      <p:tavLst>
                                        <p:tav tm="0">
                                          <p:val>
                                            <p:strVal val="1+#ppt_w/2"/>
                                          </p:val>
                                        </p:tav>
                                        <p:tav tm="100000">
                                          <p:val>
                                            <p:strVal val="#ppt_x"/>
                                          </p:val>
                                        </p:tav>
                                      </p:tavLst>
                                    </p:anim>
                                    <p:anim calcmode="lin" valueType="num">
                                      <p:cBhvr additive="base">
                                        <p:cTn id="23" dur="500" fill="hold"/>
                                        <p:tgtEl>
                                          <p:spTgt spid="23"/>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12" presetClass="entr" presetSubtype="8" fill="hold" nodeType="after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p:tgtEl>
                                          <p:spTgt spid="14"/>
                                        </p:tgtEl>
                                        <p:attrNameLst>
                                          <p:attrName>ppt_x</p:attrName>
                                        </p:attrNameLst>
                                      </p:cBhvr>
                                      <p:tavLst>
                                        <p:tav tm="0">
                                          <p:val>
                                            <p:strVal val="#ppt_x-#ppt_w*1.125000"/>
                                          </p:val>
                                        </p:tav>
                                        <p:tav tm="100000">
                                          <p:val>
                                            <p:strVal val="#ppt_x"/>
                                          </p:val>
                                        </p:tav>
                                      </p:tavLst>
                                    </p:anim>
                                    <p:animEffect transition="in" filter="wipe(right)">
                                      <p:cBhvr>
                                        <p:cTn id="28" dur="500"/>
                                        <p:tgtEl>
                                          <p:spTgt spid="14"/>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childTnLst>
                          </p:cTn>
                        </p:par>
                        <p:par>
                          <p:cTn id="33" fill="hold">
                            <p:stCondLst>
                              <p:cond delay="3000"/>
                            </p:stCondLst>
                            <p:childTnLst>
                              <p:par>
                                <p:cTn id="34" presetID="12" presetClass="entr" presetSubtype="8" fill="hold" nodeType="afterEffect">
                                  <p:stCondLst>
                                    <p:cond delay="0"/>
                                  </p:stCondLst>
                                  <p:childTnLst>
                                    <p:set>
                                      <p:cBhvr>
                                        <p:cTn id="35" dur="1" fill="hold">
                                          <p:stCondLst>
                                            <p:cond delay="0"/>
                                          </p:stCondLst>
                                        </p:cTn>
                                        <p:tgtEl>
                                          <p:spTgt spid="20"/>
                                        </p:tgtEl>
                                        <p:attrNameLst>
                                          <p:attrName>style.visibility</p:attrName>
                                        </p:attrNameLst>
                                      </p:cBhvr>
                                      <p:to>
                                        <p:strVal val="visible"/>
                                      </p:to>
                                    </p:set>
                                    <p:anim calcmode="lin" valueType="num">
                                      <p:cBhvr additive="base">
                                        <p:cTn id="36" dur="500"/>
                                        <p:tgtEl>
                                          <p:spTgt spid="20"/>
                                        </p:tgtEl>
                                        <p:attrNameLst>
                                          <p:attrName>ppt_x</p:attrName>
                                        </p:attrNameLst>
                                      </p:cBhvr>
                                      <p:tavLst>
                                        <p:tav tm="0">
                                          <p:val>
                                            <p:strVal val="#ppt_x-#ppt_w*1.125000"/>
                                          </p:val>
                                        </p:tav>
                                        <p:tav tm="100000">
                                          <p:val>
                                            <p:strVal val="#ppt_x"/>
                                          </p:val>
                                        </p:tav>
                                      </p:tavLst>
                                    </p:anim>
                                    <p:animEffect transition="in" filter="wipe(right)">
                                      <p:cBhvr>
                                        <p:cTn id="37" dur="500"/>
                                        <p:tgtEl>
                                          <p:spTgt spid="20"/>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par>
                          <p:cTn id="42" fill="hold">
                            <p:stCondLst>
                              <p:cond delay="4000"/>
                            </p:stCondLst>
                            <p:childTnLst>
                              <p:par>
                                <p:cTn id="43" presetID="2" presetClass="entr" presetSubtype="2" fill="hold" nodeType="afterEffect">
                                  <p:stCondLst>
                                    <p:cond delay="0"/>
                                  </p:stCondLst>
                                  <p:childTnLst>
                                    <p:set>
                                      <p:cBhvr>
                                        <p:cTn id="44" dur="1" fill="hold">
                                          <p:stCondLst>
                                            <p:cond delay="0"/>
                                          </p:stCondLst>
                                        </p:cTn>
                                        <p:tgtEl>
                                          <p:spTgt spid="39"/>
                                        </p:tgtEl>
                                        <p:attrNameLst>
                                          <p:attrName>style.visibility</p:attrName>
                                        </p:attrNameLst>
                                      </p:cBhvr>
                                      <p:to>
                                        <p:strVal val="visible"/>
                                      </p:to>
                                    </p:set>
                                    <p:anim calcmode="lin" valueType="num">
                                      <p:cBhvr additive="base">
                                        <p:cTn id="45" dur="500" fill="hold"/>
                                        <p:tgtEl>
                                          <p:spTgt spid="39"/>
                                        </p:tgtEl>
                                        <p:attrNameLst>
                                          <p:attrName>ppt_x</p:attrName>
                                        </p:attrNameLst>
                                      </p:cBhvr>
                                      <p:tavLst>
                                        <p:tav tm="0">
                                          <p:val>
                                            <p:strVal val="1+#ppt_w/2"/>
                                          </p:val>
                                        </p:tav>
                                        <p:tav tm="100000">
                                          <p:val>
                                            <p:strVal val="#ppt_x"/>
                                          </p:val>
                                        </p:tav>
                                      </p:tavLst>
                                    </p:anim>
                                    <p:anim calcmode="lin" valueType="num">
                                      <p:cBhvr additive="base">
                                        <p:cTn id="46" dur="500" fill="hold"/>
                                        <p:tgtEl>
                                          <p:spTgt spid="39"/>
                                        </p:tgtEl>
                                        <p:attrNameLst>
                                          <p:attrName>ppt_y</p:attrName>
                                        </p:attrNameLst>
                                      </p:cBhvr>
                                      <p:tavLst>
                                        <p:tav tm="0">
                                          <p:val>
                                            <p:strVal val="#ppt_y"/>
                                          </p:val>
                                        </p:tav>
                                        <p:tav tm="100000">
                                          <p:val>
                                            <p:strVal val="#ppt_y"/>
                                          </p:val>
                                        </p:tav>
                                      </p:tavLst>
                                    </p:anim>
                                  </p:childTnLst>
                                </p:cTn>
                              </p:par>
                            </p:childTnLst>
                          </p:cTn>
                        </p:par>
                        <p:par>
                          <p:cTn id="47" fill="hold">
                            <p:stCondLst>
                              <p:cond delay="4500"/>
                            </p:stCondLst>
                            <p:childTnLst>
                              <p:par>
                                <p:cTn id="48" presetID="12" presetClass="entr" presetSubtype="8" fill="hold" nodeType="afterEffect">
                                  <p:stCondLst>
                                    <p:cond delay="0"/>
                                  </p:stCondLst>
                                  <p:childTnLst>
                                    <p:set>
                                      <p:cBhvr>
                                        <p:cTn id="49" dur="1" fill="hold">
                                          <p:stCondLst>
                                            <p:cond delay="0"/>
                                          </p:stCondLst>
                                        </p:cTn>
                                        <p:tgtEl>
                                          <p:spTgt spid="36"/>
                                        </p:tgtEl>
                                        <p:attrNameLst>
                                          <p:attrName>style.visibility</p:attrName>
                                        </p:attrNameLst>
                                      </p:cBhvr>
                                      <p:to>
                                        <p:strVal val="visible"/>
                                      </p:to>
                                    </p:set>
                                    <p:anim calcmode="lin" valueType="num">
                                      <p:cBhvr additive="base">
                                        <p:cTn id="50" dur="500"/>
                                        <p:tgtEl>
                                          <p:spTgt spid="36"/>
                                        </p:tgtEl>
                                        <p:attrNameLst>
                                          <p:attrName>ppt_x</p:attrName>
                                        </p:attrNameLst>
                                      </p:cBhvr>
                                      <p:tavLst>
                                        <p:tav tm="0">
                                          <p:val>
                                            <p:strVal val="#ppt_x-#ppt_w*1.125000"/>
                                          </p:val>
                                        </p:tav>
                                        <p:tav tm="100000">
                                          <p:val>
                                            <p:strVal val="#ppt_x"/>
                                          </p:val>
                                        </p:tav>
                                      </p:tavLst>
                                    </p:anim>
                                    <p:animEffect transition="in" filter="wipe(right)">
                                      <p:cBhvr>
                                        <p:cTn id="51" dur="500"/>
                                        <p:tgtEl>
                                          <p:spTgt spid="36"/>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7" grpId="0"/>
      <p:bldP spid="9" grpId="0"/>
      <p:bldP spid="4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1447186" y="285056"/>
            <a:ext cx="8520074"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r" rtl="1">
              <a:buNone/>
            </a:pPr>
            <a:r>
              <a:rPr lang="ar-SA" sz="4800" b="1" u="sng" dirty="0">
                <a:solidFill>
                  <a:schemeClr val="bg2">
                    <a:lumMod val="10000"/>
                  </a:schemeClr>
                </a:solidFill>
              </a:rPr>
              <a:t>هل التكنولوجيا هي التقنيات؟</a:t>
            </a:r>
            <a:endParaRPr lang="en-US" sz="4800" u="sng" dirty="0">
              <a:solidFill>
                <a:schemeClr val="bg2">
                  <a:lumMod val="10000"/>
                </a:schemeClr>
              </a:solidFill>
            </a:endParaRPr>
          </a:p>
        </p:txBody>
      </p:sp>
      <p:grpSp>
        <p:nvGrpSpPr>
          <p:cNvPr id="20" name="Gruppe 58"/>
          <p:cNvGrpSpPr>
            <a:grpSpLocks noChangeAspect="1"/>
          </p:cNvGrpSpPr>
          <p:nvPr/>
        </p:nvGrpSpPr>
        <p:grpSpPr bwMode="auto">
          <a:xfrm>
            <a:off x="9607368" y="1596335"/>
            <a:ext cx="1891897" cy="4129915"/>
            <a:chOff x="5698227" y="835527"/>
            <a:chExt cx="2498756" cy="5447978"/>
          </a:xfrm>
        </p:grpSpPr>
        <p:grpSp>
          <p:nvGrpSpPr>
            <p:cNvPr id="25" name="Gruppe 53"/>
            <p:cNvGrpSpPr>
              <a:grpSpLocks/>
            </p:cNvGrpSpPr>
            <p:nvPr/>
          </p:nvGrpSpPr>
          <p:grpSpPr bwMode="auto">
            <a:xfrm>
              <a:off x="5698227" y="835527"/>
              <a:ext cx="2498756" cy="5447978"/>
              <a:chOff x="12653385" y="-4318001"/>
              <a:chExt cx="3497872" cy="7626367"/>
            </a:xfrm>
          </p:grpSpPr>
          <p:sp>
            <p:nvSpPr>
              <p:cNvPr id="27" name="Freeform 63"/>
              <p:cNvSpPr>
                <a:spLocks/>
              </p:cNvSpPr>
              <p:nvPr/>
            </p:nvSpPr>
            <p:spPr bwMode="auto">
              <a:xfrm>
                <a:off x="12653385" y="-2814515"/>
                <a:ext cx="778115" cy="435792"/>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8425 w 490"/>
                  <a:gd name="T9" fmla="*/ 415925 h 278"/>
                  <a:gd name="T10" fmla="*/ 63500 w 490"/>
                  <a:gd name="T11" fmla="*/ 425450 h 278"/>
                  <a:gd name="T12" fmla="*/ 38100 w 490"/>
                  <a:gd name="T13" fmla="*/ 431800 h 278"/>
                  <a:gd name="T14" fmla="*/ 31750 w 490"/>
                  <a:gd name="T15" fmla="*/ 431800 h 278"/>
                  <a:gd name="T16" fmla="*/ 15875 w 490"/>
                  <a:gd name="T17" fmla="*/ 441325 h 278"/>
                  <a:gd name="T18" fmla="*/ 9525 w 490"/>
                  <a:gd name="T19" fmla="*/ 438150 h 278"/>
                  <a:gd name="T20" fmla="*/ 6350 w 490"/>
                  <a:gd name="T21" fmla="*/ 438150 h 278"/>
                  <a:gd name="T22" fmla="*/ 3175 w 490"/>
                  <a:gd name="T23" fmla="*/ 434975 h 278"/>
                  <a:gd name="T24" fmla="*/ 0 w 490"/>
                  <a:gd name="T25" fmla="*/ 428625 h 278"/>
                  <a:gd name="T26" fmla="*/ 0 w 490"/>
                  <a:gd name="T27" fmla="*/ 425450 h 278"/>
                  <a:gd name="T28" fmla="*/ 6350 w 490"/>
                  <a:gd name="T29" fmla="*/ 403225 h 278"/>
                  <a:gd name="T30" fmla="*/ 22225 w 490"/>
                  <a:gd name="T31" fmla="*/ 384175 h 278"/>
                  <a:gd name="T32" fmla="*/ 117475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8100 w 490"/>
                  <a:gd name="T45" fmla="*/ 244475 h 278"/>
                  <a:gd name="T46" fmla="*/ 41275 w 490"/>
                  <a:gd name="T47" fmla="*/ 241300 h 278"/>
                  <a:gd name="T48" fmla="*/ 66675 w 490"/>
                  <a:gd name="T49" fmla="*/ 228600 h 278"/>
                  <a:gd name="T50" fmla="*/ 111125 w 490"/>
                  <a:gd name="T51" fmla="*/ 231775 h 278"/>
                  <a:gd name="T52" fmla="*/ 266700 w 490"/>
                  <a:gd name="T53" fmla="*/ 244475 h 278"/>
                  <a:gd name="T54" fmla="*/ 377825 w 490"/>
                  <a:gd name="T55" fmla="*/ 222250 h 278"/>
                  <a:gd name="T56" fmla="*/ 447675 w 490"/>
                  <a:gd name="T57" fmla="*/ 206375 h 278"/>
                  <a:gd name="T58" fmla="*/ 450850 w 490"/>
                  <a:gd name="T59" fmla="*/ 200025 h 278"/>
                  <a:gd name="T60" fmla="*/ 441325 w 490"/>
                  <a:gd name="T61" fmla="*/ 165100 h 278"/>
                  <a:gd name="T62" fmla="*/ 431800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52425 w 490"/>
                  <a:gd name="T73" fmla="*/ 12700 h 278"/>
                  <a:gd name="T74" fmla="*/ 365125 w 490"/>
                  <a:gd name="T75" fmla="*/ 6350 h 278"/>
                  <a:gd name="T76" fmla="*/ 384175 w 490"/>
                  <a:gd name="T77" fmla="*/ 0 h 278"/>
                  <a:gd name="T78" fmla="*/ 403225 w 490"/>
                  <a:gd name="T79" fmla="*/ 9525 h 278"/>
                  <a:gd name="T80" fmla="*/ 415925 w 490"/>
                  <a:gd name="T81" fmla="*/ 25400 h 278"/>
                  <a:gd name="T82" fmla="*/ 457200 w 490"/>
                  <a:gd name="T83" fmla="*/ 73025 h 278"/>
                  <a:gd name="T84" fmla="*/ 479425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11200 w 490"/>
                  <a:gd name="T95" fmla="*/ 203200 h 278"/>
                  <a:gd name="T96" fmla="*/ 739775 w 490"/>
                  <a:gd name="T97" fmla="*/ 228600 h 278"/>
                  <a:gd name="T98" fmla="*/ 755650 w 490"/>
                  <a:gd name="T99" fmla="*/ 257175 h 278"/>
                  <a:gd name="T100" fmla="*/ 762000 w 490"/>
                  <a:gd name="T101" fmla="*/ 279400 h 278"/>
                  <a:gd name="T102" fmla="*/ 762000 w 490"/>
                  <a:gd name="T103" fmla="*/ 304800 h 278"/>
                  <a:gd name="T104" fmla="*/ 762000 w 490"/>
                  <a:gd name="T105" fmla="*/ 304800 h 278"/>
                  <a:gd name="T106" fmla="*/ 777875 w 490"/>
                  <a:gd name="T107" fmla="*/ 304800 h 278"/>
                  <a:gd name="T108" fmla="*/ 647700 w 490"/>
                  <a:gd name="T109" fmla="*/ 355600 h 278"/>
                  <a:gd name="T110" fmla="*/ 434975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50" y="242"/>
                    </a:lnTo>
                    <a:lnTo>
                      <a:pt x="120" y="248"/>
                    </a:lnTo>
                    <a:lnTo>
                      <a:pt x="98" y="252"/>
                    </a:lnTo>
                    <a:lnTo>
                      <a:pt x="80" y="258"/>
                    </a:lnTo>
                    <a:lnTo>
                      <a:pt x="62" y="262"/>
                    </a:lnTo>
                    <a:lnTo>
                      <a:pt x="40" y="268"/>
                    </a:lnTo>
                    <a:lnTo>
                      <a:pt x="26" y="272"/>
                    </a:lnTo>
                    <a:lnTo>
                      <a:pt x="24" y="272"/>
                    </a:lnTo>
                    <a:lnTo>
                      <a:pt x="20" y="272"/>
                    </a:lnTo>
                    <a:lnTo>
                      <a:pt x="16" y="276"/>
                    </a:lnTo>
                    <a:lnTo>
                      <a:pt x="10" y="278"/>
                    </a:lnTo>
                    <a:lnTo>
                      <a:pt x="6" y="276"/>
                    </a:lnTo>
                    <a:lnTo>
                      <a:pt x="4" y="276"/>
                    </a:lnTo>
                    <a:lnTo>
                      <a:pt x="2" y="274"/>
                    </a:lnTo>
                    <a:lnTo>
                      <a:pt x="2" y="272"/>
                    </a:lnTo>
                    <a:lnTo>
                      <a:pt x="0" y="270"/>
                    </a:lnTo>
                    <a:lnTo>
                      <a:pt x="0" y="268"/>
                    </a:lnTo>
                    <a:lnTo>
                      <a:pt x="2" y="266"/>
                    </a:lnTo>
                    <a:lnTo>
                      <a:pt x="4" y="254"/>
                    </a:lnTo>
                    <a:lnTo>
                      <a:pt x="8" y="248"/>
                    </a:lnTo>
                    <a:lnTo>
                      <a:pt x="14" y="242"/>
                    </a:lnTo>
                    <a:lnTo>
                      <a:pt x="22" y="236"/>
                    </a:lnTo>
                    <a:lnTo>
                      <a:pt x="30" y="232"/>
                    </a:lnTo>
                    <a:lnTo>
                      <a:pt x="74" y="210"/>
                    </a:lnTo>
                    <a:lnTo>
                      <a:pt x="94" y="202"/>
                    </a:lnTo>
                    <a:lnTo>
                      <a:pt x="110" y="200"/>
                    </a:lnTo>
                    <a:lnTo>
                      <a:pt x="114" y="200"/>
                    </a:lnTo>
                    <a:lnTo>
                      <a:pt x="114" y="198"/>
                    </a:lnTo>
                    <a:lnTo>
                      <a:pt x="102" y="194"/>
                    </a:lnTo>
                    <a:lnTo>
                      <a:pt x="46" y="182"/>
                    </a:lnTo>
                    <a:lnTo>
                      <a:pt x="28" y="176"/>
                    </a:lnTo>
                    <a:lnTo>
                      <a:pt x="24" y="174"/>
                    </a:lnTo>
                    <a:lnTo>
                      <a:pt x="20" y="172"/>
                    </a:lnTo>
                    <a:lnTo>
                      <a:pt x="18" y="162"/>
                    </a:lnTo>
                    <a:lnTo>
                      <a:pt x="20" y="158"/>
                    </a:lnTo>
                    <a:lnTo>
                      <a:pt x="24" y="154"/>
                    </a:lnTo>
                    <a:lnTo>
                      <a:pt x="26" y="152"/>
                    </a:lnTo>
                    <a:lnTo>
                      <a:pt x="34" y="148"/>
                    </a:lnTo>
                    <a:lnTo>
                      <a:pt x="42" y="144"/>
                    </a:lnTo>
                    <a:lnTo>
                      <a:pt x="52" y="144"/>
                    </a:lnTo>
                    <a:lnTo>
                      <a:pt x="70" y="146"/>
                    </a:lnTo>
                    <a:lnTo>
                      <a:pt x="144" y="152"/>
                    </a:lnTo>
                    <a:lnTo>
                      <a:pt x="168" y="154"/>
                    </a:lnTo>
                    <a:lnTo>
                      <a:pt x="192" y="150"/>
                    </a:lnTo>
                    <a:lnTo>
                      <a:pt x="238" y="140"/>
                    </a:lnTo>
                    <a:lnTo>
                      <a:pt x="272" y="134"/>
                    </a:lnTo>
                    <a:lnTo>
                      <a:pt x="282" y="130"/>
                    </a:lnTo>
                    <a:lnTo>
                      <a:pt x="284" y="128"/>
                    </a:lnTo>
                    <a:lnTo>
                      <a:pt x="284" y="126"/>
                    </a:lnTo>
                    <a:lnTo>
                      <a:pt x="282" y="112"/>
                    </a:lnTo>
                    <a:lnTo>
                      <a:pt x="278" y="104"/>
                    </a:lnTo>
                    <a:lnTo>
                      <a:pt x="276" y="100"/>
                    </a:lnTo>
                    <a:lnTo>
                      <a:pt x="272" y="96"/>
                    </a:lnTo>
                    <a:lnTo>
                      <a:pt x="260" y="92"/>
                    </a:lnTo>
                    <a:lnTo>
                      <a:pt x="252" y="84"/>
                    </a:lnTo>
                    <a:lnTo>
                      <a:pt x="240" y="70"/>
                    </a:lnTo>
                    <a:lnTo>
                      <a:pt x="236" y="66"/>
                    </a:lnTo>
                    <a:lnTo>
                      <a:pt x="224" y="50"/>
                    </a:lnTo>
                    <a:lnTo>
                      <a:pt x="220" y="40"/>
                    </a:lnTo>
                    <a:lnTo>
                      <a:pt x="218" y="26"/>
                    </a:lnTo>
                    <a:lnTo>
                      <a:pt x="218" y="14"/>
                    </a:lnTo>
                    <a:lnTo>
                      <a:pt x="222" y="8"/>
                    </a:lnTo>
                    <a:lnTo>
                      <a:pt x="230" y="4"/>
                    </a:lnTo>
                    <a:lnTo>
                      <a:pt x="236" y="0"/>
                    </a:lnTo>
                    <a:lnTo>
                      <a:pt x="242" y="0"/>
                    </a:lnTo>
                    <a:lnTo>
                      <a:pt x="248" y="2"/>
                    </a:lnTo>
                    <a:lnTo>
                      <a:pt x="254" y="6"/>
                    </a:lnTo>
                    <a:lnTo>
                      <a:pt x="262" y="16"/>
                    </a:lnTo>
                    <a:lnTo>
                      <a:pt x="272" y="30"/>
                    </a:lnTo>
                    <a:lnTo>
                      <a:pt x="288" y="46"/>
                    </a:lnTo>
                    <a:lnTo>
                      <a:pt x="302" y="60"/>
                    </a:lnTo>
                    <a:lnTo>
                      <a:pt x="314" y="72"/>
                    </a:lnTo>
                    <a:lnTo>
                      <a:pt x="324" y="80"/>
                    </a:lnTo>
                    <a:lnTo>
                      <a:pt x="350" y="92"/>
                    </a:lnTo>
                    <a:lnTo>
                      <a:pt x="382" y="104"/>
                    </a:lnTo>
                    <a:lnTo>
                      <a:pt x="398" y="112"/>
                    </a:lnTo>
                    <a:lnTo>
                      <a:pt x="410" y="116"/>
                    </a:lnTo>
                    <a:lnTo>
                      <a:pt x="426" y="120"/>
                    </a:lnTo>
                    <a:lnTo>
                      <a:pt x="436" y="122"/>
                    </a:lnTo>
                    <a:lnTo>
                      <a:pt x="448" y="128"/>
                    </a:lnTo>
                    <a:lnTo>
                      <a:pt x="456" y="134"/>
                    </a:lnTo>
                    <a:lnTo>
                      <a:pt x="464" y="142"/>
                    </a:lnTo>
                    <a:lnTo>
                      <a:pt x="466" y="144"/>
                    </a:lnTo>
                    <a:lnTo>
                      <a:pt x="472" y="152"/>
                    </a:lnTo>
                    <a:lnTo>
                      <a:pt x="476" y="162"/>
                    </a:lnTo>
                    <a:lnTo>
                      <a:pt x="480" y="170"/>
                    </a:lnTo>
                    <a:lnTo>
                      <a:pt x="480" y="176"/>
                    </a:lnTo>
                    <a:lnTo>
                      <a:pt x="480" y="186"/>
                    </a:lnTo>
                    <a:lnTo>
                      <a:pt x="480" y="192"/>
                    </a:lnTo>
                    <a:lnTo>
                      <a:pt x="478" y="192"/>
                    </a:lnTo>
                    <a:lnTo>
                      <a:pt x="480" y="192"/>
                    </a:lnTo>
                    <a:lnTo>
                      <a:pt x="488" y="192"/>
                    </a:lnTo>
                    <a:lnTo>
                      <a:pt x="490" y="192"/>
                    </a:lnTo>
                    <a:lnTo>
                      <a:pt x="488" y="192"/>
                    </a:lnTo>
                    <a:lnTo>
                      <a:pt x="474" y="198"/>
                    </a:lnTo>
                    <a:lnTo>
                      <a:pt x="408" y="224"/>
                    </a:lnTo>
                    <a:lnTo>
                      <a:pt x="360" y="224"/>
                    </a:lnTo>
                    <a:lnTo>
                      <a:pt x="274"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nvGrpSpPr>
              <p:cNvPr id="28" name="Gruppe 83"/>
              <p:cNvGrpSpPr>
                <a:grpSpLocks/>
              </p:cNvGrpSpPr>
              <p:nvPr/>
            </p:nvGrpSpPr>
            <p:grpSpPr bwMode="auto">
              <a:xfrm>
                <a:off x="13235150" y="-4318001"/>
                <a:ext cx="2916107" cy="7626367"/>
                <a:chOff x="13235150" y="-4318001"/>
                <a:chExt cx="2916107" cy="7626367"/>
              </a:xfrm>
            </p:grpSpPr>
            <p:sp>
              <p:nvSpPr>
                <p:cNvPr id="29" name="Rectangle 65"/>
                <p:cNvSpPr>
                  <a:spLocks noChangeArrowheads="1"/>
                </p:cNvSpPr>
                <p:nvPr/>
              </p:nvSpPr>
              <p:spPr bwMode="auto">
                <a:xfrm>
                  <a:off x="15445862" y="-3228520"/>
                  <a:ext cx="0" cy="14526"/>
                </a:xfrm>
                <a:prstGeom prst="rect">
                  <a:avLst/>
                </a:prstGeom>
                <a:solidFill>
                  <a:srgbClr val="FFFFFF"/>
                </a:solidFill>
                <a:ln w="9525">
                  <a:noFill/>
                  <a:miter lim="800000"/>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0" name="Freeform 66"/>
                <p:cNvSpPr>
                  <a:spLocks/>
                </p:cNvSpPr>
                <p:nvPr/>
              </p:nvSpPr>
              <p:spPr bwMode="auto">
                <a:xfrm>
                  <a:off x="14929547" y="-3257573"/>
                  <a:ext cx="130897" cy="101685"/>
                </a:xfrm>
                <a:custGeom>
                  <a:avLst/>
                  <a:gdLst>
                    <a:gd name="T0" fmla="*/ 107950 w 84"/>
                    <a:gd name="T1" fmla="*/ 15875 h 70"/>
                    <a:gd name="T2" fmla="*/ 85725 w 84"/>
                    <a:gd name="T3" fmla="*/ 28575 h 70"/>
                    <a:gd name="T4" fmla="*/ 25400 w 84"/>
                    <a:gd name="T5" fmla="*/ 38100 h 70"/>
                    <a:gd name="T6" fmla="*/ 12700 w 84"/>
                    <a:gd name="T7" fmla="*/ 50800 h 70"/>
                    <a:gd name="T8" fmla="*/ 3175 w 84"/>
                    <a:gd name="T9" fmla="*/ 73025 h 70"/>
                    <a:gd name="T10" fmla="*/ 3175 w 84"/>
                    <a:gd name="T11" fmla="*/ 107950 h 70"/>
                    <a:gd name="T12" fmla="*/ 0 w 84"/>
                    <a:gd name="T13" fmla="*/ 111125 h 70"/>
                    <a:gd name="T14" fmla="*/ 120650 w 84"/>
                    <a:gd name="T15" fmla="*/ 92075 h 70"/>
                    <a:gd name="T16" fmla="*/ 123825 w 84"/>
                    <a:gd name="T17" fmla="*/ 88900 h 70"/>
                    <a:gd name="T18" fmla="*/ 133350 w 84"/>
                    <a:gd name="T19" fmla="*/ 53975 h 70"/>
                    <a:gd name="T20" fmla="*/ 133350 w 84"/>
                    <a:gd name="T21" fmla="*/ 0 h 70"/>
                    <a:gd name="T22" fmla="*/ 133350 w 84"/>
                    <a:gd name="T23" fmla="*/ 6350 h 70"/>
                    <a:gd name="T24" fmla="*/ 107950 w 84"/>
                    <a:gd name="T25" fmla="*/ 15875 h 7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4"/>
                    <a:gd name="T40" fmla="*/ 0 h 70"/>
                    <a:gd name="T41" fmla="*/ 84 w 84"/>
                    <a:gd name="T42" fmla="*/ 70 h 7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4" h="70">
                      <a:moveTo>
                        <a:pt x="68" y="10"/>
                      </a:moveTo>
                      <a:lnTo>
                        <a:pt x="54" y="18"/>
                      </a:lnTo>
                      <a:lnTo>
                        <a:pt x="16" y="24"/>
                      </a:lnTo>
                      <a:lnTo>
                        <a:pt x="8" y="32"/>
                      </a:lnTo>
                      <a:lnTo>
                        <a:pt x="2" y="46"/>
                      </a:lnTo>
                      <a:lnTo>
                        <a:pt x="2" y="68"/>
                      </a:lnTo>
                      <a:lnTo>
                        <a:pt x="0" y="70"/>
                      </a:lnTo>
                      <a:lnTo>
                        <a:pt x="76" y="58"/>
                      </a:lnTo>
                      <a:lnTo>
                        <a:pt x="78" y="56"/>
                      </a:lnTo>
                      <a:lnTo>
                        <a:pt x="84" y="34"/>
                      </a:lnTo>
                      <a:lnTo>
                        <a:pt x="84" y="0"/>
                      </a:lnTo>
                      <a:lnTo>
                        <a:pt x="84" y="4"/>
                      </a:lnTo>
                      <a:lnTo>
                        <a:pt x="68" y="1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1" name="Freeform 67"/>
                <p:cNvSpPr>
                  <a:spLocks/>
                </p:cNvSpPr>
                <p:nvPr/>
              </p:nvSpPr>
              <p:spPr bwMode="auto">
                <a:xfrm>
                  <a:off x="14755017" y="-3213994"/>
                  <a:ext cx="698120" cy="1053167"/>
                </a:xfrm>
                <a:custGeom>
                  <a:avLst/>
                  <a:gdLst>
                    <a:gd name="T0" fmla="*/ 692150 w 436"/>
                    <a:gd name="T1" fmla="*/ 25400 h 670"/>
                    <a:gd name="T2" fmla="*/ 692150 w 436"/>
                    <a:gd name="T3" fmla="*/ 0 h 670"/>
                    <a:gd name="T4" fmla="*/ 688975 w 436"/>
                    <a:gd name="T5" fmla="*/ 0 h 670"/>
                    <a:gd name="T6" fmla="*/ 688975 w 436"/>
                    <a:gd name="T7" fmla="*/ 0 h 670"/>
                    <a:gd name="T8" fmla="*/ 688975 w 436"/>
                    <a:gd name="T9" fmla="*/ 6350 h 670"/>
                    <a:gd name="T10" fmla="*/ 650875 w 436"/>
                    <a:gd name="T11" fmla="*/ 41275 h 670"/>
                    <a:gd name="T12" fmla="*/ 603250 w 436"/>
                    <a:gd name="T13" fmla="*/ 85725 h 670"/>
                    <a:gd name="T14" fmla="*/ 568325 w 436"/>
                    <a:gd name="T15" fmla="*/ 120650 h 670"/>
                    <a:gd name="T16" fmla="*/ 508000 w 436"/>
                    <a:gd name="T17" fmla="*/ 155575 h 670"/>
                    <a:gd name="T18" fmla="*/ 390525 w 436"/>
                    <a:gd name="T19" fmla="*/ 212725 h 670"/>
                    <a:gd name="T20" fmla="*/ 330200 w 436"/>
                    <a:gd name="T21" fmla="*/ 247650 h 670"/>
                    <a:gd name="T22" fmla="*/ 295275 w 436"/>
                    <a:gd name="T23" fmla="*/ 269875 h 670"/>
                    <a:gd name="T24" fmla="*/ 269875 w 436"/>
                    <a:gd name="T25" fmla="*/ 304800 h 670"/>
                    <a:gd name="T26" fmla="*/ 269875 w 436"/>
                    <a:gd name="T27" fmla="*/ 339725 h 670"/>
                    <a:gd name="T28" fmla="*/ 295275 w 436"/>
                    <a:gd name="T29" fmla="*/ 361950 h 670"/>
                    <a:gd name="T30" fmla="*/ 269875 w 436"/>
                    <a:gd name="T31" fmla="*/ 371475 h 670"/>
                    <a:gd name="T32" fmla="*/ 244475 w 436"/>
                    <a:gd name="T33" fmla="*/ 304800 h 670"/>
                    <a:gd name="T34" fmla="*/ 234950 w 436"/>
                    <a:gd name="T35" fmla="*/ 247650 h 670"/>
                    <a:gd name="T36" fmla="*/ 209550 w 436"/>
                    <a:gd name="T37" fmla="*/ 212725 h 670"/>
                    <a:gd name="T38" fmla="*/ 196850 w 436"/>
                    <a:gd name="T39" fmla="*/ 190500 h 670"/>
                    <a:gd name="T40" fmla="*/ 196850 w 436"/>
                    <a:gd name="T41" fmla="*/ 155575 h 670"/>
                    <a:gd name="T42" fmla="*/ 196850 w 436"/>
                    <a:gd name="T43" fmla="*/ 120650 h 670"/>
                    <a:gd name="T44" fmla="*/ 244475 w 436"/>
                    <a:gd name="T45" fmla="*/ 111125 h 670"/>
                    <a:gd name="T46" fmla="*/ 282575 w 436"/>
                    <a:gd name="T47" fmla="*/ 85725 h 670"/>
                    <a:gd name="T48" fmla="*/ 292100 w 436"/>
                    <a:gd name="T49" fmla="*/ 53975 h 670"/>
                    <a:gd name="T50" fmla="*/ 171450 w 436"/>
                    <a:gd name="T51" fmla="*/ 73025 h 670"/>
                    <a:gd name="T52" fmla="*/ 149225 w 436"/>
                    <a:gd name="T53" fmla="*/ 104775 h 670"/>
                    <a:gd name="T54" fmla="*/ 130175 w 436"/>
                    <a:gd name="T55" fmla="*/ 127000 h 670"/>
                    <a:gd name="T56" fmla="*/ 130175 w 436"/>
                    <a:gd name="T57" fmla="*/ 127000 h 670"/>
                    <a:gd name="T58" fmla="*/ 104775 w 436"/>
                    <a:gd name="T59" fmla="*/ 196850 h 670"/>
                    <a:gd name="T60" fmla="*/ 82550 w 436"/>
                    <a:gd name="T61" fmla="*/ 336550 h 670"/>
                    <a:gd name="T62" fmla="*/ 34925 w 436"/>
                    <a:gd name="T63" fmla="*/ 625475 h 670"/>
                    <a:gd name="T64" fmla="*/ 12700 w 436"/>
                    <a:gd name="T65" fmla="*/ 914400 h 670"/>
                    <a:gd name="T66" fmla="*/ 0 w 436"/>
                    <a:gd name="T67" fmla="*/ 1019175 h 670"/>
                    <a:gd name="T68" fmla="*/ 12700 w 436"/>
                    <a:gd name="T69" fmla="*/ 1063625 h 670"/>
                    <a:gd name="T70" fmla="*/ 82550 w 436"/>
                    <a:gd name="T71" fmla="*/ 936625 h 670"/>
                    <a:gd name="T72" fmla="*/ 260350 w 436"/>
                    <a:gd name="T73" fmla="*/ 625475 h 670"/>
                    <a:gd name="T74" fmla="*/ 365125 w 436"/>
                    <a:gd name="T75" fmla="*/ 450850 h 670"/>
                    <a:gd name="T76" fmla="*/ 482600 w 436"/>
                    <a:gd name="T77" fmla="*/ 288925 h 670"/>
                    <a:gd name="T78" fmla="*/ 577850 w 436"/>
                    <a:gd name="T79" fmla="*/ 161925 h 670"/>
                    <a:gd name="T80" fmla="*/ 625475 w 436"/>
                    <a:gd name="T81" fmla="*/ 114300 h 670"/>
                    <a:gd name="T82" fmla="*/ 660400 w 436"/>
                    <a:gd name="T83" fmla="*/ 82550 h 670"/>
                    <a:gd name="T84" fmla="*/ 692150 w 436"/>
                    <a:gd name="T85" fmla="*/ 66675 h 670"/>
                    <a:gd name="T86" fmla="*/ 692150 w 436"/>
                    <a:gd name="T87" fmla="*/ 60325 h 670"/>
                    <a:gd name="T88" fmla="*/ 692150 w 436"/>
                    <a:gd name="T89" fmla="*/ 25400 h 6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6"/>
                    <a:gd name="T136" fmla="*/ 0 h 670"/>
                    <a:gd name="T137" fmla="*/ 436 w 436"/>
                    <a:gd name="T138" fmla="*/ 670 h 6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6" h="670">
                      <a:moveTo>
                        <a:pt x="436" y="16"/>
                      </a:moveTo>
                      <a:lnTo>
                        <a:pt x="436" y="0"/>
                      </a:lnTo>
                      <a:lnTo>
                        <a:pt x="434" y="0"/>
                      </a:lnTo>
                      <a:lnTo>
                        <a:pt x="434" y="4"/>
                      </a:lnTo>
                      <a:lnTo>
                        <a:pt x="410" y="26"/>
                      </a:lnTo>
                      <a:lnTo>
                        <a:pt x="380" y="54"/>
                      </a:lnTo>
                      <a:lnTo>
                        <a:pt x="358" y="76"/>
                      </a:lnTo>
                      <a:lnTo>
                        <a:pt x="320" y="98"/>
                      </a:lnTo>
                      <a:lnTo>
                        <a:pt x="246" y="134"/>
                      </a:lnTo>
                      <a:lnTo>
                        <a:pt x="208" y="156"/>
                      </a:lnTo>
                      <a:lnTo>
                        <a:pt x="186" y="170"/>
                      </a:lnTo>
                      <a:lnTo>
                        <a:pt x="170" y="192"/>
                      </a:lnTo>
                      <a:lnTo>
                        <a:pt x="170" y="214"/>
                      </a:lnTo>
                      <a:lnTo>
                        <a:pt x="186" y="228"/>
                      </a:lnTo>
                      <a:lnTo>
                        <a:pt x="170" y="234"/>
                      </a:lnTo>
                      <a:lnTo>
                        <a:pt x="154" y="192"/>
                      </a:lnTo>
                      <a:lnTo>
                        <a:pt x="148" y="156"/>
                      </a:lnTo>
                      <a:lnTo>
                        <a:pt x="132" y="134"/>
                      </a:lnTo>
                      <a:lnTo>
                        <a:pt x="124" y="120"/>
                      </a:lnTo>
                      <a:lnTo>
                        <a:pt x="124" y="98"/>
                      </a:lnTo>
                      <a:lnTo>
                        <a:pt x="124" y="76"/>
                      </a:lnTo>
                      <a:lnTo>
                        <a:pt x="154" y="70"/>
                      </a:lnTo>
                      <a:lnTo>
                        <a:pt x="178" y="54"/>
                      </a:lnTo>
                      <a:lnTo>
                        <a:pt x="184" y="34"/>
                      </a:lnTo>
                      <a:lnTo>
                        <a:pt x="108" y="46"/>
                      </a:lnTo>
                      <a:lnTo>
                        <a:pt x="94" y="66"/>
                      </a:lnTo>
                      <a:lnTo>
                        <a:pt x="82" y="80"/>
                      </a:lnTo>
                      <a:lnTo>
                        <a:pt x="66" y="124"/>
                      </a:lnTo>
                      <a:lnTo>
                        <a:pt x="52" y="212"/>
                      </a:lnTo>
                      <a:lnTo>
                        <a:pt x="22" y="394"/>
                      </a:lnTo>
                      <a:lnTo>
                        <a:pt x="8" y="576"/>
                      </a:lnTo>
                      <a:lnTo>
                        <a:pt x="0" y="642"/>
                      </a:lnTo>
                      <a:lnTo>
                        <a:pt x="8" y="670"/>
                      </a:lnTo>
                      <a:lnTo>
                        <a:pt x="52" y="590"/>
                      </a:lnTo>
                      <a:lnTo>
                        <a:pt x="164" y="394"/>
                      </a:lnTo>
                      <a:lnTo>
                        <a:pt x="230" y="284"/>
                      </a:lnTo>
                      <a:lnTo>
                        <a:pt x="304" y="182"/>
                      </a:lnTo>
                      <a:lnTo>
                        <a:pt x="364" y="102"/>
                      </a:lnTo>
                      <a:lnTo>
                        <a:pt x="394" y="72"/>
                      </a:lnTo>
                      <a:lnTo>
                        <a:pt x="416" y="52"/>
                      </a:lnTo>
                      <a:lnTo>
                        <a:pt x="436" y="42"/>
                      </a:lnTo>
                      <a:lnTo>
                        <a:pt x="436" y="38"/>
                      </a:lnTo>
                      <a:lnTo>
                        <a:pt x="436" y="16"/>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2" name="Freeform 68"/>
                <p:cNvSpPr>
                  <a:spLocks/>
                </p:cNvSpPr>
                <p:nvPr/>
              </p:nvSpPr>
              <p:spPr bwMode="auto">
                <a:xfrm>
                  <a:off x="15445862" y="-3228520"/>
                  <a:ext cx="7274" cy="14526"/>
                </a:xfrm>
                <a:custGeom>
                  <a:avLst/>
                  <a:gdLst>
                    <a:gd name="T0" fmla="*/ 3175 w 2"/>
                    <a:gd name="T1" fmla="*/ 3175 h 2"/>
                    <a:gd name="T2" fmla="*/ 0 w 2"/>
                    <a:gd name="T3" fmla="*/ 0 h 2"/>
                    <a:gd name="T4" fmla="*/ 0 w 2"/>
                    <a:gd name="T5" fmla="*/ 3175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0" y="2"/>
                      </a:lnTo>
                      <a:lnTo>
                        <a:pt x="2" y="2"/>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3" name="Freeform 69"/>
                <p:cNvSpPr>
                  <a:spLocks/>
                </p:cNvSpPr>
                <p:nvPr/>
              </p:nvSpPr>
              <p:spPr bwMode="auto">
                <a:xfrm>
                  <a:off x="14893184" y="-3155888"/>
                  <a:ext cx="36363" cy="58106"/>
                </a:xfrm>
                <a:custGeom>
                  <a:avLst/>
                  <a:gdLst>
                    <a:gd name="T0" fmla="*/ 41275 w 26"/>
                    <a:gd name="T1" fmla="*/ 0 h 34"/>
                    <a:gd name="T2" fmla="*/ 9525 w 26"/>
                    <a:gd name="T3" fmla="*/ 6350 h 34"/>
                    <a:gd name="T4" fmla="*/ 0 w 26"/>
                    <a:gd name="T5" fmla="*/ 53975 h 34"/>
                    <a:gd name="T6" fmla="*/ 19050 w 26"/>
                    <a:gd name="T7" fmla="*/ 31750 h 34"/>
                    <a:gd name="T8" fmla="*/ 41275 w 26"/>
                    <a:gd name="T9" fmla="*/ 0 h 34"/>
                    <a:gd name="T10" fmla="*/ 0 60000 65536"/>
                    <a:gd name="T11" fmla="*/ 0 60000 65536"/>
                    <a:gd name="T12" fmla="*/ 0 60000 65536"/>
                    <a:gd name="T13" fmla="*/ 0 60000 65536"/>
                    <a:gd name="T14" fmla="*/ 0 60000 65536"/>
                    <a:gd name="T15" fmla="*/ 0 w 26"/>
                    <a:gd name="T16" fmla="*/ 0 h 34"/>
                    <a:gd name="T17" fmla="*/ 26 w 26"/>
                    <a:gd name="T18" fmla="*/ 34 h 34"/>
                  </a:gdLst>
                  <a:ahLst/>
                  <a:cxnLst>
                    <a:cxn ang="T10">
                      <a:pos x="T0" y="T1"/>
                    </a:cxn>
                    <a:cxn ang="T11">
                      <a:pos x="T2" y="T3"/>
                    </a:cxn>
                    <a:cxn ang="T12">
                      <a:pos x="T4" y="T5"/>
                    </a:cxn>
                    <a:cxn ang="T13">
                      <a:pos x="T6" y="T7"/>
                    </a:cxn>
                    <a:cxn ang="T14">
                      <a:pos x="T8" y="T9"/>
                    </a:cxn>
                  </a:cxnLst>
                  <a:rect l="T15" t="T16" r="T17" b="T18"/>
                  <a:pathLst>
                    <a:path w="26" h="34">
                      <a:moveTo>
                        <a:pt x="26" y="0"/>
                      </a:moveTo>
                      <a:lnTo>
                        <a:pt x="6" y="4"/>
                      </a:lnTo>
                      <a:lnTo>
                        <a:pt x="0" y="34"/>
                      </a:lnTo>
                      <a:lnTo>
                        <a:pt x="12" y="20"/>
                      </a:lnTo>
                      <a:lnTo>
                        <a:pt x="26"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4" name="Freeform 70"/>
                <p:cNvSpPr>
                  <a:spLocks/>
                </p:cNvSpPr>
                <p:nvPr/>
              </p:nvSpPr>
              <p:spPr bwMode="auto">
                <a:xfrm>
                  <a:off x="15445862" y="-3213994"/>
                  <a:ext cx="14544" cy="58106"/>
                </a:xfrm>
                <a:custGeom>
                  <a:avLst/>
                  <a:gdLst>
                    <a:gd name="T0" fmla="*/ 6350 w 12"/>
                    <a:gd name="T1" fmla="*/ 0 h 42"/>
                    <a:gd name="T2" fmla="*/ 3175 w 12"/>
                    <a:gd name="T3" fmla="*/ 0 h 42"/>
                    <a:gd name="T4" fmla="*/ 0 w 12"/>
                    <a:gd name="T5" fmla="*/ 0 h 42"/>
                    <a:gd name="T6" fmla="*/ 3175 w 12"/>
                    <a:gd name="T7" fmla="*/ 0 h 42"/>
                    <a:gd name="T8" fmla="*/ 3175 w 12"/>
                    <a:gd name="T9" fmla="*/ 25400 h 42"/>
                    <a:gd name="T10" fmla="*/ 3175 w 12"/>
                    <a:gd name="T11" fmla="*/ 60325 h 42"/>
                    <a:gd name="T12" fmla="*/ 3175 w 12"/>
                    <a:gd name="T13" fmla="*/ 66675 h 42"/>
                    <a:gd name="T14" fmla="*/ 19050 w 12"/>
                    <a:gd name="T15" fmla="*/ 57150 h 42"/>
                    <a:gd name="T16" fmla="*/ 6350 w 12"/>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2"/>
                    <a:gd name="T29" fmla="*/ 12 w 12"/>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2">
                      <a:moveTo>
                        <a:pt x="4" y="0"/>
                      </a:moveTo>
                      <a:lnTo>
                        <a:pt x="2" y="0"/>
                      </a:lnTo>
                      <a:lnTo>
                        <a:pt x="0" y="0"/>
                      </a:lnTo>
                      <a:lnTo>
                        <a:pt x="2" y="0"/>
                      </a:lnTo>
                      <a:lnTo>
                        <a:pt x="2" y="16"/>
                      </a:lnTo>
                      <a:lnTo>
                        <a:pt x="2" y="38"/>
                      </a:lnTo>
                      <a:lnTo>
                        <a:pt x="2" y="42"/>
                      </a:lnTo>
                      <a:lnTo>
                        <a:pt x="12" y="36"/>
                      </a:lnTo>
                      <a:lnTo>
                        <a:pt x="4"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5" name="Freeform 71"/>
                <p:cNvSpPr>
                  <a:spLocks/>
                </p:cNvSpPr>
                <p:nvPr/>
              </p:nvSpPr>
              <p:spPr bwMode="auto">
                <a:xfrm>
                  <a:off x="15016812" y="-3293887"/>
                  <a:ext cx="43632" cy="36314"/>
                </a:xfrm>
                <a:custGeom>
                  <a:avLst/>
                  <a:gdLst>
                    <a:gd name="T0" fmla="*/ 38100 w 24"/>
                    <a:gd name="T1" fmla="*/ 31750 h 20"/>
                    <a:gd name="T2" fmla="*/ 38100 w 24"/>
                    <a:gd name="T3" fmla="*/ 28575 h 20"/>
                    <a:gd name="T4" fmla="*/ 28575 w 24"/>
                    <a:gd name="T5" fmla="*/ 0 h 20"/>
                    <a:gd name="T6" fmla="*/ 6350 w 24"/>
                    <a:gd name="T7" fmla="*/ 0 h 20"/>
                    <a:gd name="T8" fmla="*/ 0 w 24"/>
                    <a:gd name="T9" fmla="*/ 6350 h 20"/>
                    <a:gd name="T10" fmla="*/ 38100 w 24"/>
                    <a:gd name="T11" fmla="*/ 31750 h 20"/>
                    <a:gd name="T12" fmla="*/ 0 60000 65536"/>
                    <a:gd name="T13" fmla="*/ 0 60000 65536"/>
                    <a:gd name="T14" fmla="*/ 0 60000 65536"/>
                    <a:gd name="T15" fmla="*/ 0 60000 65536"/>
                    <a:gd name="T16" fmla="*/ 0 60000 65536"/>
                    <a:gd name="T17" fmla="*/ 0 60000 65536"/>
                    <a:gd name="T18" fmla="*/ 0 w 24"/>
                    <a:gd name="T19" fmla="*/ 0 h 20"/>
                    <a:gd name="T20" fmla="*/ 24 w 2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4" h="20">
                      <a:moveTo>
                        <a:pt x="24" y="20"/>
                      </a:moveTo>
                      <a:lnTo>
                        <a:pt x="24" y="18"/>
                      </a:lnTo>
                      <a:lnTo>
                        <a:pt x="18" y="0"/>
                      </a:lnTo>
                      <a:lnTo>
                        <a:pt x="4" y="0"/>
                      </a:lnTo>
                      <a:lnTo>
                        <a:pt x="0" y="4"/>
                      </a:lnTo>
                      <a:lnTo>
                        <a:pt x="24" y="2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6" name="Freeform 72"/>
                <p:cNvSpPr>
                  <a:spLocks/>
                </p:cNvSpPr>
                <p:nvPr/>
              </p:nvSpPr>
              <p:spPr bwMode="auto">
                <a:xfrm>
                  <a:off x="13235150" y="-4318001"/>
                  <a:ext cx="2916107" cy="7626367"/>
                </a:xfrm>
                <a:custGeom>
                  <a:avLst/>
                  <a:gdLst>
                    <a:gd name="T0" fmla="*/ 2841625 w 1838"/>
                    <a:gd name="T1" fmla="*/ 1301750 h 4804"/>
                    <a:gd name="T2" fmla="*/ 2546350 w 1838"/>
                    <a:gd name="T3" fmla="*/ 1212850 h 4804"/>
                    <a:gd name="T4" fmla="*/ 2559050 w 1838"/>
                    <a:gd name="T5" fmla="*/ 1095375 h 4804"/>
                    <a:gd name="T6" fmla="*/ 2476500 w 1838"/>
                    <a:gd name="T7" fmla="*/ 993775 h 4804"/>
                    <a:gd name="T8" fmla="*/ 2524125 w 1838"/>
                    <a:gd name="T9" fmla="*/ 717550 h 4804"/>
                    <a:gd name="T10" fmla="*/ 2416175 w 1838"/>
                    <a:gd name="T11" fmla="*/ 393700 h 4804"/>
                    <a:gd name="T12" fmla="*/ 2133600 w 1838"/>
                    <a:gd name="T13" fmla="*/ 57150 h 4804"/>
                    <a:gd name="T14" fmla="*/ 1920875 w 1838"/>
                    <a:gd name="T15" fmla="*/ 12700 h 4804"/>
                    <a:gd name="T16" fmla="*/ 1651000 w 1838"/>
                    <a:gd name="T17" fmla="*/ 47625 h 4804"/>
                    <a:gd name="T18" fmla="*/ 1543050 w 1838"/>
                    <a:gd name="T19" fmla="*/ 311150 h 4804"/>
                    <a:gd name="T20" fmla="*/ 1568450 w 1838"/>
                    <a:gd name="T21" fmla="*/ 854075 h 4804"/>
                    <a:gd name="T22" fmla="*/ 1473200 w 1838"/>
                    <a:gd name="T23" fmla="*/ 1038225 h 4804"/>
                    <a:gd name="T24" fmla="*/ 1485900 w 1838"/>
                    <a:gd name="T25" fmla="*/ 1120775 h 4804"/>
                    <a:gd name="T26" fmla="*/ 1387475 w 1838"/>
                    <a:gd name="T27" fmla="*/ 1244600 h 4804"/>
                    <a:gd name="T28" fmla="*/ 1235075 w 1838"/>
                    <a:gd name="T29" fmla="*/ 1343025 h 4804"/>
                    <a:gd name="T30" fmla="*/ 1152525 w 1838"/>
                    <a:gd name="T31" fmla="*/ 1374775 h 4804"/>
                    <a:gd name="T32" fmla="*/ 1092200 w 1838"/>
                    <a:gd name="T33" fmla="*/ 1409700 h 4804"/>
                    <a:gd name="T34" fmla="*/ 1041400 w 1838"/>
                    <a:gd name="T35" fmla="*/ 1577975 h 4804"/>
                    <a:gd name="T36" fmla="*/ 974725 w 1838"/>
                    <a:gd name="T37" fmla="*/ 1663700 h 4804"/>
                    <a:gd name="T38" fmla="*/ 885825 w 1838"/>
                    <a:gd name="T39" fmla="*/ 1778000 h 4804"/>
                    <a:gd name="T40" fmla="*/ 711200 w 1838"/>
                    <a:gd name="T41" fmla="*/ 1885950 h 4804"/>
                    <a:gd name="T42" fmla="*/ 571500 w 1838"/>
                    <a:gd name="T43" fmla="*/ 1885950 h 4804"/>
                    <a:gd name="T44" fmla="*/ 352425 w 1838"/>
                    <a:gd name="T45" fmla="*/ 1758950 h 4804"/>
                    <a:gd name="T46" fmla="*/ 231775 w 1838"/>
                    <a:gd name="T47" fmla="*/ 1670050 h 4804"/>
                    <a:gd name="T48" fmla="*/ 234950 w 1838"/>
                    <a:gd name="T49" fmla="*/ 1793875 h 4804"/>
                    <a:gd name="T50" fmla="*/ 149225 w 1838"/>
                    <a:gd name="T51" fmla="*/ 1958975 h 4804"/>
                    <a:gd name="T52" fmla="*/ 28575 w 1838"/>
                    <a:gd name="T53" fmla="*/ 1939925 h 4804"/>
                    <a:gd name="T54" fmla="*/ 0 w 1838"/>
                    <a:gd name="T55" fmla="*/ 2063750 h 4804"/>
                    <a:gd name="T56" fmla="*/ 393700 w 1838"/>
                    <a:gd name="T57" fmla="*/ 2241550 h 4804"/>
                    <a:gd name="T58" fmla="*/ 765175 w 1838"/>
                    <a:gd name="T59" fmla="*/ 2324100 h 4804"/>
                    <a:gd name="T60" fmla="*/ 984250 w 1838"/>
                    <a:gd name="T61" fmla="*/ 2266950 h 4804"/>
                    <a:gd name="T62" fmla="*/ 1257300 w 1838"/>
                    <a:gd name="T63" fmla="*/ 2466975 h 4804"/>
                    <a:gd name="T64" fmla="*/ 1279525 w 1838"/>
                    <a:gd name="T65" fmla="*/ 2533650 h 4804"/>
                    <a:gd name="T66" fmla="*/ 1044575 w 1838"/>
                    <a:gd name="T67" fmla="*/ 3444875 h 4804"/>
                    <a:gd name="T68" fmla="*/ 984250 w 1838"/>
                    <a:gd name="T69" fmla="*/ 4159250 h 4804"/>
                    <a:gd name="T70" fmla="*/ 1101725 w 1838"/>
                    <a:gd name="T71" fmla="*/ 5295899 h 4804"/>
                    <a:gd name="T72" fmla="*/ 958850 w 1838"/>
                    <a:gd name="T73" fmla="*/ 6594475 h 4804"/>
                    <a:gd name="T74" fmla="*/ 723900 w 1838"/>
                    <a:gd name="T75" fmla="*/ 6804025 h 4804"/>
                    <a:gd name="T76" fmla="*/ 711200 w 1838"/>
                    <a:gd name="T77" fmla="*/ 6978650 h 4804"/>
                    <a:gd name="T78" fmla="*/ 1066800 w 1838"/>
                    <a:gd name="T79" fmla="*/ 6991350 h 4804"/>
                    <a:gd name="T80" fmla="*/ 1196975 w 1838"/>
                    <a:gd name="T81" fmla="*/ 6746875 h 4804"/>
                    <a:gd name="T82" fmla="*/ 1327150 w 1838"/>
                    <a:gd name="T83" fmla="*/ 6851650 h 4804"/>
                    <a:gd name="T84" fmla="*/ 1422400 w 1838"/>
                    <a:gd name="T85" fmla="*/ 6642100 h 4804"/>
                    <a:gd name="T86" fmla="*/ 1422400 w 1838"/>
                    <a:gd name="T87" fmla="*/ 6384924 h 4804"/>
                    <a:gd name="T88" fmla="*/ 1492250 w 1838"/>
                    <a:gd name="T89" fmla="*/ 5737224 h 4804"/>
                    <a:gd name="T90" fmla="*/ 1752600 w 1838"/>
                    <a:gd name="T91" fmla="*/ 5495924 h 4804"/>
                    <a:gd name="T92" fmla="*/ 2311400 w 1838"/>
                    <a:gd name="T93" fmla="*/ 6851650 h 4804"/>
                    <a:gd name="T94" fmla="*/ 2098675 w 1838"/>
                    <a:gd name="T95" fmla="*/ 7442200 h 4804"/>
                    <a:gd name="T96" fmla="*/ 2203450 w 1838"/>
                    <a:gd name="T97" fmla="*/ 7616825 h 4804"/>
                    <a:gd name="T98" fmla="*/ 2501900 w 1838"/>
                    <a:gd name="T99" fmla="*/ 7499350 h 4804"/>
                    <a:gd name="T100" fmla="*/ 2571750 w 1838"/>
                    <a:gd name="T101" fmla="*/ 7118350 h 4804"/>
                    <a:gd name="T102" fmla="*/ 2571750 w 1838"/>
                    <a:gd name="T103" fmla="*/ 6804025 h 4804"/>
                    <a:gd name="T104" fmla="*/ 2632075 w 1838"/>
                    <a:gd name="T105" fmla="*/ 6061074 h 4804"/>
                    <a:gd name="T106" fmla="*/ 2559050 w 1838"/>
                    <a:gd name="T107" fmla="*/ 5448299 h 4804"/>
                    <a:gd name="T108" fmla="*/ 2568575 w 1838"/>
                    <a:gd name="T109" fmla="*/ 3940175 h 4804"/>
                    <a:gd name="T110" fmla="*/ 2520950 w 1838"/>
                    <a:gd name="T111" fmla="*/ 3352800 h 4804"/>
                    <a:gd name="T112" fmla="*/ 2489200 w 1838"/>
                    <a:gd name="T113" fmla="*/ 3213099 h 4804"/>
                    <a:gd name="T114" fmla="*/ 2425700 w 1838"/>
                    <a:gd name="T115" fmla="*/ 2892425 h 4804"/>
                    <a:gd name="T116" fmla="*/ 2555875 w 1838"/>
                    <a:gd name="T117" fmla="*/ 2546350 h 4804"/>
                    <a:gd name="T118" fmla="*/ 2667000 w 1838"/>
                    <a:gd name="T119" fmla="*/ 2279650 h 48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38"/>
                    <a:gd name="T181" fmla="*/ 0 h 4804"/>
                    <a:gd name="T182" fmla="*/ 1838 w 1838"/>
                    <a:gd name="T183" fmla="*/ 4804 h 48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38" h="4804">
                      <a:moveTo>
                        <a:pt x="1828" y="888"/>
                      </a:moveTo>
                      <a:lnTo>
                        <a:pt x="1820" y="864"/>
                      </a:lnTo>
                      <a:lnTo>
                        <a:pt x="1812" y="842"/>
                      </a:lnTo>
                      <a:lnTo>
                        <a:pt x="1804" y="828"/>
                      </a:lnTo>
                      <a:lnTo>
                        <a:pt x="1790" y="820"/>
                      </a:lnTo>
                      <a:lnTo>
                        <a:pt x="1730" y="806"/>
                      </a:lnTo>
                      <a:lnTo>
                        <a:pt x="1678" y="792"/>
                      </a:lnTo>
                      <a:lnTo>
                        <a:pt x="1618" y="770"/>
                      </a:lnTo>
                      <a:lnTo>
                        <a:pt x="1604" y="764"/>
                      </a:lnTo>
                      <a:lnTo>
                        <a:pt x="1626" y="742"/>
                      </a:lnTo>
                      <a:lnTo>
                        <a:pt x="1634" y="712"/>
                      </a:lnTo>
                      <a:lnTo>
                        <a:pt x="1656" y="684"/>
                      </a:lnTo>
                      <a:lnTo>
                        <a:pt x="1634" y="690"/>
                      </a:lnTo>
                      <a:lnTo>
                        <a:pt x="1612" y="690"/>
                      </a:lnTo>
                      <a:lnTo>
                        <a:pt x="1604" y="690"/>
                      </a:lnTo>
                      <a:lnTo>
                        <a:pt x="1604" y="684"/>
                      </a:lnTo>
                      <a:lnTo>
                        <a:pt x="1590" y="662"/>
                      </a:lnTo>
                      <a:lnTo>
                        <a:pt x="1566" y="648"/>
                      </a:lnTo>
                      <a:lnTo>
                        <a:pt x="1560" y="626"/>
                      </a:lnTo>
                      <a:lnTo>
                        <a:pt x="1560" y="604"/>
                      </a:lnTo>
                      <a:lnTo>
                        <a:pt x="1566" y="574"/>
                      </a:lnTo>
                      <a:lnTo>
                        <a:pt x="1574" y="532"/>
                      </a:lnTo>
                      <a:lnTo>
                        <a:pt x="1590" y="488"/>
                      </a:lnTo>
                      <a:lnTo>
                        <a:pt x="1590" y="452"/>
                      </a:lnTo>
                      <a:lnTo>
                        <a:pt x="1590" y="414"/>
                      </a:lnTo>
                      <a:lnTo>
                        <a:pt x="1574" y="386"/>
                      </a:lnTo>
                      <a:lnTo>
                        <a:pt x="1544" y="320"/>
                      </a:lnTo>
                      <a:lnTo>
                        <a:pt x="1538" y="284"/>
                      </a:lnTo>
                      <a:lnTo>
                        <a:pt x="1522" y="248"/>
                      </a:lnTo>
                      <a:lnTo>
                        <a:pt x="1508" y="204"/>
                      </a:lnTo>
                      <a:lnTo>
                        <a:pt x="1478" y="154"/>
                      </a:lnTo>
                      <a:lnTo>
                        <a:pt x="1432" y="110"/>
                      </a:lnTo>
                      <a:lnTo>
                        <a:pt x="1388" y="66"/>
                      </a:lnTo>
                      <a:lnTo>
                        <a:pt x="1344" y="36"/>
                      </a:lnTo>
                      <a:lnTo>
                        <a:pt x="1306" y="8"/>
                      </a:lnTo>
                      <a:lnTo>
                        <a:pt x="1270" y="0"/>
                      </a:lnTo>
                      <a:lnTo>
                        <a:pt x="1254" y="8"/>
                      </a:lnTo>
                      <a:lnTo>
                        <a:pt x="1240" y="16"/>
                      </a:lnTo>
                      <a:lnTo>
                        <a:pt x="1210" y="8"/>
                      </a:lnTo>
                      <a:lnTo>
                        <a:pt x="1188" y="8"/>
                      </a:lnTo>
                      <a:lnTo>
                        <a:pt x="1174" y="16"/>
                      </a:lnTo>
                      <a:lnTo>
                        <a:pt x="1114" y="16"/>
                      </a:lnTo>
                      <a:lnTo>
                        <a:pt x="1062" y="22"/>
                      </a:lnTo>
                      <a:lnTo>
                        <a:pt x="1040" y="30"/>
                      </a:lnTo>
                      <a:lnTo>
                        <a:pt x="1018" y="44"/>
                      </a:lnTo>
                      <a:lnTo>
                        <a:pt x="1002" y="66"/>
                      </a:lnTo>
                      <a:lnTo>
                        <a:pt x="988" y="88"/>
                      </a:lnTo>
                      <a:lnTo>
                        <a:pt x="972" y="146"/>
                      </a:lnTo>
                      <a:lnTo>
                        <a:pt x="972" y="196"/>
                      </a:lnTo>
                      <a:lnTo>
                        <a:pt x="972" y="226"/>
                      </a:lnTo>
                      <a:lnTo>
                        <a:pt x="958" y="328"/>
                      </a:lnTo>
                      <a:lnTo>
                        <a:pt x="950" y="392"/>
                      </a:lnTo>
                      <a:lnTo>
                        <a:pt x="958" y="444"/>
                      </a:lnTo>
                      <a:lnTo>
                        <a:pt x="988" y="538"/>
                      </a:lnTo>
                      <a:lnTo>
                        <a:pt x="988" y="568"/>
                      </a:lnTo>
                      <a:lnTo>
                        <a:pt x="980" y="604"/>
                      </a:lnTo>
                      <a:lnTo>
                        <a:pt x="958" y="640"/>
                      </a:lnTo>
                      <a:lnTo>
                        <a:pt x="944" y="648"/>
                      </a:lnTo>
                      <a:lnTo>
                        <a:pt x="928" y="654"/>
                      </a:lnTo>
                      <a:lnTo>
                        <a:pt x="944" y="654"/>
                      </a:lnTo>
                      <a:lnTo>
                        <a:pt x="958" y="654"/>
                      </a:lnTo>
                      <a:lnTo>
                        <a:pt x="972" y="654"/>
                      </a:lnTo>
                      <a:lnTo>
                        <a:pt x="958" y="690"/>
                      </a:lnTo>
                      <a:lnTo>
                        <a:pt x="936" y="706"/>
                      </a:lnTo>
                      <a:lnTo>
                        <a:pt x="920" y="712"/>
                      </a:lnTo>
                      <a:lnTo>
                        <a:pt x="906" y="706"/>
                      </a:lnTo>
                      <a:lnTo>
                        <a:pt x="914" y="742"/>
                      </a:lnTo>
                      <a:lnTo>
                        <a:pt x="928" y="770"/>
                      </a:lnTo>
                      <a:lnTo>
                        <a:pt x="874" y="784"/>
                      </a:lnTo>
                      <a:lnTo>
                        <a:pt x="866" y="784"/>
                      </a:lnTo>
                      <a:lnTo>
                        <a:pt x="828" y="798"/>
                      </a:lnTo>
                      <a:lnTo>
                        <a:pt x="792" y="820"/>
                      </a:lnTo>
                      <a:lnTo>
                        <a:pt x="778" y="834"/>
                      </a:lnTo>
                      <a:lnTo>
                        <a:pt x="778" y="846"/>
                      </a:lnTo>
                      <a:lnTo>
                        <a:pt x="770" y="850"/>
                      </a:lnTo>
                      <a:lnTo>
                        <a:pt x="748" y="856"/>
                      </a:lnTo>
                      <a:lnTo>
                        <a:pt x="732" y="860"/>
                      </a:lnTo>
                      <a:lnTo>
                        <a:pt x="726" y="866"/>
                      </a:lnTo>
                      <a:lnTo>
                        <a:pt x="720" y="870"/>
                      </a:lnTo>
                      <a:lnTo>
                        <a:pt x="714" y="874"/>
                      </a:lnTo>
                      <a:lnTo>
                        <a:pt x="700" y="882"/>
                      </a:lnTo>
                      <a:lnTo>
                        <a:pt x="688" y="888"/>
                      </a:lnTo>
                      <a:lnTo>
                        <a:pt x="670" y="910"/>
                      </a:lnTo>
                      <a:lnTo>
                        <a:pt x="668" y="926"/>
                      </a:lnTo>
                      <a:lnTo>
                        <a:pt x="656" y="962"/>
                      </a:lnTo>
                      <a:lnTo>
                        <a:pt x="656" y="994"/>
                      </a:lnTo>
                      <a:lnTo>
                        <a:pt x="654" y="1024"/>
                      </a:lnTo>
                      <a:lnTo>
                        <a:pt x="654" y="1044"/>
                      </a:lnTo>
                      <a:lnTo>
                        <a:pt x="644" y="1048"/>
                      </a:lnTo>
                      <a:lnTo>
                        <a:pt x="614" y="1048"/>
                      </a:lnTo>
                      <a:lnTo>
                        <a:pt x="608" y="1064"/>
                      </a:lnTo>
                      <a:lnTo>
                        <a:pt x="600" y="1088"/>
                      </a:lnTo>
                      <a:lnTo>
                        <a:pt x="586" y="1104"/>
                      </a:lnTo>
                      <a:lnTo>
                        <a:pt x="578" y="1114"/>
                      </a:lnTo>
                      <a:lnTo>
                        <a:pt x="558" y="1120"/>
                      </a:lnTo>
                      <a:lnTo>
                        <a:pt x="530" y="1124"/>
                      </a:lnTo>
                      <a:lnTo>
                        <a:pt x="498" y="1134"/>
                      </a:lnTo>
                      <a:lnTo>
                        <a:pt x="482" y="1150"/>
                      </a:lnTo>
                      <a:lnTo>
                        <a:pt x="456" y="1176"/>
                      </a:lnTo>
                      <a:lnTo>
                        <a:pt x="448" y="1188"/>
                      </a:lnTo>
                      <a:lnTo>
                        <a:pt x="434" y="1202"/>
                      </a:lnTo>
                      <a:lnTo>
                        <a:pt x="424" y="1208"/>
                      </a:lnTo>
                      <a:lnTo>
                        <a:pt x="410" y="1212"/>
                      </a:lnTo>
                      <a:lnTo>
                        <a:pt x="392" y="1206"/>
                      </a:lnTo>
                      <a:lnTo>
                        <a:pt x="360" y="1188"/>
                      </a:lnTo>
                      <a:lnTo>
                        <a:pt x="332" y="1174"/>
                      </a:lnTo>
                      <a:lnTo>
                        <a:pt x="302" y="1162"/>
                      </a:lnTo>
                      <a:lnTo>
                        <a:pt x="266" y="1138"/>
                      </a:lnTo>
                      <a:lnTo>
                        <a:pt x="250" y="1128"/>
                      </a:lnTo>
                      <a:lnTo>
                        <a:pt x="222" y="1108"/>
                      </a:lnTo>
                      <a:lnTo>
                        <a:pt x="196" y="1090"/>
                      </a:lnTo>
                      <a:lnTo>
                        <a:pt x="182" y="1080"/>
                      </a:lnTo>
                      <a:lnTo>
                        <a:pt x="168" y="1064"/>
                      </a:lnTo>
                      <a:lnTo>
                        <a:pt x="146" y="1052"/>
                      </a:lnTo>
                      <a:lnTo>
                        <a:pt x="138" y="1060"/>
                      </a:lnTo>
                      <a:lnTo>
                        <a:pt x="160" y="1082"/>
                      </a:lnTo>
                      <a:lnTo>
                        <a:pt x="154" y="1106"/>
                      </a:lnTo>
                      <a:lnTo>
                        <a:pt x="148" y="1130"/>
                      </a:lnTo>
                      <a:lnTo>
                        <a:pt x="138" y="1158"/>
                      </a:lnTo>
                      <a:lnTo>
                        <a:pt x="126" y="1186"/>
                      </a:lnTo>
                      <a:lnTo>
                        <a:pt x="110" y="1212"/>
                      </a:lnTo>
                      <a:lnTo>
                        <a:pt x="102" y="1224"/>
                      </a:lnTo>
                      <a:lnTo>
                        <a:pt x="94" y="1234"/>
                      </a:lnTo>
                      <a:lnTo>
                        <a:pt x="84" y="1240"/>
                      </a:lnTo>
                      <a:lnTo>
                        <a:pt x="74" y="1246"/>
                      </a:lnTo>
                      <a:lnTo>
                        <a:pt x="34" y="1194"/>
                      </a:lnTo>
                      <a:lnTo>
                        <a:pt x="18" y="1222"/>
                      </a:lnTo>
                      <a:lnTo>
                        <a:pt x="8" y="1248"/>
                      </a:lnTo>
                      <a:lnTo>
                        <a:pt x="4" y="1262"/>
                      </a:lnTo>
                      <a:lnTo>
                        <a:pt x="0" y="1276"/>
                      </a:lnTo>
                      <a:lnTo>
                        <a:pt x="0" y="1288"/>
                      </a:lnTo>
                      <a:lnTo>
                        <a:pt x="0" y="1300"/>
                      </a:lnTo>
                      <a:lnTo>
                        <a:pt x="80" y="1340"/>
                      </a:lnTo>
                      <a:lnTo>
                        <a:pt x="120" y="1356"/>
                      </a:lnTo>
                      <a:lnTo>
                        <a:pt x="166" y="1374"/>
                      </a:lnTo>
                      <a:lnTo>
                        <a:pt x="216" y="1394"/>
                      </a:lnTo>
                      <a:lnTo>
                        <a:pt x="248" y="1412"/>
                      </a:lnTo>
                      <a:lnTo>
                        <a:pt x="304" y="1426"/>
                      </a:lnTo>
                      <a:lnTo>
                        <a:pt x="342" y="1456"/>
                      </a:lnTo>
                      <a:lnTo>
                        <a:pt x="372" y="1466"/>
                      </a:lnTo>
                      <a:lnTo>
                        <a:pt x="462" y="1466"/>
                      </a:lnTo>
                      <a:lnTo>
                        <a:pt x="482" y="1464"/>
                      </a:lnTo>
                      <a:lnTo>
                        <a:pt x="504" y="1456"/>
                      </a:lnTo>
                      <a:lnTo>
                        <a:pt x="526" y="1450"/>
                      </a:lnTo>
                      <a:lnTo>
                        <a:pt x="560" y="1438"/>
                      </a:lnTo>
                      <a:lnTo>
                        <a:pt x="596" y="1432"/>
                      </a:lnTo>
                      <a:lnTo>
                        <a:pt x="620" y="1428"/>
                      </a:lnTo>
                      <a:lnTo>
                        <a:pt x="644" y="1422"/>
                      </a:lnTo>
                      <a:lnTo>
                        <a:pt x="654" y="1414"/>
                      </a:lnTo>
                      <a:lnTo>
                        <a:pt x="674" y="1406"/>
                      </a:lnTo>
                      <a:lnTo>
                        <a:pt x="788" y="1320"/>
                      </a:lnTo>
                      <a:lnTo>
                        <a:pt x="792" y="1554"/>
                      </a:lnTo>
                      <a:lnTo>
                        <a:pt x="800" y="1546"/>
                      </a:lnTo>
                      <a:lnTo>
                        <a:pt x="814" y="1546"/>
                      </a:lnTo>
                      <a:lnTo>
                        <a:pt x="822" y="1626"/>
                      </a:lnTo>
                      <a:lnTo>
                        <a:pt x="806" y="1618"/>
                      </a:lnTo>
                      <a:lnTo>
                        <a:pt x="806" y="1596"/>
                      </a:lnTo>
                      <a:lnTo>
                        <a:pt x="792" y="1582"/>
                      </a:lnTo>
                      <a:lnTo>
                        <a:pt x="682" y="2066"/>
                      </a:lnTo>
                      <a:lnTo>
                        <a:pt x="688" y="2082"/>
                      </a:lnTo>
                      <a:lnTo>
                        <a:pt x="680" y="2112"/>
                      </a:lnTo>
                      <a:lnTo>
                        <a:pt x="658" y="2170"/>
                      </a:lnTo>
                      <a:lnTo>
                        <a:pt x="628" y="2264"/>
                      </a:lnTo>
                      <a:lnTo>
                        <a:pt x="620" y="2308"/>
                      </a:lnTo>
                      <a:lnTo>
                        <a:pt x="620" y="2358"/>
                      </a:lnTo>
                      <a:lnTo>
                        <a:pt x="628" y="2388"/>
                      </a:lnTo>
                      <a:lnTo>
                        <a:pt x="620" y="2620"/>
                      </a:lnTo>
                      <a:lnTo>
                        <a:pt x="620" y="2924"/>
                      </a:lnTo>
                      <a:lnTo>
                        <a:pt x="612" y="3142"/>
                      </a:lnTo>
                      <a:lnTo>
                        <a:pt x="606" y="3286"/>
                      </a:lnTo>
                      <a:lnTo>
                        <a:pt x="680" y="3330"/>
                      </a:lnTo>
                      <a:lnTo>
                        <a:pt x="694" y="3336"/>
                      </a:lnTo>
                      <a:lnTo>
                        <a:pt x="688" y="3986"/>
                      </a:lnTo>
                      <a:lnTo>
                        <a:pt x="664" y="4052"/>
                      </a:lnTo>
                      <a:lnTo>
                        <a:pt x="642" y="4104"/>
                      </a:lnTo>
                      <a:lnTo>
                        <a:pt x="620" y="4132"/>
                      </a:lnTo>
                      <a:lnTo>
                        <a:pt x="604" y="4154"/>
                      </a:lnTo>
                      <a:lnTo>
                        <a:pt x="574" y="4184"/>
                      </a:lnTo>
                      <a:lnTo>
                        <a:pt x="552" y="4214"/>
                      </a:lnTo>
                      <a:lnTo>
                        <a:pt x="508" y="4242"/>
                      </a:lnTo>
                      <a:lnTo>
                        <a:pt x="478" y="4272"/>
                      </a:lnTo>
                      <a:lnTo>
                        <a:pt x="456" y="4286"/>
                      </a:lnTo>
                      <a:lnTo>
                        <a:pt x="448" y="4294"/>
                      </a:lnTo>
                      <a:lnTo>
                        <a:pt x="440" y="4322"/>
                      </a:lnTo>
                      <a:lnTo>
                        <a:pt x="434" y="4352"/>
                      </a:lnTo>
                      <a:lnTo>
                        <a:pt x="440" y="4366"/>
                      </a:lnTo>
                      <a:lnTo>
                        <a:pt x="448" y="4396"/>
                      </a:lnTo>
                      <a:lnTo>
                        <a:pt x="456" y="4410"/>
                      </a:lnTo>
                      <a:lnTo>
                        <a:pt x="462" y="4426"/>
                      </a:lnTo>
                      <a:lnTo>
                        <a:pt x="568" y="4418"/>
                      </a:lnTo>
                      <a:lnTo>
                        <a:pt x="642" y="4410"/>
                      </a:lnTo>
                      <a:lnTo>
                        <a:pt x="672" y="4404"/>
                      </a:lnTo>
                      <a:lnTo>
                        <a:pt x="688" y="4388"/>
                      </a:lnTo>
                      <a:lnTo>
                        <a:pt x="702" y="4360"/>
                      </a:lnTo>
                      <a:lnTo>
                        <a:pt x="724" y="4322"/>
                      </a:lnTo>
                      <a:lnTo>
                        <a:pt x="746" y="4264"/>
                      </a:lnTo>
                      <a:lnTo>
                        <a:pt x="754" y="4250"/>
                      </a:lnTo>
                      <a:lnTo>
                        <a:pt x="762" y="4228"/>
                      </a:lnTo>
                      <a:lnTo>
                        <a:pt x="784" y="4206"/>
                      </a:lnTo>
                      <a:lnTo>
                        <a:pt x="828" y="4184"/>
                      </a:lnTo>
                      <a:lnTo>
                        <a:pt x="852" y="4162"/>
                      </a:lnTo>
                      <a:lnTo>
                        <a:pt x="836" y="4316"/>
                      </a:lnTo>
                      <a:lnTo>
                        <a:pt x="852" y="4330"/>
                      </a:lnTo>
                      <a:lnTo>
                        <a:pt x="874" y="4322"/>
                      </a:lnTo>
                      <a:lnTo>
                        <a:pt x="880" y="4258"/>
                      </a:lnTo>
                      <a:lnTo>
                        <a:pt x="888" y="4206"/>
                      </a:lnTo>
                      <a:lnTo>
                        <a:pt x="896" y="4184"/>
                      </a:lnTo>
                      <a:lnTo>
                        <a:pt x="904" y="4162"/>
                      </a:lnTo>
                      <a:lnTo>
                        <a:pt x="910" y="4148"/>
                      </a:lnTo>
                      <a:lnTo>
                        <a:pt x="918" y="4126"/>
                      </a:lnTo>
                      <a:lnTo>
                        <a:pt x="910" y="4074"/>
                      </a:lnTo>
                      <a:lnTo>
                        <a:pt x="896" y="4022"/>
                      </a:lnTo>
                      <a:lnTo>
                        <a:pt x="880" y="3994"/>
                      </a:lnTo>
                      <a:lnTo>
                        <a:pt x="874" y="3964"/>
                      </a:lnTo>
                      <a:lnTo>
                        <a:pt x="874" y="3892"/>
                      </a:lnTo>
                      <a:lnTo>
                        <a:pt x="918" y="3724"/>
                      </a:lnTo>
                      <a:lnTo>
                        <a:pt x="940" y="3614"/>
                      </a:lnTo>
                      <a:lnTo>
                        <a:pt x="948" y="3556"/>
                      </a:lnTo>
                      <a:lnTo>
                        <a:pt x="948" y="3468"/>
                      </a:lnTo>
                      <a:lnTo>
                        <a:pt x="954" y="3424"/>
                      </a:lnTo>
                      <a:lnTo>
                        <a:pt x="1038" y="3446"/>
                      </a:lnTo>
                      <a:lnTo>
                        <a:pt x="1104" y="3462"/>
                      </a:lnTo>
                      <a:lnTo>
                        <a:pt x="1208" y="3482"/>
                      </a:lnTo>
                      <a:lnTo>
                        <a:pt x="1268" y="3496"/>
                      </a:lnTo>
                      <a:lnTo>
                        <a:pt x="1326" y="3496"/>
                      </a:lnTo>
                      <a:lnTo>
                        <a:pt x="1456" y="4118"/>
                      </a:lnTo>
                      <a:lnTo>
                        <a:pt x="1456" y="4316"/>
                      </a:lnTo>
                      <a:lnTo>
                        <a:pt x="1448" y="4360"/>
                      </a:lnTo>
                      <a:lnTo>
                        <a:pt x="1440" y="4374"/>
                      </a:lnTo>
                      <a:lnTo>
                        <a:pt x="1388" y="4572"/>
                      </a:lnTo>
                      <a:lnTo>
                        <a:pt x="1344" y="4652"/>
                      </a:lnTo>
                      <a:lnTo>
                        <a:pt x="1322" y="4688"/>
                      </a:lnTo>
                      <a:lnTo>
                        <a:pt x="1314" y="4718"/>
                      </a:lnTo>
                      <a:lnTo>
                        <a:pt x="1314" y="4740"/>
                      </a:lnTo>
                      <a:lnTo>
                        <a:pt x="1322" y="4784"/>
                      </a:lnTo>
                      <a:lnTo>
                        <a:pt x="1344" y="4790"/>
                      </a:lnTo>
                      <a:lnTo>
                        <a:pt x="1388" y="4798"/>
                      </a:lnTo>
                      <a:lnTo>
                        <a:pt x="1448" y="4804"/>
                      </a:lnTo>
                      <a:lnTo>
                        <a:pt x="1478" y="4798"/>
                      </a:lnTo>
                      <a:lnTo>
                        <a:pt x="1508" y="4790"/>
                      </a:lnTo>
                      <a:lnTo>
                        <a:pt x="1560" y="4754"/>
                      </a:lnTo>
                      <a:lnTo>
                        <a:pt x="1576" y="4724"/>
                      </a:lnTo>
                      <a:lnTo>
                        <a:pt x="1598" y="4666"/>
                      </a:lnTo>
                      <a:lnTo>
                        <a:pt x="1604" y="4630"/>
                      </a:lnTo>
                      <a:lnTo>
                        <a:pt x="1604" y="4542"/>
                      </a:lnTo>
                      <a:lnTo>
                        <a:pt x="1620" y="4476"/>
                      </a:lnTo>
                      <a:lnTo>
                        <a:pt x="1620" y="4484"/>
                      </a:lnTo>
                      <a:lnTo>
                        <a:pt x="1634" y="4492"/>
                      </a:lnTo>
                      <a:lnTo>
                        <a:pt x="1650" y="4476"/>
                      </a:lnTo>
                      <a:lnTo>
                        <a:pt x="1642" y="4382"/>
                      </a:lnTo>
                      <a:lnTo>
                        <a:pt x="1620" y="4280"/>
                      </a:lnTo>
                      <a:lnTo>
                        <a:pt x="1620" y="4286"/>
                      </a:lnTo>
                      <a:lnTo>
                        <a:pt x="1612" y="4242"/>
                      </a:lnTo>
                      <a:lnTo>
                        <a:pt x="1612" y="4110"/>
                      </a:lnTo>
                      <a:lnTo>
                        <a:pt x="1628" y="4030"/>
                      </a:lnTo>
                      <a:lnTo>
                        <a:pt x="1650" y="3898"/>
                      </a:lnTo>
                      <a:lnTo>
                        <a:pt x="1658" y="3818"/>
                      </a:lnTo>
                      <a:lnTo>
                        <a:pt x="1664" y="3724"/>
                      </a:lnTo>
                      <a:lnTo>
                        <a:pt x="1658" y="3636"/>
                      </a:lnTo>
                      <a:lnTo>
                        <a:pt x="1650" y="3540"/>
                      </a:lnTo>
                      <a:lnTo>
                        <a:pt x="1628" y="3460"/>
                      </a:lnTo>
                      <a:lnTo>
                        <a:pt x="1612" y="3432"/>
                      </a:lnTo>
                      <a:lnTo>
                        <a:pt x="1604" y="3416"/>
                      </a:lnTo>
                      <a:lnTo>
                        <a:pt x="1604" y="3070"/>
                      </a:lnTo>
                      <a:lnTo>
                        <a:pt x="1610" y="2888"/>
                      </a:lnTo>
                      <a:lnTo>
                        <a:pt x="1618" y="2706"/>
                      </a:lnTo>
                      <a:lnTo>
                        <a:pt x="1618" y="2482"/>
                      </a:lnTo>
                      <a:lnTo>
                        <a:pt x="1640" y="2474"/>
                      </a:lnTo>
                      <a:lnTo>
                        <a:pt x="1664" y="2460"/>
                      </a:lnTo>
                      <a:lnTo>
                        <a:pt x="1628" y="2288"/>
                      </a:lnTo>
                      <a:lnTo>
                        <a:pt x="1626" y="2288"/>
                      </a:lnTo>
                      <a:lnTo>
                        <a:pt x="1588" y="2112"/>
                      </a:lnTo>
                      <a:lnTo>
                        <a:pt x="1590" y="2114"/>
                      </a:lnTo>
                      <a:lnTo>
                        <a:pt x="1572" y="2022"/>
                      </a:lnTo>
                      <a:lnTo>
                        <a:pt x="1570" y="2022"/>
                      </a:lnTo>
                      <a:lnTo>
                        <a:pt x="1568" y="2024"/>
                      </a:lnTo>
                      <a:lnTo>
                        <a:pt x="1566" y="2010"/>
                      </a:lnTo>
                      <a:lnTo>
                        <a:pt x="1544" y="1944"/>
                      </a:lnTo>
                      <a:lnTo>
                        <a:pt x="1528" y="1894"/>
                      </a:lnTo>
                      <a:lnTo>
                        <a:pt x="1522" y="1842"/>
                      </a:lnTo>
                      <a:lnTo>
                        <a:pt x="1528" y="1822"/>
                      </a:lnTo>
                      <a:lnTo>
                        <a:pt x="1536" y="1792"/>
                      </a:lnTo>
                      <a:lnTo>
                        <a:pt x="1566" y="1720"/>
                      </a:lnTo>
                      <a:lnTo>
                        <a:pt x="1588" y="1674"/>
                      </a:lnTo>
                      <a:lnTo>
                        <a:pt x="1598" y="1644"/>
                      </a:lnTo>
                      <a:lnTo>
                        <a:pt x="1610" y="1604"/>
                      </a:lnTo>
                      <a:lnTo>
                        <a:pt x="1626" y="1560"/>
                      </a:lnTo>
                      <a:lnTo>
                        <a:pt x="1648" y="1502"/>
                      </a:lnTo>
                      <a:lnTo>
                        <a:pt x="1678" y="1444"/>
                      </a:lnTo>
                      <a:lnTo>
                        <a:pt x="1680" y="1436"/>
                      </a:lnTo>
                      <a:lnTo>
                        <a:pt x="1838" y="908"/>
                      </a:lnTo>
                      <a:lnTo>
                        <a:pt x="1828" y="888"/>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7" name="Freeform 73"/>
                <p:cNvSpPr>
                  <a:spLocks/>
                </p:cNvSpPr>
                <p:nvPr/>
              </p:nvSpPr>
              <p:spPr bwMode="auto">
                <a:xfrm>
                  <a:off x="14478678" y="-1848511"/>
                  <a:ext cx="7270" cy="43579"/>
                </a:xfrm>
                <a:custGeom>
                  <a:avLst/>
                  <a:gdLst>
                    <a:gd name="T0" fmla="*/ 0 w 8"/>
                    <a:gd name="T1" fmla="*/ 9525 h 28"/>
                    <a:gd name="T2" fmla="*/ 0 w 8"/>
                    <a:gd name="T3" fmla="*/ 44450 h 28"/>
                    <a:gd name="T4" fmla="*/ 12700 w 8"/>
                    <a:gd name="T5" fmla="*/ 44450 h 28"/>
                    <a:gd name="T6" fmla="*/ 12700 w 8"/>
                    <a:gd name="T7" fmla="*/ 0 h 28"/>
                    <a:gd name="T8" fmla="*/ 0 w 8"/>
                    <a:gd name="T9" fmla="*/ 9525 h 28"/>
                    <a:gd name="T10" fmla="*/ 0 60000 65536"/>
                    <a:gd name="T11" fmla="*/ 0 60000 65536"/>
                    <a:gd name="T12" fmla="*/ 0 60000 65536"/>
                    <a:gd name="T13" fmla="*/ 0 60000 65536"/>
                    <a:gd name="T14" fmla="*/ 0 60000 65536"/>
                    <a:gd name="T15" fmla="*/ 0 w 8"/>
                    <a:gd name="T16" fmla="*/ 0 h 28"/>
                    <a:gd name="T17" fmla="*/ 8 w 8"/>
                    <a:gd name="T18" fmla="*/ 28 h 28"/>
                  </a:gdLst>
                  <a:ahLst/>
                  <a:cxnLst>
                    <a:cxn ang="T10">
                      <a:pos x="T0" y="T1"/>
                    </a:cxn>
                    <a:cxn ang="T11">
                      <a:pos x="T2" y="T3"/>
                    </a:cxn>
                    <a:cxn ang="T12">
                      <a:pos x="T4" y="T5"/>
                    </a:cxn>
                    <a:cxn ang="T13">
                      <a:pos x="T6" y="T7"/>
                    </a:cxn>
                    <a:cxn ang="T14">
                      <a:pos x="T8" y="T9"/>
                    </a:cxn>
                  </a:cxnLst>
                  <a:rect l="T15" t="T16" r="T17" b="T18"/>
                  <a:pathLst>
                    <a:path w="8" h="28">
                      <a:moveTo>
                        <a:pt x="0" y="6"/>
                      </a:moveTo>
                      <a:lnTo>
                        <a:pt x="0" y="28"/>
                      </a:lnTo>
                      <a:lnTo>
                        <a:pt x="8" y="28"/>
                      </a:lnTo>
                      <a:lnTo>
                        <a:pt x="8" y="0"/>
                      </a:lnTo>
                      <a:lnTo>
                        <a:pt x="0" y="6"/>
                      </a:lnTo>
                      <a:close/>
                    </a:path>
                  </a:pathLst>
                </a:custGeom>
                <a:solidFill>
                  <a:srgbClr val="ACACAC"/>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9" name="Freeform 75"/>
                <p:cNvSpPr>
                  <a:spLocks/>
                </p:cNvSpPr>
                <p:nvPr/>
              </p:nvSpPr>
              <p:spPr bwMode="auto">
                <a:xfrm>
                  <a:off x="15649481" y="-1056819"/>
                  <a:ext cx="29088" cy="94419"/>
                </a:xfrm>
                <a:custGeom>
                  <a:avLst/>
                  <a:gdLst>
                    <a:gd name="T0" fmla="*/ 19050 w 18"/>
                    <a:gd name="T1" fmla="*/ 63500 h 64"/>
                    <a:gd name="T2" fmla="*/ 6350 w 18"/>
                    <a:gd name="T3" fmla="*/ 6350 h 64"/>
                    <a:gd name="T4" fmla="*/ 0 w 18"/>
                    <a:gd name="T5" fmla="*/ 0 h 64"/>
                    <a:gd name="T6" fmla="*/ 0 w 18"/>
                    <a:gd name="T7" fmla="*/ 38100 h 64"/>
                    <a:gd name="T8" fmla="*/ 22225 w 18"/>
                    <a:gd name="T9" fmla="*/ 101600 h 64"/>
                    <a:gd name="T10" fmla="*/ 28575 w 18"/>
                    <a:gd name="T11" fmla="*/ 101600 h 64"/>
                    <a:gd name="T12" fmla="*/ 19050 w 18"/>
                    <a:gd name="T13" fmla="*/ 63500 h 64"/>
                    <a:gd name="T14" fmla="*/ 0 60000 65536"/>
                    <a:gd name="T15" fmla="*/ 0 60000 65536"/>
                    <a:gd name="T16" fmla="*/ 0 60000 65536"/>
                    <a:gd name="T17" fmla="*/ 0 60000 65536"/>
                    <a:gd name="T18" fmla="*/ 0 60000 65536"/>
                    <a:gd name="T19" fmla="*/ 0 60000 65536"/>
                    <a:gd name="T20" fmla="*/ 0 60000 65536"/>
                    <a:gd name="T21" fmla="*/ 0 w 18"/>
                    <a:gd name="T22" fmla="*/ 0 h 64"/>
                    <a:gd name="T23" fmla="*/ 18 w 18"/>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4">
                      <a:moveTo>
                        <a:pt x="12" y="40"/>
                      </a:moveTo>
                      <a:lnTo>
                        <a:pt x="4" y="4"/>
                      </a:lnTo>
                      <a:lnTo>
                        <a:pt x="0" y="0"/>
                      </a:lnTo>
                      <a:lnTo>
                        <a:pt x="0" y="24"/>
                      </a:lnTo>
                      <a:lnTo>
                        <a:pt x="14" y="64"/>
                      </a:lnTo>
                      <a:lnTo>
                        <a:pt x="18" y="64"/>
                      </a:lnTo>
                      <a:lnTo>
                        <a:pt x="12" y="4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0" name="Freeform 76"/>
                <p:cNvSpPr>
                  <a:spLocks/>
                </p:cNvSpPr>
                <p:nvPr/>
              </p:nvSpPr>
              <p:spPr bwMode="auto">
                <a:xfrm>
                  <a:off x="14835008" y="-4172737"/>
                  <a:ext cx="654487" cy="1314643"/>
                </a:xfrm>
                <a:custGeom>
                  <a:avLst/>
                  <a:gdLst>
                    <a:gd name="T0" fmla="*/ 225425 w 420"/>
                    <a:gd name="T1" fmla="*/ 1006475 h 836"/>
                    <a:gd name="T2" fmla="*/ 222250 w 420"/>
                    <a:gd name="T3" fmla="*/ 1009650 h 836"/>
                    <a:gd name="T4" fmla="*/ 212725 w 420"/>
                    <a:gd name="T5" fmla="*/ 1041400 h 836"/>
                    <a:gd name="T6" fmla="*/ 174625 w 420"/>
                    <a:gd name="T7" fmla="*/ 1066800 h 836"/>
                    <a:gd name="T8" fmla="*/ 127000 w 420"/>
                    <a:gd name="T9" fmla="*/ 1076325 h 836"/>
                    <a:gd name="T10" fmla="*/ 127000 w 420"/>
                    <a:gd name="T11" fmla="*/ 1111250 h 836"/>
                    <a:gd name="T12" fmla="*/ 127000 w 420"/>
                    <a:gd name="T13" fmla="*/ 1146175 h 836"/>
                    <a:gd name="T14" fmla="*/ 139700 w 420"/>
                    <a:gd name="T15" fmla="*/ 1168400 h 836"/>
                    <a:gd name="T16" fmla="*/ 165100 w 420"/>
                    <a:gd name="T17" fmla="*/ 1203325 h 836"/>
                    <a:gd name="T18" fmla="*/ 174625 w 420"/>
                    <a:gd name="T19" fmla="*/ 1260475 h 836"/>
                    <a:gd name="T20" fmla="*/ 200025 w 420"/>
                    <a:gd name="T21" fmla="*/ 1327150 h 836"/>
                    <a:gd name="T22" fmla="*/ 225425 w 420"/>
                    <a:gd name="T23" fmla="*/ 1317625 h 836"/>
                    <a:gd name="T24" fmla="*/ 200025 w 420"/>
                    <a:gd name="T25" fmla="*/ 1295400 h 836"/>
                    <a:gd name="T26" fmla="*/ 200025 w 420"/>
                    <a:gd name="T27" fmla="*/ 1260475 h 836"/>
                    <a:gd name="T28" fmla="*/ 225425 w 420"/>
                    <a:gd name="T29" fmla="*/ 1225550 h 836"/>
                    <a:gd name="T30" fmla="*/ 260350 w 420"/>
                    <a:gd name="T31" fmla="*/ 1203325 h 836"/>
                    <a:gd name="T32" fmla="*/ 320675 w 420"/>
                    <a:gd name="T33" fmla="*/ 1168400 h 836"/>
                    <a:gd name="T34" fmla="*/ 438150 w 420"/>
                    <a:gd name="T35" fmla="*/ 1111250 h 836"/>
                    <a:gd name="T36" fmla="*/ 498475 w 420"/>
                    <a:gd name="T37" fmla="*/ 1076325 h 836"/>
                    <a:gd name="T38" fmla="*/ 533400 w 420"/>
                    <a:gd name="T39" fmla="*/ 1041400 h 836"/>
                    <a:gd name="T40" fmla="*/ 581025 w 420"/>
                    <a:gd name="T41" fmla="*/ 996950 h 836"/>
                    <a:gd name="T42" fmla="*/ 619125 w 420"/>
                    <a:gd name="T43" fmla="*/ 962025 h 836"/>
                    <a:gd name="T44" fmla="*/ 619125 w 420"/>
                    <a:gd name="T45" fmla="*/ 955675 h 836"/>
                    <a:gd name="T46" fmla="*/ 619125 w 420"/>
                    <a:gd name="T47" fmla="*/ 952500 h 836"/>
                    <a:gd name="T48" fmla="*/ 619125 w 420"/>
                    <a:gd name="T49" fmla="*/ 952500 h 836"/>
                    <a:gd name="T50" fmla="*/ 631825 w 420"/>
                    <a:gd name="T51" fmla="*/ 800100 h 836"/>
                    <a:gd name="T52" fmla="*/ 641350 w 420"/>
                    <a:gd name="T53" fmla="*/ 685800 h 836"/>
                    <a:gd name="T54" fmla="*/ 666750 w 420"/>
                    <a:gd name="T55" fmla="*/ 606425 h 836"/>
                    <a:gd name="T56" fmla="*/ 641350 w 420"/>
                    <a:gd name="T57" fmla="*/ 584200 h 836"/>
                    <a:gd name="T58" fmla="*/ 619125 w 420"/>
                    <a:gd name="T59" fmla="*/ 536575 h 836"/>
                    <a:gd name="T60" fmla="*/ 615950 w 420"/>
                    <a:gd name="T61" fmla="*/ 533400 h 836"/>
                    <a:gd name="T62" fmla="*/ 600075 w 420"/>
                    <a:gd name="T63" fmla="*/ 476250 h 836"/>
                    <a:gd name="T64" fmla="*/ 587375 w 420"/>
                    <a:gd name="T65" fmla="*/ 384175 h 836"/>
                    <a:gd name="T66" fmla="*/ 577850 w 420"/>
                    <a:gd name="T67" fmla="*/ 288925 h 836"/>
                    <a:gd name="T68" fmla="*/ 577850 w 420"/>
                    <a:gd name="T69" fmla="*/ 244475 h 836"/>
                    <a:gd name="T70" fmla="*/ 565150 w 420"/>
                    <a:gd name="T71" fmla="*/ 196850 h 836"/>
                    <a:gd name="T72" fmla="*/ 530225 w 420"/>
                    <a:gd name="T73" fmla="*/ 152400 h 836"/>
                    <a:gd name="T74" fmla="*/ 504825 w 420"/>
                    <a:gd name="T75" fmla="*/ 104775 h 836"/>
                    <a:gd name="T76" fmla="*/ 469900 w 420"/>
                    <a:gd name="T77" fmla="*/ 69850 h 836"/>
                    <a:gd name="T78" fmla="*/ 425450 w 420"/>
                    <a:gd name="T79" fmla="*/ 34925 h 836"/>
                    <a:gd name="T80" fmla="*/ 387350 w 420"/>
                    <a:gd name="T81" fmla="*/ 12700 h 836"/>
                    <a:gd name="T82" fmla="*/ 342900 w 420"/>
                    <a:gd name="T83" fmla="*/ 0 h 836"/>
                    <a:gd name="T84" fmla="*/ 260350 w 420"/>
                    <a:gd name="T85" fmla="*/ 12700 h 836"/>
                    <a:gd name="T86" fmla="*/ 187325 w 420"/>
                    <a:gd name="T87" fmla="*/ 34925 h 836"/>
                    <a:gd name="T88" fmla="*/ 130175 w 420"/>
                    <a:gd name="T89" fmla="*/ 69850 h 836"/>
                    <a:gd name="T90" fmla="*/ 82550 w 420"/>
                    <a:gd name="T91" fmla="*/ 117475 h 836"/>
                    <a:gd name="T92" fmla="*/ 47625 w 420"/>
                    <a:gd name="T93" fmla="*/ 196850 h 836"/>
                    <a:gd name="T94" fmla="*/ 12700 w 420"/>
                    <a:gd name="T95" fmla="*/ 266700 h 836"/>
                    <a:gd name="T96" fmla="*/ 0 w 420"/>
                    <a:gd name="T97" fmla="*/ 327025 h 836"/>
                    <a:gd name="T98" fmla="*/ 0 w 420"/>
                    <a:gd name="T99" fmla="*/ 431800 h 836"/>
                    <a:gd name="T100" fmla="*/ 22225 w 420"/>
                    <a:gd name="T101" fmla="*/ 558800 h 836"/>
                    <a:gd name="T102" fmla="*/ 34925 w 420"/>
                    <a:gd name="T103" fmla="*/ 638175 h 836"/>
                    <a:gd name="T104" fmla="*/ 60325 w 420"/>
                    <a:gd name="T105" fmla="*/ 698500 h 836"/>
                    <a:gd name="T106" fmla="*/ 152400 w 420"/>
                    <a:gd name="T107" fmla="*/ 847725 h 836"/>
                    <a:gd name="T108" fmla="*/ 177800 w 420"/>
                    <a:gd name="T109" fmla="*/ 860425 h 836"/>
                    <a:gd name="T110" fmla="*/ 212725 w 420"/>
                    <a:gd name="T111" fmla="*/ 869950 h 836"/>
                    <a:gd name="T112" fmla="*/ 215900 w 420"/>
                    <a:gd name="T113" fmla="*/ 869950 h 836"/>
                    <a:gd name="T114" fmla="*/ 222250 w 420"/>
                    <a:gd name="T115" fmla="*/ 863600 h 836"/>
                    <a:gd name="T116" fmla="*/ 244475 w 420"/>
                    <a:gd name="T117" fmla="*/ 885825 h 836"/>
                    <a:gd name="T118" fmla="*/ 244475 w 420"/>
                    <a:gd name="T119" fmla="*/ 898525 h 836"/>
                    <a:gd name="T120" fmla="*/ 234950 w 420"/>
                    <a:gd name="T121" fmla="*/ 917575 h 836"/>
                    <a:gd name="T122" fmla="*/ 234950 w 420"/>
                    <a:gd name="T123" fmla="*/ 971550 h 836"/>
                    <a:gd name="T124" fmla="*/ 225425 w 420"/>
                    <a:gd name="T125" fmla="*/ 1006475 h 8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0"/>
                    <a:gd name="T190" fmla="*/ 0 h 836"/>
                    <a:gd name="T191" fmla="*/ 420 w 420"/>
                    <a:gd name="T192" fmla="*/ 836 h 8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0" h="836">
                      <a:moveTo>
                        <a:pt x="142" y="634"/>
                      </a:moveTo>
                      <a:lnTo>
                        <a:pt x="140" y="636"/>
                      </a:lnTo>
                      <a:lnTo>
                        <a:pt x="134" y="656"/>
                      </a:lnTo>
                      <a:lnTo>
                        <a:pt x="110" y="672"/>
                      </a:lnTo>
                      <a:lnTo>
                        <a:pt x="80" y="678"/>
                      </a:lnTo>
                      <a:lnTo>
                        <a:pt x="80" y="700"/>
                      </a:lnTo>
                      <a:lnTo>
                        <a:pt x="80" y="722"/>
                      </a:lnTo>
                      <a:lnTo>
                        <a:pt x="88" y="736"/>
                      </a:lnTo>
                      <a:lnTo>
                        <a:pt x="104" y="758"/>
                      </a:lnTo>
                      <a:lnTo>
                        <a:pt x="110" y="794"/>
                      </a:lnTo>
                      <a:lnTo>
                        <a:pt x="126" y="836"/>
                      </a:lnTo>
                      <a:lnTo>
                        <a:pt x="142" y="830"/>
                      </a:lnTo>
                      <a:lnTo>
                        <a:pt x="126" y="816"/>
                      </a:lnTo>
                      <a:lnTo>
                        <a:pt x="126" y="794"/>
                      </a:lnTo>
                      <a:lnTo>
                        <a:pt x="142" y="772"/>
                      </a:lnTo>
                      <a:lnTo>
                        <a:pt x="164" y="758"/>
                      </a:lnTo>
                      <a:lnTo>
                        <a:pt x="202" y="736"/>
                      </a:lnTo>
                      <a:lnTo>
                        <a:pt x="276" y="700"/>
                      </a:lnTo>
                      <a:lnTo>
                        <a:pt x="314" y="678"/>
                      </a:lnTo>
                      <a:lnTo>
                        <a:pt x="336" y="656"/>
                      </a:lnTo>
                      <a:lnTo>
                        <a:pt x="366" y="628"/>
                      </a:lnTo>
                      <a:lnTo>
                        <a:pt x="390" y="606"/>
                      </a:lnTo>
                      <a:lnTo>
                        <a:pt x="390" y="602"/>
                      </a:lnTo>
                      <a:lnTo>
                        <a:pt x="390" y="600"/>
                      </a:lnTo>
                      <a:lnTo>
                        <a:pt x="398" y="504"/>
                      </a:lnTo>
                      <a:lnTo>
                        <a:pt x="404" y="432"/>
                      </a:lnTo>
                      <a:lnTo>
                        <a:pt x="420" y="382"/>
                      </a:lnTo>
                      <a:lnTo>
                        <a:pt x="404" y="368"/>
                      </a:lnTo>
                      <a:lnTo>
                        <a:pt x="390" y="338"/>
                      </a:lnTo>
                      <a:lnTo>
                        <a:pt x="388" y="336"/>
                      </a:lnTo>
                      <a:lnTo>
                        <a:pt x="378" y="300"/>
                      </a:lnTo>
                      <a:lnTo>
                        <a:pt x="370" y="242"/>
                      </a:lnTo>
                      <a:lnTo>
                        <a:pt x="364" y="182"/>
                      </a:lnTo>
                      <a:lnTo>
                        <a:pt x="364" y="154"/>
                      </a:lnTo>
                      <a:lnTo>
                        <a:pt x="356" y="124"/>
                      </a:lnTo>
                      <a:lnTo>
                        <a:pt x="334" y="96"/>
                      </a:lnTo>
                      <a:lnTo>
                        <a:pt x="318" y="66"/>
                      </a:lnTo>
                      <a:lnTo>
                        <a:pt x="296" y="44"/>
                      </a:lnTo>
                      <a:lnTo>
                        <a:pt x="268" y="22"/>
                      </a:lnTo>
                      <a:lnTo>
                        <a:pt x="244" y="8"/>
                      </a:lnTo>
                      <a:lnTo>
                        <a:pt x="216" y="0"/>
                      </a:lnTo>
                      <a:lnTo>
                        <a:pt x="164" y="8"/>
                      </a:lnTo>
                      <a:lnTo>
                        <a:pt x="118" y="22"/>
                      </a:lnTo>
                      <a:lnTo>
                        <a:pt x="82" y="44"/>
                      </a:lnTo>
                      <a:lnTo>
                        <a:pt x="52" y="74"/>
                      </a:lnTo>
                      <a:lnTo>
                        <a:pt x="30" y="124"/>
                      </a:lnTo>
                      <a:lnTo>
                        <a:pt x="8" y="168"/>
                      </a:lnTo>
                      <a:lnTo>
                        <a:pt x="0" y="206"/>
                      </a:lnTo>
                      <a:lnTo>
                        <a:pt x="0" y="272"/>
                      </a:lnTo>
                      <a:lnTo>
                        <a:pt x="14" y="352"/>
                      </a:lnTo>
                      <a:lnTo>
                        <a:pt x="22" y="402"/>
                      </a:lnTo>
                      <a:lnTo>
                        <a:pt x="38" y="440"/>
                      </a:lnTo>
                      <a:lnTo>
                        <a:pt x="96" y="534"/>
                      </a:lnTo>
                      <a:lnTo>
                        <a:pt x="112" y="542"/>
                      </a:lnTo>
                      <a:lnTo>
                        <a:pt x="134" y="548"/>
                      </a:lnTo>
                      <a:lnTo>
                        <a:pt x="136" y="548"/>
                      </a:lnTo>
                      <a:lnTo>
                        <a:pt x="140" y="544"/>
                      </a:lnTo>
                      <a:lnTo>
                        <a:pt x="154" y="558"/>
                      </a:lnTo>
                      <a:lnTo>
                        <a:pt x="154" y="566"/>
                      </a:lnTo>
                      <a:lnTo>
                        <a:pt x="148" y="578"/>
                      </a:lnTo>
                      <a:lnTo>
                        <a:pt x="148" y="612"/>
                      </a:lnTo>
                      <a:lnTo>
                        <a:pt x="142" y="63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1" name="Freeform 77"/>
                <p:cNvSpPr>
                  <a:spLocks/>
                </p:cNvSpPr>
                <p:nvPr/>
              </p:nvSpPr>
              <p:spPr bwMode="auto">
                <a:xfrm>
                  <a:off x="15038626" y="-3315679"/>
                  <a:ext cx="29088" cy="21792"/>
                </a:xfrm>
                <a:custGeom>
                  <a:avLst/>
                  <a:gdLst>
                    <a:gd name="T0" fmla="*/ 0 w 18"/>
                    <a:gd name="T1" fmla="*/ 6350 h 14"/>
                    <a:gd name="T2" fmla="*/ 6350 w 18"/>
                    <a:gd name="T3" fmla="*/ 6350 h 14"/>
                    <a:gd name="T4" fmla="*/ 28575 w 18"/>
                    <a:gd name="T5" fmla="*/ 22225 h 14"/>
                    <a:gd name="T6" fmla="*/ 6350 w 18"/>
                    <a:gd name="T7" fmla="*/ 0 h 14"/>
                    <a:gd name="T8" fmla="*/ 0 w 18"/>
                    <a:gd name="T9" fmla="*/ 6350 h 14"/>
                    <a:gd name="T10" fmla="*/ 0 60000 65536"/>
                    <a:gd name="T11" fmla="*/ 0 60000 65536"/>
                    <a:gd name="T12" fmla="*/ 0 60000 65536"/>
                    <a:gd name="T13" fmla="*/ 0 60000 65536"/>
                    <a:gd name="T14" fmla="*/ 0 60000 65536"/>
                    <a:gd name="T15" fmla="*/ 0 w 18"/>
                    <a:gd name="T16" fmla="*/ 0 h 14"/>
                    <a:gd name="T17" fmla="*/ 18 w 18"/>
                    <a:gd name="T18" fmla="*/ 14 h 14"/>
                  </a:gdLst>
                  <a:ahLst/>
                  <a:cxnLst>
                    <a:cxn ang="T10">
                      <a:pos x="T0" y="T1"/>
                    </a:cxn>
                    <a:cxn ang="T11">
                      <a:pos x="T2" y="T3"/>
                    </a:cxn>
                    <a:cxn ang="T12">
                      <a:pos x="T4" y="T5"/>
                    </a:cxn>
                    <a:cxn ang="T13">
                      <a:pos x="T6" y="T7"/>
                    </a:cxn>
                    <a:cxn ang="T14">
                      <a:pos x="T8" y="T9"/>
                    </a:cxn>
                  </a:cxnLst>
                  <a:rect l="T15" t="T16" r="T17" b="T18"/>
                  <a:pathLst>
                    <a:path w="18" h="14">
                      <a:moveTo>
                        <a:pt x="0" y="4"/>
                      </a:moveTo>
                      <a:lnTo>
                        <a:pt x="4" y="4"/>
                      </a:lnTo>
                      <a:lnTo>
                        <a:pt x="18" y="14"/>
                      </a:lnTo>
                      <a:lnTo>
                        <a:pt x="4" y="0"/>
                      </a:lnTo>
                      <a:lnTo>
                        <a:pt x="0" y="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2" name="Freeform 78"/>
                <p:cNvSpPr>
                  <a:spLocks/>
                </p:cNvSpPr>
                <p:nvPr/>
              </p:nvSpPr>
              <p:spPr bwMode="auto">
                <a:xfrm>
                  <a:off x="15765834" y="-1703247"/>
                  <a:ext cx="7274" cy="43579"/>
                </a:xfrm>
                <a:custGeom>
                  <a:avLst/>
                  <a:gdLst>
                    <a:gd name="T0" fmla="*/ 15875 w 10"/>
                    <a:gd name="T1" fmla="*/ 0 h 30"/>
                    <a:gd name="T2" fmla="*/ 0 w 10"/>
                    <a:gd name="T3" fmla="*/ 47625 h 30"/>
                    <a:gd name="T4" fmla="*/ 12700 w 10"/>
                    <a:gd name="T5" fmla="*/ 15875 h 30"/>
                    <a:gd name="T6" fmla="*/ 15875 w 10"/>
                    <a:gd name="T7" fmla="*/ 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0" y="30"/>
                      </a:lnTo>
                      <a:lnTo>
                        <a:pt x="8" y="10"/>
                      </a:lnTo>
                      <a:lnTo>
                        <a:pt x="1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3" name="Freeform 79"/>
                <p:cNvSpPr>
                  <a:spLocks/>
                </p:cNvSpPr>
                <p:nvPr/>
              </p:nvSpPr>
              <p:spPr bwMode="auto">
                <a:xfrm>
                  <a:off x="15802197" y="-737238"/>
                  <a:ext cx="14544" cy="7261"/>
                </a:xfrm>
                <a:custGeom>
                  <a:avLst/>
                  <a:gdLst>
                    <a:gd name="T0" fmla="*/ 0 w 8"/>
                    <a:gd name="T1" fmla="*/ 0 h 6"/>
                    <a:gd name="T2" fmla="*/ 12700 w 8"/>
                    <a:gd name="T3" fmla="*/ 9525 h 6"/>
                    <a:gd name="T4" fmla="*/ 3175 w 8"/>
                    <a:gd name="T5" fmla="*/ 0 h 6"/>
                    <a:gd name="T6" fmla="*/ 0 w 8"/>
                    <a:gd name="T7" fmla="*/ 0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0" y="0"/>
                      </a:moveTo>
                      <a:lnTo>
                        <a:pt x="8" y="6"/>
                      </a:lnTo>
                      <a:lnTo>
                        <a:pt x="2" y="0"/>
                      </a:lnTo>
                      <a:lnTo>
                        <a:pt x="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4" name="Freeform 80"/>
                <p:cNvSpPr>
                  <a:spLocks/>
                </p:cNvSpPr>
                <p:nvPr/>
              </p:nvSpPr>
              <p:spPr bwMode="auto">
                <a:xfrm>
                  <a:off x="14013265" y="-1637876"/>
                  <a:ext cx="778110" cy="443053"/>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5250 w 490"/>
                    <a:gd name="T9" fmla="*/ 415925 h 278"/>
                    <a:gd name="T10" fmla="*/ 63500 w 490"/>
                    <a:gd name="T11" fmla="*/ 425450 h 278"/>
                    <a:gd name="T12" fmla="*/ 34925 w 490"/>
                    <a:gd name="T13" fmla="*/ 431800 h 278"/>
                    <a:gd name="T14" fmla="*/ 31750 w 490"/>
                    <a:gd name="T15" fmla="*/ 431800 h 278"/>
                    <a:gd name="T16" fmla="*/ 12700 w 490"/>
                    <a:gd name="T17" fmla="*/ 441325 h 278"/>
                    <a:gd name="T18" fmla="*/ 9525 w 490"/>
                    <a:gd name="T19" fmla="*/ 438150 h 278"/>
                    <a:gd name="T20" fmla="*/ 3175 w 490"/>
                    <a:gd name="T21" fmla="*/ 438150 h 278"/>
                    <a:gd name="T22" fmla="*/ 0 w 490"/>
                    <a:gd name="T23" fmla="*/ 434975 h 278"/>
                    <a:gd name="T24" fmla="*/ 0 w 490"/>
                    <a:gd name="T25" fmla="*/ 428625 h 278"/>
                    <a:gd name="T26" fmla="*/ 0 w 490"/>
                    <a:gd name="T27" fmla="*/ 425450 h 278"/>
                    <a:gd name="T28" fmla="*/ 6350 w 490"/>
                    <a:gd name="T29" fmla="*/ 403225 h 278"/>
                    <a:gd name="T30" fmla="*/ 19050 w 490"/>
                    <a:gd name="T31" fmla="*/ 384175 h 278"/>
                    <a:gd name="T32" fmla="*/ 114300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4925 w 490"/>
                    <a:gd name="T45" fmla="*/ 244475 h 278"/>
                    <a:gd name="T46" fmla="*/ 41275 w 490"/>
                    <a:gd name="T47" fmla="*/ 241300 h 278"/>
                    <a:gd name="T48" fmla="*/ 63500 w 490"/>
                    <a:gd name="T49" fmla="*/ 228600 h 278"/>
                    <a:gd name="T50" fmla="*/ 107950 w 490"/>
                    <a:gd name="T51" fmla="*/ 231775 h 278"/>
                    <a:gd name="T52" fmla="*/ 263525 w 490"/>
                    <a:gd name="T53" fmla="*/ 244475 h 278"/>
                    <a:gd name="T54" fmla="*/ 377825 w 490"/>
                    <a:gd name="T55" fmla="*/ 222250 h 278"/>
                    <a:gd name="T56" fmla="*/ 444500 w 490"/>
                    <a:gd name="T57" fmla="*/ 206375 h 278"/>
                    <a:gd name="T58" fmla="*/ 450850 w 490"/>
                    <a:gd name="T59" fmla="*/ 200025 h 278"/>
                    <a:gd name="T60" fmla="*/ 441325 w 490"/>
                    <a:gd name="T61" fmla="*/ 165100 h 278"/>
                    <a:gd name="T62" fmla="*/ 428625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49250 w 490"/>
                    <a:gd name="T73" fmla="*/ 12700 h 278"/>
                    <a:gd name="T74" fmla="*/ 365125 w 490"/>
                    <a:gd name="T75" fmla="*/ 6350 h 278"/>
                    <a:gd name="T76" fmla="*/ 381000 w 490"/>
                    <a:gd name="T77" fmla="*/ 0 h 278"/>
                    <a:gd name="T78" fmla="*/ 403225 w 490"/>
                    <a:gd name="T79" fmla="*/ 9525 h 278"/>
                    <a:gd name="T80" fmla="*/ 415925 w 490"/>
                    <a:gd name="T81" fmla="*/ 25400 h 278"/>
                    <a:gd name="T82" fmla="*/ 454025 w 490"/>
                    <a:gd name="T83" fmla="*/ 73025 h 278"/>
                    <a:gd name="T84" fmla="*/ 476250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08025 w 490"/>
                    <a:gd name="T95" fmla="*/ 203200 h 278"/>
                    <a:gd name="T96" fmla="*/ 739775 w 490"/>
                    <a:gd name="T97" fmla="*/ 228600 h 278"/>
                    <a:gd name="T98" fmla="*/ 755650 w 490"/>
                    <a:gd name="T99" fmla="*/ 257175 h 278"/>
                    <a:gd name="T100" fmla="*/ 762000 w 490"/>
                    <a:gd name="T101" fmla="*/ 279400 h 278"/>
                    <a:gd name="T102" fmla="*/ 758825 w 490"/>
                    <a:gd name="T103" fmla="*/ 304800 h 278"/>
                    <a:gd name="T104" fmla="*/ 758825 w 490"/>
                    <a:gd name="T105" fmla="*/ 304800 h 278"/>
                    <a:gd name="T106" fmla="*/ 777875 w 490"/>
                    <a:gd name="T107" fmla="*/ 304800 h 278"/>
                    <a:gd name="T108" fmla="*/ 644525 w 490"/>
                    <a:gd name="T109" fmla="*/ 355600 h 278"/>
                    <a:gd name="T110" fmla="*/ 431800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48" y="242"/>
                      </a:lnTo>
                      <a:lnTo>
                        <a:pt x="120" y="248"/>
                      </a:lnTo>
                      <a:lnTo>
                        <a:pt x="98" y="252"/>
                      </a:lnTo>
                      <a:lnTo>
                        <a:pt x="78" y="258"/>
                      </a:lnTo>
                      <a:lnTo>
                        <a:pt x="60" y="262"/>
                      </a:lnTo>
                      <a:lnTo>
                        <a:pt x="40" y="268"/>
                      </a:lnTo>
                      <a:lnTo>
                        <a:pt x="26" y="272"/>
                      </a:lnTo>
                      <a:lnTo>
                        <a:pt x="22" y="272"/>
                      </a:lnTo>
                      <a:lnTo>
                        <a:pt x="20" y="272"/>
                      </a:lnTo>
                      <a:lnTo>
                        <a:pt x="14" y="276"/>
                      </a:lnTo>
                      <a:lnTo>
                        <a:pt x="8" y="278"/>
                      </a:lnTo>
                      <a:lnTo>
                        <a:pt x="6" y="276"/>
                      </a:lnTo>
                      <a:lnTo>
                        <a:pt x="2" y="276"/>
                      </a:lnTo>
                      <a:lnTo>
                        <a:pt x="0" y="274"/>
                      </a:lnTo>
                      <a:lnTo>
                        <a:pt x="0" y="272"/>
                      </a:lnTo>
                      <a:lnTo>
                        <a:pt x="0" y="270"/>
                      </a:lnTo>
                      <a:lnTo>
                        <a:pt x="0" y="268"/>
                      </a:lnTo>
                      <a:lnTo>
                        <a:pt x="0" y="266"/>
                      </a:lnTo>
                      <a:lnTo>
                        <a:pt x="4" y="254"/>
                      </a:lnTo>
                      <a:lnTo>
                        <a:pt x="8" y="248"/>
                      </a:lnTo>
                      <a:lnTo>
                        <a:pt x="12" y="242"/>
                      </a:lnTo>
                      <a:lnTo>
                        <a:pt x="20" y="236"/>
                      </a:lnTo>
                      <a:lnTo>
                        <a:pt x="30" y="232"/>
                      </a:lnTo>
                      <a:lnTo>
                        <a:pt x="72" y="210"/>
                      </a:lnTo>
                      <a:lnTo>
                        <a:pt x="92" y="202"/>
                      </a:lnTo>
                      <a:lnTo>
                        <a:pt x="110" y="200"/>
                      </a:lnTo>
                      <a:lnTo>
                        <a:pt x="114" y="200"/>
                      </a:lnTo>
                      <a:lnTo>
                        <a:pt x="114" y="198"/>
                      </a:lnTo>
                      <a:lnTo>
                        <a:pt x="102" y="194"/>
                      </a:lnTo>
                      <a:lnTo>
                        <a:pt x="46" y="182"/>
                      </a:lnTo>
                      <a:lnTo>
                        <a:pt x="28" y="176"/>
                      </a:lnTo>
                      <a:lnTo>
                        <a:pt x="22" y="174"/>
                      </a:lnTo>
                      <a:lnTo>
                        <a:pt x="20" y="172"/>
                      </a:lnTo>
                      <a:lnTo>
                        <a:pt x="18" y="162"/>
                      </a:lnTo>
                      <a:lnTo>
                        <a:pt x="20" y="158"/>
                      </a:lnTo>
                      <a:lnTo>
                        <a:pt x="22" y="154"/>
                      </a:lnTo>
                      <a:lnTo>
                        <a:pt x="26" y="152"/>
                      </a:lnTo>
                      <a:lnTo>
                        <a:pt x="32" y="148"/>
                      </a:lnTo>
                      <a:lnTo>
                        <a:pt x="40" y="144"/>
                      </a:lnTo>
                      <a:lnTo>
                        <a:pt x="50" y="144"/>
                      </a:lnTo>
                      <a:lnTo>
                        <a:pt x="68" y="146"/>
                      </a:lnTo>
                      <a:lnTo>
                        <a:pt x="144" y="152"/>
                      </a:lnTo>
                      <a:lnTo>
                        <a:pt x="166" y="154"/>
                      </a:lnTo>
                      <a:lnTo>
                        <a:pt x="190" y="150"/>
                      </a:lnTo>
                      <a:lnTo>
                        <a:pt x="238" y="140"/>
                      </a:lnTo>
                      <a:lnTo>
                        <a:pt x="272" y="134"/>
                      </a:lnTo>
                      <a:lnTo>
                        <a:pt x="280" y="130"/>
                      </a:lnTo>
                      <a:lnTo>
                        <a:pt x="282" y="128"/>
                      </a:lnTo>
                      <a:lnTo>
                        <a:pt x="284" y="126"/>
                      </a:lnTo>
                      <a:lnTo>
                        <a:pt x="282" y="112"/>
                      </a:lnTo>
                      <a:lnTo>
                        <a:pt x="278" y="104"/>
                      </a:lnTo>
                      <a:lnTo>
                        <a:pt x="274" y="100"/>
                      </a:lnTo>
                      <a:lnTo>
                        <a:pt x="270" y="96"/>
                      </a:lnTo>
                      <a:lnTo>
                        <a:pt x="260" y="92"/>
                      </a:lnTo>
                      <a:lnTo>
                        <a:pt x="252" y="84"/>
                      </a:lnTo>
                      <a:lnTo>
                        <a:pt x="238" y="70"/>
                      </a:lnTo>
                      <a:lnTo>
                        <a:pt x="236" y="66"/>
                      </a:lnTo>
                      <a:lnTo>
                        <a:pt x="224" y="50"/>
                      </a:lnTo>
                      <a:lnTo>
                        <a:pt x="220" y="40"/>
                      </a:lnTo>
                      <a:lnTo>
                        <a:pt x="218" y="26"/>
                      </a:lnTo>
                      <a:lnTo>
                        <a:pt x="218" y="14"/>
                      </a:lnTo>
                      <a:lnTo>
                        <a:pt x="220" y="8"/>
                      </a:lnTo>
                      <a:lnTo>
                        <a:pt x="230" y="4"/>
                      </a:lnTo>
                      <a:lnTo>
                        <a:pt x="236" y="0"/>
                      </a:lnTo>
                      <a:lnTo>
                        <a:pt x="240" y="0"/>
                      </a:lnTo>
                      <a:lnTo>
                        <a:pt x="248" y="2"/>
                      </a:lnTo>
                      <a:lnTo>
                        <a:pt x="254" y="6"/>
                      </a:lnTo>
                      <a:lnTo>
                        <a:pt x="262" y="16"/>
                      </a:lnTo>
                      <a:lnTo>
                        <a:pt x="272" y="30"/>
                      </a:lnTo>
                      <a:lnTo>
                        <a:pt x="286" y="46"/>
                      </a:lnTo>
                      <a:lnTo>
                        <a:pt x="300" y="60"/>
                      </a:lnTo>
                      <a:lnTo>
                        <a:pt x="314" y="72"/>
                      </a:lnTo>
                      <a:lnTo>
                        <a:pt x="324" y="80"/>
                      </a:lnTo>
                      <a:lnTo>
                        <a:pt x="350" y="92"/>
                      </a:lnTo>
                      <a:lnTo>
                        <a:pt x="382" y="104"/>
                      </a:lnTo>
                      <a:lnTo>
                        <a:pt x="398" y="112"/>
                      </a:lnTo>
                      <a:lnTo>
                        <a:pt x="408" y="116"/>
                      </a:lnTo>
                      <a:lnTo>
                        <a:pt x="426" y="120"/>
                      </a:lnTo>
                      <a:lnTo>
                        <a:pt x="436" y="122"/>
                      </a:lnTo>
                      <a:lnTo>
                        <a:pt x="446" y="128"/>
                      </a:lnTo>
                      <a:lnTo>
                        <a:pt x="456" y="134"/>
                      </a:lnTo>
                      <a:lnTo>
                        <a:pt x="464" y="142"/>
                      </a:lnTo>
                      <a:lnTo>
                        <a:pt x="466" y="144"/>
                      </a:lnTo>
                      <a:lnTo>
                        <a:pt x="470" y="152"/>
                      </a:lnTo>
                      <a:lnTo>
                        <a:pt x="476" y="162"/>
                      </a:lnTo>
                      <a:lnTo>
                        <a:pt x="480" y="170"/>
                      </a:lnTo>
                      <a:lnTo>
                        <a:pt x="480" y="176"/>
                      </a:lnTo>
                      <a:lnTo>
                        <a:pt x="480" y="186"/>
                      </a:lnTo>
                      <a:lnTo>
                        <a:pt x="478" y="192"/>
                      </a:lnTo>
                      <a:lnTo>
                        <a:pt x="488" y="192"/>
                      </a:lnTo>
                      <a:lnTo>
                        <a:pt x="490" y="192"/>
                      </a:lnTo>
                      <a:lnTo>
                        <a:pt x="488" y="192"/>
                      </a:lnTo>
                      <a:lnTo>
                        <a:pt x="474" y="198"/>
                      </a:lnTo>
                      <a:lnTo>
                        <a:pt x="406" y="224"/>
                      </a:lnTo>
                      <a:lnTo>
                        <a:pt x="358" y="224"/>
                      </a:lnTo>
                      <a:lnTo>
                        <a:pt x="272"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grpSp>
        <p:sp>
          <p:nvSpPr>
            <p:cNvPr id="22" name="Freeform 82"/>
            <p:cNvSpPr>
              <a:spLocks/>
            </p:cNvSpPr>
            <p:nvPr/>
          </p:nvSpPr>
          <p:spPr bwMode="auto">
            <a:xfrm>
              <a:off x="7215141" y="1613809"/>
              <a:ext cx="498712" cy="762719"/>
            </a:xfrm>
            <a:custGeom>
              <a:avLst/>
              <a:gdLst>
                <a:gd name="T0" fmla="*/ 496715 w 440"/>
                <a:gd name="T1" fmla="*/ 24949 h 670"/>
                <a:gd name="T2" fmla="*/ 498983 w 440"/>
                <a:gd name="T3" fmla="*/ 9072 h 670"/>
                <a:gd name="T4" fmla="*/ 498983 w 440"/>
                <a:gd name="T5" fmla="*/ 0 h 670"/>
                <a:gd name="T6" fmla="*/ 467230 w 440"/>
                <a:gd name="T7" fmla="*/ 0 h 670"/>
                <a:gd name="T8" fmla="*/ 467230 w 440"/>
                <a:gd name="T9" fmla="*/ 4536 h 670"/>
                <a:gd name="T10" fmla="*/ 442280 w 440"/>
                <a:gd name="T11" fmla="*/ 29485 h 670"/>
                <a:gd name="T12" fmla="*/ 410527 w 440"/>
                <a:gd name="T13" fmla="*/ 61239 h 670"/>
                <a:gd name="T14" fmla="*/ 385578 w 440"/>
                <a:gd name="T15" fmla="*/ 86188 h 670"/>
                <a:gd name="T16" fmla="*/ 344752 w 440"/>
                <a:gd name="T17" fmla="*/ 111137 h 670"/>
                <a:gd name="T18" fmla="*/ 265368 w 440"/>
                <a:gd name="T19" fmla="*/ 151963 h 670"/>
                <a:gd name="T20" fmla="*/ 224542 w 440"/>
                <a:gd name="T21" fmla="*/ 176912 h 670"/>
                <a:gd name="T22" fmla="*/ 199593 w 440"/>
                <a:gd name="T23" fmla="*/ 192789 h 670"/>
                <a:gd name="T24" fmla="*/ 183716 w 440"/>
                <a:gd name="T25" fmla="*/ 217738 h 670"/>
                <a:gd name="T26" fmla="*/ 183716 w 440"/>
                <a:gd name="T27" fmla="*/ 242687 h 670"/>
                <a:gd name="T28" fmla="*/ 167840 w 440"/>
                <a:gd name="T29" fmla="*/ 217738 h 670"/>
                <a:gd name="T30" fmla="*/ 158767 w 440"/>
                <a:gd name="T31" fmla="*/ 176912 h 670"/>
                <a:gd name="T32" fmla="*/ 142891 w 440"/>
                <a:gd name="T33" fmla="*/ 151963 h 670"/>
                <a:gd name="T34" fmla="*/ 136086 w 440"/>
                <a:gd name="T35" fmla="*/ 136086 h 670"/>
                <a:gd name="T36" fmla="*/ 136086 w 440"/>
                <a:gd name="T37" fmla="*/ 111137 h 670"/>
                <a:gd name="T38" fmla="*/ 136086 w 440"/>
                <a:gd name="T39" fmla="*/ 86188 h 670"/>
                <a:gd name="T40" fmla="*/ 167840 w 440"/>
                <a:gd name="T41" fmla="*/ 79384 h 670"/>
                <a:gd name="T42" fmla="*/ 190521 w 440"/>
                <a:gd name="T43" fmla="*/ 61239 h 670"/>
                <a:gd name="T44" fmla="*/ 199593 w 440"/>
                <a:gd name="T45" fmla="*/ 38558 h 670"/>
                <a:gd name="T46" fmla="*/ 115673 w 440"/>
                <a:gd name="T47" fmla="*/ 52166 h 670"/>
                <a:gd name="T48" fmla="*/ 102065 w 440"/>
                <a:gd name="T49" fmla="*/ 74847 h 670"/>
                <a:gd name="T50" fmla="*/ 88456 w 440"/>
                <a:gd name="T51" fmla="*/ 90724 h 670"/>
                <a:gd name="T52" fmla="*/ 88456 w 440"/>
                <a:gd name="T53" fmla="*/ 90724 h 670"/>
                <a:gd name="T54" fmla="*/ 72579 w 440"/>
                <a:gd name="T55" fmla="*/ 140622 h 670"/>
                <a:gd name="T56" fmla="*/ 56703 w 440"/>
                <a:gd name="T57" fmla="*/ 240419 h 670"/>
                <a:gd name="T58" fmla="*/ 24949 w 440"/>
                <a:gd name="T59" fmla="*/ 446817 h 670"/>
                <a:gd name="T60" fmla="*/ 9072 w 440"/>
                <a:gd name="T61" fmla="*/ 653214 h 670"/>
                <a:gd name="T62" fmla="*/ 0 w 440"/>
                <a:gd name="T63" fmla="*/ 728062 h 670"/>
                <a:gd name="T64" fmla="*/ 9072 w 440"/>
                <a:gd name="T65" fmla="*/ 759815 h 670"/>
                <a:gd name="T66" fmla="*/ 56703 w 440"/>
                <a:gd name="T67" fmla="*/ 669091 h 670"/>
                <a:gd name="T68" fmla="*/ 176912 w 440"/>
                <a:gd name="T69" fmla="*/ 446817 h 670"/>
                <a:gd name="T70" fmla="*/ 247223 w 440"/>
                <a:gd name="T71" fmla="*/ 322071 h 670"/>
                <a:gd name="T72" fmla="*/ 328875 w 440"/>
                <a:gd name="T73" fmla="*/ 206398 h 670"/>
                <a:gd name="T74" fmla="*/ 392382 w 440"/>
                <a:gd name="T75" fmla="*/ 115673 h 670"/>
                <a:gd name="T76" fmla="*/ 424136 w 440"/>
                <a:gd name="T77" fmla="*/ 81652 h 670"/>
                <a:gd name="T78" fmla="*/ 446817 w 440"/>
                <a:gd name="T79" fmla="*/ 58971 h 670"/>
                <a:gd name="T80" fmla="*/ 469498 w 440"/>
                <a:gd name="T81" fmla="*/ 43094 h 670"/>
                <a:gd name="T82" fmla="*/ 496715 w 440"/>
                <a:gd name="T83" fmla="*/ 24949 h 6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0"/>
                <a:gd name="T127" fmla="*/ 0 h 670"/>
                <a:gd name="T128" fmla="*/ 440 w 440"/>
                <a:gd name="T129" fmla="*/ 670 h 6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0" h="670">
                  <a:moveTo>
                    <a:pt x="438" y="22"/>
                  </a:moveTo>
                  <a:lnTo>
                    <a:pt x="440" y="8"/>
                  </a:lnTo>
                  <a:lnTo>
                    <a:pt x="440" y="0"/>
                  </a:lnTo>
                  <a:lnTo>
                    <a:pt x="412" y="0"/>
                  </a:lnTo>
                  <a:lnTo>
                    <a:pt x="412" y="4"/>
                  </a:lnTo>
                  <a:lnTo>
                    <a:pt x="390" y="26"/>
                  </a:lnTo>
                  <a:lnTo>
                    <a:pt x="362" y="54"/>
                  </a:lnTo>
                  <a:lnTo>
                    <a:pt x="340" y="76"/>
                  </a:lnTo>
                  <a:lnTo>
                    <a:pt x="304" y="98"/>
                  </a:lnTo>
                  <a:lnTo>
                    <a:pt x="234" y="134"/>
                  </a:lnTo>
                  <a:lnTo>
                    <a:pt x="198" y="156"/>
                  </a:lnTo>
                  <a:lnTo>
                    <a:pt x="176" y="170"/>
                  </a:lnTo>
                  <a:lnTo>
                    <a:pt x="162" y="192"/>
                  </a:lnTo>
                  <a:lnTo>
                    <a:pt x="162" y="214"/>
                  </a:lnTo>
                  <a:lnTo>
                    <a:pt x="148" y="192"/>
                  </a:lnTo>
                  <a:lnTo>
                    <a:pt x="140" y="156"/>
                  </a:lnTo>
                  <a:lnTo>
                    <a:pt x="126" y="134"/>
                  </a:lnTo>
                  <a:lnTo>
                    <a:pt x="120" y="120"/>
                  </a:lnTo>
                  <a:lnTo>
                    <a:pt x="120" y="98"/>
                  </a:lnTo>
                  <a:lnTo>
                    <a:pt x="120" y="76"/>
                  </a:lnTo>
                  <a:lnTo>
                    <a:pt x="148" y="70"/>
                  </a:lnTo>
                  <a:lnTo>
                    <a:pt x="168" y="54"/>
                  </a:lnTo>
                  <a:lnTo>
                    <a:pt x="176" y="34"/>
                  </a:lnTo>
                  <a:lnTo>
                    <a:pt x="102" y="46"/>
                  </a:lnTo>
                  <a:lnTo>
                    <a:pt x="90" y="66"/>
                  </a:lnTo>
                  <a:lnTo>
                    <a:pt x="78" y="80"/>
                  </a:lnTo>
                  <a:lnTo>
                    <a:pt x="64" y="124"/>
                  </a:lnTo>
                  <a:lnTo>
                    <a:pt x="50" y="212"/>
                  </a:lnTo>
                  <a:lnTo>
                    <a:pt x="22" y="394"/>
                  </a:lnTo>
                  <a:lnTo>
                    <a:pt x="8" y="576"/>
                  </a:lnTo>
                  <a:lnTo>
                    <a:pt x="0" y="642"/>
                  </a:lnTo>
                  <a:lnTo>
                    <a:pt x="8" y="670"/>
                  </a:lnTo>
                  <a:lnTo>
                    <a:pt x="50" y="590"/>
                  </a:lnTo>
                  <a:lnTo>
                    <a:pt x="156" y="394"/>
                  </a:lnTo>
                  <a:lnTo>
                    <a:pt x="218" y="284"/>
                  </a:lnTo>
                  <a:lnTo>
                    <a:pt x="290" y="182"/>
                  </a:lnTo>
                  <a:lnTo>
                    <a:pt x="346" y="102"/>
                  </a:lnTo>
                  <a:lnTo>
                    <a:pt x="374" y="72"/>
                  </a:lnTo>
                  <a:lnTo>
                    <a:pt x="394" y="52"/>
                  </a:lnTo>
                  <a:lnTo>
                    <a:pt x="414" y="38"/>
                  </a:lnTo>
                  <a:lnTo>
                    <a:pt x="438"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23" name="Freeform 64"/>
            <p:cNvSpPr>
              <a:spLocks/>
            </p:cNvSpPr>
            <p:nvPr/>
          </p:nvSpPr>
          <p:spPr bwMode="auto">
            <a:xfrm>
              <a:off x="6150186" y="2039270"/>
              <a:ext cx="145458" cy="207542"/>
            </a:xfrm>
            <a:custGeom>
              <a:avLst/>
              <a:gdLst>
                <a:gd name="T0" fmla="*/ 142890 w 126"/>
                <a:gd name="T1" fmla="*/ 24949 h 186"/>
                <a:gd name="T2" fmla="*/ 117941 w 126"/>
                <a:gd name="T3" fmla="*/ 0 h 186"/>
                <a:gd name="T4" fmla="*/ 117941 w 126"/>
                <a:gd name="T5" fmla="*/ 0 h 186"/>
                <a:gd name="T6" fmla="*/ 95260 w 126"/>
                <a:gd name="T7" fmla="*/ 22681 h 186"/>
                <a:gd name="T8" fmla="*/ 65775 w 126"/>
                <a:gd name="T9" fmla="*/ 58971 h 186"/>
                <a:gd name="T10" fmla="*/ 31753 w 126"/>
                <a:gd name="T11" fmla="*/ 102065 h 186"/>
                <a:gd name="T12" fmla="*/ 15877 w 126"/>
                <a:gd name="T13" fmla="*/ 127014 h 186"/>
                <a:gd name="T14" fmla="*/ 0 w 126"/>
                <a:gd name="T15" fmla="*/ 151963 h 186"/>
                <a:gd name="T16" fmla="*/ 45362 w 126"/>
                <a:gd name="T17" fmla="*/ 210934 h 186"/>
                <a:gd name="T18" fmla="*/ 45362 w 126"/>
                <a:gd name="T19" fmla="*/ 210934 h 186"/>
                <a:gd name="T20" fmla="*/ 56702 w 126"/>
                <a:gd name="T21" fmla="*/ 204130 h 186"/>
                <a:gd name="T22" fmla="*/ 68043 w 126"/>
                <a:gd name="T23" fmla="*/ 197325 h 186"/>
                <a:gd name="T24" fmla="*/ 77115 w 126"/>
                <a:gd name="T25" fmla="*/ 185985 h 186"/>
                <a:gd name="T26" fmla="*/ 86188 w 126"/>
                <a:gd name="T27" fmla="*/ 172376 h 186"/>
                <a:gd name="T28" fmla="*/ 104332 w 126"/>
                <a:gd name="T29" fmla="*/ 142891 h 186"/>
                <a:gd name="T30" fmla="*/ 117941 w 126"/>
                <a:gd name="T31" fmla="*/ 111137 h 186"/>
                <a:gd name="T32" fmla="*/ 129281 w 126"/>
                <a:gd name="T33" fmla="*/ 79384 h 186"/>
                <a:gd name="T34" fmla="*/ 136086 w 126"/>
                <a:gd name="T35" fmla="*/ 52166 h 186"/>
                <a:gd name="T36" fmla="*/ 142890 w 126"/>
                <a:gd name="T37" fmla="*/ 24949 h 186"/>
                <a:gd name="T38" fmla="*/ 142890 w 126"/>
                <a:gd name="T39" fmla="*/ 24949 h 18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6"/>
                <a:gd name="T61" fmla="*/ 0 h 186"/>
                <a:gd name="T62" fmla="*/ 126 w 126"/>
                <a:gd name="T63" fmla="*/ 186 h 18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6" h="186">
                  <a:moveTo>
                    <a:pt x="126" y="22"/>
                  </a:moveTo>
                  <a:lnTo>
                    <a:pt x="104" y="0"/>
                  </a:lnTo>
                  <a:lnTo>
                    <a:pt x="84" y="20"/>
                  </a:lnTo>
                  <a:lnTo>
                    <a:pt x="58" y="52"/>
                  </a:lnTo>
                  <a:lnTo>
                    <a:pt x="28" y="90"/>
                  </a:lnTo>
                  <a:lnTo>
                    <a:pt x="14" y="112"/>
                  </a:lnTo>
                  <a:lnTo>
                    <a:pt x="0" y="134"/>
                  </a:lnTo>
                  <a:lnTo>
                    <a:pt x="40" y="186"/>
                  </a:lnTo>
                  <a:lnTo>
                    <a:pt x="50" y="180"/>
                  </a:lnTo>
                  <a:lnTo>
                    <a:pt x="60" y="174"/>
                  </a:lnTo>
                  <a:lnTo>
                    <a:pt x="68" y="164"/>
                  </a:lnTo>
                  <a:lnTo>
                    <a:pt x="76" y="152"/>
                  </a:lnTo>
                  <a:lnTo>
                    <a:pt x="92" y="126"/>
                  </a:lnTo>
                  <a:lnTo>
                    <a:pt x="104" y="98"/>
                  </a:lnTo>
                  <a:lnTo>
                    <a:pt x="114" y="70"/>
                  </a:lnTo>
                  <a:lnTo>
                    <a:pt x="120" y="46"/>
                  </a:lnTo>
                  <a:lnTo>
                    <a:pt x="126"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24" name="Freeform 81"/>
            <p:cNvSpPr>
              <a:spLocks/>
            </p:cNvSpPr>
            <p:nvPr/>
          </p:nvSpPr>
          <p:spPr bwMode="auto">
            <a:xfrm>
              <a:off x="7147609" y="2822743"/>
              <a:ext cx="223380" cy="217919"/>
            </a:xfrm>
            <a:custGeom>
              <a:avLst/>
              <a:gdLst>
                <a:gd name="T0" fmla="*/ 0 w 196"/>
                <a:gd name="T1" fmla="*/ 43094 h 192"/>
                <a:gd name="T2" fmla="*/ 0 w 196"/>
                <a:gd name="T3" fmla="*/ 43094 h 192"/>
                <a:gd name="T4" fmla="*/ 13609 w 196"/>
                <a:gd name="T5" fmla="*/ 63507 h 192"/>
                <a:gd name="T6" fmla="*/ 27217 w 196"/>
                <a:gd name="T7" fmla="*/ 83920 h 192"/>
                <a:gd name="T8" fmla="*/ 40826 w 196"/>
                <a:gd name="T9" fmla="*/ 108869 h 192"/>
                <a:gd name="T10" fmla="*/ 52166 w 196"/>
                <a:gd name="T11" fmla="*/ 136086 h 192"/>
                <a:gd name="T12" fmla="*/ 56703 w 196"/>
                <a:gd name="T13" fmla="*/ 149695 h 192"/>
                <a:gd name="T14" fmla="*/ 61239 w 196"/>
                <a:gd name="T15" fmla="*/ 165572 h 192"/>
                <a:gd name="T16" fmla="*/ 61239 w 196"/>
                <a:gd name="T17" fmla="*/ 179180 h 192"/>
                <a:gd name="T18" fmla="*/ 61239 w 196"/>
                <a:gd name="T19" fmla="*/ 192789 h 192"/>
                <a:gd name="T20" fmla="*/ 58971 w 196"/>
                <a:gd name="T21" fmla="*/ 206397 h 192"/>
                <a:gd name="T22" fmla="*/ 52166 w 196"/>
                <a:gd name="T23" fmla="*/ 217738 h 192"/>
                <a:gd name="T24" fmla="*/ 222274 w 196"/>
                <a:gd name="T25" fmla="*/ 201861 h 192"/>
                <a:gd name="T26" fmla="*/ 222274 w 196"/>
                <a:gd name="T27" fmla="*/ 201861 h 192"/>
                <a:gd name="T28" fmla="*/ 215470 w 196"/>
                <a:gd name="T29" fmla="*/ 172376 h 192"/>
                <a:gd name="T30" fmla="*/ 197325 w 196"/>
                <a:gd name="T31" fmla="*/ 108869 h 192"/>
                <a:gd name="T32" fmla="*/ 183716 w 196"/>
                <a:gd name="T33" fmla="*/ 72579 h 192"/>
                <a:gd name="T34" fmla="*/ 170108 w 196"/>
                <a:gd name="T35" fmla="*/ 40826 h 192"/>
                <a:gd name="T36" fmla="*/ 163303 w 196"/>
                <a:gd name="T37" fmla="*/ 27217 h 192"/>
                <a:gd name="T38" fmla="*/ 156499 w 196"/>
                <a:gd name="T39" fmla="*/ 15877 h 192"/>
                <a:gd name="T40" fmla="*/ 147427 w 196"/>
                <a:gd name="T41" fmla="*/ 6804 h 192"/>
                <a:gd name="T42" fmla="*/ 140622 w 196"/>
                <a:gd name="T43" fmla="*/ 0 h 192"/>
                <a:gd name="T44" fmla="*/ 0 w 196"/>
                <a:gd name="T45" fmla="*/ 43094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6"/>
                <a:gd name="T70" fmla="*/ 0 h 192"/>
                <a:gd name="T71" fmla="*/ 196 w 196"/>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6" h="192">
                  <a:moveTo>
                    <a:pt x="0" y="38"/>
                  </a:moveTo>
                  <a:lnTo>
                    <a:pt x="0" y="38"/>
                  </a:lnTo>
                  <a:lnTo>
                    <a:pt x="12" y="56"/>
                  </a:lnTo>
                  <a:lnTo>
                    <a:pt x="24" y="74"/>
                  </a:lnTo>
                  <a:lnTo>
                    <a:pt x="36" y="96"/>
                  </a:lnTo>
                  <a:lnTo>
                    <a:pt x="46" y="120"/>
                  </a:lnTo>
                  <a:lnTo>
                    <a:pt x="50" y="132"/>
                  </a:lnTo>
                  <a:lnTo>
                    <a:pt x="54" y="146"/>
                  </a:lnTo>
                  <a:lnTo>
                    <a:pt x="54" y="158"/>
                  </a:lnTo>
                  <a:lnTo>
                    <a:pt x="54" y="170"/>
                  </a:lnTo>
                  <a:lnTo>
                    <a:pt x="52" y="182"/>
                  </a:lnTo>
                  <a:lnTo>
                    <a:pt x="46" y="192"/>
                  </a:lnTo>
                  <a:lnTo>
                    <a:pt x="196" y="178"/>
                  </a:lnTo>
                  <a:lnTo>
                    <a:pt x="190" y="152"/>
                  </a:lnTo>
                  <a:lnTo>
                    <a:pt x="174" y="96"/>
                  </a:lnTo>
                  <a:lnTo>
                    <a:pt x="162" y="64"/>
                  </a:lnTo>
                  <a:lnTo>
                    <a:pt x="150" y="36"/>
                  </a:lnTo>
                  <a:lnTo>
                    <a:pt x="144" y="24"/>
                  </a:lnTo>
                  <a:lnTo>
                    <a:pt x="138" y="14"/>
                  </a:lnTo>
                  <a:lnTo>
                    <a:pt x="130" y="6"/>
                  </a:lnTo>
                  <a:lnTo>
                    <a:pt x="124" y="0"/>
                  </a:lnTo>
                  <a:lnTo>
                    <a:pt x="0" y="38"/>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sp>
        <p:nvSpPr>
          <p:cNvPr id="52" name="TextBox 51"/>
          <p:cNvSpPr txBox="1"/>
          <p:nvPr/>
        </p:nvSpPr>
        <p:spPr>
          <a:xfrm>
            <a:off x="577936" y="2764512"/>
            <a:ext cx="9332294" cy="2544731"/>
          </a:xfrm>
          <a:prstGeom prst="rect">
            <a:avLst/>
          </a:prstGeom>
          <a:noFill/>
        </p:spPr>
        <p:txBody>
          <a:bodyPr wrap="square" rIns="144000" bIns="36000" numCol="1" spcCol="360000">
            <a:spAutoFit/>
          </a:bodyPr>
          <a:lstStyle/>
          <a:p>
            <a:pPr algn="ctr" rtl="1" fontAlgn="auto">
              <a:spcBef>
                <a:spcPts val="0"/>
              </a:spcBef>
              <a:spcAft>
                <a:spcPts val="0"/>
              </a:spcAft>
              <a:defRPr/>
            </a:pPr>
            <a:r>
              <a:rPr lang="ar-SA" sz="3200" b="1" dirty="0">
                <a:solidFill>
                  <a:schemeClr val="bg2">
                    <a:lumMod val="10000"/>
                  </a:schemeClr>
                </a:solidFill>
              </a:rPr>
              <a:t>تكنولوجيا في الأصل كلمة يونانية مشتقة من كلمتين: (تكنو Techno) بمعنى "حرفه أو صنعة" و (لوجي Logy) بمعنى "فن أو علم"، ومن هنا يتضح لنا أن معنى هذه الكلمة المركبة هو "فن الحرفة أو علم الحرفة أو فن </a:t>
            </a:r>
            <a:r>
              <a:rPr lang="ar-SA" sz="3200" b="1" dirty="0" smtClean="0">
                <a:solidFill>
                  <a:schemeClr val="bg2">
                    <a:lumMod val="10000"/>
                  </a:schemeClr>
                </a:solidFill>
              </a:rPr>
              <a:t>الصنعة</a:t>
            </a:r>
            <a:endParaRPr lang="en-US" sz="3200" b="1" dirty="0" smtClean="0">
              <a:solidFill>
                <a:schemeClr val="bg2">
                  <a:lumMod val="10000"/>
                </a:schemeClr>
              </a:solidFill>
            </a:endParaRPr>
          </a:p>
          <a:p>
            <a:pPr algn="r" fontAlgn="auto">
              <a:spcBef>
                <a:spcPts val="0"/>
              </a:spcBef>
              <a:spcAft>
                <a:spcPts val="0"/>
              </a:spcAft>
              <a:defRPr/>
            </a:pPr>
            <a:endParaRPr lang="en-US" sz="3200" dirty="0">
              <a:solidFill>
                <a:prstClr val="white">
                  <a:lumMod val="65000"/>
                </a:prstClr>
              </a:solidFill>
              <a:latin typeface="Roboto" panose="02000000000000000000" pitchFamily="2" charset="0"/>
              <a:ea typeface="Roboto" panose="02000000000000000000" pitchFamily="2" charset="0"/>
              <a:cs typeface="+mn-cs"/>
            </a:endParaRPr>
          </a:p>
        </p:txBody>
      </p:sp>
      <p:sp>
        <p:nvSpPr>
          <p:cNvPr id="3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907129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4" fill="hold" nodeType="withEffect">
                                  <p:stCondLst>
                                    <p:cond delay="1500"/>
                                  </p:stCondLst>
                                  <p:childTnLst>
                                    <p:set>
                                      <p:cBhvr>
                                        <p:cTn id="10" dur="1" fill="hold">
                                          <p:stCondLst>
                                            <p:cond delay="0"/>
                                          </p:stCondLst>
                                        </p:cTn>
                                        <p:tgtEl>
                                          <p:spTgt spid="20"/>
                                        </p:tgtEl>
                                        <p:attrNameLst>
                                          <p:attrName>style.visibility</p:attrName>
                                        </p:attrNameLst>
                                      </p:cBhvr>
                                      <p:to>
                                        <p:strVal val="visible"/>
                                      </p:to>
                                    </p:set>
                                    <p:animEffect transition="in" filter="wipe(down)">
                                      <p:cBhvr>
                                        <p:cTn id="11" dur="1000"/>
                                        <p:tgtEl>
                                          <p:spTgt spid="20"/>
                                        </p:tgtEl>
                                      </p:cBhvr>
                                    </p:animEffect>
                                  </p:childTnLst>
                                </p:cTn>
                              </p:par>
                            </p:childTnLst>
                          </p:cTn>
                        </p:par>
                        <p:par>
                          <p:cTn id="12" fill="hold">
                            <p:stCondLst>
                              <p:cond delay="2500"/>
                            </p:stCondLst>
                            <p:childTnLst>
                              <p:par>
                                <p:cTn id="13" presetID="10" presetClass="entr" presetSubtype="0" fill="hold"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1447186" y="285056"/>
            <a:ext cx="8520074"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r" rtl="1">
              <a:buNone/>
            </a:pPr>
            <a:r>
              <a:rPr lang="ar-SA" sz="4800" b="1" u="sng" dirty="0">
                <a:solidFill>
                  <a:schemeClr val="bg2">
                    <a:lumMod val="10000"/>
                  </a:schemeClr>
                </a:solidFill>
              </a:rPr>
              <a:t>هل التكنولوجيا هي التقنيات؟</a:t>
            </a:r>
            <a:endParaRPr lang="en-US" sz="4800" u="sng" dirty="0">
              <a:solidFill>
                <a:schemeClr val="bg2">
                  <a:lumMod val="10000"/>
                </a:schemeClr>
              </a:solidFill>
            </a:endParaRPr>
          </a:p>
        </p:txBody>
      </p:sp>
      <p:grpSp>
        <p:nvGrpSpPr>
          <p:cNvPr id="20" name="Gruppe 58"/>
          <p:cNvGrpSpPr>
            <a:grpSpLocks noChangeAspect="1"/>
          </p:cNvGrpSpPr>
          <p:nvPr/>
        </p:nvGrpSpPr>
        <p:grpSpPr bwMode="auto">
          <a:xfrm>
            <a:off x="9607368" y="1596335"/>
            <a:ext cx="1891897" cy="4129915"/>
            <a:chOff x="5698227" y="835527"/>
            <a:chExt cx="2498756" cy="5447978"/>
          </a:xfrm>
        </p:grpSpPr>
        <p:grpSp>
          <p:nvGrpSpPr>
            <p:cNvPr id="25" name="Gruppe 53"/>
            <p:cNvGrpSpPr>
              <a:grpSpLocks/>
            </p:cNvGrpSpPr>
            <p:nvPr/>
          </p:nvGrpSpPr>
          <p:grpSpPr bwMode="auto">
            <a:xfrm>
              <a:off x="5698227" y="835527"/>
              <a:ext cx="2498756" cy="5447978"/>
              <a:chOff x="12653385" y="-4318001"/>
              <a:chExt cx="3497872" cy="7626367"/>
            </a:xfrm>
          </p:grpSpPr>
          <p:sp>
            <p:nvSpPr>
              <p:cNvPr id="27" name="Freeform 63"/>
              <p:cNvSpPr>
                <a:spLocks/>
              </p:cNvSpPr>
              <p:nvPr/>
            </p:nvSpPr>
            <p:spPr bwMode="auto">
              <a:xfrm>
                <a:off x="12653385" y="-2814515"/>
                <a:ext cx="778115" cy="435792"/>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8425 w 490"/>
                  <a:gd name="T9" fmla="*/ 415925 h 278"/>
                  <a:gd name="T10" fmla="*/ 63500 w 490"/>
                  <a:gd name="T11" fmla="*/ 425450 h 278"/>
                  <a:gd name="T12" fmla="*/ 38100 w 490"/>
                  <a:gd name="T13" fmla="*/ 431800 h 278"/>
                  <a:gd name="T14" fmla="*/ 31750 w 490"/>
                  <a:gd name="T15" fmla="*/ 431800 h 278"/>
                  <a:gd name="T16" fmla="*/ 15875 w 490"/>
                  <a:gd name="T17" fmla="*/ 441325 h 278"/>
                  <a:gd name="T18" fmla="*/ 9525 w 490"/>
                  <a:gd name="T19" fmla="*/ 438150 h 278"/>
                  <a:gd name="T20" fmla="*/ 6350 w 490"/>
                  <a:gd name="T21" fmla="*/ 438150 h 278"/>
                  <a:gd name="T22" fmla="*/ 3175 w 490"/>
                  <a:gd name="T23" fmla="*/ 434975 h 278"/>
                  <a:gd name="T24" fmla="*/ 0 w 490"/>
                  <a:gd name="T25" fmla="*/ 428625 h 278"/>
                  <a:gd name="T26" fmla="*/ 0 w 490"/>
                  <a:gd name="T27" fmla="*/ 425450 h 278"/>
                  <a:gd name="T28" fmla="*/ 6350 w 490"/>
                  <a:gd name="T29" fmla="*/ 403225 h 278"/>
                  <a:gd name="T30" fmla="*/ 22225 w 490"/>
                  <a:gd name="T31" fmla="*/ 384175 h 278"/>
                  <a:gd name="T32" fmla="*/ 117475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8100 w 490"/>
                  <a:gd name="T45" fmla="*/ 244475 h 278"/>
                  <a:gd name="T46" fmla="*/ 41275 w 490"/>
                  <a:gd name="T47" fmla="*/ 241300 h 278"/>
                  <a:gd name="T48" fmla="*/ 66675 w 490"/>
                  <a:gd name="T49" fmla="*/ 228600 h 278"/>
                  <a:gd name="T50" fmla="*/ 111125 w 490"/>
                  <a:gd name="T51" fmla="*/ 231775 h 278"/>
                  <a:gd name="T52" fmla="*/ 266700 w 490"/>
                  <a:gd name="T53" fmla="*/ 244475 h 278"/>
                  <a:gd name="T54" fmla="*/ 377825 w 490"/>
                  <a:gd name="T55" fmla="*/ 222250 h 278"/>
                  <a:gd name="T56" fmla="*/ 447675 w 490"/>
                  <a:gd name="T57" fmla="*/ 206375 h 278"/>
                  <a:gd name="T58" fmla="*/ 450850 w 490"/>
                  <a:gd name="T59" fmla="*/ 200025 h 278"/>
                  <a:gd name="T60" fmla="*/ 441325 w 490"/>
                  <a:gd name="T61" fmla="*/ 165100 h 278"/>
                  <a:gd name="T62" fmla="*/ 431800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52425 w 490"/>
                  <a:gd name="T73" fmla="*/ 12700 h 278"/>
                  <a:gd name="T74" fmla="*/ 365125 w 490"/>
                  <a:gd name="T75" fmla="*/ 6350 h 278"/>
                  <a:gd name="T76" fmla="*/ 384175 w 490"/>
                  <a:gd name="T77" fmla="*/ 0 h 278"/>
                  <a:gd name="T78" fmla="*/ 403225 w 490"/>
                  <a:gd name="T79" fmla="*/ 9525 h 278"/>
                  <a:gd name="T80" fmla="*/ 415925 w 490"/>
                  <a:gd name="T81" fmla="*/ 25400 h 278"/>
                  <a:gd name="T82" fmla="*/ 457200 w 490"/>
                  <a:gd name="T83" fmla="*/ 73025 h 278"/>
                  <a:gd name="T84" fmla="*/ 479425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11200 w 490"/>
                  <a:gd name="T95" fmla="*/ 203200 h 278"/>
                  <a:gd name="T96" fmla="*/ 739775 w 490"/>
                  <a:gd name="T97" fmla="*/ 228600 h 278"/>
                  <a:gd name="T98" fmla="*/ 755650 w 490"/>
                  <a:gd name="T99" fmla="*/ 257175 h 278"/>
                  <a:gd name="T100" fmla="*/ 762000 w 490"/>
                  <a:gd name="T101" fmla="*/ 279400 h 278"/>
                  <a:gd name="T102" fmla="*/ 762000 w 490"/>
                  <a:gd name="T103" fmla="*/ 304800 h 278"/>
                  <a:gd name="T104" fmla="*/ 762000 w 490"/>
                  <a:gd name="T105" fmla="*/ 304800 h 278"/>
                  <a:gd name="T106" fmla="*/ 777875 w 490"/>
                  <a:gd name="T107" fmla="*/ 304800 h 278"/>
                  <a:gd name="T108" fmla="*/ 647700 w 490"/>
                  <a:gd name="T109" fmla="*/ 355600 h 278"/>
                  <a:gd name="T110" fmla="*/ 434975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50" y="242"/>
                    </a:lnTo>
                    <a:lnTo>
                      <a:pt x="120" y="248"/>
                    </a:lnTo>
                    <a:lnTo>
                      <a:pt x="98" y="252"/>
                    </a:lnTo>
                    <a:lnTo>
                      <a:pt x="80" y="258"/>
                    </a:lnTo>
                    <a:lnTo>
                      <a:pt x="62" y="262"/>
                    </a:lnTo>
                    <a:lnTo>
                      <a:pt x="40" y="268"/>
                    </a:lnTo>
                    <a:lnTo>
                      <a:pt x="26" y="272"/>
                    </a:lnTo>
                    <a:lnTo>
                      <a:pt x="24" y="272"/>
                    </a:lnTo>
                    <a:lnTo>
                      <a:pt x="20" y="272"/>
                    </a:lnTo>
                    <a:lnTo>
                      <a:pt x="16" y="276"/>
                    </a:lnTo>
                    <a:lnTo>
                      <a:pt x="10" y="278"/>
                    </a:lnTo>
                    <a:lnTo>
                      <a:pt x="6" y="276"/>
                    </a:lnTo>
                    <a:lnTo>
                      <a:pt x="4" y="276"/>
                    </a:lnTo>
                    <a:lnTo>
                      <a:pt x="2" y="274"/>
                    </a:lnTo>
                    <a:lnTo>
                      <a:pt x="2" y="272"/>
                    </a:lnTo>
                    <a:lnTo>
                      <a:pt x="0" y="270"/>
                    </a:lnTo>
                    <a:lnTo>
                      <a:pt x="0" y="268"/>
                    </a:lnTo>
                    <a:lnTo>
                      <a:pt x="2" y="266"/>
                    </a:lnTo>
                    <a:lnTo>
                      <a:pt x="4" y="254"/>
                    </a:lnTo>
                    <a:lnTo>
                      <a:pt x="8" y="248"/>
                    </a:lnTo>
                    <a:lnTo>
                      <a:pt x="14" y="242"/>
                    </a:lnTo>
                    <a:lnTo>
                      <a:pt x="22" y="236"/>
                    </a:lnTo>
                    <a:lnTo>
                      <a:pt x="30" y="232"/>
                    </a:lnTo>
                    <a:lnTo>
                      <a:pt x="74" y="210"/>
                    </a:lnTo>
                    <a:lnTo>
                      <a:pt x="94" y="202"/>
                    </a:lnTo>
                    <a:lnTo>
                      <a:pt x="110" y="200"/>
                    </a:lnTo>
                    <a:lnTo>
                      <a:pt x="114" y="200"/>
                    </a:lnTo>
                    <a:lnTo>
                      <a:pt x="114" y="198"/>
                    </a:lnTo>
                    <a:lnTo>
                      <a:pt x="102" y="194"/>
                    </a:lnTo>
                    <a:lnTo>
                      <a:pt x="46" y="182"/>
                    </a:lnTo>
                    <a:lnTo>
                      <a:pt x="28" y="176"/>
                    </a:lnTo>
                    <a:lnTo>
                      <a:pt x="24" y="174"/>
                    </a:lnTo>
                    <a:lnTo>
                      <a:pt x="20" y="172"/>
                    </a:lnTo>
                    <a:lnTo>
                      <a:pt x="18" y="162"/>
                    </a:lnTo>
                    <a:lnTo>
                      <a:pt x="20" y="158"/>
                    </a:lnTo>
                    <a:lnTo>
                      <a:pt x="24" y="154"/>
                    </a:lnTo>
                    <a:lnTo>
                      <a:pt x="26" y="152"/>
                    </a:lnTo>
                    <a:lnTo>
                      <a:pt x="34" y="148"/>
                    </a:lnTo>
                    <a:lnTo>
                      <a:pt x="42" y="144"/>
                    </a:lnTo>
                    <a:lnTo>
                      <a:pt x="52" y="144"/>
                    </a:lnTo>
                    <a:lnTo>
                      <a:pt x="70" y="146"/>
                    </a:lnTo>
                    <a:lnTo>
                      <a:pt x="144" y="152"/>
                    </a:lnTo>
                    <a:lnTo>
                      <a:pt x="168" y="154"/>
                    </a:lnTo>
                    <a:lnTo>
                      <a:pt x="192" y="150"/>
                    </a:lnTo>
                    <a:lnTo>
                      <a:pt x="238" y="140"/>
                    </a:lnTo>
                    <a:lnTo>
                      <a:pt x="272" y="134"/>
                    </a:lnTo>
                    <a:lnTo>
                      <a:pt x="282" y="130"/>
                    </a:lnTo>
                    <a:lnTo>
                      <a:pt x="284" y="128"/>
                    </a:lnTo>
                    <a:lnTo>
                      <a:pt x="284" y="126"/>
                    </a:lnTo>
                    <a:lnTo>
                      <a:pt x="282" y="112"/>
                    </a:lnTo>
                    <a:lnTo>
                      <a:pt x="278" y="104"/>
                    </a:lnTo>
                    <a:lnTo>
                      <a:pt x="276" y="100"/>
                    </a:lnTo>
                    <a:lnTo>
                      <a:pt x="272" y="96"/>
                    </a:lnTo>
                    <a:lnTo>
                      <a:pt x="260" y="92"/>
                    </a:lnTo>
                    <a:lnTo>
                      <a:pt x="252" y="84"/>
                    </a:lnTo>
                    <a:lnTo>
                      <a:pt x="240" y="70"/>
                    </a:lnTo>
                    <a:lnTo>
                      <a:pt x="236" y="66"/>
                    </a:lnTo>
                    <a:lnTo>
                      <a:pt x="224" y="50"/>
                    </a:lnTo>
                    <a:lnTo>
                      <a:pt x="220" y="40"/>
                    </a:lnTo>
                    <a:lnTo>
                      <a:pt x="218" y="26"/>
                    </a:lnTo>
                    <a:lnTo>
                      <a:pt x="218" y="14"/>
                    </a:lnTo>
                    <a:lnTo>
                      <a:pt x="222" y="8"/>
                    </a:lnTo>
                    <a:lnTo>
                      <a:pt x="230" y="4"/>
                    </a:lnTo>
                    <a:lnTo>
                      <a:pt x="236" y="0"/>
                    </a:lnTo>
                    <a:lnTo>
                      <a:pt x="242" y="0"/>
                    </a:lnTo>
                    <a:lnTo>
                      <a:pt x="248" y="2"/>
                    </a:lnTo>
                    <a:lnTo>
                      <a:pt x="254" y="6"/>
                    </a:lnTo>
                    <a:lnTo>
                      <a:pt x="262" y="16"/>
                    </a:lnTo>
                    <a:lnTo>
                      <a:pt x="272" y="30"/>
                    </a:lnTo>
                    <a:lnTo>
                      <a:pt x="288" y="46"/>
                    </a:lnTo>
                    <a:lnTo>
                      <a:pt x="302" y="60"/>
                    </a:lnTo>
                    <a:lnTo>
                      <a:pt x="314" y="72"/>
                    </a:lnTo>
                    <a:lnTo>
                      <a:pt x="324" y="80"/>
                    </a:lnTo>
                    <a:lnTo>
                      <a:pt x="350" y="92"/>
                    </a:lnTo>
                    <a:lnTo>
                      <a:pt x="382" y="104"/>
                    </a:lnTo>
                    <a:lnTo>
                      <a:pt x="398" y="112"/>
                    </a:lnTo>
                    <a:lnTo>
                      <a:pt x="410" y="116"/>
                    </a:lnTo>
                    <a:lnTo>
                      <a:pt x="426" y="120"/>
                    </a:lnTo>
                    <a:lnTo>
                      <a:pt x="436" y="122"/>
                    </a:lnTo>
                    <a:lnTo>
                      <a:pt x="448" y="128"/>
                    </a:lnTo>
                    <a:lnTo>
                      <a:pt x="456" y="134"/>
                    </a:lnTo>
                    <a:lnTo>
                      <a:pt x="464" y="142"/>
                    </a:lnTo>
                    <a:lnTo>
                      <a:pt x="466" y="144"/>
                    </a:lnTo>
                    <a:lnTo>
                      <a:pt x="472" y="152"/>
                    </a:lnTo>
                    <a:lnTo>
                      <a:pt x="476" y="162"/>
                    </a:lnTo>
                    <a:lnTo>
                      <a:pt x="480" y="170"/>
                    </a:lnTo>
                    <a:lnTo>
                      <a:pt x="480" y="176"/>
                    </a:lnTo>
                    <a:lnTo>
                      <a:pt x="480" y="186"/>
                    </a:lnTo>
                    <a:lnTo>
                      <a:pt x="480" y="192"/>
                    </a:lnTo>
                    <a:lnTo>
                      <a:pt x="478" y="192"/>
                    </a:lnTo>
                    <a:lnTo>
                      <a:pt x="480" y="192"/>
                    </a:lnTo>
                    <a:lnTo>
                      <a:pt x="488" y="192"/>
                    </a:lnTo>
                    <a:lnTo>
                      <a:pt x="490" y="192"/>
                    </a:lnTo>
                    <a:lnTo>
                      <a:pt x="488" y="192"/>
                    </a:lnTo>
                    <a:lnTo>
                      <a:pt x="474" y="198"/>
                    </a:lnTo>
                    <a:lnTo>
                      <a:pt x="408" y="224"/>
                    </a:lnTo>
                    <a:lnTo>
                      <a:pt x="360" y="224"/>
                    </a:lnTo>
                    <a:lnTo>
                      <a:pt x="274"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nvGrpSpPr>
              <p:cNvPr id="28" name="Gruppe 83"/>
              <p:cNvGrpSpPr>
                <a:grpSpLocks/>
              </p:cNvGrpSpPr>
              <p:nvPr/>
            </p:nvGrpSpPr>
            <p:grpSpPr bwMode="auto">
              <a:xfrm>
                <a:off x="13235150" y="-4318001"/>
                <a:ext cx="2916107" cy="7626367"/>
                <a:chOff x="13235150" y="-4318001"/>
                <a:chExt cx="2916107" cy="7626367"/>
              </a:xfrm>
            </p:grpSpPr>
            <p:sp>
              <p:nvSpPr>
                <p:cNvPr id="29" name="Rectangle 65"/>
                <p:cNvSpPr>
                  <a:spLocks noChangeArrowheads="1"/>
                </p:cNvSpPr>
                <p:nvPr/>
              </p:nvSpPr>
              <p:spPr bwMode="auto">
                <a:xfrm>
                  <a:off x="15445862" y="-3228520"/>
                  <a:ext cx="0" cy="14526"/>
                </a:xfrm>
                <a:prstGeom prst="rect">
                  <a:avLst/>
                </a:prstGeom>
                <a:solidFill>
                  <a:srgbClr val="FFFFFF"/>
                </a:solidFill>
                <a:ln w="9525">
                  <a:noFill/>
                  <a:miter lim="800000"/>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0" name="Freeform 66"/>
                <p:cNvSpPr>
                  <a:spLocks/>
                </p:cNvSpPr>
                <p:nvPr/>
              </p:nvSpPr>
              <p:spPr bwMode="auto">
                <a:xfrm>
                  <a:off x="14929547" y="-3257573"/>
                  <a:ext cx="130897" cy="101685"/>
                </a:xfrm>
                <a:custGeom>
                  <a:avLst/>
                  <a:gdLst>
                    <a:gd name="T0" fmla="*/ 107950 w 84"/>
                    <a:gd name="T1" fmla="*/ 15875 h 70"/>
                    <a:gd name="T2" fmla="*/ 85725 w 84"/>
                    <a:gd name="T3" fmla="*/ 28575 h 70"/>
                    <a:gd name="T4" fmla="*/ 25400 w 84"/>
                    <a:gd name="T5" fmla="*/ 38100 h 70"/>
                    <a:gd name="T6" fmla="*/ 12700 w 84"/>
                    <a:gd name="T7" fmla="*/ 50800 h 70"/>
                    <a:gd name="T8" fmla="*/ 3175 w 84"/>
                    <a:gd name="T9" fmla="*/ 73025 h 70"/>
                    <a:gd name="T10" fmla="*/ 3175 w 84"/>
                    <a:gd name="T11" fmla="*/ 107950 h 70"/>
                    <a:gd name="T12" fmla="*/ 0 w 84"/>
                    <a:gd name="T13" fmla="*/ 111125 h 70"/>
                    <a:gd name="T14" fmla="*/ 120650 w 84"/>
                    <a:gd name="T15" fmla="*/ 92075 h 70"/>
                    <a:gd name="T16" fmla="*/ 123825 w 84"/>
                    <a:gd name="T17" fmla="*/ 88900 h 70"/>
                    <a:gd name="T18" fmla="*/ 133350 w 84"/>
                    <a:gd name="T19" fmla="*/ 53975 h 70"/>
                    <a:gd name="T20" fmla="*/ 133350 w 84"/>
                    <a:gd name="T21" fmla="*/ 0 h 70"/>
                    <a:gd name="T22" fmla="*/ 133350 w 84"/>
                    <a:gd name="T23" fmla="*/ 6350 h 70"/>
                    <a:gd name="T24" fmla="*/ 107950 w 84"/>
                    <a:gd name="T25" fmla="*/ 15875 h 7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4"/>
                    <a:gd name="T40" fmla="*/ 0 h 70"/>
                    <a:gd name="T41" fmla="*/ 84 w 84"/>
                    <a:gd name="T42" fmla="*/ 70 h 7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4" h="70">
                      <a:moveTo>
                        <a:pt x="68" y="10"/>
                      </a:moveTo>
                      <a:lnTo>
                        <a:pt x="54" y="18"/>
                      </a:lnTo>
                      <a:lnTo>
                        <a:pt x="16" y="24"/>
                      </a:lnTo>
                      <a:lnTo>
                        <a:pt x="8" y="32"/>
                      </a:lnTo>
                      <a:lnTo>
                        <a:pt x="2" y="46"/>
                      </a:lnTo>
                      <a:lnTo>
                        <a:pt x="2" y="68"/>
                      </a:lnTo>
                      <a:lnTo>
                        <a:pt x="0" y="70"/>
                      </a:lnTo>
                      <a:lnTo>
                        <a:pt x="76" y="58"/>
                      </a:lnTo>
                      <a:lnTo>
                        <a:pt x="78" y="56"/>
                      </a:lnTo>
                      <a:lnTo>
                        <a:pt x="84" y="34"/>
                      </a:lnTo>
                      <a:lnTo>
                        <a:pt x="84" y="0"/>
                      </a:lnTo>
                      <a:lnTo>
                        <a:pt x="84" y="4"/>
                      </a:lnTo>
                      <a:lnTo>
                        <a:pt x="68" y="1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1" name="Freeform 67"/>
                <p:cNvSpPr>
                  <a:spLocks/>
                </p:cNvSpPr>
                <p:nvPr/>
              </p:nvSpPr>
              <p:spPr bwMode="auto">
                <a:xfrm>
                  <a:off x="14755017" y="-3213994"/>
                  <a:ext cx="698120" cy="1053167"/>
                </a:xfrm>
                <a:custGeom>
                  <a:avLst/>
                  <a:gdLst>
                    <a:gd name="T0" fmla="*/ 692150 w 436"/>
                    <a:gd name="T1" fmla="*/ 25400 h 670"/>
                    <a:gd name="T2" fmla="*/ 692150 w 436"/>
                    <a:gd name="T3" fmla="*/ 0 h 670"/>
                    <a:gd name="T4" fmla="*/ 688975 w 436"/>
                    <a:gd name="T5" fmla="*/ 0 h 670"/>
                    <a:gd name="T6" fmla="*/ 688975 w 436"/>
                    <a:gd name="T7" fmla="*/ 0 h 670"/>
                    <a:gd name="T8" fmla="*/ 688975 w 436"/>
                    <a:gd name="T9" fmla="*/ 6350 h 670"/>
                    <a:gd name="T10" fmla="*/ 650875 w 436"/>
                    <a:gd name="T11" fmla="*/ 41275 h 670"/>
                    <a:gd name="T12" fmla="*/ 603250 w 436"/>
                    <a:gd name="T13" fmla="*/ 85725 h 670"/>
                    <a:gd name="T14" fmla="*/ 568325 w 436"/>
                    <a:gd name="T15" fmla="*/ 120650 h 670"/>
                    <a:gd name="T16" fmla="*/ 508000 w 436"/>
                    <a:gd name="T17" fmla="*/ 155575 h 670"/>
                    <a:gd name="T18" fmla="*/ 390525 w 436"/>
                    <a:gd name="T19" fmla="*/ 212725 h 670"/>
                    <a:gd name="T20" fmla="*/ 330200 w 436"/>
                    <a:gd name="T21" fmla="*/ 247650 h 670"/>
                    <a:gd name="T22" fmla="*/ 295275 w 436"/>
                    <a:gd name="T23" fmla="*/ 269875 h 670"/>
                    <a:gd name="T24" fmla="*/ 269875 w 436"/>
                    <a:gd name="T25" fmla="*/ 304800 h 670"/>
                    <a:gd name="T26" fmla="*/ 269875 w 436"/>
                    <a:gd name="T27" fmla="*/ 339725 h 670"/>
                    <a:gd name="T28" fmla="*/ 295275 w 436"/>
                    <a:gd name="T29" fmla="*/ 361950 h 670"/>
                    <a:gd name="T30" fmla="*/ 269875 w 436"/>
                    <a:gd name="T31" fmla="*/ 371475 h 670"/>
                    <a:gd name="T32" fmla="*/ 244475 w 436"/>
                    <a:gd name="T33" fmla="*/ 304800 h 670"/>
                    <a:gd name="T34" fmla="*/ 234950 w 436"/>
                    <a:gd name="T35" fmla="*/ 247650 h 670"/>
                    <a:gd name="T36" fmla="*/ 209550 w 436"/>
                    <a:gd name="T37" fmla="*/ 212725 h 670"/>
                    <a:gd name="T38" fmla="*/ 196850 w 436"/>
                    <a:gd name="T39" fmla="*/ 190500 h 670"/>
                    <a:gd name="T40" fmla="*/ 196850 w 436"/>
                    <a:gd name="T41" fmla="*/ 155575 h 670"/>
                    <a:gd name="T42" fmla="*/ 196850 w 436"/>
                    <a:gd name="T43" fmla="*/ 120650 h 670"/>
                    <a:gd name="T44" fmla="*/ 244475 w 436"/>
                    <a:gd name="T45" fmla="*/ 111125 h 670"/>
                    <a:gd name="T46" fmla="*/ 282575 w 436"/>
                    <a:gd name="T47" fmla="*/ 85725 h 670"/>
                    <a:gd name="T48" fmla="*/ 292100 w 436"/>
                    <a:gd name="T49" fmla="*/ 53975 h 670"/>
                    <a:gd name="T50" fmla="*/ 171450 w 436"/>
                    <a:gd name="T51" fmla="*/ 73025 h 670"/>
                    <a:gd name="T52" fmla="*/ 149225 w 436"/>
                    <a:gd name="T53" fmla="*/ 104775 h 670"/>
                    <a:gd name="T54" fmla="*/ 130175 w 436"/>
                    <a:gd name="T55" fmla="*/ 127000 h 670"/>
                    <a:gd name="T56" fmla="*/ 130175 w 436"/>
                    <a:gd name="T57" fmla="*/ 127000 h 670"/>
                    <a:gd name="T58" fmla="*/ 104775 w 436"/>
                    <a:gd name="T59" fmla="*/ 196850 h 670"/>
                    <a:gd name="T60" fmla="*/ 82550 w 436"/>
                    <a:gd name="T61" fmla="*/ 336550 h 670"/>
                    <a:gd name="T62" fmla="*/ 34925 w 436"/>
                    <a:gd name="T63" fmla="*/ 625475 h 670"/>
                    <a:gd name="T64" fmla="*/ 12700 w 436"/>
                    <a:gd name="T65" fmla="*/ 914400 h 670"/>
                    <a:gd name="T66" fmla="*/ 0 w 436"/>
                    <a:gd name="T67" fmla="*/ 1019175 h 670"/>
                    <a:gd name="T68" fmla="*/ 12700 w 436"/>
                    <a:gd name="T69" fmla="*/ 1063625 h 670"/>
                    <a:gd name="T70" fmla="*/ 82550 w 436"/>
                    <a:gd name="T71" fmla="*/ 936625 h 670"/>
                    <a:gd name="T72" fmla="*/ 260350 w 436"/>
                    <a:gd name="T73" fmla="*/ 625475 h 670"/>
                    <a:gd name="T74" fmla="*/ 365125 w 436"/>
                    <a:gd name="T75" fmla="*/ 450850 h 670"/>
                    <a:gd name="T76" fmla="*/ 482600 w 436"/>
                    <a:gd name="T77" fmla="*/ 288925 h 670"/>
                    <a:gd name="T78" fmla="*/ 577850 w 436"/>
                    <a:gd name="T79" fmla="*/ 161925 h 670"/>
                    <a:gd name="T80" fmla="*/ 625475 w 436"/>
                    <a:gd name="T81" fmla="*/ 114300 h 670"/>
                    <a:gd name="T82" fmla="*/ 660400 w 436"/>
                    <a:gd name="T83" fmla="*/ 82550 h 670"/>
                    <a:gd name="T84" fmla="*/ 692150 w 436"/>
                    <a:gd name="T85" fmla="*/ 66675 h 670"/>
                    <a:gd name="T86" fmla="*/ 692150 w 436"/>
                    <a:gd name="T87" fmla="*/ 60325 h 670"/>
                    <a:gd name="T88" fmla="*/ 692150 w 436"/>
                    <a:gd name="T89" fmla="*/ 25400 h 6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6"/>
                    <a:gd name="T136" fmla="*/ 0 h 670"/>
                    <a:gd name="T137" fmla="*/ 436 w 436"/>
                    <a:gd name="T138" fmla="*/ 670 h 6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6" h="670">
                      <a:moveTo>
                        <a:pt x="436" y="16"/>
                      </a:moveTo>
                      <a:lnTo>
                        <a:pt x="436" y="0"/>
                      </a:lnTo>
                      <a:lnTo>
                        <a:pt x="434" y="0"/>
                      </a:lnTo>
                      <a:lnTo>
                        <a:pt x="434" y="4"/>
                      </a:lnTo>
                      <a:lnTo>
                        <a:pt x="410" y="26"/>
                      </a:lnTo>
                      <a:lnTo>
                        <a:pt x="380" y="54"/>
                      </a:lnTo>
                      <a:lnTo>
                        <a:pt x="358" y="76"/>
                      </a:lnTo>
                      <a:lnTo>
                        <a:pt x="320" y="98"/>
                      </a:lnTo>
                      <a:lnTo>
                        <a:pt x="246" y="134"/>
                      </a:lnTo>
                      <a:lnTo>
                        <a:pt x="208" y="156"/>
                      </a:lnTo>
                      <a:lnTo>
                        <a:pt x="186" y="170"/>
                      </a:lnTo>
                      <a:lnTo>
                        <a:pt x="170" y="192"/>
                      </a:lnTo>
                      <a:lnTo>
                        <a:pt x="170" y="214"/>
                      </a:lnTo>
                      <a:lnTo>
                        <a:pt x="186" y="228"/>
                      </a:lnTo>
                      <a:lnTo>
                        <a:pt x="170" y="234"/>
                      </a:lnTo>
                      <a:lnTo>
                        <a:pt x="154" y="192"/>
                      </a:lnTo>
                      <a:lnTo>
                        <a:pt x="148" y="156"/>
                      </a:lnTo>
                      <a:lnTo>
                        <a:pt x="132" y="134"/>
                      </a:lnTo>
                      <a:lnTo>
                        <a:pt x="124" y="120"/>
                      </a:lnTo>
                      <a:lnTo>
                        <a:pt x="124" y="98"/>
                      </a:lnTo>
                      <a:lnTo>
                        <a:pt x="124" y="76"/>
                      </a:lnTo>
                      <a:lnTo>
                        <a:pt x="154" y="70"/>
                      </a:lnTo>
                      <a:lnTo>
                        <a:pt x="178" y="54"/>
                      </a:lnTo>
                      <a:lnTo>
                        <a:pt x="184" y="34"/>
                      </a:lnTo>
                      <a:lnTo>
                        <a:pt x="108" y="46"/>
                      </a:lnTo>
                      <a:lnTo>
                        <a:pt x="94" y="66"/>
                      </a:lnTo>
                      <a:lnTo>
                        <a:pt x="82" y="80"/>
                      </a:lnTo>
                      <a:lnTo>
                        <a:pt x="66" y="124"/>
                      </a:lnTo>
                      <a:lnTo>
                        <a:pt x="52" y="212"/>
                      </a:lnTo>
                      <a:lnTo>
                        <a:pt x="22" y="394"/>
                      </a:lnTo>
                      <a:lnTo>
                        <a:pt x="8" y="576"/>
                      </a:lnTo>
                      <a:lnTo>
                        <a:pt x="0" y="642"/>
                      </a:lnTo>
                      <a:lnTo>
                        <a:pt x="8" y="670"/>
                      </a:lnTo>
                      <a:lnTo>
                        <a:pt x="52" y="590"/>
                      </a:lnTo>
                      <a:lnTo>
                        <a:pt x="164" y="394"/>
                      </a:lnTo>
                      <a:lnTo>
                        <a:pt x="230" y="284"/>
                      </a:lnTo>
                      <a:lnTo>
                        <a:pt x="304" y="182"/>
                      </a:lnTo>
                      <a:lnTo>
                        <a:pt x="364" y="102"/>
                      </a:lnTo>
                      <a:lnTo>
                        <a:pt x="394" y="72"/>
                      </a:lnTo>
                      <a:lnTo>
                        <a:pt x="416" y="52"/>
                      </a:lnTo>
                      <a:lnTo>
                        <a:pt x="436" y="42"/>
                      </a:lnTo>
                      <a:lnTo>
                        <a:pt x="436" y="38"/>
                      </a:lnTo>
                      <a:lnTo>
                        <a:pt x="436" y="16"/>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2" name="Freeform 68"/>
                <p:cNvSpPr>
                  <a:spLocks/>
                </p:cNvSpPr>
                <p:nvPr/>
              </p:nvSpPr>
              <p:spPr bwMode="auto">
                <a:xfrm>
                  <a:off x="15445862" y="-3228520"/>
                  <a:ext cx="7274" cy="14526"/>
                </a:xfrm>
                <a:custGeom>
                  <a:avLst/>
                  <a:gdLst>
                    <a:gd name="T0" fmla="*/ 3175 w 2"/>
                    <a:gd name="T1" fmla="*/ 3175 h 2"/>
                    <a:gd name="T2" fmla="*/ 0 w 2"/>
                    <a:gd name="T3" fmla="*/ 0 h 2"/>
                    <a:gd name="T4" fmla="*/ 0 w 2"/>
                    <a:gd name="T5" fmla="*/ 3175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0" y="2"/>
                      </a:lnTo>
                      <a:lnTo>
                        <a:pt x="2" y="2"/>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3" name="Freeform 69"/>
                <p:cNvSpPr>
                  <a:spLocks/>
                </p:cNvSpPr>
                <p:nvPr/>
              </p:nvSpPr>
              <p:spPr bwMode="auto">
                <a:xfrm>
                  <a:off x="14893184" y="-3155888"/>
                  <a:ext cx="36363" cy="58106"/>
                </a:xfrm>
                <a:custGeom>
                  <a:avLst/>
                  <a:gdLst>
                    <a:gd name="T0" fmla="*/ 41275 w 26"/>
                    <a:gd name="T1" fmla="*/ 0 h 34"/>
                    <a:gd name="T2" fmla="*/ 9525 w 26"/>
                    <a:gd name="T3" fmla="*/ 6350 h 34"/>
                    <a:gd name="T4" fmla="*/ 0 w 26"/>
                    <a:gd name="T5" fmla="*/ 53975 h 34"/>
                    <a:gd name="T6" fmla="*/ 19050 w 26"/>
                    <a:gd name="T7" fmla="*/ 31750 h 34"/>
                    <a:gd name="T8" fmla="*/ 41275 w 26"/>
                    <a:gd name="T9" fmla="*/ 0 h 34"/>
                    <a:gd name="T10" fmla="*/ 0 60000 65536"/>
                    <a:gd name="T11" fmla="*/ 0 60000 65536"/>
                    <a:gd name="T12" fmla="*/ 0 60000 65536"/>
                    <a:gd name="T13" fmla="*/ 0 60000 65536"/>
                    <a:gd name="T14" fmla="*/ 0 60000 65536"/>
                    <a:gd name="T15" fmla="*/ 0 w 26"/>
                    <a:gd name="T16" fmla="*/ 0 h 34"/>
                    <a:gd name="T17" fmla="*/ 26 w 26"/>
                    <a:gd name="T18" fmla="*/ 34 h 34"/>
                  </a:gdLst>
                  <a:ahLst/>
                  <a:cxnLst>
                    <a:cxn ang="T10">
                      <a:pos x="T0" y="T1"/>
                    </a:cxn>
                    <a:cxn ang="T11">
                      <a:pos x="T2" y="T3"/>
                    </a:cxn>
                    <a:cxn ang="T12">
                      <a:pos x="T4" y="T5"/>
                    </a:cxn>
                    <a:cxn ang="T13">
                      <a:pos x="T6" y="T7"/>
                    </a:cxn>
                    <a:cxn ang="T14">
                      <a:pos x="T8" y="T9"/>
                    </a:cxn>
                  </a:cxnLst>
                  <a:rect l="T15" t="T16" r="T17" b="T18"/>
                  <a:pathLst>
                    <a:path w="26" h="34">
                      <a:moveTo>
                        <a:pt x="26" y="0"/>
                      </a:moveTo>
                      <a:lnTo>
                        <a:pt x="6" y="4"/>
                      </a:lnTo>
                      <a:lnTo>
                        <a:pt x="0" y="34"/>
                      </a:lnTo>
                      <a:lnTo>
                        <a:pt x="12" y="20"/>
                      </a:lnTo>
                      <a:lnTo>
                        <a:pt x="26"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4" name="Freeform 70"/>
                <p:cNvSpPr>
                  <a:spLocks/>
                </p:cNvSpPr>
                <p:nvPr/>
              </p:nvSpPr>
              <p:spPr bwMode="auto">
                <a:xfrm>
                  <a:off x="15445862" y="-3213994"/>
                  <a:ext cx="14544" cy="58106"/>
                </a:xfrm>
                <a:custGeom>
                  <a:avLst/>
                  <a:gdLst>
                    <a:gd name="T0" fmla="*/ 6350 w 12"/>
                    <a:gd name="T1" fmla="*/ 0 h 42"/>
                    <a:gd name="T2" fmla="*/ 3175 w 12"/>
                    <a:gd name="T3" fmla="*/ 0 h 42"/>
                    <a:gd name="T4" fmla="*/ 0 w 12"/>
                    <a:gd name="T5" fmla="*/ 0 h 42"/>
                    <a:gd name="T6" fmla="*/ 3175 w 12"/>
                    <a:gd name="T7" fmla="*/ 0 h 42"/>
                    <a:gd name="T8" fmla="*/ 3175 w 12"/>
                    <a:gd name="T9" fmla="*/ 25400 h 42"/>
                    <a:gd name="T10" fmla="*/ 3175 w 12"/>
                    <a:gd name="T11" fmla="*/ 60325 h 42"/>
                    <a:gd name="T12" fmla="*/ 3175 w 12"/>
                    <a:gd name="T13" fmla="*/ 66675 h 42"/>
                    <a:gd name="T14" fmla="*/ 19050 w 12"/>
                    <a:gd name="T15" fmla="*/ 57150 h 42"/>
                    <a:gd name="T16" fmla="*/ 6350 w 12"/>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2"/>
                    <a:gd name="T29" fmla="*/ 12 w 12"/>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2">
                      <a:moveTo>
                        <a:pt x="4" y="0"/>
                      </a:moveTo>
                      <a:lnTo>
                        <a:pt x="2" y="0"/>
                      </a:lnTo>
                      <a:lnTo>
                        <a:pt x="0" y="0"/>
                      </a:lnTo>
                      <a:lnTo>
                        <a:pt x="2" y="0"/>
                      </a:lnTo>
                      <a:lnTo>
                        <a:pt x="2" y="16"/>
                      </a:lnTo>
                      <a:lnTo>
                        <a:pt x="2" y="38"/>
                      </a:lnTo>
                      <a:lnTo>
                        <a:pt x="2" y="42"/>
                      </a:lnTo>
                      <a:lnTo>
                        <a:pt x="12" y="36"/>
                      </a:lnTo>
                      <a:lnTo>
                        <a:pt x="4"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5" name="Freeform 71"/>
                <p:cNvSpPr>
                  <a:spLocks/>
                </p:cNvSpPr>
                <p:nvPr/>
              </p:nvSpPr>
              <p:spPr bwMode="auto">
                <a:xfrm>
                  <a:off x="15016812" y="-3293887"/>
                  <a:ext cx="43632" cy="36314"/>
                </a:xfrm>
                <a:custGeom>
                  <a:avLst/>
                  <a:gdLst>
                    <a:gd name="T0" fmla="*/ 38100 w 24"/>
                    <a:gd name="T1" fmla="*/ 31750 h 20"/>
                    <a:gd name="T2" fmla="*/ 38100 w 24"/>
                    <a:gd name="T3" fmla="*/ 28575 h 20"/>
                    <a:gd name="T4" fmla="*/ 28575 w 24"/>
                    <a:gd name="T5" fmla="*/ 0 h 20"/>
                    <a:gd name="T6" fmla="*/ 6350 w 24"/>
                    <a:gd name="T7" fmla="*/ 0 h 20"/>
                    <a:gd name="T8" fmla="*/ 0 w 24"/>
                    <a:gd name="T9" fmla="*/ 6350 h 20"/>
                    <a:gd name="T10" fmla="*/ 38100 w 24"/>
                    <a:gd name="T11" fmla="*/ 31750 h 20"/>
                    <a:gd name="T12" fmla="*/ 0 60000 65536"/>
                    <a:gd name="T13" fmla="*/ 0 60000 65536"/>
                    <a:gd name="T14" fmla="*/ 0 60000 65536"/>
                    <a:gd name="T15" fmla="*/ 0 60000 65536"/>
                    <a:gd name="T16" fmla="*/ 0 60000 65536"/>
                    <a:gd name="T17" fmla="*/ 0 60000 65536"/>
                    <a:gd name="T18" fmla="*/ 0 w 24"/>
                    <a:gd name="T19" fmla="*/ 0 h 20"/>
                    <a:gd name="T20" fmla="*/ 24 w 2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4" h="20">
                      <a:moveTo>
                        <a:pt x="24" y="20"/>
                      </a:moveTo>
                      <a:lnTo>
                        <a:pt x="24" y="18"/>
                      </a:lnTo>
                      <a:lnTo>
                        <a:pt x="18" y="0"/>
                      </a:lnTo>
                      <a:lnTo>
                        <a:pt x="4" y="0"/>
                      </a:lnTo>
                      <a:lnTo>
                        <a:pt x="0" y="4"/>
                      </a:lnTo>
                      <a:lnTo>
                        <a:pt x="24" y="2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6" name="Freeform 72"/>
                <p:cNvSpPr>
                  <a:spLocks/>
                </p:cNvSpPr>
                <p:nvPr/>
              </p:nvSpPr>
              <p:spPr bwMode="auto">
                <a:xfrm>
                  <a:off x="13235150" y="-4318001"/>
                  <a:ext cx="2916107" cy="7626367"/>
                </a:xfrm>
                <a:custGeom>
                  <a:avLst/>
                  <a:gdLst>
                    <a:gd name="T0" fmla="*/ 2841625 w 1838"/>
                    <a:gd name="T1" fmla="*/ 1301750 h 4804"/>
                    <a:gd name="T2" fmla="*/ 2546350 w 1838"/>
                    <a:gd name="T3" fmla="*/ 1212850 h 4804"/>
                    <a:gd name="T4" fmla="*/ 2559050 w 1838"/>
                    <a:gd name="T5" fmla="*/ 1095375 h 4804"/>
                    <a:gd name="T6" fmla="*/ 2476500 w 1838"/>
                    <a:gd name="T7" fmla="*/ 993775 h 4804"/>
                    <a:gd name="T8" fmla="*/ 2524125 w 1838"/>
                    <a:gd name="T9" fmla="*/ 717550 h 4804"/>
                    <a:gd name="T10" fmla="*/ 2416175 w 1838"/>
                    <a:gd name="T11" fmla="*/ 393700 h 4804"/>
                    <a:gd name="T12" fmla="*/ 2133600 w 1838"/>
                    <a:gd name="T13" fmla="*/ 57150 h 4804"/>
                    <a:gd name="T14" fmla="*/ 1920875 w 1838"/>
                    <a:gd name="T15" fmla="*/ 12700 h 4804"/>
                    <a:gd name="T16" fmla="*/ 1651000 w 1838"/>
                    <a:gd name="T17" fmla="*/ 47625 h 4804"/>
                    <a:gd name="T18" fmla="*/ 1543050 w 1838"/>
                    <a:gd name="T19" fmla="*/ 311150 h 4804"/>
                    <a:gd name="T20" fmla="*/ 1568450 w 1838"/>
                    <a:gd name="T21" fmla="*/ 854075 h 4804"/>
                    <a:gd name="T22" fmla="*/ 1473200 w 1838"/>
                    <a:gd name="T23" fmla="*/ 1038225 h 4804"/>
                    <a:gd name="T24" fmla="*/ 1485900 w 1838"/>
                    <a:gd name="T25" fmla="*/ 1120775 h 4804"/>
                    <a:gd name="T26" fmla="*/ 1387475 w 1838"/>
                    <a:gd name="T27" fmla="*/ 1244600 h 4804"/>
                    <a:gd name="T28" fmla="*/ 1235075 w 1838"/>
                    <a:gd name="T29" fmla="*/ 1343025 h 4804"/>
                    <a:gd name="T30" fmla="*/ 1152525 w 1838"/>
                    <a:gd name="T31" fmla="*/ 1374775 h 4804"/>
                    <a:gd name="T32" fmla="*/ 1092200 w 1838"/>
                    <a:gd name="T33" fmla="*/ 1409700 h 4804"/>
                    <a:gd name="T34" fmla="*/ 1041400 w 1838"/>
                    <a:gd name="T35" fmla="*/ 1577975 h 4804"/>
                    <a:gd name="T36" fmla="*/ 974725 w 1838"/>
                    <a:gd name="T37" fmla="*/ 1663700 h 4804"/>
                    <a:gd name="T38" fmla="*/ 885825 w 1838"/>
                    <a:gd name="T39" fmla="*/ 1778000 h 4804"/>
                    <a:gd name="T40" fmla="*/ 711200 w 1838"/>
                    <a:gd name="T41" fmla="*/ 1885950 h 4804"/>
                    <a:gd name="T42" fmla="*/ 571500 w 1838"/>
                    <a:gd name="T43" fmla="*/ 1885950 h 4804"/>
                    <a:gd name="T44" fmla="*/ 352425 w 1838"/>
                    <a:gd name="T45" fmla="*/ 1758950 h 4804"/>
                    <a:gd name="T46" fmla="*/ 231775 w 1838"/>
                    <a:gd name="T47" fmla="*/ 1670050 h 4804"/>
                    <a:gd name="T48" fmla="*/ 234950 w 1838"/>
                    <a:gd name="T49" fmla="*/ 1793875 h 4804"/>
                    <a:gd name="T50" fmla="*/ 149225 w 1838"/>
                    <a:gd name="T51" fmla="*/ 1958975 h 4804"/>
                    <a:gd name="T52" fmla="*/ 28575 w 1838"/>
                    <a:gd name="T53" fmla="*/ 1939925 h 4804"/>
                    <a:gd name="T54" fmla="*/ 0 w 1838"/>
                    <a:gd name="T55" fmla="*/ 2063750 h 4804"/>
                    <a:gd name="T56" fmla="*/ 393700 w 1838"/>
                    <a:gd name="T57" fmla="*/ 2241550 h 4804"/>
                    <a:gd name="T58" fmla="*/ 765175 w 1838"/>
                    <a:gd name="T59" fmla="*/ 2324100 h 4804"/>
                    <a:gd name="T60" fmla="*/ 984250 w 1838"/>
                    <a:gd name="T61" fmla="*/ 2266950 h 4804"/>
                    <a:gd name="T62" fmla="*/ 1257300 w 1838"/>
                    <a:gd name="T63" fmla="*/ 2466975 h 4804"/>
                    <a:gd name="T64" fmla="*/ 1279525 w 1838"/>
                    <a:gd name="T65" fmla="*/ 2533650 h 4804"/>
                    <a:gd name="T66" fmla="*/ 1044575 w 1838"/>
                    <a:gd name="T67" fmla="*/ 3444875 h 4804"/>
                    <a:gd name="T68" fmla="*/ 984250 w 1838"/>
                    <a:gd name="T69" fmla="*/ 4159250 h 4804"/>
                    <a:gd name="T70" fmla="*/ 1101725 w 1838"/>
                    <a:gd name="T71" fmla="*/ 5295899 h 4804"/>
                    <a:gd name="T72" fmla="*/ 958850 w 1838"/>
                    <a:gd name="T73" fmla="*/ 6594475 h 4804"/>
                    <a:gd name="T74" fmla="*/ 723900 w 1838"/>
                    <a:gd name="T75" fmla="*/ 6804025 h 4804"/>
                    <a:gd name="T76" fmla="*/ 711200 w 1838"/>
                    <a:gd name="T77" fmla="*/ 6978650 h 4804"/>
                    <a:gd name="T78" fmla="*/ 1066800 w 1838"/>
                    <a:gd name="T79" fmla="*/ 6991350 h 4804"/>
                    <a:gd name="T80" fmla="*/ 1196975 w 1838"/>
                    <a:gd name="T81" fmla="*/ 6746875 h 4804"/>
                    <a:gd name="T82" fmla="*/ 1327150 w 1838"/>
                    <a:gd name="T83" fmla="*/ 6851650 h 4804"/>
                    <a:gd name="T84" fmla="*/ 1422400 w 1838"/>
                    <a:gd name="T85" fmla="*/ 6642100 h 4804"/>
                    <a:gd name="T86" fmla="*/ 1422400 w 1838"/>
                    <a:gd name="T87" fmla="*/ 6384924 h 4804"/>
                    <a:gd name="T88" fmla="*/ 1492250 w 1838"/>
                    <a:gd name="T89" fmla="*/ 5737224 h 4804"/>
                    <a:gd name="T90" fmla="*/ 1752600 w 1838"/>
                    <a:gd name="T91" fmla="*/ 5495924 h 4804"/>
                    <a:gd name="T92" fmla="*/ 2311400 w 1838"/>
                    <a:gd name="T93" fmla="*/ 6851650 h 4804"/>
                    <a:gd name="T94" fmla="*/ 2098675 w 1838"/>
                    <a:gd name="T95" fmla="*/ 7442200 h 4804"/>
                    <a:gd name="T96" fmla="*/ 2203450 w 1838"/>
                    <a:gd name="T97" fmla="*/ 7616825 h 4804"/>
                    <a:gd name="T98" fmla="*/ 2501900 w 1838"/>
                    <a:gd name="T99" fmla="*/ 7499350 h 4804"/>
                    <a:gd name="T100" fmla="*/ 2571750 w 1838"/>
                    <a:gd name="T101" fmla="*/ 7118350 h 4804"/>
                    <a:gd name="T102" fmla="*/ 2571750 w 1838"/>
                    <a:gd name="T103" fmla="*/ 6804025 h 4804"/>
                    <a:gd name="T104" fmla="*/ 2632075 w 1838"/>
                    <a:gd name="T105" fmla="*/ 6061074 h 4804"/>
                    <a:gd name="T106" fmla="*/ 2559050 w 1838"/>
                    <a:gd name="T107" fmla="*/ 5448299 h 4804"/>
                    <a:gd name="T108" fmla="*/ 2568575 w 1838"/>
                    <a:gd name="T109" fmla="*/ 3940175 h 4804"/>
                    <a:gd name="T110" fmla="*/ 2520950 w 1838"/>
                    <a:gd name="T111" fmla="*/ 3352800 h 4804"/>
                    <a:gd name="T112" fmla="*/ 2489200 w 1838"/>
                    <a:gd name="T113" fmla="*/ 3213099 h 4804"/>
                    <a:gd name="T114" fmla="*/ 2425700 w 1838"/>
                    <a:gd name="T115" fmla="*/ 2892425 h 4804"/>
                    <a:gd name="T116" fmla="*/ 2555875 w 1838"/>
                    <a:gd name="T117" fmla="*/ 2546350 h 4804"/>
                    <a:gd name="T118" fmla="*/ 2667000 w 1838"/>
                    <a:gd name="T119" fmla="*/ 2279650 h 48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38"/>
                    <a:gd name="T181" fmla="*/ 0 h 4804"/>
                    <a:gd name="T182" fmla="*/ 1838 w 1838"/>
                    <a:gd name="T183" fmla="*/ 4804 h 48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38" h="4804">
                      <a:moveTo>
                        <a:pt x="1828" y="888"/>
                      </a:moveTo>
                      <a:lnTo>
                        <a:pt x="1820" y="864"/>
                      </a:lnTo>
                      <a:lnTo>
                        <a:pt x="1812" y="842"/>
                      </a:lnTo>
                      <a:lnTo>
                        <a:pt x="1804" y="828"/>
                      </a:lnTo>
                      <a:lnTo>
                        <a:pt x="1790" y="820"/>
                      </a:lnTo>
                      <a:lnTo>
                        <a:pt x="1730" y="806"/>
                      </a:lnTo>
                      <a:lnTo>
                        <a:pt x="1678" y="792"/>
                      </a:lnTo>
                      <a:lnTo>
                        <a:pt x="1618" y="770"/>
                      </a:lnTo>
                      <a:lnTo>
                        <a:pt x="1604" y="764"/>
                      </a:lnTo>
                      <a:lnTo>
                        <a:pt x="1626" y="742"/>
                      </a:lnTo>
                      <a:lnTo>
                        <a:pt x="1634" y="712"/>
                      </a:lnTo>
                      <a:lnTo>
                        <a:pt x="1656" y="684"/>
                      </a:lnTo>
                      <a:lnTo>
                        <a:pt x="1634" y="690"/>
                      </a:lnTo>
                      <a:lnTo>
                        <a:pt x="1612" y="690"/>
                      </a:lnTo>
                      <a:lnTo>
                        <a:pt x="1604" y="690"/>
                      </a:lnTo>
                      <a:lnTo>
                        <a:pt x="1604" y="684"/>
                      </a:lnTo>
                      <a:lnTo>
                        <a:pt x="1590" y="662"/>
                      </a:lnTo>
                      <a:lnTo>
                        <a:pt x="1566" y="648"/>
                      </a:lnTo>
                      <a:lnTo>
                        <a:pt x="1560" y="626"/>
                      </a:lnTo>
                      <a:lnTo>
                        <a:pt x="1560" y="604"/>
                      </a:lnTo>
                      <a:lnTo>
                        <a:pt x="1566" y="574"/>
                      </a:lnTo>
                      <a:lnTo>
                        <a:pt x="1574" y="532"/>
                      </a:lnTo>
                      <a:lnTo>
                        <a:pt x="1590" y="488"/>
                      </a:lnTo>
                      <a:lnTo>
                        <a:pt x="1590" y="452"/>
                      </a:lnTo>
                      <a:lnTo>
                        <a:pt x="1590" y="414"/>
                      </a:lnTo>
                      <a:lnTo>
                        <a:pt x="1574" y="386"/>
                      </a:lnTo>
                      <a:lnTo>
                        <a:pt x="1544" y="320"/>
                      </a:lnTo>
                      <a:lnTo>
                        <a:pt x="1538" y="284"/>
                      </a:lnTo>
                      <a:lnTo>
                        <a:pt x="1522" y="248"/>
                      </a:lnTo>
                      <a:lnTo>
                        <a:pt x="1508" y="204"/>
                      </a:lnTo>
                      <a:lnTo>
                        <a:pt x="1478" y="154"/>
                      </a:lnTo>
                      <a:lnTo>
                        <a:pt x="1432" y="110"/>
                      </a:lnTo>
                      <a:lnTo>
                        <a:pt x="1388" y="66"/>
                      </a:lnTo>
                      <a:lnTo>
                        <a:pt x="1344" y="36"/>
                      </a:lnTo>
                      <a:lnTo>
                        <a:pt x="1306" y="8"/>
                      </a:lnTo>
                      <a:lnTo>
                        <a:pt x="1270" y="0"/>
                      </a:lnTo>
                      <a:lnTo>
                        <a:pt x="1254" y="8"/>
                      </a:lnTo>
                      <a:lnTo>
                        <a:pt x="1240" y="16"/>
                      </a:lnTo>
                      <a:lnTo>
                        <a:pt x="1210" y="8"/>
                      </a:lnTo>
                      <a:lnTo>
                        <a:pt x="1188" y="8"/>
                      </a:lnTo>
                      <a:lnTo>
                        <a:pt x="1174" y="16"/>
                      </a:lnTo>
                      <a:lnTo>
                        <a:pt x="1114" y="16"/>
                      </a:lnTo>
                      <a:lnTo>
                        <a:pt x="1062" y="22"/>
                      </a:lnTo>
                      <a:lnTo>
                        <a:pt x="1040" y="30"/>
                      </a:lnTo>
                      <a:lnTo>
                        <a:pt x="1018" y="44"/>
                      </a:lnTo>
                      <a:lnTo>
                        <a:pt x="1002" y="66"/>
                      </a:lnTo>
                      <a:lnTo>
                        <a:pt x="988" y="88"/>
                      </a:lnTo>
                      <a:lnTo>
                        <a:pt x="972" y="146"/>
                      </a:lnTo>
                      <a:lnTo>
                        <a:pt x="972" y="196"/>
                      </a:lnTo>
                      <a:lnTo>
                        <a:pt x="972" y="226"/>
                      </a:lnTo>
                      <a:lnTo>
                        <a:pt x="958" y="328"/>
                      </a:lnTo>
                      <a:lnTo>
                        <a:pt x="950" y="392"/>
                      </a:lnTo>
                      <a:lnTo>
                        <a:pt x="958" y="444"/>
                      </a:lnTo>
                      <a:lnTo>
                        <a:pt x="988" y="538"/>
                      </a:lnTo>
                      <a:lnTo>
                        <a:pt x="988" y="568"/>
                      </a:lnTo>
                      <a:lnTo>
                        <a:pt x="980" y="604"/>
                      </a:lnTo>
                      <a:lnTo>
                        <a:pt x="958" y="640"/>
                      </a:lnTo>
                      <a:lnTo>
                        <a:pt x="944" y="648"/>
                      </a:lnTo>
                      <a:lnTo>
                        <a:pt x="928" y="654"/>
                      </a:lnTo>
                      <a:lnTo>
                        <a:pt x="944" y="654"/>
                      </a:lnTo>
                      <a:lnTo>
                        <a:pt x="958" y="654"/>
                      </a:lnTo>
                      <a:lnTo>
                        <a:pt x="972" y="654"/>
                      </a:lnTo>
                      <a:lnTo>
                        <a:pt x="958" y="690"/>
                      </a:lnTo>
                      <a:lnTo>
                        <a:pt x="936" y="706"/>
                      </a:lnTo>
                      <a:lnTo>
                        <a:pt x="920" y="712"/>
                      </a:lnTo>
                      <a:lnTo>
                        <a:pt x="906" y="706"/>
                      </a:lnTo>
                      <a:lnTo>
                        <a:pt x="914" y="742"/>
                      </a:lnTo>
                      <a:lnTo>
                        <a:pt x="928" y="770"/>
                      </a:lnTo>
                      <a:lnTo>
                        <a:pt x="874" y="784"/>
                      </a:lnTo>
                      <a:lnTo>
                        <a:pt x="866" y="784"/>
                      </a:lnTo>
                      <a:lnTo>
                        <a:pt x="828" y="798"/>
                      </a:lnTo>
                      <a:lnTo>
                        <a:pt x="792" y="820"/>
                      </a:lnTo>
                      <a:lnTo>
                        <a:pt x="778" y="834"/>
                      </a:lnTo>
                      <a:lnTo>
                        <a:pt x="778" y="846"/>
                      </a:lnTo>
                      <a:lnTo>
                        <a:pt x="770" y="850"/>
                      </a:lnTo>
                      <a:lnTo>
                        <a:pt x="748" y="856"/>
                      </a:lnTo>
                      <a:lnTo>
                        <a:pt x="732" y="860"/>
                      </a:lnTo>
                      <a:lnTo>
                        <a:pt x="726" y="866"/>
                      </a:lnTo>
                      <a:lnTo>
                        <a:pt x="720" y="870"/>
                      </a:lnTo>
                      <a:lnTo>
                        <a:pt x="714" y="874"/>
                      </a:lnTo>
                      <a:lnTo>
                        <a:pt x="700" y="882"/>
                      </a:lnTo>
                      <a:lnTo>
                        <a:pt x="688" y="888"/>
                      </a:lnTo>
                      <a:lnTo>
                        <a:pt x="670" y="910"/>
                      </a:lnTo>
                      <a:lnTo>
                        <a:pt x="668" y="926"/>
                      </a:lnTo>
                      <a:lnTo>
                        <a:pt x="656" y="962"/>
                      </a:lnTo>
                      <a:lnTo>
                        <a:pt x="656" y="994"/>
                      </a:lnTo>
                      <a:lnTo>
                        <a:pt x="654" y="1024"/>
                      </a:lnTo>
                      <a:lnTo>
                        <a:pt x="654" y="1044"/>
                      </a:lnTo>
                      <a:lnTo>
                        <a:pt x="644" y="1048"/>
                      </a:lnTo>
                      <a:lnTo>
                        <a:pt x="614" y="1048"/>
                      </a:lnTo>
                      <a:lnTo>
                        <a:pt x="608" y="1064"/>
                      </a:lnTo>
                      <a:lnTo>
                        <a:pt x="600" y="1088"/>
                      </a:lnTo>
                      <a:lnTo>
                        <a:pt x="586" y="1104"/>
                      </a:lnTo>
                      <a:lnTo>
                        <a:pt x="578" y="1114"/>
                      </a:lnTo>
                      <a:lnTo>
                        <a:pt x="558" y="1120"/>
                      </a:lnTo>
                      <a:lnTo>
                        <a:pt x="530" y="1124"/>
                      </a:lnTo>
                      <a:lnTo>
                        <a:pt x="498" y="1134"/>
                      </a:lnTo>
                      <a:lnTo>
                        <a:pt x="482" y="1150"/>
                      </a:lnTo>
                      <a:lnTo>
                        <a:pt x="456" y="1176"/>
                      </a:lnTo>
                      <a:lnTo>
                        <a:pt x="448" y="1188"/>
                      </a:lnTo>
                      <a:lnTo>
                        <a:pt x="434" y="1202"/>
                      </a:lnTo>
                      <a:lnTo>
                        <a:pt x="424" y="1208"/>
                      </a:lnTo>
                      <a:lnTo>
                        <a:pt x="410" y="1212"/>
                      </a:lnTo>
                      <a:lnTo>
                        <a:pt x="392" y="1206"/>
                      </a:lnTo>
                      <a:lnTo>
                        <a:pt x="360" y="1188"/>
                      </a:lnTo>
                      <a:lnTo>
                        <a:pt x="332" y="1174"/>
                      </a:lnTo>
                      <a:lnTo>
                        <a:pt x="302" y="1162"/>
                      </a:lnTo>
                      <a:lnTo>
                        <a:pt x="266" y="1138"/>
                      </a:lnTo>
                      <a:lnTo>
                        <a:pt x="250" y="1128"/>
                      </a:lnTo>
                      <a:lnTo>
                        <a:pt x="222" y="1108"/>
                      </a:lnTo>
                      <a:lnTo>
                        <a:pt x="196" y="1090"/>
                      </a:lnTo>
                      <a:lnTo>
                        <a:pt x="182" y="1080"/>
                      </a:lnTo>
                      <a:lnTo>
                        <a:pt x="168" y="1064"/>
                      </a:lnTo>
                      <a:lnTo>
                        <a:pt x="146" y="1052"/>
                      </a:lnTo>
                      <a:lnTo>
                        <a:pt x="138" y="1060"/>
                      </a:lnTo>
                      <a:lnTo>
                        <a:pt x="160" y="1082"/>
                      </a:lnTo>
                      <a:lnTo>
                        <a:pt x="154" y="1106"/>
                      </a:lnTo>
                      <a:lnTo>
                        <a:pt x="148" y="1130"/>
                      </a:lnTo>
                      <a:lnTo>
                        <a:pt x="138" y="1158"/>
                      </a:lnTo>
                      <a:lnTo>
                        <a:pt x="126" y="1186"/>
                      </a:lnTo>
                      <a:lnTo>
                        <a:pt x="110" y="1212"/>
                      </a:lnTo>
                      <a:lnTo>
                        <a:pt x="102" y="1224"/>
                      </a:lnTo>
                      <a:lnTo>
                        <a:pt x="94" y="1234"/>
                      </a:lnTo>
                      <a:lnTo>
                        <a:pt x="84" y="1240"/>
                      </a:lnTo>
                      <a:lnTo>
                        <a:pt x="74" y="1246"/>
                      </a:lnTo>
                      <a:lnTo>
                        <a:pt x="34" y="1194"/>
                      </a:lnTo>
                      <a:lnTo>
                        <a:pt x="18" y="1222"/>
                      </a:lnTo>
                      <a:lnTo>
                        <a:pt x="8" y="1248"/>
                      </a:lnTo>
                      <a:lnTo>
                        <a:pt x="4" y="1262"/>
                      </a:lnTo>
                      <a:lnTo>
                        <a:pt x="0" y="1276"/>
                      </a:lnTo>
                      <a:lnTo>
                        <a:pt x="0" y="1288"/>
                      </a:lnTo>
                      <a:lnTo>
                        <a:pt x="0" y="1300"/>
                      </a:lnTo>
                      <a:lnTo>
                        <a:pt x="80" y="1340"/>
                      </a:lnTo>
                      <a:lnTo>
                        <a:pt x="120" y="1356"/>
                      </a:lnTo>
                      <a:lnTo>
                        <a:pt x="166" y="1374"/>
                      </a:lnTo>
                      <a:lnTo>
                        <a:pt x="216" y="1394"/>
                      </a:lnTo>
                      <a:lnTo>
                        <a:pt x="248" y="1412"/>
                      </a:lnTo>
                      <a:lnTo>
                        <a:pt x="304" y="1426"/>
                      </a:lnTo>
                      <a:lnTo>
                        <a:pt x="342" y="1456"/>
                      </a:lnTo>
                      <a:lnTo>
                        <a:pt x="372" y="1466"/>
                      </a:lnTo>
                      <a:lnTo>
                        <a:pt x="462" y="1466"/>
                      </a:lnTo>
                      <a:lnTo>
                        <a:pt x="482" y="1464"/>
                      </a:lnTo>
                      <a:lnTo>
                        <a:pt x="504" y="1456"/>
                      </a:lnTo>
                      <a:lnTo>
                        <a:pt x="526" y="1450"/>
                      </a:lnTo>
                      <a:lnTo>
                        <a:pt x="560" y="1438"/>
                      </a:lnTo>
                      <a:lnTo>
                        <a:pt x="596" y="1432"/>
                      </a:lnTo>
                      <a:lnTo>
                        <a:pt x="620" y="1428"/>
                      </a:lnTo>
                      <a:lnTo>
                        <a:pt x="644" y="1422"/>
                      </a:lnTo>
                      <a:lnTo>
                        <a:pt x="654" y="1414"/>
                      </a:lnTo>
                      <a:lnTo>
                        <a:pt x="674" y="1406"/>
                      </a:lnTo>
                      <a:lnTo>
                        <a:pt x="788" y="1320"/>
                      </a:lnTo>
                      <a:lnTo>
                        <a:pt x="792" y="1554"/>
                      </a:lnTo>
                      <a:lnTo>
                        <a:pt x="800" y="1546"/>
                      </a:lnTo>
                      <a:lnTo>
                        <a:pt x="814" y="1546"/>
                      </a:lnTo>
                      <a:lnTo>
                        <a:pt x="822" y="1626"/>
                      </a:lnTo>
                      <a:lnTo>
                        <a:pt x="806" y="1618"/>
                      </a:lnTo>
                      <a:lnTo>
                        <a:pt x="806" y="1596"/>
                      </a:lnTo>
                      <a:lnTo>
                        <a:pt x="792" y="1582"/>
                      </a:lnTo>
                      <a:lnTo>
                        <a:pt x="682" y="2066"/>
                      </a:lnTo>
                      <a:lnTo>
                        <a:pt x="688" y="2082"/>
                      </a:lnTo>
                      <a:lnTo>
                        <a:pt x="680" y="2112"/>
                      </a:lnTo>
                      <a:lnTo>
                        <a:pt x="658" y="2170"/>
                      </a:lnTo>
                      <a:lnTo>
                        <a:pt x="628" y="2264"/>
                      </a:lnTo>
                      <a:lnTo>
                        <a:pt x="620" y="2308"/>
                      </a:lnTo>
                      <a:lnTo>
                        <a:pt x="620" y="2358"/>
                      </a:lnTo>
                      <a:lnTo>
                        <a:pt x="628" y="2388"/>
                      </a:lnTo>
                      <a:lnTo>
                        <a:pt x="620" y="2620"/>
                      </a:lnTo>
                      <a:lnTo>
                        <a:pt x="620" y="2924"/>
                      </a:lnTo>
                      <a:lnTo>
                        <a:pt x="612" y="3142"/>
                      </a:lnTo>
                      <a:lnTo>
                        <a:pt x="606" y="3286"/>
                      </a:lnTo>
                      <a:lnTo>
                        <a:pt x="680" y="3330"/>
                      </a:lnTo>
                      <a:lnTo>
                        <a:pt x="694" y="3336"/>
                      </a:lnTo>
                      <a:lnTo>
                        <a:pt x="688" y="3986"/>
                      </a:lnTo>
                      <a:lnTo>
                        <a:pt x="664" y="4052"/>
                      </a:lnTo>
                      <a:lnTo>
                        <a:pt x="642" y="4104"/>
                      </a:lnTo>
                      <a:lnTo>
                        <a:pt x="620" y="4132"/>
                      </a:lnTo>
                      <a:lnTo>
                        <a:pt x="604" y="4154"/>
                      </a:lnTo>
                      <a:lnTo>
                        <a:pt x="574" y="4184"/>
                      </a:lnTo>
                      <a:lnTo>
                        <a:pt x="552" y="4214"/>
                      </a:lnTo>
                      <a:lnTo>
                        <a:pt x="508" y="4242"/>
                      </a:lnTo>
                      <a:lnTo>
                        <a:pt x="478" y="4272"/>
                      </a:lnTo>
                      <a:lnTo>
                        <a:pt x="456" y="4286"/>
                      </a:lnTo>
                      <a:lnTo>
                        <a:pt x="448" y="4294"/>
                      </a:lnTo>
                      <a:lnTo>
                        <a:pt x="440" y="4322"/>
                      </a:lnTo>
                      <a:lnTo>
                        <a:pt x="434" y="4352"/>
                      </a:lnTo>
                      <a:lnTo>
                        <a:pt x="440" y="4366"/>
                      </a:lnTo>
                      <a:lnTo>
                        <a:pt x="448" y="4396"/>
                      </a:lnTo>
                      <a:lnTo>
                        <a:pt x="456" y="4410"/>
                      </a:lnTo>
                      <a:lnTo>
                        <a:pt x="462" y="4426"/>
                      </a:lnTo>
                      <a:lnTo>
                        <a:pt x="568" y="4418"/>
                      </a:lnTo>
                      <a:lnTo>
                        <a:pt x="642" y="4410"/>
                      </a:lnTo>
                      <a:lnTo>
                        <a:pt x="672" y="4404"/>
                      </a:lnTo>
                      <a:lnTo>
                        <a:pt x="688" y="4388"/>
                      </a:lnTo>
                      <a:lnTo>
                        <a:pt x="702" y="4360"/>
                      </a:lnTo>
                      <a:lnTo>
                        <a:pt x="724" y="4322"/>
                      </a:lnTo>
                      <a:lnTo>
                        <a:pt x="746" y="4264"/>
                      </a:lnTo>
                      <a:lnTo>
                        <a:pt x="754" y="4250"/>
                      </a:lnTo>
                      <a:lnTo>
                        <a:pt x="762" y="4228"/>
                      </a:lnTo>
                      <a:lnTo>
                        <a:pt x="784" y="4206"/>
                      </a:lnTo>
                      <a:lnTo>
                        <a:pt x="828" y="4184"/>
                      </a:lnTo>
                      <a:lnTo>
                        <a:pt x="852" y="4162"/>
                      </a:lnTo>
                      <a:lnTo>
                        <a:pt x="836" y="4316"/>
                      </a:lnTo>
                      <a:lnTo>
                        <a:pt x="852" y="4330"/>
                      </a:lnTo>
                      <a:lnTo>
                        <a:pt x="874" y="4322"/>
                      </a:lnTo>
                      <a:lnTo>
                        <a:pt x="880" y="4258"/>
                      </a:lnTo>
                      <a:lnTo>
                        <a:pt x="888" y="4206"/>
                      </a:lnTo>
                      <a:lnTo>
                        <a:pt x="896" y="4184"/>
                      </a:lnTo>
                      <a:lnTo>
                        <a:pt x="904" y="4162"/>
                      </a:lnTo>
                      <a:lnTo>
                        <a:pt x="910" y="4148"/>
                      </a:lnTo>
                      <a:lnTo>
                        <a:pt x="918" y="4126"/>
                      </a:lnTo>
                      <a:lnTo>
                        <a:pt x="910" y="4074"/>
                      </a:lnTo>
                      <a:lnTo>
                        <a:pt x="896" y="4022"/>
                      </a:lnTo>
                      <a:lnTo>
                        <a:pt x="880" y="3994"/>
                      </a:lnTo>
                      <a:lnTo>
                        <a:pt x="874" y="3964"/>
                      </a:lnTo>
                      <a:lnTo>
                        <a:pt x="874" y="3892"/>
                      </a:lnTo>
                      <a:lnTo>
                        <a:pt x="918" y="3724"/>
                      </a:lnTo>
                      <a:lnTo>
                        <a:pt x="940" y="3614"/>
                      </a:lnTo>
                      <a:lnTo>
                        <a:pt x="948" y="3556"/>
                      </a:lnTo>
                      <a:lnTo>
                        <a:pt x="948" y="3468"/>
                      </a:lnTo>
                      <a:lnTo>
                        <a:pt x="954" y="3424"/>
                      </a:lnTo>
                      <a:lnTo>
                        <a:pt x="1038" y="3446"/>
                      </a:lnTo>
                      <a:lnTo>
                        <a:pt x="1104" y="3462"/>
                      </a:lnTo>
                      <a:lnTo>
                        <a:pt x="1208" y="3482"/>
                      </a:lnTo>
                      <a:lnTo>
                        <a:pt x="1268" y="3496"/>
                      </a:lnTo>
                      <a:lnTo>
                        <a:pt x="1326" y="3496"/>
                      </a:lnTo>
                      <a:lnTo>
                        <a:pt x="1456" y="4118"/>
                      </a:lnTo>
                      <a:lnTo>
                        <a:pt x="1456" y="4316"/>
                      </a:lnTo>
                      <a:lnTo>
                        <a:pt x="1448" y="4360"/>
                      </a:lnTo>
                      <a:lnTo>
                        <a:pt x="1440" y="4374"/>
                      </a:lnTo>
                      <a:lnTo>
                        <a:pt x="1388" y="4572"/>
                      </a:lnTo>
                      <a:lnTo>
                        <a:pt x="1344" y="4652"/>
                      </a:lnTo>
                      <a:lnTo>
                        <a:pt x="1322" y="4688"/>
                      </a:lnTo>
                      <a:lnTo>
                        <a:pt x="1314" y="4718"/>
                      </a:lnTo>
                      <a:lnTo>
                        <a:pt x="1314" y="4740"/>
                      </a:lnTo>
                      <a:lnTo>
                        <a:pt x="1322" y="4784"/>
                      </a:lnTo>
                      <a:lnTo>
                        <a:pt x="1344" y="4790"/>
                      </a:lnTo>
                      <a:lnTo>
                        <a:pt x="1388" y="4798"/>
                      </a:lnTo>
                      <a:lnTo>
                        <a:pt x="1448" y="4804"/>
                      </a:lnTo>
                      <a:lnTo>
                        <a:pt x="1478" y="4798"/>
                      </a:lnTo>
                      <a:lnTo>
                        <a:pt x="1508" y="4790"/>
                      </a:lnTo>
                      <a:lnTo>
                        <a:pt x="1560" y="4754"/>
                      </a:lnTo>
                      <a:lnTo>
                        <a:pt x="1576" y="4724"/>
                      </a:lnTo>
                      <a:lnTo>
                        <a:pt x="1598" y="4666"/>
                      </a:lnTo>
                      <a:lnTo>
                        <a:pt x="1604" y="4630"/>
                      </a:lnTo>
                      <a:lnTo>
                        <a:pt x="1604" y="4542"/>
                      </a:lnTo>
                      <a:lnTo>
                        <a:pt x="1620" y="4476"/>
                      </a:lnTo>
                      <a:lnTo>
                        <a:pt x="1620" y="4484"/>
                      </a:lnTo>
                      <a:lnTo>
                        <a:pt x="1634" y="4492"/>
                      </a:lnTo>
                      <a:lnTo>
                        <a:pt x="1650" y="4476"/>
                      </a:lnTo>
                      <a:lnTo>
                        <a:pt x="1642" y="4382"/>
                      </a:lnTo>
                      <a:lnTo>
                        <a:pt x="1620" y="4280"/>
                      </a:lnTo>
                      <a:lnTo>
                        <a:pt x="1620" y="4286"/>
                      </a:lnTo>
                      <a:lnTo>
                        <a:pt x="1612" y="4242"/>
                      </a:lnTo>
                      <a:lnTo>
                        <a:pt x="1612" y="4110"/>
                      </a:lnTo>
                      <a:lnTo>
                        <a:pt x="1628" y="4030"/>
                      </a:lnTo>
                      <a:lnTo>
                        <a:pt x="1650" y="3898"/>
                      </a:lnTo>
                      <a:lnTo>
                        <a:pt x="1658" y="3818"/>
                      </a:lnTo>
                      <a:lnTo>
                        <a:pt x="1664" y="3724"/>
                      </a:lnTo>
                      <a:lnTo>
                        <a:pt x="1658" y="3636"/>
                      </a:lnTo>
                      <a:lnTo>
                        <a:pt x="1650" y="3540"/>
                      </a:lnTo>
                      <a:lnTo>
                        <a:pt x="1628" y="3460"/>
                      </a:lnTo>
                      <a:lnTo>
                        <a:pt x="1612" y="3432"/>
                      </a:lnTo>
                      <a:lnTo>
                        <a:pt x="1604" y="3416"/>
                      </a:lnTo>
                      <a:lnTo>
                        <a:pt x="1604" y="3070"/>
                      </a:lnTo>
                      <a:lnTo>
                        <a:pt x="1610" y="2888"/>
                      </a:lnTo>
                      <a:lnTo>
                        <a:pt x="1618" y="2706"/>
                      </a:lnTo>
                      <a:lnTo>
                        <a:pt x="1618" y="2482"/>
                      </a:lnTo>
                      <a:lnTo>
                        <a:pt x="1640" y="2474"/>
                      </a:lnTo>
                      <a:lnTo>
                        <a:pt x="1664" y="2460"/>
                      </a:lnTo>
                      <a:lnTo>
                        <a:pt x="1628" y="2288"/>
                      </a:lnTo>
                      <a:lnTo>
                        <a:pt x="1626" y="2288"/>
                      </a:lnTo>
                      <a:lnTo>
                        <a:pt x="1588" y="2112"/>
                      </a:lnTo>
                      <a:lnTo>
                        <a:pt x="1590" y="2114"/>
                      </a:lnTo>
                      <a:lnTo>
                        <a:pt x="1572" y="2022"/>
                      </a:lnTo>
                      <a:lnTo>
                        <a:pt x="1570" y="2022"/>
                      </a:lnTo>
                      <a:lnTo>
                        <a:pt x="1568" y="2024"/>
                      </a:lnTo>
                      <a:lnTo>
                        <a:pt x="1566" y="2010"/>
                      </a:lnTo>
                      <a:lnTo>
                        <a:pt x="1544" y="1944"/>
                      </a:lnTo>
                      <a:lnTo>
                        <a:pt x="1528" y="1894"/>
                      </a:lnTo>
                      <a:lnTo>
                        <a:pt x="1522" y="1842"/>
                      </a:lnTo>
                      <a:lnTo>
                        <a:pt x="1528" y="1822"/>
                      </a:lnTo>
                      <a:lnTo>
                        <a:pt x="1536" y="1792"/>
                      </a:lnTo>
                      <a:lnTo>
                        <a:pt x="1566" y="1720"/>
                      </a:lnTo>
                      <a:lnTo>
                        <a:pt x="1588" y="1674"/>
                      </a:lnTo>
                      <a:lnTo>
                        <a:pt x="1598" y="1644"/>
                      </a:lnTo>
                      <a:lnTo>
                        <a:pt x="1610" y="1604"/>
                      </a:lnTo>
                      <a:lnTo>
                        <a:pt x="1626" y="1560"/>
                      </a:lnTo>
                      <a:lnTo>
                        <a:pt x="1648" y="1502"/>
                      </a:lnTo>
                      <a:lnTo>
                        <a:pt x="1678" y="1444"/>
                      </a:lnTo>
                      <a:lnTo>
                        <a:pt x="1680" y="1436"/>
                      </a:lnTo>
                      <a:lnTo>
                        <a:pt x="1838" y="908"/>
                      </a:lnTo>
                      <a:lnTo>
                        <a:pt x="1828" y="888"/>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7" name="Freeform 73"/>
                <p:cNvSpPr>
                  <a:spLocks/>
                </p:cNvSpPr>
                <p:nvPr/>
              </p:nvSpPr>
              <p:spPr bwMode="auto">
                <a:xfrm>
                  <a:off x="14478678" y="-1848511"/>
                  <a:ext cx="7270" cy="43579"/>
                </a:xfrm>
                <a:custGeom>
                  <a:avLst/>
                  <a:gdLst>
                    <a:gd name="T0" fmla="*/ 0 w 8"/>
                    <a:gd name="T1" fmla="*/ 9525 h 28"/>
                    <a:gd name="T2" fmla="*/ 0 w 8"/>
                    <a:gd name="T3" fmla="*/ 44450 h 28"/>
                    <a:gd name="T4" fmla="*/ 12700 w 8"/>
                    <a:gd name="T5" fmla="*/ 44450 h 28"/>
                    <a:gd name="T6" fmla="*/ 12700 w 8"/>
                    <a:gd name="T7" fmla="*/ 0 h 28"/>
                    <a:gd name="T8" fmla="*/ 0 w 8"/>
                    <a:gd name="T9" fmla="*/ 9525 h 28"/>
                    <a:gd name="T10" fmla="*/ 0 60000 65536"/>
                    <a:gd name="T11" fmla="*/ 0 60000 65536"/>
                    <a:gd name="T12" fmla="*/ 0 60000 65536"/>
                    <a:gd name="T13" fmla="*/ 0 60000 65536"/>
                    <a:gd name="T14" fmla="*/ 0 60000 65536"/>
                    <a:gd name="T15" fmla="*/ 0 w 8"/>
                    <a:gd name="T16" fmla="*/ 0 h 28"/>
                    <a:gd name="T17" fmla="*/ 8 w 8"/>
                    <a:gd name="T18" fmla="*/ 28 h 28"/>
                  </a:gdLst>
                  <a:ahLst/>
                  <a:cxnLst>
                    <a:cxn ang="T10">
                      <a:pos x="T0" y="T1"/>
                    </a:cxn>
                    <a:cxn ang="T11">
                      <a:pos x="T2" y="T3"/>
                    </a:cxn>
                    <a:cxn ang="T12">
                      <a:pos x="T4" y="T5"/>
                    </a:cxn>
                    <a:cxn ang="T13">
                      <a:pos x="T6" y="T7"/>
                    </a:cxn>
                    <a:cxn ang="T14">
                      <a:pos x="T8" y="T9"/>
                    </a:cxn>
                  </a:cxnLst>
                  <a:rect l="T15" t="T16" r="T17" b="T18"/>
                  <a:pathLst>
                    <a:path w="8" h="28">
                      <a:moveTo>
                        <a:pt x="0" y="6"/>
                      </a:moveTo>
                      <a:lnTo>
                        <a:pt x="0" y="28"/>
                      </a:lnTo>
                      <a:lnTo>
                        <a:pt x="8" y="28"/>
                      </a:lnTo>
                      <a:lnTo>
                        <a:pt x="8" y="0"/>
                      </a:lnTo>
                      <a:lnTo>
                        <a:pt x="0" y="6"/>
                      </a:lnTo>
                      <a:close/>
                    </a:path>
                  </a:pathLst>
                </a:custGeom>
                <a:solidFill>
                  <a:srgbClr val="ACACAC"/>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39" name="Freeform 75"/>
                <p:cNvSpPr>
                  <a:spLocks/>
                </p:cNvSpPr>
                <p:nvPr/>
              </p:nvSpPr>
              <p:spPr bwMode="auto">
                <a:xfrm>
                  <a:off x="15649481" y="-1056819"/>
                  <a:ext cx="29088" cy="94419"/>
                </a:xfrm>
                <a:custGeom>
                  <a:avLst/>
                  <a:gdLst>
                    <a:gd name="T0" fmla="*/ 19050 w 18"/>
                    <a:gd name="T1" fmla="*/ 63500 h 64"/>
                    <a:gd name="T2" fmla="*/ 6350 w 18"/>
                    <a:gd name="T3" fmla="*/ 6350 h 64"/>
                    <a:gd name="T4" fmla="*/ 0 w 18"/>
                    <a:gd name="T5" fmla="*/ 0 h 64"/>
                    <a:gd name="T6" fmla="*/ 0 w 18"/>
                    <a:gd name="T7" fmla="*/ 38100 h 64"/>
                    <a:gd name="T8" fmla="*/ 22225 w 18"/>
                    <a:gd name="T9" fmla="*/ 101600 h 64"/>
                    <a:gd name="T10" fmla="*/ 28575 w 18"/>
                    <a:gd name="T11" fmla="*/ 101600 h 64"/>
                    <a:gd name="T12" fmla="*/ 19050 w 18"/>
                    <a:gd name="T13" fmla="*/ 63500 h 64"/>
                    <a:gd name="T14" fmla="*/ 0 60000 65536"/>
                    <a:gd name="T15" fmla="*/ 0 60000 65536"/>
                    <a:gd name="T16" fmla="*/ 0 60000 65536"/>
                    <a:gd name="T17" fmla="*/ 0 60000 65536"/>
                    <a:gd name="T18" fmla="*/ 0 60000 65536"/>
                    <a:gd name="T19" fmla="*/ 0 60000 65536"/>
                    <a:gd name="T20" fmla="*/ 0 60000 65536"/>
                    <a:gd name="T21" fmla="*/ 0 w 18"/>
                    <a:gd name="T22" fmla="*/ 0 h 64"/>
                    <a:gd name="T23" fmla="*/ 18 w 18"/>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4">
                      <a:moveTo>
                        <a:pt x="12" y="40"/>
                      </a:moveTo>
                      <a:lnTo>
                        <a:pt x="4" y="4"/>
                      </a:lnTo>
                      <a:lnTo>
                        <a:pt x="0" y="0"/>
                      </a:lnTo>
                      <a:lnTo>
                        <a:pt x="0" y="24"/>
                      </a:lnTo>
                      <a:lnTo>
                        <a:pt x="14" y="64"/>
                      </a:lnTo>
                      <a:lnTo>
                        <a:pt x="18" y="64"/>
                      </a:lnTo>
                      <a:lnTo>
                        <a:pt x="12" y="4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0" name="Freeform 76"/>
                <p:cNvSpPr>
                  <a:spLocks/>
                </p:cNvSpPr>
                <p:nvPr/>
              </p:nvSpPr>
              <p:spPr bwMode="auto">
                <a:xfrm>
                  <a:off x="14835008" y="-4172737"/>
                  <a:ext cx="654487" cy="1314643"/>
                </a:xfrm>
                <a:custGeom>
                  <a:avLst/>
                  <a:gdLst>
                    <a:gd name="T0" fmla="*/ 225425 w 420"/>
                    <a:gd name="T1" fmla="*/ 1006475 h 836"/>
                    <a:gd name="T2" fmla="*/ 222250 w 420"/>
                    <a:gd name="T3" fmla="*/ 1009650 h 836"/>
                    <a:gd name="T4" fmla="*/ 212725 w 420"/>
                    <a:gd name="T5" fmla="*/ 1041400 h 836"/>
                    <a:gd name="T6" fmla="*/ 174625 w 420"/>
                    <a:gd name="T7" fmla="*/ 1066800 h 836"/>
                    <a:gd name="T8" fmla="*/ 127000 w 420"/>
                    <a:gd name="T9" fmla="*/ 1076325 h 836"/>
                    <a:gd name="T10" fmla="*/ 127000 w 420"/>
                    <a:gd name="T11" fmla="*/ 1111250 h 836"/>
                    <a:gd name="T12" fmla="*/ 127000 w 420"/>
                    <a:gd name="T13" fmla="*/ 1146175 h 836"/>
                    <a:gd name="T14" fmla="*/ 139700 w 420"/>
                    <a:gd name="T15" fmla="*/ 1168400 h 836"/>
                    <a:gd name="T16" fmla="*/ 165100 w 420"/>
                    <a:gd name="T17" fmla="*/ 1203325 h 836"/>
                    <a:gd name="T18" fmla="*/ 174625 w 420"/>
                    <a:gd name="T19" fmla="*/ 1260475 h 836"/>
                    <a:gd name="T20" fmla="*/ 200025 w 420"/>
                    <a:gd name="T21" fmla="*/ 1327150 h 836"/>
                    <a:gd name="T22" fmla="*/ 225425 w 420"/>
                    <a:gd name="T23" fmla="*/ 1317625 h 836"/>
                    <a:gd name="T24" fmla="*/ 200025 w 420"/>
                    <a:gd name="T25" fmla="*/ 1295400 h 836"/>
                    <a:gd name="T26" fmla="*/ 200025 w 420"/>
                    <a:gd name="T27" fmla="*/ 1260475 h 836"/>
                    <a:gd name="T28" fmla="*/ 225425 w 420"/>
                    <a:gd name="T29" fmla="*/ 1225550 h 836"/>
                    <a:gd name="T30" fmla="*/ 260350 w 420"/>
                    <a:gd name="T31" fmla="*/ 1203325 h 836"/>
                    <a:gd name="T32" fmla="*/ 320675 w 420"/>
                    <a:gd name="T33" fmla="*/ 1168400 h 836"/>
                    <a:gd name="T34" fmla="*/ 438150 w 420"/>
                    <a:gd name="T35" fmla="*/ 1111250 h 836"/>
                    <a:gd name="T36" fmla="*/ 498475 w 420"/>
                    <a:gd name="T37" fmla="*/ 1076325 h 836"/>
                    <a:gd name="T38" fmla="*/ 533400 w 420"/>
                    <a:gd name="T39" fmla="*/ 1041400 h 836"/>
                    <a:gd name="T40" fmla="*/ 581025 w 420"/>
                    <a:gd name="T41" fmla="*/ 996950 h 836"/>
                    <a:gd name="T42" fmla="*/ 619125 w 420"/>
                    <a:gd name="T43" fmla="*/ 962025 h 836"/>
                    <a:gd name="T44" fmla="*/ 619125 w 420"/>
                    <a:gd name="T45" fmla="*/ 955675 h 836"/>
                    <a:gd name="T46" fmla="*/ 619125 w 420"/>
                    <a:gd name="T47" fmla="*/ 952500 h 836"/>
                    <a:gd name="T48" fmla="*/ 619125 w 420"/>
                    <a:gd name="T49" fmla="*/ 952500 h 836"/>
                    <a:gd name="T50" fmla="*/ 631825 w 420"/>
                    <a:gd name="T51" fmla="*/ 800100 h 836"/>
                    <a:gd name="T52" fmla="*/ 641350 w 420"/>
                    <a:gd name="T53" fmla="*/ 685800 h 836"/>
                    <a:gd name="T54" fmla="*/ 666750 w 420"/>
                    <a:gd name="T55" fmla="*/ 606425 h 836"/>
                    <a:gd name="T56" fmla="*/ 641350 w 420"/>
                    <a:gd name="T57" fmla="*/ 584200 h 836"/>
                    <a:gd name="T58" fmla="*/ 619125 w 420"/>
                    <a:gd name="T59" fmla="*/ 536575 h 836"/>
                    <a:gd name="T60" fmla="*/ 615950 w 420"/>
                    <a:gd name="T61" fmla="*/ 533400 h 836"/>
                    <a:gd name="T62" fmla="*/ 600075 w 420"/>
                    <a:gd name="T63" fmla="*/ 476250 h 836"/>
                    <a:gd name="T64" fmla="*/ 587375 w 420"/>
                    <a:gd name="T65" fmla="*/ 384175 h 836"/>
                    <a:gd name="T66" fmla="*/ 577850 w 420"/>
                    <a:gd name="T67" fmla="*/ 288925 h 836"/>
                    <a:gd name="T68" fmla="*/ 577850 w 420"/>
                    <a:gd name="T69" fmla="*/ 244475 h 836"/>
                    <a:gd name="T70" fmla="*/ 565150 w 420"/>
                    <a:gd name="T71" fmla="*/ 196850 h 836"/>
                    <a:gd name="T72" fmla="*/ 530225 w 420"/>
                    <a:gd name="T73" fmla="*/ 152400 h 836"/>
                    <a:gd name="T74" fmla="*/ 504825 w 420"/>
                    <a:gd name="T75" fmla="*/ 104775 h 836"/>
                    <a:gd name="T76" fmla="*/ 469900 w 420"/>
                    <a:gd name="T77" fmla="*/ 69850 h 836"/>
                    <a:gd name="T78" fmla="*/ 425450 w 420"/>
                    <a:gd name="T79" fmla="*/ 34925 h 836"/>
                    <a:gd name="T80" fmla="*/ 387350 w 420"/>
                    <a:gd name="T81" fmla="*/ 12700 h 836"/>
                    <a:gd name="T82" fmla="*/ 342900 w 420"/>
                    <a:gd name="T83" fmla="*/ 0 h 836"/>
                    <a:gd name="T84" fmla="*/ 260350 w 420"/>
                    <a:gd name="T85" fmla="*/ 12700 h 836"/>
                    <a:gd name="T86" fmla="*/ 187325 w 420"/>
                    <a:gd name="T87" fmla="*/ 34925 h 836"/>
                    <a:gd name="T88" fmla="*/ 130175 w 420"/>
                    <a:gd name="T89" fmla="*/ 69850 h 836"/>
                    <a:gd name="T90" fmla="*/ 82550 w 420"/>
                    <a:gd name="T91" fmla="*/ 117475 h 836"/>
                    <a:gd name="T92" fmla="*/ 47625 w 420"/>
                    <a:gd name="T93" fmla="*/ 196850 h 836"/>
                    <a:gd name="T94" fmla="*/ 12700 w 420"/>
                    <a:gd name="T95" fmla="*/ 266700 h 836"/>
                    <a:gd name="T96" fmla="*/ 0 w 420"/>
                    <a:gd name="T97" fmla="*/ 327025 h 836"/>
                    <a:gd name="T98" fmla="*/ 0 w 420"/>
                    <a:gd name="T99" fmla="*/ 431800 h 836"/>
                    <a:gd name="T100" fmla="*/ 22225 w 420"/>
                    <a:gd name="T101" fmla="*/ 558800 h 836"/>
                    <a:gd name="T102" fmla="*/ 34925 w 420"/>
                    <a:gd name="T103" fmla="*/ 638175 h 836"/>
                    <a:gd name="T104" fmla="*/ 60325 w 420"/>
                    <a:gd name="T105" fmla="*/ 698500 h 836"/>
                    <a:gd name="T106" fmla="*/ 152400 w 420"/>
                    <a:gd name="T107" fmla="*/ 847725 h 836"/>
                    <a:gd name="T108" fmla="*/ 177800 w 420"/>
                    <a:gd name="T109" fmla="*/ 860425 h 836"/>
                    <a:gd name="T110" fmla="*/ 212725 w 420"/>
                    <a:gd name="T111" fmla="*/ 869950 h 836"/>
                    <a:gd name="T112" fmla="*/ 215900 w 420"/>
                    <a:gd name="T113" fmla="*/ 869950 h 836"/>
                    <a:gd name="T114" fmla="*/ 222250 w 420"/>
                    <a:gd name="T115" fmla="*/ 863600 h 836"/>
                    <a:gd name="T116" fmla="*/ 244475 w 420"/>
                    <a:gd name="T117" fmla="*/ 885825 h 836"/>
                    <a:gd name="T118" fmla="*/ 244475 w 420"/>
                    <a:gd name="T119" fmla="*/ 898525 h 836"/>
                    <a:gd name="T120" fmla="*/ 234950 w 420"/>
                    <a:gd name="T121" fmla="*/ 917575 h 836"/>
                    <a:gd name="T122" fmla="*/ 234950 w 420"/>
                    <a:gd name="T123" fmla="*/ 971550 h 836"/>
                    <a:gd name="T124" fmla="*/ 225425 w 420"/>
                    <a:gd name="T125" fmla="*/ 1006475 h 8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0"/>
                    <a:gd name="T190" fmla="*/ 0 h 836"/>
                    <a:gd name="T191" fmla="*/ 420 w 420"/>
                    <a:gd name="T192" fmla="*/ 836 h 8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0" h="836">
                      <a:moveTo>
                        <a:pt x="142" y="634"/>
                      </a:moveTo>
                      <a:lnTo>
                        <a:pt x="140" y="636"/>
                      </a:lnTo>
                      <a:lnTo>
                        <a:pt x="134" y="656"/>
                      </a:lnTo>
                      <a:lnTo>
                        <a:pt x="110" y="672"/>
                      </a:lnTo>
                      <a:lnTo>
                        <a:pt x="80" y="678"/>
                      </a:lnTo>
                      <a:lnTo>
                        <a:pt x="80" y="700"/>
                      </a:lnTo>
                      <a:lnTo>
                        <a:pt x="80" y="722"/>
                      </a:lnTo>
                      <a:lnTo>
                        <a:pt x="88" y="736"/>
                      </a:lnTo>
                      <a:lnTo>
                        <a:pt x="104" y="758"/>
                      </a:lnTo>
                      <a:lnTo>
                        <a:pt x="110" y="794"/>
                      </a:lnTo>
                      <a:lnTo>
                        <a:pt x="126" y="836"/>
                      </a:lnTo>
                      <a:lnTo>
                        <a:pt x="142" y="830"/>
                      </a:lnTo>
                      <a:lnTo>
                        <a:pt x="126" y="816"/>
                      </a:lnTo>
                      <a:lnTo>
                        <a:pt x="126" y="794"/>
                      </a:lnTo>
                      <a:lnTo>
                        <a:pt x="142" y="772"/>
                      </a:lnTo>
                      <a:lnTo>
                        <a:pt x="164" y="758"/>
                      </a:lnTo>
                      <a:lnTo>
                        <a:pt x="202" y="736"/>
                      </a:lnTo>
                      <a:lnTo>
                        <a:pt x="276" y="700"/>
                      </a:lnTo>
                      <a:lnTo>
                        <a:pt x="314" y="678"/>
                      </a:lnTo>
                      <a:lnTo>
                        <a:pt x="336" y="656"/>
                      </a:lnTo>
                      <a:lnTo>
                        <a:pt x="366" y="628"/>
                      </a:lnTo>
                      <a:lnTo>
                        <a:pt x="390" y="606"/>
                      </a:lnTo>
                      <a:lnTo>
                        <a:pt x="390" y="602"/>
                      </a:lnTo>
                      <a:lnTo>
                        <a:pt x="390" y="600"/>
                      </a:lnTo>
                      <a:lnTo>
                        <a:pt x="398" y="504"/>
                      </a:lnTo>
                      <a:lnTo>
                        <a:pt x="404" y="432"/>
                      </a:lnTo>
                      <a:lnTo>
                        <a:pt x="420" y="382"/>
                      </a:lnTo>
                      <a:lnTo>
                        <a:pt x="404" y="368"/>
                      </a:lnTo>
                      <a:lnTo>
                        <a:pt x="390" y="338"/>
                      </a:lnTo>
                      <a:lnTo>
                        <a:pt x="388" y="336"/>
                      </a:lnTo>
                      <a:lnTo>
                        <a:pt x="378" y="300"/>
                      </a:lnTo>
                      <a:lnTo>
                        <a:pt x="370" y="242"/>
                      </a:lnTo>
                      <a:lnTo>
                        <a:pt x="364" y="182"/>
                      </a:lnTo>
                      <a:lnTo>
                        <a:pt x="364" y="154"/>
                      </a:lnTo>
                      <a:lnTo>
                        <a:pt x="356" y="124"/>
                      </a:lnTo>
                      <a:lnTo>
                        <a:pt x="334" y="96"/>
                      </a:lnTo>
                      <a:lnTo>
                        <a:pt x="318" y="66"/>
                      </a:lnTo>
                      <a:lnTo>
                        <a:pt x="296" y="44"/>
                      </a:lnTo>
                      <a:lnTo>
                        <a:pt x="268" y="22"/>
                      </a:lnTo>
                      <a:lnTo>
                        <a:pt x="244" y="8"/>
                      </a:lnTo>
                      <a:lnTo>
                        <a:pt x="216" y="0"/>
                      </a:lnTo>
                      <a:lnTo>
                        <a:pt x="164" y="8"/>
                      </a:lnTo>
                      <a:lnTo>
                        <a:pt x="118" y="22"/>
                      </a:lnTo>
                      <a:lnTo>
                        <a:pt x="82" y="44"/>
                      </a:lnTo>
                      <a:lnTo>
                        <a:pt x="52" y="74"/>
                      </a:lnTo>
                      <a:lnTo>
                        <a:pt x="30" y="124"/>
                      </a:lnTo>
                      <a:lnTo>
                        <a:pt x="8" y="168"/>
                      </a:lnTo>
                      <a:lnTo>
                        <a:pt x="0" y="206"/>
                      </a:lnTo>
                      <a:lnTo>
                        <a:pt x="0" y="272"/>
                      </a:lnTo>
                      <a:lnTo>
                        <a:pt x="14" y="352"/>
                      </a:lnTo>
                      <a:lnTo>
                        <a:pt x="22" y="402"/>
                      </a:lnTo>
                      <a:lnTo>
                        <a:pt x="38" y="440"/>
                      </a:lnTo>
                      <a:lnTo>
                        <a:pt x="96" y="534"/>
                      </a:lnTo>
                      <a:lnTo>
                        <a:pt x="112" y="542"/>
                      </a:lnTo>
                      <a:lnTo>
                        <a:pt x="134" y="548"/>
                      </a:lnTo>
                      <a:lnTo>
                        <a:pt x="136" y="548"/>
                      </a:lnTo>
                      <a:lnTo>
                        <a:pt x="140" y="544"/>
                      </a:lnTo>
                      <a:lnTo>
                        <a:pt x="154" y="558"/>
                      </a:lnTo>
                      <a:lnTo>
                        <a:pt x="154" y="566"/>
                      </a:lnTo>
                      <a:lnTo>
                        <a:pt x="148" y="578"/>
                      </a:lnTo>
                      <a:lnTo>
                        <a:pt x="148" y="612"/>
                      </a:lnTo>
                      <a:lnTo>
                        <a:pt x="142" y="63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1" name="Freeform 77"/>
                <p:cNvSpPr>
                  <a:spLocks/>
                </p:cNvSpPr>
                <p:nvPr/>
              </p:nvSpPr>
              <p:spPr bwMode="auto">
                <a:xfrm>
                  <a:off x="15038626" y="-3315679"/>
                  <a:ext cx="29088" cy="21792"/>
                </a:xfrm>
                <a:custGeom>
                  <a:avLst/>
                  <a:gdLst>
                    <a:gd name="T0" fmla="*/ 0 w 18"/>
                    <a:gd name="T1" fmla="*/ 6350 h 14"/>
                    <a:gd name="T2" fmla="*/ 6350 w 18"/>
                    <a:gd name="T3" fmla="*/ 6350 h 14"/>
                    <a:gd name="T4" fmla="*/ 28575 w 18"/>
                    <a:gd name="T5" fmla="*/ 22225 h 14"/>
                    <a:gd name="T6" fmla="*/ 6350 w 18"/>
                    <a:gd name="T7" fmla="*/ 0 h 14"/>
                    <a:gd name="T8" fmla="*/ 0 w 18"/>
                    <a:gd name="T9" fmla="*/ 6350 h 14"/>
                    <a:gd name="T10" fmla="*/ 0 60000 65536"/>
                    <a:gd name="T11" fmla="*/ 0 60000 65536"/>
                    <a:gd name="T12" fmla="*/ 0 60000 65536"/>
                    <a:gd name="T13" fmla="*/ 0 60000 65536"/>
                    <a:gd name="T14" fmla="*/ 0 60000 65536"/>
                    <a:gd name="T15" fmla="*/ 0 w 18"/>
                    <a:gd name="T16" fmla="*/ 0 h 14"/>
                    <a:gd name="T17" fmla="*/ 18 w 18"/>
                    <a:gd name="T18" fmla="*/ 14 h 14"/>
                  </a:gdLst>
                  <a:ahLst/>
                  <a:cxnLst>
                    <a:cxn ang="T10">
                      <a:pos x="T0" y="T1"/>
                    </a:cxn>
                    <a:cxn ang="T11">
                      <a:pos x="T2" y="T3"/>
                    </a:cxn>
                    <a:cxn ang="T12">
                      <a:pos x="T4" y="T5"/>
                    </a:cxn>
                    <a:cxn ang="T13">
                      <a:pos x="T6" y="T7"/>
                    </a:cxn>
                    <a:cxn ang="T14">
                      <a:pos x="T8" y="T9"/>
                    </a:cxn>
                  </a:cxnLst>
                  <a:rect l="T15" t="T16" r="T17" b="T18"/>
                  <a:pathLst>
                    <a:path w="18" h="14">
                      <a:moveTo>
                        <a:pt x="0" y="4"/>
                      </a:moveTo>
                      <a:lnTo>
                        <a:pt x="4" y="4"/>
                      </a:lnTo>
                      <a:lnTo>
                        <a:pt x="18" y="14"/>
                      </a:lnTo>
                      <a:lnTo>
                        <a:pt x="4" y="0"/>
                      </a:lnTo>
                      <a:lnTo>
                        <a:pt x="0" y="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2" name="Freeform 78"/>
                <p:cNvSpPr>
                  <a:spLocks/>
                </p:cNvSpPr>
                <p:nvPr/>
              </p:nvSpPr>
              <p:spPr bwMode="auto">
                <a:xfrm>
                  <a:off x="15765834" y="-1703247"/>
                  <a:ext cx="7274" cy="43579"/>
                </a:xfrm>
                <a:custGeom>
                  <a:avLst/>
                  <a:gdLst>
                    <a:gd name="T0" fmla="*/ 15875 w 10"/>
                    <a:gd name="T1" fmla="*/ 0 h 30"/>
                    <a:gd name="T2" fmla="*/ 0 w 10"/>
                    <a:gd name="T3" fmla="*/ 47625 h 30"/>
                    <a:gd name="T4" fmla="*/ 12700 w 10"/>
                    <a:gd name="T5" fmla="*/ 15875 h 30"/>
                    <a:gd name="T6" fmla="*/ 15875 w 10"/>
                    <a:gd name="T7" fmla="*/ 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0" y="30"/>
                      </a:lnTo>
                      <a:lnTo>
                        <a:pt x="8" y="10"/>
                      </a:lnTo>
                      <a:lnTo>
                        <a:pt x="1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3" name="Freeform 79"/>
                <p:cNvSpPr>
                  <a:spLocks/>
                </p:cNvSpPr>
                <p:nvPr/>
              </p:nvSpPr>
              <p:spPr bwMode="auto">
                <a:xfrm>
                  <a:off x="15802197" y="-737238"/>
                  <a:ext cx="14544" cy="7261"/>
                </a:xfrm>
                <a:custGeom>
                  <a:avLst/>
                  <a:gdLst>
                    <a:gd name="T0" fmla="*/ 0 w 8"/>
                    <a:gd name="T1" fmla="*/ 0 h 6"/>
                    <a:gd name="T2" fmla="*/ 12700 w 8"/>
                    <a:gd name="T3" fmla="*/ 9525 h 6"/>
                    <a:gd name="T4" fmla="*/ 3175 w 8"/>
                    <a:gd name="T5" fmla="*/ 0 h 6"/>
                    <a:gd name="T6" fmla="*/ 0 w 8"/>
                    <a:gd name="T7" fmla="*/ 0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0" y="0"/>
                      </a:moveTo>
                      <a:lnTo>
                        <a:pt x="8" y="6"/>
                      </a:lnTo>
                      <a:lnTo>
                        <a:pt x="2" y="0"/>
                      </a:lnTo>
                      <a:lnTo>
                        <a:pt x="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44" name="Freeform 80"/>
                <p:cNvSpPr>
                  <a:spLocks/>
                </p:cNvSpPr>
                <p:nvPr/>
              </p:nvSpPr>
              <p:spPr bwMode="auto">
                <a:xfrm>
                  <a:off x="14013265" y="-1637876"/>
                  <a:ext cx="778110" cy="443053"/>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5250 w 490"/>
                    <a:gd name="T9" fmla="*/ 415925 h 278"/>
                    <a:gd name="T10" fmla="*/ 63500 w 490"/>
                    <a:gd name="T11" fmla="*/ 425450 h 278"/>
                    <a:gd name="T12" fmla="*/ 34925 w 490"/>
                    <a:gd name="T13" fmla="*/ 431800 h 278"/>
                    <a:gd name="T14" fmla="*/ 31750 w 490"/>
                    <a:gd name="T15" fmla="*/ 431800 h 278"/>
                    <a:gd name="T16" fmla="*/ 12700 w 490"/>
                    <a:gd name="T17" fmla="*/ 441325 h 278"/>
                    <a:gd name="T18" fmla="*/ 9525 w 490"/>
                    <a:gd name="T19" fmla="*/ 438150 h 278"/>
                    <a:gd name="T20" fmla="*/ 3175 w 490"/>
                    <a:gd name="T21" fmla="*/ 438150 h 278"/>
                    <a:gd name="T22" fmla="*/ 0 w 490"/>
                    <a:gd name="T23" fmla="*/ 434975 h 278"/>
                    <a:gd name="T24" fmla="*/ 0 w 490"/>
                    <a:gd name="T25" fmla="*/ 428625 h 278"/>
                    <a:gd name="T26" fmla="*/ 0 w 490"/>
                    <a:gd name="T27" fmla="*/ 425450 h 278"/>
                    <a:gd name="T28" fmla="*/ 6350 w 490"/>
                    <a:gd name="T29" fmla="*/ 403225 h 278"/>
                    <a:gd name="T30" fmla="*/ 19050 w 490"/>
                    <a:gd name="T31" fmla="*/ 384175 h 278"/>
                    <a:gd name="T32" fmla="*/ 114300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4925 w 490"/>
                    <a:gd name="T45" fmla="*/ 244475 h 278"/>
                    <a:gd name="T46" fmla="*/ 41275 w 490"/>
                    <a:gd name="T47" fmla="*/ 241300 h 278"/>
                    <a:gd name="T48" fmla="*/ 63500 w 490"/>
                    <a:gd name="T49" fmla="*/ 228600 h 278"/>
                    <a:gd name="T50" fmla="*/ 107950 w 490"/>
                    <a:gd name="T51" fmla="*/ 231775 h 278"/>
                    <a:gd name="T52" fmla="*/ 263525 w 490"/>
                    <a:gd name="T53" fmla="*/ 244475 h 278"/>
                    <a:gd name="T54" fmla="*/ 377825 w 490"/>
                    <a:gd name="T55" fmla="*/ 222250 h 278"/>
                    <a:gd name="T56" fmla="*/ 444500 w 490"/>
                    <a:gd name="T57" fmla="*/ 206375 h 278"/>
                    <a:gd name="T58" fmla="*/ 450850 w 490"/>
                    <a:gd name="T59" fmla="*/ 200025 h 278"/>
                    <a:gd name="T60" fmla="*/ 441325 w 490"/>
                    <a:gd name="T61" fmla="*/ 165100 h 278"/>
                    <a:gd name="T62" fmla="*/ 428625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49250 w 490"/>
                    <a:gd name="T73" fmla="*/ 12700 h 278"/>
                    <a:gd name="T74" fmla="*/ 365125 w 490"/>
                    <a:gd name="T75" fmla="*/ 6350 h 278"/>
                    <a:gd name="T76" fmla="*/ 381000 w 490"/>
                    <a:gd name="T77" fmla="*/ 0 h 278"/>
                    <a:gd name="T78" fmla="*/ 403225 w 490"/>
                    <a:gd name="T79" fmla="*/ 9525 h 278"/>
                    <a:gd name="T80" fmla="*/ 415925 w 490"/>
                    <a:gd name="T81" fmla="*/ 25400 h 278"/>
                    <a:gd name="T82" fmla="*/ 454025 w 490"/>
                    <a:gd name="T83" fmla="*/ 73025 h 278"/>
                    <a:gd name="T84" fmla="*/ 476250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08025 w 490"/>
                    <a:gd name="T95" fmla="*/ 203200 h 278"/>
                    <a:gd name="T96" fmla="*/ 739775 w 490"/>
                    <a:gd name="T97" fmla="*/ 228600 h 278"/>
                    <a:gd name="T98" fmla="*/ 755650 w 490"/>
                    <a:gd name="T99" fmla="*/ 257175 h 278"/>
                    <a:gd name="T100" fmla="*/ 762000 w 490"/>
                    <a:gd name="T101" fmla="*/ 279400 h 278"/>
                    <a:gd name="T102" fmla="*/ 758825 w 490"/>
                    <a:gd name="T103" fmla="*/ 304800 h 278"/>
                    <a:gd name="T104" fmla="*/ 758825 w 490"/>
                    <a:gd name="T105" fmla="*/ 304800 h 278"/>
                    <a:gd name="T106" fmla="*/ 777875 w 490"/>
                    <a:gd name="T107" fmla="*/ 304800 h 278"/>
                    <a:gd name="T108" fmla="*/ 644525 w 490"/>
                    <a:gd name="T109" fmla="*/ 355600 h 278"/>
                    <a:gd name="T110" fmla="*/ 431800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48" y="242"/>
                      </a:lnTo>
                      <a:lnTo>
                        <a:pt x="120" y="248"/>
                      </a:lnTo>
                      <a:lnTo>
                        <a:pt x="98" y="252"/>
                      </a:lnTo>
                      <a:lnTo>
                        <a:pt x="78" y="258"/>
                      </a:lnTo>
                      <a:lnTo>
                        <a:pt x="60" y="262"/>
                      </a:lnTo>
                      <a:lnTo>
                        <a:pt x="40" y="268"/>
                      </a:lnTo>
                      <a:lnTo>
                        <a:pt x="26" y="272"/>
                      </a:lnTo>
                      <a:lnTo>
                        <a:pt x="22" y="272"/>
                      </a:lnTo>
                      <a:lnTo>
                        <a:pt x="20" y="272"/>
                      </a:lnTo>
                      <a:lnTo>
                        <a:pt x="14" y="276"/>
                      </a:lnTo>
                      <a:lnTo>
                        <a:pt x="8" y="278"/>
                      </a:lnTo>
                      <a:lnTo>
                        <a:pt x="6" y="276"/>
                      </a:lnTo>
                      <a:lnTo>
                        <a:pt x="2" y="276"/>
                      </a:lnTo>
                      <a:lnTo>
                        <a:pt x="0" y="274"/>
                      </a:lnTo>
                      <a:lnTo>
                        <a:pt x="0" y="272"/>
                      </a:lnTo>
                      <a:lnTo>
                        <a:pt x="0" y="270"/>
                      </a:lnTo>
                      <a:lnTo>
                        <a:pt x="0" y="268"/>
                      </a:lnTo>
                      <a:lnTo>
                        <a:pt x="0" y="266"/>
                      </a:lnTo>
                      <a:lnTo>
                        <a:pt x="4" y="254"/>
                      </a:lnTo>
                      <a:lnTo>
                        <a:pt x="8" y="248"/>
                      </a:lnTo>
                      <a:lnTo>
                        <a:pt x="12" y="242"/>
                      </a:lnTo>
                      <a:lnTo>
                        <a:pt x="20" y="236"/>
                      </a:lnTo>
                      <a:lnTo>
                        <a:pt x="30" y="232"/>
                      </a:lnTo>
                      <a:lnTo>
                        <a:pt x="72" y="210"/>
                      </a:lnTo>
                      <a:lnTo>
                        <a:pt x="92" y="202"/>
                      </a:lnTo>
                      <a:lnTo>
                        <a:pt x="110" y="200"/>
                      </a:lnTo>
                      <a:lnTo>
                        <a:pt x="114" y="200"/>
                      </a:lnTo>
                      <a:lnTo>
                        <a:pt x="114" y="198"/>
                      </a:lnTo>
                      <a:lnTo>
                        <a:pt x="102" y="194"/>
                      </a:lnTo>
                      <a:lnTo>
                        <a:pt x="46" y="182"/>
                      </a:lnTo>
                      <a:lnTo>
                        <a:pt x="28" y="176"/>
                      </a:lnTo>
                      <a:lnTo>
                        <a:pt x="22" y="174"/>
                      </a:lnTo>
                      <a:lnTo>
                        <a:pt x="20" y="172"/>
                      </a:lnTo>
                      <a:lnTo>
                        <a:pt x="18" y="162"/>
                      </a:lnTo>
                      <a:lnTo>
                        <a:pt x="20" y="158"/>
                      </a:lnTo>
                      <a:lnTo>
                        <a:pt x="22" y="154"/>
                      </a:lnTo>
                      <a:lnTo>
                        <a:pt x="26" y="152"/>
                      </a:lnTo>
                      <a:lnTo>
                        <a:pt x="32" y="148"/>
                      </a:lnTo>
                      <a:lnTo>
                        <a:pt x="40" y="144"/>
                      </a:lnTo>
                      <a:lnTo>
                        <a:pt x="50" y="144"/>
                      </a:lnTo>
                      <a:lnTo>
                        <a:pt x="68" y="146"/>
                      </a:lnTo>
                      <a:lnTo>
                        <a:pt x="144" y="152"/>
                      </a:lnTo>
                      <a:lnTo>
                        <a:pt x="166" y="154"/>
                      </a:lnTo>
                      <a:lnTo>
                        <a:pt x="190" y="150"/>
                      </a:lnTo>
                      <a:lnTo>
                        <a:pt x="238" y="140"/>
                      </a:lnTo>
                      <a:lnTo>
                        <a:pt x="272" y="134"/>
                      </a:lnTo>
                      <a:lnTo>
                        <a:pt x="280" y="130"/>
                      </a:lnTo>
                      <a:lnTo>
                        <a:pt x="282" y="128"/>
                      </a:lnTo>
                      <a:lnTo>
                        <a:pt x="284" y="126"/>
                      </a:lnTo>
                      <a:lnTo>
                        <a:pt x="282" y="112"/>
                      </a:lnTo>
                      <a:lnTo>
                        <a:pt x="278" y="104"/>
                      </a:lnTo>
                      <a:lnTo>
                        <a:pt x="274" y="100"/>
                      </a:lnTo>
                      <a:lnTo>
                        <a:pt x="270" y="96"/>
                      </a:lnTo>
                      <a:lnTo>
                        <a:pt x="260" y="92"/>
                      </a:lnTo>
                      <a:lnTo>
                        <a:pt x="252" y="84"/>
                      </a:lnTo>
                      <a:lnTo>
                        <a:pt x="238" y="70"/>
                      </a:lnTo>
                      <a:lnTo>
                        <a:pt x="236" y="66"/>
                      </a:lnTo>
                      <a:lnTo>
                        <a:pt x="224" y="50"/>
                      </a:lnTo>
                      <a:lnTo>
                        <a:pt x="220" y="40"/>
                      </a:lnTo>
                      <a:lnTo>
                        <a:pt x="218" y="26"/>
                      </a:lnTo>
                      <a:lnTo>
                        <a:pt x="218" y="14"/>
                      </a:lnTo>
                      <a:lnTo>
                        <a:pt x="220" y="8"/>
                      </a:lnTo>
                      <a:lnTo>
                        <a:pt x="230" y="4"/>
                      </a:lnTo>
                      <a:lnTo>
                        <a:pt x="236" y="0"/>
                      </a:lnTo>
                      <a:lnTo>
                        <a:pt x="240" y="0"/>
                      </a:lnTo>
                      <a:lnTo>
                        <a:pt x="248" y="2"/>
                      </a:lnTo>
                      <a:lnTo>
                        <a:pt x="254" y="6"/>
                      </a:lnTo>
                      <a:lnTo>
                        <a:pt x="262" y="16"/>
                      </a:lnTo>
                      <a:lnTo>
                        <a:pt x="272" y="30"/>
                      </a:lnTo>
                      <a:lnTo>
                        <a:pt x="286" y="46"/>
                      </a:lnTo>
                      <a:lnTo>
                        <a:pt x="300" y="60"/>
                      </a:lnTo>
                      <a:lnTo>
                        <a:pt x="314" y="72"/>
                      </a:lnTo>
                      <a:lnTo>
                        <a:pt x="324" y="80"/>
                      </a:lnTo>
                      <a:lnTo>
                        <a:pt x="350" y="92"/>
                      </a:lnTo>
                      <a:lnTo>
                        <a:pt x="382" y="104"/>
                      </a:lnTo>
                      <a:lnTo>
                        <a:pt x="398" y="112"/>
                      </a:lnTo>
                      <a:lnTo>
                        <a:pt x="408" y="116"/>
                      </a:lnTo>
                      <a:lnTo>
                        <a:pt x="426" y="120"/>
                      </a:lnTo>
                      <a:lnTo>
                        <a:pt x="436" y="122"/>
                      </a:lnTo>
                      <a:lnTo>
                        <a:pt x="446" y="128"/>
                      </a:lnTo>
                      <a:lnTo>
                        <a:pt x="456" y="134"/>
                      </a:lnTo>
                      <a:lnTo>
                        <a:pt x="464" y="142"/>
                      </a:lnTo>
                      <a:lnTo>
                        <a:pt x="466" y="144"/>
                      </a:lnTo>
                      <a:lnTo>
                        <a:pt x="470" y="152"/>
                      </a:lnTo>
                      <a:lnTo>
                        <a:pt x="476" y="162"/>
                      </a:lnTo>
                      <a:lnTo>
                        <a:pt x="480" y="170"/>
                      </a:lnTo>
                      <a:lnTo>
                        <a:pt x="480" y="176"/>
                      </a:lnTo>
                      <a:lnTo>
                        <a:pt x="480" y="186"/>
                      </a:lnTo>
                      <a:lnTo>
                        <a:pt x="478" y="192"/>
                      </a:lnTo>
                      <a:lnTo>
                        <a:pt x="488" y="192"/>
                      </a:lnTo>
                      <a:lnTo>
                        <a:pt x="490" y="192"/>
                      </a:lnTo>
                      <a:lnTo>
                        <a:pt x="488" y="192"/>
                      </a:lnTo>
                      <a:lnTo>
                        <a:pt x="474" y="198"/>
                      </a:lnTo>
                      <a:lnTo>
                        <a:pt x="406" y="224"/>
                      </a:lnTo>
                      <a:lnTo>
                        <a:pt x="358" y="224"/>
                      </a:lnTo>
                      <a:lnTo>
                        <a:pt x="272"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grpSp>
        <p:sp>
          <p:nvSpPr>
            <p:cNvPr id="22" name="Freeform 82"/>
            <p:cNvSpPr>
              <a:spLocks/>
            </p:cNvSpPr>
            <p:nvPr/>
          </p:nvSpPr>
          <p:spPr bwMode="auto">
            <a:xfrm>
              <a:off x="7215141" y="1613809"/>
              <a:ext cx="498712" cy="762719"/>
            </a:xfrm>
            <a:custGeom>
              <a:avLst/>
              <a:gdLst>
                <a:gd name="T0" fmla="*/ 496715 w 440"/>
                <a:gd name="T1" fmla="*/ 24949 h 670"/>
                <a:gd name="T2" fmla="*/ 498983 w 440"/>
                <a:gd name="T3" fmla="*/ 9072 h 670"/>
                <a:gd name="T4" fmla="*/ 498983 w 440"/>
                <a:gd name="T5" fmla="*/ 0 h 670"/>
                <a:gd name="T6" fmla="*/ 467230 w 440"/>
                <a:gd name="T7" fmla="*/ 0 h 670"/>
                <a:gd name="T8" fmla="*/ 467230 w 440"/>
                <a:gd name="T9" fmla="*/ 4536 h 670"/>
                <a:gd name="T10" fmla="*/ 442280 w 440"/>
                <a:gd name="T11" fmla="*/ 29485 h 670"/>
                <a:gd name="T12" fmla="*/ 410527 w 440"/>
                <a:gd name="T13" fmla="*/ 61239 h 670"/>
                <a:gd name="T14" fmla="*/ 385578 w 440"/>
                <a:gd name="T15" fmla="*/ 86188 h 670"/>
                <a:gd name="T16" fmla="*/ 344752 w 440"/>
                <a:gd name="T17" fmla="*/ 111137 h 670"/>
                <a:gd name="T18" fmla="*/ 265368 w 440"/>
                <a:gd name="T19" fmla="*/ 151963 h 670"/>
                <a:gd name="T20" fmla="*/ 224542 w 440"/>
                <a:gd name="T21" fmla="*/ 176912 h 670"/>
                <a:gd name="T22" fmla="*/ 199593 w 440"/>
                <a:gd name="T23" fmla="*/ 192789 h 670"/>
                <a:gd name="T24" fmla="*/ 183716 w 440"/>
                <a:gd name="T25" fmla="*/ 217738 h 670"/>
                <a:gd name="T26" fmla="*/ 183716 w 440"/>
                <a:gd name="T27" fmla="*/ 242687 h 670"/>
                <a:gd name="T28" fmla="*/ 167840 w 440"/>
                <a:gd name="T29" fmla="*/ 217738 h 670"/>
                <a:gd name="T30" fmla="*/ 158767 w 440"/>
                <a:gd name="T31" fmla="*/ 176912 h 670"/>
                <a:gd name="T32" fmla="*/ 142891 w 440"/>
                <a:gd name="T33" fmla="*/ 151963 h 670"/>
                <a:gd name="T34" fmla="*/ 136086 w 440"/>
                <a:gd name="T35" fmla="*/ 136086 h 670"/>
                <a:gd name="T36" fmla="*/ 136086 w 440"/>
                <a:gd name="T37" fmla="*/ 111137 h 670"/>
                <a:gd name="T38" fmla="*/ 136086 w 440"/>
                <a:gd name="T39" fmla="*/ 86188 h 670"/>
                <a:gd name="T40" fmla="*/ 167840 w 440"/>
                <a:gd name="T41" fmla="*/ 79384 h 670"/>
                <a:gd name="T42" fmla="*/ 190521 w 440"/>
                <a:gd name="T43" fmla="*/ 61239 h 670"/>
                <a:gd name="T44" fmla="*/ 199593 w 440"/>
                <a:gd name="T45" fmla="*/ 38558 h 670"/>
                <a:gd name="T46" fmla="*/ 115673 w 440"/>
                <a:gd name="T47" fmla="*/ 52166 h 670"/>
                <a:gd name="T48" fmla="*/ 102065 w 440"/>
                <a:gd name="T49" fmla="*/ 74847 h 670"/>
                <a:gd name="T50" fmla="*/ 88456 w 440"/>
                <a:gd name="T51" fmla="*/ 90724 h 670"/>
                <a:gd name="T52" fmla="*/ 88456 w 440"/>
                <a:gd name="T53" fmla="*/ 90724 h 670"/>
                <a:gd name="T54" fmla="*/ 72579 w 440"/>
                <a:gd name="T55" fmla="*/ 140622 h 670"/>
                <a:gd name="T56" fmla="*/ 56703 w 440"/>
                <a:gd name="T57" fmla="*/ 240419 h 670"/>
                <a:gd name="T58" fmla="*/ 24949 w 440"/>
                <a:gd name="T59" fmla="*/ 446817 h 670"/>
                <a:gd name="T60" fmla="*/ 9072 w 440"/>
                <a:gd name="T61" fmla="*/ 653214 h 670"/>
                <a:gd name="T62" fmla="*/ 0 w 440"/>
                <a:gd name="T63" fmla="*/ 728062 h 670"/>
                <a:gd name="T64" fmla="*/ 9072 w 440"/>
                <a:gd name="T65" fmla="*/ 759815 h 670"/>
                <a:gd name="T66" fmla="*/ 56703 w 440"/>
                <a:gd name="T67" fmla="*/ 669091 h 670"/>
                <a:gd name="T68" fmla="*/ 176912 w 440"/>
                <a:gd name="T69" fmla="*/ 446817 h 670"/>
                <a:gd name="T70" fmla="*/ 247223 w 440"/>
                <a:gd name="T71" fmla="*/ 322071 h 670"/>
                <a:gd name="T72" fmla="*/ 328875 w 440"/>
                <a:gd name="T73" fmla="*/ 206398 h 670"/>
                <a:gd name="T74" fmla="*/ 392382 w 440"/>
                <a:gd name="T75" fmla="*/ 115673 h 670"/>
                <a:gd name="T76" fmla="*/ 424136 w 440"/>
                <a:gd name="T77" fmla="*/ 81652 h 670"/>
                <a:gd name="T78" fmla="*/ 446817 w 440"/>
                <a:gd name="T79" fmla="*/ 58971 h 670"/>
                <a:gd name="T80" fmla="*/ 469498 w 440"/>
                <a:gd name="T81" fmla="*/ 43094 h 670"/>
                <a:gd name="T82" fmla="*/ 496715 w 440"/>
                <a:gd name="T83" fmla="*/ 24949 h 6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0"/>
                <a:gd name="T127" fmla="*/ 0 h 670"/>
                <a:gd name="T128" fmla="*/ 440 w 440"/>
                <a:gd name="T129" fmla="*/ 670 h 6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0" h="670">
                  <a:moveTo>
                    <a:pt x="438" y="22"/>
                  </a:moveTo>
                  <a:lnTo>
                    <a:pt x="440" y="8"/>
                  </a:lnTo>
                  <a:lnTo>
                    <a:pt x="440" y="0"/>
                  </a:lnTo>
                  <a:lnTo>
                    <a:pt x="412" y="0"/>
                  </a:lnTo>
                  <a:lnTo>
                    <a:pt x="412" y="4"/>
                  </a:lnTo>
                  <a:lnTo>
                    <a:pt x="390" y="26"/>
                  </a:lnTo>
                  <a:lnTo>
                    <a:pt x="362" y="54"/>
                  </a:lnTo>
                  <a:lnTo>
                    <a:pt x="340" y="76"/>
                  </a:lnTo>
                  <a:lnTo>
                    <a:pt x="304" y="98"/>
                  </a:lnTo>
                  <a:lnTo>
                    <a:pt x="234" y="134"/>
                  </a:lnTo>
                  <a:lnTo>
                    <a:pt x="198" y="156"/>
                  </a:lnTo>
                  <a:lnTo>
                    <a:pt x="176" y="170"/>
                  </a:lnTo>
                  <a:lnTo>
                    <a:pt x="162" y="192"/>
                  </a:lnTo>
                  <a:lnTo>
                    <a:pt x="162" y="214"/>
                  </a:lnTo>
                  <a:lnTo>
                    <a:pt x="148" y="192"/>
                  </a:lnTo>
                  <a:lnTo>
                    <a:pt x="140" y="156"/>
                  </a:lnTo>
                  <a:lnTo>
                    <a:pt x="126" y="134"/>
                  </a:lnTo>
                  <a:lnTo>
                    <a:pt x="120" y="120"/>
                  </a:lnTo>
                  <a:lnTo>
                    <a:pt x="120" y="98"/>
                  </a:lnTo>
                  <a:lnTo>
                    <a:pt x="120" y="76"/>
                  </a:lnTo>
                  <a:lnTo>
                    <a:pt x="148" y="70"/>
                  </a:lnTo>
                  <a:lnTo>
                    <a:pt x="168" y="54"/>
                  </a:lnTo>
                  <a:lnTo>
                    <a:pt x="176" y="34"/>
                  </a:lnTo>
                  <a:lnTo>
                    <a:pt x="102" y="46"/>
                  </a:lnTo>
                  <a:lnTo>
                    <a:pt x="90" y="66"/>
                  </a:lnTo>
                  <a:lnTo>
                    <a:pt x="78" y="80"/>
                  </a:lnTo>
                  <a:lnTo>
                    <a:pt x="64" y="124"/>
                  </a:lnTo>
                  <a:lnTo>
                    <a:pt x="50" y="212"/>
                  </a:lnTo>
                  <a:lnTo>
                    <a:pt x="22" y="394"/>
                  </a:lnTo>
                  <a:lnTo>
                    <a:pt x="8" y="576"/>
                  </a:lnTo>
                  <a:lnTo>
                    <a:pt x="0" y="642"/>
                  </a:lnTo>
                  <a:lnTo>
                    <a:pt x="8" y="670"/>
                  </a:lnTo>
                  <a:lnTo>
                    <a:pt x="50" y="590"/>
                  </a:lnTo>
                  <a:lnTo>
                    <a:pt x="156" y="394"/>
                  </a:lnTo>
                  <a:lnTo>
                    <a:pt x="218" y="284"/>
                  </a:lnTo>
                  <a:lnTo>
                    <a:pt x="290" y="182"/>
                  </a:lnTo>
                  <a:lnTo>
                    <a:pt x="346" y="102"/>
                  </a:lnTo>
                  <a:lnTo>
                    <a:pt x="374" y="72"/>
                  </a:lnTo>
                  <a:lnTo>
                    <a:pt x="394" y="52"/>
                  </a:lnTo>
                  <a:lnTo>
                    <a:pt x="414" y="38"/>
                  </a:lnTo>
                  <a:lnTo>
                    <a:pt x="438"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23" name="Freeform 64"/>
            <p:cNvSpPr>
              <a:spLocks/>
            </p:cNvSpPr>
            <p:nvPr/>
          </p:nvSpPr>
          <p:spPr bwMode="auto">
            <a:xfrm>
              <a:off x="6150186" y="2039270"/>
              <a:ext cx="145458" cy="207542"/>
            </a:xfrm>
            <a:custGeom>
              <a:avLst/>
              <a:gdLst>
                <a:gd name="T0" fmla="*/ 142890 w 126"/>
                <a:gd name="T1" fmla="*/ 24949 h 186"/>
                <a:gd name="T2" fmla="*/ 117941 w 126"/>
                <a:gd name="T3" fmla="*/ 0 h 186"/>
                <a:gd name="T4" fmla="*/ 117941 w 126"/>
                <a:gd name="T5" fmla="*/ 0 h 186"/>
                <a:gd name="T6" fmla="*/ 95260 w 126"/>
                <a:gd name="T7" fmla="*/ 22681 h 186"/>
                <a:gd name="T8" fmla="*/ 65775 w 126"/>
                <a:gd name="T9" fmla="*/ 58971 h 186"/>
                <a:gd name="T10" fmla="*/ 31753 w 126"/>
                <a:gd name="T11" fmla="*/ 102065 h 186"/>
                <a:gd name="T12" fmla="*/ 15877 w 126"/>
                <a:gd name="T13" fmla="*/ 127014 h 186"/>
                <a:gd name="T14" fmla="*/ 0 w 126"/>
                <a:gd name="T15" fmla="*/ 151963 h 186"/>
                <a:gd name="T16" fmla="*/ 45362 w 126"/>
                <a:gd name="T17" fmla="*/ 210934 h 186"/>
                <a:gd name="T18" fmla="*/ 45362 w 126"/>
                <a:gd name="T19" fmla="*/ 210934 h 186"/>
                <a:gd name="T20" fmla="*/ 56702 w 126"/>
                <a:gd name="T21" fmla="*/ 204130 h 186"/>
                <a:gd name="T22" fmla="*/ 68043 w 126"/>
                <a:gd name="T23" fmla="*/ 197325 h 186"/>
                <a:gd name="T24" fmla="*/ 77115 w 126"/>
                <a:gd name="T25" fmla="*/ 185985 h 186"/>
                <a:gd name="T26" fmla="*/ 86188 w 126"/>
                <a:gd name="T27" fmla="*/ 172376 h 186"/>
                <a:gd name="T28" fmla="*/ 104332 w 126"/>
                <a:gd name="T29" fmla="*/ 142891 h 186"/>
                <a:gd name="T30" fmla="*/ 117941 w 126"/>
                <a:gd name="T31" fmla="*/ 111137 h 186"/>
                <a:gd name="T32" fmla="*/ 129281 w 126"/>
                <a:gd name="T33" fmla="*/ 79384 h 186"/>
                <a:gd name="T34" fmla="*/ 136086 w 126"/>
                <a:gd name="T35" fmla="*/ 52166 h 186"/>
                <a:gd name="T36" fmla="*/ 142890 w 126"/>
                <a:gd name="T37" fmla="*/ 24949 h 186"/>
                <a:gd name="T38" fmla="*/ 142890 w 126"/>
                <a:gd name="T39" fmla="*/ 24949 h 18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6"/>
                <a:gd name="T61" fmla="*/ 0 h 186"/>
                <a:gd name="T62" fmla="*/ 126 w 126"/>
                <a:gd name="T63" fmla="*/ 186 h 18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6" h="186">
                  <a:moveTo>
                    <a:pt x="126" y="22"/>
                  </a:moveTo>
                  <a:lnTo>
                    <a:pt x="104" y="0"/>
                  </a:lnTo>
                  <a:lnTo>
                    <a:pt x="84" y="20"/>
                  </a:lnTo>
                  <a:lnTo>
                    <a:pt x="58" y="52"/>
                  </a:lnTo>
                  <a:lnTo>
                    <a:pt x="28" y="90"/>
                  </a:lnTo>
                  <a:lnTo>
                    <a:pt x="14" y="112"/>
                  </a:lnTo>
                  <a:lnTo>
                    <a:pt x="0" y="134"/>
                  </a:lnTo>
                  <a:lnTo>
                    <a:pt x="40" y="186"/>
                  </a:lnTo>
                  <a:lnTo>
                    <a:pt x="50" y="180"/>
                  </a:lnTo>
                  <a:lnTo>
                    <a:pt x="60" y="174"/>
                  </a:lnTo>
                  <a:lnTo>
                    <a:pt x="68" y="164"/>
                  </a:lnTo>
                  <a:lnTo>
                    <a:pt x="76" y="152"/>
                  </a:lnTo>
                  <a:lnTo>
                    <a:pt x="92" y="126"/>
                  </a:lnTo>
                  <a:lnTo>
                    <a:pt x="104" y="98"/>
                  </a:lnTo>
                  <a:lnTo>
                    <a:pt x="114" y="70"/>
                  </a:lnTo>
                  <a:lnTo>
                    <a:pt x="120" y="46"/>
                  </a:lnTo>
                  <a:lnTo>
                    <a:pt x="126"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sp>
          <p:nvSpPr>
            <p:cNvPr id="24" name="Freeform 81"/>
            <p:cNvSpPr>
              <a:spLocks/>
            </p:cNvSpPr>
            <p:nvPr/>
          </p:nvSpPr>
          <p:spPr bwMode="auto">
            <a:xfrm>
              <a:off x="7147609" y="2822743"/>
              <a:ext cx="223380" cy="217919"/>
            </a:xfrm>
            <a:custGeom>
              <a:avLst/>
              <a:gdLst>
                <a:gd name="T0" fmla="*/ 0 w 196"/>
                <a:gd name="T1" fmla="*/ 43094 h 192"/>
                <a:gd name="T2" fmla="*/ 0 w 196"/>
                <a:gd name="T3" fmla="*/ 43094 h 192"/>
                <a:gd name="T4" fmla="*/ 13609 w 196"/>
                <a:gd name="T5" fmla="*/ 63507 h 192"/>
                <a:gd name="T6" fmla="*/ 27217 w 196"/>
                <a:gd name="T7" fmla="*/ 83920 h 192"/>
                <a:gd name="T8" fmla="*/ 40826 w 196"/>
                <a:gd name="T9" fmla="*/ 108869 h 192"/>
                <a:gd name="T10" fmla="*/ 52166 w 196"/>
                <a:gd name="T11" fmla="*/ 136086 h 192"/>
                <a:gd name="T12" fmla="*/ 56703 w 196"/>
                <a:gd name="T13" fmla="*/ 149695 h 192"/>
                <a:gd name="T14" fmla="*/ 61239 w 196"/>
                <a:gd name="T15" fmla="*/ 165572 h 192"/>
                <a:gd name="T16" fmla="*/ 61239 w 196"/>
                <a:gd name="T17" fmla="*/ 179180 h 192"/>
                <a:gd name="T18" fmla="*/ 61239 w 196"/>
                <a:gd name="T19" fmla="*/ 192789 h 192"/>
                <a:gd name="T20" fmla="*/ 58971 w 196"/>
                <a:gd name="T21" fmla="*/ 206397 h 192"/>
                <a:gd name="T22" fmla="*/ 52166 w 196"/>
                <a:gd name="T23" fmla="*/ 217738 h 192"/>
                <a:gd name="T24" fmla="*/ 222274 w 196"/>
                <a:gd name="T25" fmla="*/ 201861 h 192"/>
                <a:gd name="T26" fmla="*/ 222274 w 196"/>
                <a:gd name="T27" fmla="*/ 201861 h 192"/>
                <a:gd name="T28" fmla="*/ 215470 w 196"/>
                <a:gd name="T29" fmla="*/ 172376 h 192"/>
                <a:gd name="T30" fmla="*/ 197325 w 196"/>
                <a:gd name="T31" fmla="*/ 108869 h 192"/>
                <a:gd name="T32" fmla="*/ 183716 w 196"/>
                <a:gd name="T33" fmla="*/ 72579 h 192"/>
                <a:gd name="T34" fmla="*/ 170108 w 196"/>
                <a:gd name="T35" fmla="*/ 40826 h 192"/>
                <a:gd name="T36" fmla="*/ 163303 w 196"/>
                <a:gd name="T37" fmla="*/ 27217 h 192"/>
                <a:gd name="T38" fmla="*/ 156499 w 196"/>
                <a:gd name="T39" fmla="*/ 15877 h 192"/>
                <a:gd name="T40" fmla="*/ 147427 w 196"/>
                <a:gd name="T41" fmla="*/ 6804 h 192"/>
                <a:gd name="T42" fmla="*/ 140622 w 196"/>
                <a:gd name="T43" fmla="*/ 0 h 192"/>
                <a:gd name="T44" fmla="*/ 0 w 196"/>
                <a:gd name="T45" fmla="*/ 43094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6"/>
                <a:gd name="T70" fmla="*/ 0 h 192"/>
                <a:gd name="T71" fmla="*/ 196 w 196"/>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6" h="192">
                  <a:moveTo>
                    <a:pt x="0" y="38"/>
                  </a:moveTo>
                  <a:lnTo>
                    <a:pt x="0" y="38"/>
                  </a:lnTo>
                  <a:lnTo>
                    <a:pt x="12" y="56"/>
                  </a:lnTo>
                  <a:lnTo>
                    <a:pt x="24" y="74"/>
                  </a:lnTo>
                  <a:lnTo>
                    <a:pt x="36" y="96"/>
                  </a:lnTo>
                  <a:lnTo>
                    <a:pt x="46" y="120"/>
                  </a:lnTo>
                  <a:lnTo>
                    <a:pt x="50" y="132"/>
                  </a:lnTo>
                  <a:lnTo>
                    <a:pt x="54" y="146"/>
                  </a:lnTo>
                  <a:lnTo>
                    <a:pt x="54" y="158"/>
                  </a:lnTo>
                  <a:lnTo>
                    <a:pt x="54" y="170"/>
                  </a:lnTo>
                  <a:lnTo>
                    <a:pt x="52" y="182"/>
                  </a:lnTo>
                  <a:lnTo>
                    <a:pt x="46" y="192"/>
                  </a:lnTo>
                  <a:lnTo>
                    <a:pt x="196" y="178"/>
                  </a:lnTo>
                  <a:lnTo>
                    <a:pt x="190" y="152"/>
                  </a:lnTo>
                  <a:lnTo>
                    <a:pt x="174" y="96"/>
                  </a:lnTo>
                  <a:lnTo>
                    <a:pt x="162" y="64"/>
                  </a:lnTo>
                  <a:lnTo>
                    <a:pt x="150" y="36"/>
                  </a:lnTo>
                  <a:lnTo>
                    <a:pt x="144" y="24"/>
                  </a:lnTo>
                  <a:lnTo>
                    <a:pt x="138" y="14"/>
                  </a:lnTo>
                  <a:lnTo>
                    <a:pt x="130" y="6"/>
                  </a:lnTo>
                  <a:lnTo>
                    <a:pt x="124" y="0"/>
                  </a:lnTo>
                  <a:lnTo>
                    <a:pt x="0" y="38"/>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Calibri" panose="020F0502020204030204"/>
                <a:cs typeface="+mn-cs"/>
              </a:endParaRPr>
            </a:p>
          </p:txBody>
        </p:sp>
      </p:grpSp>
      <p:sp>
        <p:nvSpPr>
          <p:cNvPr id="52" name="TextBox 51"/>
          <p:cNvSpPr txBox="1"/>
          <p:nvPr/>
        </p:nvSpPr>
        <p:spPr>
          <a:xfrm>
            <a:off x="408804" y="2666179"/>
            <a:ext cx="9332294" cy="2544731"/>
          </a:xfrm>
          <a:prstGeom prst="rect">
            <a:avLst/>
          </a:prstGeom>
          <a:noFill/>
        </p:spPr>
        <p:txBody>
          <a:bodyPr wrap="square" rIns="144000" bIns="36000" numCol="1" spcCol="360000">
            <a:spAutoFit/>
          </a:bodyPr>
          <a:lstStyle/>
          <a:p>
            <a:pPr algn="ctr" rtl="1" fontAlgn="auto">
              <a:spcBef>
                <a:spcPts val="0"/>
              </a:spcBef>
              <a:spcAft>
                <a:spcPts val="0"/>
              </a:spcAft>
              <a:defRPr/>
            </a:pPr>
            <a:r>
              <a:rPr lang="ar-SA" sz="3200" b="1" dirty="0">
                <a:solidFill>
                  <a:schemeClr val="bg2">
                    <a:lumMod val="10000"/>
                  </a:schemeClr>
                </a:solidFill>
              </a:rPr>
              <a:t>أما كلمة تقنية فتحمل معنى "الأسلوب أو الطريقة المنتهجة لفعل شيء أو القيام بنشاط"، فمثلاً نجد أن فعل الشيء نفسه بشكل مختلف يسمى تقنية، مثل: اللاعبين الذين تختلف تقنيات لعبهم والمعلمين الذين تختلف تقنيات تعليمهم، لذلك تشير كلمة تقنية إلى "أساليب التطبيق". </a:t>
            </a:r>
            <a:endParaRPr lang="en-US" sz="3200" b="1" dirty="0">
              <a:solidFill>
                <a:schemeClr val="bg2">
                  <a:lumMod val="10000"/>
                </a:schemeClr>
              </a:solidFill>
              <a:latin typeface="Roboto" panose="02000000000000000000" pitchFamily="2" charset="0"/>
              <a:ea typeface="Roboto" panose="02000000000000000000" pitchFamily="2" charset="0"/>
            </a:endParaRPr>
          </a:p>
          <a:p>
            <a:pPr algn="r" fontAlgn="auto">
              <a:spcBef>
                <a:spcPts val="0"/>
              </a:spcBef>
              <a:spcAft>
                <a:spcPts val="0"/>
              </a:spcAft>
              <a:defRPr/>
            </a:pPr>
            <a:endParaRPr lang="en-US" sz="3200" dirty="0">
              <a:solidFill>
                <a:prstClr val="white">
                  <a:lumMod val="65000"/>
                </a:prstClr>
              </a:solidFill>
              <a:latin typeface="Roboto" panose="02000000000000000000" pitchFamily="2" charset="0"/>
              <a:ea typeface="Roboto" panose="02000000000000000000" pitchFamily="2" charset="0"/>
              <a:cs typeface="+mn-cs"/>
            </a:endParaRPr>
          </a:p>
        </p:txBody>
      </p:sp>
      <p:sp>
        <p:nvSpPr>
          <p:cNvPr id="3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356226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4" fill="hold" nodeType="withEffect">
                                  <p:stCondLst>
                                    <p:cond delay="1500"/>
                                  </p:stCondLst>
                                  <p:childTnLst>
                                    <p:set>
                                      <p:cBhvr>
                                        <p:cTn id="10" dur="1" fill="hold">
                                          <p:stCondLst>
                                            <p:cond delay="0"/>
                                          </p:stCondLst>
                                        </p:cTn>
                                        <p:tgtEl>
                                          <p:spTgt spid="20"/>
                                        </p:tgtEl>
                                        <p:attrNameLst>
                                          <p:attrName>style.visibility</p:attrName>
                                        </p:attrNameLst>
                                      </p:cBhvr>
                                      <p:to>
                                        <p:strVal val="visible"/>
                                      </p:to>
                                    </p:set>
                                    <p:animEffect transition="in" filter="wipe(down)">
                                      <p:cBhvr>
                                        <p:cTn id="11" dur="1000"/>
                                        <p:tgtEl>
                                          <p:spTgt spid="20"/>
                                        </p:tgtEl>
                                      </p:cBhvr>
                                    </p:animEffect>
                                  </p:childTnLst>
                                </p:cTn>
                              </p:par>
                            </p:childTnLst>
                          </p:cTn>
                        </p:par>
                        <p:par>
                          <p:cTn id="12" fill="hold">
                            <p:stCondLst>
                              <p:cond delay="2500"/>
                            </p:stCondLst>
                            <p:childTnLst>
                              <p:par>
                                <p:cTn id="13" presetID="10" presetClass="entr" presetSubtype="0" fill="hold"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0" y="2536003"/>
            <a:ext cx="12191999" cy="646331"/>
          </a:xfrm>
          <a:prstGeom prst="rect">
            <a:avLst/>
          </a:prstGeom>
          <a:noFill/>
        </p:spPr>
        <p:txBody>
          <a:bodyPr wrap="square" rtlCol="0">
            <a:spAutoFit/>
          </a:bodyPr>
          <a:lstStyle/>
          <a:p>
            <a:pPr algn="ctr" fontAlgn="auto">
              <a:spcBef>
                <a:spcPts val="0"/>
              </a:spcBef>
              <a:spcAft>
                <a:spcPts val="0"/>
              </a:spcAft>
            </a:pPr>
            <a:r>
              <a:rPr lang="ar-SA" sz="3600" b="1" dirty="0">
                <a:solidFill>
                  <a:schemeClr val="bg1"/>
                </a:solidFill>
              </a:rPr>
              <a:t>الفرق بين تكنولوجيا التعليم والتقنيات التعليمية وعلاقتها بالتقنيات التربوية</a:t>
            </a:r>
            <a:endParaRPr lang="en-US" sz="3600" i="1" dirty="0">
              <a:solidFill>
                <a:schemeClr val="bg1"/>
              </a:solidFill>
              <a:latin typeface="Lato Light" panose="020F0302020204030203" pitchFamily="34" charset="0"/>
              <a:cs typeface="+mn-cs"/>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445663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259667" y="869575"/>
            <a:ext cx="1532964" cy="1592917"/>
            <a:chOff x="5380317" y="2017058"/>
            <a:chExt cx="1532964" cy="1592917"/>
          </a:xfrm>
          <a:solidFill>
            <a:srgbClr val="0087B2"/>
          </a:solidFill>
        </p:grpSpPr>
        <p:sp>
          <p:nvSpPr>
            <p:cNvPr id="2" name="Oval 1"/>
            <p:cNvSpPr/>
            <p:nvPr/>
          </p:nvSpPr>
          <p:spPr>
            <a:xfrm>
              <a:off x="5380317" y="2017058"/>
              <a:ext cx="1532964" cy="153296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8" name="Rectangle 17"/>
          <p:cNvSpPr/>
          <p:nvPr/>
        </p:nvSpPr>
        <p:spPr>
          <a:xfrm>
            <a:off x="392792" y="2717315"/>
            <a:ext cx="11266714" cy="2554545"/>
          </a:xfrm>
          <a:prstGeom prst="rect">
            <a:avLst/>
          </a:prstGeom>
        </p:spPr>
        <p:txBody>
          <a:bodyPr wrap="square">
            <a:spAutoFit/>
          </a:bodyPr>
          <a:lstStyle/>
          <a:p>
            <a:pPr algn="ctr" fontAlgn="auto">
              <a:spcBef>
                <a:spcPts val="0"/>
              </a:spcBef>
              <a:spcAft>
                <a:spcPts val="0"/>
              </a:spcAft>
            </a:pPr>
            <a:r>
              <a:rPr lang="ar-SA" sz="3200" b="1" dirty="0"/>
              <a:t>التقنيات التربوية تشمل: "التسهيلات المادية مثل: المختبرات العلمية (مختبر الفيزياء والكيمياء والأحياء)، ومحتوياته تعتبر تقنيات تربوية توفر البيئة التربوية المناسبة لتحقيق عملية التعليم. أما طريقة استخدام هذه التقنية (كإجراء تجربة أمام الطلبة باستخدام أدوات مخبرية ومعملية) في عملية التعليم بشكل نظامي تعتبر تكنولوجيا تعليم</a:t>
            </a:r>
            <a:endParaRPr lang="en-US" sz="3200" b="1" dirty="0">
              <a:solidFill>
                <a:prstClr val="black">
                  <a:lumMod val="75000"/>
                  <a:lumOff val="25000"/>
                </a:prstClr>
              </a:solidFill>
              <a:latin typeface="Lato" panose="020F0502020204030203" pitchFamily="34" charset="0"/>
            </a:endParaRPr>
          </a:p>
        </p:txBody>
      </p:sp>
      <p:sp>
        <p:nvSpPr>
          <p:cNvPr id="3" name="Rectangle 2"/>
          <p:cNvSpPr/>
          <p:nvPr/>
        </p:nvSpPr>
        <p:spPr>
          <a:xfrm>
            <a:off x="3779156" y="5278311"/>
            <a:ext cx="4735285"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61446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3"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0" y="2536003"/>
            <a:ext cx="12191999" cy="707886"/>
          </a:xfrm>
          <a:prstGeom prst="rect">
            <a:avLst/>
          </a:prstGeom>
          <a:noFill/>
        </p:spPr>
        <p:txBody>
          <a:bodyPr wrap="square" rtlCol="0">
            <a:spAutoFit/>
          </a:bodyPr>
          <a:lstStyle/>
          <a:p>
            <a:pPr algn="ctr" fontAlgn="auto">
              <a:spcBef>
                <a:spcPts val="0"/>
              </a:spcBef>
              <a:spcAft>
                <a:spcPts val="0"/>
              </a:spcAft>
            </a:pPr>
            <a:r>
              <a:rPr lang="ar-SA" sz="4000" b="1" dirty="0">
                <a:solidFill>
                  <a:schemeClr val="bg1"/>
                </a:solidFill>
              </a:rPr>
              <a:t>علاقة الإعلام التربوي في تكنولوجيا التعليم</a:t>
            </a:r>
            <a:endParaRPr lang="en-US" sz="4000" i="1" dirty="0">
              <a:solidFill>
                <a:schemeClr val="bg1"/>
              </a:solidFill>
              <a:latin typeface="Lato Light" panose="020F0302020204030203" pitchFamily="34" charset="0"/>
              <a:cs typeface="+mn-cs"/>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2702327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259667" y="869575"/>
            <a:ext cx="1532964" cy="1592917"/>
            <a:chOff x="5380317" y="2017058"/>
            <a:chExt cx="1532964" cy="1592917"/>
          </a:xfrm>
          <a:solidFill>
            <a:srgbClr val="0087B2"/>
          </a:solidFill>
        </p:grpSpPr>
        <p:sp>
          <p:nvSpPr>
            <p:cNvPr id="2" name="Oval 1"/>
            <p:cNvSpPr/>
            <p:nvPr/>
          </p:nvSpPr>
          <p:spPr>
            <a:xfrm>
              <a:off x="5380317" y="2017058"/>
              <a:ext cx="1532964" cy="153296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8" name="Rectangle 17"/>
          <p:cNvSpPr/>
          <p:nvPr/>
        </p:nvSpPr>
        <p:spPr>
          <a:xfrm>
            <a:off x="392792" y="2910248"/>
            <a:ext cx="11266714" cy="2554545"/>
          </a:xfrm>
          <a:prstGeom prst="rect">
            <a:avLst/>
          </a:prstGeom>
        </p:spPr>
        <p:txBody>
          <a:bodyPr wrap="square">
            <a:spAutoFit/>
          </a:bodyPr>
          <a:lstStyle/>
          <a:p>
            <a:pPr algn="ctr" rtl="1"/>
            <a:r>
              <a:rPr lang="ar-SA" sz="3200" b="1" dirty="0"/>
              <a:t>"يعتبر الإعلام التربوي أخطر صورة معاصرة لتوثيق وتنسيق التعاون بين التعليم والإعلام، وإن كان هناك خلاف حول مفهومه، فهل هو الإعلام عن الجهود التربوية؟ أو بمعنى آخر، هل هو أنشطة العلاقات العامة التي تمارسها أجهزة التربية للإعلام بما تقوم به لتسويق جهودها؟ أم هو الاستفادة من علوم الاتصال وتقنياته من أجل الوصول إلى أهداف التربية؟"</a:t>
            </a:r>
            <a:endParaRPr lang="en-US" sz="3200" b="1" dirty="0"/>
          </a:p>
        </p:txBody>
      </p:sp>
      <p:sp>
        <p:nvSpPr>
          <p:cNvPr id="3" name="Rectangle 2"/>
          <p:cNvSpPr/>
          <p:nvPr/>
        </p:nvSpPr>
        <p:spPr>
          <a:xfrm>
            <a:off x="3788229" y="5526683"/>
            <a:ext cx="4735285"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557664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3"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0" y="2536003"/>
            <a:ext cx="12191999" cy="707886"/>
          </a:xfrm>
          <a:prstGeom prst="rect">
            <a:avLst/>
          </a:prstGeom>
          <a:noFill/>
        </p:spPr>
        <p:txBody>
          <a:bodyPr wrap="square" rtlCol="0">
            <a:spAutoFit/>
          </a:bodyPr>
          <a:lstStyle/>
          <a:p>
            <a:pPr lvl="1" algn="ctr" rtl="1"/>
            <a:r>
              <a:rPr lang="ar-SA" sz="4000" b="1" dirty="0">
                <a:solidFill>
                  <a:schemeClr val="bg1"/>
                </a:solidFill>
              </a:rPr>
              <a:t>تكنولوجيا التعليم وعلاقتها بالوسائل التعليمية</a:t>
            </a:r>
            <a:endParaRPr lang="en-US" sz="4000"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01976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481948" y="426478"/>
            <a:ext cx="10717531" cy="642938"/>
          </a:xfrm>
        </p:spPr>
        <p:txBody>
          <a:bodyPr/>
          <a:lstStyle/>
          <a:p>
            <a:pPr algn="r"/>
            <a:r>
              <a:rPr lang="ar-SA" b="1" u="sng" dirty="0"/>
              <a:t>تكنولوجيا التعليم وعلاقتها بالوسائل التعليمية</a:t>
            </a:r>
            <a:endParaRPr lang="en-US" u="sng" dirty="0">
              <a:solidFill>
                <a:srgbClr val="FE8301"/>
              </a:solidFill>
              <a:latin typeface="Lato Light" panose="020F0402020204030203" pitchFamily="34" charset="0"/>
              <a:cs typeface="Lato Light" panose="020F0402020204030203" pitchFamily="34" charset="0"/>
            </a:endParaRPr>
          </a:p>
        </p:txBody>
      </p:sp>
      <p:sp>
        <p:nvSpPr>
          <p:cNvPr id="38" name="Oval 37"/>
          <p:cNvSpPr/>
          <p:nvPr/>
        </p:nvSpPr>
        <p:spPr>
          <a:xfrm>
            <a:off x="2811569" y="1247477"/>
            <a:ext cx="4869856" cy="4869856"/>
          </a:xfrm>
          <a:prstGeom prst="ellipse">
            <a:avLst/>
          </a:prstGeom>
          <a:solidFill>
            <a:srgbClr val="0087B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fontAlgn="auto">
              <a:spcBef>
                <a:spcPts val="0"/>
              </a:spcBef>
              <a:spcAft>
                <a:spcPts val="0"/>
              </a:spcAft>
            </a:pPr>
            <a:r>
              <a:rPr lang="ar-SA" sz="3200" b="1" u="sng" dirty="0"/>
              <a:t>تكنولوجيا التعليم </a:t>
            </a:r>
            <a:endParaRPr lang="en-US" sz="3200" b="1" u="sng" dirty="0"/>
          </a:p>
        </p:txBody>
      </p:sp>
      <p:sp>
        <p:nvSpPr>
          <p:cNvPr id="45" name="Oval 44"/>
          <p:cNvSpPr/>
          <p:nvPr/>
        </p:nvSpPr>
        <p:spPr>
          <a:xfrm>
            <a:off x="4588329" y="3342108"/>
            <a:ext cx="2504770" cy="2504770"/>
          </a:xfrm>
          <a:prstGeom prst="ellipse">
            <a:avLst/>
          </a:prstGeom>
          <a:solidFill>
            <a:srgbClr val="D43E0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rtl="1"/>
            <a:r>
              <a:rPr lang="ar-SA" sz="2400" b="1" dirty="0"/>
              <a:t>الوسائل </a:t>
            </a:r>
            <a:r>
              <a:rPr lang="en-US" sz="2400" b="1" dirty="0" smtClean="0"/>
              <a:t>  </a:t>
            </a:r>
            <a:r>
              <a:rPr lang="ar-SA" sz="2400" b="1" dirty="0" smtClean="0"/>
              <a:t>التعليمية </a:t>
            </a:r>
            <a:endParaRPr lang="en-US" sz="2400" b="1" dirty="0">
              <a:solidFill>
                <a:prstClr val="white"/>
              </a:solidFill>
              <a:latin typeface="Lato Black" panose="020F0A02020204030203" pitchFamily="34" charset="0"/>
            </a:endParaRPr>
          </a:p>
        </p:txBody>
      </p:sp>
      <p:sp>
        <p:nvSpPr>
          <p:cNvPr id="9" name="Oval 8"/>
          <p:cNvSpPr/>
          <p:nvPr/>
        </p:nvSpPr>
        <p:spPr>
          <a:xfrm>
            <a:off x="2971942" y="2064651"/>
            <a:ext cx="689547" cy="689547"/>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dirty="0">
              <a:solidFill>
                <a:prstClr val="white"/>
              </a:solidFill>
              <a:latin typeface="Lato Black" panose="020F0A02020204030203" pitchFamily="34" charset="0"/>
            </a:endParaRPr>
          </a:p>
        </p:txBody>
      </p:sp>
      <p:sp>
        <p:nvSpPr>
          <p:cNvPr id="50" name="Oval 49"/>
          <p:cNvSpPr/>
          <p:nvPr/>
        </p:nvSpPr>
        <p:spPr>
          <a:xfrm>
            <a:off x="6403552" y="5292558"/>
            <a:ext cx="689547" cy="689547"/>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400" dirty="0">
              <a:solidFill>
                <a:prstClr val="white"/>
              </a:solidFill>
              <a:latin typeface="Lato Black" panose="020F0A02020204030203" pitchFamily="34" charset="0"/>
            </a:endParaRPr>
          </a:p>
        </p:txBody>
      </p:sp>
      <p:grpSp>
        <p:nvGrpSpPr>
          <p:cNvPr id="32" name="Group 31"/>
          <p:cNvGrpSpPr/>
          <p:nvPr/>
        </p:nvGrpSpPr>
        <p:grpSpPr>
          <a:xfrm>
            <a:off x="11620812" y="450095"/>
            <a:ext cx="45720" cy="675713"/>
            <a:chOff x="455000" y="491056"/>
            <a:chExt cx="45720" cy="675713"/>
          </a:xfrm>
        </p:grpSpPr>
        <p:sp>
          <p:nvSpPr>
            <p:cNvPr id="33" name="Rectangle 32"/>
            <p:cNvSpPr/>
            <p:nvPr/>
          </p:nvSpPr>
          <p:spPr>
            <a:xfrm>
              <a:off x="455001" y="491056"/>
              <a:ext cx="45719" cy="675713"/>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4" name="Rectangle 33"/>
            <p:cNvSpPr/>
            <p:nvPr/>
          </p:nvSpPr>
          <p:spPr>
            <a:xfrm>
              <a:off x="455000" y="961799"/>
              <a:ext cx="45719" cy="204970"/>
            </a:xfrm>
            <a:prstGeom prst="rect">
              <a:avLst/>
            </a:prstGeom>
            <a:solidFill>
              <a:schemeClr val="tx1">
                <a:lumMod val="95000"/>
                <a:lumOff val="5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6070288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childTnLst>
                          </p:cTn>
                        </p:par>
                        <p:par>
                          <p:cTn id="15" fill="hold">
                            <p:stCondLst>
                              <p:cond delay="750"/>
                            </p:stCondLst>
                            <p:childTnLst>
                              <p:par>
                                <p:cTn id="16" presetID="53" presetClass="entr" presetSubtype="16"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 calcmode="lin" valueType="num">
                                      <p:cBhvr>
                                        <p:cTn id="18" dur="500" fill="hold"/>
                                        <p:tgtEl>
                                          <p:spTgt spid="45"/>
                                        </p:tgtEl>
                                        <p:attrNameLst>
                                          <p:attrName>ppt_w</p:attrName>
                                        </p:attrNameLst>
                                      </p:cBhvr>
                                      <p:tavLst>
                                        <p:tav tm="0">
                                          <p:val>
                                            <p:fltVal val="0"/>
                                          </p:val>
                                        </p:tav>
                                        <p:tav tm="100000">
                                          <p:val>
                                            <p:strVal val="#ppt_w"/>
                                          </p:val>
                                        </p:tav>
                                      </p:tavLst>
                                    </p:anim>
                                    <p:anim calcmode="lin" valueType="num">
                                      <p:cBhvr>
                                        <p:cTn id="19" dur="500" fill="hold"/>
                                        <p:tgtEl>
                                          <p:spTgt spid="45"/>
                                        </p:tgtEl>
                                        <p:attrNameLst>
                                          <p:attrName>ppt_h</p:attrName>
                                        </p:attrNameLst>
                                      </p:cBhvr>
                                      <p:tavLst>
                                        <p:tav tm="0">
                                          <p:val>
                                            <p:fltVal val="0"/>
                                          </p:val>
                                        </p:tav>
                                        <p:tav tm="100000">
                                          <p:val>
                                            <p:strVal val="#ppt_h"/>
                                          </p:val>
                                        </p:tav>
                                      </p:tavLst>
                                    </p:anim>
                                    <p:animEffect transition="in" filter="fade">
                                      <p:cBhvr>
                                        <p:cTn id="20" dur="500"/>
                                        <p:tgtEl>
                                          <p:spTgt spid="45"/>
                                        </p:tgtEl>
                                      </p:cBhvr>
                                    </p:animEffect>
                                  </p:childTnLst>
                                </p:cTn>
                              </p:par>
                              <p:par>
                                <p:cTn id="21" presetID="53" presetClass="entr" presetSubtype="16" fill="hold" grpId="0" nodeType="withEffect">
                                  <p:stCondLst>
                                    <p:cond delay="250"/>
                                  </p:stCondLst>
                                  <p:childTnLst>
                                    <p:set>
                                      <p:cBhvr>
                                        <p:cTn id="22" dur="1" fill="hold">
                                          <p:stCondLst>
                                            <p:cond delay="0"/>
                                          </p:stCondLst>
                                        </p:cTn>
                                        <p:tgtEl>
                                          <p:spTgt spid="50"/>
                                        </p:tgtEl>
                                        <p:attrNameLst>
                                          <p:attrName>style.visibility</p:attrName>
                                        </p:attrNameLst>
                                      </p:cBhvr>
                                      <p:to>
                                        <p:strVal val="visible"/>
                                      </p:to>
                                    </p:set>
                                    <p:anim calcmode="lin" valueType="num">
                                      <p:cBhvr>
                                        <p:cTn id="23" dur="500" fill="hold"/>
                                        <p:tgtEl>
                                          <p:spTgt spid="50"/>
                                        </p:tgtEl>
                                        <p:attrNameLst>
                                          <p:attrName>ppt_w</p:attrName>
                                        </p:attrNameLst>
                                      </p:cBhvr>
                                      <p:tavLst>
                                        <p:tav tm="0">
                                          <p:val>
                                            <p:fltVal val="0"/>
                                          </p:val>
                                        </p:tav>
                                        <p:tav tm="100000">
                                          <p:val>
                                            <p:strVal val="#ppt_w"/>
                                          </p:val>
                                        </p:tav>
                                      </p:tavLst>
                                    </p:anim>
                                    <p:anim calcmode="lin" valueType="num">
                                      <p:cBhvr>
                                        <p:cTn id="24" dur="500" fill="hold"/>
                                        <p:tgtEl>
                                          <p:spTgt spid="50"/>
                                        </p:tgtEl>
                                        <p:attrNameLst>
                                          <p:attrName>ppt_h</p:attrName>
                                        </p:attrNameLst>
                                      </p:cBhvr>
                                      <p:tavLst>
                                        <p:tav tm="0">
                                          <p:val>
                                            <p:fltVal val="0"/>
                                          </p:val>
                                        </p:tav>
                                        <p:tav tm="100000">
                                          <p:val>
                                            <p:strVal val="#ppt_h"/>
                                          </p:val>
                                        </p:tav>
                                      </p:tavLst>
                                    </p:anim>
                                    <p:animEffect transition="in" filter="fade">
                                      <p:cBhvr>
                                        <p:cTn id="2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5" grpId="0" animBg="1"/>
      <p:bldP spid="9" grpId="0" animBg="1"/>
      <p:bldP spid="50"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455001" y="345898"/>
            <a:ext cx="11009271" cy="642938"/>
          </a:xfrm>
        </p:spPr>
        <p:txBody>
          <a:bodyPr/>
          <a:lstStyle/>
          <a:p>
            <a:r>
              <a:rPr lang="ar-SA" sz="3600" b="1" u="sng" dirty="0"/>
              <a:t>أثبتت الدراسات بأن التعليم بواسطة الحواس يختلف من حاسة إلى أخرى: </a:t>
            </a:r>
            <a:endParaRPr lang="en-US" sz="3600" b="1" u="sng" dirty="0">
              <a:solidFill>
                <a:srgbClr val="FE8301"/>
              </a:solidFill>
              <a:latin typeface="Lato Light" panose="020F0402020204030203" pitchFamily="34" charset="0"/>
              <a:cs typeface="Lato Light" panose="020F0402020204030203" pitchFamily="34" charset="0"/>
            </a:endParaRPr>
          </a:p>
        </p:txBody>
      </p:sp>
      <p:sp>
        <p:nvSpPr>
          <p:cNvPr id="18" name="Oval 17"/>
          <p:cNvSpPr/>
          <p:nvPr/>
        </p:nvSpPr>
        <p:spPr>
          <a:xfrm>
            <a:off x="1282930" y="2434213"/>
            <a:ext cx="1530220" cy="1530220"/>
          </a:xfrm>
          <a:prstGeom prst="ellipse">
            <a:avLst/>
          </a:prstGeom>
          <a:solidFill>
            <a:srgbClr val="0087B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800" dirty="0" smtClean="0">
                <a:solidFill>
                  <a:prstClr val="white"/>
                </a:solidFill>
                <a:latin typeface="FontAwesome" pitchFamily="2" charset="0"/>
              </a:rPr>
              <a:t>1%</a:t>
            </a:r>
            <a:endParaRPr lang="ru-RU" sz="2800" dirty="0">
              <a:solidFill>
                <a:prstClr val="white"/>
              </a:solidFill>
            </a:endParaRPr>
          </a:p>
        </p:txBody>
      </p:sp>
      <p:sp>
        <p:nvSpPr>
          <p:cNvPr id="19" name="Oval 18"/>
          <p:cNvSpPr/>
          <p:nvPr/>
        </p:nvSpPr>
        <p:spPr>
          <a:xfrm>
            <a:off x="2425571" y="2507678"/>
            <a:ext cx="1871560" cy="1871560"/>
          </a:xfrm>
          <a:prstGeom prst="ellipse">
            <a:avLst/>
          </a:prstGeom>
          <a:solidFill>
            <a:srgbClr val="FE830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white"/>
                </a:solidFill>
                <a:latin typeface="FontAwesome" pitchFamily="2" charset="0"/>
              </a:rPr>
              <a:t>1.5%</a:t>
            </a:r>
            <a:endParaRPr lang="ru-RU" sz="3600" dirty="0">
              <a:solidFill>
                <a:prstClr val="white"/>
              </a:solidFill>
            </a:endParaRPr>
          </a:p>
        </p:txBody>
      </p:sp>
      <p:sp>
        <p:nvSpPr>
          <p:cNvPr id="20" name="Oval 19"/>
          <p:cNvSpPr/>
          <p:nvPr/>
        </p:nvSpPr>
        <p:spPr>
          <a:xfrm>
            <a:off x="3955791" y="2244477"/>
            <a:ext cx="2397962" cy="2397962"/>
          </a:xfrm>
          <a:prstGeom prst="ellipse">
            <a:avLst/>
          </a:prstGeom>
          <a:solidFill>
            <a:srgbClr val="A1BB22">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400" dirty="0" smtClean="0">
                <a:solidFill>
                  <a:prstClr val="white"/>
                </a:solidFill>
                <a:latin typeface="FontAwesome" pitchFamily="2" charset="0"/>
              </a:rPr>
              <a:t>3.5%</a:t>
            </a:r>
            <a:endParaRPr lang="ru-RU" sz="4400" dirty="0">
              <a:solidFill>
                <a:prstClr val="white"/>
              </a:solidFill>
            </a:endParaRPr>
          </a:p>
        </p:txBody>
      </p:sp>
      <p:sp>
        <p:nvSpPr>
          <p:cNvPr id="21" name="Oval 20"/>
          <p:cNvSpPr/>
          <p:nvPr/>
        </p:nvSpPr>
        <p:spPr>
          <a:xfrm flipH="1">
            <a:off x="5827351" y="1879627"/>
            <a:ext cx="2639391" cy="2639391"/>
          </a:xfrm>
          <a:prstGeom prst="ellipse">
            <a:avLst/>
          </a:prstGeom>
          <a:solidFill>
            <a:srgbClr val="01264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4000" dirty="0" smtClean="0">
                <a:solidFill>
                  <a:prstClr val="white"/>
                </a:solidFill>
                <a:latin typeface="FontAwesome" pitchFamily="2" charset="0"/>
              </a:rPr>
              <a:t>11%</a:t>
            </a:r>
            <a:endParaRPr lang="ru-RU" sz="4000" dirty="0">
              <a:solidFill>
                <a:prstClr val="white"/>
              </a:solidFill>
            </a:endParaRPr>
          </a:p>
        </p:txBody>
      </p:sp>
      <p:sp>
        <p:nvSpPr>
          <p:cNvPr id="22" name="Oval 21"/>
          <p:cNvSpPr/>
          <p:nvPr/>
        </p:nvSpPr>
        <p:spPr>
          <a:xfrm flipH="1">
            <a:off x="7967949" y="1025568"/>
            <a:ext cx="3353670" cy="3353670"/>
          </a:xfrm>
          <a:prstGeom prst="ellipse">
            <a:avLst/>
          </a:prstGeom>
          <a:solidFill>
            <a:srgbClr val="D43E01">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6000" dirty="0" smtClean="0">
                <a:solidFill>
                  <a:prstClr val="white"/>
                </a:solidFill>
                <a:latin typeface="FontAwesome" pitchFamily="2" charset="0"/>
              </a:rPr>
              <a:t>83%</a:t>
            </a:r>
            <a:endParaRPr lang="ru-RU" sz="6000" dirty="0">
              <a:solidFill>
                <a:prstClr val="white"/>
              </a:solidFill>
            </a:endParaRPr>
          </a:p>
        </p:txBody>
      </p:sp>
      <p:sp>
        <p:nvSpPr>
          <p:cNvPr id="25" name="TextBox 24"/>
          <p:cNvSpPr txBox="1"/>
          <p:nvPr/>
        </p:nvSpPr>
        <p:spPr>
          <a:xfrm>
            <a:off x="848093" y="4778806"/>
            <a:ext cx="1764704" cy="830997"/>
          </a:xfrm>
          <a:prstGeom prst="rect">
            <a:avLst/>
          </a:prstGeom>
          <a:noFill/>
        </p:spPr>
        <p:txBody>
          <a:bodyPr wrap="square" rtlCol="0">
            <a:spAutoFit/>
          </a:bodyPr>
          <a:lstStyle/>
          <a:p>
            <a:pPr algn="ctr" fontAlgn="auto">
              <a:spcBef>
                <a:spcPts val="0"/>
              </a:spcBef>
              <a:spcAft>
                <a:spcPts val="0"/>
              </a:spcAft>
            </a:pPr>
            <a:r>
              <a:rPr lang="ar-SA" sz="2400" b="1" dirty="0"/>
              <a:t>بواسطة حاسة الذوق</a:t>
            </a:r>
            <a:endParaRPr lang="en-US" sz="2400" b="1" dirty="0">
              <a:solidFill>
                <a:prstClr val="black">
                  <a:lumMod val="85000"/>
                  <a:lumOff val="15000"/>
                </a:prstClr>
              </a:solidFill>
              <a:latin typeface="Lato Black" panose="020F0A02020204030203" pitchFamily="34" charset="0"/>
              <a:cs typeface="+mn-cs"/>
            </a:endParaRPr>
          </a:p>
        </p:txBody>
      </p:sp>
      <p:sp>
        <p:nvSpPr>
          <p:cNvPr id="39" name="TextBox 38"/>
          <p:cNvSpPr txBox="1"/>
          <p:nvPr/>
        </p:nvSpPr>
        <p:spPr>
          <a:xfrm>
            <a:off x="2939521" y="4777081"/>
            <a:ext cx="1636819" cy="830997"/>
          </a:xfrm>
          <a:prstGeom prst="rect">
            <a:avLst/>
          </a:prstGeom>
          <a:noFill/>
        </p:spPr>
        <p:txBody>
          <a:bodyPr wrap="square" rtlCol="0">
            <a:spAutoFit/>
          </a:bodyPr>
          <a:lstStyle/>
          <a:p>
            <a:pPr algn="ctr" fontAlgn="auto">
              <a:spcBef>
                <a:spcPts val="0"/>
              </a:spcBef>
              <a:spcAft>
                <a:spcPts val="0"/>
              </a:spcAft>
            </a:pPr>
            <a:r>
              <a:rPr lang="ar-SA" sz="2400" b="1" dirty="0"/>
              <a:t>بواسطة حاسة اللمس</a:t>
            </a:r>
            <a:endParaRPr lang="en-US" sz="2400" b="1" dirty="0">
              <a:solidFill>
                <a:prstClr val="black">
                  <a:lumMod val="85000"/>
                  <a:lumOff val="15000"/>
                </a:prstClr>
              </a:solidFill>
              <a:latin typeface="Lato Black" panose="020F0A02020204030203" pitchFamily="34" charset="0"/>
              <a:cs typeface="+mn-cs"/>
            </a:endParaRPr>
          </a:p>
        </p:txBody>
      </p:sp>
      <p:sp>
        <p:nvSpPr>
          <p:cNvPr id="43" name="TextBox 42"/>
          <p:cNvSpPr txBox="1"/>
          <p:nvPr/>
        </p:nvSpPr>
        <p:spPr>
          <a:xfrm>
            <a:off x="4912336" y="4777081"/>
            <a:ext cx="1636819" cy="830997"/>
          </a:xfrm>
          <a:prstGeom prst="rect">
            <a:avLst/>
          </a:prstGeom>
          <a:noFill/>
        </p:spPr>
        <p:txBody>
          <a:bodyPr wrap="square" rtlCol="0">
            <a:spAutoFit/>
          </a:bodyPr>
          <a:lstStyle/>
          <a:p>
            <a:pPr algn="ctr" fontAlgn="auto">
              <a:spcBef>
                <a:spcPts val="0"/>
              </a:spcBef>
              <a:spcAft>
                <a:spcPts val="0"/>
              </a:spcAft>
            </a:pPr>
            <a:r>
              <a:rPr lang="ar-SA" sz="2400" b="1" dirty="0"/>
              <a:t>بواسطة حاسة الشم</a:t>
            </a:r>
            <a:endParaRPr lang="en-US" sz="2400" b="1" dirty="0">
              <a:solidFill>
                <a:prstClr val="black">
                  <a:lumMod val="85000"/>
                  <a:lumOff val="15000"/>
                </a:prstClr>
              </a:solidFill>
              <a:latin typeface="Lato Black" panose="020F0A02020204030203" pitchFamily="34" charset="0"/>
              <a:cs typeface="+mn-cs"/>
            </a:endParaRPr>
          </a:p>
        </p:txBody>
      </p:sp>
      <p:sp>
        <p:nvSpPr>
          <p:cNvPr id="46" name="TextBox 45"/>
          <p:cNvSpPr txBox="1"/>
          <p:nvPr/>
        </p:nvSpPr>
        <p:spPr>
          <a:xfrm>
            <a:off x="6864814" y="4777081"/>
            <a:ext cx="1636819" cy="830997"/>
          </a:xfrm>
          <a:prstGeom prst="rect">
            <a:avLst/>
          </a:prstGeom>
          <a:noFill/>
        </p:spPr>
        <p:txBody>
          <a:bodyPr wrap="square" rtlCol="0">
            <a:spAutoFit/>
          </a:bodyPr>
          <a:lstStyle/>
          <a:p>
            <a:pPr algn="ctr" fontAlgn="auto">
              <a:spcBef>
                <a:spcPts val="0"/>
              </a:spcBef>
              <a:spcAft>
                <a:spcPts val="0"/>
              </a:spcAft>
            </a:pPr>
            <a:r>
              <a:rPr lang="ar-SA" sz="2400" b="1" dirty="0"/>
              <a:t>بواسطة حاسة السمع</a:t>
            </a:r>
            <a:endParaRPr lang="en-US" sz="2400" b="1" dirty="0">
              <a:solidFill>
                <a:prstClr val="black">
                  <a:lumMod val="85000"/>
                  <a:lumOff val="15000"/>
                </a:prstClr>
              </a:solidFill>
              <a:latin typeface="Lato Black" panose="020F0A02020204030203" pitchFamily="34" charset="0"/>
              <a:cs typeface="+mn-cs"/>
            </a:endParaRPr>
          </a:p>
        </p:txBody>
      </p:sp>
      <p:sp>
        <p:nvSpPr>
          <p:cNvPr id="51" name="TextBox 50"/>
          <p:cNvSpPr txBox="1"/>
          <p:nvPr/>
        </p:nvSpPr>
        <p:spPr>
          <a:xfrm>
            <a:off x="8853988" y="4777081"/>
            <a:ext cx="1846253" cy="830997"/>
          </a:xfrm>
          <a:prstGeom prst="rect">
            <a:avLst/>
          </a:prstGeom>
          <a:noFill/>
        </p:spPr>
        <p:txBody>
          <a:bodyPr wrap="square" rtlCol="0">
            <a:spAutoFit/>
          </a:bodyPr>
          <a:lstStyle/>
          <a:p>
            <a:pPr algn="ctr" fontAlgn="auto">
              <a:spcBef>
                <a:spcPts val="0"/>
              </a:spcBef>
              <a:spcAft>
                <a:spcPts val="0"/>
              </a:spcAft>
            </a:pPr>
            <a:r>
              <a:rPr lang="ar-SA" sz="2400" b="1" dirty="0"/>
              <a:t>بواسطة حاسة البصر</a:t>
            </a:r>
            <a:endParaRPr lang="en-US" sz="2400" b="1" dirty="0">
              <a:solidFill>
                <a:prstClr val="black">
                  <a:lumMod val="85000"/>
                  <a:lumOff val="15000"/>
                </a:prstClr>
              </a:solidFill>
              <a:latin typeface="Lato Black" panose="020F0A02020204030203" pitchFamily="34" charset="0"/>
              <a:cs typeface="+mn-cs"/>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3425900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Effect transition="in" filter="fade">
                                      <p:cBhvr>
                                        <p:cTn id="9" dur="1000"/>
                                        <p:tgtEl>
                                          <p:spTgt spid="18"/>
                                        </p:tgtEl>
                                      </p:cBhvr>
                                    </p:animEffect>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p:cTn id="13" dur="1000" fill="hold"/>
                                        <p:tgtEl>
                                          <p:spTgt spid="19"/>
                                        </p:tgtEl>
                                        <p:attrNameLst>
                                          <p:attrName>ppt_w</p:attrName>
                                        </p:attrNameLst>
                                      </p:cBhvr>
                                      <p:tavLst>
                                        <p:tav tm="0">
                                          <p:val>
                                            <p:fltVal val="0"/>
                                          </p:val>
                                        </p:tav>
                                        <p:tav tm="100000">
                                          <p:val>
                                            <p:strVal val="#ppt_w"/>
                                          </p:val>
                                        </p:tav>
                                      </p:tavLst>
                                    </p:anim>
                                    <p:anim calcmode="lin" valueType="num">
                                      <p:cBhvr>
                                        <p:cTn id="14" dur="1000" fill="hold"/>
                                        <p:tgtEl>
                                          <p:spTgt spid="19"/>
                                        </p:tgtEl>
                                        <p:attrNameLst>
                                          <p:attrName>ppt_h</p:attrName>
                                        </p:attrNameLst>
                                      </p:cBhvr>
                                      <p:tavLst>
                                        <p:tav tm="0">
                                          <p:val>
                                            <p:fltVal val="0"/>
                                          </p:val>
                                        </p:tav>
                                        <p:tav tm="100000">
                                          <p:val>
                                            <p:strVal val="#ppt_h"/>
                                          </p:val>
                                        </p:tav>
                                      </p:tavLst>
                                    </p:anim>
                                    <p:animEffect transition="in" filter="fade">
                                      <p:cBhvr>
                                        <p:cTn id="15" dur="1000"/>
                                        <p:tgtEl>
                                          <p:spTgt spid="19"/>
                                        </p:tgtEl>
                                      </p:cBhvr>
                                    </p:animEffect>
                                  </p:childTnLst>
                                </p:cTn>
                              </p:par>
                            </p:childTnLst>
                          </p:cTn>
                        </p:par>
                        <p:par>
                          <p:cTn id="16" fill="hold">
                            <p:stCondLst>
                              <p:cond delay="2000"/>
                            </p:stCondLst>
                            <p:childTnLst>
                              <p:par>
                                <p:cTn id="17" presetID="53" presetClass="entr" presetSubtype="16"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p:cTn id="19" dur="1000" fill="hold"/>
                                        <p:tgtEl>
                                          <p:spTgt spid="20"/>
                                        </p:tgtEl>
                                        <p:attrNameLst>
                                          <p:attrName>ppt_w</p:attrName>
                                        </p:attrNameLst>
                                      </p:cBhvr>
                                      <p:tavLst>
                                        <p:tav tm="0">
                                          <p:val>
                                            <p:fltVal val="0"/>
                                          </p:val>
                                        </p:tav>
                                        <p:tav tm="100000">
                                          <p:val>
                                            <p:strVal val="#ppt_w"/>
                                          </p:val>
                                        </p:tav>
                                      </p:tavLst>
                                    </p:anim>
                                    <p:anim calcmode="lin" valueType="num">
                                      <p:cBhvr>
                                        <p:cTn id="20" dur="1000" fill="hold"/>
                                        <p:tgtEl>
                                          <p:spTgt spid="20"/>
                                        </p:tgtEl>
                                        <p:attrNameLst>
                                          <p:attrName>ppt_h</p:attrName>
                                        </p:attrNameLst>
                                      </p:cBhvr>
                                      <p:tavLst>
                                        <p:tav tm="0">
                                          <p:val>
                                            <p:fltVal val="0"/>
                                          </p:val>
                                        </p:tav>
                                        <p:tav tm="100000">
                                          <p:val>
                                            <p:strVal val="#ppt_h"/>
                                          </p:val>
                                        </p:tav>
                                      </p:tavLst>
                                    </p:anim>
                                    <p:animEffect transition="in" filter="fade">
                                      <p:cBhvr>
                                        <p:cTn id="21" dur="1000"/>
                                        <p:tgtEl>
                                          <p:spTgt spid="20"/>
                                        </p:tgtEl>
                                      </p:cBhvr>
                                    </p:animEffect>
                                  </p:childTnLst>
                                </p:cTn>
                              </p:par>
                            </p:childTnLst>
                          </p:cTn>
                        </p:par>
                        <p:par>
                          <p:cTn id="22" fill="hold">
                            <p:stCondLst>
                              <p:cond delay="3000"/>
                            </p:stCondLst>
                            <p:childTnLst>
                              <p:par>
                                <p:cTn id="23" presetID="53" presetClass="entr" presetSubtype="16" fill="hold" grpId="0" nodeType="after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p:cTn id="25" dur="1000" fill="hold"/>
                                        <p:tgtEl>
                                          <p:spTgt spid="21"/>
                                        </p:tgtEl>
                                        <p:attrNameLst>
                                          <p:attrName>ppt_w</p:attrName>
                                        </p:attrNameLst>
                                      </p:cBhvr>
                                      <p:tavLst>
                                        <p:tav tm="0">
                                          <p:val>
                                            <p:fltVal val="0"/>
                                          </p:val>
                                        </p:tav>
                                        <p:tav tm="100000">
                                          <p:val>
                                            <p:strVal val="#ppt_w"/>
                                          </p:val>
                                        </p:tav>
                                      </p:tavLst>
                                    </p:anim>
                                    <p:anim calcmode="lin" valueType="num">
                                      <p:cBhvr>
                                        <p:cTn id="26" dur="1000" fill="hold"/>
                                        <p:tgtEl>
                                          <p:spTgt spid="21"/>
                                        </p:tgtEl>
                                        <p:attrNameLst>
                                          <p:attrName>ppt_h</p:attrName>
                                        </p:attrNameLst>
                                      </p:cBhvr>
                                      <p:tavLst>
                                        <p:tav tm="0">
                                          <p:val>
                                            <p:fltVal val="0"/>
                                          </p:val>
                                        </p:tav>
                                        <p:tav tm="100000">
                                          <p:val>
                                            <p:strVal val="#ppt_h"/>
                                          </p:val>
                                        </p:tav>
                                      </p:tavLst>
                                    </p:anim>
                                    <p:animEffect transition="in" filter="fade">
                                      <p:cBhvr>
                                        <p:cTn id="27" dur="1000"/>
                                        <p:tgtEl>
                                          <p:spTgt spid="21"/>
                                        </p:tgtEl>
                                      </p:cBhvr>
                                    </p:animEffect>
                                  </p:childTnLst>
                                </p:cTn>
                              </p:par>
                            </p:childTnLst>
                          </p:cTn>
                        </p:par>
                        <p:par>
                          <p:cTn id="28" fill="hold">
                            <p:stCondLst>
                              <p:cond delay="4000"/>
                            </p:stCondLst>
                            <p:childTnLst>
                              <p:par>
                                <p:cTn id="29" presetID="53" presetClass="entr" presetSubtype="16"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p:cTn id="31" dur="1000" fill="hold"/>
                                        <p:tgtEl>
                                          <p:spTgt spid="22"/>
                                        </p:tgtEl>
                                        <p:attrNameLst>
                                          <p:attrName>ppt_w</p:attrName>
                                        </p:attrNameLst>
                                      </p:cBhvr>
                                      <p:tavLst>
                                        <p:tav tm="0">
                                          <p:val>
                                            <p:fltVal val="0"/>
                                          </p:val>
                                        </p:tav>
                                        <p:tav tm="100000">
                                          <p:val>
                                            <p:strVal val="#ppt_w"/>
                                          </p:val>
                                        </p:tav>
                                      </p:tavLst>
                                    </p:anim>
                                    <p:anim calcmode="lin" valueType="num">
                                      <p:cBhvr>
                                        <p:cTn id="32" dur="1000" fill="hold"/>
                                        <p:tgtEl>
                                          <p:spTgt spid="22"/>
                                        </p:tgtEl>
                                        <p:attrNameLst>
                                          <p:attrName>ppt_h</p:attrName>
                                        </p:attrNameLst>
                                      </p:cBhvr>
                                      <p:tavLst>
                                        <p:tav tm="0">
                                          <p:val>
                                            <p:fltVal val="0"/>
                                          </p:val>
                                        </p:tav>
                                        <p:tav tm="100000">
                                          <p:val>
                                            <p:strVal val="#ppt_h"/>
                                          </p:val>
                                        </p:tav>
                                      </p:tavLst>
                                    </p:anim>
                                    <p:animEffect transition="in" filter="fade">
                                      <p:cBhvr>
                                        <p:cTn id="33"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P spid="21" grpId="0" animBg="1"/>
      <p:bldP spid="22"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5679472" y="1280117"/>
            <a:ext cx="5507878" cy="58477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SA" sz="3200" b="1" dirty="0">
                <a:solidFill>
                  <a:schemeClr val="bg2">
                    <a:lumMod val="10000"/>
                  </a:schemeClr>
                </a:solidFill>
              </a:rPr>
              <a:t>كذلك دلت الدراسات أننا نتذكر: </a:t>
            </a:r>
            <a:endParaRPr lang="en-US" sz="3200" b="1" dirty="0">
              <a:solidFill>
                <a:schemeClr val="bg2">
                  <a:lumMod val="10000"/>
                </a:schemeClr>
              </a:solidFill>
            </a:endParaRPr>
          </a:p>
        </p:txBody>
      </p:sp>
      <p:sp>
        <p:nvSpPr>
          <p:cNvPr id="7" name="Freeform 2"/>
          <p:cNvSpPr>
            <a:spLocks noChangeArrowheads="1"/>
          </p:cNvSpPr>
          <p:nvPr/>
        </p:nvSpPr>
        <p:spPr bwMode="auto">
          <a:xfrm>
            <a:off x="836548" y="4475799"/>
            <a:ext cx="2230899" cy="566859"/>
          </a:xfrm>
          <a:custGeom>
            <a:avLst/>
            <a:gdLst>
              <a:gd name="T0" fmla="*/ 5208 w 8889"/>
              <a:gd name="T1" fmla="*/ 0 h 2263"/>
              <a:gd name="T2" fmla="*/ 5208 w 8889"/>
              <a:gd name="T3" fmla="*/ 0 h 2263"/>
              <a:gd name="T4" fmla="*/ 5208 w 8889"/>
              <a:gd name="T5" fmla="*/ 156 h 2263"/>
              <a:gd name="T6" fmla="*/ 5230 w 8889"/>
              <a:gd name="T7" fmla="*/ 222 h 2263"/>
              <a:gd name="T8" fmla="*/ 5296 w 8889"/>
              <a:gd name="T9" fmla="*/ 377 h 2263"/>
              <a:gd name="T10" fmla="*/ 5363 w 8889"/>
              <a:gd name="T11" fmla="*/ 621 h 2263"/>
              <a:gd name="T12" fmla="*/ 5363 w 8889"/>
              <a:gd name="T13" fmla="*/ 621 h 2263"/>
              <a:gd name="T14" fmla="*/ 5363 w 8889"/>
              <a:gd name="T15" fmla="*/ 643 h 2263"/>
              <a:gd name="T16" fmla="*/ 5363 w 8889"/>
              <a:gd name="T17" fmla="*/ 643 h 2263"/>
              <a:gd name="T18" fmla="*/ 4942 w 8889"/>
              <a:gd name="T19" fmla="*/ 975 h 2263"/>
              <a:gd name="T20" fmla="*/ 4521 w 8889"/>
              <a:gd name="T21" fmla="*/ 599 h 2263"/>
              <a:gd name="T22" fmla="*/ 4521 w 8889"/>
              <a:gd name="T23" fmla="*/ 599 h 2263"/>
              <a:gd name="T24" fmla="*/ 4609 w 8889"/>
              <a:gd name="T25" fmla="*/ 377 h 2263"/>
              <a:gd name="T26" fmla="*/ 4676 w 8889"/>
              <a:gd name="T27" fmla="*/ 244 h 2263"/>
              <a:gd name="T28" fmla="*/ 4698 w 8889"/>
              <a:gd name="T29" fmla="*/ 156 h 2263"/>
              <a:gd name="T30" fmla="*/ 4698 w 8889"/>
              <a:gd name="T31" fmla="*/ 156 h 2263"/>
              <a:gd name="T32" fmla="*/ 4698 w 8889"/>
              <a:gd name="T33" fmla="*/ 0 h 2263"/>
              <a:gd name="T34" fmla="*/ 177 w 8889"/>
              <a:gd name="T35" fmla="*/ 0 h 2263"/>
              <a:gd name="T36" fmla="*/ 0 w 8889"/>
              <a:gd name="T37" fmla="*/ 1020 h 2263"/>
              <a:gd name="T38" fmla="*/ 5496 w 8889"/>
              <a:gd name="T39" fmla="*/ 2262 h 2263"/>
              <a:gd name="T40" fmla="*/ 5961 w 8889"/>
              <a:gd name="T41" fmla="*/ 843 h 2263"/>
              <a:gd name="T42" fmla="*/ 8533 w 8889"/>
              <a:gd name="T43" fmla="*/ 843 h 2263"/>
              <a:gd name="T44" fmla="*/ 8888 w 8889"/>
              <a:gd name="T45" fmla="*/ 0 h 2263"/>
              <a:gd name="T46" fmla="*/ 5208 w 8889"/>
              <a:gd name="T47" fmla="*/ 0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89" h="2263">
                <a:moveTo>
                  <a:pt x="5208" y="0"/>
                </a:moveTo>
                <a:lnTo>
                  <a:pt x="5208" y="0"/>
                </a:lnTo>
                <a:cubicBezTo>
                  <a:pt x="5208" y="156"/>
                  <a:pt x="5208" y="156"/>
                  <a:pt x="5208" y="156"/>
                </a:cubicBezTo>
                <a:cubicBezTo>
                  <a:pt x="5230" y="222"/>
                  <a:pt x="5230" y="222"/>
                  <a:pt x="5230" y="222"/>
                </a:cubicBezTo>
                <a:cubicBezTo>
                  <a:pt x="5252" y="288"/>
                  <a:pt x="5252" y="311"/>
                  <a:pt x="5296" y="377"/>
                </a:cubicBezTo>
                <a:cubicBezTo>
                  <a:pt x="5363" y="444"/>
                  <a:pt x="5385" y="532"/>
                  <a:pt x="5363" y="621"/>
                </a:cubicBezTo>
                <a:lnTo>
                  <a:pt x="5363" y="621"/>
                </a:lnTo>
                <a:cubicBezTo>
                  <a:pt x="5363" y="643"/>
                  <a:pt x="5363" y="643"/>
                  <a:pt x="5363" y="643"/>
                </a:cubicBezTo>
                <a:lnTo>
                  <a:pt x="5363" y="643"/>
                </a:lnTo>
                <a:cubicBezTo>
                  <a:pt x="5363" y="820"/>
                  <a:pt x="5164" y="975"/>
                  <a:pt x="4942" y="975"/>
                </a:cubicBezTo>
                <a:cubicBezTo>
                  <a:pt x="4721" y="975"/>
                  <a:pt x="4521" y="798"/>
                  <a:pt x="4521" y="599"/>
                </a:cubicBezTo>
                <a:lnTo>
                  <a:pt x="4521" y="599"/>
                </a:lnTo>
                <a:cubicBezTo>
                  <a:pt x="4521" y="510"/>
                  <a:pt x="4543" y="444"/>
                  <a:pt x="4609" y="377"/>
                </a:cubicBezTo>
                <a:cubicBezTo>
                  <a:pt x="4632" y="333"/>
                  <a:pt x="4654" y="288"/>
                  <a:pt x="4676" y="244"/>
                </a:cubicBezTo>
                <a:cubicBezTo>
                  <a:pt x="4698" y="156"/>
                  <a:pt x="4698" y="156"/>
                  <a:pt x="4698" y="156"/>
                </a:cubicBezTo>
                <a:lnTo>
                  <a:pt x="4698" y="156"/>
                </a:lnTo>
                <a:cubicBezTo>
                  <a:pt x="4698" y="0"/>
                  <a:pt x="4698" y="0"/>
                  <a:pt x="4698" y="0"/>
                </a:cubicBezTo>
                <a:cubicBezTo>
                  <a:pt x="177" y="0"/>
                  <a:pt x="177" y="0"/>
                  <a:pt x="177" y="0"/>
                </a:cubicBezTo>
                <a:cubicBezTo>
                  <a:pt x="111" y="554"/>
                  <a:pt x="0" y="1020"/>
                  <a:pt x="0" y="1020"/>
                </a:cubicBezTo>
                <a:cubicBezTo>
                  <a:pt x="5496" y="2262"/>
                  <a:pt x="5496" y="2262"/>
                  <a:pt x="5496" y="2262"/>
                </a:cubicBezTo>
                <a:cubicBezTo>
                  <a:pt x="5496" y="2262"/>
                  <a:pt x="5696" y="931"/>
                  <a:pt x="5961" y="843"/>
                </a:cubicBezTo>
                <a:cubicBezTo>
                  <a:pt x="6250" y="731"/>
                  <a:pt x="8001" y="1486"/>
                  <a:pt x="8533" y="843"/>
                </a:cubicBezTo>
                <a:cubicBezTo>
                  <a:pt x="8754" y="554"/>
                  <a:pt x="8866" y="244"/>
                  <a:pt x="8888" y="0"/>
                </a:cubicBezTo>
                <a:lnTo>
                  <a:pt x="5208" y="0"/>
                </a:lnTo>
              </a:path>
            </a:pathLst>
          </a:custGeom>
          <a:solidFill>
            <a:schemeClr val="accent5"/>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8" name="Freeform 3"/>
          <p:cNvSpPr>
            <a:spLocks noChangeArrowheads="1"/>
          </p:cNvSpPr>
          <p:nvPr/>
        </p:nvSpPr>
        <p:spPr bwMode="auto">
          <a:xfrm>
            <a:off x="2428624" y="2088793"/>
            <a:ext cx="783859" cy="683109"/>
          </a:xfrm>
          <a:custGeom>
            <a:avLst/>
            <a:gdLst>
              <a:gd name="T0" fmla="*/ 2393 w 3125"/>
              <a:gd name="T1" fmla="*/ 0 h 2727"/>
              <a:gd name="T2" fmla="*/ 2393 w 3125"/>
              <a:gd name="T3" fmla="*/ 0 h 2727"/>
              <a:gd name="T4" fmla="*/ 0 w 3125"/>
              <a:gd name="T5" fmla="*/ 0 h 2727"/>
              <a:gd name="T6" fmla="*/ 0 w 3125"/>
              <a:gd name="T7" fmla="*/ 2726 h 2727"/>
              <a:gd name="T8" fmla="*/ 399 w 3125"/>
              <a:gd name="T9" fmla="*/ 2726 h 2727"/>
              <a:gd name="T10" fmla="*/ 399 w 3125"/>
              <a:gd name="T11" fmla="*/ 2637 h 2727"/>
              <a:gd name="T12" fmla="*/ 376 w 3125"/>
              <a:gd name="T13" fmla="*/ 2571 h 2727"/>
              <a:gd name="T14" fmla="*/ 310 w 3125"/>
              <a:gd name="T15" fmla="*/ 2415 h 2727"/>
              <a:gd name="T16" fmla="*/ 244 w 3125"/>
              <a:gd name="T17" fmla="*/ 2171 h 2727"/>
              <a:gd name="T18" fmla="*/ 244 w 3125"/>
              <a:gd name="T19" fmla="*/ 2171 h 2727"/>
              <a:gd name="T20" fmla="*/ 244 w 3125"/>
              <a:gd name="T21" fmla="*/ 2149 h 2727"/>
              <a:gd name="T22" fmla="*/ 244 w 3125"/>
              <a:gd name="T23" fmla="*/ 2149 h 2727"/>
              <a:gd name="T24" fmla="*/ 665 w 3125"/>
              <a:gd name="T25" fmla="*/ 1817 h 2727"/>
              <a:gd name="T26" fmla="*/ 1085 w 3125"/>
              <a:gd name="T27" fmla="*/ 2194 h 2727"/>
              <a:gd name="T28" fmla="*/ 1085 w 3125"/>
              <a:gd name="T29" fmla="*/ 2194 h 2727"/>
              <a:gd name="T30" fmla="*/ 1019 w 3125"/>
              <a:gd name="T31" fmla="*/ 2415 h 2727"/>
              <a:gd name="T32" fmla="*/ 931 w 3125"/>
              <a:gd name="T33" fmla="*/ 2549 h 2727"/>
              <a:gd name="T34" fmla="*/ 908 w 3125"/>
              <a:gd name="T35" fmla="*/ 2637 h 2727"/>
              <a:gd name="T36" fmla="*/ 908 w 3125"/>
              <a:gd name="T37" fmla="*/ 2637 h 2727"/>
              <a:gd name="T38" fmla="*/ 908 w 3125"/>
              <a:gd name="T39" fmla="*/ 2726 h 2727"/>
              <a:gd name="T40" fmla="*/ 3080 w 3125"/>
              <a:gd name="T41" fmla="*/ 2726 h 2727"/>
              <a:gd name="T42" fmla="*/ 2393 w 3125"/>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25" h="2727">
                <a:moveTo>
                  <a:pt x="2393" y="0"/>
                </a:moveTo>
                <a:lnTo>
                  <a:pt x="2393" y="0"/>
                </a:lnTo>
                <a:cubicBezTo>
                  <a:pt x="0" y="0"/>
                  <a:pt x="0" y="0"/>
                  <a:pt x="0" y="0"/>
                </a:cubicBezTo>
                <a:cubicBezTo>
                  <a:pt x="0" y="2726"/>
                  <a:pt x="0" y="2726"/>
                  <a:pt x="0" y="2726"/>
                </a:cubicBezTo>
                <a:cubicBezTo>
                  <a:pt x="399" y="2726"/>
                  <a:pt x="399" y="2726"/>
                  <a:pt x="399" y="2726"/>
                </a:cubicBezTo>
                <a:cubicBezTo>
                  <a:pt x="399" y="2637"/>
                  <a:pt x="399" y="2637"/>
                  <a:pt x="399" y="2637"/>
                </a:cubicBezTo>
                <a:cubicBezTo>
                  <a:pt x="376" y="2571"/>
                  <a:pt x="376" y="2571"/>
                  <a:pt x="376" y="2571"/>
                </a:cubicBezTo>
                <a:cubicBezTo>
                  <a:pt x="376" y="2504"/>
                  <a:pt x="354" y="2482"/>
                  <a:pt x="310" y="2415"/>
                </a:cubicBezTo>
                <a:cubicBezTo>
                  <a:pt x="244" y="2349"/>
                  <a:pt x="244" y="2260"/>
                  <a:pt x="244" y="2171"/>
                </a:cubicBezTo>
                <a:lnTo>
                  <a:pt x="244" y="2171"/>
                </a:lnTo>
                <a:cubicBezTo>
                  <a:pt x="244" y="2149"/>
                  <a:pt x="244" y="2149"/>
                  <a:pt x="244" y="2149"/>
                </a:cubicBezTo>
                <a:lnTo>
                  <a:pt x="244" y="2149"/>
                </a:lnTo>
                <a:cubicBezTo>
                  <a:pt x="266" y="1972"/>
                  <a:pt x="443" y="1817"/>
                  <a:pt x="665" y="1817"/>
                </a:cubicBezTo>
                <a:cubicBezTo>
                  <a:pt x="886" y="1817"/>
                  <a:pt x="1085" y="1994"/>
                  <a:pt x="1085" y="2194"/>
                </a:cubicBezTo>
                <a:lnTo>
                  <a:pt x="1085" y="2194"/>
                </a:lnTo>
                <a:cubicBezTo>
                  <a:pt x="1085" y="2282"/>
                  <a:pt x="1063" y="2349"/>
                  <a:pt x="1019" y="2415"/>
                </a:cubicBezTo>
                <a:cubicBezTo>
                  <a:pt x="975" y="2460"/>
                  <a:pt x="953" y="2504"/>
                  <a:pt x="931" y="2549"/>
                </a:cubicBezTo>
                <a:cubicBezTo>
                  <a:pt x="908" y="2637"/>
                  <a:pt x="908" y="2637"/>
                  <a:pt x="908" y="2637"/>
                </a:cubicBezTo>
                <a:lnTo>
                  <a:pt x="908" y="2637"/>
                </a:lnTo>
                <a:cubicBezTo>
                  <a:pt x="908" y="2726"/>
                  <a:pt x="908" y="2726"/>
                  <a:pt x="908" y="2726"/>
                </a:cubicBezTo>
                <a:cubicBezTo>
                  <a:pt x="3080" y="2726"/>
                  <a:pt x="3080" y="2726"/>
                  <a:pt x="3080" y="2726"/>
                </a:cubicBezTo>
                <a:cubicBezTo>
                  <a:pt x="3124" y="2017"/>
                  <a:pt x="3036" y="997"/>
                  <a:pt x="2393" y="0"/>
                </a:cubicBezTo>
              </a:path>
            </a:pathLst>
          </a:custGeom>
          <a:solidFill>
            <a:schemeClr val="accent2"/>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9" name="Freeform 4"/>
          <p:cNvSpPr>
            <a:spLocks noChangeArrowheads="1"/>
          </p:cNvSpPr>
          <p:nvPr/>
        </p:nvSpPr>
        <p:spPr bwMode="auto">
          <a:xfrm>
            <a:off x="1181978" y="2884831"/>
            <a:ext cx="1128182" cy="683109"/>
          </a:xfrm>
          <a:custGeom>
            <a:avLst/>
            <a:gdLst>
              <a:gd name="T0" fmla="*/ 4499 w 4500"/>
              <a:gd name="T1" fmla="*/ 0 h 2727"/>
              <a:gd name="T2" fmla="*/ 4499 w 4500"/>
              <a:gd name="T3" fmla="*/ 0 h 2727"/>
              <a:gd name="T4" fmla="*/ 0 w 4500"/>
              <a:gd name="T5" fmla="*/ 0 h 2727"/>
              <a:gd name="T6" fmla="*/ 0 w 4500"/>
              <a:gd name="T7" fmla="*/ 2726 h 2727"/>
              <a:gd name="T8" fmla="*/ 399 w 4500"/>
              <a:gd name="T9" fmla="*/ 2726 h 2727"/>
              <a:gd name="T10" fmla="*/ 399 w 4500"/>
              <a:gd name="T11" fmla="*/ 2593 h 2727"/>
              <a:gd name="T12" fmla="*/ 377 w 4500"/>
              <a:gd name="T13" fmla="*/ 2504 h 2727"/>
              <a:gd name="T14" fmla="*/ 311 w 4500"/>
              <a:gd name="T15" fmla="*/ 2349 h 2727"/>
              <a:gd name="T16" fmla="*/ 244 w 4500"/>
              <a:gd name="T17" fmla="*/ 2105 h 2727"/>
              <a:gd name="T18" fmla="*/ 244 w 4500"/>
              <a:gd name="T19" fmla="*/ 2105 h 2727"/>
              <a:gd name="T20" fmla="*/ 244 w 4500"/>
              <a:gd name="T21" fmla="*/ 2105 h 2727"/>
              <a:gd name="T22" fmla="*/ 244 w 4500"/>
              <a:gd name="T23" fmla="*/ 2105 h 2727"/>
              <a:gd name="T24" fmla="*/ 665 w 4500"/>
              <a:gd name="T25" fmla="*/ 1773 h 2727"/>
              <a:gd name="T26" fmla="*/ 1086 w 4500"/>
              <a:gd name="T27" fmla="*/ 2128 h 2727"/>
              <a:gd name="T28" fmla="*/ 1086 w 4500"/>
              <a:gd name="T29" fmla="*/ 2128 h 2727"/>
              <a:gd name="T30" fmla="*/ 997 w 4500"/>
              <a:gd name="T31" fmla="*/ 2349 h 2727"/>
              <a:gd name="T32" fmla="*/ 931 w 4500"/>
              <a:gd name="T33" fmla="*/ 2481 h 2727"/>
              <a:gd name="T34" fmla="*/ 908 w 4500"/>
              <a:gd name="T35" fmla="*/ 2593 h 2727"/>
              <a:gd name="T36" fmla="*/ 908 w 4500"/>
              <a:gd name="T37" fmla="*/ 2593 h 2727"/>
              <a:gd name="T38" fmla="*/ 908 w 4500"/>
              <a:gd name="T39" fmla="*/ 2726 h 2727"/>
              <a:gd name="T40" fmla="*/ 4499 w 4500"/>
              <a:gd name="T41" fmla="*/ 2726 h 2727"/>
              <a:gd name="T42" fmla="*/ 4499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4499" y="0"/>
                </a:moveTo>
                <a:lnTo>
                  <a:pt x="4499" y="0"/>
                </a:lnTo>
                <a:cubicBezTo>
                  <a:pt x="0" y="0"/>
                  <a:pt x="0" y="0"/>
                  <a:pt x="0" y="0"/>
                </a:cubicBezTo>
                <a:cubicBezTo>
                  <a:pt x="0" y="2726"/>
                  <a:pt x="0" y="2726"/>
                  <a:pt x="0" y="2726"/>
                </a:cubicBezTo>
                <a:cubicBezTo>
                  <a:pt x="399" y="2726"/>
                  <a:pt x="399" y="2726"/>
                  <a:pt x="399" y="2726"/>
                </a:cubicBezTo>
                <a:cubicBezTo>
                  <a:pt x="399" y="2593"/>
                  <a:pt x="399" y="2593"/>
                  <a:pt x="399" y="2593"/>
                </a:cubicBezTo>
                <a:cubicBezTo>
                  <a:pt x="377" y="2504"/>
                  <a:pt x="377" y="2504"/>
                  <a:pt x="377" y="2504"/>
                </a:cubicBezTo>
                <a:cubicBezTo>
                  <a:pt x="355" y="2437"/>
                  <a:pt x="355" y="2416"/>
                  <a:pt x="311" y="2349"/>
                </a:cubicBezTo>
                <a:cubicBezTo>
                  <a:pt x="244" y="2282"/>
                  <a:pt x="222" y="2216"/>
                  <a:pt x="244" y="2105"/>
                </a:cubicBezTo>
                <a:lnTo>
                  <a:pt x="244" y="2105"/>
                </a:lnTo>
                <a:lnTo>
                  <a:pt x="244" y="2105"/>
                </a:lnTo>
                <a:lnTo>
                  <a:pt x="244" y="2105"/>
                </a:lnTo>
                <a:cubicBezTo>
                  <a:pt x="244" y="1906"/>
                  <a:pt x="443" y="1773"/>
                  <a:pt x="665" y="1773"/>
                </a:cubicBezTo>
                <a:cubicBezTo>
                  <a:pt x="886" y="1773"/>
                  <a:pt x="1086" y="1928"/>
                  <a:pt x="1086" y="2128"/>
                </a:cubicBezTo>
                <a:lnTo>
                  <a:pt x="1086" y="2128"/>
                </a:lnTo>
                <a:cubicBezTo>
                  <a:pt x="1086" y="2216"/>
                  <a:pt x="1064" y="2282"/>
                  <a:pt x="997" y="2349"/>
                </a:cubicBezTo>
                <a:cubicBezTo>
                  <a:pt x="975" y="2416"/>
                  <a:pt x="953" y="2437"/>
                  <a:pt x="931" y="2481"/>
                </a:cubicBezTo>
                <a:cubicBezTo>
                  <a:pt x="908" y="2593"/>
                  <a:pt x="908" y="2593"/>
                  <a:pt x="908" y="2593"/>
                </a:cubicBezTo>
                <a:lnTo>
                  <a:pt x="908" y="2593"/>
                </a:lnTo>
                <a:cubicBezTo>
                  <a:pt x="908" y="2726"/>
                  <a:pt x="908" y="2726"/>
                  <a:pt x="908" y="2726"/>
                </a:cubicBezTo>
                <a:cubicBezTo>
                  <a:pt x="4499" y="2726"/>
                  <a:pt x="4499" y="2726"/>
                  <a:pt x="4499" y="2726"/>
                </a:cubicBezTo>
                <a:lnTo>
                  <a:pt x="4499" y="0"/>
                </a:lnTo>
              </a:path>
            </a:pathLst>
          </a:custGeom>
          <a:solidFill>
            <a:schemeClr val="accent3"/>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0" name="Freeform 5"/>
          <p:cNvSpPr>
            <a:spLocks noChangeArrowheads="1"/>
          </p:cNvSpPr>
          <p:nvPr/>
        </p:nvSpPr>
        <p:spPr bwMode="auto">
          <a:xfrm>
            <a:off x="553119" y="3680869"/>
            <a:ext cx="1117110" cy="683109"/>
          </a:xfrm>
          <a:custGeom>
            <a:avLst/>
            <a:gdLst>
              <a:gd name="T0" fmla="*/ 1751 w 4456"/>
              <a:gd name="T1" fmla="*/ 0 h 2727"/>
              <a:gd name="T2" fmla="*/ 1751 w 4456"/>
              <a:gd name="T3" fmla="*/ 0 h 2727"/>
              <a:gd name="T4" fmla="*/ 1751 w 4456"/>
              <a:gd name="T5" fmla="*/ 112 h 2727"/>
              <a:gd name="T6" fmla="*/ 1773 w 4456"/>
              <a:gd name="T7" fmla="*/ 200 h 2727"/>
              <a:gd name="T8" fmla="*/ 1840 w 4456"/>
              <a:gd name="T9" fmla="*/ 333 h 2727"/>
              <a:gd name="T10" fmla="*/ 1906 w 4456"/>
              <a:gd name="T11" fmla="*/ 577 h 2727"/>
              <a:gd name="T12" fmla="*/ 1906 w 4456"/>
              <a:gd name="T13" fmla="*/ 577 h 2727"/>
              <a:gd name="T14" fmla="*/ 1906 w 4456"/>
              <a:gd name="T15" fmla="*/ 599 h 2727"/>
              <a:gd name="T16" fmla="*/ 1906 w 4456"/>
              <a:gd name="T17" fmla="*/ 599 h 2727"/>
              <a:gd name="T18" fmla="*/ 1486 w 4456"/>
              <a:gd name="T19" fmla="*/ 931 h 2727"/>
              <a:gd name="T20" fmla="*/ 1064 w 4456"/>
              <a:gd name="T21" fmla="*/ 554 h 2727"/>
              <a:gd name="T22" fmla="*/ 1064 w 4456"/>
              <a:gd name="T23" fmla="*/ 554 h 2727"/>
              <a:gd name="T24" fmla="*/ 1131 w 4456"/>
              <a:gd name="T25" fmla="*/ 333 h 2727"/>
              <a:gd name="T26" fmla="*/ 1220 w 4456"/>
              <a:gd name="T27" fmla="*/ 200 h 2727"/>
              <a:gd name="T28" fmla="*/ 1242 w 4456"/>
              <a:gd name="T29" fmla="*/ 112 h 2727"/>
              <a:gd name="T30" fmla="*/ 1242 w 4456"/>
              <a:gd name="T31" fmla="*/ 112 h 2727"/>
              <a:gd name="T32" fmla="*/ 1242 w 4456"/>
              <a:gd name="T33" fmla="*/ 0 h 2727"/>
              <a:gd name="T34" fmla="*/ 0 w 4456"/>
              <a:gd name="T35" fmla="*/ 0 h 2727"/>
              <a:gd name="T36" fmla="*/ 1220 w 4456"/>
              <a:gd name="T37" fmla="*/ 1552 h 2727"/>
              <a:gd name="T38" fmla="*/ 1374 w 4456"/>
              <a:gd name="T39" fmla="*/ 2726 h 2727"/>
              <a:gd name="T40" fmla="*/ 4455 w 4456"/>
              <a:gd name="T41" fmla="*/ 2726 h 2727"/>
              <a:gd name="T42" fmla="*/ 4455 w 4456"/>
              <a:gd name="T43" fmla="*/ 0 h 2727"/>
              <a:gd name="T44" fmla="*/ 1751 w 4456"/>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6" h="2727">
                <a:moveTo>
                  <a:pt x="1751" y="0"/>
                </a:moveTo>
                <a:lnTo>
                  <a:pt x="1751" y="0"/>
                </a:lnTo>
                <a:cubicBezTo>
                  <a:pt x="1751" y="112"/>
                  <a:pt x="1751" y="112"/>
                  <a:pt x="1751" y="112"/>
                </a:cubicBezTo>
                <a:cubicBezTo>
                  <a:pt x="1773" y="200"/>
                  <a:pt x="1773" y="200"/>
                  <a:pt x="1773" y="200"/>
                </a:cubicBezTo>
                <a:cubicBezTo>
                  <a:pt x="1795" y="244"/>
                  <a:pt x="1795" y="266"/>
                  <a:pt x="1840" y="333"/>
                </a:cubicBezTo>
                <a:cubicBezTo>
                  <a:pt x="1906" y="399"/>
                  <a:pt x="1929" y="488"/>
                  <a:pt x="1906" y="577"/>
                </a:cubicBezTo>
                <a:lnTo>
                  <a:pt x="1906" y="577"/>
                </a:lnTo>
                <a:cubicBezTo>
                  <a:pt x="1906" y="599"/>
                  <a:pt x="1906" y="599"/>
                  <a:pt x="1906" y="599"/>
                </a:cubicBezTo>
                <a:lnTo>
                  <a:pt x="1906" y="599"/>
                </a:lnTo>
                <a:cubicBezTo>
                  <a:pt x="1884" y="776"/>
                  <a:pt x="1707" y="931"/>
                  <a:pt x="1486" y="931"/>
                </a:cubicBezTo>
                <a:cubicBezTo>
                  <a:pt x="1264" y="931"/>
                  <a:pt x="1064" y="754"/>
                  <a:pt x="1064" y="554"/>
                </a:cubicBezTo>
                <a:lnTo>
                  <a:pt x="1064" y="554"/>
                </a:lnTo>
                <a:cubicBezTo>
                  <a:pt x="1064" y="466"/>
                  <a:pt x="1086" y="399"/>
                  <a:pt x="1131" y="333"/>
                </a:cubicBezTo>
                <a:cubicBezTo>
                  <a:pt x="1175" y="289"/>
                  <a:pt x="1197" y="244"/>
                  <a:pt x="1220" y="200"/>
                </a:cubicBezTo>
                <a:cubicBezTo>
                  <a:pt x="1242" y="112"/>
                  <a:pt x="1242" y="112"/>
                  <a:pt x="1242" y="112"/>
                </a:cubicBezTo>
                <a:lnTo>
                  <a:pt x="1242" y="112"/>
                </a:lnTo>
                <a:cubicBezTo>
                  <a:pt x="1242" y="0"/>
                  <a:pt x="1242" y="0"/>
                  <a:pt x="1242" y="0"/>
                </a:cubicBezTo>
                <a:cubicBezTo>
                  <a:pt x="0" y="0"/>
                  <a:pt x="0" y="0"/>
                  <a:pt x="0" y="0"/>
                </a:cubicBezTo>
                <a:cubicBezTo>
                  <a:pt x="311" y="532"/>
                  <a:pt x="710" y="1042"/>
                  <a:pt x="1220" y="1552"/>
                </a:cubicBezTo>
                <a:cubicBezTo>
                  <a:pt x="1397" y="1729"/>
                  <a:pt x="1419" y="2217"/>
                  <a:pt x="1374" y="2726"/>
                </a:cubicBezTo>
                <a:cubicBezTo>
                  <a:pt x="4455" y="2726"/>
                  <a:pt x="4455" y="2726"/>
                  <a:pt x="4455" y="2726"/>
                </a:cubicBezTo>
                <a:cubicBezTo>
                  <a:pt x="4455" y="0"/>
                  <a:pt x="4455" y="0"/>
                  <a:pt x="4455" y="0"/>
                </a:cubicBezTo>
                <a:lnTo>
                  <a:pt x="1751" y="0"/>
                </a:lnTo>
              </a:path>
            </a:pathLst>
          </a:custGeom>
          <a:solidFill>
            <a:schemeClr val="accent4"/>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1" name="Freeform 6"/>
          <p:cNvSpPr>
            <a:spLocks noChangeArrowheads="1"/>
          </p:cNvSpPr>
          <p:nvPr/>
        </p:nvSpPr>
        <p:spPr bwMode="auto">
          <a:xfrm>
            <a:off x="1181978" y="1371363"/>
            <a:ext cx="1763684" cy="605609"/>
          </a:xfrm>
          <a:custGeom>
            <a:avLst/>
            <a:gdLst>
              <a:gd name="T0" fmla="*/ 4965 w 7027"/>
              <a:gd name="T1" fmla="*/ 909 h 2418"/>
              <a:gd name="T2" fmla="*/ 4965 w 7027"/>
              <a:gd name="T3" fmla="*/ 909 h 2418"/>
              <a:gd name="T4" fmla="*/ 0 w 7027"/>
              <a:gd name="T5" fmla="*/ 842 h 2418"/>
              <a:gd name="T6" fmla="*/ 0 w 7027"/>
              <a:gd name="T7" fmla="*/ 2417 h 2418"/>
              <a:gd name="T8" fmla="*/ 3790 w 7027"/>
              <a:gd name="T9" fmla="*/ 2417 h 2418"/>
              <a:gd name="T10" fmla="*/ 3790 w 7027"/>
              <a:gd name="T11" fmla="*/ 2151 h 2418"/>
              <a:gd name="T12" fmla="*/ 3768 w 7027"/>
              <a:gd name="T13" fmla="*/ 2062 h 2418"/>
              <a:gd name="T14" fmla="*/ 3679 w 7027"/>
              <a:gd name="T15" fmla="*/ 1929 h 2418"/>
              <a:gd name="T16" fmla="*/ 3613 w 7027"/>
              <a:gd name="T17" fmla="*/ 1686 h 2418"/>
              <a:gd name="T18" fmla="*/ 3613 w 7027"/>
              <a:gd name="T19" fmla="*/ 1663 h 2418"/>
              <a:gd name="T20" fmla="*/ 3613 w 7027"/>
              <a:gd name="T21" fmla="*/ 1663 h 2418"/>
              <a:gd name="T22" fmla="*/ 4034 w 7027"/>
              <a:gd name="T23" fmla="*/ 1330 h 2418"/>
              <a:gd name="T24" fmla="*/ 4454 w 7027"/>
              <a:gd name="T25" fmla="*/ 1686 h 2418"/>
              <a:gd name="T26" fmla="*/ 4454 w 7027"/>
              <a:gd name="T27" fmla="*/ 1686 h 2418"/>
              <a:gd name="T28" fmla="*/ 4388 w 7027"/>
              <a:gd name="T29" fmla="*/ 1929 h 2418"/>
              <a:gd name="T30" fmla="*/ 4322 w 7027"/>
              <a:gd name="T31" fmla="*/ 2040 h 2418"/>
              <a:gd name="T32" fmla="*/ 4300 w 7027"/>
              <a:gd name="T33" fmla="*/ 2151 h 2418"/>
              <a:gd name="T34" fmla="*/ 4277 w 7027"/>
              <a:gd name="T35" fmla="*/ 2151 h 2418"/>
              <a:gd name="T36" fmla="*/ 4277 w 7027"/>
              <a:gd name="T37" fmla="*/ 2417 h 2418"/>
              <a:gd name="T38" fmla="*/ 7026 w 7027"/>
              <a:gd name="T39" fmla="*/ 2417 h 2418"/>
              <a:gd name="T40" fmla="*/ 4965 w 7027"/>
              <a:gd name="T41" fmla="*/ 909 h 2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27" h="2418">
                <a:moveTo>
                  <a:pt x="4965" y="909"/>
                </a:moveTo>
                <a:lnTo>
                  <a:pt x="4965" y="909"/>
                </a:lnTo>
                <a:cubicBezTo>
                  <a:pt x="2970" y="0"/>
                  <a:pt x="1286" y="200"/>
                  <a:pt x="0" y="842"/>
                </a:cubicBezTo>
                <a:cubicBezTo>
                  <a:pt x="0" y="2417"/>
                  <a:pt x="0" y="2417"/>
                  <a:pt x="0" y="2417"/>
                </a:cubicBezTo>
                <a:cubicBezTo>
                  <a:pt x="3790" y="2417"/>
                  <a:pt x="3790" y="2417"/>
                  <a:pt x="3790" y="2417"/>
                </a:cubicBezTo>
                <a:cubicBezTo>
                  <a:pt x="3790" y="2151"/>
                  <a:pt x="3790" y="2151"/>
                  <a:pt x="3790" y="2151"/>
                </a:cubicBezTo>
                <a:cubicBezTo>
                  <a:pt x="3768" y="2062"/>
                  <a:pt x="3768" y="2062"/>
                  <a:pt x="3768" y="2062"/>
                </a:cubicBezTo>
                <a:cubicBezTo>
                  <a:pt x="3745" y="1995"/>
                  <a:pt x="3723" y="1973"/>
                  <a:pt x="3679" y="1929"/>
                </a:cubicBezTo>
                <a:cubicBezTo>
                  <a:pt x="3635" y="1840"/>
                  <a:pt x="3613" y="1774"/>
                  <a:pt x="3613" y="1686"/>
                </a:cubicBezTo>
                <a:cubicBezTo>
                  <a:pt x="3613" y="1663"/>
                  <a:pt x="3613" y="1663"/>
                  <a:pt x="3613" y="1663"/>
                </a:cubicBezTo>
                <a:lnTo>
                  <a:pt x="3613" y="1663"/>
                </a:lnTo>
                <a:cubicBezTo>
                  <a:pt x="3635" y="1486"/>
                  <a:pt x="3812" y="1330"/>
                  <a:pt x="4034" y="1330"/>
                </a:cubicBezTo>
                <a:cubicBezTo>
                  <a:pt x="4277" y="1330"/>
                  <a:pt x="4454" y="1486"/>
                  <a:pt x="4454" y="1686"/>
                </a:cubicBezTo>
                <a:lnTo>
                  <a:pt x="4454" y="1686"/>
                </a:lnTo>
                <a:cubicBezTo>
                  <a:pt x="4454" y="1774"/>
                  <a:pt x="4432" y="1863"/>
                  <a:pt x="4388" y="1929"/>
                </a:cubicBezTo>
                <a:cubicBezTo>
                  <a:pt x="4343" y="1973"/>
                  <a:pt x="4322" y="1995"/>
                  <a:pt x="4322" y="2040"/>
                </a:cubicBezTo>
                <a:cubicBezTo>
                  <a:pt x="4300" y="2151"/>
                  <a:pt x="4300" y="2151"/>
                  <a:pt x="4300" y="2151"/>
                </a:cubicBezTo>
                <a:cubicBezTo>
                  <a:pt x="4277" y="2151"/>
                  <a:pt x="4277" y="2151"/>
                  <a:pt x="4277" y="2151"/>
                </a:cubicBezTo>
                <a:cubicBezTo>
                  <a:pt x="4277" y="2417"/>
                  <a:pt x="4277" y="2417"/>
                  <a:pt x="4277" y="2417"/>
                </a:cubicBezTo>
                <a:cubicBezTo>
                  <a:pt x="7026" y="2417"/>
                  <a:pt x="7026" y="2417"/>
                  <a:pt x="7026" y="2417"/>
                </a:cubicBezTo>
                <a:cubicBezTo>
                  <a:pt x="6560" y="1863"/>
                  <a:pt x="5896" y="1352"/>
                  <a:pt x="4965" y="909"/>
                </a:cubicBezTo>
              </a:path>
            </a:pathLst>
          </a:custGeom>
          <a:solidFill>
            <a:schemeClr val="accent1"/>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2" name="Freeform 7"/>
          <p:cNvSpPr>
            <a:spLocks noChangeArrowheads="1"/>
          </p:cNvSpPr>
          <p:nvPr/>
        </p:nvSpPr>
        <p:spPr bwMode="auto">
          <a:xfrm>
            <a:off x="1181978" y="2088793"/>
            <a:ext cx="1128182" cy="683109"/>
          </a:xfrm>
          <a:custGeom>
            <a:avLst/>
            <a:gdLst>
              <a:gd name="T0" fmla="*/ 0 w 4500"/>
              <a:gd name="T1" fmla="*/ 0 h 2727"/>
              <a:gd name="T2" fmla="*/ 0 w 4500"/>
              <a:gd name="T3" fmla="*/ 0 h 2727"/>
              <a:gd name="T4" fmla="*/ 0 w 4500"/>
              <a:gd name="T5" fmla="*/ 2726 h 2727"/>
              <a:gd name="T6" fmla="*/ 3479 w 4500"/>
              <a:gd name="T7" fmla="*/ 2726 h 2727"/>
              <a:gd name="T8" fmla="*/ 3479 w 4500"/>
              <a:gd name="T9" fmla="*/ 2460 h 2727"/>
              <a:gd name="T10" fmla="*/ 3457 w 4500"/>
              <a:gd name="T11" fmla="*/ 2371 h 2727"/>
              <a:gd name="T12" fmla="*/ 3391 w 4500"/>
              <a:gd name="T13" fmla="*/ 2238 h 2727"/>
              <a:gd name="T14" fmla="*/ 3324 w 4500"/>
              <a:gd name="T15" fmla="*/ 1972 h 2727"/>
              <a:gd name="T16" fmla="*/ 3324 w 4500"/>
              <a:gd name="T17" fmla="*/ 1972 h 2727"/>
              <a:gd name="T18" fmla="*/ 3324 w 4500"/>
              <a:gd name="T19" fmla="*/ 1972 h 2727"/>
              <a:gd name="T20" fmla="*/ 3324 w 4500"/>
              <a:gd name="T21" fmla="*/ 1972 h 2727"/>
              <a:gd name="T22" fmla="*/ 3745 w 4500"/>
              <a:gd name="T23" fmla="*/ 1640 h 2727"/>
              <a:gd name="T24" fmla="*/ 4166 w 4500"/>
              <a:gd name="T25" fmla="*/ 1994 h 2727"/>
              <a:gd name="T26" fmla="*/ 4166 w 4500"/>
              <a:gd name="T27" fmla="*/ 1994 h 2727"/>
              <a:gd name="T28" fmla="*/ 4100 w 4500"/>
              <a:gd name="T29" fmla="*/ 2238 h 2727"/>
              <a:gd name="T30" fmla="*/ 4011 w 4500"/>
              <a:gd name="T31" fmla="*/ 2349 h 2727"/>
              <a:gd name="T32" fmla="*/ 3989 w 4500"/>
              <a:gd name="T33" fmla="*/ 2460 h 2727"/>
              <a:gd name="T34" fmla="*/ 3989 w 4500"/>
              <a:gd name="T35" fmla="*/ 2460 h 2727"/>
              <a:gd name="T36" fmla="*/ 3989 w 4500"/>
              <a:gd name="T37" fmla="*/ 2726 h 2727"/>
              <a:gd name="T38" fmla="*/ 4499 w 4500"/>
              <a:gd name="T39" fmla="*/ 2726 h 2727"/>
              <a:gd name="T40" fmla="*/ 4499 w 4500"/>
              <a:gd name="T41" fmla="*/ 0 h 2727"/>
              <a:gd name="T42" fmla="*/ 0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0" y="0"/>
                </a:moveTo>
                <a:lnTo>
                  <a:pt x="0" y="0"/>
                </a:lnTo>
                <a:cubicBezTo>
                  <a:pt x="0" y="2726"/>
                  <a:pt x="0" y="2726"/>
                  <a:pt x="0" y="2726"/>
                </a:cubicBezTo>
                <a:cubicBezTo>
                  <a:pt x="3479" y="2726"/>
                  <a:pt x="3479" y="2726"/>
                  <a:pt x="3479" y="2726"/>
                </a:cubicBezTo>
                <a:cubicBezTo>
                  <a:pt x="3479" y="2460"/>
                  <a:pt x="3479" y="2460"/>
                  <a:pt x="3479" y="2460"/>
                </a:cubicBezTo>
                <a:cubicBezTo>
                  <a:pt x="3457" y="2371"/>
                  <a:pt x="3457" y="2371"/>
                  <a:pt x="3457" y="2371"/>
                </a:cubicBezTo>
                <a:cubicBezTo>
                  <a:pt x="3435" y="2305"/>
                  <a:pt x="3435" y="2282"/>
                  <a:pt x="3391" y="2238"/>
                </a:cubicBezTo>
                <a:cubicBezTo>
                  <a:pt x="3324" y="2149"/>
                  <a:pt x="3302" y="2083"/>
                  <a:pt x="3324" y="1972"/>
                </a:cubicBezTo>
                <a:lnTo>
                  <a:pt x="3324" y="1972"/>
                </a:lnTo>
                <a:lnTo>
                  <a:pt x="3324" y="1972"/>
                </a:lnTo>
                <a:lnTo>
                  <a:pt x="3324" y="1972"/>
                </a:lnTo>
                <a:cubicBezTo>
                  <a:pt x="3347" y="1795"/>
                  <a:pt x="3524" y="1640"/>
                  <a:pt x="3745" y="1640"/>
                </a:cubicBezTo>
                <a:cubicBezTo>
                  <a:pt x="3967" y="1640"/>
                  <a:pt x="4166" y="1795"/>
                  <a:pt x="4166" y="1994"/>
                </a:cubicBezTo>
                <a:lnTo>
                  <a:pt x="4166" y="1994"/>
                </a:lnTo>
                <a:cubicBezTo>
                  <a:pt x="4166" y="2083"/>
                  <a:pt x="4144" y="2171"/>
                  <a:pt x="4100" y="2238"/>
                </a:cubicBezTo>
                <a:cubicBezTo>
                  <a:pt x="4056" y="2282"/>
                  <a:pt x="4034" y="2305"/>
                  <a:pt x="4011" y="2349"/>
                </a:cubicBezTo>
                <a:cubicBezTo>
                  <a:pt x="3989" y="2460"/>
                  <a:pt x="3989" y="2460"/>
                  <a:pt x="3989" y="2460"/>
                </a:cubicBezTo>
                <a:lnTo>
                  <a:pt x="3989" y="2460"/>
                </a:lnTo>
                <a:cubicBezTo>
                  <a:pt x="3989" y="2726"/>
                  <a:pt x="3989" y="2726"/>
                  <a:pt x="3989" y="2726"/>
                </a:cubicBezTo>
                <a:cubicBezTo>
                  <a:pt x="4499" y="2726"/>
                  <a:pt x="4499" y="2726"/>
                  <a:pt x="4499" y="2726"/>
                </a:cubicBezTo>
                <a:cubicBezTo>
                  <a:pt x="4499" y="0"/>
                  <a:pt x="4499" y="0"/>
                  <a:pt x="4499" y="0"/>
                </a:cubicBezTo>
                <a:lnTo>
                  <a:pt x="0" y="0"/>
                </a:lnTo>
              </a:path>
            </a:pathLst>
          </a:custGeom>
          <a:solidFill>
            <a:schemeClr val="accent2"/>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3" name="Freeform 8"/>
          <p:cNvSpPr>
            <a:spLocks noChangeArrowheads="1"/>
          </p:cNvSpPr>
          <p:nvPr/>
        </p:nvSpPr>
        <p:spPr bwMode="auto">
          <a:xfrm>
            <a:off x="1788694" y="3680869"/>
            <a:ext cx="1651862" cy="683109"/>
          </a:xfrm>
          <a:custGeom>
            <a:avLst/>
            <a:gdLst>
              <a:gd name="T0" fmla="*/ 6582 w 6583"/>
              <a:gd name="T1" fmla="*/ 0 h 2727"/>
              <a:gd name="T2" fmla="*/ 6582 w 6583"/>
              <a:gd name="T3" fmla="*/ 0 h 2727"/>
              <a:gd name="T4" fmla="*/ 0 w 6583"/>
              <a:gd name="T5" fmla="*/ 0 h 2727"/>
              <a:gd name="T6" fmla="*/ 0 w 6583"/>
              <a:gd name="T7" fmla="*/ 2726 h 2727"/>
              <a:gd name="T8" fmla="*/ 4832 w 6583"/>
              <a:gd name="T9" fmla="*/ 2726 h 2727"/>
              <a:gd name="T10" fmla="*/ 4832 w 6583"/>
              <a:gd name="T11" fmla="*/ 2726 h 2727"/>
              <a:gd name="T12" fmla="*/ 5098 w 6583"/>
              <a:gd name="T13" fmla="*/ 2726 h 2727"/>
              <a:gd name="T14" fmla="*/ 5098 w 6583"/>
              <a:gd name="T15" fmla="*/ 2305 h 2727"/>
              <a:gd name="T16" fmla="*/ 5452 w 6583"/>
              <a:gd name="T17" fmla="*/ 1995 h 2727"/>
              <a:gd name="T18" fmla="*/ 5342 w 6583"/>
              <a:gd name="T19" fmla="*/ 1662 h 2727"/>
              <a:gd name="T20" fmla="*/ 5541 w 6583"/>
              <a:gd name="T21" fmla="*/ 1264 h 2727"/>
              <a:gd name="T22" fmla="*/ 5407 w 6583"/>
              <a:gd name="T23" fmla="*/ 864 h 2727"/>
              <a:gd name="T24" fmla="*/ 5519 w 6583"/>
              <a:gd name="T25" fmla="*/ 532 h 2727"/>
              <a:gd name="T26" fmla="*/ 5585 w 6583"/>
              <a:gd name="T27" fmla="*/ 399 h 2727"/>
              <a:gd name="T28" fmla="*/ 6582 w 6583"/>
              <a:gd name="T29"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83" h="2727">
                <a:moveTo>
                  <a:pt x="6582" y="0"/>
                </a:moveTo>
                <a:lnTo>
                  <a:pt x="6582" y="0"/>
                </a:lnTo>
                <a:cubicBezTo>
                  <a:pt x="0" y="0"/>
                  <a:pt x="0" y="0"/>
                  <a:pt x="0" y="0"/>
                </a:cubicBezTo>
                <a:cubicBezTo>
                  <a:pt x="0" y="2726"/>
                  <a:pt x="0" y="2726"/>
                  <a:pt x="0" y="2726"/>
                </a:cubicBezTo>
                <a:cubicBezTo>
                  <a:pt x="4832" y="2726"/>
                  <a:pt x="4832" y="2726"/>
                  <a:pt x="4832" y="2726"/>
                </a:cubicBezTo>
                <a:lnTo>
                  <a:pt x="4832" y="2726"/>
                </a:lnTo>
                <a:cubicBezTo>
                  <a:pt x="5098" y="2726"/>
                  <a:pt x="5098" y="2726"/>
                  <a:pt x="5098" y="2726"/>
                </a:cubicBezTo>
                <a:cubicBezTo>
                  <a:pt x="5098" y="2305"/>
                  <a:pt x="5098" y="2305"/>
                  <a:pt x="5098" y="2305"/>
                </a:cubicBezTo>
                <a:cubicBezTo>
                  <a:pt x="5098" y="2305"/>
                  <a:pt x="5385" y="2106"/>
                  <a:pt x="5452" y="1995"/>
                </a:cubicBezTo>
                <a:cubicBezTo>
                  <a:pt x="5541" y="1751"/>
                  <a:pt x="5342" y="1662"/>
                  <a:pt x="5342" y="1662"/>
                </a:cubicBezTo>
                <a:cubicBezTo>
                  <a:pt x="5342" y="1662"/>
                  <a:pt x="5651" y="1463"/>
                  <a:pt x="5541" y="1264"/>
                </a:cubicBezTo>
                <a:cubicBezTo>
                  <a:pt x="5496" y="1175"/>
                  <a:pt x="5407" y="864"/>
                  <a:pt x="5407" y="864"/>
                </a:cubicBezTo>
                <a:cubicBezTo>
                  <a:pt x="5519" y="532"/>
                  <a:pt x="5519" y="532"/>
                  <a:pt x="5519" y="532"/>
                </a:cubicBezTo>
                <a:cubicBezTo>
                  <a:pt x="5585" y="399"/>
                  <a:pt x="5585" y="399"/>
                  <a:pt x="5585" y="399"/>
                </a:cubicBezTo>
                <a:lnTo>
                  <a:pt x="6582" y="0"/>
                </a:lnTo>
              </a:path>
            </a:pathLst>
          </a:custGeom>
          <a:solidFill>
            <a:schemeClr val="accent4"/>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4" name="Freeform 9"/>
          <p:cNvSpPr>
            <a:spLocks noChangeArrowheads="1"/>
          </p:cNvSpPr>
          <p:nvPr/>
        </p:nvSpPr>
        <p:spPr bwMode="auto">
          <a:xfrm>
            <a:off x="341654" y="2884831"/>
            <a:ext cx="722966" cy="683109"/>
          </a:xfrm>
          <a:custGeom>
            <a:avLst/>
            <a:gdLst>
              <a:gd name="T0" fmla="*/ 2881 w 2882"/>
              <a:gd name="T1" fmla="*/ 0 h 2727"/>
              <a:gd name="T2" fmla="*/ 2881 w 2882"/>
              <a:gd name="T3" fmla="*/ 0 h 2727"/>
              <a:gd name="T4" fmla="*/ 22 w 2882"/>
              <a:gd name="T5" fmla="*/ 0 h 2727"/>
              <a:gd name="T6" fmla="*/ 598 w 2882"/>
              <a:gd name="T7" fmla="*/ 2726 h 2727"/>
              <a:gd name="T8" fmla="*/ 2881 w 2882"/>
              <a:gd name="T9" fmla="*/ 2726 h 2727"/>
              <a:gd name="T10" fmla="*/ 2881 w 2882"/>
              <a:gd name="T11" fmla="*/ 0 h 2727"/>
            </a:gdLst>
            <a:ahLst/>
            <a:cxnLst>
              <a:cxn ang="0">
                <a:pos x="T0" y="T1"/>
              </a:cxn>
              <a:cxn ang="0">
                <a:pos x="T2" y="T3"/>
              </a:cxn>
              <a:cxn ang="0">
                <a:pos x="T4" y="T5"/>
              </a:cxn>
              <a:cxn ang="0">
                <a:pos x="T6" y="T7"/>
              </a:cxn>
              <a:cxn ang="0">
                <a:pos x="T8" y="T9"/>
              </a:cxn>
              <a:cxn ang="0">
                <a:pos x="T10" y="T11"/>
              </a:cxn>
            </a:cxnLst>
            <a:rect l="0" t="0" r="r" b="b"/>
            <a:pathLst>
              <a:path w="2882" h="2727">
                <a:moveTo>
                  <a:pt x="2881" y="0"/>
                </a:moveTo>
                <a:lnTo>
                  <a:pt x="2881" y="0"/>
                </a:lnTo>
                <a:cubicBezTo>
                  <a:pt x="22" y="0"/>
                  <a:pt x="22" y="0"/>
                  <a:pt x="22" y="0"/>
                </a:cubicBezTo>
                <a:cubicBezTo>
                  <a:pt x="0" y="864"/>
                  <a:pt x="133" y="1773"/>
                  <a:pt x="598" y="2726"/>
                </a:cubicBezTo>
                <a:cubicBezTo>
                  <a:pt x="2881" y="2726"/>
                  <a:pt x="2881" y="2726"/>
                  <a:pt x="2881" y="2726"/>
                </a:cubicBezTo>
                <a:lnTo>
                  <a:pt x="2881" y="0"/>
                </a:lnTo>
              </a:path>
            </a:pathLst>
          </a:custGeom>
          <a:solidFill>
            <a:schemeClr val="accent3"/>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5" name="Freeform 11"/>
          <p:cNvSpPr>
            <a:spLocks noChangeArrowheads="1"/>
          </p:cNvSpPr>
          <p:nvPr/>
        </p:nvSpPr>
        <p:spPr bwMode="auto">
          <a:xfrm>
            <a:off x="697048" y="1649257"/>
            <a:ext cx="366465" cy="327715"/>
          </a:xfrm>
          <a:custGeom>
            <a:avLst/>
            <a:gdLst>
              <a:gd name="T0" fmla="*/ 1462 w 1463"/>
              <a:gd name="T1" fmla="*/ 1309 h 1310"/>
              <a:gd name="T2" fmla="*/ 1462 w 1463"/>
              <a:gd name="T3" fmla="*/ 1309 h 1310"/>
              <a:gd name="T4" fmla="*/ 1462 w 1463"/>
              <a:gd name="T5" fmla="*/ 0 h 1310"/>
              <a:gd name="T6" fmla="*/ 0 w 1463"/>
              <a:gd name="T7" fmla="*/ 1309 h 1310"/>
              <a:gd name="T8" fmla="*/ 1462 w 1463"/>
              <a:gd name="T9" fmla="*/ 1309 h 1310"/>
            </a:gdLst>
            <a:ahLst/>
            <a:cxnLst>
              <a:cxn ang="0">
                <a:pos x="T0" y="T1"/>
              </a:cxn>
              <a:cxn ang="0">
                <a:pos x="T2" y="T3"/>
              </a:cxn>
              <a:cxn ang="0">
                <a:pos x="T4" y="T5"/>
              </a:cxn>
              <a:cxn ang="0">
                <a:pos x="T6" y="T7"/>
              </a:cxn>
              <a:cxn ang="0">
                <a:pos x="T8" y="T9"/>
              </a:cxn>
            </a:cxnLst>
            <a:rect l="0" t="0" r="r" b="b"/>
            <a:pathLst>
              <a:path w="1463" h="1310">
                <a:moveTo>
                  <a:pt x="1462" y="1309"/>
                </a:moveTo>
                <a:lnTo>
                  <a:pt x="1462" y="1309"/>
                </a:lnTo>
                <a:cubicBezTo>
                  <a:pt x="1462" y="0"/>
                  <a:pt x="1462" y="0"/>
                  <a:pt x="1462" y="0"/>
                </a:cubicBezTo>
                <a:cubicBezTo>
                  <a:pt x="886" y="378"/>
                  <a:pt x="377" y="821"/>
                  <a:pt x="0" y="1309"/>
                </a:cubicBezTo>
                <a:lnTo>
                  <a:pt x="1462" y="1309"/>
                </a:lnTo>
              </a:path>
            </a:pathLst>
          </a:custGeom>
          <a:solidFill>
            <a:schemeClr val="accent1"/>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6" name="Freeform 13"/>
          <p:cNvSpPr>
            <a:spLocks noChangeArrowheads="1"/>
          </p:cNvSpPr>
          <p:nvPr/>
        </p:nvSpPr>
        <p:spPr bwMode="auto">
          <a:xfrm>
            <a:off x="358261" y="5021622"/>
            <a:ext cx="2336078" cy="822609"/>
          </a:xfrm>
          <a:custGeom>
            <a:avLst/>
            <a:gdLst>
              <a:gd name="T0" fmla="*/ 0 w 9309"/>
              <a:gd name="T1" fmla="*/ 3279 h 3280"/>
              <a:gd name="T2" fmla="*/ 1219 w 9309"/>
              <a:gd name="T3" fmla="*/ 0 h 3280"/>
              <a:gd name="T4" fmla="*/ 7779 w 9309"/>
              <a:gd name="T5" fmla="*/ 1396 h 3280"/>
              <a:gd name="T6" fmla="*/ 7779 w 9309"/>
              <a:gd name="T7" fmla="*/ 1174 h 3280"/>
              <a:gd name="T8" fmla="*/ 9308 w 9309"/>
              <a:gd name="T9" fmla="*/ 3279 h 3280"/>
              <a:gd name="T10" fmla="*/ 0 w 9309"/>
              <a:gd name="T11" fmla="*/ 3279 h 3280"/>
            </a:gdLst>
            <a:ahLst/>
            <a:cxnLst>
              <a:cxn ang="0">
                <a:pos x="T0" y="T1"/>
              </a:cxn>
              <a:cxn ang="0">
                <a:pos x="T2" y="T3"/>
              </a:cxn>
              <a:cxn ang="0">
                <a:pos x="T4" y="T5"/>
              </a:cxn>
              <a:cxn ang="0">
                <a:pos x="T6" y="T7"/>
              </a:cxn>
              <a:cxn ang="0">
                <a:pos x="T8" y="T9"/>
              </a:cxn>
              <a:cxn ang="0">
                <a:pos x="T10" y="T11"/>
              </a:cxn>
            </a:cxnLst>
            <a:rect l="0" t="0" r="r" b="b"/>
            <a:pathLst>
              <a:path w="9309" h="3280">
                <a:moveTo>
                  <a:pt x="0" y="3279"/>
                </a:moveTo>
                <a:lnTo>
                  <a:pt x="1219" y="0"/>
                </a:lnTo>
                <a:lnTo>
                  <a:pt x="7779" y="1396"/>
                </a:lnTo>
                <a:lnTo>
                  <a:pt x="7779" y="1174"/>
                </a:lnTo>
                <a:lnTo>
                  <a:pt x="9308" y="3279"/>
                </a:lnTo>
                <a:lnTo>
                  <a:pt x="0" y="3279"/>
                </a:lnTo>
              </a:path>
            </a:pathLst>
          </a:custGeom>
          <a:solidFill>
            <a:schemeClr val="bg1">
              <a:lumMod val="50000"/>
            </a:schemeClr>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7" name="Freeform 14"/>
          <p:cNvSpPr>
            <a:spLocks noChangeArrowheads="1"/>
          </p:cNvSpPr>
          <p:nvPr/>
        </p:nvSpPr>
        <p:spPr bwMode="auto">
          <a:xfrm>
            <a:off x="663834" y="4609764"/>
            <a:ext cx="1646326" cy="761716"/>
          </a:xfrm>
          <a:custGeom>
            <a:avLst/>
            <a:gdLst>
              <a:gd name="T0" fmla="*/ 6560 w 6561"/>
              <a:gd name="T1" fmla="*/ 3037 h 3038"/>
              <a:gd name="T2" fmla="*/ 0 w 6561"/>
              <a:gd name="T3" fmla="*/ 1641 h 3038"/>
              <a:gd name="T4" fmla="*/ 554 w 6561"/>
              <a:gd name="T5" fmla="*/ 0 h 3038"/>
              <a:gd name="T6" fmla="*/ 6560 w 6561"/>
              <a:gd name="T7" fmla="*/ 1419 h 3038"/>
              <a:gd name="T8" fmla="*/ 6560 w 6561"/>
              <a:gd name="T9" fmla="*/ 3037 h 3038"/>
            </a:gdLst>
            <a:ahLst/>
            <a:cxnLst>
              <a:cxn ang="0">
                <a:pos x="T0" y="T1"/>
              </a:cxn>
              <a:cxn ang="0">
                <a:pos x="T2" y="T3"/>
              </a:cxn>
              <a:cxn ang="0">
                <a:pos x="T4" y="T5"/>
              </a:cxn>
              <a:cxn ang="0">
                <a:pos x="T6" y="T7"/>
              </a:cxn>
              <a:cxn ang="0">
                <a:pos x="T8" y="T9"/>
              </a:cxn>
            </a:cxnLst>
            <a:rect l="0" t="0" r="r" b="b"/>
            <a:pathLst>
              <a:path w="6561" h="3038">
                <a:moveTo>
                  <a:pt x="6560" y="3037"/>
                </a:moveTo>
                <a:lnTo>
                  <a:pt x="0" y="1641"/>
                </a:lnTo>
                <a:lnTo>
                  <a:pt x="554" y="0"/>
                </a:lnTo>
                <a:lnTo>
                  <a:pt x="6560" y="1419"/>
                </a:lnTo>
                <a:lnTo>
                  <a:pt x="6560" y="3037"/>
                </a:lnTo>
              </a:path>
            </a:pathLst>
          </a:custGeom>
          <a:solidFill>
            <a:schemeClr val="bg1">
              <a:lumMod val="85000"/>
            </a:schemeClr>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8" name="Freeform 15"/>
          <p:cNvSpPr>
            <a:spLocks noChangeArrowheads="1"/>
          </p:cNvSpPr>
          <p:nvPr/>
        </p:nvSpPr>
        <p:spPr bwMode="auto">
          <a:xfrm>
            <a:off x="2428624" y="2884831"/>
            <a:ext cx="984253" cy="683109"/>
          </a:xfrm>
          <a:custGeom>
            <a:avLst/>
            <a:gdLst>
              <a:gd name="T0" fmla="*/ 1927 w 3923"/>
              <a:gd name="T1" fmla="*/ 2459 h 2727"/>
              <a:gd name="T2" fmla="*/ 1927 w 3923"/>
              <a:gd name="T3" fmla="*/ 2459 h 2727"/>
              <a:gd name="T4" fmla="*/ 1839 w 3923"/>
              <a:gd name="T5" fmla="*/ 2305 h 2727"/>
              <a:gd name="T6" fmla="*/ 1772 w 3923"/>
              <a:gd name="T7" fmla="*/ 2061 h 2727"/>
              <a:gd name="T8" fmla="*/ 1772 w 3923"/>
              <a:gd name="T9" fmla="*/ 2061 h 2727"/>
              <a:gd name="T10" fmla="*/ 1772 w 3923"/>
              <a:gd name="T11" fmla="*/ 2039 h 2727"/>
              <a:gd name="T12" fmla="*/ 1772 w 3923"/>
              <a:gd name="T13" fmla="*/ 2039 h 2727"/>
              <a:gd name="T14" fmla="*/ 2194 w 3923"/>
              <a:gd name="T15" fmla="*/ 1707 h 2727"/>
              <a:gd name="T16" fmla="*/ 2615 w 3923"/>
              <a:gd name="T17" fmla="*/ 2083 h 2727"/>
              <a:gd name="T18" fmla="*/ 2615 w 3923"/>
              <a:gd name="T19" fmla="*/ 2083 h 2727"/>
              <a:gd name="T20" fmla="*/ 2549 w 3923"/>
              <a:gd name="T21" fmla="*/ 2305 h 2727"/>
              <a:gd name="T22" fmla="*/ 2482 w 3923"/>
              <a:gd name="T23" fmla="*/ 2437 h 2727"/>
              <a:gd name="T24" fmla="*/ 2460 w 3923"/>
              <a:gd name="T25" fmla="*/ 2526 h 2727"/>
              <a:gd name="T26" fmla="*/ 2438 w 3923"/>
              <a:gd name="T27" fmla="*/ 2526 h 2727"/>
              <a:gd name="T28" fmla="*/ 2438 w 3923"/>
              <a:gd name="T29" fmla="*/ 2726 h 2727"/>
              <a:gd name="T30" fmla="*/ 3922 w 3923"/>
              <a:gd name="T31" fmla="*/ 2726 h 2727"/>
              <a:gd name="T32" fmla="*/ 2925 w 3923"/>
              <a:gd name="T33" fmla="*/ 443 h 2727"/>
              <a:gd name="T34" fmla="*/ 3014 w 3923"/>
              <a:gd name="T35" fmla="*/ 0 h 2727"/>
              <a:gd name="T36" fmla="*/ 0 w 3923"/>
              <a:gd name="T37" fmla="*/ 0 h 2727"/>
              <a:gd name="T38" fmla="*/ 0 w 3923"/>
              <a:gd name="T39" fmla="*/ 466 h 2727"/>
              <a:gd name="T40" fmla="*/ 177 w 3923"/>
              <a:gd name="T41" fmla="*/ 466 h 2727"/>
              <a:gd name="T42" fmla="*/ 266 w 3923"/>
              <a:gd name="T43" fmla="*/ 443 h 2727"/>
              <a:gd name="T44" fmla="*/ 399 w 3923"/>
              <a:gd name="T45" fmla="*/ 354 h 2727"/>
              <a:gd name="T46" fmla="*/ 642 w 3923"/>
              <a:gd name="T47" fmla="*/ 288 h 2727"/>
              <a:gd name="T48" fmla="*/ 665 w 3923"/>
              <a:gd name="T49" fmla="*/ 288 h 2727"/>
              <a:gd name="T50" fmla="*/ 665 w 3923"/>
              <a:gd name="T51" fmla="*/ 288 h 2727"/>
              <a:gd name="T52" fmla="*/ 665 w 3923"/>
              <a:gd name="T53" fmla="*/ 288 h 2727"/>
              <a:gd name="T54" fmla="*/ 996 w 3923"/>
              <a:gd name="T55" fmla="*/ 710 h 2727"/>
              <a:gd name="T56" fmla="*/ 620 w 3923"/>
              <a:gd name="T57" fmla="*/ 1130 h 2727"/>
              <a:gd name="T58" fmla="*/ 620 w 3923"/>
              <a:gd name="T59" fmla="*/ 1130 h 2727"/>
              <a:gd name="T60" fmla="*/ 399 w 3923"/>
              <a:gd name="T61" fmla="*/ 1064 h 2727"/>
              <a:gd name="T62" fmla="*/ 266 w 3923"/>
              <a:gd name="T63" fmla="*/ 998 h 2727"/>
              <a:gd name="T64" fmla="*/ 177 w 3923"/>
              <a:gd name="T65" fmla="*/ 976 h 2727"/>
              <a:gd name="T66" fmla="*/ 177 w 3923"/>
              <a:gd name="T67" fmla="*/ 953 h 2727"/>
              <a:gd name="T68" fmla="*/ 0 w 3923"/>
              <a:gd name="T69" fmla="*/ 953 h 2727"/>
              <a:gd name="T70" fmla="*/ 0 w 3923"/>
              <a:gd name="T71" fmla="*/ 2726 h 2727"/>
              <a:gd name="T72" fmla="*/ 1949 w 3923"/>
              <a:gd name="T73" fmla="*/ 2726 h 2727"/>
              <a:gd name="T74" fmla="*/ 1949 w 3923"/>
              <a:gd name="T75" fmla="*/ 2526 h 2727"/>
              <a:gd name="T76" fmla="*/ 1927 w 3923"/>
              <a:gd name="T77" fmla="*/ 2459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23" h="2727">
                <a:moveTo>
                  <a:pt x="1927" y="2459"/>
                </a:moveTo>
                <a:lnTo>
                  <a:pt x="1927" y="2459"/>
                </a:lnTo>
                <a:cubicBezTo>
                  <a:pt x="1905" y="2394"/>
                  <a:pt x="1883" y="2371"/>
                  <a:pt x="1839" y="2305"/>
                </a:cubicBezTo>
                <a:cubicBezTo>
                  <a:pt x="1794" y="2238"/>
                  <a:pt x="1772" y="2150"/>
                  <a:pt x="1772" y="2061"/>
                </a:cubicBezTo>
                <a:lnTo>
                  <a:pt x="1772" y="2061"/>
                </a:lnTo>
                <a:cubicBezTo>
                  <a:pt x="1772" y="2039"/>
                  <a:pt x="1772" y="2039"/>
                  <a:pt x="1772" y="2039"/>
                </a:cubicBezTo>
                <a:lnTo>
                  <a:pt x="1772" y="2039"/>
                </a:lnTo>
                <a:cubicBezTo>
                  <a:pt x="1794" y="1862"/>
                  <a:pt x="1972" y="1707"/>
                  <a:pt x="2194" y="1707"/>
                </a:cubicBezTo>
                <a:cubicBezTo>
                  <a:pt x="2438" y="1707"/>
                  <a:pt x="2615" y="1884"/>
                  <a:pt x="2615" y="2083"/>
                </a:cubicBezTo>
                <a:lnTo>
                  <a:pt x="2615" y="2083"/>
                </a:lnTo>
                <a:cubicBezTo>
                  <a:pt x="2615" y="2172"/>
                  <a:pt x="2592" y="2238"/>
                  <a:pt x="2549" y="2305"/>
                </a:cubicBezTo>
                <a:cubicBezTo>
                  <a:pt x="2504" y="2349"/>
                  <a:pt x="2482" y="2394"/>
                  <a:pt x="2482" y="2437"/>
                </a:cubicBezTo>
                <a:cubicBezTo>
                  <a:pt x="2460" y="2526"/>
                  <a:pt x="2460" y="2526"/>
                  <a:pt x="2460" y="2526"/>
                </a:cubicBezTo>
                <a:cubicBezTo>
                  <a:pt x="2438" y="2526"/>
                  <a:pt x="2438" y="2526"/>
                  <a:pt x="2438" y="2526"/>
                </a:cubicBezTo>
                <a:cubicBezTo>
                  <a:pt x="2438" y="2726"/>
                  <a:pt x="2438" y="2726"/>
                  <a:pt x="2438" y="2726"/>
                </a:cubicBezTo>
                <a:cubicBezTo>
                  <a:pt x="3922" y="2726"/>
                  <a:pt x="3922" y="2726"/>
                  <a:pt x="3922" y="2726"/>
                </a:cubicBezTo>
                <a:cubicBezTo>
                  <a:pt x="3922" y="2726"/>
                  <a:pt x="2947" y="1064"/>
                  <a:pt x="2925" y="443"/>
                </a:cubicBezTo>
                <a:cubicBezTo>
                  <a:pt x="2925" y="332"/>
                  <a:pt x="2970" y="288"/>
                  <a:pt x="3014" y="0"/>
                </a:cubicBezTo>
                <a:cubicBezTo>
                  <a:pt x="0" y="0"/>
                  <a:pt x="0" y="0"/>
                  <a:pt x="0" y="0"/>
                </a:cubicBezTo>
                <a:cubicBezTo>
                  <a:pt x="0" y="466"/>
                  <a:pt x="0" y="466"/>
                  <a:pt x="0" y="466"/>
                </a:cubicBezTo>
                <a:cubicBezTo>
                  <a:pt x="177" y="466"/>
                  <a:pt x="177" y="466"/>
                  <a:pt x="177" y="466"/>
                </a:cubicBezTo>
                <a:cubicBezTo>
                  <a:pt x="266" y="443"/>
                  <a:pt x="266" y="443"/>
                  <a:pt x="266" y="443"/>
                </a:cubicBezTo>
                <a:cubicBezTo>
                  <a:pt x="310" y="421"/>
                  <a:pt x="332" y="399"/>
                  <a:pt x="399" y="354"/>
                </a:cubicBezTo>
                <a:cubicBezTo>
                  <a:pt x="465" y="311"/>
                  <a:pt x="553" y="288"/>
                  <a:pt x="642" y="288"/>
                </a:cubicBezTo>
                <a:cubicBezTo>
                  <a:pt x="665" y="288"/>
                  <a:pt x="665" y="288"/>
                  <a:pt x="665" y="288"/>
                </a:cubicBezTo>
                <a:lnTo>
                  <a:pt x="665" y="288"/>
                </a:lnTo>
                <a:lnTo>
                  <a:pt x="665" y="288"/>
                </a:lnTo>
                <a:cubicBezTo>
                  <a:pt x="842" y="311"/>
                  <a:pt x="996" y="488"/>
                  <a:pt x="996" y="710"/>
                </a:cubicBezTo>
                <a:cubicBezTo>
                  <a:pt x="996" y="953"/>
                  <a:pt x="819" y="1130"/>
                  <a:pt x="620" y="1130"/>
                </a:cubicBezTo>
                <a:lnTo>
                  <a:pt x="620" y="1130"/>
                </a:lnTo>
                <a:cubicBezTo>
                  <a:pt x="553" y="1130"/>
                  <a:pt x="465" y="1108"/>
                  <a:pt x="399" y="1064"/>
                </a:cubicBezTo>
                <a:cubicBezTo>
                  <a:pt x="354" y="1020"/>
                  <a:pt x="332" y="998"/>
                  <a:pt x="266" y="998"/>
                </a:cubicBezTo>
                <a:cubicBezTo>
                  <a:pt x="177" y="976"/>
                  <a:pt x="177" y="976"/>
                  <a:pt x="177" y="976"/>
                </a:cubicBezTo>
                <a:cubicBezTo>
                  <a:pt x="177" y="953"/>
                  <a:pt x="177" y="953"/>
                  <a:pt x="177" y="953"/>
                </a:cubicBezTo>
                <a:cubicBezTo>
                  <a:pt x="0" y="953"/>
                  <a:pt x="0" y="953"/>
                  <a:pt x="0" y="953"/>
                </a:cubicBezTo>
                <a:cubicBezTo>
                  <a:pt x="0" y="2726"/>
                  <a:pt x="0" y="2726"/>
                  <a:pt x="0" y="2726"/>
                </a:cubicBezTo>
                <a:cubicBezTo>
                  <a:pt x="1949" y="2726"/>
                  <a:pt x="1949" y="2726"/>
                  <a:pt x="1949" y="2726"/>
                </a:cubicBezTo>
                <a:cubicBezTo>
                  <a:pt x="1949" y="2526"/>
                  <a:pt x="1949" y="2526"/>
                  <a:pt x="1949" y="2526"/>
                </a:cubicBezTo>
                <a:lnTo>
                  <a:pt x="1927" y="2459"/>
                </a:lnTo>
              </a:path>
            </a:pathLst>
          </a:custGeom>
          <a:solidFill>
            <a:schemeClr val="accent3"/>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19" name="Freeform 16"/>
          <p:cNvSpPr>
            <a:spLocks noChangeArrowheads="1"/>
          </p:cNvSpPr>
          <p:nvPr/>
        </p:nvSpPr>
        <p:spPr bwMode="auto">
          <a:xfrm>
            <a:off x="358261" y="2088793"/>
            <a:ext cx="705252" cy="683109"/>
          </a:xfrm>
          <a:custGeom>
            <a:avLst/>
            <a:gdLst>
              <a:gd name="T0" fmla="*/ 2814 w 2815"/>
              <a:gd name="T1" fmla="*/ 0 h 2727"/>
              <a:gd name="T2" fmla="*/ 2814 w 2815"/>
              <a:gd name="T3" fmla="*/ 0 h 2727"/>
              <a:gd name="T4" fmla="*/ 997 w 2815"/>
              <a:gd name="T5" fmla="*/ 0 h 2727"/>
              <a:gd name="T6" fmla="*/ 620 w 2815"/>
              <a:gd name="T7" fmla="*/ 642 h 2727"/>
              <a:gd name="T8" fmla="*/ 0 w 2815"/>
              <a:gd name="T9" fmla="*/ 2726 h 2727"/>
              <a:gd name="T10" fmla="*/ 1706 w 2815"/>
              <a:gd name="T11" fmla="*/ 2726 h 2727"/>
              <a:gd name="T12" fmla="*/ 1706 w 2815"/>
              <a:gd name="T13" fmla="*/ 2460 h 2727"/>
              <a:gd name="T14" fmla="*/ 1684 w 2815"/>
              <a:gd name="T15" fmla="*/ 2371 h 2727"/>
              <a:gd name="T16" fmla="*/ 1596 w 2815"/>
              <a:gd name="T17" fmla="*/ 2238 h 2727"/>
              <a:gd name="T18" fmla="*/ 1529 w 2815"/>
              <a:gd name="T19" fmla="*/ 1994 h 2727"/>
              <a:gd name="T20" fmla="*/ 1529 w 2815"/>
              <a:gd name="T21" fmla="*/ 1972 h 2727"/>
              <a:gd name="T22" fmla="*/ 1529 w 2815"/>
              <a:gd name="T23" fmla="*/ 1972 h 2727"/>
              <a:gd name="T24" fmla="*/ 1529 w 2815"/>
              <a:gd name="T25" fmla="*/ 1972 h 2727"/>
              <a:gd name="T26" fmla="*/ 1950 w 2815"/>
              <a:gd name="T27" fmla="*/ 1640 h 2727"/>
              <a:gd name="T28" fmla="*/ 2371 w 2815"/>
              <a:gd name="T29" fmla="*/ 2017 h 2727"/>
              <a:gd name="T30" fmla="*/ 2371 w 2815"/>
              <a:gd name="T31" fmla="*/ 2017 h 2727"/>
              <a:gd name="T32" fmla="*/ 2305 w 2815"/>
              <a:gd name="T33" fmla="*/ 2238 h 2727"/>
              <a:gd name="T34" fmla="*/ 2238 w 2815"/>
              <a:gd name="T35" fmla="*/ 2371 h 2727"/>
              <a:gd name="T36" fmla="*/ 2216 w 2815"/>
              <a:gd name="T37" fmla="*/ 2460 h 2727"/>
              <a:gd name="T38" fmla="*/ 2216 w 2815"/>
              <a:gd name="T39" fmla="*/ 2460 h 2727"/>
              <a:gd name="T40" fmla="*/ 2216 w 2815"/>
              <a:gd name="T41" fmla="*/ 2726 h 2727"/>
              <a:gd name="T42" fmla="*/ 2814 w 2815"/>
              <a:gd name="T43" fmla="*/ 2726 h 2727"/>
              <a:gd name="T44" fmla="*/ 2814 w 2815"/>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5" h="2727">
                <a:moveTo>
                  <a:pt x="2814" y="0"/>
                </a:moveTo>
                <a:lnTo>
                  <a:pt x="2814" y="0"/>
                </a:lnTo>
                <a:cubicBezTo>
                  <a:pt x="997" y="0"/>
                  <a:pt x="997" y="0"/>
                  <a:pt x="997" y="0"/>
                </a:cubicBezTo>
                <a:cubicBezTo>
                  <a:pt x="842" y="221"/>
                  <a:pt x="730" y="443"/>
                  <a:pt x="620" y="642"/>
                </a:cubicBezTo>
                <a:cubicBezTo>
                  <a:pt x="332" y="1241"/>
                  <a:pt x="88" y="1928"/>
                  <a:pt x="0" y="2726"/>
                </a:cubicBezTo>
                <a:cubicBezTo>
                  <a:pt x="1706" y="2726"/>
                  <a:pt x="1706" y="2726"/>
                  <a:pt x="1706" y="2726"/>
                </a:cubicBezTo>
                <a:cubicBezTo>
                  <a:pt x="1706" y="2460"/>
                  <a:pt x="1706" y="2460"/>
                  <a:pt x="1706" y="2460"/>
                </a:cubicBezTo>
                <a:cubicBezTo>
                  <a:pt x="1684" y="2371"/>
                  <a:pt x="1684" y="2371"/>
                  <a:pt x="1684" y="2371"/>
                </a:cubicBezTo>
                <a:cubicBezTo>
                  <a:pt x="1662" y="2327"/>
                  <a:pt x="1639" y="2305"/>
                  <a:pt x="1596" y="2238"/>
                </a:cubicBezTo>
                <a:cubicBezTo>
                  <a:pt x="1551" y="2171"/>
                  <a:pt x="1529" y="2083"/>
                  <a:pt x="1529" y="1994"/>
                </a:cubicBezTo>
                <a:cubicBezTo>
                  <a:pt x="1529" y="1972"/>
                  <a:pt x="1529" y="1972"/>
                  <a:pt x="1529" y="1972"/>
                </a:cubicBezTo>
                <a:lnTo>
                  <a:pt x="1529" y="1972"/>
                </a:lnTo>
                <a:lnTo>
                  <a:pt x="1529" y="1972"/>
                </a:lnTo>
                <a:cubicBezTo>
                  <a:pt x="1551" y="1795"/>
                  <a:pt x="1729" y="1640"/>
                  <a:pt x="1950" y="1640"/>
                </a:cubicBezTo>
                <a:cubicBezTo>
                  <a:pt x="2194" y="1640"/>
                  <a:pt x="2371" y="1817"/>
                  <a:pt x="2371" y="2017"/>
                </a:cubicBezTo>
                <a:lnTo>
                  <a:pt x="2371" y="2017"/>
                </a:lnTo>
                <a:cubicBezTo>
                  <a:pt x="2371" y="2083"/>
                  <a:pt x="2349" y="2171"/>
                  <a:pt x="2305" y="2238"/>
                </a:cubicBezTo>
                <a:cubicBezTo>
                  <a:pt x="2261" y="2282"/>
                  <a:pt x="2261" y="2305"/>
                  <a:pt x="2238" y="2371"/>
                </a:cubicBezTo>
                <a:cubicBezTo>
                  <a:pt x="2216" y="2460"/>
                  <a:pt x="2216" y="2460"/>
                  <a:pt x="2216" y="2460"/>
                </a:cubicBezTo>
                <a:lnTo>
                  <a:pt x="2216" y="2460"/>
                </a:lnTo>
                <a:cubicBezTo>
                  <a:pt x="2216" y="2726"/>
                  <a:pt x="2216" y="2726"/>
                  <a:pt x="2216" y="2726"/>
                </a:cubicBezTo>
                <a:cubicBezTo>
                  <a:pt x="2814" y="2726"/>
                  <a:pt x="2814" y="2726"/>
                  <a:pt x="2814" y="2726"/>
                </a:cubicBezTo>
                <a:lnTo>
                  <a:pt x="2814" y="0"/>
                </a:lnTo>
              </a:path>
            </a:pathLst>
          </a:custGeom>
          <a:solidFill>
            <a:schemeClr val="accent2"/>
          </a:solidFill>
          <a:ln>
            <a:noFill/>
          </a:ln>
          <a:effectLst/>
        </p:spPr>
        <p:txBody>
          <a:bodyPr wrap="none" anchor="ctr"/>
          <a:lstStyle/>
          <a:p>
            <a:pPr fontAlgn="auto">
              <a:spcBef>
                <a:spcPts val="0"/>
              </a:spcBef>
              <a:spcAft>
                <a:spcPts val="0"/>
              </a:spcAft>
            </a:pPr>
            <a:endParaRPr lang="en-US">
              <a:solidFill>
                <a:srgbClr val="5C5C5C"/>
              </a:solidFill>
              <a:latin typeface="Calibri" panose="020F0502020204030204"/>
              <a:cs typeface="+mn-cs"/>
            </a:endParaRPr>
          </a:p>
        </p:txBody>
      </p:sp>
      <p:sp>
        <p:nvSpPr>
          <p:cNvPr id="51" name="TextBox 50"/>
          <p:cNvSpPr txBox="1"/>
          <p:nvPr/>
        </p:nvSpPr>
        <p:spPr>
          <a:xfrm>
            <a:off x="4012396" y="2042998"/>
            <a:ext cx="2451091" cy="523220"/>
          </a:xfrm>
          <a:prstGeom prst="rect">
            <a:avLst/>
          </a:prstGeom>
          <a:noFill/>
        </p:spPr>
        <p:txBody>
          <a:bodyPr wrap="square" rtlCol="0">
            <a:spAutoFit/>
          </a:bodyPr>
          <a:lstStyle/>
          <a:p>
            <a:pPr algn="r" rtl="1" fontAlgn="auto">
              <a:spcBef>
                <a:spcPts val="0"/>
              </a:spcBef>
              <a:spcAft>
                <a:spcPts val="0"/>
              </a:spcAft>
            </a:pPr>
            <a:r>
              <a:rPr lang="ar-SA" sz="2800" b="1" dirty="0">
                <a:solidFill>
                  <a:schemeClr val="bg2">
                    <a:lumMod val="10000"/>
                  </a:schemeClr>
                </a:solidFill>
              </a:rPr>
              <a:t>20% مما نسمعه</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54" name="TextBox 53"/>
          <p:cNvSpPr txBox="1"/>
          <p:nvPr/>
        </p:nvSpPr>
        <p:spPr>
          <a:xfrm>
            <a:off x="4054671" y="3225734"/>
            <a:ext cx="2451091" cy="523220"/>
          </a:xfrm>
          <a:prstGeom prst="rect">
            <a:avLst/>
          </a:prstGeom>
          <a:noFill/>
        </p:spPr>
        <p:txBody>
          <a:bodyPr wrap="square" rtlCol="0">
            <a:spAutoFit/>
          </a:bodyPr>
          <a:lstStyle/>
          <a:p>
            <a:pPr algn="r" fontAlgn="auto">
              <a:spcBef>
                <a:spcPts val="0"/>
              </a:spcBef>
              <a:spcAft>
                <a:spcPts val="0"/>
              </a:spcAft>
            </a:pPr>
            <a:r>
              <a:rPr lang="ar-SA" sz="2800" b="1" dirty="0">
                <a:solidFill>
                  <a:schemeClr val="bg2">
                    <a:lumMod val="10000"/>
                  </a:schemeClr>
                </a:solidFill>
              </a:rPr>
              <a:t>50% مما نفعله</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57" name="TextBox 56"/>
          <p:cNvSpPr txBox="1"/>
          <p:nvPr/>
        </p:nvSpPr>
        <p:spPr>
          <a:xfrm>
            <a:off x="3358734" y="4180867"/>
            <a:ext cx="3147028" cy="954107"/>
          </a:xfrm>
          <a:prstGeom prst="rect">
            <a:avLst/>
          </a:prstGeom>
          <a:noFill/>
        </p:spPr>
        <p:txBody>
          <a:bodyPr wrap="square" rtlCol="0">
            <a:spAutoFit/>
          </a:bodyPr>
          <a:lstStyle/>
          <a:p>
            <a:pPr algn="r" fontAlgn="auto">
              <a:spcBef>
                <a:spcPts val="0"/>
              </a:spcBef>
              <a:spcAft>
                <a:spcPts val="0"/>
              </a:spcAft>
            </a:pPr>
            <a:r>
              <a:rPr lang="ar-SA" sz="2800" b="1" dirty="0">
                <a:solidFill>
                  <a:schemeClr val="bg2">
                    <a:lumMod val="10000"/>
                  </a:schemeClr>
                </a:solidFill>
              </a:rPr>
              <a:t>90% مما نقوله ونفعله في آن واحد</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60" name="TextBox 59"/>
          <p:cNvSpPr txBox="1"/>
          <p:nvPr/>
        </p:nvSpPr>
        <p:spPr>
          <a:xfrm>
            <a:off x="7747033" y="2060552"/>
            <a:ext cx="2429929" cy="523220"/>
          </a:xfrm>
          <a:prstGeom prst="rect">
            <a:avLst/>
          </a:prstGeom>
          <a:noFill/>
        </p:spPr>
        <p:txBody>
          <a:bodyPr wrap="square" rtlCol="0">
            <a:spAutoFit/>
          </a:bodyPr>
          <a:lstStyle/>
          <a:p>
            <a:pPr algn="r" rtl="1" fontAlgn="auto">
              <a:spcBef>
                <a:spcPts val="0"/>
              </a:spcBef>
              <a:spcAft>
                <a:spcPts val="0"/>
              </a:spcAft>
            </a:pPr>
            <a:r>
              <a:rPr lang="ar-SA" sz="2800" b="1" dirty="0">
                <a:solidFill>
                  <a:schemeClr val="bg2">
                    <a:lumMod val="10000"/>
                  </a:schemeClr>
                </a:solidFill>
              </a:rPr>
              <a:t>10% مما نقرأه</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63" name="TextBox 62"/>
          <p:cNvSpPr txBox="1"/>
          <p:nvPr/>
        </p:nvSpPr>
        <p:spPr>
          <a:xfrm>
            <a:off x="7725809" y="3226107"/>
            <a:ext cx="2429929" cy="523220"/>
          </a:xfrm>
          <a:prstGeom prst="rect">
            <a:avLst/>
          </a:prstGeom>
          <a:noFill/>
        </p:spPr>
        <p:txBody>
          <a:bodyPr wrap="square" rtlCol="0">
            <a:spAutoFit/>
          </a:bodyPr>
          <a:lstStyle/>
          <a:p>
            <a:pPr algn="r" rtl="1" fontAlgn="auto">
              <a:spcBef>
                <a:spcPts val="0"/>
              </a:spcBef>
              <a:spcAft>
                <a:spcPts val="0"/>
              </a:spcAft>
            </a:pPr>
            <a:r>
              <a:rPr lang="ar-SA" sz="2800" b="1" dirty="0">
                <a:solidFill>
                  <a:schemeClr val="bg2">
                    <a:lumMod val="10000"/>
                  </a:schemeClr>
                </a:solidFill>
              </a:rPr>
              <a:t>30% مما نراه</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66" name="Oval 65"/>
          <p:cNvSpPr/>
          <p:nvPr/>
        </p:nvSpPr>
        <p:spPr>
          <a:xfrm>
            <a:off x="6702602" y="2059707"/>
            <a:ext cx="496592" cy="496592"/>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sp>
        <p:nvSpPr>
          <p:cNvPr id="69" name="Oval 68"/>
          <p:cNvSpPr/>
          <p:nvPr/>
        </p:nvSpPr>
        <p:spPr>
          <a:xfrm>
            <a:off x="6711219" y="3191454"/>
            <a:ext cx="496592" cy="496592"/>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sp>
        <p:nvSpPr>
          <p:cNvPr id="72" name="Oval 71"/>
          <p:cNvSpPr/>
          <p:nvPr/>
        </p:nvSpPr>
        <p:spPr>
          <a:xfrm>
            <a:off x="6728684" y="4290510"/>
            <a:ext cx="496592" cy="496592"/>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sp>
        <p:nvSpPr>
          <p:cNvPr id="75" name="Oval 74"/>
          <p:cNvSpPr/>
          <p:nvPr/>
        </p:nvSpPr>
        <p:spPr>
          <a:xfrm>
            <a:off x="10261557" y="2059707"/>
            <a:ext cx="496592" cy="496592"/>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grpSp>
        <p:nvGrpSpPr>
          <p:cNvPr id="77" name="Group 76"/>
          <p:cNvGrpSpPr/>
          <p:nvPr/>
        </p:nvGrpSpPr>
        <p:grpSpPr>
          <a:xfrm>
            <a:off x="10261557" y="3256885"/>
            <a:ext cx="496592" cy="504876"/>
            <a:chOff x="497727" y="3571781"/>
            <a:chExt cx="496592" cy="504876"/>
          </a:xfrm>
        </p:grpSpPr>
        <p:sp>
          <p:nvSpPr>
            <p:cNvPr id="78" name="Oval 77"/>
            <p:cNvSpPr/>
            <p:nvPr/>
          </p:nvSpPr>
          <p:spPr>
            <a:xfrm>
              <a:off x="497727" y="3580065"/>
              <a:ext cx="496592" cy="496592"/>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sp>
          <p:nvSpPr>
            <p:cNvPr id="79" name="Rectangle 78"/>
            <p:cNvSpPr/>
            <p:nvPr/>
          </p:nvSpPr>
          <p:spPr>
            <a:xfrm>
              <a:off x="522077" y="3571781"/>
              <a:ext cx="430968" cy="430887"/>
            </a:xfrm>
            <a:prstGeom prst="rect">
              <a:avLst/>
            </a:prstGeom>
          </p:spPr>
          <p:txBody>
            <a:bodyPr wrap="square">
              <a:spAutoFit/>
            </a:bodyPr>
            <a:lstStyle/>
            <a:p>
              <a:pPr algn="ctr" fontAlgn="auto">
                <a:spcBef>
                  <a:spcPts val="0"/>
                </a:spcBef>
                <a:spcAft>
                  <a:spcPts val="0"/>
                </a:spcAft>
              </a:pPr>
              <a:endParaRPr lang="ru-RU" sz="2200" dirty="0">
                <a:solidFill>
                  <a:prstClr val="white"/>
                </a:solidFill>
                <a:latin typeface="Calibri" panose="020F0502020204030204"/>
                <a:cs typeface="+mn-cs"/>
              </a:endParaRPr>
            </a:p>
          </p:txBody>
        </p:sp>
      </p:grpSp>
      <p:sp>
        <p:nvSpPr>
          <p:cNvPr id="81" name="TextBox 80"/>
          <p:cNvSpPr txBox="1"/>
          <p:nvPr/>
        </p:nvSpPr>
        <p:spPr>
          <a:xfrm>
            <a:off x="7725808" y="4264398"/>
            <a:ext cx="2429929" cy="523220"/>
          </a:xfrm>
          <a:prstGeom prst="rect">
            <a:avLst/>
          </a:prstGeom>
          <a:noFill/>
        </p:spPr>
        <p:txBody>
          <a:bodyPr wrap="square" rtlCol="0">
            <a:spAutoFit/>
          </a:bodyPr>
          <a:lstStyle/>
          <a:p>
            <a:pPr algn="r" rtl="1" fontAlgn="auto">
              <a:spcBef>
                <a:spcPts val="0"/>
              </a:spcBef>
              <a:spcAft>
                <a:spcPts val="0"/>
              </a:spcAft>
            </a:pPr>
            <a:r>
              <a:rPr lang="ar-SA" sz="2800" b="1" dirty="0">
                <a:solidFill>
                  <a:schemeClr val="bg2">
                    <a:lumMod val="10000"/>
                  </a:schemeClr>
                </a:solidFill>
              </a:rPr>
              <a:t>80% مما نقوله</a:t>
            </a:r>
            <a:endParaRPr lang="en-US" sz="2800" b="1" dirty="0">
              <a:solidFill>
                <a:schemeClr val="bg2">
                  <a:lumMod val="10000"/>
                </a:schemeClr>
              </a:solidFill>
              <a:latin typeface="Roboto" panose="02000000000000000000" pitchFamily="2" charset="0"/>
              <a:ea typeface="Roboto" panose="02000000000000000000" pitchFamily="2" charset="0"/>
              <a:cs typeface="Calibri"/>
            </a:endParaRPr>
          </a:p>
        </p:txBody>
      </p:sp>
      <p:sp>
        <p:nvSpPr>
          <p:cNvPr id="84" name="Oval 83"/>
          <p:cNvSpPr/>
          <p:nvPr/>
        </p:nvSpPr>
        <p:spPr>
          <a:xfrm>
            <a:off x="10285907" y="4248942"/>
            <a:ext cx="496592" cy="496592"/>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fontAlgn="auto">
              <a:spcBef>
                <a:spcPts val="0"/>
              </a:spcBef>
              <a:spcAft>
                <a:spcPts val="0"/>
              </a:spcAft>
            </a:pPr>
            <a:endParaRPr lang="en-US" dirty="0">
              <a:solidFill>
                <a:prstClr val="white"/>
              </a:solidFill>
            </a:endParaRPr>
          </a:p>
        </p:txBody>
      </p:sp>
      <p:sp>
        <p:nvSpPr>
          <p:cNvPr id="3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0117912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250"/>
                                        <p:tgtEl>
                                          <p:spTgt spid="16"/>
                                        </p:tgtEl>
                                      </p:cBhvr>
                                    </p:animEffect>
                                  </p:childTnLst>
                                </p:cTn>
                              </p:par>
                            </p:childTnLst>
                          </p:cTn>
                        </p:par>
                        <p:par>
                          <p:cTn id="12" fill="hold">
                            <p:stCondLst>
                              <p:cond delay="750"/>
                            </p:stCondLst>
                            <p:childTnLst>
                              <p:par>
                                <p:cTn id="13" presetID="10" presetClass="entr" presetSubtype="0"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250"/>
                                        <p:tgtEl>
                                          <p:spTgt spid="17"/>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250"/>
                                        <p:tgtEl>
                                          <p:spTgt spid="7"/>
                                        </p:tgtEl>
                                      </p:cBhvr>
                                    </p:animEffect>
                                  </p:childTnLst>
                                </p:cTn>
                              </p:par>
                            </p:childTnLst>
                          </p:cTn>
                        </p:par>
                        <p:par>
                          <p:cTn id="20" fill="hold">
                            <p:stCondLst>
                              <p:cond delay="125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250"/>
                                        <p:tgtEl>
                                          <p:spTgt spid="13"/>
                                        </p:tgtEl>
                                      </p:cBhvr>
                                    </p:animEffect>
                                  </p:childTnLst>
                                </p:cTn>
                              </p:par>
                            </p:childTnLst>
                          </p:cTn>
                        </p:par>
                        <p:par>
                          <p:cTn id="28" fill="hold">
                            <p:stCondLst>
                              <p:cond delay="1750"/>
                            </p:stCondLst>
                            <p:childTnLst>
                              <p:par>
                                <p:cTn id="29" presetID="10" presetClass="entr" presetSubtype="0"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250"/>
                                        <p:tgtEl>
                                          <p:spTgt spid="14"/>
                                        </p:tgtEl>
                                      </p:cBhvr>
                                    </p:animEffect>
                                  </p:childTnLst>
                                </p:cTn>
                              </p:par>
                            </p:childTnLst>
                          </p:cTn>
                        </p:par>
                        <p:par>
                          <p:cTn id="32" fill="hold">
                            <p:stCondLst>
                              <p:cond delay="2000"/>
                            </p:stCondLst>
                            <p:childTnLst>
                              <p:par>
                                <p:cTn id="33" presetID="10" presetClass="entr" presetSubtype="0" fill="hold" grpId="0"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250"/>
                                        <p:tgtEl>
                                          <p:spTgt spid="9"/>
                                        </p:tgtEl>
                                      </p:cBhvr>
                                    </p:animEffect>
                                  </p:childTnLst>
                                </p:cTn>
                              </p:par>
                            </p:childTnLst>
                          </p:cTn>
                        </p:par>
                        <p:par>
                          <p:cTn id="36" fill="hold">
                            <p:stCondLst>
                              <p:cond delay="2250"/>
                            </p:stCondLst>
                            <p:childTnLst>
                              <p:par>
                                <p:cTn id="37" presetID="10" presetClass="entr" presetSubtype="0"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250"/>
                                        <p:tgtEl>
                                          <p:spTgt spid="18"/>
                                        </p:tgtEl>
                                      </p:cBhvr>
                                    </p:animEffect>
                                  </p:childTnLst>
                                </p:cTn>
                              </p:par>
                            </p:childTnLst>
                          </p:cTn>
                        </p:par>
                        <p:par>
                          <p:cTn id="40" fill="hold">
                            <p:stCondLst>
                              <p:cond delay="2500"/>
                            </p:stCondLst>
                            <p:childTnLst>
                              <p:par>
                                <p:cTn id="41" presetID="10" presetClass="entr" presetSubtype="0" fill="hold" grpId="0" nodeType="after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250"/>
                                        <p:tgtEl>
                                          <p:spTgt spid="19"/>
                                        </p:tgtEl>
                                      </p:cBhvr>
                                    </p:animEffect>
                                  </p:childTnLst>
                                </p:cTn>
                              </p:par>
                            </p:childTnLst>
                          </p:cTn>
                        </p:par>
                        <p:par>
                          <p:cTn id="44" fill="hold">
                            <p:stCondLst>
                              <p:cond delay="2750"/>
                            </p:stCondLst>
                            <p:childTnLst>
                              <p:par>
                                <p:cTn id="45" presetID="10" presetClass="entr" presetSubtype="0"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250"/>
                                        <p:tgtEl>
                                          <p:spTgt spid="12"/>
                                        </p:tgtEl>
                                      </p:cBhvr>
                                    </p:animEffect>
                                  </p:childTnLst>
                                </p:cTn>
                              </p:par>
                            </p:childTnLst>
                          </p:cTn>
                        </p:par>
                        <p:par>
                          <p:cTn id="48" fill="hold">
                            <p:stCondLst>
                              <p:cond delay="3000"/>
                            </p:stCondLst>
                            <p:childTnLst>
                              <p:par>
                                <p:cTn id="49" presetID="10" presetClass="entr" presetSubtype="0" fill="hold" grpId="0" nodeType="after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250"/>
                                        <p:tgtEl>
                                          <p:spTgt spid="8"/>
                                        </p:tgtEl>
                                      </p:cBhvr>
                                    </p:animEffect>
                                  </p:childTnLst>
                                </p:cTn>
                              </p:par>
                            </p:childTnLst>
                          </p:cTn>
                        </p:par>
                        <p:par>
                          <p:cTn id="52" fill="hold">
                            <p:stCondLst>
                              <p:cond delay="3250"/>
                            </p:stCondLst>
                            <p:childTnLst>
                              <p:par>
                                <p:cTn id="53" presetID="10" presetClass="entr" presetSubtype="0" fill="hold" grpId="0" nodeType="after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fade">
                                      <p:cBhvr>
                                        <p:cTn id="55" dur="250"/>
                                        <p:tgtEl>
                                          <p:spTgt spid="15"/>
                                        </p:tgtEl>
                                      </p:cBhvr>
                                    </p:animEffect>
                                  </p:childTnLst>
                                </p:cTn>
                              </p:par>
                            </p:childTnLst>
                          </p:cTn>
                        </p:par>
                        <p:par>
                          <p:cTn id="56" fill="hold">
                            <p:stCondLst>
                              <p:cond delay="3500"/>
                            </p:stCondLst>
                            <p:childTnLst>
                              <p:par>
                                <p:cTn id="57" presetID="10" presetClass="entr" presetSubtype="0" fill="hold" grpId="0" nodeType="after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fade">
                                      <p:cBhvr>
                                        <p:cTn id="59" dur="250"/>
                                        <p:tgtEl>
                                          <p:spTgt spid="11"/>
                                        </p:tgtEl>
                                      </p:cBhvr>
                                    </p:animEffect>
                                  </p:childTnLst>
                                </p:cTn>
                              </p:par>
                            </p:childTnLst>
                          </p:cTn>
                        </p:par>
                        <p:par>
                          <p:cTn id="60" fill="hold">
                            <p:stCondLst>
                              <p:cond delay="3750"/>
                            </p:stCondLst>
                            <p:childTnLst>
                              <p:par>
                                <p:cTn id="61" presetID="1" presetClass="entr" presetSubtype="0" fill="hold" grpId="0" nodeType="afterEffect">
                                  <p:stCondLst>
                                    <p:cond delay="250"/>
                                  </p:stCondLst>
                                  <p:childTnLst>
                                    <p:set>
                                      <p:cBhvr>
                                        <p:cTn id="62" dur="1" fill="hold">
                                          <p:stCondLst>
                                            <p:cond delay="0"/>
                                          </p:stCondLst>
                                        </p:cTn>
                                        <p:tgtEl>
                                          <p:spTgt spid="75"/>
                                        </p:tgtEl>
                                        <p:attrNameLst>
                                          <p:attrName>style.visibility</p:attrName>
                                        </p:attrNameLst>
                                      </p:cBhvr>
                                      <p:to>
                                        <p:strVal val="visible"/>
                                      </p:to>
                                    </p:set>
                                  </p:childTnLst>
                                </p:cTn>
                              </p:par>
                            </p:childTnLst>
                          </p:cTn>
                        </p:par>
                        <p:par>
                          <p:cTn id="63" fill="hold">
                            <p:stCondLst>
                              <p:cond delay="4000"/>
                            </p:stCondLst>
                            <p:childTnLst>
                              <p:par>
                                <p:cTn id="64" presetID="1" presetClass="entr" presetSubtype="0" fill="hold" grpId="0" nodeType="afterEffect">
                                  <p:stCondLst>
                                    <p:cond delay="250"/>
                                  </p:stCondLst>
                                  <p:childTnLst>
                                    <p:set>
                                      <p:cBhvr>
                                        <p:cTn id="65" dur="1" fill="hold">
                                          <p:stCondLst>
                                            <p:cond delay="0"/>
                                          </p:stCondLst>
                                        </p:cTn>
                                        <p:tgtEl>
                                          <p:spTgt spid="60"/>
                                        </p:tgtEl>
                                        <p:attrNameLst>
                                          <p:attrName>style.visibility</p:attrName>
                                        </p:attrNameLst>
                                      </p:cBhvr>
                                      <p:to>
                                        <p:strVal val="visible"/>
                                      </p:to>
                                    </p:set>
                                  </p:childTnLst>
                                </p:cTn>
                              </p:par>
                            </p:childTnLst>
                          </p:cTn>
                        </p:par>
                        <p:par>
                          <p:cTn id="66" fill="hold">
                            <p:stCondLst>
                              <p:cond delay="4250"/>
                            </p:stCondLst>
                            <p:childTnLst>
                              <p:par>
                                <p:cTn id="67" presetID="1" presetClass="entr" presetSubtype="0" fill="hold" grpId="0" nodeType="afterEffect">
                                  <p:stCondLst>
                                    <p:cond delay="250"/>
                                  </p:stCondLst>
                                  <p:childTnLst>
                                    <p:set>
                                      <p:cBhvr>
                                        <p:cTn id="68" dur="1" fill="hold">
                                          <p:stCondLst>
                                            <p:cond delay="0"/>
                                          </p:stCondLst>
                                        </p:cTn>
                                        <p:tgtEl>
                                          <p:spTgt spid="66"/>
                                        </p:tgtEl>
                                        <p:attrNameLst>
                                          <p:attrName>style.visibility</p:attrName>
                                        </p:attrNameLst>
                                      </p:cBhvr>
                                      <p:to>
                                        <p:strVal val="visible"/>
                                      </p:to>
                                    </p:set>
                                  </p:childTnLst>
                                </p:cTn>
                              </p:par>
                            </p:childTnLst>
                          </p:cTn>
                        </p:par>
                        <p:par>
                          <p:cTn id="69" fill="hold">
                            <p:stCondLst>
                              <p:cond delay="4500"/>
                            </p:stCondLst>
                            <p:childTnLst>
                              <p:par>
                                <p:cTn id="70" presetID="1" presetClass="entr" presetSubtype="0" fill="hold" grpId="0" nodeType="afterEffect">
                                  <p:stCondLst>
                                    <p:cond delay="250"/>
                                  </p:stCondLst>
                                  <p:childTnLst>
                                    <p:set>
                                      <p:cBhvr>
                                        <p:cTn id="71" dur="1" fill="hold">
                                          <p:stCondLst>
                                            <p:cond delay="0"/>
                                          </p:stCondLst>
                                        </p:cTn>
                                        <p:tgtEl>
                                          <p:spTgt spid="51"/>
                                        </p:tgtEl>
                                        <p:attrNameLst>
                                          <p:attrName>style.visibility</p:attrName>
                                        </p:attrNameLst>
                                      </p:cBhvr>
                                      <p:to>
                                        <p:strVal val="visible"/>
                                      </p:to>
                                    </p:set>
                                  </p:childTnLst>
                                </p:cTn>
                              </p:par>
                            </p:childTnLst>
                          </p:cTn>
                        </p:par>
                        <p:par>
                          <p:cTn id="72" fill="hold">
                            <p:stCondLst>
                              <p:cond delay="4750"/>
                            </p:stCondLst>
                            <p:childTnLst>
                              <p:par>
                                <p:cTn id="73" presetID="1" presetClass="entr" presetSubtype="0" fill="hold" nodeType="afterEffect">
                                  <p:stCondLst>
                                    <p:cond delay="250"/>
                                  </p:stCondLst>
                                  <p:childTnLst>
                                    <p:set>
                                      <p:cBhvr>
                                        <p:cTn id="74" dur="1" fill="hold">
                                          <p:stCondLst>
                                            <p:cond delay="0"/>
                                          </p:stCondLst>
                                        </p:cTn>
                                        <p:tgtEl>
                                          <p:spTgt spid="77"/>
                                        </p:tgtEl>
                                        <p:attrNameLst>
                                          <p:attrName>style.visibility</p:attrName>
                                        </p:attrNameLst>
                                      </p:cBhvr>
                                      <p:to>
                                        <p:strVal val="visible"/>
                                      </p:to>
                                    </p:set>
                                  </p:childTnLst>
                                </p:cTn>
                              </p:par>
                            </p:childTnLst>
                          </p:cTn>
                        </p:par>
                        <p:par>
                          <p:cTn id="75" fill="hold">
                            <p:stCondLst>
                              <p:cond delay="5000"/>
                            </p:stCondLst>
                            <p:childTnLst>
                              <p:par>
                                <p:cTn id="76" presetID="1" presetClass="entr" presetSubtype="0" fill="hold" grpId="0" nodeType="afterEffect">
                                  <p:stCondLst>
                                    <p:cond delay="250"/>
                                  </p:stCondLst>
                                  <p:childTnLst>
                                    <p:set>
                                      <p:cBhvr>
                                        <p:cTn id="77" dur="1" fill="hold">
                                          <p:stCondLst>
                                            <p:cond delay="0"/>
                                          </p:stCondLst>
                                        </p:cTn>
                                        <p:tgtEl>
                                          <p:spTgt spid="63"/>
                                        </p:tgtEl>
                                        <p:attrNameLst>
                                          <p:attrName>style.visibility</p:attrName>
                                        </p:attrNameLst>
                                      </p:cBhvr>
                                      <p:to>
                                        <p:strVal val="visible"/>
                                      </p:to>
                                    </p:set>
                                  </p:childTnLst>
                                </p:cTn>
                              </p:par>
                            </p:childTnLst>
                          </p:cTn>
                        </p:par>
                        <p:par>
                          <p:cTn id="78" fill="hold">
                            <p:stCondLst>
                              <p:cond delay="5250"/>
                            </p:stCondLst>
                            <p:childTnLst>
                              <p:par>
                                <p:cTn id="79" presetID="1" presetClass="entr" presetSubtype="0" fill="hold" grpId="0" nodeType="afterEffect">
                                  <p:stCondLst>
                                    <p:cond delay="250"/>
                                  </p:stCondLst>
                                  <p:childTnLst>
                                    <p:set>
                                      <p:cBhvr>
                                        <p:cTn id="80" dur="1" fill="hold">
                                          <p:stCondLst>
                                            <p:cond delay="0"/>
                                          </p:stCondLst>
                                        </p:cTn>
                                        <p:tgtEl>
                                          <p:spTgt spid="69"/>
                                        </p:tgtEl>
                                        <p:attrNameLst>
                                          <p:attrName>style.visibility</p:attrName>
                                        </p:attrNameLst>
                                      </p:cBhvr>
                                      <p:to>
                                        <p:strVal val="visible"/>
                                      </p:to>
                                    </p:set>
                                  </p:childTnLst>
                                </p:cTn>
                              </p:par>
                            </p:childTnLst>
                          </p:cTn>
                        </p:par>
                        <p:par>
                          <p:cTn id="81" fill="hold">
                            <p:stCondLst>
                              <p:cond delay="5500"/>
                            </p:stCondLst>
                            <p:childTnLst>
                              <p:par>
                                <p:cTn id="82" presetID="1" presetClass="entr" presetSubtype="0" fill="hold" grpId="0" nodeType="afterEffect">
                                  <p:stCondLst>
                                    <p:cond delay="250"/>
                                  </p:stCondLst>
                                  <p:childTnLst>
                                    <p:set>
                                      <p:cBhvr>
                                        <p:cTn id="83" dur="1" fill="hold">
                                          <p:stCondLst>
                                            <p:cond delay="0"/>
                                          </p:stCondLst>
                                        </p:cTn>
                                        <p:tgtEl>
                                          <p:spTgt spid="54"/>
                                        </p:tgtEl>
                                        <p:attrNameLst>
                                          <p:attrName>style.visibility</p:attrName>
                                        </p:attrNameLst>
                                      </p:cBhvr>
                                      <p:to>
                                        <p:strVal val="visible"/>
                                      </p:to>
                                    </p:set>
                                  </p:childTnLst>
                                </p:cTn>
                              </p:par>
                            </p:childTnLst>
                          </p:cTn>
                        </p:par>
                        <p:par>
                          <p:cTn id="84" fill="hold">
                            <p:stCondLst>
                              <p:cond delay="5750"/>
                            </p:stCondLst>
                            <p:childTnLst>
                              <p:par>
                                <p:cTn id="85" presetID="1" presetClass="entr" presetSubtype="0" fill="hold" grpId="0" nodeType="afterEffect">
                                  <p:stCondLst>
                                    <p:cond delay="250"/>
                                  </p:stCondLst>
                                  <p:childTnLst>
                                    <p:set>
                                      <p:cBhvr>
                                        <p:cTn id="86" dur="1" fill="hold">
                                          <p:stCondLst>
                                            <p:cond delay="0"/>
                                          </p:stCondLst>
                                        </p:cTn>
                                        <p:tgtEl>
                                          <p:spTgt spid="84"/>
                                        </p:tgtEl>
                                        <p:attrNameLst>
                                          <p:attrName>style.visibility</p:attrName>
                                        </p:attrNameLst>
                                      </p:cBhvr>
                                      <p:to>
                                        <p:strVal val="visible"/>
                                      </p:to>
                                    </p:set>
                                  </p:childTnLst>
                                </p:cTn>
                              </p:par>
                            </p:childTnLst>
                          </p:cTn>
                        </p:par>
                        <p:par>
                          <p:cTn id="87" fill="hold">
                            <p:stCondLst>
                              <p:cond delay="6000"/>
                            </p:stCondLst>
                            <p:childTnLst>
                              <p:par>
                                <p:cTn id="88" presetID="1" presetClass="entr" presetSubtype="0" fill="hold" grpId="0" nodeType="afterEffect">
                                  <p:stCondLst>
                                    <p:cond delay="250"/>
                                  </p:stCondLst>
                                  <p:childTnLst>
                                    <p:set>
                                      <p:cBhvr>
                                        <p:cTn id="89" dur="1" fill="hold">
                                          <p:stCondLst>
                                            <p:cond delay="0"/>
                                          </p:stCondLst>
                                        </p:cTn>
                                        <p:tgtEl>
                                          <p:spTgt spid="81"/>
                                        </p:tgtEl>
                                        <p:attrNameLst>
                                          <p:attrName>style.visibility</p:attrName>
                                        </p:attrNameLst>
                                      </p:cBhvr>
                                      <p:to>
                                        <p:strVal val="visible"/>
                                      </p:to>
                                    </p:set>
                                  </p:childTnLst>
                                </p:cTn>
                              </p:par>
                            </p:childTnLst>
                          </p:cTn>
                        </p:par>
                        <p:par>
                          <p:cTn id="90" fill="hold">
                            <p:stCondLst>
                              <p:cond delay="6250"/>
                            </p:stCondLst>
                            <p:childTnLst>
                              <p:par>
                                <p:cTn id="91" presetID="1" presetClass="entr" presetSubtype="0" fill="hold" grpId="0" nodeType="afterEffect">
                                  <p:stCondLst>
                                    <p:cond delay="250"/>
                                  </p:stCondLst>
                                  <p:childTnLst>
                                    <p:set>
                                      <p:cBhvr>
                                        <p:cTn id="92" dur="1" fill="hold">
                                          <p:stCondLst>
                                            <p:cond delay="0"/>
                                          </p:stCondLst>
                                        </p:cTn>
                                        <p:tgtEl>
                                          <p:spTgt spid="72"/>
                                        </p:tgtEl>
                                        <p:attrNameLst>
                                          <p:attrName>style.visibility</p:attrName>
                                        </p:attrNameLst>
                                      </p:cBhvr>
                                      <p:to>
                                        <p:strVal val="visible"/>
                                      </p:to>
                                    </p:set>
                                  </p:childTnLst>
                                </p:cTn>
                              </p:par>
                            </p:childTnLst>
                          </p:cTn>
                        </p:par>
                        <p:par>
                          <p:cTn id="93" fill="hold">
                            <p:stCondLst>
                              <p:cond delay="6500"/>
                            </p:stCondLst>
                            <p:childTnLst>
                              <p:par>
                                <p:cTn id="94" presetID="1" presetClass="entr" presetSubtype="0" fill="hold" grpId="0" nodeType="afterEffect">
                                  <p:stCondLst>
                                    <p:cond delay="250"/>
                                  </p:stCondLst>
                                  <p:childTnLst>
                                    <p:set>
                                      <p:cBhvr>
                                        <p:cTn id="95"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51" grpId="0"/>
      <p:bldP spid="54" grpId="0"/>
      <p:bldP spid="57" grpId="0"/>
      <p:bldP spid="60" grpId="0"/>
      <p:bldP spid="63" grpId="0"/>
      <p:bldP spid="66" grpId="0" animBg="1"/>
      <p:bldP spid="69" grpId="0" animBg="1"/>
      <p:bldP spid="72" grpId="0" animBg="1"/>
      <p:bldP spid="75" grpId="0" animBg="1"/>
      <p:bldP spid="81" grpId="0"/>
      <p:bldP spid="84"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1" y="2323529"/>
            <a:ext cx="12191999" cy="995722"/>
          </a:xfrm>
          <a:prstGeom prst="rect">
            <a:avLst/>
          </a:prstGeom>
          <a:noFill/>
        </p:spPr>
        <p:txBody>
          <a:bodyPr wrap="square" rtlCol="0">
            <a:spAutoFit/>
          </a:bodyPr>
          <a:lstStyle/>
          <a:p>
            <a:pPr marL="0" indent="0" algn="ctr" fontAlgn="auto">
              <a:lnSpc>
                <a:spcPct val="150000"/>
              </a:lnSpc>
              <a:spcAft>
                <a:spcPts val="0"/>
              </a:spcAft>
              <a:buNone/>
            </a:pPr>
            <a:r>
              <a:rPr lang="ar-SA" sz="4400" b="1" u="sng" dirty="0">
                <a:solidFill>
                  <a:schemeClr val="bg1"/>
                </a:solidFill>
              </a:rPr>
              <a:t>سلبيات تكنولوجيا التعليم</a:t>
            </a:r>
            <a:endParaRPr lang="en-US" sz="4400" u="sng" dirty="0">
              <a:solidFill>
                <a:schemeClr val="bg1"/>
              </a:solidFill>
              <a:latin typeface="Roboto" panose="02000000000000000000" pitchFamily="2" charset="0"/>
              <a:ea typeface="Roboto" panose="02000000000000000000" pitchFamily="2" charset="0"/>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696289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2881242" y="185432"/>
            <a:ext cx="6566364"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50000"/>
              </a:lnSpc>
              <a:spcAft>
                <a:spcPts val="0"/>
              </a:spcAft>
              <a:buNone/>
            </a:pPr>
            <a:r>
              <a:rPr lang="ar-SA" sz="4400" b="1" u="sng" dirty="0">
                <a:solidFill>
                  <a:schemeClr val="bg2">
                    <a:lumMod val="10000"/>
                  </a:schemeClr>
                </a:solidFill>
              </a:rPr>
              <a:t>سلبيات تكنولوجيا التعليم</a:t>
            </a:r>
            <a:endParaRPr lang="en-US" sz="4400" u="sng" dirty="0" smtClean="0">
              <a:solidFill>
                <a:schemeClr val="bg2">
                  <a:lumMod val="10000"/>
                </a:schemeClr>
              </a:solidFill>
              <a:latin typeface="Roboto" panose="02000000000000000000" pitchFamily="2" charset="0"/>
              <a:ea typeface="Roboto" panose="02000000000000000000" pitchFamily="2" charset="0"/>
            </a:endParaRPr>
          </a:p>
        </p:txBody>
      </p:sp>
      <p:grpSp>
        <p:nvGrpSpPr>
          <p:cNvPr id="2" name="Group 1"/>
          <p:cNvGrpSpPr/>
          <p:nvPr/>
        </p:nvGrpSpPr>
        <p:grpSpPr>
          <a:xfrm>
            <a:off x="4325574" y="1258644"/>
            <a:ext cx="3434680" cy="3240000"/>
            <a:chOff x="4325574" y="1258644"/>
            <a:chExt cx="3434680" cy="3240000"/>
          </a:xfrm>
        </p:grpSpPr>
        <p:grpSp>
          <p:nvGrpSpPr>
            <p:cNvPr id="8" name="Gruppe 92"/>
            <p:cNvGrpSpPr>
              <a:grpSpLocks/>
            </p:cNvGrpSpPr>
            <p:nvPr/>
          </p:nvGrpSpPr>
          <p:grpSpPr bwMode="auto">
            <a:xfrm>
              <a:off x="4325574" y="1369921"/>
              <a:ext cx="1156368" cy="3128723"/>
              <a:chOff x="3176834" y="3904792"/>
              <a:chExt cx="823514" cy="2228684"/>
            </a:xfrm>
            <a:solidFill>
              <a:schemeClr val="accent2"/>
            </a:solidFill>
          </p:grpSpPr>
          <p:grpSp>
            <p:nvGrpSpPr>
              <p:cNvPr id="15" name="Gruppe 52"/>
              <p:cNvGrpSpPr>
                <a:grpSpLocks/>
              </p:cNvGrpSpPr>
              <p:nvPr/>
            </p:nvGrpSpPr>
            <p:grpSpPr bwMode="auto">
              <a:xfrm>
                <a:off x="3176834" y="3904792"/>
                <a:ext cx="823514" cy="2228684"/>
                <a:chOff x="3612263" y="3839478"/>
                <a:chExt cx="823514" cy="2228684"/>
              </a:xfrm>
              <a:grpFill/>
            </p:grpSpPr>
            <p:sp>
              <p:nvSpPr>
                <p:cNvPr id="18"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19"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20"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21"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22"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23"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grpSp>
          <p:sp>
            <p:nvSpPr>
              <p:cNvPr id="16"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srgbClr val="5C5C5C"/>
                  </a:solidFill>
                  <a:latin typeface="Calibri" panose="020F0502020204030204"/>
                  <a:cs typeface="+mn-cs"/>
                </a:endParaRPr>
              </a:p>
            </p:txBody>
          </p:sp>
          <p:sp>
            <p:nvSpPr>
              <p:cNvPr id="17"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solidFill>
                <a:schemeClr val="accent2"/>
              </a:solidFill>
              <a:ln w="9525">
                <a:noFill/>
                <a:round/>
                <a:headEnd/>
                <a:tailEnd/>
              </a:ln>
            </p:spPr>
            <p:txBody>
              <a:bodyPr/>
              <a:lstStyle/>
              <a:p>
                <a:pPr fontAlgn="auto">
                  <a:spcBef>
                    <a:spcPts val="0"/>
                  </a:spcBef>
                  <a:spcAft>
                    <a:spcPts val="0"/>
                  </a:spcAft>
                  <a:defRPr/>
                </a:pPr>
                <a:endParaRPr sz="2000">
                  <a:solidFill>
                    <a:srgbClr val="5C5C5C"/>
                  </a:solidFill>
                  <a:latin typeface="Calibri" panose="020F0502020204030204"/>
                  <a:cs typeface="+mn-cs"/>
                </a:endParaRPr>
              </a:p>
            </p:txBody>
          </p:sp>
        </p:grpSp>
        <p:sp>
          <p:nvSpPr>
            <p:cNvPr id="9" name="Freeform 5"/>
            <p:cNvSpPr>
              <a:spLocks noEditPoints="1"/>
            </p:cNvSpPr>
            <p:nvPr/>
          </p:nvSpPr>
          <p:spPr bwMode="auto">
            <a:xfrm>
              <a:off x="5772606" y="1386824"/>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grpSp>
          <p:nvGrpSpPr>
            <p:cNvPr id="10" name="Gruppe 51"/>
            <p:cNvGrpSpPr>
              <a:grpSpLocks/>
            </p:cNvGrpSpPr>
            <p:nvPr/>
          </p:nvGrpSpPr>
          <p:grpSpPr bwMode="auto">
            <a:xfrm>
              <a:off x="5211020" y="1258644"/>
              <a:ext cx="953260" cy="3128723"/>
              <a:chOff x="2763678" y="1597834"/>
              <a:chExt cx="744650" cy="2444643"/>
            </a:xfrm>
            <a:solidFill>
              <a:schemeClr val="accent3"/>
            </a:solidFill>
          </p:grpSpPr>
          <p:sp>
            <p:nvSpPr>
              <p:cNvPr id="12"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grp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sp>
            <p:nvSpPr>
              <p:cNvPr id="13"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pPr>
                <a:endParaRPr lang="id-ID">
                  <a:solidFill>
                    <a:srgbClr val="5C5C5C"/>
                  </a:solidFill>
                  <a:latin typeface="Calibri" panose="020F0502020204030204"/>
                  <a:cs typeface="+mn-cs"/>
                </a:endParaRPr>
              </a:p>
            </p:txBody>
          </p:sp>
          <p:sp>
            <p:nvSpPr>
              <p:cNvPr id="14"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solidFill>
                <a:schemeClr val="bg1"/>
              </a:solid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grpSp>
        <p:sp>
          <p:nvSpPr>
            <p:cNvPr id="11" name="Freeform 5"/>
            <p:cNvSpPr>
              <a:spLocks noEditPoints="1"/>
            </p:cNvSpPr>
            <p:nvPr/>
          </p:nvSpPr>
          <p:spPr bwMode="auto">
            <a:xfrm>
              <a:off x="6791243" y="1319416"/>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solidFill>
                  <a:srgbClr val="5C5C5C"/>
                </a:solidFill>
                <a:latin typeface="Calibri" panose="020F0502020204030204"/>
                <a:cs typeface="+mn-cs"/>
              </a:endParaRPr>
            </a:p>
          </p:txBody>
        </p:sp>
      </p:grpSp>
      <p:sp>
        <p:nvSpPr>
          <p:cNvPr id="24" name="Content Placeholder 2"/>
          <p:cNvSpPr txBox="1">
            <a:spLocks/>
          </p:cNvSpPr>
          <p:nvPr/>
        </p:nvSpPr>
        <p:spPr>
          <a:xfrm>
            <a:off x="205814" y="4764733"/>
            <a:ext cx="5836683" cy="191806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a:r>
              <a:rPr lang="ar-SA" sz="2800" b="1" dirty="0">
                <a:solidFill>
                  <a:schemeClr val="bg2">
                    <a:lumMod val="10000"/>
                  </a:schemeClr>
                </a:solidFill>
              </a:rPr>
              <a:t>وأن 36% غير مدمنين على الإنترنت، والإدمان لا يشمل الإدمان على المواقع التعليميَّة ولكنه مبني على كل المواقع.</a:t>
            </a:r>
            <a:endParaRPr lang="en-US" sz="2800" dirty="0">
              <a:solidFill>
                <a:schemeClr val="bg2">
                  <a:lumMod val="10000"/>
                </a:schemeClr>
              </a:solidFill>
            </a:endParaRPr>
          </a:p>
        </p:txBody>
      </p:sp>
      <p:sp>
        <p:nvSpPr>
          <p:cNvPr id="25" name="Content Placeholder 2"/>
          <p:cNvSpPr txBox="1">
            <a:spLocks/>
          </p:cNvSpPr>
          <p:nvPr/>
        </p:nvSpPr>
        <p:spPr>
          <a:xfrm>
            <a:off x="6066973" y="4638457"/>
            <a:ext cx="5861160" cy="173543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rtl="1" fontAlgn="auto">
              <a:buClr>
                <a:srgbClr val="1B6AA3">
                  <a:lumMod val="75000"/>
                </a:srgbClr>
              </a:buClr>
            </a:pPr>
            <a:r>
              <a:rPr lang="ar-SA" sz="2800" b="1" dirty="0">
                <a:solidFill>
                  <a:schemeClr val="bg2">
                    <a:lumMod val="10000"/>
                  </a:schemeClr>
                </a:solidFill>
              </a:rPr>
              <a:t>أشارت الدراسات إلى أن 89% من الطلاب يستخدمون الحاسوب والإنترنت، وأن منهم نسبة 11% مُدمِنون على شبكة الإنترنت، وأن 42% منهم متوسطو الإدمان</a:t>
            </a:r>
            <a:endParaRPr lang="en-US" sz="2800" dirty="0">
              <a:solidFill>
                <a:schemeClr val="bg2">
                  <a:lumMod val="10000"/>
                </a:schemeClr>
              </a:solidFill>
              <a:latin typeface="Roboto" panose="02000000000000000000" pitchFamily="2" charset="0"/>
              <a:ea typeface="Roboto" panose="02000000000000000000" pitchFamily="2" charset="0"/>
            </a:endParaRPr>
          </a:p>
        </p:txBody>
      </p:sp>
      <p:cxnSp>
        <p:nvCxnSpPr>
          <p:cNvPr id="26" name="Straight Connector 25"/>
          <p:cNvCxnSpPr/>
          <p:nvPr/>
        </p:nvCxnSpPr>
        <p:spPr>
          <a:xfrm>
            <a:off x="6066973" y="4734001"/>
            <a:ext cx="0" cy="108000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396819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childTnLst>
                                </p:cTn>
                              </p:par>
                              <p:par>
                                <p:cTn id="7" presetID="14" presetClass="entr" presetSubtype="5" fill="hold" nodeType="withEffect">
                                  <p:stCondLst>
                                    <p:cond delay="1500"/>
                                  </p:stCondLst>
                                  <p:childTnLst>
                                    <p:set>
                                      <p:cBhvr>
                                        <p:cTn id="8" dur="1" fill="hold">
                                          <p:stCondLst>
                                            <p:cond delay="0"/>
                                          </p:stCondLst>
                                        </p:cTn>
                                        <p:tgtEl>
                                          <p:spTgt spid="2"/>
                                        </p:tgtEl>
                                        <p:attrNameLst>
                                          <p:attrName>style.visibility</p:attrName>
                                        </p:attrNameLst>
                                      </p:cBhvr>
                                      <p:to>
                                        <p:strVal val="visible"/>
                                      </p:to>
                                    </p:set>
                                    <p:animEffect transition="in" filter="randombar(vertical)">
                                      <p:cBhvr>
                                        <p:cTn id="9" dur="1000"/>
                                        <p:tgtEl>
                                          <p:spTgt spid="2"/>
                                        </p:tgtEl>
                                      </p:cBhvr>
                                    </p:animEffect>
                                  </p:childTnLst>
                                </p:cTn>
                              </p:par>
                              <p:par>
                                <p:cTn id="10" presetID="16" presetClass="entr" presetSubtype="42" fill="hold" nodeType="withEffect">
                                  <p:stCondLst>
                                    <p:cond delay="1500"/>
                                  </p:stCondLst>
                                  <p:childTnLst>
                                    <p:set>
                                      <p:cBhvr>
                                        <p:cTn id="11" dur="1" fill="hold">
                                          <p:stCondLst>
                                            <p:cond delay="0"/>
                                          </p:stCondLst>
                                        </p:cTn>
                                        <p:tgtEl>
                                          <p:spTgt spid="26"/>
                                        </p:tgtEl>
                                        <p:attrNameLst>
                                          <p:attrName>style.visibility</p:attrName>
                                        </p:attrNameLst>
                                      </p:cBhvr>
                                      <p:to>
                                        <p:strVal val="visible"/>
                                      </p:to>
                                    </p:set>
                                    <p:animEffect transition="in" filter="barn(outHorizontal)">
                                      <p:cBhvr>
                                        <p:cTn id="12" dur="500"/>
                                        <p:tgtEl>
                                          <p:spTgt spid="26"/>
                                        </p:tgtEl>
                                      </p:cBhvr>
                                    </p:animEffect>
                                  </p:childTnLst>
                                </p:cTn>
                              </p:par>
                            </p:childTnLst>
                          </p:cTn>
                        </p:par>
                        <p:par>
                          <p:cTn id="13" fill="hold">
                            <p:stCondLst>
                              <p:cond delay="2500"/>
                            </p:stCondLst>
                            <p:childTnLst>
                              <p:par>
                                <p:cTn id="14" presetID="10" presetClass="entr" presetSubtype="0" fill="hold" grpId="0" nodeType="after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childTnLst>
                          </p:cTn>
                        </p:par>
                        <p:par>
                          <p:cTn id="17" fill="hold">
                            <p:stCondLst>
                              <p:cond delay="3000"/>
                            </p:stCondLst>
                            <p:childTnLst>
                              <p:par>
                                <p:cTn id="18" presetID="10" presetClass="entr" presetSubtype="0" fill="hold" grpId="0"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4" grpId="0"/>
      <p:bldP spid="25"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4514" y="999463"/>
            <a:ext cx="10696379" cy="5085624"/>
            <a:chOff x="-14514" y="999463"/>
            <a:chExt cx="10696379" cy="5085624"/>
          </a:xfrm>
        </p:grpSpPr>
        <p:sp>
          <p:nvSpPr>
            <p:cNvPr id="79" name="Freeform 78"/>
            <p:cNvSpPr>
              <a:spLocks/>
            </p:cNvSpPr>
            <p:nvPr/>
          </p:nvSpPr>
          <p:spPr bwMode="auto">
            <a:xfrm>
              <a:off x="695394" y="1259077"/>
              <a:ext cx="512414"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0" name="Freeform 79"/>
            <p:cNvSpPr>
              <a:spLocks/>
            </p:cNvSpPr>
            <p:nvPr/>
          </p:nvSpPr>
          <p:spPr bwMode="auto">
            <a:xfrm>
              <a:off x="682051" y="2279233"/>
              <a:ext cx="531097"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1" name="Freeform 80"/>
            <p:cNvSpPr>
              <a:spLocks/>
            </p:cNvSpPr>
            <p:nvPr/>
          </p:nvSpPr>
          <p:spPr bwMode="auto">
            <a:xfrm>
              <a:off x="682051" y="3294073"/>
              <a:ext cx="517752"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2" name="Freeform 81"/>
            <p:cNvSpPr>
              <a:spLocks/>
            </p:cNvSpPr>
            <p:nvPr/>
          </p:nvSpPr>
          <p:spPr bwMode="auto">
            <a:xfrm>
              <a:off x="682051" y="3743048"/>
              <a:ext cx="531097"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3" name="Freeform 82"/>
            <p:cNvSpPr>
              <a:spLocks/>
            </p:cNvSpPr>
            <p:nvPr/>
          </p:nvSpPr>
          <p:spPr bwMode="auto">
            <a:xfrm>
              <a:off x="676712" y="3913074"/>
              <a:ext cx="54177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4" name="Rectangle 37"/>
            <p:cNvSpPr>
              <a:spLocks noChangeArrowheads="1"/>
            </p:cNvSpPr>
            <p:nvPr/>
          </p:nvSpPr>
          <p:spPr bwMode="auto">
            <a:xfrm>
              <a:off x="-14513" y="1259077"/>
              <a:ext cx="709907" cy="59243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5" name="Rectangle 38"/>
            <p:cNvSpPr>
              <a:spLocks noChangeArrowheads="1"/>
            </p:cNvSpPr>
            <p:nvPr/>
          </p:nvSpPr>
          <p:spPr bwMode="auto">
            <a:xfrm>
              <a:off x="-14514" y="2279233"/>
              <a:ext cx="696564" cy="605717"/>
            </a:xfrm>
            <a:prstGeom prst="rect">
              <a:avLst/>
            </a:prstGeom>
            <a:solidFill>
              <a:schemeClr val="accent2">
                <a:lumMod val="7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6" name="Rectangle 39"/>
            <p:cNvSpPr>
              <a:spLocks noChangeArrowheads="1"/>
            </p:cNvSpPr>
            <p:nvPr/>
          </p:nvSpPr>
          <p:spPr bwMode="auto">
            <a:xfrm>
              <a:off x="-14514" y="3294073"/>
              <a:ext cx="696564" cy="600404"/>
            </a:xfrm>
            <a:prstGeom prst="rect">
              <a:avLst/>
            </a:prstGeom>
            <a:solidFill>
              <a:schemeClr val="accent3">
                <a:lumMod val="7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7" name="Rectangle 40"/>
            <p:cNvSpPr>
              <a:spLocks noChangeArrowheads="1"/>
            </p:cNvSpPr>
            <p:nvPr/>
          </p:nvSpPr>
          <p:spPr bwMode="auto">
            <a:xfrm>
              <a:off x="-14514" y="4316885"/>
              <a:ext cx="701902" cy="597746"/>
            </a:xfrm>
            <a:prstGeom prst="rect">
              <a:avLst/>
            </a:prstGeom>
            <a:solidFill>
              <a:schemeClr val="accent4">
                <a:lumMod val="7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8" name="Rectangle 41"/>
            <p:cNvSpPr>
              <a:spLocks noChangeArrowheads="1"/>
            </p:cNvSpPr>
            <p:nvPr/>
          </p:nvSpPr>
          <p:spPr bwMode="auto">
            <a:xfrm>
              <a:off x="-14513" y="5337040"/>
              <a:ext cx="691226" cy="611030"/>
            </a:xfrm>
            <a:prstGeom prst="rect">
              <a:avLst/>
            </a:prstGeom>
            <a:solidFill>
              <a:schemeClr val="accent5">
                <a:lumMod val="7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89" name="Rectangle 42"/>
            <p:cNvSpPr>
              <a:spLocks noChangeArrowheads="1"/>
            </p:cNvSpPr>
            <p:nvPr/>
          </p:nvSpPr>
          <p:spPr bwMode="auto">
            <a:xfrm>
              <a:off x="1204287" y="3182495"/>
              <a:ext cx="1663586" cy="98295"/>
            </a:xfrm>
            <a:prstGeom prst="rect">
              <a:avLst/>
            </a:pr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1" name="Freeform 44"/>
            <p:cNvSpPr>
              <a:spLocks/>
            </p:cNvSpPr>
            <p:nvPr/>
          </p:nvSpPr>
          <p:spPr bwMode="auto">
            <a:xfrm>
              <a:off x="2809550" y="2797279"/>
              <a:ext cx="410999" cy="483511"/>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2" name="Rectangle 45"/>
            <p:cNvSpPr>
              <a:spLocks noChangeArrowheads="1"/>
            </p:cNvSpPr>
            <p:nvPr/>
          </p:nvSpPr>
          <p:spPr bwMode="auto">
            <a:xfrm>
              <a:off x="1212356" y="3363147"/>
              <a:ext cx="3146347" cy="95639"/>
            </a:xfrm>
            <a:prstGeom prst="rect">
              <a:avLst/>
            </a:prstGeom>
            <a:solidFill>
              <a:schemeClr val="accent2"/>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3" name="Freeform 46"/>
            <p:cNvSpPr>
              <a:spLocks/>
            </p:cNvSpPr>
            <p:nvPr/>
          </p:nvSpPr>
          <p:spPr bwMode="auto">
            <a:xfrm>
              <a:off x="4329542" y="2978803"/>
              <a:ext cx="392318"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5" name="Rectangle 48"/>
            <p:cNvSpPr>
              <a:spLocks noChangeArrowheads="1"/>
            </p:cNvSpPr>
            <p:nvPr/>
          </p:nvSpPr>
          <p:spPr bwMode="auto">
            <a:xfrm>
              <a:off x="1199801" y="3554426"/>
              <a:ext cx="3877801" cy="92982"/>
            </a:xfrm>
            <a:prstGeom prst="rect">
              <a:avLst/>
            </a:prstGeom>
            <a:solidFill>
              <a:schemeClr val="accent3"/>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7" name="Freeform 51"/>
            <p:cNvSpPr>
              <a:spLocks/>
            </p:cNvSpPr>
            <p:nvPr/>
          </p:nvSpPr>
          <p:spPr bwMode="auto">
            <a:xfrm>
              <a:off x="4364666" y="3734119"/>
              <a:ext cx="384311"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98" name="Freeform 52"/>
            <p:cNvSpPr>
              <a:spLocks/>
            </p:cNvSpPr>
            <p:nvPr/>
          </p:nvSpPr>
          <p:spPr bwMode="auto">
            <a:xfrm>
              <a:off x="1213145" y="3729765"/>
              <a:ext cx="3167894"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00" name="Freeform 54"/>
            <p:cNvSpPr>
              <a:spLocks/>
            </p:cNvSpPr>
            <p:nvPr/>
          </p:nvSpPr>
          <p:spPr bwMode="auto">
            <a:xfrm>
              <a:off x="2790749" y="3913073"/>
              <a:ext cx="435020"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01" name="Rectangle 55"/>
            <p:cNvSpPr>
              <a:spLocks noChangeArrowheads="1"/>
            </p:cNvSpPr>
            <p:nvPr/>
          </p:nvSpPr>
          <p:spPr bwMode="auto">
            <a:xfrm>
              <a:off x="1218483" y="3913073"/>
              <a:ext cx="1601294" cy="92982"/>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23" name="Rectangle 42"/>
            <p:cNvSpPr>
              <a:spLocks noChangeArrowheads="1"/>
            </p:cNvSpPr>
            <p:nvPr/>
          </p:nvSpPr>
          <p:spPr bwMode="auto">
            <a:xfrm rot="5400000">
              <a:off x="2339608" y="1973196"/>
              <a:ext cx="1663586" cy="98295"/>
            </a:xfrm>
            <a:prstGeom prst="rect">
              <a:avLst/>
            </a:pr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24" name="Rectangle 42"/>
            <p:cNvSpPr>
              <a:spLocks noChangeArrowheads="1"/>
            </p:cNvSpPr>
            <p:nvPr/>
          </p:nvSpPr>
          <p:spPr bwMode="auto">
            <a:xfrm rot="5400000">
              <a:off x="2339608" y="5063620"/>
              <a:ext cx="1663586" cy="98295"/>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25" name="Rectangle 42"/>
            <p:cNvSpPr>
              <a:spLocks noChangeArrowheads="1"/>
            </p:cNvSpPr>
            <p:nvPr/>
          </p:nvSpPr>
          <p:spPr bwMode="auto">
            <a:xfrm rot="5400000">
              <a:off x="4252942" y="2532944"/>
              <a:ext cx="831600" cy="98295"/>
            </a:xfrm>
            <a:prstGeom prst="rect">
              <a:avLst/>
            </a:prstGeom>
            <a:solidFill>
              <a:schemeClr val="accent2"/>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26" name="Rectangle 42"/>
            <p:cNvSpPr>
              <a:spLocks noChangeArrowheads="1"/>
            </p:cNvSpPr>
            <p:nvPr/>
          </p:nvSpPr>
          <p:spPr bwMode="auto">
            <a:xfrm rot="5400000">
              <a:off x="4285783" y="4591072"/>
              <a:ext cx="831600" cy="98295"/>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sp>
          <p:nvSpPr>
            <p:cNvPr id="127" name="Rectangle 42"/>
            <p:cNvSpPr>
              <a:spLocks noChangeArrowheads="1"/>
            </p:cNvSpPr>
            <p:nvPr/>
          </p:nvSpPr>
          <p:spPr bwMode="auto">
            <a:xfrm rot="5400000">
              <a:off x="4710949" y="3545948"/>
              <a:ext cx="831600" cy="98295"/>
            </a:xfrm>
            <a:prstGeom prst="rect">
              <a:avLst/>
            </a:prstGeom>
            <a:solidFill>
              <a:schemeClr val="accent3"/>
            </a:solidFill>
            <a:ln>
              <a:noFill/>
            </a:ln>
          </p:spPr>
          <p:txBody>
            <a:bodyPr vert="horz" wrap="square" lIns="68580" tIns="34290" rIns="68580" bIns="34290" numCol="1" anchor="t" anchorCtr="0" compatLnSpc="1">
              <a:prstTxWarp prst="textNoShape">
                <a:avLst/>
              </a:prstTxWarp>
            </a:bodyPr>
            <a:lstStyle/>
            <a:p>
              <a:pPr fontAlgn="auto">
                <a:spcBef>
                  <a:spcPts val="0"/>
                </a:spcBef>
                <a:spcAft>
                  <a:spcPts val="0"/>
                </a:spcAft>
              </a:pPr>
              <a:endParaRPr lang="id-ID" sz="1350">
                <a:solidFill>
                  <a:srgbClr val="5C5C5C"/>
                </a:solidFill>
                <a:latin typeface="Calibri" panose="020F0502020204030204"/>
                <a:cs typeface="+mn-cs"/>
              </a:endParaRPr>
            </a:p>
          </p:txBody>
        </p:sp>
        <p:grpSp>
          <p:nvGrpSpPr>
            <p:cNvPr id="128" name="Group 127"/>
            <p:cNvGrpSpPr/>
            <p:nvPr/>
          </p:nvGrpSpPr>
          <p:grpSpPr>
            <a:xfrm>
              <a:off x="4816951" y="2902808"/>
              <a:ext cx="5864914" cy="1154209"/>
              <a:chOff x="656237" y="308632"/>
              <a:chExt cx="5864914" cy="1154209"/>
            </a:xfrm>
            <a:solidFill>
              <a:schemeClr val="accent1"/>
            </a:solidFill>
          </p:grpSpPr>
          <p:sp>
            <p:nvSpPr>
              <p:cNvPr id="129" name="Horizontal Scroll 128"/>
              <p:cNvSpPr/>
              <p:nvPr/>
            </p:nvSpPr>
            <p:spPr>
              <a:xfrm>
                <a:off x="902373" y="308632"/>
                <a:ext cx="5618778" cy="1154209"/>
              </a:xfrm>
              <a:prstGeom prst="horizontalScroll">
                <a:avLst/>
              </a:prstGeom>
              <a:solidFill>
                <a:schemeClr val="accent3">
                  <a:lumMod val="75000"/>
                </a:schemeClr>
              </a:solidFill>
              <a:ln w="6350">
                <a:solidFill>
                  <a:schemeClr val="bg1">
                    <a:lumMod val="9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0" name="Horizontal Scroll 4"/>
              <p:cNvSpPr/>
              <p:nvPr/>
            </p:nvSpPr>
            <p:spPr>
              <a:xfrm>
                <a:off x="656237" y="530999"/>
                <a:ext cx="576591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algn="ctr" defTabSz="444500" fontAlgn="auto">
                  <a:lnSpc>
                    <a:spcPct val="90000"/>
                  </a:lnSpc>
                  <a:spcAft>
                    <a:spcPct val="35000"/>
                  </a:spcAft>
                </a:pPr>
                <a:r>
                  <a:rPr lang="ar-JO" sz="2800" b="1" dirty="0"/>
                  <a:t>التعرض للأذى الإلكتروني والاحتيال والمخاطر المختلفة</a:t>
                </a:r>
                <a:endParaRPr lang="id-ID" sz="2800" b="1" dirty="0">
                  <a:solidFill>
                    <a:prstClr val="white"/>
                  </a:solidFill>
                  <a:latin typeface="Roboto" panose="02000000000000000000" pitchFamily="2" charset="0"/>
                  <a:ea typeface="Roboto" panose="02000000000000000000" pitchFamily="2" charset="0"/>
                </a:endParaRPr>
              </a:p>
            </p:txBody>
          </p:sp>
        </p:grpSp>
        <p:grpSp>
          <p:nvGrpSpPr>
            <p:cNvPr id="131" name="Group 130"/>
            <p:cNvGrpSpPr/>
            <p:nvPr/>
          </p:nvGrpSpPr>
          <p:grpSpPr>
            <a:xfrm>
              <a:off x="3088250" y="999463"/>
              <a:ext cx="5465987" cy="1063239"/>
              <a:chOff x="890138" y="399602"/>
              <a:chExt cx="5465987" cy="1063239"/>
            </a:xfrm>
            <a:solidFill>
              <a:schemeClr val="accent1"/>
            </a:solidFill>
          </p:grpSpPr>
          <p:sp>
            <p:nvSpPr>
              <p:cNvPr id="132" name="Horizontal Scroll 131"/>
              <p:cNvSpPr/>
              <p:nvPr/>
            </p:nvSpPr>
            <p:spPr>
              <a:xfrm>
                <a:off x="902373" y="399602"/>
                <a:ext cx="5453752" cy="1063239"/>
              </a:xfrm>
              <a:prstGeom prst="horizontalScroll">
                <a:avLst/>
              </a:prstGeom>
              <a:grpFill/>
              <a:ln w="6350">
                <a:solidFill>
                  <a:schemeClr val="bg1">
                    <a:lumMod val="9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defTabSz="444500" fontAlgn="auto">
                  <a:lnSpc>
                    <a:spcPct val="90000"/>
                  </a:lnSpc>
                  <a:spcAft>
                    <a:spcPct val="35000"/>
                  </a:spcAft>
                </a:pPr>
                <a:r>
                  <a:rPr lang="ar-JO" sz="2800" b="1" dirty="0"/>
                  <a:t>الوصول إلى المحتوى غير الملائم</a:t>
                </a:r>
                <a:endParaRPr lang="id-ID" sz="2800" b="1" dirty="0">
                  <a:solidFill>
                    <a:prstClr val="white"/>
                  </a:solidFill>
                  <a:latin typeface="Roboto" panose="02000000000000000000" pitchFamily="2" charset="0"/>
                  <a:ea typeface="Roboto" panose="02000000000000000000" pitchFamily="2" charset="0"/>
                </a:endParaRPr>
              </a:p>
            </p:txBody>
          </p:sp>
        </p:grpSp>
        <p:grpSp>
          <p:nvGrpSpPr>
            <p:cNvPr id="134" name="Group 133"/>
            <p:cNvGrpSpPr/>
            <p:nvPr/>
          </p:nvGrpSpPr>
          <p:grpSpPr>
            <a:xfrm>
              <a:off x="4329543" y="1990790"/>
              <a:ext cx="5916426" cy="1063239"/>
              <a:chOff x="634090" y="399602"/>
              <a:chExt cx="5916426" cy="1063239"/>
            </a:xfrm>
            <a:solidFill>
              <a:schemeClr val="accent1"/>
            </a:solidFill>
          </p:grpSpPr>
          <p:sp>
            <p:nvSpPr>
              <p:cNvPr id="135" name="Horizontal Scroll 134"/>
              <p:cNvSpPr/>
              <p:nvPr/>
            </p:nvSpPr>
            <p:spPr>
              <a:xfrm>
                <a:off x="902373" y="399602"/>
                <a:ext cx="5453752" cy="1063239"/>
              </a:xfrm>
              <a:prstGeom prst="horizontalScroll">
                <a:avLst/>
              </a:prstGeom>
              <a:solidFill>
                <a:schemeClr val="accent2">
                  <a:lumMod val="75000"/>
                </a:schemeClr>
              </a:solidFill>
              <a:ln w="6350">
                <a:solidFill>
                  <a:schemeClr val="bg1">
                    <a:lumMod val="9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6" name="Horizontal Scroll 4"/>
              <p:cNvSpPr/>
              <p:nvPr/>
            </p:nvSpPr>
            <p:spPr>
              <a:xfrm>
                <a:off x="634090" y="586142"/>
                <a:ext cx="5916426" cy="743795"/>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algn="ctr" defTabSz="444500" fontAlgn="auto">
                  <a:lnSpc>
                    <a:spcPct val="90000"/>
                  </a:lnSpc>
                  <a:spcAft>
                    <a:spcPct val="35000"/>
                  </a:spcAft>
                </a:pPr>
                <a:r>
                  <a:rPr lang="ar-JO" sz="2800" b="1" dirty="0"/>
                  <a:t>الإدمان على أدوات التكنولوجيا وعدم الاستغناء عنها</a:t>
                </a:r>
                <a:endParaRPr lang="id-ID" sz="2800" b="1" dirty="0">
                  <a:solidFill>
                    <a:prstClr val="white"/>
                  </a:solidFill>
                  <a:latin typeface="Roboto" panose="02000000000000000000" pitchFamily="2" charset="0"/>
                  <a:ea typeface="Roboto" panose="02000000000000000000" pitchFamily="2" charset="0"/>
                </a:endParaRPr>
              </a:p>
            </p:txBody>
          </p:sp>
        </p:grpSp>
        <p:grpSp>
          <p:nvGrpSpPr>
            <p:cNvPr id="137" name="Group 136"/>
            <p:cNvGrpSpPr/>
            <p:nvPr/>
          </p:nvGrpSpPr>
          <p:grpSpPr>
            <a:xfrm>
              <a:off x="4197479" y="4050324"/>
              <a:ext cx="5879680" cy="1063239"/>
              <a:chOff x="476445" y="399602"/>
              <a:chExt cx="5879680" cy="1063239"/>
            </a:xfrm>
            <a:solidFill>
              <a:schemeClr val="accent1"/>
            </a:solidFill>
          </p:grpSpPr>
          <p:sp>
            <p:nvSpPr>
              <p:cNvPr id="138" name="Horizontal Scroll 137"/>
              <p:cNvSpPr/>
              <p:nvPr/>
            </p:nvSpPr>
            <p:spPr>
              <a:xfrm>
                <a:off x="902373" y="399602"/>
                <a:ext cx="5453752" cy="1063239"/>
              </a:xfrm>
              <a:prstGeom prst="horizontalScroll">
                <a:avLst/>
              </a:prstGeom>
              <a:solidFill>
                <a:schemeClr val="accent4">
                  <a:lumMod val="75000"/>
                </a:schemeClr>
              </a:solidFill>
              <a:ln w="6350">
                <a:solidFill>
                  <a:schemeClr val="bg1">
                    <a:lumMod val="9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9" name="Horizontal Scroll 4"/>
              <p:cNvSpPr/>
              <p:nvPr/>
            </p:nvSpPr>
            <p:spPr>
              <a:xfrm>
                <a:off x="476445" y="590782"/>
                <a:ext cx="5747136"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algn="ctr" defTabSz="444500" fontAlgn="auto">
                  <a:lnSpc>
                    <a:spcPct val="90000"/>
                  </a:lnSpc>
                  <a:spcAft>
                    <a:spcPct val="35000"/>
                  </a:spcAft>
                </a:pPr>
                <a:r>
                  <a:rPr lang="ar-JO" sz="2800" b="1" dirty="0"/>
                  <a:t>قلة الرغبة في التعليم بسبب كثرة المحتوى المتوفر</a:t>
                </a:r>
                <a:endParaRPr lang="id-ID" sz="2800" b="1" dirty="0">
                  <a:solidFill>
                    <a:prstClr val="white"/>
                  </a:solidFill>
                  <a:latin typeface="Roboto" panose="02000000000000000000" pitchFamily="2" charset="0"/>
                  <a:ea typeface="Roboto" panose="02000000000000000000" pitchFamily="2" charset="0"/>
                </a:endParaRPr>
              </a:p>
            </p:txBody>
          </p:sp>
        </p:grpSp>
        <p:grpSp>
          <p:nvGrpSpPr>
            <p:cNvPr id="140" name="Group 139"/>
            <p:cNvGrpSpPr/>
            <p:nvPr/>
          </p:nvGrpSpPr>
          <p:grpSpPr>
            <a:xfrm>
              <a:off x="3080990" y="5021848"/>
              <a:ext cx="5465987" cy="1063239"/>
              <a:chOff x="890138" y="399602"/>
              <a:chExt cx="5465987" cy="1063239"/>
            </a:xfrm>
            <a:solidFill>
              <a:schemeClr val="accent1"/>
            </a:solidFill>
          </p:grpSpPr>
          <p:sp>
            <p:nvSpPr>
              <p:cNvPr id="141" name="Horizontal Scroll 140"/>
              <p:cNvSpPr/>
              <p:nvPr/>
            </p:nvSpPr>
            <p:spPr>
              <a:xfrm>
                <a:off x="902373" y="399602"/>
                <a:ext cx="5453752" cy="1063239"/>
              </a:xfrm>
              <a:prstGeom prst="horizontalScroll">
                <a:avLst/>
              </a:prstGeom>
              <a:solidFill>
                <a:schemeClr val="accent5">
                  <a:lumMod val="75000"/>
                </a:schemeClr>
              </a:solidFill>
              <a:ln w="6350">
                <a:solidFill>
                  <a:schemeClr val="bg1">
                    <a:lumMod val="9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42"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algn="ctr" defTabSz="444500" fontAlgn="auto">
                  <a:lnSpc>
                    <a:spcPct val="90000"/>
                  </a:lnSpc>
                  <a:spcAft>
                    <a:spcPct val="35000"/>
                  </a:spcAft>
                </a:pPr>
                <a:r>
                  <a:rPr lang="ar-JO" sz="2800" b="1" dirty="0"/>
                  <a:t>تحطيم القيمة الشخصية في التعليم</a:t>
                </a:r>
                <a:endParaRPr lang="id-ID" sz="2800" b="1" dirty="0">
                  <a:solidFill>
                    <a:prstClr val="white"/>
                  </a:solidFill>
                  <a:latin typeface="Roboto" panose="02000000000000000000" pitchFamily="2" charset="0"/>
                  <a:ea typeface="Roboto" panose="02000000000000000000" pitchFamily="2" charset="0"/>
                </a:endParaRPr>
              </a:p>
            </p:txBody>
          </p:sp>
        </p:grpSp>
        <p:sp>
          <p:nvSpPr>
            <p:cNvPr id="153" name="TextBox 152"/>
            <p:cNvSpPr txBox="1"/>
            <p:nvPr/>
          </p:nvSpPr>
          <p:spPr>
            <a:xfrm>
              <a:off x="86154" y="1387826"/>
              <a:ext cx="50817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solidFill>
                  <a:latin typeface="Roboto" panose="02000000000000000000" pitchFamily="2" charset="0"/>
                  <a:ea typeface="Roboto" panose="02000000000000000000" pitchFamily="2" charset="0"/>
                  <a:cs typeface="+mn-cs"/>
                </a:rPr>
                <a:t>01</a:t>
              </a:r>
              <a:endParaRPr lang="id-ID" sz="1600" b="1" dirty="0">
                <a:solidFill>
                  <a:prstClr val="white"/>
                </a:solidFill>
                <a:latin typeface="Roboto" panose="02000000000000000000" pitchFamily="2" charset="0"/>
                <a:ea typeface="Roboto" panose="02000000000000000000" pitchFamily="2" charset="0"/>
                <a:cs typeface="+mn-cs"/>
              </a:endParaRPr>
            </a:p>
          </p:txBody>
        </p:sp>
        <p:sp>
          <p:nvSpPr>
            <p:cNvPr id="154" name="TextBox 153"/>
            <p:cNvSpPr txBox="1"/>
            <p:nvPr/>
          </p:nvSpPr>
          <p:spPr>
            <a:xfrm>
              <a:off x="90003" y="2402532"/>
              <a:ext cx="50817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solidFill>
                  <a:latin typeface="Roboto" panose="02000000000000000000" pitchFamily="2" charset="0"/>
                  <a:ea typeface="Roboto" panose="02000000000000000000" pitchFamily="2" charset="0"/>
                  <a:cs typeface="+mn-cs"/>
                </a:rPr>
                <a:t>02</a:t>
              </a:r>
              <a:endParaRPr lang="id-ID" sz="1600" b="1" dirty="0">
                <a:solidFill>
                  <a:prstClr val="white"/>
                </a:solidFill>
                <a:latin typeface="Roboto" panose="02000000000000000000" pitchFamily="2" charset="0"/>
                <a:ea typeface="Roboto" panose="02000000000000000000" pitchFamily="2" charset="0"/>
                <a:cs typeface="+mn-cs"/>
              </a:endParaRPr>
            </a:p>
          </p:txBody>
        </p:sp>
        <p:sp>
          <p:nvSpPr>
            <p:cNvPr id="155" name="TextBox 154"/>
            <p:cNvSpPr txBox="1"/>
            <p:nvPr/>
          </p:nvSpPr>
          <p:spPr>
            <a:xfrm>
              <a:off x="103575" y="3423126"/>
              <a:ext cx="50817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solidFill>
                  <a:latin typeface="Roboto" panose="02000000000000000000" pitchFamily="2" charset="0"/>
                  <a:ea typeface="Roboto" panose="02000000000000000000" pitchFamily="2" charset="0"/>
                  <a:cs typeface="+mn-cs"/>
                </a:rPr>
                <a:t>03</a:t>
              </a:r>
              <a:endParaRPr lang="id-ID" sz="1600" b="1" dirty="0">
                <a:solidFill>
                  <a:prstClr val="white"/>
                </a:solidFill>
                <a:latin typeface="Roboto" panose="02000000000000000000" pitchFamily="2" charset="0"/>
                <a:ea typeface="Roboto" panose="02000000000000000000" pitchFamily="2" charset="0"/>
                <a:cs typeface="+mn-cs"/>
              </a:endParaRPr>
            </a:p>
          </p:txBody>
        </p:sp>
        <p:sp>
          <p:nvSpPr>
            <p:cNvPr id="156" name="TextBox 155"/>
            <p:cNvSpPr txBox="1"/>
            <p:nvPr/>
          </p:nvSpPr>
          <p:spPr>
            <a:xfrm>
              <a:off x="105142" y="4456454"/>
              <a:ext cx="50817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solidFill>
                  <a:latin typeface="Roboto" panose="02000000000000000000" pitchFamily="2" charset="0"/>
                  <a:ea typeface="Roboto" panose="02000000000000000000" pitchFamily="2" charset="0"/>
                  <a:cs typeface="+mn-cs"/>
                </a:rPr>
                <a:t>04</a:t>
              </a:r>
              <a:endParaRPr lang="id-ID" sz="1600" b="1" dirty="0">
                <a:solidFill>
                  <a:prstClr val="white"/>
                </a:solidFill>
                <a:latin typeface="Roboto" panose="02000000000000000000" pitchFamily="2" charset="0"/>
                <a:ea typeface="Roboto" panose="02000000000000000000" pitchFamily="2" charset="0"/>
                <a:cs typeface="+mn-cs"/>
              </a:endParaRPr>
            </a:p>
          </p:txBody>
        </p:sp>
        <p:sp>
          <p:nvSpPr>
            <p:cNvPr id="157" name="TextBox 156"/>
            <p:cNvSpPr txBox="1"/>
            <p:nvPr/>
          </p:nvSpPr>
          <p:spPr>
            <a:xfrm>
              <a:off x="102696" y="5474545"/>
              <a:ext cx="508178" cy="338554"/>
            </a:xfrm>
            <a:prstGeom prst="rect">
              <a:avLst/>
            </a:prstGeom>
            <a:noFill/>
          </p:spPr>
          <p:txBody>
            <a:bodyPr wrap="square" rtlCol="0">
              <a:spAutoFit/>
            </a:bodyPr>
            <a:lstStyle/>
            <a:p>
              <a:pPr algn="ctr" fontAlgn="auto">
                <a:spcBef>
                  <a:spcPts val="0"/>
                </a:spcBef>
                <a:spcAft>
                  <a:spcPts val="0"/>
                </a:spcAft>
              </a:pPr>
              <a:r>
                <a:rPr lang="id-ID" sz="1600" b="1" dirty="0" smtClean="0">
                  <a:solidFill>
                    <a:prstClr val="white"/>
                  </a:solidFill>
                  <a:latin typeface="Roboto" panose="02000000000000000000" pitchFamily="2" charset="0"/>
                  <a:ea typeface="Roboto" panose="02000000000000000000" pitchFamily="2" charset="0"/>
                  <a:cs typeface="+mn-cs"/>
                </a:rPr>
                <a:t>05</a:t>
              </a:r>
              <a:endParaRPr lang="id-ID" sz="1600" b="1" dirty="0">
                <a:solidFill>
                  <a:prstClr val="white"/>
                </a:solidFill>
                <a:latin typeface="Roboto" panose="02000000000000000000" pitchFamily="2" charset="0"/>
                <a:ea typeface="Roboto" panose="02000000000000000000" pitchFamily="2" charset="0"/>
                <a:cs typeface="+mn-cs"/>
              </a:endParaRPr>
            </a:p>
          </p:txBody>
        </p:sp>
      </p:grpSp>
      <p:sp>
        <p:nvSpPr>
          <p:cNvPr id="58" name="Content Placeholder 7"/>
          <p:cNvSpPr txBox="1">
            <a:spLocks/>
          </p:cNvSpPr>
          <p:nvPr/>
        </p:nvSpPr>
        <p:spPr>
          <a:xfrm>
            <a:off x="1107207" y="191443"/>
            <a:ext cx="10114658"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rtl="1">
              <a:buNone/>
            </a:pPr>
            <a:r>
              <a:rPr lang="ar-JO" sz="3600" b="1" u="sng" dirty="0">
                <a:solidFill>
                  <a:schemeClr val="bg2">
                    <a:lumMod val="10000"/>
                  </a:schemeClr>
                </a:solidFill>
              </a:rPr>
              <a:t>ويمكن تلخيص السلبيات التي قد تنتج من استخدام تكنولوجيا التعليم</a:t>
            </a:r>
            <a:endParaRPr lang="en-US" sz="3600" b="1" u="sng" dirty="0">
              <a:solidFill>
                <a:schemeClr val="bg2">
                  <a:lumMod val="10000"/>
                </a:schemeClr>
              </a:solidFill>
            </a:endParaRPr>
          </a:p>
        </p:txBody>
      </p:sp>
      <p:sp>
        <p:nvSpPr>
          <p:cNvPr id="4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148276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childTnLst>
                                </p:cTn>
                              </p:par>
                              <p:par>
                                <p:cTn id="7" presetID="22" presetClass="entr" presetSubtype="8" fill="hold" nodeType="withEffect">
                                  <p:stCondLst>
                                    <p:cond delay="500"/>
                                  </p:stCondLst>
                                  <p:childTnLst>
                                    <p:set>
                                      <p:cBhvr>
                                        <p:cTn id="8" dur="1" fill="hold">
                                          <p:stCondLst>
                                            <p:cond delay="0"/>
                                          </p:stCondLst>
                                        </p:cTn>
                                        <p:tgtEl>
                                          <p:spTgt spid="2"/>
                                        </p:tgtEl>
                                        <p:attrNameLst>
                                          <p:attrName>style.visibility</p:attrName>
                                        </p:attrNameLst>
                                      </p:cBhvr>
                                      <p:to>
                                        <p:strVal val="visible"/>
                                      </p:to>
                                    </p:set>
                                    <p:animEffect transition="in" filter="wipe(left)">
                                      <p:cBhvr>
                                        <p:cTn id="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3569" name="Picture 4"/>
          <p:cNvPicPr>
            <a:picLocks noChangeAspect="1"/>
          </p:cNvPicPr>
          <p:nvPr/>
        </p:nvPicPr>
        <p:blipFill>
          <a:blip r:embed="rId2"/>
          <a:srcRect/>
          <a:stretch>
            <a:fillRect/>
          </a:stretch>
        </p:blipFill>
        <p:spPr bwMode="auto">
          <a:xfrm>
            <a:off x="0" y="0"/>
            <a:ext cx="12192000" cy="6858000"/>
          </a:xfrm>
          <a:prstGeom prst="rect">
            <a:avLst/>
          </a:prstGeom>
          <a:noFill/>
          <a:ln w="9525">
            <a:noFill/>
            <a:miter lim="800000"/>
            <a:headEnd/>
            <a:tailEnd/>
          </a:ln>
        </p:spPr>
      </p:pic>
      <p:grpSp>
        <p:nvGrpSpPr>
          <p:cNvPr id="3" name="Group 2"/>
          <p:cNvGrpSpPr>
            <a:grpSpLocks/>
          </p:cNvGrpSpPr>
          <p:nvPr/>
        </p:nvGrpSpPr>
        <p:grpSpPr bwMode="auto">
          <a:xfrm>
            <a:off x="3257550" y="2897315"/>
            <a:ext cx="8707438" cy="1552446"/>
            <a:chOff x="7680543" y="5695422"/>
            <a:chExt cx="15211970" cy="3104177"/>
          </a:xfrm>
        </p:grpSpPr>
        <p:sp>
          <p:nvSpPr>
            <p:cNvPr id="4" name="Rectangle 3"/>
            <p:cNvSpPr/>
            <p:nvPr/>
          </p:nvSpPr>
          <p:spPr>
            <a:xfrm>
              <a:off x="7680543" y="5695422"/>
              <a:ext cx="15211970" cy="1723111"/>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800" b="1" u="sng" dirty="0">
                  <a:solidFill>
                    <a:srgbClr val="1B6AA3"/>
                  </a:solidFill>
                </a:rPr>
                <a:t>التعليم ونظرية الاتصال التعليمي</a:t>
              </a:r>
              <a:endParaRPr lang="en-US" sz="4800" u="sng" dirty="0">
                <a:solidFill>
                  <a:srgbClr val="1B6AA3"/>
                </a:solidFill>
              </a:endParaRPr>
            </a:p>
          </p:txBody>
        </p:sp>
        <p:sp>
          <p:nvSpPr>
            <p:cNvPr id="5" name="Rectangle 4"/>
            <p:cNvSpPr/>
            <p:nvPr/>
          </p:nvSpPr>
          <p:spPr>
            <a:xfrm>
              <a:off x="7680543" y="7323563"/>
              <a:ext cx="15211970" cy="1476036"/>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الثالث</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srgbClr val="000000"/>
              </a:solidFill>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017476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bg2">
              <a:lumMod val="1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1" y="2323529"/>
            <a:ext cx="12191999" cy="769441"/>
          </a:xfrm>
          <a:prstGeom prst="rect">
            <a:avLst/>
          </a:prstGeom>
          <a:noFill/>
        </p:spPr>
        <p:txBody>
          <a:bodyPr wrap="square" rtlCol="0">
            <a:spAutoFit/>
          </a:bodyPr>
          <a:lstStyle/>
          <a:p>
            <a:pPr algn="ctr" rtl="1"/>
            <a:r>
              <a:rPr lang="ar-SA" sz="4400" b="1" u="sng" dirty="0">
                <a:solidFill>
                  <a:schemeClr val="bg1"/>
                </a:solidFill>
              </a:rPr>
              <a:t>نظرية الاتصال التعليمي</a:t>
            </a:r>
            <a:endParaRPr lang="en-US" sz="4400" u="sng"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Content Placeholder 2"/>
          <p:cNvSpPr txBox="1">
            <a:spLocks/>
          </p:cNvSpPr>
          <p:nvPr/>
        </p:nvSpPr>
        <p:spPr>
          <a:xfrm>
            <a:off x="961292" y="4876973"/>
            <a:ext cx="10222523" cy="14298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200" b="1" dirty="0" smtClean="0">
                <a:solidFill>
                  <a:schemeClr val="tx2"/>
                </a:solidFill>
              </a:rPr>
              <a:t>عملية </a:t>
            </a:r>
            <a:r>
              <a:rPr lang="ar-SA" sz="3200" b="1" dirty="0">
                <a:solidFill>
                  <a:schemeClr val="tx2"/>
                </a:solidFill>
              </a:rPr>
              <a:t>ديناميكية يتم التفاعل فيها بين المرسل والمستقبل داخل مجال المعرفة الصفية</a:t>
            </a:r>
            <a:endParaRPr lang="en-US" sz="3200" b="1" dirty="0">
              <a:solidFill>
                <a:schemeClr val="tx2"/>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567323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P spid="20"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4694041" y="317529"/>
            <a:ext cx="6370421" cy="70788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SA" sz="4000" b="1" u="sng" dirty="0">
                <a:solidFill>
                  <a:schemeClr val="bg2">
                    <a:lumMod val="10000"/>
                  </a:schemeClr>
                </a:solidFill>
              </a:rPr>
              <a:t>التعليم ونظرية الاتصال التعليمي</a:t>
            </a:r>
            <a:endParaRPr lang="en-US" sz="4000" u="sng" dirty="0">
              <a:solidFill>
                <a:schemeClr val="bg2">
                  <a:lumMod val="10000"/>
                </a:schemeClr>
              </a:solidFill>
            </a:endParaRPr>
          </a:p>
        </p:txBody>
      </p:sp>
      <p:grpSp>
        <p:nvGrpSpPr>
          <p:cNvPr id="8" name="Group 7"/>
          <p:cNvGrpSpPr>
            <a:grpSpLocks noChangeAspect="1"/>
          </p:cNvGrpSpPr>
          <p:nvPr/>
        </p:nvGrpSpPr>
        <p:grpSpPr>
          <a:xfrm rot="4351113">
            <a:off x="6438201" y="2025229"/>
            <a:ext cx="5088257" cy="3174293"/>
            <a:chOff x="940378" y="1579484"/>
            <a:chExt cx="7056438" cy="4402137"/>
          </a:xfrm>
        </p:grpSpPr>
        <p:sp>
          <p:nvSpPr>
            <p:cNvPr id="22" name="Freeform 673"/>
            <p:cNvSpPr>
              <a:spLocks noEditPoints="1"/>
            </p:cNvSpPr>
            <p:nvPr/>
          </p:nvSpPr>
          <p:spPr bwMode="auto">
            <a:xfrm rot="21275257">
              <a:off x="4204278" y="1579484"/>
              <a:ext cx="2628900" cy="2630487"/>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3" name="Freeform 675"/>
            <p:cNvSpPr>
              <a:spLocks noEditPoints="1"/>
            </p:cNvSpPr>
            <p:nvPr/>
          </p:nvSpPr>
          <p:spPr bwMode="auto">
            <a:xfrm rot="21275257">
              <a:off x="940378" y="1649334"/>
              <a:ext cx="3429000" cy="3429000"/>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4" name="Oval 676"/>
            <p:cNvSpPr>
              <a:spLocks noChangeArrowheads="1"/>
            </p:cNvSpPr>
            <p:nvPr/>
          </p:nvSpPr>
          <p:spPr bwMode="auto">
            <a:xfrm rot="21275257">
              <a:off x="1307091" y="2016046"/>
              <a:ext cx="2695575" cy="2693988"/>
            </a:xfrm>
            <a:prstGeom prst="ellipse">
              <a:avLst/>
            </a:prstGeom>
            <a:solidFill>
              <a:schemeClr val="accent1">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cs typeface="+mn-cs"/>
              </a:endParaRPr>
            </a:p>
          </p:txBody>
        </p:sp>
        <p:sp>
          <p:nvSpPr>
            <p:cNvPr id="25" name="Oval 677"/>
            <p:cNvSpPr>
              <a:spLocks noChangeArrowheads="1"/>
            </p:cNvSpPr>
            <p:nvPr/>
          </p:nvSpPr>
          <p:spPr bwMode="auto">
            <a:xfrm rot="21275257">
              <a:off x="4617028" y="1993821"/>
              <a:ext cx="1801813" cy="1801813"/>
            </a:xfrm>
            <a:prstGeom prst="ellipse">
              <a:avLst/>
            </a:prstGeom>
            <a:solidFill>
              <a:schemeClr val="accent2">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dirty="0" smtClean="0">
                <a:solidFill>
                  <a:srgbClr val="000000"/>
                </a:solidFill>
                <a:latin typeface="Gulim" pitchFamily="34" charset="-127"/>
                <a:ea typeface="Gulim" pitchFamily="34" charset="-127"/>
                <a:cs typeface="+mn-cs"/>
              </a:endParaRPr>
            </a:p>
          </p:txBody>
        </p:sp>
        <p:sp>
          <p:nvSpPr>
            <p:cNvPr id="26" name="Freeform 679"/>
            <p:cNvSpPr>
              <a:spLocks noEditPoints="1"/>
            </p:cNvSpPr>
            <p:nvPr/>
          </p:nvSpPr>
          <p:spPr bwMode="auto">
            <a:xfrm rot="21275257">
              <a:off x="5693353" y="3676571"/>
              <a:ext cx="2303463" cy="2305050"/>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7" name="Oval 680"/>
            <p:cNvSpPr>
              <a:spLocks noChangeArrowheads="1"/>
            </p:cNvSpPr>
            <p:nvPr/>
          </p:nvSpPr>
          <p:spPr bwMode="auto">
            <a:xfrm rot="21275257">
              <a:off x="6055303" y="4040109"/>
              <a:ext cx="1577975" cy="1577975"/>
            </a:xfrm>
            <a:prstGeom prst="ellipse">
              <a:avLst/>
            </a:prstGeom>
            <a:solidFill>
              <a:schemeClr val="accent3">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cs typeface="+mn-cs"/>
              </a:endParaRPr>
            </a:p>
          </p:txBody>
        </p:sp>
      </p:grpSp>
      <p:grpSp>
        <p:nvGrpSpPr>
          <p:cNvPr id="12" name="Group 11"/>
          <p:cNvGrpSpPr/>
          <p:nvPr/>
        </p:nvGrpSpPr>
        <p:grpSpPr>
          <a:xfrm>
            <a:off x="8586479" y="5284162"/>
            <a:ext cx="378565" cy="378564"/>
            <a:chOff x="5607370" y="3562829"/>
            <a:chExt cx="587140" cy="587140"/>
          </a:xfrm>
          <a:noFill/>
        </p:grpSpPr>
        <p:sp>
          <p:nvSpPr>
            <p:cNvPr id="1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20" name="Freeform 23"/>
            <p:cNvSpPr>
              <a:spLocks noEditPoints="1"/>
            </p:cNvSpPr>
            <p:nvPr/>
          </p:nvSpPr>
          <p:spPr bwMode="auto">
            <a:xfrm>
              <a:off x="5607370" y="3562829"/>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grpSp>
        <p:nvGrpSpPr>
          <p:cNvPr id="13" name="Group 12"/>
          <p:cNvGrpSpPr/>
          <p:nvPr/>
        </p:nvGrpSpPr>
        <p:grpSpPr>
          <a:xfrm>
            <a:off x="8600669" y="1989694"/>
            <a:ext cx="543740" cy="543740"/>
            <a:chOff x="6665323" y="3562825"/>
            <a:chExt cx="587140" cy="587140"/>
          </a:xfrm>
          <a:noFill/>
        </p:grpSpPr>
        <p:sp>
          <p:nvSpPr>
            <p:cNvPr id="17"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18"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grpSp>
        <p:nvGrpSpPr>
          <p:cNvPr id="14" name="Group 13"/>
          <p:cNvGrpSpPr/>
          <p:nvPr/>
        </p:nvGrpSpPr>
        <p:grpSpPr>
          <a:xfrm>
            <a:off x="9623661" y="3934421"/>
            <a:ext cx="378565" cy="378565"/>
            <a:chOff x="7740352" y="3562825"/>
            <a:chExt cx="587140" cy="587140"/>
          </a:xfrm>
          <a:noFill/>
        </p:grpSpPr>
        <p:sp>
          <p:nvSpPr>
            <p:cNvPr id="15" name="Freeform 14"/>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16"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sp>
        <p:nvSpPr>
          <p:cNvPr id="21" name="Content Placeholder 2"/>
          <p:cNvSpPr txBox="1">
            <a:spLocks/>
          </p:cNvSpPr>
          <p:nvPr/>
        </p:nvSpPr>
        <p:spPr>
          <a:xfrm>
            <a:off x="645105" y="2003355"/>
            <a:ext cx="6478847" cy="16226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spcAft>
                <a:spcPts val="0"/>
              </a:spcAft>
              <a:buNone/>
            </a:pPr>
            <a:r>
              <a:rPr lang="ar-SA" sz="3600" b="1" u="sng" dirty="0">
                <a:solidFill>
                  <a:srgbClr val="14507A"/>
                </a:solidFill>
              </a:rPr>
              <a:t>مفهوم الاتصال التعليمي</a:t>
            </a:r>
            <a:endParaRPr lang="en-US" sz="3600" u="sng" dirty="0" smtClean="0">
              <a:solidFill>
                <a:srgbClr val="14507A"/>
              </a:solidFill>
              <a:latin typeface="Roboto" panose="02000000000000000000" pitchFamily="2" charset="0"/>
              <a:ea typeface="Roboto" panose="02000000000000000000" pitchFamily="2" charset="0"/>
            </a:endParaRPr>
          </a:p>
          <a:p>
            <a:pPr marL="0" indent="0" algn="ctr" fontAlgn="auto">
              <a:spcAft>
                <a:spcPts val="0"/>
              </a:spcAft>
              <a:buNone/>
            </a:pPr>
            <a:r>
              <a:rPr lang="ar-SA" sz="3200" b="1" dirty="0">
                <a:solidFill>
                  <a:schemeClr val="tx2"/>
                </a:solidFill>
              </a:rPr>
              <a:t>عملية تفاعلية تبادلية لإيصال رسالة ما عبر وسيلة محددة لتحقيق هدف معين</a:t>
            </a:r>
            <a:endParaRPr lang="en-US" sz="3200" b="1" dirty="0">
              <a:solidFill>
                <a:schemeClr val="tx2"/>
              </a:solidFill>
              <a:latin typeface="Roboto" panose="02000000000000000000" pitchFamily="2" charset="0"/>
              <a:ea typeface="Roboto" panose="02000000000000000000" pitchFamily="2" charset="0"/>
            </a:endParaRPr>
          </a:p>
        </p:txBody>
      </p:sp>
      <p:sp>
        <p:nvSpPr>
          <p:cNvPr id="28"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889291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31" presetClass="entr" presetSubtype="0" fill="hold" nodeType="withEffect">
                                  <p:stCondLst>
                                    <p:cond delay="250"/>
                                  </p:stCondLst>
                                  <p:childTnLst>
                                    <p:set>
                                      <p:cBhvr>
                                        <p:cTn id="8" dur="1" fill="hold">
                                          <p:stCondLst>
                                            <p:cond delay="0"/>
                                          </p:stCondLst>
                                        </p:cTn>
                                        <p:tgtEl>
                                          <p:spTgt spid="8"/>
                                        </p:tgtEl>
                                        <p:attrNameLst>
                                          <p:attrName>style.visibility</p:attrName>
                                        </p:attrNameLst>
                                      </p:cBhvr>
                                      <p:to>
                                        <p:strVal val="visible"/>
                                      </p:to>
                                    </p:set>
                                    <p:anim calcmode="lin" valueType="num">
                                      <p:cBhvr>
                                        <p:cTn id="9" dur="1000" fill="hold"/>
                                        <p:tgtEl>
                                          <p:spTgt spid="8"/>
                                        </p:tgtEl>
                                        <p:attrNameLst>
                                          <p:attrName>ppt_w</p:attrName>
                                        </p:attrNameLst>
                                      </p:cBhvr>
                                      <p:tavLst>
                                        <p:tav tm="0">
                                          <p:val>
                                            <p:fltVal val="0"/>
                                          </p:val>
                                        </p:tav>
                                        <p:tav tm="100000">
                                          <p:val>
                                            <p:strVal val="#ppt_w"/>
                                          </p:val>
                                        </p:tav>
                                      </p:tavLst>
                                    </p:anim>
                                    <p:anim calcmode="lin" valueType="num">
                                      <p:cBhvr>
                                        <p:cTn id="10" dur="1000" fill="hold"/>
                                        <p:tgtEl>
                                          <p:spTgt spid="8"/>
                                        </p:tgtEl>
                                        <p:attrNameLst>
                                          <p:attrName>ppt_h</p:attrName>
                                        </p:attrNameLst>
                                      </p:cBhvr>
                                      <p:tavLst>
                                        <p:tav tm="0">
                                          <p:val>
                                            <p:fltVal val="0"/>
                                          </p:val>
                                        </p:tav>
                                        <p:tav tm="100000">
                                          <p:val>
                                            <p:strVal val="#ppt_h"/>
                                          </p:val>
                                        </p:tav>
                                      </p:tavLst>
                                    </p:anim>
                                    <p:anim calcmode="lin" valueType="num">
                                      <p:cBhvr>
                                        <p:cTn id="11" dur="1000" fill="hold"/>
                                        <p:tgtEl>
                                          <p:spTgt spid="8"/>
                                        </p:tgtEl>
                                        <p:attrNameLst>
                                          <p:attrName>style.rotation</p:attrName>
                                        </p:attrNameLst>
                                      </p:cBhvr>
                                      <p:tavLst>
                                        <p:tav tm="0">
                                          <p:val>
                                            <p:fltVal val="90"/>
                                          </p:val>
                                        </p:tav>
                                        <p:tav tm="100000">
                                          <p:val>
                                            <p:fltVal val="0"/>
                                          </p:val>
                                        </p:tav>
                                      </p:tavLst>
                                    </p:anim>
                                    <p:animEffect transition="in" filter="fade">
                                      <p:cBhvr>
                                        <p:cTn id="12" dur="1000"/>
                                        <p:tgtEl>
                                          <p:spTgt spid="8"/>
                                        </p:tgtEl>
                                      </p:cBhvr>
                                    </p:animEffect>
                                  </p:childTnLst>
                                </p:cTn>
                              </p:par>
                              <p:par>
                                <p:cTn id="13" presetID="53" presetClass="entr" presetSubtype="16" fill="hold" nodeType="withEffect">
                                  <p:stCondLst>
                                    <p:cond delay="1500"/>
                                  </p:stCondLst>
                                  <p:childTnLst>
                                    <p:set>
                                      <p:cBhvr>
                                        <p:cTn id="14" dur="1" fill="hold">
                                          <p:stCondLst>
                                            <p:cond delay="0"/>
                                          </p:stCondLst>
                                        </p:cTn>
                                        <p:tgtEl>
                                          <p:spTgt spid="13"/>
                                        </p:tgtEl>
                                        <p:attrNameLst>
                                          <p:attrName>style.visibility</p:attrName>
                                        </p:attrNameLst>
                                      </p:cBhvr>
                                      <p:to>
                                        <p:strVal val="visible"/>
                                      </p:to>
                                    </p:set>
                                    <p:anim calcmode="lin" valueType="num">
                                      <p:cBhvr>
                                        <p:cTn id="15" dur="250" fill="hold"/>
                                        <p:tgtEl>
                                          <p:spTgt spid="13"/>
                                        </p:tgtEl>
                                        <p:attrNameLst>
                                          <p:attrName>ppt_w</p:attrName>
                                        </p:attrNameLst>
                                      </p:cBhvr>
                                      <p:tavLst>
                                        <p:tav tm="0">
                                          <p:val>
                                            <p:fltVal val="0"/>
                                          </p:val>
                                        </p:tav>
                                        <p:tav tm="100000">
                                          <p:val>
                                            <p:strVal val="#ppt_w"/>
                                          </p:val>
                                        </p:tav>
                                      </p:tavLst>
                                    </p:anim>
                                    <p:anim calcmode="lin" valueType="num">
                                      <p:cBhvr>
                                        <p:cTn id="16" dur="250" fill="hold"/>
                                        <p:tgtEl>
                                          <p:spTgt spid="13"/>
                                        </p:tgtEl>
                                        <p:attrNameLst>
                                          <p:attrName>ppt_h</p:attrName>
                                        </p:attrNameLst>
                                      </p:cBhvr>
                                      <p:tavLst>
                                        <p:tav tm="0">
                                          <p:val>
                                            <p:fltVal val="0"/>
                                          </p:val>
                                        </p:tav>
                                        <p:tav tm="100000">
                                          <p:val>
                                            <p:strVal val="#ppt_h"/>
                                          </p:val>
                                        </p:tav>
                                      </p:tavLst>
                                    </p:anim>
                                    <p:animEffect transition="in" filter="fade">
                                      <p:cBhvr>
                                        <p:cTn id="17" dur="250"/>
                                        <p:tgtEl>
                                          <p:spTgt spid="13"/>
                                        </p:tgtEl>
                                      </p:cBhvr>
                                    </p:animEffect>
                                  </p:childTnLst>
                                </p:cTn>
                              </p:par>
                              <p:par>
                                <p:cTn id="18" presetID="53" presetClass="entr" presetSubtype="16" fill="hold" nodeType="withEffect">
                                  <p:stCondLst>
                                    <p:cond delay="1500"/>
                                  </p:stCondLst>
                                  <p:childTnLst>
                                    <p:set>
                                      <p:cBhvr>
                                        <p:cTn id="19" dur="1" fill="hold">
                                          <p:stCondLst>
                                            <p:cond delay="0"/>
                                          </p:stCondLst>
                                        </p:cTn>
                                        <p:tgtEl>
                                          <p:spTgt spid="14"/>
                                        </p:tgtEl>
                                        <p:attrNameLst>
                                          <p:attrName>style.visibility</p:attrName>
                                        </p:attrNameLst>
                                      </p:cBhvr>
                                      <p:to>
                                        <p:strVal val="visible"/>
                                      </p:to>
                                    </p:set>
                                    <p:anim calcmode="lin" valueType="num">
                                      <p:cBhvr>
                                        <p:cTn id="20" dur="250" fill="hold"/>
                                        <p:tgtEl>
                                          <p:spTgt spid="14"/>
                                        </p:tgtEl>
                                        <p:attrNameLst>
                                          <p:attrName>ppt_w</p:attrName>
                                        </p:attrNameLst>
                                      </p:cBhvr>
                                      <p:tavLst>
                                        <p:tav tm="0">
                                          <p:val>
                                            <p:fltVal val="0"/>
                                          </p:val>
                                        </p:tav>
                                        <p:tav tm="100000">
                                          <p:val>
                                            <p:strVal val="#ppt_w"/>
                                          </p:val>
                                        </p:tav>
                                      </p:tavLst>
                                    </p:anim>
                                    <p:anim calcmode="lin" valueType="num">
                                      <p:cBhvr>
                                        <p:cTn id="21" dur="250" fill="hold"/>
                                        <p:tgtEl>
                                          <p:spTgt spid="14"/>
                                        </p:tgtEl>
                                        <p:attrNameLst>
                                          <p:attrName>ppt_h</p:attrName>
                                        </p:attrNameLst>
                                      </p:cBhvr>
                                      <p:tavLst>
                                        <p:tav tm="0">
                                          <p:val>
                                            <p:fltVal val="0"/>
                                          </p:val>
                                        </p:tav>
                                        <p:tav tm="100000">
                                          <p:val>
                                            <p:strVal val="#ppt_h"/>
                                          </p:val>
                                        </p:tav>
                                      </p:tavLst>
                                    </p:anim>
                                    <p:animEffect transition="in" filter="fade">
                                      <p:cBhvr>
                                        <p:cTn id="22" dur="250"/>
                                        <p:tgtEl>
                                          <p:spTgt spid="14"/>
                                        </p:tgtEl>
                                      </p:cBhvr>
                                    </p:animEffect>
                                  </p:childTnLst>
                                </p:cTn>
                              </p:par>
                              <p:par>
                                <p:cTn id="23" presetID="53" presetClass="entr" presetSubtype="16" fill="hold" nodeType="withEffect">
                                  <p:stCondLst>
                                    <p:cond delay="15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250" fill="hold"/>
                                        <p:tgtEl>
                                          <p:spTgt spid="12"/>
                                        </p:tgtEl>
                                        <p:attrNameLst>
                                          <p:attrName>ppt_w</p:attrName>
                                        </p:attrNameLst>
                                      </p:cBhvr>
                                      <p:tavLst>
                                        <p:tav tm="0">
                                          <p:val>
                                            <p:fltVal val="0"/>
                                          </p:val>
                                        </p:tav>
                                        <p:tav tm="100000">
                                          <p:val>
                                            <p:strVal val="#ppt_w"/>
                                          </p:val>
                                        </p:tav>
                                      </p:tavLst>
                                    </p:anim>
                                    <p:anim calcmode="lin" valueType="num">
                                      <p:cBhvr>
                                        <p:cTn id="26" dur="250" fill="hold"/>
                                        <p:tgtEl>
                                          <p:spTgt spid="12"/>
                                        </p:tgtEl>
                                        <p:attrNameLst>
                                          <p:attrName>ppt_h</p:attrName>
                                        </p:attrNameLst>
                                      </p:cBhvr>
                                      <p:tavLst>
                                        <p:tav tm="0">
                                          <p:val>
                                            <p:fltVal val="0"/>
                                          </p:val>
                                        </p:tav>
                                        <p:tav tm="100000">
                                          <p:val>
                                            <p:strVal val="#ppt_h"/>
                                          </p:val>
                                        </p:tav>
                                      </p:tavLst>
                                    </p:anim>
                                    <p:animEffect transition="in" filter="fade">
                                      <p:cBhvr>
                                        <p:cTn id="27" dur="250"/>
                                        <p:tgtEl>
                                          <p:spTgt spid="12"/>
                                        </p:tgtEl>
                                      </p:cBhvr>
                                    </p:animEffect>
                                  </p:childTnLst>
                                </p:cTn>
                              </p:par>
                            </p:childTnLst>
                          </p:cTn>
                        </p:par>
                        <p:par>
                          <p:cTn id="28" fill="hold">
                            <p:stCondLst>
                              <p:cond delay="1750"/>
                            </p:stCondLst>
                            <p:childTnLst>
                              <p:par>
                                <p:cTn id="29" presetID="10" presetClass="entr" presetSubtype="0"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4694041" y="317529"/>
            <a:ext cx="6370421" cy="70788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SA" sz="4000" b="1" u="sng" dirty="0">
                <a:solidFill>
                  <a:schemeClr val="bg2">
                    <a:lumMod val="10000"/>
                  </a:schemeClr>
                </a:solidFill>
              </a:rPr>
              <a:t>التعليم ونظرية الاتصال التعليمي</a:t>
            </a:r>
            <a:endParaRPr lang="en-US" sz="4000" u="sng" dirty="0">
              <a:solidFill>
                <a:schemeClr val="bg2">
                  <a:lumMod val="10000"/>
                </a:schemeClr>
              </a:solidFill>
            </a:endParaRPr>
          </a:p>
        </p:txBody>
      </p:sp>
      <p:grpSp>
        <p:nvGrpSpPr>
          <p:cNvPr id="8" name="Group 7"/>
          <p:cNvGrpSpPr>
            <a:grpSpLocks noChangeAspect="1"/>
          </p:cNvGrpSpPr>
          <p:nvPr/>
        </p:nvGrpSpPr>
        <p:grpSpPr>
          <a:xfrm rot="4351113">
            <a:off x="6438201" y="2025229"/>
            <a:ext cx="5088257" cy="3174293"/>
            <a:chOff x="940378" y="1579484"/>
            <a:chExt cx="7056438" cy="4402137"/>
          </a:xfrm>
        </p:grpSpPr>
        <p:sp>
          <p:nvSpPr>
            <p:cNvPr id="22" name="Freeform 673"/>
            <p:cNvSpPr>
              <a:spLocks noEditPoints="1"/>
            </p:cNvSpPr>
            <p:nvPr/>
          </p:nvSpPr>
          <p:spPr bwMode="auto">
            <a:xfrm rot="21275257">
              <a:off x="4204278" y="1579484"/>
              <a:ext cx="2628900" cy="2630487"/>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3" name="Freeform 675"/>
            <p:cNvSpPr>
              <a:spLocks noEditPoints="1"/>
            </p:cNvSpPr>
            <p:nvPr/>
          </p:nvSpPr>
          <p:spPr bwMode="auto">
            <a:xfrm rot="21275257">
              <a:off x="940378" y="1649334"/>
              <a:ext cx="3429000" cy="3429000"/>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4" name="Oval 676"/>
            <p:cNvSpPr>
              <a:spLocks noChangeArrowheads="1"/>
            </p:cNvSpPr>
            <p:nvPr/>
          </p:nvSpPr>
          <p:spPr bwMode="auto">
            <a:xfrm rot="21275257">
              <a:off x="1307091" y="2016046"/>
              <a:ext cx="2695575" cy="2693988"/>
            </a:xfrm>
            <a:prstGeom prst="ellipse">
              <a:avLst/>
            </a:prstGeom>
            <a:solidFill>
              <a:schemeClr val="accent1">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cs typeface="+mn-cs"/>
              </a:endParaRPr>
            </a:p>
          </p:txBody>
        </p:sp>
        <p:sp>
          <p:nvSpPr>
            <p:cNvPr id="25" name="Oval 677"/>
            <p:cNvSpPr>
              <a:spLocks noChangeArrowheads="1"/>
            </p:cNvSpPr>
            <p:nvPr/>
          </p:nvSpPr>
          <p:spPr bwMode="auto">
            <a:xfrm rot="21275257">
              <a:off x="4617028" y="1993821"/>
              <a:ext cx="1801813" cy="1801813"/>
            </a:xfrm>
            <a:prstGeom prst="ellipse">
              <a:avLst/>
            </a:prstGeom>
            <a:solidFill>
              <a:schemeClr val="accent2">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dirty="0" smtClean="0">
                <a:solidFill>
                  <a:srgbClr val="000000"/>
                </a:solidFill>
                <a:latin typeface="Gulim" pitchFamily="34" charset="-127"/>
                <a:ea typeface="Gulim" pitchFamily="34" charset="-127"/>
                <a:cs typeface="+mn-cs"/>
              </a:endParaRPr>
            </a:p>
          </p:txBody>
        </p:sp>
        <p:sp>
          <p:nvSpPr>
            <p:cNvPr id="26" name="Freeform 679"/>
            <p:cNvSpPr>
              <a:spLocks noEditPoints="1"/>
            </p:cNvSpPr>
            <p:nvPr/>
          </p:nvSpPr>
          <p:spPr bwMode="auto">
            <a:xfrm rot="21275257">
              <a:off x="5693353" y="3676571"/>
              <a:ext cx="2303463" cy="2305050"/>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cs typeface="+mn-cs"/>
              </a:endParaRPr>
            </a:p>
          </p:txBody>
        </p:sp>
        <p:sp>
          <p:nvSpPr>
            <p:cNvPr id="27" name="Oval 680"/>
            <p:cNvSpPr>
              <a:spLocks noChangeArrowheads="1"/>
            </p:cNvSpPr>
            <p:nvPr/>
          </p:nvSpPr>
          <p:spPr bwMode="auto">
            <a:xfrm rot="21275257">
              <a:off x="6055303" y="4040109"/>
              <a:ext cx="1577975" cy="1577975"/>
            </a:xfrm>
            <a:prstGeom prst="ellipse">
              <a:avLst/>
            </a:prstGeom>
            <a:solidFill>
              <a:schemeClr val="accent3">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cs typeface="+mn-cs"/>
              </a:endParaRPr>
            </a:p>
          </p:txBody>
        </p:sp>
      </p:grpSp>
      <p:grpSp>
        <p:nvGrpSpPr>
          <p:cNvPr id="12" name="Group 11"/>
          <p:cNvGrpSpPr/>
          <p:nvPr/>
        </p:nvGrpSpPr>
        <p:grpSpPr>
          <a:xfrm>
            <a:off x="8586479" y="5284162"/>
            <a:ext cx="378565" cy="378564"/>
            <a:chOff x="5607370" y="3562829"/>
            <a:chExt cx="587140" cy="587140"/>
          </a:xfrm>
          <a:noFill/>
        </p:grpSpPr>
        <p:sp>
          <p:nvSpPr>
            <p:cNvPr id="1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20" name="Freeform 23"/>
            <p:cNvSpPr>
              <a:spLocks noEditPoints="1"/>
            </p:cNvSpPr>
            <p:nvPr/>
          </p:nvSpPr>
          <p:spPr bwMode="auto">
            <a:xfrm>
              <a:off x="5607370" y="3562829"/>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grpSp>
        <p:nvGrpSpPr>
          <p:cNvPr id="13" name="Group 12"/>
          <p:cNvGrpSpPr/>
          <p:nvPr/>
        </p:nvGrpSpPr>
        <p:grpSpPr>
          <a:xfrm>
            <a:off x="8600669" y="1989694"/>
            <a:ext cx="543740" cy="543740"/>
            <a:chOff x="6665323" y="3562825"/>
            <a:chExt cx="587140" cy="587140"/>
          </a:xfrm>
          <a:noFill/>
        </p:grpSpPr>
        <p:sp>
          <p:nvSpPr>
            <p:cNvPr id="17"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18"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grpSp>
        <p:nvGrpSpPr>
          <p:cNvPr id="14" name="Group 13"/>
          <p:cNvGrpSpPr/>
          <p:nvPr/>
        </p:nvGrpSpPr>
        <p:grpSpPr>
          <a:xfrm>
            <a:off x="9623661" y="3934421"/>
            <a:ext cx="378565" cy="378565"/>
            <a:chOff x="7740352" y="3562825"/>
            <a:chExt cx="587140" cy="587140"/>
          </a:xfrm>
          <a:noFill/>
        </p:grpSpPr>
        <p:sp>
          <p:nvSpPr>
            <p:cNvPr id="15" name="Freeform 14"/>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sp>
          <p:nvSpPr>
            <p:cNvPr id="16"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cs typeface="+mn-cs"/>
              </a:endParaRPr>
            </a:p>
          </p:txBody>
        </p:sp>
      </p:grpSp>
      <p:sp>
        <p:nvSpPr>
          <p:cNvPr id="28" name="Content Placeholder 2"/>
          <p:cNvSpPr txBox="1">
            <a:spLocks/>
          </p:cNvSpPr>
          <p:nvPr/>
        </p:nvSpPr>
        <p:spPr>
          <a:xfrm>
            <a:off x="1278335" y="3499458"/>
            <a:ext cx="6478847" cy="15327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spcAft>
                <a:spcPts val="0"/>
              </a:spcAft>
              <a:buNone/>
            </a:pPr>
            <a:r>
              <a:rPr lang="ar-SA" sz="3600" b="1" u="sng" dirty="0">
                <a:solidFill>
                  <a:srgbClr val="4BB1A8"/>
                </a:solidFill>
              </a:rPr>
              <a:t>عناصر عملية الاتصال </a:t>
            </a:r>
            <a:r>
              <a:rPr lang="ar-SA" sz="3600" b="1" u="sng" dirty="0" smtClean="0">
                <a:solidFill>
                  <a:srgbClr val="4BB1A8"/>
                </a:solidFill>
              </a:rPr>
              <a:t>التعليمي</a:t>
            </a:r>
            <a:endParaRPr lang="en-US" sz="3600" b="1" u="sng" dirty="0" smtClean="0">
              <a:solidFill>
                <a:srgbClr val="4BB1A8"/>
              </a:solidFill>
            </a:endParaRPr>
          </a:p>
          <a:p>
            <a:pPr marL="0" indent="0" algn="ctr" rtl="1">
              <a:buNone/>
            </a:pPr>
            <a:r>
              <a:rPr lang="ar-SA" sz="3200" b="1" dirty="0">
                <a:solidFill>
                  <a:schemeClr val="tx2"/>
                </a:solidFill>
              </a:rPr>
              <a:t>هناك عناصر ومكونات لعملية الاتصال، منها التقليدية ومنها الاتصال التعليمي الحديث</a:t>
            </a:r>
            <a:endParaRPr lang="en-US" sz="3200" b="1" dirty="0">
              <a:solidFill>
                <a:schemeClr val="tx2"/>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6369684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31" presetClass="entr" presetSubtype="0" fill="hold" nodeType="withEffect">
                                  <p:stCondLst>
                                    <p:cond delay="250"/>
                                  </p:stCondLst>
                                  <p:childTnLst>
                                    <p:set>
                                      <p:cBhvr>
                                        <p:cTn id="8" dur="1" fill="hold">
                                          <p:stCondLst>
                                            <p:cond delay="0"/>
                                          </p:stCondLst>
                                        </p:cTn>
                                        <p:tgtEl>
                                          <p:spTgt spid="8"/>
                                        </p:tgtEl>
                                        <p:attrNameLst>
                                          <p:attrName>style.visibility</p:attrName>
                                        </p:attrNameLst>
                                      </p:cBhvr>
                                      <p:to>
                                        <p:strVal val="visible"/>
                                      </p:to>
                                    </p:set>
                                    <p:anim calcmode="lin" valueType="num">
                                      <p:cBhvr>
                                        <p:cTn id="9" dur="1000" fill="hold"/>
                                        <p:tgtEl>
                                          <p:spTgt spid="8"/>
                                        </p:tgtEl>
                                        <p:attrNameLst>
                                          <p:attrName>ppt_w</p:attrName>
                                        </p:attrNameLst>
                                      </p:cBhvr>
                                      <p:tavLst>
                                        <p:tav tm="0">
                                          <p:val>
                                            <p:fltVal val="0"/>
                                          </p:val>
                                        </p:tav>
                                        <p:tav tm="100000">
                                          <p:val>
                                            <p:strVal val="#ppt_w"/>
                                          </p:val>
                                        </p:tav>
                                      </p:tavLst>
                                    </p:anim>
                                    <p:anim calcmode="lin" valueType="num">
                                      <p:cBhvr>
                                        <p:cTn id="10" dur="1000" fill="hold"/>
                                        <p:tgtEl>
                                          <p:spTgt spid="8"/>
                                        </p:tgtEl>
                                        <p:attrNameLst>
                                          <p:attrName>ppt_h</p:attrName>
                                        </p:attrNameLst>
                                      </p:cBhvr>
                                      <p:tavLst>
                                        <p:tav tm="0">
                                          <p:val>
                                            <p:fltVal val="0"/>
                                          </p:val>
                                        </p:tav>
                                        <p:tav tm="100000">
                                          <p:val>
                                            <p:strVal val="#ppt_h"/>
                                          </p:val>
                                        </p:tav>
                                      </p:tavLst>
                                    </p:anim>
                                    <p:anim calcmode="lin" valueType="num">
                                      <p:cBhvr>
                                        <p:cTn id="11" dur="1000" fill="hold"/>
                                        <p:tgtEl>
                                          <p:spTgt spid="8"/>
                                        </p:tgtEl>
                                        <p:attrNameLst>
                                          <p:attrName>style.rotation</p:attrName>
                                        </p:attrNameLst>
                                      </p:cBhvr>
                                      <p:tavLst>
                                        <p:tav tm="0">
                                          <p:val>
                                            <p:fltVal val="90"/>
                                          </p:val>
                                        </p:tav>
                                        <p:tav tm="100000">
                                          <p:val>
                                            <p:fltVal val="0"/>
                                          </p:val>
                                        </p:tav>
                                      </p:tavLst>
                                    </p:anim>
                                    <p:animEffect transition="in" filter="fade">
                                      <p:cBhvr>
                                        <p:cTn id="12" dur="1000"/>
                                        <p:tgtEl>
                                          <p:spTgt spid="8"/>
                                        </p:tgtEl>
                                      </p:cBhvr>
                                    </p:animEffect>
                                  </p:childTnLst>
                                </p:cTn>
                              </p:par>
                              <p:par>
                                <p:cTn id="13" presetID="53" presetClass="entr" presetSubtype="16" fill="hold" nodeType="withEffect">
                                  <p:stCondLst>
                                    <p:cond delay="1500"/>
                                  </p:stCondLst>
                                  <p:childTnLst>
                                    <p:set>
                                      <p:cBhvr>
                                        <p:cTn id="14" dur="1" fill="hold">
                                          <p:stCondLst>
                                            <p:cond delay="0"/>
                                          </p:stCondLst>
                                        </p:cTn>
                                        <p:tgtEl>
                                          <p:spTgt spid="13"/>
                                        </p:tgtEl>
                                        <p:attrNameLst>
                                          <p:attrName>style.visibility</p:attrName>
                                        </p:attrNameLst>
                                      </p:cBhvr>
                                      <p:to>
                                        <p:strVal val="visible"/>
                                      </p:to>
                                    </p:set>
                                    <p:anim calcmode="lin" valueType="num">
                                      <p:cBhvr>
                                        <p:cTn id="15" dur="250" fill="hold"/>
                                        <p:tgtEl>
                                          <p:spTgt spid="13"/>
                                        </p:tgtEl>
                                        <p:attrNameLst>
                                          <p:attrName>ppt_w</p:attrName>
                                        </p:attrNameLst>
                                      </p:cBhvr>
                                      <p:tavLst>
                                        <p:tav tm="0">
                                          <p:val>
                                            <p:fltVal val="0"/>
                                          </p:val>
                                        </p:tav>
                                        <p:tav tm="100000">
                                          <p:val>
                                            <p:strVal val="#ppt_w"/>
                                          </p:val>
                                        </p:tav>
                                      </p:tavLst>
                                    </p:anim>
                                    <p:anim calcmode="lin" valueType="num">
                                      <p:cBhvr>
                                        <p:cTn id="16" dur="250" fill="hold"/>
                                        <p:tgtEl>
                                          <p:spTgt spid="13"/>
                                        </p:tgtEl>
                                        <p:attrNameLst>
                                          <p:attrName>ppt_h</p:attrName>
                                        </p:attrNameLst>
                                      </p:cBhvr>
                                      <p:tavLst>
                                        <p:tav tm="0">
                                          <p:val>
                                            <p:fltVal val="0"/>
                                          </p:val>
                                        </p:tav>
                                        <p:tav tm="100000">
                                          <p:val>
                                            <p:strVal val="#ppt_h"/>
                                          </p:val>
                                        </p:tav>
                                      </p:tavLst>
                                    </p:anim>
                                    <p:animEffect transition="in" filter="fade">
                                      <p:cBhvr>
                                        <p:cTn id="17" dur="250"/>
                                        <p:tgtEl>
                                          <p:spTgt spid="13"/>
                                        </p:tgtEl>
                                      </p:cBhvr>
                                    </p:animEffect>
                                  </p:childTnLst>
                                </p:cTn>
                              </p:par>
                              <p:par>
                                <p:cTn id="18" presetID="53" presetClass="entr" presetSubtype="16" fill="hold" nodeType="withEffect">
                                  <p:stCondLst>
                                    <p:cond delay="1500"/>
                                  </p:stCondLst>
                                  <p:childTnLst>
                                    <p:set>
                                      <p:cBhvr>
                                        <p:cTn id="19" dur="1" fill="hold">
                                          <p:stCondLst>
                                            <p:cond delay="0"/>
                                          </p:stCondLst>
                                        </p:cTn>
                                        <p:tgtEl>
                                          <p:spTgt spid="14"/>
                                        </p:tgtEl>
                                        <p:attrNameLst>
                                          <p:attrName>style.visibility</p:attrName>
                                        </p:attrNameLst>
                                      </p:cBhvr>
                                      <p:to>
                                        <p:strVal val="visible"/>
                                      </p:to>
                                    </p:set>
                                    <p:anim calcmode="lin" valueType="num">
                                      <p:cBhvr>
                                        <p:cTn id="20" dur="250" fill="hold"/>
                                        <p:tgtEl>
                                          <p:spTgt spid="14"/>
                                        </p:tgtEl>
                                        <p:attrNameLst>
                                          <p:attrName>ppt_w</p:attrName>
                                        </p:attrNameLst>
                                      </p:cBhvr>
                                      <p:tavLst>
                                        <p:tav tm="0">
                                          <p:val>
                                            <p:fltVal val="0"/>
                                          </p:val>
                                        </p:tav>
                                        <p:tav tm="100000">
                                          <p:val>
                                            <p:strVal val="#ppt_w"/>
                                          </p:val>
                                        </p:tav>
                                      </p:tavLst>
                                    </p:anim>
                                    <p:anim calcmode="lin" valueType="num">
                                      <p:cBhvr>
                                        <p:cTn id="21" dur="250" fill="hold"/>
                                        <p:tgtEl>
                                          <p:spTgt spid="14"/>
                                        </p:tgtEl>
                                        <p:attrNameLst>
                                          <p:attrName>ppt_h</p:attrName>
                                        </p:attrNameLst>
                                      </p:cBhvr>
                                      <p:tavLst>
                                        <p:tav tm="0">
                                          <p:val>
                                            <p:fltVal val="0"/>
                                          </p:val>
                                        </p:tav>
                                        <p:tav tm="100000">
                                          <p:val>
                                            <p:strVal val="#ppt_h"/>
                                          </p:val>
                                        </p:tav>
                                      </p:tavLst>
                                    </p:anim>
                                    <p:animEffect transition="in" filter="fade">
                                      <p:cBhvr>
                                        <p:cTn id="22" dur="250"/>
                                        <p:tgtEl>
                                          <p:spTgt spid="14"/>
                                        </p:tgtEl>
                                      </p:cBhvr>
                                    </p:animEffect>
                                  </p:childTnLst>
                                </p:cTn>
                              </p:par>
                              <p:par>
                                <p:cTn id="23" presetID="53" presetClass="entr" presetSubtype="16" fill="hold" nodeType="withEffect">
                                  <p:stCondLst>
                                    <p:cond delay="15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250" fill="hold"/>
                                        <p:tgtEl>
                                          <p:spTgt spid="12"/>
                                        </p:tgtEl>
                                        <p:attrNameLst>
                                          <p:attrName>ppt_w</p:attrName>
                                        </p:attrNameLst>
                                      </p:cBhvr>
                                      <p:tavLst>
                                        <p:tav tm="0">
                                          <p:val>
                                            <p:fltVal val="0"/>
                                          </p:val>
                                        </p:tav>
                                        <p:tav tm="100000">
                                          <p:val>
                                            <p:strVal val="#ppt_w"/>
                                          </p:val>
                                        </p:tav>
                                      </p:tavLst>
                                    </p:anim>
                                    <p:anim calcmode="lin" valueType="num">
                                      <p:cBhvr>
                                        <p:cTn id="26" dur="250" fill="hold"/>
                                        <p:tgtEl>
                                          <p:spTgt spid="12"/>
                                        </p:tgtEl>
                                        <p:attrNameLst>
                                          <p:attrName>ppt_h</p:attrName>
                                        </p:attrNameLst>
                                      </p:cBhvr>
                                      <p:tavLst>
                                        <p:tav tm="0">
                                          <p:val>
                                            <p:fltVal val="0"/>
                                          </p:val>
                                        </p:tav>
                                        <p:tav tm="100000">
                                          <p:val>
                                            <p:strVal val="#ppt_h"/>
                                          </p:val>
                                        </p:tav>
                                      </p:tavLst>
                                    </p:anim>
                                    <p:animEffect transition="in" filter="fade">
                                      <p:cBhvr>
                                        <p:cTn id="27" dur="250"/>
                                        <p:tgtEl>
                                          <p:spTgt spid="12"/>
                                        </p:tgtEl>
                                      </p:cBhvr>
                                    </p:animEffect>
                                  </p:childTnLst>
                                </p:cTn>
                              </p:par>
                            </p:childTnLst>
                          </p:cTn>
                        </p:par>
                        <p:par>
                          <p:cTn id="28" fill="hold">
                            <p:stCondLst>
                              <p:cond delay="1750"/>
                            </p:stCondLst>
                            <p:childTnLst>
                              <p:par>
                                <p:cTn id="29" presetID="10" presetClass="entr" presetSubtype="0" fill="hold" grpId="0" nodeType="after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609463" y="446812"/>
            <a:ext cx="11009271" cy="642938"/>
          </a:xfrm>
        </p:spPr>
        <p:txBody>
          <a:bodyPr/>
          <a:lstStyle/>
          <a:p>
            <a:pPr algn="r"/>
            <a:r>
              <a:rPr lang="ar-SA" sz="3200" b="1" u="sng" dirty="0">
                <a:solidFill>
                  <a:schemeClr val="bg2">
                    <a:lumMod val="10000"/>
                  </a:schemeClr>
                </a:solidFill>
              </a:rPr>
              <a:t>ويمكن تمثيل نموذج عناصر الاتصال التقليدي بالشكل الآتي</a:t>
            </a:r>
            <a:endParaRPr lang="en-US" sz="3200" b="1" u="sng" dirty="0">
              <a:solidFill>
                <a:schemeClr val="bg2">
                  <a:lumMod val="10000"/>
                </a:schemeClr>
              </a:solidFill>
              <a:latin typeface="Lato Light" panose="020F0402020204030203" pitchFamily="34" charset="0"/>
              <a:cs typeface="Lato Light" panose="020F0402020204030203" pitchFamily="34" charset="0"/>
            </a:endParaRPr>
          </a:p>
        </p:txBody>
      </p:sp>
      <p:sp>
        <p:nvSpPr>
          <p:cNvPr id="3" name="Oval 2"/>
          <p:cNvSpPr/>
          <p:nvPr/>
        </p:nvSpPr>
        <p:spPr>
          <a:xfrm>
            <a:off x="2412205" y="2978943"/>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7" name="Oval 26"/>
          <p:cNvSpPr/>
          <p:nvPr/>
        </p:nvSpPr>
        <p:spPr>
          <a:xfrm>
            <a:off x="5269706" y="2978944"/>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smtClean="0">
                <a:solidFill>
                  <a:prstClr val="black">
                    <a:lumMod val="75000"/>
                    <a:lumOff val="25000"/>
                  </a:prstClr>
                </a:solidFill>
                <a:latin typeface="FontAwesome" pitchFamily="2" charset="0"/>
              </a:rPr>
              <a:t></a:t>
            </a:r>
            <a:endParaRPr lang="ru-RU" sz="3600" dirty="0">
              <a:solidFill>
                <a:prstClr val="black">
                  <a:lumMod val="75000"/>
                  <a:lumOff val="25000"/>
                </a:prstClr>
              </a:solidFill>
            </a:endParaRPr>
          </a:p>
        </p:txBody>
      </p:sp>
      <p:sp>
        <p:nvSpPr>
          <p:cNvPr id="28" name="Oval 27"/>
          <p:cNvSpPr/>
          <p:nvPr/>
        </p:nvSpPr>
        <p:spPr>
          <a:xfrm>
            <a:off x="8136731" y="2973068"/>
            <a:ext cx="1671637" cy="1671637"/>
          </a:xfrm>
          <a:prstGeom prst="ellipse">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3600" dirty="0">
                <a:solidFill>
                  <a:prstClr val="black">
                    <a:lumMod val="75000"/>
                    <a:lumOff val="25000"/>
                  </a:prstClr>
                </a:solidFill>
                <a:latin typeface="FontAwesome" pitchFamily="2" charset="0"/>
              </a:rPr>
              <a:t></a:t>
            </a:r>
            <a:endParaRPr lang="en-US" sz="3600" dirty="0">
              <a:solidFill>
                <a:prstClr val="black">
                  <a:lumMod val="75000"/>
                  <a:lumOff val="25000"/>
                </a:prstClr>
              </a:solidFill>
            </a:endParaRPr>
          </a:p>
        </p:txBody>
      </p:sp>
      <p:grpSp>
        <p:nvGrpSpPr>
          <p:cNvPr id="5" name="Group 4"/>
          <p:cNvGrpSpPr/>
          <p:nvPr/>
        </p:nvGrpSpPr>
        <p:grpSpPr>
          <a:xfrm>
            <a:off x="1528762" y="2043113"/>
            <a:ext cx="3436620" cy="3429475"/>
            <a:chOff x="1528762" y="2043113"/>
            <a:chExt cx="3436620" cy="3429475"/>
          </a:xfrm>
        </p:grpSpPr>
        <p:sp>
          <p:nvSpPr>
            <p:cNvPr id="2" name="Block Arc 1"/>
            <p:cNvSpPr/>
            <p:nvPr/>
          </p:nvSpPr>
          <p:spPr>
            <a:xfrm>
              <a:off x="1528762" y="2043113"/>
              <a:ext cx="3429000" cy="3429000"/>
            </a:xfrm>
            <a:prstGeom prst="blockArc">
              <a:avLst>
                <a:gd name="adj1" fmla="val 10800000"/>
                <a:gd name="adj2" fmla="val 0"/>
                <a:gd name="adj3" fmla="val 16667"/>
              </a:avLst>
            </a:prstGeom>
            <a:pattFill prst="pct70">
              <a:fgClr>
                <a:srgbClr val="0087B1"/>
              </a:fgClr>
              <a:bgClr>
                <a:schemeClr val="accent5">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29" name="Block Arc 28"/>
            <p:cNvSpPr/>
            <p:nvPr/>
          </p:nvSpPr>
          <p:spPr>
            <a:xfrm>
              <a:off x="1536382" y="2043588"/>
              <a:ext cx="3429000" cy="3429000"/>
            </a:xfrm>
            <a:prstGeom prst="blockArc">
              <a:avLst>
                <a:gd name="adj1" fmla="val 17438820"/>
                <a:gd name="adj2" fmla="val 21599999"/>
                <a:gd name="adj3" fmla="val 1727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9" name="Group 8"/>
          <p:cNvGrpSpPr/>
          <p:nvPr/>
        </p:nvGrpSpPr>
        <p:grpSpPr>
          <a:xfrm>
            <a:off x="4395787" y="2100263"/>
            <a:ext cx="3432812" cy="3431380"/>
            <a:chOff x="4395787" y="2100263"/>
            <a:chExt cx="3432812" cy="3431380"/>
          </a:xfrm>
        </p:grpSpPr>
        <p:sp>
          <p:nvSpPr>
            <p:cNvPr id="23" name="Block Arc 22"/>
            <p:cNvSpPr/>
            <p:nvPr/>
          </p:nvSpPr>
          <p:spPr>
            <a:xfrm rot="10800000">
              <a:off x="4395787" y="2100263"/>
              <a:ext cx="3429000" cy="3429000"/>
            </a:xfrm>
            <a:prstGeom prst="blockArc">
              <a:avLst>
                <a:gd name="adj1" fmla="val 10800000"/>
                <a:gd name="adj2" fmla="val 0"/>
                <a:gd name="adj3" fmla="val 16667"/>
              </a:avLst>
            </a:prstGeom>
            <a:pattFill prst="pct70">
              <a:fgClr>
                <a:srgbClr val="FE8301"/>
              </a:fgClr>
              <a:bgClr>
                <a:schemeClr val="accent2">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0" name="Block Arc 29"/>
            <p:cNvSpPr/>
            <p:nvPr/>
          </p:nvSpPr>
          <p:spPr>
            <a:xfrm rot="4048770">
              <a:off x="4399599" y="2102643"/>
              <a:ext cx="3429000" cy="3429000"/>
            </a:xfrm>
            <a:prstGeom prst="blockArc">
              <a:avLst>
                <a:gd name="adj1" fmla="val 17506167"/>
                <a:gd name="adj2" fmla="val 2318438"/>
                <a:gd name="adj3" fmla="val 170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0" name="Group 9"/>
          <p:cNvGrpSpPr/>
          <p:nvPr/>
        </p:nvGrpSpPr>
        <p:grpSpPr>
          <a:xfrm>
            <a:off x="7253287" y="2037558"/>
            <a:ext cx="3443763" cy="3434555"/>
            <a:chOff x="7253287" y="2037558"/>
            <a:chExt cx="3443763" cy="3434555"/>
          </a:xfrm>
        </p:grpSpPr>
        <p:sp>
          <p:nvSpPr>
            <p:cNvPr id="26" name="Block Arc 25"/>
            <p:cNvSpPr/>
            <p:nvPr/>
          </p:nvSpPr>
          <p:spPr>
            <a:xfrm>
              <a:off x="7253287" y="2043113"/>
              <a:ext cx="3429000" cy="3429000"/>
            </a:xfrm>
            <a:prstGeom prst="blockArc">
              <a:avLst>
                <a:gd name="adj1" fmla="val 10800000"/>
                <a:gd name="adj2" fmla="val 0"/>
                <a:gd name="adj3" fmla="val 16667"/>
              </a:avLst>
            </a:prstGeom>
            <a:pattFill prst="pct70">
              <a:fgClr>
                <a:srgbClr val="A1BB22"/>
              </a:fgClr>
              <a:bgClr>
                <a:schemeClr val="accent6">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31" name="Block Arc 30"/>
            <p:cNvSpPr/>
            <p:nvPr/>
          </p:nvSpPr>
          <p:spPr>
            <a:xfrm>
              <a:off x="7268050" y="2037558"/>
              <a:ext cx="3429000" cy="3429000"/>
            </a:xfrm>
            <a:prstGeom prst="blockArc">
              <a:avLst>
                <a:gd name="adj1" fmla="val 17003911"/>
                <a:gd name="adj2" fmla="val 66214"/>
                <a:gd name="adj3" fmla="val 175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grpSp>
      <p:grpSp>
        <p:nvGrpSpPr>
          <p:cNvPr id="11" name="Group 10"/>
          <p:cNvGrpSpPr/>
          <p:nvPr/>
        </p:nvGrpSpPr>
        <p:grpSpPr>
          <a:xfrm>
            <a:off x="3175038" y="4650260"/>
            <a:ext cx="131208" cy="402198"/>
            <a:chOff x="3175038" y="4650260"/>
            <a:chExt cx="131208" cy="402198"/>
          </a:xfrm>
        </p:grpSpPr>
        <p:sp>
          <p:nvSpPr>
            <p:cNvPr id="4" name="Oval 3"/>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8" name="Straight Connector 7"/>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8909484" y="4650260"/>
            <a:ext cx="131208" cy="402198"/>
            <a:chOff x="3175038" y="4650260"/>
            <a:chExt cx="131208" cy="402198"/>
          </a:xfrm>
        </p:grpSpPr>
        <p:sp>
          <p:nvSpPr>
            <p:cNvPr id="35" name="Oval 34"/>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6" name="Straight Connector 35"/>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rot="10800000">
            <a:off x="6045320" y="2570870"/>
            <a:ext cx="131208" cy="402198"/>
            <a:chOff x="3175038" y="4650260"/>
            <a:chExt cx="131208" cy="402198"/>
          </a:xfrm>
        </p:grpSpPr>
        <p:sp>
          <p:nvSpPr>
            <p:cNvPr id="40" name="Oval 39"/>
            <p:cNvSpPr/>
            <p:nvPr/>
          </p:nvSpPr>
          <p:spPr>
            <a:xfrm>
              <a:off x="3175038" y="4921250"/>
              <a:ext cx="131208" cy="131208"/>
            </a:xfrm>
            <a:prstGeom prst="ellipse">
              <a:avLst/>
            </a:prstGeom>
            <a:no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1" name="Straight Connector 40"/>
            <p:cNvCxnSpPr/>
            <p:nvPr/>
          </p:nvCxnSpPr>
          <p:spPr>
            <a:xfrm>
              <a:off x="3240642" y="4650260"/>
              <a:ext cx="0" cy="270990"/>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2374319" y="5114268"/>
            <a:ext cx="1636819" cy="584775"/>
          </a:xfrm>
          <a:prstGeom prst="rect">
            <a:avLst/>
          </a:prstGeom>
          <a:noFill/>
        </p:spPr>
        <p:txBody>
          <a:bodyPr wrap="square" rtlCol="0">
            <a:spAutoFit/>
          </a:bodyPr>
          <a:lstStyle/>
          <a:p>
            <a:pPr algn="ctr" fontAlgn="auto">
              <a:spcBef>
                <a:spcPts val="0"/>
              </a:spcBef>
              <a:spcAft>
                <a:spcPts val="0"/>
              </a:spcAft>
            </a:pPr>
            <a:r>
              <a:rPr lang="ar-SA" sz="3200" b="1" u="sng" dirty="0" smtClean="0">
                <a:solidFill>
                  <a:srgbClr val="0087B1"/>
                </a:solidFill>
                <a:latin typeface="Lato Black" panose="020F0A02020204030203" pitchFamily="34" charset="0"/>
                <a:cs typeface="+mn-cs"/>
              </a:rPr>
              <a:t>المرسل</a:t>
            </a:r>
            <a:endParaRPr lang="en-US" sz="3200" b="1" u="sng" dirty="0">
              <a:solidFill>
                <a:srgbClr val="0087B1"/>
              </a:solidFill>
              <a:latin typeface="Lato Black" panose="020F0A02020204030203" pitchFamily="34" charset="0"/>
              <a:cs typeface="+mn-cs"/>
            </a:endParaRPr>
          </a:p>
        </p:txBody>
      </p:sp>
      <p:grpSp>
        <p:nvGrpSpPr>
          <p:cNvPr id="13" name="Group 12"/>
          <p:cNvGrpSpPr/>
          <p:nvPr/>
        </p:nvGrpSpPr>
        <p:grpSpPr>
          <a:xfrm>
            <a:off x="4381023" y="1399800"/>
            <a:ext cx="3260748" cy="1073829"/>
            <a:chOff x="4381023" y="1399800"/>
            <a:chExt cx="3260748" cy="1073829"/>
          </a:xfrm>
        </p:grpSpPr>
        <p:sp>
          <p:nvSpPr>
            <p:cNvPr id="48" name="TextBox 47"/>
            <p:cNvSpPr txBox="1"/>
            <p:nvPr/>
          </p:nvSpPr>
          <p:spPr>
            <a:xfrm>
              <a:off x="4381023" y="1888854"/>
              <a:ext cx="3260748" cy="584775"/>
            </a:xfrm>
            <a:prstGeom prst="rect">
              <a:avLst/>
            </a:prstGeom>
            <a:noFill/>
          </p:spPr>
          <p:txBody>
            <a:bodyPr wrap="square" rtlCol="0">
              <a:spAutoFit/>
            </a:bodyPr>
            <a:lstStyle/>
            <a:p>
              <a:pPr algn="ctr" fontAlgn="auto">
                <a:spcBef>
                  <a:spcPts val="0"/>
                </a:spcBef>
                <a:spcAft>
                  <a:spcPts val="0"/>
                </a:spcAft>
              </a:pPr>
              <a:r>
                <a:rPr lang="ar-SA" sz="3200" b="1" dirty="0" smtClean="0">
                  <a:solidFill>
                    <a:srgbClr val="FE8301"/>
                  </a:solidFill>
                  <a:latin typeface="Lato Light" panose="020F0302020204030203" pitchFamily="34" charset="0"/>
                  <a:cs typeface="+mn-cs"/>
                </a:rPr>
                <a:t>الوسيلة أو قناة الاتصال</a:t>
              </a:r>
              <a:endParaRPr lang="en-US" sz="3200" b="1" dirty="0" smtClean="0">
                <a:solidFill>
                  <a:srgbClr val="FE8301"/>
                </a:solidFill>
                <a:latin typeface="Lato Light" panose="020F0302020204030203" pitchFamily="34" charset="0"/>
                <a:cs typeface="+mn-cs"/>
              </a:endParaRPr>
            </a:p>
          </p:txBody>
        </p:sp>
        <p:sp>
          <p:nvSpPr>
            <p:cNvPr id="49" name="TextBox 48"/>
            <p:cNvSpPr txBox="1"/>
            <p:nvPr/>
          </p:nvSpPr>
          <p:spPr>
            <a:xfrm>
              <a:off x="5278051" y="1399800"/>
              <a:ext cx="1636819" cy="584775"/>
            </a:xfrm>
            <a:prstGeom prst="rect">
              <a:avLst/>
            </a:prstGeom>
            <a:noFill/>
          </p:spPr>
          <p:txBody>
            <a:bodyPr wrap="square" rtlCol="0">
              <a:spAutoFit/>
            </a:bodyPr>
            <a:lstStyle/>
            <a:p>
              <a:pPr algn="ctr" fontAlgn="auto">
                <a:spcBef>
                  <a:spcPts val="0"/>
                </a:spcBef>
                <a:spcAft>
                  <a:spcPts val="0"/>
                </a:spcAft>
              </a:pPr>
              <a:r>
                <a:rPr lang="ar-SA" sz="3200" b="1" u="sng" dirty="0" smtClean="0">
                  <a:solidFill>
                    <a:srgbClr val="FE8301"/>
                  </a:solidFill>
                  <a:latin typeface="Lato Black" panose="020F0A02020204030203" pitchFamily="34" charset="0"/>
                  <a:cs typeface="+mn-cs"/>
                </a:rPr>
                <a:t>الرسالة</a:t>
              </a:r>
              <a:endParaRPr lang="en-US" sz="3200" b="1" u="sng" dirty="0">
                <a:solidFill>
                  <a:srgbClr val="FE8301"/>
                </a:solidFill>
                <a:latin typeface="Lato Black" panose="020F0A02020204030203" pitchFamily="34" charset="0"/>
                <a:cs typeface="+mn-cs"/>
              </a:endParaRPr>
            </a:p>
          </p:txBody>
        </p:sp>
      </p:grpSp>
      <p:sp>
        <p:nvSpPr>
          <p:cNvPr id="53" name="TextBox 52"/>
          <p:cNvSpPr txBox="1"/>
          <p:nvPr/>
        </p:nvSpPr>
        <p:spPr>
          <a:xfrm>
            <a:off x="7986881" y="5079761"/>
            <a:ext cx="1991337" cy="584775"/>
          </a:xfrm>
          <a:prstGeom prst="rect">
            <a:avLst/>
          </a:prstGeom>
          <a:noFill/>
        </p:spPr>
        <p:txBody>
          <a:bodyPr wrap="square" rtlCol="0">
            <a:spAutoFit/>
          </a:bodyPr>
          <a:lstStyle/>
          <a:p>
            <a:pPr algn="ctr" fontAlgn="auto">
              <a:spcBef>
                <a:spcPts val="0"/>
              </a:spcBef>
              <a:spcAft>
                <a:spcPts val="0"/>
              </a:spcAft>
            </a:pPr>
            <a:r>
              <a:rPr lang="ar-SA" sz="3200" b="1" u="sng" dirty="0" smtClean="0">
                <a:solidFill>
                  <a:srgbClr val="A1BB22"/>
                </a:solidFill>
                <a:latin typeface="Lato Black" panose="020F0A02020204030203" pitchFamily="34" charset="0"/>
                <a:cs typeface="+mn-cs"/>
              </a:rPr>
              <a:t>المستقبل</a:t>
            </a:r>
            <a:endParaRPr lang="en-US" sz="3200" b="1" u="sng" dirty="0">
              <a:solidFill>
                <a:srgbClr val="A1BB22"/>
              </a:solidFill>
              <a:latin typeface="Lato Black" panose="020F0A02020204030203" pitchFamily="34" charset="0"/>
              <a:cs typeface="+mn-cs"/>
            </a:endParaRPr>
          </a:p>
        </p:txBody>
      </p:sp>
      <p:sp>
        <p:nvSpPr>
          <p:cNvPr id="50" name="Teardrop 49"/>
          <p:cNvSpPr/>
          <p:nvPr/>
        </p:nvSpPr>
        <p:spPr>
          <a:xfrm>
            <a:off x="199491" y="6568934"/>
            <a:ext cx="97308" cy="97308"/>
          </a:xfrm>
          <a:prstGeom prst="teardrop">
            <a:avLst/>
          </a:prstGeom>
          <a:no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5" name="Rectangle 54"/>
          <p:cNvSpPr/>
          <p:nvPr/>
        </p:nvSpPr>
        <p:spPr>
          <a:xfrm>
            <a:off x="219615" y="6512630"/>
            <a:ext cx="516488" cy="261610"/>
          </a:xfrm>
          <a:prstGeom prst="rect">
            <a:avLst/>
          </a:prstGeom>
        </p:spPr>
        <p:txBody>
          <a:bodyPr wrap="none">
            <a:spAutoFit/>
          </a:bodyPr>
          <a:lstStyle/>
          <a:p>
            <a:pPr fontAlgn="auto">
              <a:spcBef>
                <a:spcPts val="0"/>
              </a:spcBef>
              <a:spcAft>
                <a:spcPts val="0"/>
              </a:spcAft>
            </a:pPr>
            <a:r>
              <a:rPr lang="en-US" sz="1100" dirty="0">
                <a:solidFill>
                  <a:prstClr val="white">
                    <a:lumMod val="85000"/>
                  </a:prstClr>
                </a:solidFill>
                <a:latin typeface="Lato Heavy" panose="020F0902020204030203" pitchFamily="34" charset="0"/>
                <a:cs typeface="Lato Heavy" panose="020F0902020204030203" pitchFamily="34" charset="0"/>
              </a:rPr>
              <a:t>IDEA</a:t>
            </a: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166396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 fill="hold"/>
                                        <p:tgtEl>
                                          <p:spTgt spid="3"/>
                                        </p:tgtEl>
                                        <p:attrNameLst>
                                          <p:attrName>ppt_w</p:attrName>
                                        </p:attrNameLst>
                                      </p:cBhvr>
                                      <p:tavLst>
                                        <p:tav tm="0">
                                          <p:val>
                                            <p:fltVal val="0"/>
                                          </p:val>
                                        </p:tav>
                                        <p:tav tm="100000">
                                          <p:val>
                                            <p:strVal val="#ppt_w"/>
                                          </p:val>
                                        </p:tav>
                                      </p:tavLst>
                                    </p:anim>
                                    <p:anim calcmode="lin" valueType="num">
                                      <p:cBhvr>
                                        <p:cTn id="11" dur="500" fill="hold"/>
                                        <p:tgtEl>
                                          <p:spTgt spid="3"/>
                                        </p:tgtEl>
                                        <p:attrNameLst>
                                          <p:attrName>ppt_h</p:attrName>
                                        </p:attrNameLst>
                                      </p:cBhvr>
                                      <p:tavLst>
                                        <p:tav tm="0">
                                          <p:val>
                                            <p:fltVal val="0"/>
                                          </p:val>
                                        </p:tav>
                                        <p:tav tm="100000">
                                          <p:val>
                                            <p:strVal val="#ppt_h"/>
                                          </p:val>
                                        </p:tav>
                                      </p:tavLst>
                                    </p:anim>
                                    <p:animEffect transition="in" filter="fade">
                                      <p:cBhvr>
                                        <p:cTn id="12" dur="500"/>
                                        <p:tgtEl>
                                          <p:spTgt spid="3"/>
                                        </p:tgtEl>
                                      </p:cBhvr>
                                    </p:animEffect>
                                  </p:childTnLst>
                                </p:cTn>
                              </p:par>
                              <p:par>
                                <p:cTn id="13" presetID="22" presetClass="entr" presetSubtype="1"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par>
                                <p:cTn id="16" presetID="22" presetClass="entr" presetSubtype="8" fill="hold"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par>
                                <p:cTn id="19" presetID="53" presetClass="entr" presetSubtype="16" fill="hold" grpId="0" nodeType="withEffect">
                                  <p:stCondLst>
                                    <p:cond delay="750"/>
                                  </p:stCondLst>
                                  <p:childTnLst>
                                    <p:set>
                                      <p:cBhvr>
                                        <p:cTn id="20" dur="1" fill="hold">
                                          <p:stCondLst>
                                            <p:cond delay="0"/>
                                          </p:stCondLst>
                                        </p:cTn>
                                        <p:tgtEl>
                                          <p:spTgt spid="27"/>
                                        </p:tgtEl>
                                        <p:attrNameLst>
                                          <p:attrName>style.visibility</p:attrName>
                                        </p:attrNameLst>
                                      </p:cBhvr>
                                      <p:to>
                                        <p:strVal val="visible"/>
                                      </p:to>
                                    </p:set>
                                    <p:anim calcmode="lin" valueType="num">
                                      <p:cBhvr>
                                        <p:cTn id="21" dur="500" fill="hold"/>
                                        <p:tgtEl>
                                          <p:spTgt spid="27"/>
                                        </p:tgtEl>
                                        <p:attrNameLst>
                                          <p:attrName>ppt_w</p:attrName>
                                        </p:attrNameLst>
                                      </p:cBhvr>
                                      <p:tavLst>
                                        <p:tav tm="0">
                                          <p:val>
                                            <p:fltVal val="0"/>
                                          </p:val>
                                        </p:tav>
                                        <p:tav tm="100000">
                                          <p:val>
                                            <p:strVal val="#ppt_w"/>
                                          </p:val>
                                        </p:tav>
                                      </p:tavLst>
                                    </p:anim>
                                    <p:anim calcmode="lin" valueType="num">
                                      <p:cBhvr>
                                        <p:cTn id="22" dur="500" fill="hold"/>
                                        <p:tgtEl>
                                          <p:spTgt spid="27"/>
                                        </p:tgtEl>
                                        <p:attrNameLst>
                                          <p:attrName>ppt_h</p:attrName>
                                        </p:attrNameLst>
                                      </p:cBhvr>
                                      <p:tavLst>
                                        <p:tav tm="0">
                                          <p:val>
                                            <p:fltVal val="0"/>
                                          </p:val>
                                        </p:tav>
                                        <p:tav tm="100000">
                                          <p:val>
                                            <p:strVal val="#ppt_h"/>
                                          </p:val>
                                        </p:tav>
                                      </p:tavLst>
                                    </p:anim>
                                    <p:animEffect transition="in" filter="fade">
                                      <p:cBhvr>
                                        <p:cTn id="23" dur="500"/>
                                        <p:tgtEl>
                                          <p:spTgt spid="27"/>
                                        </p:tgtEl>
                                      </p:cBhvr>
                                    </p:animEffect>
                                  </p:childTnLst>
                                </p:cTn>
                              </p:par>
                              <p:par>
                                <p:cTn id="24" presetID="22" presetClass="entr" presetSubtype="4" fill="hold" nodeType="withEffect">
                                  <p:stCondLst>
                                    <p:cond delay="1000"/>
                                  </p:stCondLst>
                                  <p:childTnLst>
                                    <p:set>
                                      <p:cBhvr>
                                        <p:cTn id="25" dur="1" fill="hold">
                                          <p:stCondLst>
                                            <p:cond delay="0"/>
                                          </p:stCondLst>
                                        </p:cTn>
                                        <p:tgtEl>
                                          <p:spTgt spid="37"/>
                                        </p:tgtEl>
                                        <p:attrNameLst>
                                          <p:attrName>style.visibility</p:attrName>
                                        </p:attrNameLst>
                                      </p:cBhvr>
                                      <p:to>
                                        <p:strVal val="visible"/>
                                      </p:to>
                                    </p:set>
                                    <p:animEffect transition="in" filter="wipe(down)">
                                      <p:cBhvr>
                                        <p:cTn id="26" dur="500"/>
                                        <p:tgtEl>
                                          <p:spTgt spid="37"/>
                                        </p:tgtEl>
                                      </p:cBhvr>
                                    </p:animEffect>
                                  </p:childTnLst>
                                </p:cTn>
                              </p:par>
                              <p:par>
                                <p:cTn id="27" presetID="10" presetClass="entr" presetSubtype="0" fill="hold" nodeType="withEffect">
                                  <p:stCondLst>
                                    <p:cond delay="125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22" presetClass="entr" presetSubtype="8" fill="hold" nodeType="withEffect">
                                  <p:stCondLst>
                                    <p:cond delay="1000"/>
                                  </p:stCondLst>
                                  <p:childTnLst>
                                    <p:set>
                                      <p:cBhvr>
                                        <p:cTn id="31" dur="1" fill="hold">
                                          <p:stCondLst>
                                            <p:cond delay="0"/>
                                          </p:stCondLst>
                                        </p:cTn>
                                        <p:tgtEl>
                                          <p:spTgt spid="10"/>
                                        </p:tgtEl>
                                        <p:attrNameLst>
                                          <p:attrName>style.visibility</p:attrName>
                                        </p:attrNameLst>
                                      </p:cBhvr>
                                      <p:to>
                                        <p:strVal val="visible"/>
                                      </p:to>
                                    </p:set>
                                    <p:animEffect transition="in" filter="wipe(left)">
                                      <p:cBhvr>
                                        <p:cTn id="32" dur="500"/>
                                        <p:tgtEl>
                                          <p:spTgt spid="10"/>
                                        </p:tgtEl>
                                      </p:cBhvr>
                                    </p:animEffect>
                                  </p:childTnLst>
                                </p:cTn>
                              </p:par>
                              <p:par>
                                <p:cTn id="33" presetID="53" presetClass="entr" presetSubtype="16" fill="hold" grpId="0" nodeType="withEffect">
                                  <p:stCondLst>
                                    <p:cond delay="1250"/>
                                  </p:stCondLst>
                                  <p:childTnLst>
                                    <p:set>
                                      <p:cBhvr>
                                        <p:cTn id="34" dur="1" fill="hold">
                                          <p:stCondLst>
                                            <p:cond delay="0"/>
                                          </p:stCondLst>
                                        </p:cTn>
                                        <p:tgtEl>
                                          <p:spTgt spid="28"/>
                                        </p:tgtEl>
                                        <p:attrNameLst>
                                          <p:attrName>style.visibility</p:attrName>
                                        </p:attrNameLst>
                                      </p:cBhvr>
                                      <p:to>
                                        <p:strVal val="visible"/>
                                      </p:to>
                                    </p:set>
                                    <p:anim calcmode="lin" valueType="num">
                                      <p:cBhvr>
                                        <p:cTn id="35" dur="500" fill="hold"/>
                                        <p:tgtEl>
                                          <p:spTgt spid="28"/>
                                        </p:tgtEl>
                                        <p:attrNameLst>
                                          <p:attrName>ppt_w</p:attrName>
                                        </p:attrNameLst>
                                      </p:cBhvr>
                                      <p:tavLst>
                                        <p:tav tm="0">
                                          <p:val>
                                            <p:fltVal val="0"/>
                                          </p:val>
                                        </p:tav>
                                        <p:tav tm="100000">
                                          <p:val>
                                            <p:strVal val="#ppt_w"/>
                                          </p:val>
                                        </p:tav>
                                      </p:tavLst>
                                    </p:anim>
                                    <p:anim calcmode="lin" valueType="num">
                                      <p:cBhvr>
                                        <p:cTn id="36" dur="500" fill="hold"/>
                                        <p:tgtEl>
                                          <p:spTgt spid="28"/>
                                        </p:tgtEl>
                                        <p:attrNameLst>
                                          <p:attrName>ppt_h</p:attrName>
                                        </p:attrNameLst>
                                      </p:cBhvr>
                                      <p:tavLst>
                                        <p:tav tm="0">
                                          <p:val>
                                            <p:fltVal val="0"/>
                                          </p:val>
                                        </p:tav>
                                        <p:tav tm="100000">
                                          <p:val>
                                            <p:strVal val="#ppt_h"/>
                                          </p:val>
                                        </p:tav>
                                      </p:tavLst>
                                    </p:anim>
                                    <p:animEffect transition="in" filter="fade">
                                      <p:cBhvr>
                                        <p:cTn id="37" dur="500"/>
                                        <p:tgtEl>
                                          <p:spTgt spid="28"/>
                                        </p:tgtEl>
                                      </p:cBhvr>
                                    </p:animEffect>
                                  </p:childTnLst>
                                </p:cTn>
                              </p:par>
                              <p:par>
                                <p:cTn id="38" presetID="22" presetClass="entr" presetSubtype="1" fill="hold" nodeType="withEffect">
                                  <p:stCondLst>
                                    <p:cond delay="1500"/>
                                  </p:stCondLst>
                                  <p:childTnLst>
                                    <p:set>
                                      <p:cBhvr>
                                        <p:cTn id="39" dur="1" fill="hold">
                                          <p:stCondLst>
                                            <p:cond delay="0"/>
                                          </p:stCondLst>
                                        </p:cTn>
                                        <p:tgtEl>
                                          <p:spTgt spid="34"/>
                                        </p:tgtEl>
                                        <p:attrNameLst>
                                          <p:attrName>style.visibility</p:attrName>
                                        </p:attrNameLst>
                                      </p:cBhvr>
                                      <p:to>
                                        <p:strVal val="visible"/>
                                      </p:to>
                                    </p:set>
                                    <p:animEffect transition="in" filter="wipe(up)">
                                      <p:cBhvr>
                                        <p:cTn id="40"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7" grpId="0" animBg="1"/>
      <p:bldP spid="2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a:xfrm>
            <a:off x="443005" y="154672"/>
            <a:ext cx="10892162"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pPr>
            <a:r>
              <a:rPr lang="ar-SA" sz="3600" b="1" u="sng" dirty="0"/>
              <a:t>أما نموذج عناصر الاتصال التعليمي الحديثة فتتمثل بالشكل الآتي:</a:t>
            </a:r>
            <a:endParaRPr lang="en-US" sz="3600" b="1" u="sng" dirty="0"/>
          </a:p>
        </p:txBody>
      </p:sp>
      <p:graphicFrame>
        <p:nvGraphicFramePr>
          <p:cNvPr id="16" name="Chart 15"/>
          <p:cNvGraphicFramePr>
            <a:graphicFrameLocks noChangeAspect="1"/>
          </p:cNvGraphicFramePr>
          <p:nvPr>
            <p:extLst>
              <p:ext uri="{D42A27DB-BD31-4B8C-83A1-F6EECF244321}">
                <p14:modId xmlns:p14="http://schemas.microsoft.com/office/powerpoint/2010/main" val="3442972915"/>
              </p:ext>
            </p:extLst>
          </p:nvPr>
        </p:nvGraphicFramePr>
        <p:xfrm>
          <a:off x="410248" y="1803033"/>
          <a:ext cx="3682175" cy="353331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Chart 16"/>
          <p:cNvGraphicFramePr>
            <a:graphicFrameLocks noChangeAspect="1"/>
          </p:cNvGraphicFramePr>
          <p:nvPr>
            <p:extLst>
              <p:ext uri="{D42A27DB-BD31-4B8C-83A1-F6EECF244321}">
                <p14:modId xmlns:p14="http://schemas.microsoft.com/office/powerpoint/2010/main" val="2232054904"/>
              </p:ext>
            </p:extLst>
          </p:nvPr>
        </p:nvGraphicFramePr>
        <p:xfrm>
          <a:off x="5122837" y="748093"/>
          <a:ext cx="2381476" cy="246202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8" name="Chart 17"/>
          <p:cNvGraphicFramePr>
            <a:graphicFrameLocks noChangeAspect="1"/>
          </p:cNvGraphicFramePr>
          <p:nvPr>
            <p:extLst>
              <p:ext uri="{D42A27DB-BD31-4B8C-83A1-F6EECF244321}">
                <p14:modId xmlns:p14="http://schemas.microsoft.com/office/powerpoint/2010/main" val="4226729390"/>
              </p:ext>
            </p:extLst>
          </p:nvPr>
        </p:nvGraphicFramePr>
        <p:xfrm>
          <a:off x="5230708" y="4726950"/>
          <a:ext cx="2089332" cy="21600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Chart 18"/>
          <p:cNvGraphicFramePr>
            <a:graphicFrameLocks noChangeAspect="1"/>
          </p:cNvGraphicFramePr>
          <p:nvPr>
            <p:extLst>
              <p:ext uri="{D42A27DB-BD31-4B8C-83A1-F6EECF244321}">
                <p14:modId xmlns:p14="http://schemas.microsoft.com/office/powerpoint/2010/main" val="373957624"/>
              </p:ext>
            </p:extLst>
          </p:nvPr>
        </p:nvGraphicFramePr>
        <p:xfrm>
          <a:off x="8283095" y="1253615"/>
          <a:ext cx="3503845" cy="3622357"/>
        </p:xfrm>
        <a:graphic>
          <a:graphicData uri="http://schemas.openxmlformats.org/drawingml/2006/chart">
            <c:chart xmlns:c="http://schemas.openxmlformats.org/drawingml/2006/chart" xmlns:r="http://schemas.openxmlformats.org/officeDocument/2006/relationships" r:id="rId6"/>
          </a:graphicData>
        </a:graphic>
      </p:graphicFrame>
      <p:sp>
        <p:nvSpPr>
          <p:cNvPr id="20" name="TextBox 19"/>
          <p:cNvSpPr txBox="1"/>
          <p:nvPr/>
        </p:nvSpPr>
        <p:spPr>
          <a:xfrm>
            <a:off x="1243610" y="2968318"/>
            <a:ext cx="1869970" cy="350865"/>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المسقبل</a:t>
            </a:r>
            <a:endParaRPr lang="id-ID" sz="2400" dirty="0">
              <a:solidFill>
                <a:srgbClr val="E7E6E6">
                  <a:lumMod val="75000"/>
                </a:srgbClr>
              </a:solidFill>
              <a:latin typeface="Calibri" panose="020F0502020204030204"/>
              <a:cs typeface="+mn-cs"/>
            </a:endParaRPr>
          </a:p>
        </p:txBody>
      </p:sp>
      <p:sp>
        <p:nvSpPr>
          <p:cNvPr id="21" name="TextBox 20"/>
          <p:cNvSpPr txBox="1"/>
          <p:nvPr/>
        </p:nvSpPr>
        <p:spPr>
          <a:xfrm>
            <a:off x="5840068" y="1696892"/>
            <a:ext cx="986971" cy="609398"/>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الرسالة الوسيلة</a:t>
            </a:r>
            <a:endParaRPr lang="id-ID" sz="2400" dirty="0">
              <a:solidFill>
                <a:srgbClr val="E7E6E6">
                  <a:lumMod val="75000"/>
                </a:srgbClr>
              </a:solidFill>
              <a:latin typeface="Calibri" panose="020F0502020204030204"/>
              <a:cs typeface="+mn-cs"/>
            </a:endParaRPr>
          </a:p>
        </p:txBody>
      </p:sp>
      <p:sp>
        <p:nvSpPr>
          <p:cNvPr id="22" name="TextBox 21"/>
          <p:cNvSpPr txBox="1"/>
          <p:nvPr/>
        </p:nvSpPr>
        <p:spPr>
          <a:xfrm>
            <a:off x="5663296" y="5527050"/>
            <a:ext cx="986971" cy="609398"/>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التغذية الراجعة</a:t>
            </a:r>
            <a:endParaRPr lang="id-ID" sz="2400" dirty="0">
              <a:solidFill>
                <a:srgbClr val="E7E6E6">
                  <a:lumMod val="75000"/>
                </a:srgbClr>
              </a:solidFill>
              <a:latin typeface="Calibri" panose="020F0502020204030204"/>
              <a:cs typeface="+mn-cs"/>
            </a:endParaRPr>
          </a:p>
        </p:txBody>
      </p:sp>
      <p:sp>
        <p:nvSpPr>
          <p:cNvPr id="23" name="TextBox 22"/>
          <p:cNvSpPr txBox="1"/>
          <p:nvPr/>
        </p:nvSpPr>
        <p:spPr>
          <a:xfrm>
            <a:off x="9518212" y="2572328"/>
            <a:ext cx="986971" cy="350865"/>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المرسل</a:t>
            </a:r>
            <a:endParaRPr lang="id-ID" sz="2400" dirty="0">
              <a:solidFill>
                <a:srgbClr val="E7E6E6">
                  <a:lumMod val="75000"/>
                </a:srgbClr>
              </a:solidFill>
              <a:latin typeface="Calibri" panose="020F0502020204030204"/>
              <a:cs typeface="+mn-cs"/>
            </a:endParaRPr>
          </a:p>
        </p:txBody>
      </p:sp>
      <p:sp>
        <p:nvSpPr>
          <p:cNvPr id="9" name="Right Arrow 8"/>
          <p:cNvSpPr/>
          <p:nvPr/>
        </p:nvSpPr>
        <p:spPr>
          <a:xfrm rot="8937151">
            <a:off x="3573803" y="1955032"/>
            <a:ext cx="1511483" cy="565462"/>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44" name="Right Arrow 43"/>
          <p:cNvSpPr/>
          <p:nvPr/>
        </p:nvSpPr>
        <p:spPr>
          <a:xfrm rot="11318539">
            <a:off x="7353348" y="1407076"/>
            <a:ext cx="1338944" cy="565462"/>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45" name="Right Arrow 44"/>
          <p:cNvSpPr/>
          <p:nvPr/>
        </p:nvSpPr>
        <p:spPr>
          <a:xfrm rot="1339340">
            <a:off x="3480687" y="4847535"/>
            <a:ext cx="1681280" cy="649085"/>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46" name="Right Arrow 45"/>
          <p:cNvSpPr/>
          <p:nvPr/>
        </p:nvSpPr>
        <p:spPr>
          <a:xfrm rot="19167787">
            <a:off x="7200519" y="4739883"/>
            <a:ext cx="1807375" cy="565462"/>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47" name="TextBox 46"/>
          <p:cNvSpPr txBox="1"/>
          <p:nvPr/>
        </p:nvSpPr>
        <p:spPr>
          <a:xfrm>
            <a:off x="1666284" y="3674523"/>
            <a:ext cx="1869970" cy="535083"/>
          </a:xfrm>
          <a:prstGeom prst="rect">
            <a:avLst/>
          </a:prstGeom>
          <a:noFill/>
        </p:spPr>
        <p:txBody>
          <a:bodyPr wrap="square" rtlCol="0">
            <a:spAutoFit/>
          </a:bodyPr>
          <a:lstStyle/>
          <a:p>
            <a:pPr algn="r" fontAlgn="auto">
              <a:lnSpc>
                <a:spcPct val="70000"/>
              </a:lnSpc>
              <a:spcBef>
                <a:spcPts val="0"/>
              </a:spcBef>
              <a:spcAft>
                <a:spcPts val="0"/>
              </a:spcAft>
            </a:pPr>
            <a:r>
              <a:rPr lang="ar-SA" sz="2000" b="1" dirty="0" smtClean="0">
                <a:solidFill>
                  <a:srgbClr val="E7E6E6">
                    <a:lumMod val="50000"/>
                  </a:srgbClr>
                </a:solidFill>
                <a:latin typeface="Calibri" panose="020F0502020204030204"/>
                <a:cs typeface="+mn-cs"/>
              </a:rPr>
              <a:t>مسقبل  بلا</a:t>
            </a:r>
          </a:p>
          <a:p>
            <a:pPr algn="r" fontAlgn="auto">
              <a:lnSpc>
                <a:spcPct val="70000"/>
              </a:lnSpc>
              <a:spcBef>
                <a:spcPts val="0"/>
              </a:spcBef>
              <a:spcAft>
                <a:spcPts val="0"/>
              </a:spcAft>
            </a:pPr>
            <a:r>
              <a:rPr lang="ar-SA" sz="2000" b="1" dirty="0" smtClean="0">
                <a:solidFill>
                  <a:srgbClr val="E7E6E6">
                    <a:lumMod val="50000"/>
                  </a:srgbClr>
                </a:solidFill>
                <a:latin typeface="Calibri" panose="020F0502020204030204"/>
                <a:cs typeface="+mn-cs"/>
              </a:rPr>
              <a:t> رموز الرسالة</a:t>
            </a:r>
            <a:endParaRPr lang="id-ID" sz="2000" dirty="0">
              <a:solidFill>
                <a:srgbClr val="E7E6E6">
                  <a:lumMod val="75000"/>
                </a:srgbClr>
              </a:solidFill>
              <a:latin typeface="Calibri" panose="020F0502020204030204"/>
              <a:cs typeface="+mn-cs"/>
            </a:endParaRPr>
          </a:p>
        </p:txBody>
      </p:sp>
      <p:sp>
        <p:nvSpPr>
          <p:cNvPr id="48" name="TextBox 47"/>
          <p:cNvSpPr txBox="1"/>
          <p:nvPr/>
        </p:nvSpPr>
        <p:spPr>
          <a:xfrm>
            <a:off x="604545" y="3816438"/>
            <a:ext cx="1869970" cy="523220"/>
          </a:xfrm>
          <a:prstGeom prst="rect">
            <a:avLst/>
          </a:prstGeom>
          <a:noFill/>
        </p:spPr>
        <p:txBody>
          <a:bodyPr wrap="square" rtlCol="0">
            <a:spAutoFit/>
          </a:bodyPr>
          <a:lstStyle/>
          <a:p>
            <a:pPr algn="ctr" fontAlgn="auto">
              <a:lnSpc>
                <a:spcPct val="70000"/>
              </a:lnSpc>
              <a:spcBef>
                <a:spcPts val="0"/>
              </a:spcBef>
              <a:spcAft>
                <a:spcPts val="0"/>
              </a:spcAft>
            </a:pPr>
            <a:r>
              <a:rPr lang="ar-SA" sz="2000" b="1" dirty="0" smtClean="0">
                <a:solidFill>
                  <a:srgbClr val="E7E6E6">
                    <a:lumMod val="50000"/>
                  </a:srgbClr>
                </a:solidFill>
                <a:latin typeface="Calibri" panose="020F0502020204030204"/>
                <a:cs typeface="+mn-cs"/>
              </a:rPr>
              <a:t>مرسل تجهيز الرسالة</a:t>
            </a:r>
            <a:endParaRPr lang="id-ID" sz="2000" dirty="0">
              <a:solidFill>
                <a:srgbClr val="E7E6E6">
                  <a:lumMod val="75000"/>
                </a:srgbClr>
              </a:solidFill>
              <a:latin typeface="Calibri" panose="020F0502020204030204"/>
              <a:cs typeface="+mn-cs"/>
            </a:endParaRPr>
          </a:p>
        </p:txBody>
      </p:sp>
      <p:cxnSp>
        <p:nvCxnSpPr>
          <p:cNvPr id="11" name="Straight Connector 10"/>
          <p:cNvCxnSpPr/>
          <p:nvPr/>
        </p:nvCxnSpPr>
        <p:spPr>
          <a:xfrm>
            <a:off x="872102" y="3486900"/>
            <a:ext cx="2638183" cy="0"/>
          </a:xfrm>
          <a:prstGeom prst="line">
            <a:avLst/>
          </a:prstGeom>
        </p:spPr>
        <p:style>
          <a:lnRef idx="3">
            <a:schemeClr val="accent6"/>
          </a:lnRef>
          <a:fillRef idx="0">
            <a:schemeClr val="accent6"/>
          </a:fillRef>
          <a:effectRef idx="2">
            <a:schemeClr val="accent6"/>
          </a:effectRef>
          <a:fontRef idx="minor">
            <a:schemeClr val="tx1"/>
          </a:fontRef>
        </p:style>
      </p:cxnSp>
      <p:cxnSp>
        <p:nvCxnSpPr>
          <p:cNvPr id="14" name="Straight Connector 13"/>
          <p:cNvCxnSpPr/>
          <p:nvPr/>
        </p:nvCxnSpPr>
        <p:spPr>
          <a:xfrm>
            <a:off x="2165998" y="3476365"/>
            <a:ext cx="25195" cy="1438854"/>
          </a:xfrm>
          <a:prstGeom prst="line">
            <a:avLst/>
          </a:prstGeom>
        </p:spPr>
        <p:style>
          <a:lnRef idx="3">
            <a:schemeClr val="accent6"/>
          </a:lnRef>
          <a:fillRef idx="0">
            <a:schemeClr val="accent6"/>
          </a:fillRef>
          <a:effectRef idx="2">
            <a:schemeClr val="accent6"/>
          </a:effectRef>
          <a:fontRef idx="minor">
            <a:schemeClr val="tx1"/>
          </a:fontRef>
        </p:style>
      </p:cxnSp>
      <p:sp>
        <p:nvSpPr>
          <p:cNvPr id="54" name="TextBox 53"/>
          <p:cNvSpPr txBox="1"/>
          <p:nvPr/>
        </p:nvSpPr>
        <p:spPr>
          <a:xfrm>
            <a:off x="10097087" y="3210118"/>
            <a:ext cx="1064024" cy="867930"/>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مرسل تجهيز الرسالة</a:t>
            </a:r>
            <a:endParaRPr lang="id-ID" sz="2400" dirty="0">
              <a:solidFill>
                <a:srgbClr val="E7E6E6">
                  <a:lumMod val="75000"/>
                </a:srgbClr>
              </a:solidFill>
              <a:latin typeface="Calibri" panose="020F0502020204030204"/>
              <a:cs typeface="+mn-cs"/>
            </a:endParaRPr>
          </a:p>
        </p:txBody>
      </p:sp>
      <p:sp>
        <p:nvSpPr>
          <p:cNvPr id="55" name="TextBox 54"/>
          <p:cNvSpPr txBox="1"/>
          <p:nvPr/>
        </p:nvSpPr>
        <p:spPr>
          <a:xfrm>
            <a:off x="8907683" y="3274765"/>
            <a:ext cx="1089993" cy="867930"/>
          </a:xfrm>
          <a:prstGeom prst="rect">
            <a:avLst/>
          </a:prstGeom>
          <a:noFill/>
        </p:spPr>
        <p:txBody>
          <a:bodyPr wrap="square" rtlCol="0">
            <a:spAutoFit/>
          </a:bodyPr>
          <a:lstStyle/>
          <a:p>
            <a:pPr algn="ctr" fontAlgn="auto">
              <a:lnSpc>
                <a:spcPct val="70000"/>
              </a:lnSpc>
              <a:spcBef>
                <a:spcPts val="0"/>
              </a:spcBef>
              <a:spcAft>
                <a:spcPts val="0"/>
              </a:spcAft>
            </a:pPr>
            <a:r>
              <a:rPr lang="ar-SA" sz="2400" b="1" dirty="0" smtClean="0">
                <a:solidFill>
                  <a:srgbClr val="E7E6E6">
                    <a:lumMod val="50000"/>
                  </a:srgbClr>
                </a:solidFill>
                <a:latin typeface="Calibri" panose="020F0502020204030204"/>
                <a:cs typeface="+mn-cs"/>
              </a:rPr>
              <a:t>مستقبل بلا رموز الرسالة</a:t>
            </a:r>
            <a:endParaRPr lang="id-ID" sz="2400" dirty="0">
              <a:solidFill>
                <a:srgbClr val="E7E6E6">
                  <a:lumMod val="75000"/>
                </a:srgbClr>
              </a:solidFill>
              <a:latin typeface="Calibri" panose="020F0502020204030204"/>
              <a:cs typeface="+mn-cs"/>
            </a:endParaRPr>
          </a:p>
        </p:txBody>
      </p:sp>
      <p:cxnSp>
        <p:nvCxnSpPr>
          <p:cNvPr id="33" name="Straight Connector 32"/>
          <p:cNvCxnSpPr/>
          <p:nvPr/>
        </p:nvCxnSpPr>
        <p:spPr>
          <a:xfrm flipV="1">
            <a:off x="8686800" y="3120505"/>
            <a:ext cx="2820574" cy="23245"/>
          </a:xfrm>
          <a:prstGeom prst="line">
            <a:avLst/>
          </a:prstGeom>
        </p:spPr>
        <p:style>
          <a:lnRef idx="3">
            <a:schemeClr val="accent4"/>
          </a:lnRef>
          <a:fillRef idx="0">
            <a:schemeClr val="accent4"/>
          </a:fillRef>
          <a:effectRef idx="2">
            <a:schemeClr val="accent4"/>
          </a:effectRef>
          <a:fontRef idx="minor">
            <a:schemeClr val="tx1"/>
          </a:fontRef>
        </p:style>
      </p:cxnSp>
      <p:cxnSp>
        <p:nvCxnSpPr>
          <p:cNvPr id="35" name="Straight Connector 34"/>
          <p:cNvCxnSpPr/>
          <p:nvPr/>
        </p:nvCxnSpPr>
        <p:spPr>
          <a:xfrm>
            <a:off x="10099371" y="3149133"/>
            <a:ext cx="0" cy="1243239"/>
          </a:xfrm>
          <a:prstGeom prst="line">
            <a:avLst/>
          </a:prstGeom>
        </p:spPr>
        <p:style>
          <a:lnRef idx="3">
            <a:schemeClr val="accent4"/>
          </a:lnRef>
          <a:fillRef idx="0">
            <a:schemeClr val="accent4"/>
          </a:fillRef>
          <a:effectRef idx="2">
            <a:schemeClr val="accent4"/>
          </a:effectRef>
          <a:fontRef idx="minor">
            <a:schemeClr val="tx1"/>
          </a:fontRef>
        </p:style>
      </p:cxn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5399768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11"/>
                                        </p:tgtEl>
                                        <p:attrNameLst>
                                          <p:attrName>style.visibility</p:attrName>
                                        </p:attrNameLst>
                                      </p:cBhvr>
                                      <p:to>
                                        <p:strVal val="visible"/>
                                      </p:to>
                                    </p:set>
                                    <p:animEffect transition="in" filter="fade">
                                      <p:cBhvr>
                                        <p:cTn id="7" dur="500"/>
                                        <p:tgtEl>
                                          <p:spTgt spid="411"/>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17"/>
                                        </p:tgtEl>
                                        <p:attrNameLst>
                                          <p:attrName>style.visibility</p:attrName>
                                        </p:attrNameLst>
                                      </p:cBhvr>
                                      <p:to>
                                        <p:strVal val="visible"/>
                                      </p:to>
                                    </p:se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par>
                          <p:cTn id="17" fill="hold">
                            <p:stCondLst>
                              <p:cond delay="500"/>
                            </p:stCondLst>
                            <p:childTnLst>
                              <p:par>
                                <p:cTn id="18" presetID="1" presetClass="entr" presetSubtype="0" fill="hold" grpId="0" nodeType="afterEffect">
                                  <p:stCondLst>
                                    <p:cond delay="0"/>
                                  </p:stCondLst>
                                  <p:childTnLst>
                                    <p:set>
                                      <p:cBhvr>
                                        <p:cTn id="19" dur="1" fill="hold">
                                          <p:stCondLst>
                                            <p:cond delay="0"/>
                                          </p:stCondLst>
                                        </p:cTn>
                                        <p:tgtEl>
                                          <p:spTgt spid="20"/>
                                        </p:tgtEl>
                                        <p:attrNameLst>
                                          <p:attrName>style.visibility</p:attrName>
                                        </p:attrNameLst>
                                      </p:cBhvr>
                                      <p:to>
                                        <p:strVal val="visible"/>
                                      </p:to>
                                    </p:set>
                                  </p:childTnLst>
                                </p:cTn>
                              </p:par>
                            </p:childTnLst>
                          </p:cTn>
                        </p:par>
                        <p:par>
                          <p:cTn id="20" fill="hold">
                            <p:stCondLst>
                              <p:cond delay="500"/>
                            </p:stCondLst>
                            <p:childTnLst>
                              <p:par>
                                <p:cTn id="21" presetID="1" presetClass="entr" presetSubtype="0"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0"/>
                                          </p:stCondLst>
                                        </p:cTn>
                                        <p:tgtEl>
                                          <p:spTgt spid="22"/>
                                        </p:tgtEl>
                                        <p:attrNameLst>
                                          <p:attrName>style.visibility</p:attrName>
                                        </p:attrNameLst>
                                      </p:cBhvr>
                                      <p:to>
                                        <p:strVal val="visible"/>
                                      </p:to>
                                    </p:set>
                                  </p:childTnLst>
                                </p:cTn>
                              </p:par>
                            </p:childTnLst>
                          </p:cTn>
                        </p:par>
                        <p:par>
                          <p:cTn id="26" fill="hold">
                            <p:stCondLst>
                              <p:cond delay="500"/>
                            </p:stCondLst>
                            <p:childTnLst>
                              <p:par>
                                <p:cTn id="27" presetID="1" presetClass="entr" presetSubtype="0" fill="hold" grpId="0" nodeType="after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childTnLst>
                          </p:cTn>
                        </p:par>
                        <p:par>
                          <p:cTn id="29" fill="hold">
                            <p:stCondLst>
                              <p:cond delay="500"/>
                            </p:stCondLst>
                            <p:childTnLst>
                              <p:par>
                                <p:cTn id="30" presetID="1" presetClass="entr" presetSubtype="0" fill="hold" grpId="0" nodeType="afterEffect">
                                  <p:stCondLst>
                                    <p:cond delay="0"/>
                                  </p:stCondLst>
                                  <p:childTnLst>
                                    <p:set>
                                      <p:cBhvr>
                                        <p:cTn id="31" dur="1" fill="hold">
                                          <p:stCondLst>
                                            <p:cond delay="0"/>
                                          </p:stCondLst>
                                        </p:cTn>
                                        <p:tgtEl>
                                          <p:spTgt spid="9"/>
                                        </p:tgtEl>
                                        <p:attrNameLst>
                                          <p:attrName>style.visibility</p:attrName>
                                        </p:attrNameLst>
                                      </p:cBhvr>
                                      <p:to>
                                        <p:strVal val="visible"/>
                                      </p:to>
                                    </p:set>
                                  </p:childTnLst>
                                </p:cTn>
                              </p:par>
                            </p:childTnLst>
                          </p:cTn>
                        </p:par>
                        <p:par>
                          <p:cTn id="32" fill="hold">
                            <p:stCondLst>
                              <p:cond delay="500"/>
                            </p:stCondLst>
                            <p:childTnLst>
                              <p:par>
                                <p:cTn id="33" presetID="1" presetClass="entr" presetSubtype="0" fill="hold" grpId="0" nodeType="afterEffect">
                                  <p:stCondLst>
                                    <p:cond delay="0"/>
                                  </p:stCondLst>
                                  <p:childTnLst>
                                    <p:set>
                                      <p:cBhvr>
                                        <p:cTn id="34" dur="1" fill="hold">
                                          <p:stCondLst>
                                            <p:cond delay="0"/>
                                          </p:stCondLst>
                                        </p:cTn>
                                        <p:tgtEl>
                                          <p:spTgt spid="44"/>
                                        </p:tgtEl>
                                        <p:attrNameLst>
                                          <p:attrName>style.visibility</p:attrName>
                                        </p:attrNameLst>
                                      </p:cBhvr>
                                      <p:to>
                                        <p:strVal val="visible"/>
                                      </p:to>
                                    </p:set>
                                  </p:childTnLst>
                                </p:cTn>
                              </p:par>
                            </p:childTnLst>
                          </p:cTn>
                        </p:par>
                        <p:par>
                          <p:cTn id="35" fill="hold">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45"/>
                                        </p:tgtEl>
                                        <p:attrNameLst>
                                          <p:attrName>style.visibility</p:attrName>
                                        </p:attrNameLst>
                                      </p:cBhvr>
                                      <p:to>
                                        <p:strVal val="visible"/>
                                      </p:to>
                                    </p:set>
                                  </p:childTnLst>
                                </p:cTn>
                              </p:par>
                            </p:childTnLst>
                          </p:cTn>
                        </p:par>
                        <p:par>
                          <p:cTn id="38" fill="hold">
                            <p:stCondLst>
                              <p:cond delay="500"/>
                            </p:stCondLst>
                            <p:childTnLst>
                              <p:par>
                                <p:cTn id="39" presetID="1" presetClass="entr" presetSubtype="0" fill="hold" grpId="0" nodeType="afterEffect">
                                  <p:stCondLst>
                                    <p:cond delay="0"/>
                                  </p:stCondLst>
                                  <p:childTnLst>
                                    <p:set>
                                      <p:cBhvr>
                                        <p:cTn id="40" dur="1" fill="hold">
                                          <p:stCondLst>
                                            <p:cond delay="0"/>
                                          </p:stCondLst>
                                        </p:cTn>
                                        <p:tgtEl>
                                          <p:spTgt spid="46"/>
                                        </p:tgtEl>
                                        <p:attrNameLst>
                                          <p:attrName>style.visibility</p:attrName>
                                        </p:attrNameLst>
                                      </p:cBhvr>
                                      <p:to>
                                        <p:strVal val="visible"/>
                                      </p:to>
                                    </p:set>
                                  </p:childTnLst>
                                </p:cTn>
                              </p:par>
                            </p:childTnLst>
                          </p:cTn>
                        </p:par>
                        <p:par>
                          <p:cTn id="41" fill="hold">
                            <p:stCondLst>
                              <p:cond delay="500"/>
                            </p:stCondLst>
                            <p:childTnLst>
                              <p:par>
                                <p:cTn id="42" presetID="1" presetClass="entr" presetSubtype="0" fill="hold" grpId="0" nodeType="afterEffect">
                                  <p:stCondLst>
                                    <p:cond delay="0"/>
                                  </p:stCondLst>
                                  <p:childTnLst>
                                    <p:set>
                                      <p:cBhvr>
                                        <p:cTn id="43" dur="1" fill="hold">
                                          <p:stCondLst>
                                            <p:cond delay="0"/>
                                          </p:stCondLst>
                                        </p:cTn>
                                        <p:tgtEl>
                                          <p:spTgt spid="47"/>
                                        </p:tgtEl>
                                        <p:attrNameLst>
                                          <p:attrName>style.visibility</p:attrName>
                                        </p:attrNameLst>
                                      </p:cBhvr>
                                      <p:to>
                                        <p:strVal val="visible"/>
                                      </p:to>
                                    </p:set>
                                  </p:childTnLst>
                                </p:cTn>
                              </p:par>
                            </p:childTnLst>
                          </p:cTn>
                        </p:par>
                        <p:par>
                          <p:cTn id="44" fill="hold">
                            <p:stCondLst>
                              <p:cond delay="500"/>
                            </p:stCondLst>
                            <p:childTnLst>
                              <p:par>
                                <p:cTn id="45" presetID="1" presetClass="entr" presetSubtype="0"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childTnLst>
                                </p:cTn>
                              </p:par>
                            </p:childTnLst>
                          </p:cTn>
                        </p:par>
                        <p:par>
                          <p:cTn id="47" fill="hold">
                            <p:stCondLst>
                              <p:cond delay="500"/>
                            </p:stCondLst>
                            <p:childTnLst>
                              <p:par>
                                <p:cTn id="48" presetID="1" presetClass="entr" presetSubtype="0" fill="hold" nodeType="afterEffect">
                                  <p:stCondLst>
                                    <p:cond delay="0"/>
                                  </p:stCondLst>
                                  <p:childTnLst>
                                    <p:set>
                                      <p:cBhvr>
                                        <p:cTn id="49" dur="1" fill="hold">
                                          <p:stCondLst>
                                            <p:cond delay="0"/>
                                          </p:stCondLst>
                                        </p:cTn>
                                        <p:tgtEl>
                                          <p:spTgt spid="11"/>
                                        </p:tgtEl>
                                        <p:attrNameLst>
                                          <p:attrName>style.visibility</p:attrName>
                                        </p:attrNameLst>
                                      </p:cBhvr>
                                      <p:to>
                                        <p:strVal val="visible"/>
                                      </p:to>
                                    </p:set>
                                  </p:childTnLst>
                                </p:cTn>
                              </p:par>
                            </p:childTnLst>
                          </p:cTn>
                        </p:par>
                        <p:par>
                          <p:cTn id="50" fill="hold">
                            <p:stCondLst>
                              <p:cond delay="500"/>
                            </p:stCondLst>
                            <p:childTnLst>
                              <p:par>
                                <p:cTn id="51" presetID="1" presetClass="entr" presetSubtype="0" fill="hold" nodeType="afterEffect">
                                  <p:stCondLst>
                                    <p:cond delay="0"/>
                                  </p:stCondLst>
                                  <p:childTnLst>
                                    <p:set>
                                      <p:cBhvr>
                                        <p:cTn id="52" dur="1" fill="hold">
                                          <p:stCondLst>
                                            <p:cond delay="0"/>
                                          </p:stCondLst>
                                        </p:cTn>
                                        <p:tgtEl>
                                          <p:spTgt spid="14"/>
                                        </p:tgtEl>
                                        <p:attrNameLst>
                                          <p:attrName>style.visibility</p:attrName>
                                        </p:attrNameLst>
                                      </p:cBhvr>
                                      <p:to>
                                        <p:strVal val="visible"/>
                                      </p:to>
                                    </p:set>
                                  </p:childTnLst>
                                </p:cTn>
                              </p:par>
                            </p:childTnLst>
                          </p:cTn>
                        </p:par>
                        <p:par>
                          <p:cTn id="53" fill="hold">
                            <p:stCondLst>
                              <p:cond delay="500"/>
                            </p:stCondLst>
                            <p:childTnLst>
                              <p:par>
                                <p:cTn id="54" presetID="1" presetClass="entr" presetSubtype="0" fill="hold" grpId="0" nodeType="afterEffect">
                                  <p:stCondLst>
                                    <p:cond delay="0"/>
                                  </p:stCondLst>
                                  <p:childTnLst>
                                    <p:set>
                                      <p:cBhvr>
                                        <p:cTn id="55" dur="1" fill="hold">
                                          <p:stCondLst>
                                            <p:cond delay="0"/>
                                          </p:stCondLst>
                                        </p:cTn>
                                        <p:tgtEl>
                                          <p:spTgt spid="54"/>
                                        </p:tgtEl>
                                        <p:attrNameLst>
                                          <p:attrName>style.visibility</p:attrName>
                                        </p:attrNameLst>
                                      </p:cBhvr>
                                      <p:to>
                                        <p:strVal val="visible"/>
                                      </p:to>
                                    </p:set>
                                  </p:childTnLst>
                                </p:cTn>
                              </p:par>
                            </p:childTnLst>
                          </p:cTn>
                        </p:par>
                        <p:par>
                          <p:cTn id="56" fill="hold">
                            <p:stCondLst>
                              <p:cond delay="500"/>
                            </p:stCondLst>
                            <p:childTnLst>
                              <p:par>
                                <p:cTn id="57" presetID="1" presetClass="entr" presetSubtype="0" fill="hold" grpId="0" nodeType="afterEffect">
                                  <p:stCondLst>
                                    <p:cond delay="0"/>
                                  </p:stCondLst>
                                  <p:childTnLst>
                                    <p:set>
                                      <p:cBhvr>
                                        <p:cTn id="58" dur="1" fill="hold">
                                          <p:stCondLst>
                                            <p:cond delay="0"/>
                                          </p:stCondLst>
                                        </p:cTn>
                                        <p:tgtEl>
                                          <p:spTgt spid="55"/>
                                        </p:tgtEl>
                                        <p:attrNameLst>
                                          <p:attrName>style.visibility</p:attrName>
                                        </p:attrNameLst>
                                      </p:cBhvr>
                                      <p:to>
                                        <p:strVal val="visible"/>
                                      </p:to>
                                    </p:set>
                                  </p:childTnLst>
                                </p:cTn>
                              </p:par>
                            </p:childTnLst>
                          </p:cTn>
                        </p:par>
                        <p:par>
                          <p:cTn id="59" fill="hold">
                            <p:stCondLst>
                              <p:cond delay="500"/>
                            </p:stCondLst>
                            <p:childTnLst>
                              <p:par>
                                <p:cTn id="60" presetID="1" presetClass="entr" presetSubtype="0" fill="hold" nodeType="afterEffect">
                                  <p:stCondLst>
                                    <p:cond delay="0"/>
                                  </p:stCondLst>
                                  <p:childTnLst>
                                    <p:set>
                                      <p:cBhvr>
                                        <p:cTn id="61" dur="1" fill="hold">
                                          <p:stCondLst>
                                            <p:cond delay="0"/>
                                          </p:stCondLst>
                                        </p:cTn>
                                        <p:tgtEl>
                                          <p:spTgt spid="33"/>
                                        </p:tgtEl>
                                        <p:attrNameLst>
                                          <p:attrName>style.visibility</p:attrName>
                                        </p:attrNameLst>
                                      </p:cBhvr>
                                      <p:to>
                                        <p:strVal val="visible"/>
                                      </p:to>
                                    </p:set>
                                  </p:childTnLst>
                                </p:cTn>
                              </p:par>
                            </p:childTnLst>
                          </p:cTn>
                        </p:par>
                        <p:par>
                          <p:cTn id="62" fill="hold">
                            <p:stCondLst>
                              <p:cond delay="500"/>
                            </p:stCondLst>
                            <p:childTnLst>
                              <p:par>
                                <p:cTn id="63" presetID="1" presetClass="entr" presetSubtype="0" fill="hold" nodeType="afterEffect">
                                  <p:stCondLst>
                                    <p:cond delay="0"/>
                                  </p:stCondLst>
                                  <p:childTnLst>
                                    <p:set>
                                      <p:cBhvr>
                                        <p:cTn id="64" dur="1" fill="hold">
                                          <p:stCondLst>
                                            <p:cond delay="0"/>
                                          </p:stCondLst>
                                        </p:cTn>
                                        <p:tgtEl>
                                          <p:spTgt spid="35"/>
                                        </p:tgtEl>
                                        <p:attrNameLst>
                                          <p:attrName>style.visibility</p:attrName>
                                        </p:attrNameLst>
                                      </p:cBhvr>
                                      <p:to>
                                        <p:strVal val="visible"/>
                                      </p:to>
                                    </p:set>
                                  </p:childTnLst>
                                </p:cTn>
                              </p:par>
                            </p:childTnLst>
                          </p:cTn>
                        </p:par>
                        <p:par>
                          <p:cTn id="65" fill="hold">
                            <p:stCondLst>
                              <p:cond delay="500"/>
                            </p:stCondLst>
                            <p:childTnLst>
                              <p:par>
                                <p:cTn id="66" presetID="1" presetClass="entr" presetSubtype="0"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Graphic spid="16" grpId="0">
        <p:bldAsOne/>
      </p:bldGraphic>
      <p:bldGraphic spid="17" grpId="0">
        <p:bldAsOne/>
      </p:bldGraphic>
      <p:bldGraphic spid="18" grpId="0">
        <p:bldAsOne/>
      </p:bldGraphic>
      <p:bldGraphic spid="19" grpId="0">
        <p:bldAsOne/>
      </p:bldGraphic>
      <p:bldP spid="20" grpId="0"/>
      <p:bldP spid="21" grpId="0"/>
      <p:bldP spid="22" grpId="0"/>
      <p:bldP spid="23" grpId="0"/>
      <p:bldP spid="9" grpId="0" animBg="1"/>
      <p:bldP spid="44" grpId="0" animBg="1"/>
      <p:bldP spid="45" grpId="0" animBg="1"/>
      <p:bldP spid="46" grpId="0" animBg="1"/>
      <p:bldP spid="47" grpId="0"/>
      <p:bldP spid="48" grpId="0"/>
      <p:bldP spid="54" grpId="0"/>
      <p:bldP spid="55"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ontent Placeholder 2"/>
          <p:cNvSpPr txBox="1">
            <a:spLocks/>
          </p:cNvSpPr>
          <p:nvPr/>
        </p:nvSpPr>
        <p:spPr>
          <a:xfrm>
            <a:off x="637338" y="2367457"/>
            <a:ext cx="7662041" cy="2629575"/>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fontAlgn="auto">
              <a:spcAft>
                <a:spcPts val="0"/>
              </a:spcAft>
            </a:pPr>
            <a:r>
              <a:rPr lang="ar-SA" sz="3200" b="1" dirty="0"/>
              <a:t>وبالنظر إلى النموذجين التقليدي والحديث، نرى أن عملية الاتصال التعليمي تتكون من عناصر أساسية مشتركة (المرسل، والمستقبل، والرسالة، وقناة الاتصال)، ولكن يمتاز نموذج الاتصال الحديث بوجود عنصر خامس هو "التغذية الراجعة"</a:t>
            </a:r>
            <a:endParaRPr lang="en-US" sz="3200" b="1" dirty="0" smtClean="0">
              <a:solidFill>
                <a:prstClr val="white">
                  <a:lumMod val="65000"/>
                </a:prstClr>
              </a:solidFill>
            </a:endParaRPr>
          </a:p>
          <a:p>
            <a:pPr algn="l" fontAlgn="auto">
              <a:spcAft>
                <a:spcPts val="0"/>
              </a:spcAft>
            </a:pPr>
            <a:endParaRPr lang="en-US" sz="1200" dirty="0">
              <a:solidFill>
                <a:prstClr val="white">
                  <a:lumMod val="65000"/>
                </a:prstClr>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grpSp>
        <p:nvGrpSpPr>
          <p:cNvPr id="21" name="Group 20"/>
          <p:cNvGrpSpPr>
            <a:grpSpLocks/>
          </p:cNvGrpSpPr>
          <p:nvPr/>
        </p:nvGrpSpPr>
        <p:grpSpPr bwMode="auto">
          <a:xfrm>
            <a:off x="8299379" y="1138238"/>
            <a:ext cx="3351212" cy="4597400"/>
            <a:chOff x="6550015" y="1734643"/>
            <a:chExt cx="3351686" cy="4597407"/>
          </a:xfrm>
        </p:grpSpPr>
        <p:sp>
          <p:nvSpPr>
            <p:cNvPr id="22" name="Oval 21"/>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23" name="Group 22"/>
            <p:cNvGrpSpPr/>
            <p:nvPr/>
          </p:nvGrpSpPr>
          <p:grpSpPr>
            <a:xfrm>
              <a:off x="7828252" y="3667661"/>
              <a:ext cx="777012" cy="2664389"/>
              <a:chOff x="4795838" y="1579563"/>
              <a:chExt cx="514350" cy="1763712"/>
            </a:xfrm>
            <a:solidFill>
              <a:schemeClr val="tx1">
                <a:lumMod val="75000"/>
                <a:lumOff val="25000"/>
              </a:schemeClr>
            </a:solidFill>
          </p:grpSpPr>
          <p:sp>
            <p:nvSpPr>
              <p:cNvPr id="75" name="Freeform 74"/>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6" name="Freeform 75"/>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7" name="Freeform 76"/>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8" name="Freeform 77"/>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24" name="Oval 23"/>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5" name="Oval 24"/>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6" name="Oval 25"/>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7" name="Oval 26"/>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8" name="Oval 27"/>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9" name="Oval 28"/>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1" name="Oval 30"/>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2" name="Group 31"/>
            <p:cNvGrpSpPr/>
            <p:nvPr/>
          </p:nvGrpSpPr>
          <p:grpSpPr>
            <a:xfrm>
              <a:off x="6766519" y="3278571"/>
              <a:ext cx="275412" cy="247507"/>
              <a:chOff x="5583238" y="3892551"/>
              <a:chExt cx="360363" cy="323850"/>
            </a:xfrm>
            <a:solidFill>
              <a:schemeClr val="bg1"/>
            </a:solidFill>
          </p:grpSpPr>
          <p:sp>
            <p:nvSpPr>
              <p:cNvPr id="72"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3"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4"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3" name="Group 32"/>
            <p:cNvGrpSpPr/>
            <p:nvPr/>
          </p:nvGrpSpPr>
          <p:grpSpPr>
            <a:xfrm>
              <a:off x="7120938" y="2457922"/>
              <a:ext cx="264493" cy="228095"/>
              <a:chOff x="6048376" y="3925888"/>
              <a:chExt cx="346075" cy="298451"/>
            </a:xfrm>
            <a:solidFill>
              <a:schemeClr val="bg1"/>
            </a:solidFill>
          </p:grpSpPr>
          <p:sp>
            <p:nvSpPr>
              <p:cNvPr id="70"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1"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4" name="Group 33"/>
            <p:cNvGrpSpPr/>
            <p:nvPr/>
          </p:nvGrpSpPr>
          <p:grpSpPr>
            <a:xfrm>
              <a:off x="7172802" y="4226763"/>
              <a:ext cx="212323" cy="247507"/>
              <a:chOff x="7548563" y="2860676"/>
              <a:chExt cx="277813" cy="323850"/>
            </a:xfrm>
            <a:solidFill>
              <a:schemeClr val="bg1"/>
            </a:solidFill>
          </p:grpSpPr>
          <p:sp>
            <p:nvSpPr>
              <p:cNvPr id="64"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7"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35"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36"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0" name="Group 39"/>
            <p:cNvGrpSpPr/>
            <p:nvPr/>
          </p:nvGrpSpPr>
          <p:grpSpPr>
            <a:xfrm>
              <a:off x="9097332" y="4205362"/>
              <a:ext cx="275412" cy="264493"/>
              <a:chOff x="5610226" y="4344988"/>
              <a:chExt cx="360363" cy="346075"/>
            </a:xfrm>
            <a:solidFill>
              <a:schemeClr val="bg1"/>
            </a:solidFill>
          </p:grpSpPr>
          <p:sp>
            <p:nvSpPr>
              <p:cNvPr id="60"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1"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3"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55" name="Group 54"/>
            <p:cNvGrpSpPr/>
            <p:nvPr/>
          </p:nvGrpSpPr>
          <p:grpSpPr>
            <a:xfrm>
              <a:off x="9423479" y="3272108"/>
              <a:ext cx="253273" cy="329479"/>
              <a:chOff x="6913563" y="2465388"/>
              <a:chExt cx="179388" cy="233363"/>
            </a:xfrm>
            <a:solidFill>
              <a:schemeClr val="bg1"/>
            </a:solidFill>
          </p:grpSpPr>
          <p:sp>
            <p:nvSpPr>
              <p:cNvPr id="56"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7"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8"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9"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26290489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31"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p:cTn id="11" dur="500" fill="hold"/>
                                        <p:tgtEl>
                                          <p:spTgt spid="21"/>
                                        </p:tgtEl>
                                        <p:attrNameLst>
                                          <p:attrName>ppt_w</p:attrName>
                                        </p:attrNameLst>
                                      </p:cBhvr>
                                      <p:tavLst>
                                        <p:tav tm="0">
                                          <p:val>
                                            <p:fltVal val="0"/>
                                          </p:val>
                                        </p:tav>
                                        <p:tav tm="100000">
                                          <p:val>
                                            <p:strVal val="#ppt_w"/>
                                          </p:val>
                                        </p:tav>
                                      </p:tavLst>
                                    </p:anim>
                                    <p:anim calcmode="lin" valueType="num">
                                      <p:cBhvr>
                                        <p:cTn id="12" dur="500" fill="hold"/>
                                        <p:tgtEl>
                                          <p:spTgt spid="21"/>
                                        </p:tgtEl>
                                        <p:attrNameLst>
                                          <p:attrName>ppt_h</p:attrName>
                                        </p:attrNameLst>
                                      </p:cBhvr>
                                      <p:tavLst>
                                        <p:tav tm="0">
                                          <p:val>
                                            <p:fltVal val="0"/>
                                          </p:val>
                                        </p:tav>
                                        <p:tav tm="100000">
                                          <p:val>
                                            <p:strVal val="#ppt_h"/>
                                          </p:val>
                                        </p:tav>
                                      </p:tavLst>
                                    </p:anim>
                                    <p:anim calcmode="lin" valueType="num">
                                      <p:cBhvr>
                                        <p:cTn id="13" dur="500" fill="hold"/>
                                        <p:tgtEl>
                                          <p:spTgt spid="21"/>
                                        </p:tgtEl>
                                        <p:attrNameLst>
                                          <p:attrName>style.rotation</p:attrName>
                                        </p:attrNameLst>
                                      </p:cBhvr>
                                      <p:tavLst>
                                        <p:tav tm="0">
                                          <p:val>
                                            <p:fltVal val="90"/>
                                          </p:val>
                                        </p:tav>
                                        <p:tav tm="100000">
                                          <p:val>
                                            <p:fltVal val="0"/>
                                          </p:val>
                                        </p:tav>
                                      </p:tavLst>
                                    </p:anim>
                                    <p:animEffect transition="in" filter="fade">
                                      <p:cBhvr>
                                        <p:cTn id="1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732756" y="2084337"/>
            <a:ext cx="7519103" cy="1478426"/>
            <a:chOff x="1807607" y="3852299"/>
            <a:chExt cx="15038205" cy="2956849"/>
          </a:xfrm>
        </p:grpSpPr>
        <p:sp>
          <p:nvSpPr>
            <p:cNvPr id="43" name="TextBox 42"/>
            <p:cNvSpPr txBox="1"/>
            <p:nvPr/>
          </p:nvSpPr>
          <p:spPr>
            <a:xfrm>
              <a:off x="1807607" y="4864038"/>
              <a:ext cx="15038205" cy="1945110"/>
            </a:xfrm>
            <a:prstGeom prst="rect">
              <a:avLst/>
            </a:prstGeom>
            <a:noFill/>
          </p:spPr>
          <p:txBody>
            <a:bodyPr wrap="square" lIns="109710" tIns="54855" rIns="109710" bIns="54855" rtlCol="0">
              <a:spAutoFit/>
            </a:bodyPr>
            <a:lstStyle/>
            <a:p>
              <a:pPr algn="r" defTabSz="914217" rtl="1" fontAlgn="auto">
                <a:spcBef>
                  <a:spcPts val="0"/>
                </a:spcBef>
                <a:spcAft>
                  <a:spcPts val="0"/>
                </a:spcAft>
              </a:pPr>
              <a:r>
                <a:rPr lang="ar-SA" sz="2800" b="1" dirty="0"/>
                <a:t>هو مصدر الرسالة التي يصفها في كلمات أو حركات أو إشارات أو صور ينقلها للآخرين وقد يكون المرسل إما الإنسان أو الآلة </a:t>
              </a:r>
              <a:endParaRPr lang="en-US" sz="2800" b="1" dirty="0">
                <a:solidFill>
                  <a:srgbClr val="445469"/>
                </a:solidFill>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5601890" y="4194565"/>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6" name="TextBox 55"/>
            <p:cNvSpPr txBox="1"/>
            <p:nvPr/>
          </p:nvSpPr>
          <p:spPr>
            <a:xfrm>
              <a:off x="13597074" y="3852299"/>
              <a:ext cx="2065238" cy="1046403"/>
            </a:xfrm>
            <a:prstGeom prst="rect">
              <a:avLst/>
            </a:prstGeom>
            <a:noFill/>
          </p:spPr>
          <p:txBody>
            <a:bodyPr wrap="none" lIns="91422" tIns="45711" rIns="91422" bIns="45711" rtlCol="0">
              <a:spAutoFit/>
            </a:bodyPr>
            <a:lstStyle/>
            <a:p>
              <a:pPr defTabSz="914217" fontAlgn="auto">
                <a:spcBef>
                  <a:spcPts val="0"/>
                </a:spcBef>
                <a:spcAft>
                  <a:spcPts val="0"/>
                </a:spcAft>
              </a:pPr>
              <a:r>
                <a:rPr lang="ar-SA" sz="2800" b="1" u="sng" dirty="0"/>
                <a:t>المرسل</a:t>
              </a:r>
              <a:endParaRPr lang="id-ID" sz="2800" b="1" u="sng" dirty="0">
                <a:solidFill>
                  <a:srgbClr val="445469"/>
                </a:solidFill>
                <a:latin typeface="Lato Regular"/>
                <a:cs typeface="Lato Regular"/>
              </a:endParaRPr>
            </a:p>
          </p:txBody>
        </p:sp>
      </p:grpSp>
      <p:grpSp>
        <p:nvGrpSpPr>
          <p:cNvPr id="4" name="Group 3"/>
          <p:cNvGrpSpPr/>
          <p:nvPr/>
        </p:nvGrpSpPr>
        <p:grpSpPr>
          <a:xfrm>
            <a:off x="732756" y="3830708"/>
            <a:ext cx="7459387" cy="2611310"/>
            <a:chOff x="1551735" y="5690131"/>
            <a:chExt cx="14918773" cy="5111360"/>
          </a:xfrm>
        </p:grpSpPr>
        <p:sp>
          <p:nvSpPr>
            <p:cNvPr id="57" name="TextBox 56"/>
            <p:cNvSpPr txBox="1"/>
            <p:nvPr/>
          </p:nvSpPr>
          <p:spPr>
            <a:xfrm>
              <a:off x="1551735" y="6729035"/>
              <a:ext cx="14918773" cy="4072456"/>
            </a:xfrm>
            <a:prstGeom prst="rect">
              <a:avLst/>
            </a:prstGeom>
            <a:noFill/>
          </p:spPr>
          <p:txBody>
            <a:bodyPr wrap="square" lIns="109710" tIns="54855" rIns="109710" bIns="54855" rtlCol="0">
              <a:spAutoFit/>
            </a:bodyPr>
            <a:lstStyle/>
            <a:p>
              <a:pPr algn="r" defTabSz="914217" rtl="1" fontAlgn="auto">
                <a:spcBef>
                  <a:spcPts val="0"/>
                </a:spcBef>
                <a:spcAft>
                  <a:spcPts val="0"/>
                </a:spcAft>
              </a:pPr>
              <a:r>
                <a:rPr lang="ar-SA" sz="2800" b="1" dirty="0"/>
                <a:t>هي المحتوى المعرفي والمهارات والقيم الذي يريد المرسل نقلها إلى المستقبل لتعديل </a:t>
              </a:r>
              <a:r>
                <a:rPr lang="ar-SA" sz="2800" b="1" dirty="0" smtClean="0"/>
                <a:t>سلوكهم</a:t>
              </a:r>
            </a:p>
            <a:p>
              <a:pPr algn="r" defTabSz="914217" rtl="1" fontAlgn="auto">
                <a:spcBef>
                  <a:spcPts val="0"/>
                </a:spcBef>
                <a:spcAft>
                  <a:spcPts val="0"/>
                </a:spcAft>
              </a:pPr>
              <a:r>
                <a:rPr lang="ar-SA" sz="2400" b="1" dirty="0" smtClean="0"/>
                <a:t>      قناة </a:t>
              </a:r>
              <a:r>
                <a:rPr lang="ar-SA" sz="2400" b="1" dirty="0"/>
                <a:t>الاتصال (الوسيلة)</a:t>
              </a:r>
              <a:r>
                <a:rPr lang="ar-SA" sz="2400" dirty="0"/>
                <a:t>: هي الأداة التي تحمل الرسالة من المرسل إلى المستقبل</a:t>
              </a:r>
              <a:endParaRPr lang="en-US" sz="2400" dirty="0"/>
            </a:p>
            <a:p>
              <a:pPr algn="r" defTabSz="914217" rtl="1" fontAlgn="auto">
                <a:spcBef>
                  <a:spcPts val="0"/>
                </a:spcBef>
                <a:spcAft>
                  <a:spcPts val="0"/>
                </a:spcAft>
              </a:pPr>
              <a:endParaRPr lang="en-US" sz="2400" dirty="0">
                <a:solidFill>
                  <a:srgbClr val="445469"/>
                </a:solidFill>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5745224" y="5936047"/>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59" name="TextBox 58"/>
            <p:cNvSpPr txBox="1"/>
            <p:nvPr/>
          </p:nvSpPr>
          <p:spPr>
            <a:xfrm>
              <a:off x="13657262" y="5690131"/>
              <a:ext cx="2081266" cy="1046403"/>
            </a:xfrm>
            <a:prstGeom prst="rect">
              <a:avLst/>
            </a:prstGeom>
            <a:noFill/>
          </p:spPr>
          <p:txBody>
            <a:bodyPr wrap="none" lIns="91422" tIns="45711" rIns="91422" bIns="45711" rtlCol="0">
              <a:spAutoFit/>
            </a:bodyPr>
            <a:lstStyle/>
            <a:p>
              <a:pPr defTabSz="914217" fontAlgn="auto">
                <a:spcBef>
                  <a:spcPts val="0"/>
                </a:spcBef>
                <a:spcAft>
                  <a:spcPts val="0"/>
                </a:spcAft>
              </a:pPr>
              <a:r>
                <a:rPr lang="ar-SA" sz="2800" b="1" u="sng" dirty="0"/>
                <a:t>الرسالة</a:t>
              </a:r>
              <a:endParaRPr lang="id-ID" sz="2800" b="1" u="sng" dirty="0">
                <a:solidFill>
                  <a:srgbClr val="445469"/>
                </a:solidFill>
                <a:latin typeface="Lato Regular"/>
                <a:cs typeface="Lato Regular"/>
              </a:endParaRPr>
            </a:p>
          </p:txBody>
        </p:sp>
      </p:gr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grpSp>
        <p:nvGrpSpPr>
          <p:cNvPr id="28" name="Group 27"/>
          <p:cNvGrpSpPr>
            <a:grpSpLocks/>
          </p:cNvGrpSpPr>
          <p:nvPr/>
        </p:nvGrpSpPr>
        <p:grpSpPr bwMode="auto">
          <a:xfrm>
            <a:off x="8251859" y="1657642"/>
            <a:ext cx="3351212" cy="4597400"/>
            <a:chOff x="6550015" y="1734643"/>
            <a:chExt cx="3351686" cy="4597407"/>
          </a:xfrm>
        </p:grpSpPr>
        <p:sp>
          <p:nvSpPr>
            <p:cNvPr id="29" name="Oval 28"/>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0" name="Group 29"/>
            <p:cNvGrpSpPr/>
            <p:nvPr/>
          </p:nvGrpSpPr>
          <p:grpSpPr>
            <a:xfrm>
              <a:off x="7828252" y="3667661"/>
              <a:ext cx="777012" cy="2664389"/>
              <a:chOff x="4795838" y="1579563"/>
              <a:chExt cx="514350" cy="1763712"/>
            </a:xfrm>
            <a:solidFill>
              <a:schemeClr val="tx1">
                <a:lumMod val="75000"/>
                <a:lumOff val="25000"/>
              </a:schemeClr>
            </a:solidFill>
          </p:grpSpPr>
          <p:sp>
            <p:nvSpPr>
              <p:cNvPr id="70" name="Freeform 69"/>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8" name="Freeform 87"/>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9" name="Freeform 88"/>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0" name="Freeform 89"/>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31" name="Oval 30"/>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2" name="Oval 31"/>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3" name="Oval 32"/>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4" name="Oval 33"/>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5" name="Oval 34"/>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6" name="Oval 35"/>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7" name="Oval 36"/>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8" name="Group 37"/>
            <p:cNvGrpSpPr/>
            <p:nvPr/>
          </p:nvGrpSpPr>
          <p:grpSpPr>
            <a:xfrm>
              <a:off x="6766519" y="3278571"/>
              <a:ext cx="275412" cy="247507"/>
              <a:chOff x="5583238" y="3892551"/>
              <a:chExt cx="360363" cy="323850"/>
            </a:xfrm>
            <a:solidFill>
              <a:schemeClr val="bg1"/>
            </a:solidFill>
          </p:grpSpPr>
          <p:sp>
            <p:nvSpPr>
              <p:cNvPr id="67"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9" name="Group 38"/>
            <p:cNvGrpSpPr/>
            <p:nvPr/>
          </p:nvGrpSpPr>
          <p:grpSpPr>
            <a:xfrm>
              <a:off x="7120938" y="2457922"/>
              <a:ext cx="264493" cy="228095"/>
              <a:chOff x="6048376" y="3925888"/>
              <a:chExt cx="346075" cy="298451"/>
            </a:xfrm>
            <a:solidFill>
              <a:schemeClr val="bg1"/>
            </a:solidFill>
          </p:grpSpPr>
          <p:sp>
            <p:nvSpPr>
              <p:cNvPr id="65"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0" name="Group 39"/>
            <p:cNvGrpSpPr/>
            <p:nvPr/>
          </p:nvGrpSpPr>
          <p:grpSpPr>
            <a:xfrm>
              <a:off x="7172802" y="4226763"/>
              <a:ext cx="212323" cy="247507"/>
              <a:chOff x="7548563" y="2860676"/>
              <a:chExt cx="277813" cy="323850"/>
            </a:xfrm>
            <a:solidFill>
              <a:schemeClr val="bg1"/>
            </a:solidFill>
          </p:grpSpPr>
          <p:sp>
            <p:nvSpPr>
              <p:cNvPr id="55"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0"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1"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3"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4"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1"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42"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5" name="Group 44"/>
            <p:cNvGrpSpPr/>
            <p:nvPr/>
          </p:nvGrpSpPr>
          <p:grpSpPr>
            <a:xfrm>
              <a:off x="9097332" y="4205362"/>
              <a:ext cx="275412" cy="264493"/>
              <a:chOff x="5610226" y="4344988"/>
              <a:chExt cx="360363" cy="346075"/>
            </a:xfrm>
            <a:solidFill>
              <a:schemeClr val="bg1"/>
            </a:solidFill>
          </p:grpSpPr>
          <p:sp>
            <p:nvSpPr>
              <p:cNvPr id="51"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3"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4"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6" name="Group 45"/>
            <p:cNvGrpSpPr/>
            <p:nvPr/>
          </p:nvGrpSpPr>
          <p:grpSpPr>
            <a:xfrm>
              <a:off x="9423479" y="3272108"/>
              <a:ext cx="253273" cy="329479"/>
              <a:chOff x="6913563" y="2465388"/>
              <a:chExt cx="179388" cy="233363"/>
            </a:xfrm>
            <a:solidFill>
              <a:schemeClr val="bg1"/>
            </a:solidFill>
          </p:grpSpPr>
          <p:sp>
            <p:nvSpPr>
              <p:cNvPr id="47"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8"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9"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0"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6395462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31" presetClass="entr" presetSubtype="0"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p:cTn id="15" dur="500" fill="hold"/>
                                        <p:tgtEl>
                                          <p:spTgt spid="28"/>
                                        </p:tgtEl>
                                        <p:attrNameLst>
                                          <p:attrName>ppt_w</p:attrName>
                                        </p:attrNameLst>
                                      </p:cBhvr>
                                      <p:tavLst>
                                        <p:tav tm="0">
                                          <p:val>
                                            <p:fltVal val="0"/>
                                          </p:val>
                                        </p:tav>
                                        <p:tav tm="100000">
                                          <p:val>
                                            <p:strVal val="#ppt_w"/>
                                          </p:val>
                                        </p:tav>
                                      </p:tavLst>
                                    </p:anim>
                                    <p:anim calcmode="lin" valueType="num">
                                      <p:cBhvr>
                                        <p:cTn id="16" dur="500" fill="hold"/>
                                        <p:tgtEl>
                                          <p:spTgt spid="28"/>
                                        </p:tgtEl>
                                        <p:attrNameLst>
                                          <p:attrName>ppt_h</p:attrName>
                                        </p:attrNameLst>
                                      </p:cBhvr>
                                      <p:tavLst>
                                        <p:tav tm="0">
                                          <p:val>
                                            <p:fltVal val="0"/>
                                          </p:val>
                                        </p:tav>
                                        <p:tav tm="100000">
                                          <p:val>
                                            <p:strVal val="#ppt_h"/>
                                          </p:val>
                                        </p:tav>
                                      </p:tavLst>
                                    </p:anim>
                                    <p:anim calcmode="lin" valueType="num">
                                      <p:cBhvr>
                                        <p:cTn id="17" dur="500" fill="hold"/>
                                        <p:tgtEl>
                                          <p:spTgt spid="28"/>
                                        </p:tgtEl>
                                        <p:attrNameLst>
                                          <p:attrName>style.rotation</p:attrName>
                                        </p:attrNameLst>
                                      </p:cBhvr>
                                      <p:tavLst>
                                        <p:tav tm="0">
                                          <p:val>
                                            <p:fltVal val="90"/>
                                          </p:val>
                                        </p:tav>
                                        <p:tav tm="100000">
                                          <p:val>
                                            <p:fltVal val="0"/>
                                          </p:val>
                                        </p:tav>
                                      </p:tavLst>
                                    </p:anim>
                                    <p:animEffect transition="in" filter="fade">
                                      <p:cBhvr>
                                        <p:cTn id="1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909615" y="2580307"/>
            <a:ext cx="7075149" cy="1377500"/>
            <a:chOff x="2613681" y="7340898"/>
            <a:chExt cx="14150297" cy="2754996"/>
          </a:xfrm>
        </p:grpSpPr>
        <p:sp>
          <p:nvSpPr>
            <p:cNvPr id="60" name="TextBox 59"/>
            <p:cNvSpPr txBox="1"/>
            <p:nvPr/>
          </p:nvSpPr>
          <p:spPr>
            <a:xfrm>
              <a:off x="2613681" y="8150785"/>
              <a:ext cx="14150297" cy="1945109"/>
            </a:xfrm>
            <a:prstGeom prst="rect">
              <a:avLst/>
            </a:prstGeom>
            <a:noFill/>
          </p:spPr>
          <p:txBody>
            <a:bodyPr wrap="square" lIns="109710" tIns="54855" rIns="109710" bIns="54855" rtlCol="0">
              <a:spAutoFit/>
            </a:bodyPr>
            <a:lstStyle/>
            <a:p>
              <a:pPr algn="r" defTabSz="914217" rtl="1" fontAlgn="auto">
                <a:spcBef>
                  <a:spcPts val="0"/>
                </a:spcBef>
                <a:spcAft>
                  <a:spcPts val="0"/>
                </a:spcAft>
              </a:pPr>
              <a:r>
                <a:rPr lang="ar-SA" sz="2800" b="1" dirty="0"/>
                <a:t>هو الشخص أو الجهة الذي توجه إليه الرسالة حيث يقوم بحل رموزها وتفسير محتواها وفهم معناها</a:t>
              </a:r>
              <a:endParaRPr lang="en-US" sz="2800" b="1" dirty="0">
                <a:solidFill>
                  <a:srgbClr val="445469"/>
                </a:solidFill>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5833486" y="7542098"/>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63" name="TextBox 62"/>
            <p:cNvSpPr txBox="1"/>
            <p:nvPr/>
          </p:nvSpPr>
          <p:spPr>
            <a:xfrm>
              <a:off x="13652146" y="7340898"/>
              <a:ext cx="2090886" cy="923293"/>
            </a:xfrm>
            <a:prstGeom prst="rect">
              <a:avLst/>
            </a:prstGeom>
            <a:noFill/>
          </p:spPr>
          <p:txBody>
            <a:bodyPr wrap="none" lIns="91422" tIns="45711" rIns="91422" bIns="45711" rtlCol="0">
              <a:spAutoFit/>
            </a:bodyPr>
            <a:lstStyle/>
            <a:p>
              <a:pPr algn="r" defTabSz="914217" rtl="1" fontAlgn="auto">
                <a:spcBef>
                  <a:spcPts val="0"/>
                </a:spcBef>
                <a:spcAft>
                  <a:spcPts val="0"/>
                </a:spcAft>
              </a:pPr>
              <a:r>
                <a:rPr lang="ar-SA" sz="2400" b="1" u="sng" dirty="0"/>
                <a:t>المستقبل</a:t>
              </a:r>
              <a:endParaRPr lang="id-ID" sz="2400" b="1" u="sng" dirty="0">
                <a:solidFill>
                  <a:srgbClr val="445469"/>
                </a:solidFill>
                <a:latin typeface="Lato Regular"/>
                <a:cs typeface="Lato Regular"/>
              </a:endParaRPr>
            </a:p>
          </p:txBody>
        </p:sp>
      </p:grpSp>
      <p:grpSp>
        <p:nvGrpSpPr>
          <p:cNvPr id="6" name="Group 5"/>
          <p:cNvGrpSpPr/>
          <p:nvPr/>
        </p:nvGrpSpPr>
        <p:grpSpPr>
          <a:xfrm>
            <a:off x="356124" y="4206278"/>
            <a:ext cx="7628640" cy="1359840"/>
            <a:chOff x="1075277" y="8683077"/>
            <a:chExt cx="15257279" cy="2719676"/>
          </a:xfrm>
        </p:grpSpPr>
        <p:sp>
          <p:nvSpPr>
            <p:cNvPr id="64" name="TextBox 63"/>
            <p:cNvSpPr txBox="1"/>
            <p:nvPr/>
          </p:nvSpPr>
          <p:spPr>
            <a:xfrm>
              <a:off x="1075277" y="9457644"/>
              <a:ext cx="14754029" cy="1945109"/>
            </a:xfrm>
            <a:prstGeom prst="rect">
              <a:avLst/>
            </a:prstGeom>
            <a:noFill/>
          </p:spPr>
          <p:txBody>
            <a:bodyPr wrap="square" lIns="109710" tIns="54855" rIns="109710" bIns="54855" rtlCol="0">
              <a:spAutoFit/>
            </a:bodyPr>
            <a:lstStyle/>
            <a:p>
              <a:pPr algn="r" rtl="1"/>
              <a:r>
                <a:rPr lang="ar-SA" sz="2800" b="1" dirty="0"/>
                <a:t>هي رد فعل المستقبل على الرسالة وفي هذه الحالة يصبح مرسلاً</a:t>
              </a:r>
              <a:endParaRPr lang="en-US" sz="2800" b="1" dirty="0"/>
            </a:p>
          </p:txBody>
        </p:sp>
        <p:sp>
          <p:nvSpPr>
            <p:cNvPr id="65" name="Freeform 222"/>
            <p:cNvSpPr>
              <a:spLocks noEditPoints="1"/>
            </p:cNvSpPr>
            <p:nvPr/>
          </p:nvSpPr>
          <p:spPr bwMode="auto">
            <a:xfrm>
              <a:off x="15813944" y="8804037"/>
              <a:ext cx="518612" cy="520895"/>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pPr defTabSz="914217" fontAlgn="auto">
                <a:spcBef>
                  <a:spcPts val="0"/>
                </a:spcBef>
                <a:spcAft>
                  <a:spcPts val="0"/>
                </a:spcAft>
              </a:pPr>
              <a:endParaRPr lang="en-US">
                <a:solidFill>
                  <a:srgbClr val="445469"/>
                </a:solidFill>
                <a:latin typeface="Lato Light"/>
              </a:endParaRPr>
            </a:p>
          </p:txBody>
        </p:sp>
        <p:sp>
          <p:nvSpPr>
            <p:cNvPr id="66" name="TextBox 65"/>
            <p:cNvSpPr txBox="1"/>
            <p:nvPr/>
          </p:nvSpPr>
          <p:spPr>
            <a:xfrm>
              <a:off x="12668362" y="8683077"/>
              <a:ext cx="3321992" cy="923293"/>
            </a:xfrm>
            <a:prstGeom prst="rect">
              <a:avLst/>
            </a:prstGeom>
            <a:noFill/>
          </p:spPr>
          <p:txBody>
            <a:bodyPr wrap="none" lIns="91422" tIns="45711" rIns="91422" bIns="45711" rtlCol="0">
              <a:spAutoFit/>
            </a:bodyPr>
            <a:lstStyle/>
            <a:p>
              <a:pPr defTabSz="914217" fontAlgn="auto">
                <a:spcBef>
                  <a:spcPts val="0"/>
                </a:spcBef>
                <a:spcAft>
                  <a:spcPts val="0"/>
                </a:spcAft>
              </a:pPr>
              <a:r>
                <a:rPr lang="ar-SA" sz="2400" b="1" u="sng" dirty="0"/>
                <a:t>التغذية الراجعة</a:t>
              </a:r>
              <a:endParaRPr lang="id-ID" sz="2400" b="1" u="sng" dirty="0">
                <a:solidFill>
                  <a:srgbClr val="445469"/>
                </a:solidFill>
                <a:latin typeface="Lato Regular"/>
                <a:cs typeface="Lato Regular"/>
              </a:endParaRPr>
            </a:p>
          </p:txBody>
        </p:sp>
      </p:grpSp>
      <p:sp>
        <p:nvSpPr>
          <p:cNvPr id="2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grpSp>
        <p:nvGrpSpPr>
          <p:cNvPr id="28" name="Group 27"/>
          <p:cNvGrpSpPr>
            <a:grpSpLocks/>
          </p:cNvGrpSpPr>
          <p:nvPr/>
        </p:nvGrpSpPr>
        <p:grpSpPr bwMode="auto">
          <a:xfrm>
            <a:off x="8285163" y="1735138"/>
            <a:ext cx="3351212" cy="4597400"/>
            <a:chOff x="6550015" y="1734643"/>
            <a:chExt cx="3351686" cy="4597407"/>
          </a:xfrm>
        </p:grpSpPr>
        <p:sp>
          <p:nvSpPr>
            <p:cNvPr id="29" name="Oval 28"/>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0" name="Group 29"/>
            <p:cNvGrpSpPr/>
            <p:nvPr/>
          </p:nvGrpSpPr>
          <p:grpSpPr>
            <a:xfrm>
              <a:off x="7828252" y="3667661"/>
              <a:ext cx="777012" cy="2664389"/>
              <a:chOff x="4795838" y="1579563"/>
              <a:chExt cx="514350" cy="1763712"/>
            </a:xfrm>
            <a:solidFill>
              <a:schemeClr val="tx1">
                <a:lumMod val="75000"/>
                <a:lumOff val="25000"/>
              </a:schemeClr>
            </a:solidFill>
          </p:grpSpPr>
          <p:sp>
            <p:nvSpPr>
              <p:cNvPr id="70" name="Freeform 69"/>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8" name="Freeform 87"/>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89" name="Freeform 88"/>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90" name="Freeform 89"/>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31" name="Oval 30"/>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2" name="Oval 31"/>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3" name="Oval 32"/>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4" name="Oval 33"/>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5" name="Oval 34"/>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6" name="Oval 35"/>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7" name="Oval 36"/>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8" name="Group 37"/>
            <p:cNvGrpSpPr/>
            <p:nvPr/>
          </p:nvGrpSpPr>
          <p:grpSpPr>
            <a:xfrm>
              <a:off x="6766519" y="3278571"/>
              <a:ext cx="275412" cy="247507"/>
              <a:chOff x="5583238" y="3892551"/>
              <a:chExt cx="360363" cy="323850"/>
            </a:xfrm>
            <a:solidFill>
              <a:schemeClr val="bg1"/>
            </a:solidFill>
          </p:grpSpPr>
          <p:sp>
            <p:nvSpPr>
              <p:cNvPr id="67"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9" name="Group 38"/>
            <p:cNvGrpSpPr/>
            <p:nvPr/>
          </p:nvGrpSpPr>
          <p:grpSpPr>
            <a:xfrm>
              <a:off x="7120938" y="2457922"/>
              <a:ext cx="264493" cy="228095"/>
              <a:chOff x="6048376" y="3925888"/>
              <a:chExt cx="346075" cy="298451"/>
            </a:xfrm>
            <a:solidFill>
              <a:schemeClr val="bg1"/>
            </a:solidFill>
          </p:grpSpPr>
          <p:sp>
            <p:nvSpPr>
              <p:cNvPr id="59"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0" name="Group 39"/>
            <p:cNvGrpSpPr/>
            <p:nvPr/>
          </p:nvGrpSpPr>
          <p:grpSpPr>
            <a:xfrm>
              <a:off x="7172802" y="4226763"/>
              <a:ext cx="212323" cy="247507"/>
              <a:chOff x="7548563" y="2860676"/>
              <a:chExt cx="277813" cy="323850"/>
            </a:xfrm>
            <a:solidFill>
              <a:schemeClr val="bg1"/>
            </a:solidFill>
          </p:grpSpPr>
          <p:sp>
            <p:nvSpPr>
              <p:cNvPr id="53"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4"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5"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6"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7"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8"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41"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42"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3" name="Group 42"/>
            <p:cNvGrpSpPr/>
            <p:nvPr/>
          </p:nvGrpSpPr>
          <p:grpSpPr>
            <a:xfrm>
              <a:off x="9097332" y="4205362"/>
              <a:ext cx="275412" cy="264493"/>
              <a:chOff x="5610226" y="4344988"/>
              <a:chExt cx="360363" cy="346075"/>
            </a:xfrm>
            <a:solidFill>
              <a:schemeClr val="bg1"/>
            </a:solidFill>
          </p:grpSpPr>
          <p:sp>
            <p:nvSpPr>
              <p:cNvPr id="49"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0"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1"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2"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44" name="Group 43"/>
            <p:cNvGrpSpPr/>
            <p:nvPr/>
          </p:nvGrpSpPr>
          <p:grpSpPr>
            <a:xfrm>
              <a:off x="9423479" y="3272108"/>
              <a:ext cx="253273" cy="329479"/>
              <a:chOff x="6913563" y="2465388"/>
              <a:chExt cx="179388" cy="233363"/>
            </a:xfrm>
            <a:solidFill>
              <a:schemeClr val="bg1"/>
            </a:solidFill>
          </p:grpSpPr>
          <p:sp>
            <p:nvSpPr>
              <p:cNvPr id="45"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6"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7"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48"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31084561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31" presetClass="entr" presetSubtype="0"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p:cTn id="15" dur="500" fill="hold"/>
                                        <p:tgtEl>
                                          <p:spTgt spid="28"/>
                                        </p:tgtEl>
                                        <p:attrNameLst>
                                          <p:attrName>ppt_w</p:attrName>
                                        </p:attrNameLst>
                                      </p:cBhvr>
                                      <p:tavLst>
                                        <p:tav tm="0">
                                          <p:val>
                                            <p:fltVal val="0"/>
                                          </p:val>
                                        </p:tav>
                                        <p:tav tm="100000">
                                          <p:val>
                                            <p:strVal val="#ppt_w"/>
                                          </p:val>
                                        </p:tav>
                                      </p:tavLst>
                                    </p:anim>
                                    <p:anim calcmode="lin" valueType="num">
                                      <p:cBhvr>
                                        <p:cTn id="16" dur="500" fill="hold"/>
                                        <p:tgtEl>
                                          <p:spTgt spid="28"/>
                                        </p:tgtEl>
                                        <p:attrNameLst>
                                          <p:attrName>ppt_h</p:attrName>
                                        </p:attrNameLst>
                                      </p:cBhvr>
                                      <p:tavLst>
                                        <p:tav tm="0">
                                          <p:val>
                                            <p:fltVal val="0"/>
                                          </p:val>
                                        </p:tav>
                                        <p:tav tm="100000">
                                          <p:val>
                                            <p:strVal val="#ppt_h"/>
                                          </p:val>
                                        </p:tav>
                                      </p:tavLst>
                                    </p:anim>
                                    <p:anim calcmode="lin" valueType="num">
                                      <p:cBhvr>
                                        <p:cTn id="17" dur="500" fill="hold"/>
                                        <p:tgtEl>
                                          <p:spTgt spid="28"/>
                                        </p:tgtEl>
                                        <p:attrNameLst>
                                          <p:attrName>style.rotation</p:attrName>
                                        </p:attrNameLst>
                                      </p:cBhvr>
                                      <p:tavLst>
                                        <p:tav tm="0">
                                          <p:val>
                                            <p:fltVal val="90"/>
                                          </p:val>
                                        </p:tav>
                                        <p:tav tm="100000">
                                          <p:val>
                                            <p:fltVal val="0"/>
                                          </p:val>
                                        </p:tav>
                                      </p:tavLst>
                                    </p:anim>
                                    <p:animEffect transition="in" filter="fade">
                                      <p:cBhvr>
                                        <p:cTn id="1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7"/>
          <p:cNvSpPr txBox="1">
            <a:spLocks/>
          </p:cNvSpPr>
          <p:nvPr/>
        </p:nvSpPr>
        <p:spPr>
          <a:xfrm>
            <a:off x="2594623" y="71977"/>
            <a:ext cx="6370421" cy="70788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Font typeface="Arial" pitchFamily="34" charset="0"/>
              <a:buNone/>
            </a:pPr>
            <a:r>
              <a:rPr lang="ar-SA" sz="4000" b="1" u="sng" dirty="0">
                <a:solidFill>
                  <a:srgbClr val="FCFCFC">
                    <a:lumMod val="10000"/>
                  </a:srgbClr>
                </a:solidFill>
              </a:rPr>
              <a:t>التعليم ونظرية الاتصال التعليمي</a:t>
            </a:r>
            <a:endParaRPr lang="en-US" sz="4000" u="sng" dirty="0">
              <a:solidFill>
                <a:srgbClr val="FCFCFC">
                  <a:lumMod val="10000"/>
                </a:srgbClr>
              </a:solidFill>
            </a:endParaRPr>
          </a:p>
        </p:txBody>
      </p:sp>
      <p:grpSp>
        <p:nvGrpSpPr>
          <p:cNvPr id="8" name="Group 7"/>
          <p:cNvGrpSpPr>
            <a:grpSpLocks noChangeAspect="1"/>
          </p:cNvGrpSpPr>
          <p:nvPr/>
        </p:nvGrpSpPr>
        <p:grpSpPr>
          <a:xfrm rot="4351113">
            <a:off x="6962662" y="1633783"/>
            <a:ext cx="5088257" cy="3174293"/>
            <a:chOff x="940378" y="1579484"/>
            <a:chExt cx="7056438" cy="4402137"/>
          </a:xfrm>
        </p:grpSpPr>
        <p:sp>
          <p:nvSpPr>
            <p:cNvPr id="22" name="Freeform 673"/>
            <p:cNvSpPr>
              <a:spLocks noEditPoints="1"/>
            </p:cNvSpPr>
            <p:nvPr/>
          </p:nvSpPr>
          <p:spPr bwMode="auto">
            <a:xfrm rot="21275257">
              <a:off x="4204278" y="1579484"/>
              <a:ext cx="2628900" cy="2630487"/>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endParaRPr>
            </a:p>
          </p:txBody>
        </p:sp>
        <p:sp>
          <p:nvSpPr>
            <p:cNvPr id="23" name="Freeform 675"/>
            <p:cNvSpPr>
              <a:spLocks noEditPoints="1"/>
            </p:cNvSpPr>
            <p:nvPr/>
          </p:nvSpPr>
          <p:spPr bwMode="auto">
            <a:xfrm rot="21275257">
              <a:off x="940378" y="1649334"/>
              <a:ext cx="3429000" cy="3429000"/>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endParaRPr>
            </a:p>
          </p:txBody>
        </p:sp>
        <p:sp>
          <p:nvSpPr>
            <p:cNvPr id="24" name="Oval 676"/>
            <p:cNvSpPr>
              <a:spLocks noChangeArrowheads="1"/>
            </p:cNvSpPr>
            <p:nvPr/>
          </p:nvSpPr>
          <p:spPr bwMode="auto">
            <a:xfrm rot="21275257">
              <a:off x="1307091" y="2016046"/>
              <a:ext cx="2695575" cy="2693988"/>
            </a:xfrm>
            <a:prstGeom prst="ellipse">
              <a:avLst/>
            </a:prstGeom>
            <a:solidFill>
              <a:schemeClr val="accent1">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endParaRPr>
            </a:p>
          </p:txBody>
        </p:sp>
        <p:sp>
          <p:nvSpPr>
            <p:cNvPr id="25" name="Oval 677"/>
            <p:cNvSpPr>
              <a:spLocks noChangeArrowheads="1"/>
            </p:cNvSpPr>
            <p:nvPr/>
          </p:nvSpPr>
          <p:spPr bwMode="auto">
            <a:xfrm rot="21275257">
              <a:off x="4617028" y="1993821"/>
              <a:ext cx="1801813" cy="1801813"/>
            </a:xfrm>
            <a:prstGeom prst="ellipse">
              <a:avLst/>
            </a:prstGeom>
            <a:solidFill>
              <a:schemeClr val="accent2">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dirty="0" smtClean="0">
                <a:solidFill>
                  <a:srgbClr val="000000"/>
                </a:solidFill>
                <a:latin typeface="Gulim" pitchFamily="34" charset="-127"/>
                <a:ea typeface="Gulim" pitchFamily="34" charset="-127"/>
              </a:endParaRPr>
            </a:p>
          </p:txBody>
        </p:sp>
        <p:sp>
          <p:nvSpPr>
            <p:cNvPr id="26" name="Freeform 679"/>
            <p:cNvSpPr>
              <a:spLocks noEditPoints="1"/>
            </p:cNvSpPr>
            <p:nvPr/>
          </p:nvSpPr>
          <p:spPr bwMode="auto">
            <a:xfrm rot="21275257">
              <a:off x="5693353" y="3676571"/>
              <a:ext cx="2303463" cy="2305050"/>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latinLnBrk="1"/>
              <a:endParaRPr kumimoji="1" lang="zh-CN" altLang="en-US" smtClean="0">
                <a:solidFill>
                  <a:srgbClr val="000000"/>
                </a:solidFill>
                <a:latin typeface="Gulim" pitchFamily="34" charset="-127"/>
                <a:ea typeface="Gulim" pitchFamily="34" charset="-127"/>
              </a:endParaRPr>
            </a:p>
          </p:txBody>
        </p:sp>
        <p:sp>
          <p:nvSpPr>
            <p:cNvPr id="27" name="Oval 680"/>
            <p:cNvSpPr>
              <a:spLocks noChangeArrowheads="1"/>
            </p:cNvSpPr>
            <p:nvPr/>
          </p:nvSpPr>
          <p:spPr bwMode="auto">
            <a:xfrm rot="21275257">
              <a:off x="6055303" y="4040109"/>
              <a:ext cx="1577975" cy="1577975"/>
            </a:xfrm>
            <a:prstGeom prst="ellipse">
              <a:avLst/>
            </a:prstGeom>
            <a:solidFill>
              <a:schemeClr val="accent3">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latinLnBrk="1"/>
              <a:endParaRPr kumimoji="1" lang="ko-KR" altLang="en-US" smtClean="0">
                <a:solidFill>
                  <a:srgbClr val="000000"/>
                </a:solidFill>
                <a:latin typeface="Gulim" pitchFamily="34" charset="-127"/>
                <a:ea typeface="Gulim" pitchFamily="34" charset="-127"/>
              </a:endParaRPr>
            </a:p>
          </p:txBody>
        </p:sp>
      </p:grpSp>
      <p:grpSp>
        <p:nvGrpSpPr>
          <p:cNvPr id="12" name="Group 11"/>
          <p:cNvGrpSpPr/>
          <p:nvPr/>
        </p:nvGrpSpPr>
        <p:grpSpPr>
          <a:xfrm>
            <a:off x="9102855" y="4905598"/>
            <a:ext cx="378565" cy="378564"/>
            <a:chOff x="5607370" y="3562829"/>
            <a:chExt cx="587140" cy="587140"/>
          </a:xfrm>
          <a:noFill/>
        </p:grpSpPr>
        <p:sp>
          <p:nvSpPr>
            <p:cNvPr id="1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sp>
          <p:nvSpPr>
            <p:cNvPr id="20" name="Freeform 23"/>
            <p:cNvSpPr>
              <a:spLocks noEditPoints="1"/>
            </p:cNvSpPr>
            <p:nvPr/>
          </p:nvSpPr>
          <p:spPr bwMode="auto">
            <a:xfrm>
              <a:off x="5607370" y="3562829"/>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grpSp>
      <p:grpSp>
        <p:nvGrpSpPr>
          <p:cNvPr id="13" name="Group 12"/>
          <p:cNvGrpSpPr/>
          <p:nvPr/>
        </p:nvGrpSpPr>
        <p:grpSpPr>
          <a:xfrm>
            <a:off x="9144409" y="1615244"/>
            <a:ext cx="543740" cy="543740"/>
            <a:chOff x="6665323" y="3562825"/>
            <a:chExt cx="587140" cy="587140"/>
          </a:xfrm>
          <a:noFill/>
        </p:grpSpPr>
        <p:sp>
          <p:nvSpPr>
            <p:cNvPr id="17"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sp>
          <p:nvSpPr>
            <p:cNvPr id="18"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grpSp>
      <p:grpSp>
        <p:nvGrpSpPr>
          <p:cNvPr id="14" name="Group 13"/>
          <p:cNvGrpSpPr/>
          <p:nvPr/>
        </p:nvGrpSpPr>
        <p:grpSpPr>
          <a:xfrm>
            <a:off x="10106716" y="3579597"/>
            <a:ext cx="378565" cy="378565"/>
            <a:chOff x="7740352" y="3562825"/>
            <a:chExt cx="587140" cy="587140"/>
          </a:xfrm>
          <a:noFill/>
        </p:grpSpPr>
        <p:sp>
          <p:nvSpPr>
            <p:cNvPr id="15" name="Freeform 14"/>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sp>
          <p:nvSpPr>
            <p:cNvPr id="16"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sz="2000" dirty="0">
                <a:solidFill>
                  <a:srgbClr val="5C5C5C"/>
                </a:solidFill>
                <a:latin typeface="Calibri" panose="020F0502020204030204"/>
              </a:endParaRPr>
            </a:p>
          </p:txBody>
        </p:sp>
      </p:grpSp>
      <p:sp>
        <p:nvSpPr>
          <p:cNvPr id="28" name="Content Placeholder 2"/>
          <p:cNvSpPr txBox="1">
            <a:spLocks/>
          </p:cNvSpPr>
          <p:nvPr/>
        </p:nvSpPr>
        <p:spPr>
          <a:xfrm>
            <a:off x="656492" y="3673582"/>
            <a:ext cx="7638825" cy="291478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spcAft>
                <a:spcPts val="0"/>
              </a:spcAft>
              <a:buNone/>
            </a:pPr>
            <a:r>
              <a:rPr lang="ar-SA" sz="3600" b="1" u="sng" dirty="0">
                <a:solidFill>
                  <a:srgbClr val="F4BD0C"/>
                </a:solidFill>
              </a:rPr>
              <a:t>مهارات الاتصال </a:t>
            </a:r>
            <a:r>
              <a:rPr lang="ar-SA" sz="3600" b="1" u="sng" dirty="0" smtClean="0">
                <a:solidFill>
                  <a:srgbClr val="F4BD0C"/>
                </a:solidFill>
              </a:rPr>
              <a:t>التعليمي</a:t>
            </a:r>
            <a:endParaRPr lang="en-US" sz="3600" b="1" u="sng" dirty="0" smtClean="0">
              <a:solidFill>
                <a:srgbClr val="F4BD0C"/>
              </a:solidFill>
            </a:endParaRPr>
          </a:p>
          <a:p>
            <a:pPr marL="0" indent="0" algn="ctr" fontAlgn="auto">
              <a:spcAft>
                <a:spcPts val="0"/>
              </a:spcAft>
              <a:buNone/>
            </a:pPr>
            <a:r>
              <a:rPr lang="ar-SA" sz="3200" b="1" dirty="0" smtClean="0">
                <a:solidFill>
                  <a:schemeClr val="tx2">
                    <a:lumMod val="50000"/>
                  </a:schemeClr>
                </a:solidFill>
              </a:rPr>
              <a:t>وبالتالي </a:t>
            </a:r>
            <a:r>
              <a:rPr lang="ar-SA" sz="3200" b="1" dirty="0">
                <a:solidFill>
                  <a:schemeClr val="tx2">
                    <a:lumMod val="50000"/>
                  </a:schemeClr>
                </a:solidFill>
              </a:rPr>
              <a:t>فإن نجاح الاتصال وتحقيق أهدافه داخل المدرسة أو الجامعة يتوقف على وجود عدد من المهارات التي يجب أن يتميز بها جميع المشاركين في عملية الاتصال. وهذه المهارات نوعان هما:</a:t>
            </a:r>
            <a:endParaRPr lang="en-US" sz="1200" b="1" dirty="0">
              <a:solidFill>
                <a:schemeClr val="tx2">
                  <a:lumMod val="50000"/>
                </a:schemeClr>
              </a:solidFill>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725841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31" presetClass="entr" presetSubtype="0" fill="hold" nodeType="withEffect">
                                  <p:stCondLst>
                                    <p:cond delay="250"/>
                                  </p:stCondLst>
                                  <p:childTnLst>
                                    <p:set>
                                      <p:cBhvr>
                                        <p:cTn id="8" dur="1" fill="hold">
                                          <p:stCondLst>
                                            <p:cond delay="0"/>
                                          </p:stCondLst>
                                        </p:cTn>
                                        <p:tgtEl>
                                          <p:spTgt spid="8"/>
                                        </p:tgtEl>
                                        <p:attrNameLst>
                                          <p:attrName>style.visibility</p:attrName>
                                        </p:attrNameLst>
                                      </p:cBhvr>
                                      <p:to>
                                        <p:strVal val="visible"/>
                                      </p:to>
                                    </p:set>
                                    <p:anim calcmode="lin" valueType="num">
                                      <p:cBhvr>
                                        <p:cTn id="9" dur="1000" fill="hold"/>
                                        <p:tgtEl>
                                          <p:spTgt spid="8"/>
                                        </p:tgtEl>
                                        <p:attrNameLst>
                                          <p:attrName>ppt_w</p:attrName>
                                        </p:attrNameLst>
                                      </p:cBhvr>
                                      <p:tavLst>
                                        <p:tav tm="0">
                                          <p:val>
                                            <p:fltVal val="0"/>
                                          </p:val>
                                        </p:tav>
                                        <p:tav tm="100000">
                                          <p:val>
                                            <p:strVal val="#ppt_w"/>
                                          </p:val>
                                        </p:tav>
                                      </p:tavLst>
                                    </p:anim>
                                    <p:anim calcmode="lin" valueType="num">
                                      <p:cBhvr>
                                        <p:cTn id="10" dur="1000" fill="hold"/>
                                        <p:tgtEl>
                                          <p:spTgt spid="8"/>
                                        </p:tgtEl>
                                        <p:attrNameLst>
                                          <p:attrName>ppt_h</p:attrName>
                                        </p:attrNameLst>
                                      </p:cBhvr>
                                      <p:tavLst>
                                        <p:tav tm="0">
                                          <p:val>
                                            <p:fltVal val="0"/>
                                          </p:val>
                                        </p:tav>
                                        <p:tav tm="100000">
                                          <p:val>
                                            <p:strVal val="#ppt_h"/>
                                          </p:val>
                                        </p:tav>
                                      </p:tavLst>
                                    </p:anim>
                                    <p:anim calcmode="lin" valueType="num">
                                      <p:cBhvr>
                                        <p:cTn id="11" dur="1000" fill="hold"/>
                                        <p:tgtEl>
                                          <p:spTgt spid="8"/>
                                        </p:tgtEl>
                                        <p:attrNameLst>
                                          <p:attrName>style.rotation</p:attrName>
                                        </p:attrNameLst>
                                      </p:cBhvr>
                                      <p:tavLst>
                                        <p:tav tm="0">
                                          <p:val>
                                            <p:fltVal val="90"/>
                                          </p:val>
                                        </p:tav>
                                        <p:tav tm="100000">
                                          <p:val>
                                            <p:fltVal val="0"/>
                                          </p:val>
                                        </p:tav>
                                      </p:tavLst>
                                    </p:anim>
                                    <p:animEffect transition="in" filter="fade">
                                      <p:cBhvr>
                                        <p:cTn id="12" dur="1000"/>
                                        <p:tgtEl>
                                          <p:spTgt spid="8"/>
                                        </p:tgtEl>
                                      </p:cBhvr>
                                    </p:animEffect>
                                  </p:childTnLst>
                                </p:cTn>
                              </p:par>
                              <p:par>
                                <p:cTn id="13" presetID="53" presetClass="entr" presetSubtype="16" fill="hold" nodeType="withEffect">
                                  <p:stCondLst>
                                    <p:cond delay="1500"/>
                                  </p:stCondLst>
                                  <p:childTnLst>
                                    <p:set>
                                      <p:cBhvr>
                                        <p:cTn id="14" dur="1" fill="hold">
                                          <p:stCondLst>
                                            <p:cond delay="0"/>
                                          </p:stCondLst>
                                        </p:cTn>
                                        <p:tgtEl>
                                          <p:spTgt spid="13"/>
                                        </p:tgtEl>
                                        <p:attrNameLst>
                                          <p:attrName>style.visibility</p:attrName>
                                        </p:attrNameLst>
                                      </p:cBhvr>
                                      <p:to>
                                        <p:strVal val="visible"/>
                                      </p:to>
                                    </p:set>
                                    <p:anim calcmode="lin" valueType="num">
                                      <p:cBhvr>
                                        <p:cTn id="15" dur="250" fill="hold"/>
                                        <p:tgtEl>
                                          <p:spTgt spid="13"/>
                                        </p:tgtEl>
                                        <p:attrNameLst>
                                          <p:attrName>ppt_w</p:attrName>
                                        </p:attrNameLst>
                                      </p:cBhvr>
                                      <p:tavLst>
                                        <p:tav tm="0">
                                          <p:val>
                                            <p:fltVal val="0"/>
                                          </p:val>
                                        </p:tav>
                                        <p:tav tm="100000">
                                          <p:val>
                                            <p:strVal val="#ppt_w"/>
                                          </p:val>
                                        </p:tav>
                                      </p:tavLst>
                                    </p:anim>
                                    <p:anim calcmode="lin" valueType="num">
                                      <p:cBhvr>
                                        <p:cTn id="16" dur="250" fill="hold"/>
                                        <p:tgtEl>
                                          <p:spTgt spid="13"/>
                                        </p:tgtEl>
                                        <p:attrNameLst>
                                          <p:attrName>ppt_h</p:attrName>
                                        </p:attrNameLst>
                                      </p:cBhvr>
                                      <p:tavLst>
                                        <p:tav tm="0">
                                          <p:val>
                                            <p:fltVal val="0"/>
                                          </p:val>
                                        </p:tav>
                                        <p:tav tm="100000">
                                          <p:val>
                                            <p:strVal val="#ppt_h"/>
                                          </p:val>
                                        </p:tav>
                                      </p:tavLst>
                                    </p:anim>
                                    <p:animEffect transition="in" filter="fade">
                                      <p:cBhvr>
                                        <p:cTn id="17" dur="250"/>
                                        <p:tgtEl>
                                          <p:spTgt spid="13"/>
                                        </p:tgtEl>
                                      </p:cBhvr>
                                    </p:animEffect>
                                  </p:childTnLst>
                                </p:cTn>
                              </p:par>
                              <p:par>
                                <p:cTn id="18" presetID="53" presetClass="entr" presetSubtype="16" fill="hold" nodeType="withEffect">
                                  <p:stCondLst>
                                    <p:cond delay="1500"/>
                                  </p:stCondLst>
                                  <p:childTnLst>
                                    <p:set>
                                      <p:cBhvr>
                                        <p:cTn id="19" dur="1" fill="hold">
                                          <p:stCondLst>
                                            <p:cond delay="0"/>
                                          </p:stCondLst>
                                        </p:cTn>
                                        <p:tgtEl>
                                          <p:spTgt spid="14"/>
                                        </p:tgtEl>
                                        <p:attrNameLst>
                                          <p:attrName>style.visibility</p:attrName>
                                        </p:attrNameLst>
                                      </p:cBhvr>
                                      <p:to>
                                        <p:strVal val="visible"/>
                                      </p:to>
                                    </p:set>
                                    <p:anim calcmode="lin" valueType="num">
                                      <p:cBhvr>
                                        <p:cTn id="20" dur="250" fill="hold"/>
                                        <p:tgtEl>
                                          <p:spTgt spid="14"/>
                                        </p:tgtEl>
                                        <p:attrNameLst>
                                          <p:attrName>ppt_w</p:attrName>
                                        </p:attrNameLst>
                                      </p:cBhvr>
                                      <p:tavLst>
                                        <p:tav tm="0">
                                          <p:val>
                                            <p:fltVal val="0"/>
                                          </p:val>
                                        </p:tav>
                                        <p:tav tm="100000">
                                          <p:val>
                                            <p:strVal val="#ppt_w"/>
                                          </p:val>
                                        </p:tav>
                                      </p:tavLst>
                                    </p:anim>
                                    <p:anim calcmode="lin" valueType="num">
                                      <p:cBhvr>
                                        <p:cTn id="21" dur="250" fill="hold"/>
                                        <p:tgtEl>
                                          <p:spTgt spid="14"/>
                                        </p:tgtEl>
                                        <p:attrNameLst>
                                          <p:attrName>ppt_h</p:attrName>
                                        </p:attrNameLst>
                                      </p:cBhvr>
                                      <p:tavLst>
                                        <p:tav tm="0">
                                          <p:val>
                                            <p:fltVal val="0"/>
                                          </p:val>
                                        </p:tav>
                                        <p:tav tm="100000">
                                          <p:val>
                                            <p:strVal val="#ppt_h"/>
                                          </p:val>
                                        </p:tav>
                                      </p:tavLst>
                                    </p:anim>
                                    <p:animEffect transition="in" filter="fade">
                                      <p:cBhvr>
                                        <p:cTn id="22" dur="250"/>
                                        <p:tgtEl>
                                          <p:spTgt spid="14"/>
                                        </p:tgtEl>
                                      </p:cBhvr>
                                    </p:animEffect>
                                  </p:childTnLst>
                                </p:cTn>
                              </p:par>
                              <p:par>
                                <p:cTn id="23" presetID="53" presetClass="entr" presetSubtype="16" fill="hold" nodeType="withEffect">
                                  <p:stCondLst>
                                    <p:cond delay="15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250" fill="hold"/>
                                        <p:tgtEl>
                                          <p:spTgt spid="12"/>
                                        </p:tgtEl>
                                        <p:attrNameLst>
                                          <p:attrName>ppt_w</p:attrName>
                                        </p:attrNameLst>
                                      </p:cBhvr>
                                      <p:tavLst>
                                        <p:tav tm="0">
                                          <p:val>
                                            <p:fltVal val="0"/>
                                          </p:val>
                                        </p:tav>
                                        <p:tav tm="100000">
                                          <p:val>
                                            <p:strVal val="#ppt_w"/>
                                          </p:val>
                                        </p:tav>
                                      </p:tavLst>
                                    </p:anim>
                                    <p:anim calcmode="lin" valueType="num">
                                      <p:cBhvr>
                                        <p:cTn id="26" dur="250" fill="hold"/>
                                        <p:tgtEl>
                                          <p:spTgt spid="12"/>
                                        </p:tgtEl>
                                        <p:attrNameLst>
                                          <p:attrName>ppt_h</p:attrName>
                                        </p:attrNameLst>
                                      </p:cBhvr>
                                      <p:tavLst>
                                        <p:tav tm="0">
                                          <p:val>
                                            <p:fltVal val="0"/>
                                          </p:val>
                                        </p:tav>
                                        <p:tav tm="100000">
                                          <p:val>
                                            <p:strVal val="#ppt_h"/>
                                          </p:val>
                                        </p:tav>
                                      </p:tavLst>
                                    </p:anim>
                                    <p:animEffect transition="in" filter="fade">
                                      <p:cBhvr>
                                        <p:cTn id="27" dur="250"/>
                                        <p:tgtEl>
                                          <p:spTgt spid="12"/>
                                        </p:tgtEl>
                                      </p:cBhvr>
                                    </p:animEffect>
                                  </p:childTnLst>
                                </p:cTn>
                              </p:par>
                            </p:childTnLst>
                          </p:cTn>
                        </p:par>
                        <p:par>
                          <p:cTn id="28" fill="hold">
                            <p:stCondLst>
                              <p:cond delay="1750"/>
                            </p:stCondLst>
                            <p:childTnLst>
                              <p:par>
                                <p:cTn id="29" presetID="10" presetClass="entr" presetSubtype="0" fill="hold" grpId="0" nodeType="after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uppe 58"/>
          <p:cNvGrpSpPr>
            <a:grpSpLocks noChangeAspect="1"/>
          </p:cNvGrpSpPr>
          <p:nvPr/>
        </p:nvGrpSpPr>
        <p:grpSpPr bwMode="auto">
          <a:xfrm>
            <a:off x="9426438" y="1124346"/>
            <a:ext cx="1891897" cy="4129915"/>
            <a:chOff x="5698227" y="835527"/>
            <a:chExt cx="2498756" cy="5447978"/>
          </a:xfrm>
        </p:grpSpPr>
        <p:grpSp>
          <p:nvGrpSpPr>
            <p:cNvPr id="21" name="Gruppe 53"/>
            <p:cNvGrpSpPr>
              <a:grpSpLocks/>
            </p:cNvGrpSpPr>
            <p:nvPr/>
          </p:nvGrpSpPr>
          <p:grpSpPr bwMode="auto">
            <a:xfrm>
              <a:off x="5698227" y="835527"/>
              <a:ext cx="2498756" cy="5447978"/>
              <a:chOff x="12653385" y="-4318001"/>
              <a:chExt cx="3497872" cy="7626367"/>
            </a:xfrm>
          </p:grpSpPr>
          <p:sp>
            <p:nvSpPr>
              <p:cNvPr id="25" name="Freeform 63"/>
              <p:cNvSpPr>
                <a:spLocks/>
              </p:cNvSpPr>
              <p:nvPr/>
            </p:nvSpPr>
            <p:spPr bwMode="auto">
              <a:xfrm>
                <a:off x="12653385" y="-2814515"/>
                <a:ext cx="778115" cy="435792"/>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8425 w 490"/>
                  <a:gd name="T9" fmla="*/ 415925 h 278"/>
                  <a:gd name="T10" fmla="*/ 63500 w 490"/>
                  <a:gd name="T11" fmla="*/ 425450 h 278"/>
                  <a:gd name="T12" fmla="*/ 38100 w 490"/>
                  <a:gd name="T13" fmla="*/ 431800 h 278"/>
                  <a:gd name="T14" fmla="*/ 31750 w 490"/>
                  <a:gd name="T15" fmla="*/ 431800 h 278"/>
                  <a:gd name="T16" fmla="*/ 15875 w 490"/>
                  <a:gd name="T17" fmla="*/ 441325 h 278"/>
                  <a:gd name="T18" fmla="*/ 9525 w 490"/>
                  <a:gd name="T19" fmla="*/ 438150 h 278"/>
                  <a:gd name="T20" fmla="*/ 6350 w 490"/>
                  <a:gd name="T21" fmla="*/ 438150 h 278"/>
                  <a:gd name="T22" fmla="*/ 3175 w 490"/>
                  <a:gd name="T23" fmla="*/ 434975 h 278"/>
                  <a:gd name="T24" fmla="*/ 0 w 490"/>
                  <a:gd name="T25" fmla="*/ 428625 h 278"/>
                  <a:gd name="T26" fmla="*/ 0 w 490"/>
                  <a:gd name="T27" fmla="*/ 425450 h 278"/>
                  <a:gd name="T28" fmla="*/ 6350 w 490"/>
                  <a:gd name="T29" fmla="*/ 403225 h 278"/>
                  <a:gd name="T30" fmla="*/ 22225 w 490"/>
                  <a:gd name="T31" fmla="*/ 384175 h 278"/>
                  <a:gd name="T32" fmla="*/ 117475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8100 w 490"/>
                  <a:gd name="T45" fmla="*/ 244475 h 278"/>
                  <a:gd name="T46" fmla="*/ 41275 w 490"/>
                  <a:gd name="T47" fmla="*/ 241300 h 278"/>
                  <a:gd name="T48" fmla="*/ 66675 w 490"/>
                  <a:gd name="T49" fmla="*/ 228600 h 278"/>
                  <a:gd name="T50" fmla="*/ 111125 w 490"/>
                  <a:gd name="T51" fmla="*/ 231775 h 278"/>
                  <a:gd name="T52" fmla="*/ 266700 w 490"/>
                  <a:gd name="T53" fmla="*/ 244475 h 278"/>
                  <a:gd name="T54" fmla="*/ 377825 w 490"/>
                  <a:gd name="T55" fmla="*/ 222250 h 278"/>
                  <a:gd name="T56" fmla="*/ 447675 w 490"/>
                  <a:gd name="T57" fmla="*/ 206375 h 278"/>
                  <a:gd name="T58" fmla="*/ 450850 w 490"/>
                  <a:gd name="T59" fmla="*/ 200025 h 278"/>
                  <a:gd name="T60" fmla="*/ 441325 w 490"/>
                  <a:gd name="T61" fmla="*/ 165100 h 278"/>
                  <a:gd name="T62" fmla="*/ 431800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52425 w 490"/>
                  <a:gd name="T73" fmla="*/ 12700 h 278"/>
                  <a:gd name="T74" fmla="*/ 365125 w 490"/>
                  <a:gd name="T75" fmla="*/ 6350 h 278"/>
                  <a:gd name="T76" fmla="*/ 384175 w 490"/>
                  <a:gd name="T77" fmla="*/ 0 h 278"/>
                  <a:gd name="T78" fmla="*/ 403225 w 490"/>
                  <a:gd name="T79" fmla="*/ 9525 h 278"/>
                  <a:gd name="T80" fmla="*/ 415925 w 490"/>
                  <a:gd name="T81" fmla="*/ 25400 h 278"/>
                  <a:gd name="T82" fmla="*/ 457200 w 490"/>
                  <a:gd name="T83" fmla="*/ 73025 h 278"/>
                  <a:gd name="T84" fmla="*/ 479425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11200 w 490"/>
                  <a:gd name="T95" fmla="*/ 203200 h 278"/>
                  <a:gd name="T96" fmla="*/ 739775 w 490"/>
                  <a:gd name="T97" fmla="*/ 228600 h 278"/>
                  <a:gd name="T98" fmla="*/ 755650 w 490"/>
                  <a:gd name="T99" fmla="*/ 257175 h 278"/>
                  <a:gd name="T100" fmla="*/ 762000 w 490"/>
                  <a:gd name="T101" fmla="*/ 279400 h 278"/>
                  <a:gd name="T102" fmla="*/ 762000 w 490"/>
                  <a:gd name="T103" fmla="*/ 304800 h 278"/>
                  <a:gd name="T104" fmla="*/ 762000 w 490"/>
                  <a:gd name="T105" fmla="*/ 304800 h 278"/>
                  <a:gd name="T106" fmla="*/ 777875 w 490"/>
                  <a:gd name="T107" fmla="*/ 304800 h 278"/>
                  <a:gd name="T108" fmla="*/ 647700 w 490"/>
                  <a:gd name="T109" fmla="*/ 355600 h 278"/>
                  <a:gd name="T110" fmla="*/ 434975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50" y="242"/>
                    </a:lnTo>
                    <a:lnTo>
                      <a:pt x="120" y="248"/>
                    </a:lnTo>
                    <a:lnTo>
                      <a:pt x="98" y="252"/>
                    </a:lnTo>
                    <a:lnTo>
                      <a:pt x="80" y="258"/>
                    </a:lnTo>
                    <a:lnTo>
                      <a:pt x="62" y="262"/>
                    </a:lnTo>
                    <a:lnTo>
                      <a:pt x="40" y="268"/>
                    </a:lnTo>
                    <a:lnTo>
                      <a:pt x="26" y="272"/>
                    </a:lnTo>
                    <a:lnTo>
                      <a:pt x="24" y="272"/>
                    </a:lnTo>
                    <a:lnTo>
                      <a:pt x="20" y="272"/>
                    </a:lnTo>
                    <a:lnTo>
                      <a:pt x="16" y="276"/>
                    </a:lnTo>
                    <a:lnTo>
                      <a:pt x="10" y="278"/>
                    </a:lnTo>
                    <a:lnTo>
                      <a:pt x="6" y="276"/>
                    </a:lnTo>
                    <a:lnTo>
                      <a:pt x="4" y="276"/>
                    </a:lnTo>
                    <a:lnTo>
                      <a:pt x="2" y="274"/>
                    </a:lnTo>
                    <a:lnTo>
                      <a:pt x="2" y="272"/>
                    </a:lnTo>
                    <a:lnTo>
                      <a:pt x="0" y="270"/>
                    </a:lnTo>
                    <a:lnTo>
                      <a:pt x="0" y="268"/>
                    </a:lnTo>
                    <a:lnTo>
                      <a:pt x="2" y="266"/>
                    </a:lnTo>
                    <a:lnTo>
                      <a:pt x="4" y="254"/>
                    </a:lnTo>
                    <a:lnTo>
                      <a:pt x="8" y="248"/>
                    </a:lnTo>
                    <a:lnTo>
                      <a:pt x="14" y="242"/>
                    </a:lnTo>
                    <a:lnTo>
                      <a:pt x="22" y="236"/>
                    </a:lnTo>
                    <a:lnTo>
                      <a:pt x="30" y="232"/>
                    </a:lnTo>
                    <a:lnTo>
                      <a:pt x="74" y="210"/>
                    </a:lnTo>
                    <a:lnTo>
                      <a:pt x="94" y="202"/>
                    </a:lnTo>
                    <a:lnTo>
                      <a:pt x="110" y="200"/>
                    </a:lnTo>
                    <a:lnTo>
                      <a:pt x="114" y="200"/>
                    </a:lnTo>
                    <a:lnTo>
                      <a:pt x="114" y="198"/>
                    </a:lnTo>
                    <a:lnTo>
                      <a:pt x="102" y="194"/>
                    </a:lnTo>
                    <a:lnTo>
                      <a:pt x="46" y="182"/>
                    </a:lnTo>
                    <a:lnTo>
                      <a:pt x="28" y="176"/>
                    </a:lnTo>
                    <a:lnTo>
                      <a:pt x="24" y="174"/>
                    </a:lnTo>
                    <a:lnTo>
                      <a:pt x="20" y="172"/>
                    </a:lnTo>
                    <a:lnTo>
                      <a:pt x="18" y="162"/>
                    </a:lnTo>
                    <a:lnTo>
                      <a:pt x="20" y="158"/>
                    </a:lnTo>
                    <a:lnTo>
                      <a:pt x="24" y="154"/>
                    </a:lnTo>
                    <a:lnTo>
                      <a:pt x="26" y="152"/>
                    </a:lnTo>
                    <a:lnTo>
                      <a:pt x="34" y="148"/>
                    </a:lnTo>
                    <a:lnTo>
                      <a:pt x="42" y="144"/>
                    </a:lnTo>
                    <a:lnTo>
                      <a:pt x="52" y="144"/>
                    </a:lnTo>
                    <a:lnTo>
                      <a:pt x="70" y="146"/>
                    </a:lnTo>
                    <a:lnTo>
                      <a:pt x="144" y="152"/>
                    </a:lnTo>
                    <a:lnTo>
                      <a:pt x="168" y="154"/>
                    </a:lnTo>
                    <a:lnTo>
                      <a:pt x="192" y="150"/>
                    </a:lnTo>
                    <a:lnTo>
                      <a:pt x="238" y="140"/>
                    </a:lnTo>
                    <a:lnTo>
                      <a:pt x="272" y="134"/>
                    </a:lnTo>
                    <a:lnTo>
                      <a:pt x="282" y="130"/>
                    </a:lnTo>
                    <a:lnTo>
                      <a:pt x="284" y="128"/>
                    </a:lnTo>
                    <a:lnTo>
                      <a:pt x="284" y="126"/>
                    </a:lnTo>
                    <a:lnTo>
                      <a:pt x="282" y="112"/>
                    </a:lnTo>
                    <a:lnTo>
                      <a:pt x="278" y="104"/>
                    </a:lnTo>
                    <a:lnTo>
                      <a:pt x="276" y="100"/>
                    </a:lnTo>
                    <a:lnTo>
                      <a:pt x="272" y="96"/>
                    </a:lnTo>
                    <a:lnTo>
                      <a:pt x="260" y="92"/>
                    </a:lnTo>
                    <a:lnTo>
                      <a:pt x="252" y="84"/>
                    </a:lnTo>
                    <a:lnTo>
                      <a:pt x="240" y="70"/>
                    </a:lnTo>
                    <a:lnTo>
                      <a:pt x="236" y="66"/>
                    </a:lnTo>
                    <a:lnTo>
                      <a:pt x="224" y="50"/>
                    </a:lnTo>
                    <a:lnTo>
                      <a:pt x="220" y="40"/>
                    </a:lnTo>
                    <a:lnTo>
                      <a:pt x="218" y="26"/>
                    </a:lnTo>
                    <a:lnTo>
                      <a:pt x="218" y="14"/>
                    </a:lnTo>
                    <a:lnTo>
                      <a:pt x="222" y="8"/>
                    </a:lnTo>
                    <a:lnTo>
                      <a:pt x="230" y="4"/>
                    </a:lnTo>
                    <a:lnTo>
                      <a:pt x="236" y="0"/>
                    </a:lnTo>
                    <a:lnTo>
                      <a:pt x="242" y="0"/>
                    </a:lnTo>
                    <a:lnTo>
                      <a:pt x="248" y="2"/>
                    </a:lnTo>
                    <a:lnTo>
                      <a:pt x="254" y="6"/>
                    </a:lnTo>
                    <a:lnTo>
                      <a:pt x="262" y="16"/>
                    </a:lnTo>
                    <a:lnTo>
                      <a:pt x="272" y="30"/>
                    </a:lnTo>
                    <a:lnTo>
                      <a:pt x="288" y="46"/>
                    </a:lnTo>
                    <a:lnTo>
                      <a:pt x="302" y="60"/>
                    </a:lnTo>
                    <a:lnTo>
                      <a:pt x="314" y="72"/>
                    </a:lnTo>
                    <a:lnTo>
                      <a:pt x="324" y="80"/>
                    </a:lnTo>
                    <a:lnTo>
                      <a:pt x="350" y="92"/>
                    </a:lnTo>
                    <a:lnTo>
                      <a:pt x="382" y="104"/>
                    </a:lnTo>
                    <a:lnTo>
                      <a:pt x="398" y="112"/>
                    </a:lnTo>
                    <a:lnTo>
                      <a:pt x="410" y="116"/>
                    </a:lnTo>
                    <a:lnTo>
                      <a:pt x="426" y="120"/>
                    </a:lnTo>
                    <a:lnTo>
                      <a:pt x="436" y="122"/>
                    </a:lnTo>
                    <a:lnTo>
                      <a:pt x="448" y="128"/>
                    </a:lnTo>
                    <a:lnTo>
                      <a:pt x="456" y="134"/>
                    </a:lnTo>
                    <a:lnTo>
                      <a:pt x="464" y="142"/>
                    </a:lnTo>
                    <a:lnTo>
                      <a:pt x="466" y="144"/>
                    </a:lnTo>
                    <a:lnTo>
                      <a:pt x="472" y="152"/>
                    </a:lnTo>
                    <a:lnTo>
                      <a:pt x="476" y="162"/>
                    </a:lnTo>
                    <a:lnTo>
                      <a:pt x="480" y="170"/>
                    </a:lnTo>
                    <a:lnTo>
                      <a:pt x="480" y="176"/>
                    </a:lnTo>
                    <a:lnTo>
                      <a:pt x="480" y="186"/>
                    </a:lnTo>
                    <a:lnTo>
                      <a:pt x="480" y="192"/>
                    </a:lnTo>
                    <a:lnTo>
                      <a:pt x="478" y="192"/>
                    </a:lnTo>
                    <a:lnTo>
                      <a:pt x="480" y="192"/>
                    </a:lnTo>
                    <a:lnTo>
                      <a:pt x="488" y="192"/>
                    </a:lnTo>
                    <a:lnTo>
                      <a:pt x="490" y="192"/>
                    </a:lnTo>
                    <a:lnTo>
                      <a:pt x="488" y="192"/>
                    </a:lnTo>
                    <a:lnTo>
                      <a:pt x="474" y="198"/>
                    </a:lnTo>
                    <a:lnTo>
                      <a:pt x="408" y="224"/>
                    </a:lnTo>
                    <a:lnTo>
                      <a:pt x="360" y="224"/>
                    </a:lnTo>
                    <a:lnTo>
                      <a:pt x="274"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nvGrpSpPr>
              <p:cNvPr id="26" name="Gruppe 83"/>
              <p:cNvGrpSpPr>
                <a:grpSpLocks/>
              </p:cNvGrpSpPr>
              <p:nvPr/>
            </p:nvGrpSpPr>
            <p:grpSpPr bwMode="auto">
              <a:xfrm>
                <a:off x="13235150" y="-4318001"/>
                <a:ext cx="2916107" cy="7626367"/>
                <a:chOff x="13235150" y="-4318001"/>
                <a:chExt cx="2916107" cy="7626367"/>
              </a:xfrm>
            </p:grpSpPr>
            <p:sp>
              <p:nvSpPr>
                <p:cNvPr id="27" name="Rectangle 65"/>
                <p:cNvSpPr>
                  <a:spLocks noChangeArrowheads="1"/>
                </p:cNvSpPr>
                <p:nvPr/>
              </p:nvSpPr>
              <p:spPr bwMode="auto">
                <a:xfrm>
                  <a:off x="15445862" y="-3228520"/>
                  <a:ext cx="0" cy="14526"/>
                </a:xfrm>
                <a:prstGeom prst="rect">
                  <a:avLst/>
                </a:prstGeom>
                <a:solidFill>
                  <a:srgbClr val="FFFFFF"/>
                </a:solidFill>
                <a:ln w="9525">
                  <a:noFill/>
                  <a:miter lim="800000"/>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8" name="Freeform 66"/>
                <p:cNvSpPr>
                  <a:spLocks/>
                </p:cNvSpPr>
                <p:nvPr/>
              </p:nvSpPr>
              <p:spPr bwMode="auto">
                <a:xfrm>
                  <a:off x="14929547" y="-3257573"/>
                  <a:ext cx="130897" cy="101685"/>
                </a:xfrm>
                <a:custGeom>
                  <a:avLst/>
                  <a:gdLst>
                    <a:gd name="T0" fmla="*/ 107950 w 84"/>
                    <a:gd name="T1" fmla="*/ 15875 h 70"/>
                    <a:gd name="T2" fmla="*/ 85725 w 84"/>
                    <a:gd name="T3" fmla="*/ 28575 h 70"/>
                    <a:gd name="T4" fmla="*/ 25400 w 84"/>
                    <a:gd name="T5" fmla="*/ 38100 h 70"/>
                    <a:gd name="T6" fmla="*/ 12700 w 84"/>
                    <a:gd name="T7" fmla="*/ 50800 h 70"/>
                    <a:gd name="T8" fmla="*/ 3175 w 84"/>
                    <a:gd name="T9" fmla="*/ 73025 h 70"/>
                    <a:gd name="T10" fmla="*/ 3175 w 84"/>
                    <a:gd name="T11" fmla="*/ 107950 h 70"/>
                    <a:gd name="T12" fmla="*/ 0 w 84"/>
                    <a:gd name="T13" fmla="*/ 111125 h 70"/>
                    <a:gd name="T14" fmla="*/ 120650 w 84"/>
                    <a:gd name="T15" fmla="*/ 92075 h 70"/>
                    <a:gd name="T16" fmla="*/ 123825 w 84"/>
                    <a:gd name="T17" fmla="*/ 88900 h 70"/>
                    <a:gd name="T18" fmla="*/ 133350 w 84"/>
                    <a:gd name="T19" fmla="*/ 53975 h 70"/>
                    <a:gd name="T20" fmla="*/ 133350 w 84"/>
                    <a:gd name="T21" fmla="*/ 0 h 70"/>
                    <a:gd name="T22" fmla="*/ 133350 w 84"/>
                    <a:gd name="T23" fmla="*/ 6350 h 70"/>
                    <a:gd name="T24" fmla="*/ 107950 w 84"/>
                    <a:gd name="T25" fmla="*/ 15875 h 7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4"/>
                    <a:gd name="T40" fmla="*/ 0 h 70"/>
                    <a:gd name="T41" fmla="*/ 84 w 84"/>
                    <a:gd name="T42" fmla="*/ 70 h 7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4" h="70">
                      <a:moveTo>
                        <a:pt x="68" y="10"/>
                      </a:moveTo>
                      <a:lnTo>
                        <a:pt x="54" y="18"/>
                      </a:lnTo>
                      <a:lnTo>
                        <a:pt x="16" y="24"/>
                      </a:lnTo>
                      <a:lnTo>
                        <a:pt x="8" y="32"/>
                      </a:lnTo>
                      <a:lnTo>
                        <a:pt x="2" y="46"/>
                      </a:lnTo>
                      <a:lnTo>
                        <a:pt x="2" y="68"/>
                      </a:lnTo>
                      <a:lnTo>
                        <a:pt x="0" y="70"/>
                      </a:lnTo>
                      <a:lnTo>
                        <a:pt x="76" y="58"/>
                      </a:lnTo>
                      <a:lnTo>
                        <a:pt x="78" y="56"/>
                      </a:lnTo>
                      <a:lnTo>
                        <a:pt x="84" y="34"/>
                      </a:lnTo>
                      <a:lnTo>
                        <a:pt x="84" y="0"/>
                      </a:lnTo>
                      <a:lnTo>
                        <a:pt x="84" y="4"/>
                      </a:lnTo>
                      <a:lnTo>
                        <a:pt x="68" y="1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9" name="Freeform 67"/>
                <p:cNvSpPr>
                  <a:spLocks/>
                </p:cNvSpPr>
                <p:nvPr/>
              </p:nvSpPr>
              <p:spPr bwMode="auto">
                <a:xfrm>
                  <a:off x="14755017" y="-3213994"/>
                  <a:ext cx="698120" cy="1053167"/>
                </a:xfrm>
                <a:custGeom>
                  <a:avLst/>
                  <a:gdLst>
                    <a:gd name="T0" fmla="*/ 692150 w 436"/>
                    <a:gd name="T1" fmla="*/ 25400 h 670"/>
                    <a:gd name="T2" fmla="*/ 692150 w 436"/>
                    <a:gd name="T3" fmla="*/ 0 h 670"/>
                    <a:gd name="T4" fmla="*/ 688975 w 436"/>
                    <a:gd name="T5" fmla="*/ 0 h 670"/>
                    <a:gd name="T6" fmla="*/ 688975 w 436"/>
                    <a:gd name="T7" fmla="*/ 0 h 670"/>
                    <a:gd name="T8" fmla="*/ 688975 w 436"/>
                    <a:gd name="T9" fmla="*/ 6350 h 670"/>
                    <a:gd name="T10" fmla="*/ 650875 w 436"/>
                    <a:gd name="T11" fmla="*/ 41275 h 670"/>
                    <a:gd name="T12" fmla="*/ 603250 w 436"/>
                    <a:gd name="T13" fmla="*/ 85725 h 670"/>
                    <a:gd name="T14" fmla="*/ 568325 w 436"/>
                    <a:gd name="T15" fmla="*/ 120650 h 670"/>
                    <a:gd name="T16" fmla="*/ 508000 w 436"/>
                    <a:gd name="T17" fmla="*/ 155575 h 670"/>
                    <a:gd name="T18" fmla="*/ 390525 w 436"/>
                    <a:gd name="T19" fmla="*/ 212725 h 670"/>
                    <a:gd name="T20" fmla="*/ 330200 w 436"/>
                    <a:gd name="T21" fmla="*/ 247650 h 670"/>
                    <a:gd name="T22" fmla="*/ 295275 w 436"/>
                    <a:gd name="T23" fmla="*/ 269875 h 670"/>
                    <a:gd name="T24" fmla="*/ 269875 w 436"/>
                    <a:gd name="T25" fmla="*/ 304800 h 670"/>
                    <a:gd name="T26" fmla="*/ 269875 w 436"/>
                    <a:gd name="T27" fmla="*/ 339725 h 670"/>
                    <a:gd name="T28" fmla="*/ 295275 w 436"/>
                    <a:gd name="T29" fmla="*/ 361950 h 670"/>
                    <a:gd name="T30" fmla="*/ 269875 w 436"/>
                    <a:gd name="T31" fmla="*/ 371475 h 670"/>
                    <a:gd name="T32" fmla="*/ 244475 w 436"/>
                    <a:gd name="T33" fmla="*/ 304800 h 670"/>
                    <a:gd name="T34" fmla="*/ 234950 w 436"/>
                    <a:gd name="T35" fmla="*/ 247650 h 670"/>
                    <a:gd name="T36" fmla="*/ 209550 w 436"/>
                    <a:gd name="T37" fmla="*/ 212725 h 670"/>
                    <a:gd name="T38" fmla="*/ 196850 w 436"/>
                    <a:gd name="T39" fmla="*/ 190500 h 670"/>
                    <a:gd name="T40" fmla="*/ 196850 w 436"/>
                    <a:gd name="T41" fmla="*/ 155575 h 670"/>
                    <a:gd name="T42" fmla="*/ 196850 w 436"/>
                    <a:gd name="T43" fmla="*/ 120650 h 670"/>
                    <a:gd name="T44" fmla="*/ 244475 w 436"/>
                    <a:gd name="T45" fmla="*/ 111125 h 670"/>
                    <a:gd name="T46" fmla="*/ 282575 w 436"/>
                    <a:gd name="T47" fmla="*/ 85725 h 670"/>
                    <a:gd name="T48" fmla="*/ 292100 w 436"/>
                    <a:gd name="T49" fmla="*/ 53975 h 670"/>
                    <a:gd name="T50" fmla="*/ 171450 w 436"/>
                    <a:gd name="T51" fmla="*/ 73025 h 670"/>
                    <a:gd name="T52" fmla="*/ 149225 w 436"/>
                    <a:gd name="T53" fmla="*/ 104775 h 670"/>
                    <a:gd name="T54" fmla="*/ 130175 w 436"/>
                    <a:gd name="T55" fmla="*/ 127000 h 670"/>
                    <a:gd name="T56" fmla="*/ 130175 w 436"/>
                    <a:gd name="T57" fmla="*/ 127000 h 670"/>
                    <a:gd name="T58" fmla="*/ 104775 w 436"/>
                    <a:gd name="T59" fmla="*/ 196850 h 670"/>
                    <a:gd name="T60" fmla="*/ 82550 w 436"/>
                    <a:gd name="T61" fmla="*/ 336550 h 670"/>
                    <a:gd name="T62" fmla="*/ 34925 w 436"/>
                    <a:gd name="T63" fmla="*/ 625475 h 670"/>
                    <a:gd name="T64" fmla="*/ 12700 w 436"/>
                    <a:gd name="T65" fmla="*/ 914400 h 670"/>
                    <a:gd name="T66" fmla="*/ 0 w 436"/>
                    <a:gd name="T67" fmla="*/ 1019175 h 670"/>
                    <a:gd name="T68" fmla="*/ 12700 w 436"/>
                    <a:gd name="T69" fmla="*/ 1063625 h 670"/>
                    <a:gd name="T70" fmla="*/ 82550 w 436"/>
                    <a:gd name="T71" fmla="*/ 936625 h 670"/>
                    <a:gd name="T72" fmla="*/ 260350 w 436"/>
                    <a:gd name="T73" fmla="*/ 625475 h 670"/>
                    <a:gd name="T74" fmla="*/ 365125 w 436"/>
                    <a:gd name="T75" fmla="*/ 450850 h 670"/>
                    <a:gd name="T76" fmla="*/ 482600 w 436"/>
                    <a:gd name="T77" fmla="*/ 288925 h 670"/>
                    <a:gd name="T78" fmla="*/ 577850 w 436"/>
                    <a:gd name="T79" fmla="*/ 161925 h 670"/>
                    <a:gd name="T80" fmla="*/ 625475 w 436"/>
                    <a:gd name="T81" fmla="*/ 114300 h 670"/>
                    <a:gd name="T82" fmla="*/ 660400 w 436"/>
                    <a:gd name="T83" fmla="*/ 82550 h 670"/>
                    <a:gd name="T84" fmla="*/ 692150 w 436"/>
                    <a:gd name="T85" fmla="*/ 66675 h 670"/>
                    <a:gd name="T86" fmla="*/ 692150 w 436"/>
                    <a:gd name="T87" fmla="*/ 60325 h 670"/>
                    <a:gd name="T88" fmla="*/ 692150 w 436"/>
                    <a:gd name="T89" fmla="*/ 25400 h 6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6"/>
                    <a:gd name="T136" fmla="*/ 0 h 670"/>
                    <a:gd name="T137" fmla="*/ 436 w 436"/>
                    <a:gd name="T138" fmla="*/ 670 h 6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6" h="670">
                      <a:moveTo>
                        <a:pt x="436" y="16"/>
                      </a:moveTo>
                      <a:lnTo>
                        <a:pt x="436" y="0"/>
                      </a:lnTo>
                      <a:lnTo>
                        <a:pt x="434" y="0"/>
                      </a:lnTo>
                      <a:lnTo>
                        <a:pt x="434" y="4"/>
                      </a:lnTo>
                      <a:lnTo>
                        <a:pt x="410" y="26"/>
                      </a:lnTo>
                      <a:lnTo>
                        <a:pt x="380" y="54"/>
                      </a:lnTo>
                      <a:lnTo>
                        <a:pt x="358" y="76"/>
                      </a:lnTo>
                      <a:lnTo>
                        <a:pt x="320" y="98"/>
                      </a:lnTo>
                      <a:lnTo>
                        <a:pt x="246" y="134"/>
                      </a:lnTo>
                      <a:lnTo>
                        <a:pt x="208" y="156"/>
                      </a:lnTo>
                      <a:lnTo>
                        <a:pt x="186" y="170"/>
                      </a:lnTo>
                      <a:lnTo>
                        <a:pt x="170" y="192"/>
                      </a:lnTo>
                      <a:lnTo>
                        <a:pt x="170" y="214"/>
                      </a:lnTo>
                      <a:lnTo>
                        <a:pt x="186" y="228"/>
                      </a:lnTo>
                      <a:lnTo>
                        <a:pt x="170" y="234"/>
                      </a:lnTo>
                      <a:lnTo>
                        <a:pt x="154" y="192"/>
                      </a:lnTo>
                      <a:lnTo>
                        <a:pt x="148" y="156"/>
                      </a:lnTo>
                      <a:lnTo>
                        <a:pt x="132" y="134"/>
                      </a:lnTo>
                      <a:lnTo>
                        <a:pt x="124" y="120"/>
                      </a:lnTo>
                      <a:lnTo>
                        <a:pt x="124" y="98"/>
                      </a:lnTo>
                      <a:lnTo>
                        <a:pt x="124" y="76"/>
                      </a:lnTo>
                      <a:lnTo>
                        <a:pt x="154" y="70"/>
                      </a:lnTo>
                      <a:lnTo>
                        <a:pt x="178" y="54"/>
                      </a:lnTo>
                      <a:lnTo>
                        <a:pt x="184" y="34"/>
                      </a:lnTo>
                      <a:lnTo>
                        <a:pt x="108" y="46"/>
                      </a:lnTo>
                      <a:lnTo>
                        <a:pt x="94" y="66"/>
                      </a:lnTo>
                      <a:lnTo>
                        <a:pt x="82" y="80"/>
                      </a:lnTo>
                      <a:lnTo>
                        <a:pt x="66" y="124"/>
                      </a:lnTo>
                      <a:lnTo>
                        <a:pt x="52" y="212"/>
                      </a:lnTo>
                      <a:lnTo>
                        <a:pt x="22" y="394"/>
                      </a:lnTo>
                      <a:lnTo>
                        <a:pt x="8" y="576"/>
                      </a:lnTo>
                      <a:lnTo>
                        <a:pt x="0" y="642"/>
                      </a:lnTo>
                      <a:lnTo>
                        <a:pt x="8" y="670"/>
                      </a:lnTo>
                      <a:lnTo>
                        <a:pt x="52" y="590"/>
                      </a:lnTo>
                      <a:lnTo>
                        <a:pt x="164" y="394"/>
                      </a:lnTo>
                      <a:lnTo>
                        <a:pt x="230" y="284"/>
                      </a:lnTo>
                      <a:lnTo>
                        <a:pt x="304" y="182"/>
                      </a:lnTo>
                      <a:lnTo>
                        <a:pt x="364" y="102"/>
                      </a:lnTo>
                      <a:lnTo>
                        <a:pt x="394" y="72"/>
                      </a:lnTo>
                      <a:lnTo>
                        <a:pt x="416" y="52"/>
                      </a:lnTo>
                      <a:lnTo>
                        <a:pt x="436" y="42"/>
                      </a:lnTo>
                      <a:lnTo>
                        <a:pt x="436" y="38"/>
                      </a:lnTo>
                      <a:lnTo>
                        <a:pt x="436" y="16"/>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1" name="Freeform 68"/>
                <p:cNvSpPr>
                  <a:spLocks/>
                </p:cNvSpPr>
                <p:nvPr/>
              </p:nvSpPr>
              <p:spPr bwMode="auto">
                <a:xfrm>
                  <a:off x="15445862" y="-3228520"/>
                  <a:ext cx="7274" cy="14526"/>
                </a:xfrm>
                <a:custGeom>
                  <a:avLst/>
                  <a:gdLst>
                    <a:gd name="T0" fmla="*/ 3175 w 2"/>
                    <a:gd name="T1" fmla="*/ 3175 h 2"/>
                    <a:gd name="T2" fmla="*/ 0 w 2"/>
                    <a:gd name="T3" fmla="*/ 0 h 2"/>
                    <a:gd name="T4" fmla="*/ 0 w 2"/>
                    <a:gd name="T5" fmla="*/ 3175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0" y="2"/>
                      </a:lnTo>
                      <a:lnTo>
                        <a:pt x="2" y="2"/>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2" name="Freeform 69"/>
                <p:cNvSpPr>
                  <a:spLocks/>
                </p:cNvSpPr>
                <p:nvPr/>
              </p:nvSpPr>
              <p:spPr bwMode="auto">
                <a:xfrm>
                  <a:off x="14893184" y="-3155888"/>
                  <a:ext cx="36363" cy="58106"/>
                </a:xfrm>
                <a:custGeom>
                  <a:avLst/>
                  <a:gdLst>
                    <a:gd name="T0" fmla="*/ 41275 w 26"/>
                    <a:gd name="T1" fmla="*/ 0 h 34"/>
                    <a:gd name="T2" fmla="*/ 9525 w 26"/>
                    <a:gd name="T3" fmla="*/ 6350 h 34"/>
                    <a:gd name="T4" fmla="*/ 0 w 26"/>
                    <a:gd name="T5" fmla="*/ 53975 h 34"/>
                    <a:gd name="T6" fmla="*/ 19050 w 26"/>
                    <a:gd name="T7" fmla="*/ 31750 h 34"/>
                    <a:gd name="T8" fmla="*/ 41275 w 26"/>
                    <a:gd name="T9" fmla="*/ 0 h 34"/>
                    <a:gd name="T10" fmla="*/ 0 60000 65536"/>
                    <a:gd name="T11" fmla="*/ 0 60000 65536"/>
                    <a:gd name="T12" fmla="*/ 0 60000 65536"/>
                    <a:gd name="T13" fmla="*/ 0 60000 65536"/>
                    <a:gd name="T14" fmla="*/ 0 60000 65536"/>
                    <a:gd name="T15" fmla="*/ 0 w 26"/>
                    <a:gd name="T16" fmla="*/ 0 h 34"/>
                    <a:gd name="T17" fmla="*/ 26 w 26"/>
                    <a:gd name="T18" fmla="*/ 34 h 34"/>
                  </a:gdLst>
                  <a:ahLst/>
                  <a:cxnLst>
                    <a:cxn ang="T10">
                      <a:pos x="T0" y="T1"/>
                    </a:cxn>
                    <a:cxn ang="T11">
                      <a:pos x="T2" y="T3"/>
                    </a:cxn>
                    <a:cxn ang="T12">
                      <a:pos x="T4" y="T5"/>
                    </a:cxn>
                    <a:cxn ang="T13">
                      <a:pos x="T6" y="T7"/>
                    </a:cxn>
                    <a:cxn ang="T14">
                      <a:pos x="T8" y="T9"/>
                    </a:cxn>
                  </a:cxnLst>
                  <a:rect l="T15" t="T16" r="T17" b="T18"/>
                  <a:pathLst>
                    <a:path w="26" h="34">
                      <a:moveTo>
                        <a:pt x="26" y="0"/>
                      </a:moveTo>
                      <a:lnTo>
                        <a:pt x="6" y="4"/>
                      </a:lnTo>
                      <a:lnTo>
                        <a:pt x="0" y="34"/>
                      </a:lnTo>
                      <a:lnTo>
                        <a:pt x="12" y="20"/>
                      </a:lnTo>
                      <a:lnTo>
                        <a:pt x="26"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3" name="Freeform 70"/>
                <p:cNvSpPr>
                  <a:spLocks/>
                </p:cNvSpPr>
                <p:nvPr/>
              </p:nvSpPr>
              <p:spPr bwMode="auto">
                <a:xfrm>
                  <a:off x="15445862" y="-3213994"/>
                  <a:ext cx="14544" cy="58106"/>
                </a:xfrm>
                <a:custGeom>
                  <a:avLst/>
                  <a:gdLst>
                    <a:gd name="T0" fmla="*/ 6350 w 12"/>
                    <a:gd name="T1" fmla="*/ 0 h 42"/>
                    <a:gd name="T2" fmla="*/ 3175 w 12"/>
                    <a:gd name="T3" fmla="*/ 0 h 42"/>
                    <a:gd name="T4" fmla="*/ 0 w 12"/>
                    <a:gd name="T5" fmla="*/ 0 h 42"/>
                    <a:gd name="T6" fmla="*/ 3175 w 12"/>
                    <a:gd name="T7" fmla="*/ 0 h 42"/>
                    <a:gd name="T8" fmla="*/ 3175 w 12"/>
                    <a:gd name="T9" fmla="*/ 25400 h 42"/>
                    <a:gd name="T10" fmla="*/ 3175 w 12"/>
                    <a:gd name="T11" fmla="*/ 60325 h 42"/>
                    <a:gd name="T12" fmla="*/ 3175 w 12"/>
                    <a:gd name="T13" fmla="*/ 66675 h 42"/>
                    <a:gd name="T14" fmla="*/ 19050 w 12"/>
                    <a:gd name="T15" fmla="*/ 57150 h 42"/>
                    <a:gd name="T16" fmla="*/ 6350 w 12"/>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2"/>
                    <a:gd name="T29" fmla="*/ 12 w 12"/>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2">
                      <a:moveTo>
                        <a:pt x="4" y="0"/>
                      </a:moveTo>
                      <a:lnTo>
                        <a:pt x="2" y="0"/>
                      </a:lnTo>
                      <a:lnTo>
                        <a:pt x="0" y="0"/>
                      </a:lnTo>
                      <a:lnTo>
                        <a:pt x="2" y="0"/>
                      </a:lnTo>
                      <a:lnTo>
                        <a:pt x="2" y="16"/>
                      </a:lnTo>
                      <a:lnTo>
                        <a:pt x="2" y="38"/>
                      </a:lnTo>
                      <a:lnTo>
                        <a:pt x="2" y="42"/>
                      </a:lnTo>
                      <a:lnTo>
                        <a:pt x="12" y="36"/>
                      </a:lnTo>
                      <a:lnTo>
                        <a:pt x="4"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4" name="Freeform 71"/>
                <p:cNvSpPr>
                  <a:spLocks/>
                </p:cNvSpPr>
                <p:nvPr/>
              </p:nvSpPr>
              <p:spPr bwMode="auto">
                <a:xfrm>
                  <a:off x="15016812" y="-3293887"/>
                  <a:ext cx="43632" cy="36314"/>
                </a:xfrm>
                <a:custGeom>
                  <a:avLst/>
                  <a:gdLst>
                    <a:gd name="T0" fmla="*/ 38100 w 24"/>
                    <a:gd name="T1" fmla="*/ 31750 h 20"/>
                    <a:gd name="T2" fmla="*/ 38100 w 24"/>
                    <a:gd name="T3" fmla="*/ 28575 h 20"/>
                    <a:gd name="T4" fmla="*/ 28575 w 24"/>
                    <a:gd name="T5" fmla="*/ 0 h 20"/>
                    <a:gd name="T6" fmla="*/ 6350 w 24"/>
                    <a:gd name="T7" fmla="*/ 0 h 20"/>
                    <a:gd name="T8" fmla="*/ 0 w 24"/>
                    <a:gd name="T9" fmla="*/ 6350 h 20"/>
                    <a:gd name="T10" fmla="*/ 38100 w 24"/>
                    <a:gd name="T11" fmla="*/ 31750 h 20"/>
                    <a:gd name="T12" fmla="*/ 0 60000 65536"/>
                    <a:gd name="T13" fmla="*/ 0 60000 65536"/>
                    <a:gd name="T14" fmla="*/ 0 60000 65536"/>
                    <a:gd name="T15" fmla="*/ 0 60000 65536"/>
                    <a:gd name="T16" fmla="*/ 0 60000 65536"/>
                    <a:gd name="T17" fmla="*/ 0 60000 65536"/>
                    <a:gd name="T18" fmla="*/ 0 w 24"/>
                    <a:gd name="T19" fmla="*/ 0 h 20"/>
                    <a:gd name="T20" fmla="*/ 24 w 2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4" h="20">
                      <a:moveTo>
                        <a:pt x="24" y="20"/>
                      </a:moveTo>
                      <a:lnTo>
                        <a:pt x="24" y="18"/>
                      </a:lnTo>
                      <a:lnTo>
                        <a:pt x="18" y="0"/>
                      </a:lnTo>
                      <a:lnTo>
                        <a:pt x="4" y="0"/>
                      </a:lnTo>
                      <a:lnTo>
                        <a:pt x="0" y="4"/>
                      </a:lnTo>
                      <a:lnTo>
                        <a:pt x="24" y="2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5" name="Freeform 72"/>
                <p:cNvSpPr>
                  <a:spLocks/>
                </p:cNvSpPr>
                <p:nvPr/>
              </p:nvSpPr>
              <p:spPr bwMode="auto">
                <a:xfrm>
                  <a:off x="13235150" y="-4318001"/>
                  <a:ext cx="2916107" cy="7626367"/>
                </a:xfrm>
                <a:custGeom>
                  <a:avLst/>
                  <a:gdLst>
                    <a:gd name="T0" fmla="*/ 2841625 w 1838"/>
                    <a:gd name="T1" fmla="*/ 1301750 h 4804"/>
                    <a:gd name="T2" fmla="*/ 2546350 w 1838"/>
                    <a:gd name="T3" fmla="*/ 1212850 h 4804"/>
                    <a:gd name="T4" fmla="*/ 2559050 w 1838"/>
                    <a:gd name="T5" fmla="*/ 1095375 h 4804"/>
                    <a:gd name="T6" fmla="*/ 2476500 w 1838"/>
                    <a:gd name="T7" fmla="*/ 993775 h 4804"/>
                    <a:gd name="T8" fmla="*/ 2524125 w 1838"/>
                    <a:gd name="T9" fmla="*/ 717550 h 4804"/>
                    <a:gd name="T10" fmla="*/ 2416175 w 1838"/>
                    <a:gd name="T11" fmla="*/ 393700 h 4804"/>
                    <a:gd name="T12" fmla="*/ 2133600 w 1838"/>
                    <a:gd name="T13" fmla="*/ 57150 h 4804"/>
                    <a:gd name="T14" fmla="*/ 1920875 w 1838"/>
                    <a:gd name="T15" fmla="*/ 12700 h 4804"/>
                    <a:gd name="T16" fmla="*/ 1651000 w 1838"/>
                    <a:gd name="T17" fmla="*/ 47625 h 4804"/>
                    <a:gd name="T18" fmla="*/ 1543050 w 1838"/>
                    <a:gd name="T19" fmla="*/ 311150 h 4804"/>
                    <a:gd name="T20" fmla="*/ 1568450 w 1838"/>
                    <a:gd name="T21" fmla="*/ 854075 h 4804"/>
                    <a:gd name="T22" fmla="*/ 1473200 w 1838"/>
                    <a:gd name="T23" fmla="*/ 1038225 h 4804"/>
                    <a:gd name="T24" fmla="*/ 1485900 w 1838"/>
                    <a:gd name="T25" fmla="*/ 1120775 h 4804"/>
                    <a:gd name="T26" fmla="*/ 1387475 w 1838"/>
                    <a:gd name="T27" fmla="*/ 1244600 h 4804"/>
                    <a:gd name="T28" fmla="*/ 1235075 w 1838"/>
                    <a:gd name="T29" fmla="*/ 1343025 h 4804"/>
                    <a:gd name="T30" fmla="*/ 1152525 w 1838"/>
                    <a:gd name="T31" fmla="*/ 1374775 h 4804"/>
                    <a:gd name="T32" fmla="*/ 1092200 w 1838"/>
                    <a:gd name="T33" fmla="*/ 1409700 h 4804"/>
                    <a:gd name="T34" fmla="*/ 1041400 w 1838"/>
                    <a:gd name="T35" fmla="*/ 1577975 h 4804"/>
                    <a:gd name="T36" fmla="*/ 974725 w 1838"/>
                    <a:gd name="T37" fmla="*/ 1663700 h 4804"/>
                    <a:gd name="T38" fmla="*/ 885825 w 1838"/>
                    <a:gd name="T39" fmla="*/ 1778000 h 4804"/>
                    <a:gd name="T40" fmla="*/ 711200 w 1838"/>
                    <a:gd name="T41" fmla="*/ 1885950 h 4804"/>
                    <a:gd name="T42" fmla="*/ 571500 w 1838"/>
                    <a:gd name="T43" fmla="*/ 1885950 h 4804"/>
                    <a:gd name="T44" fmla="*/ 352425 w 1838"/>
                    <a:gd name="T45" fmla="*/ 1758950 h 4804"/>
                    <a:gd name="T46" fmla="*/ 231775 w 1838"/>
                    <a:gd name="T47" fmla="*/ 1670050 h 4804"/>
                    <a:gd name="T48" fmla="*/ 234950 w 1838"/>
                    <a:gd name="T49" fmla="*/ 1793875 h 4804"/>
                    <a:gd name="T50" fmla="*/ 149225 w 1838"/>
                    <a:gd name="T51" fmla="*/ 1958975 h 4804"/>
                    <a:gd name="T52" fmla="*/ 28575 w 1838"/>
                    <a:gd name="T53" fmla="*/ 1939925 h 4804"/>
                    <a:gd name="T54" fmla="*/ 0 w 1838"/>
                    <a:gd name="T55" fmla="*/ 2063750 h 4804"/>
                    <a:gd name="T56" fmla="*/ 393700 w 1838"/>
                    <a:gd name="T57" fmla="*/ 2241550 h 4804"/>
                    <a:gd name="T58" fmla="*/ 765175 w 1838"/>
                    <a:gd name="T59" fmla="*/ 2324100 h 4804"/>
                    <a:gd name="T60" fmla="*/ 984250 w 1838"/>
                    <a:gd name="T61" fmla="*/ 2266950 h 4804"/>
                    <a:gd name="T62" fmla="*/ 1257300 w 1838"/>
                    <a:gd name="T63" fmla="*/ 2466975 h 4804"/>
                    <a:gd name="T64" fmla="*/ 1279525 w 1838"/>
                    <a:gd name="T65" fmla="*/ 2533650 h 4804"/>
                    <a:gd name="T66" fmla="*/ 1044575 w 1838"/>
                    <a:gd name="T67" fmla="*/ 3444875 h 4804"/>
                    <a:gd name="T68" fmla="*/ 984250 w 1838"/>
                    <a:gd name="T69" fmla="*/ 4159250 h 4804"/>
                    <a:gd name="T70" fmla="*/ 1101725 w 1838"/>
                    <a:gd name="T71" fmla="*/ 5295899 h 4804"/>
                    <a:gd name="T72" fmla="*/ 958850 w 1838"/>
                    <a:gd name="T73" fmla="*/ 6594475 h 4804"/>
                    <a:gd name="T74" fmla="*/ 723900 w 1838"/>
                    <a:gd name="T75" fmla="*/ 6804025 h 4804"/>
                    <a:gd name="T76" fmla="*/ 711200 w 1838"/>
                    <a:gd name="T77" fmla="*/ 6978650 h 4804"/>
                    <a:gd name="T78" fmla="*/ 1066800 w 1838"/>
                    <a:gd name="T79" fmla="*/ 6991350 h 4804"/>
                    <a:gd name="T80" fmla="*/ 1196975 w 1838"/>
                    <a:gd name="T81" fmla="*/ 6746875 h 4804"/>
                    <a:gd name="T82" fmla="*/ 1327150 w 1838"/>
                    <a:gd name="T83" fmla="*/ 6851650 h 4804"/>
                    <a:gd name="T84" fmla="*/ 1422400 w 1838"/>
                    <a:gd name="T85" fmla="*/ 6642100 h 4804"/>
                    <a:gd name="T86" fmla="*/ 1422400 w 1838"/>
                    <a:gd name="T87" fmla="*/ 6384924 h 4804"/>
                    <a:gd name="T88" fmla="*/ 1492250 w 1838"/>
                    <a:gd name="T89" fmla="*/ 5737224 h 4804"/>
                    <a:gd name="T90" fmla="*/ 1752600 w 1838"/>
                    <a:gd name="T91" fmla="*/ 5495924 h 4804"/>
                    <a:gd name="T92" fmla="*/ 2311400 w 1838"/>
                    <a:gd name="T93" fmla="*/ 6851650 h 4804"/>
                    <a:gd name="T94" fmla="*/ 2098675 w 1838"/>
                    <a:gd name="T95" fmla="*/ 7442200 h 4804"/>
                    <a:gd name="T96" fmla="*/ 2203450 w 1838"/>
                    <a:gd name="T97" fmla="*/ 7616825 h 4804"/>
                    <a:gd name="T98" fmla="*/ 2501900 w 1838"/>
                    <a:gd name="T99" fmla="*/ 7499350 h 4804"/>
                    <a:gd name="T100" fmla="*/ 2571750 w 1838"/>
                    <a:gd name="T101" fmla="*/ 7118350 h 4804"/>
                    <a:gd name="T102" fmla="*/ 2571750 w 1838"/>
                    <a:gd name="T103" fmla="*/ 6804025 h 4804"/>
                    <a:gd name="T104" fmla="*/ 2632075 w 1838"/>
                    <a:gd name="T105" fmla="*/ 6061074 h 4804"/>
                    <a:gd name="T106" fmla="*/ 2559050 w 1838"/>
                    <a:gd name="T107" fmla="*/ 5448299 h 4804"/>
                    <a:gd name="T108" fmla="*/ 2568575 w 1838"/>
                    <a:gd name="T109" fmla="*/ 3940175 h 4804"/>
                    <a:gd name="T110" fmla="*/ 2520950 w 1838"/>
                    <a:gd name="T111" fmla="*/ 3352800 h 4804"/>
                    <a:gd name="T112" fmla="*/ 2489200 w 1838"/>
                    <a:gd name="T113" fmla="*/ 3213099 h 4804"/>
                    <a:gd name="T114" fmla="*/ 2425700 w 1838"/>
                    <a:gd name="T115" fmla="*/ 2892425 h 4804"/>
                    <a:gd name="T116" fmla="*/ 2555875 w 1838"/>
                    <a:gd name="T117" fmla="*/ 2546350 h 4804"/>
                    <a:gd name="T118" fmla="*/ 2667000 w 1838"/>
                    <a:gd name="T119" fmla="*/ 2279650 h 48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38"/>
                    <a:gd name="T181" fmla="*/ 0 h 4804"/>
                    <a:gd name="T182" fmla="*/ 1838 w 1838"/>
                    <a:gd name="T183" fmla="*/ 4804 h 48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38" h="4804">
                      <a:moveTo>
                        <a:pt x="1828" y="888"/>
                      </a:moveTo>
                      <a:lnTo>
                        <a:pt x="1820" y="864"/>
                      </a:lnTo>
                      <a:lnTo>
                        <a:pt x="1812" y="842"/>
                      </a:lnTo>
                      <a:lnTo>
                        <a:pt x="1804" y="828"/>
                      </a:lnTo>
                      <a:lnTo>
                        <a:pt x="1790" y="820"/>
                      </a:lnTo>
                      <a:lnTo>
                        <a:pt x="1730" y="806"/>
                      </a:lnTo>
                      <a:lnTo>
                        <a:pt x="1678" y="792"/>
                      </a:lnTo>
                      <a:lnTo>
                        <a:pt x="1618" y="770"/>
                      </a:lnTo>
                      <a:lnTo>
                        <a:pt x="1604" y="764"/>
                      </a:lnTo>
                      <a:lnTo>
                        <a:pt x="1626" y="742"/>
                      </a:lnTo>
                      <a:lnTo>
                        <a:pt x="1634" y="712"/>
                      </a:lnTo>
                      <a:lnTo>
                        <a:pt x="1656" y="684"/>
                      </a:lnTo>
                      <a:lnTo>
                        <a:pt x="1634" y="690"/>
                      </a:lnTo>
                      <a:lnTo>
                        <a:pt x="1612" y="690"/>
                      </a:lnTo>
                      <a:lnTo>
                        <a:pt x="1604" y="690"/>
                      </a:lnTo>
                      <a:lnTo>
                        <a:pt x="1604" y="684"/>
                      </a:lnTo>
                      <a:lnTo>
                        <a:pt x="1590" y="662"/>
                      </a:lnTo>
                      <a:lnTo>
                        <a:pt x="1566" y="648"/>
                      </a:lnTo>
                      <a:lnTo>
                        <a:pt x="1560" y="626"/>
                      </a:lnTo>
                      <a:lnTo>
                        <a:pt x="1560" y="604"/>
                      </a:lnTo>
                      <a:lnTo>
                        <a:pt x="1566" y="574"/>
                      </a:lnTo>
                      <a:lnTo>
                        <a:pt x="1574" y="532"/>
                      </a:lnTo>
                      <a:lnTo>
                        <a:pt x="1590" y="488"/>
                      </a:lnTo>
                      <a:lnTo>
                        <a:pt x="1590" y="452"/>
                      </a:lnTo>
                      <a:lnTo>
                        <a:pt x="1590" y="414"/>
                      </a:lnTo>
                      <a:lnTo>
                        <a:pt x="1574" y="386"/>
                      </a:lnTo>
                      <a:lnTo>
                        <a:pt x="1544" y="320"/>
                      </a:lnTo>
                      <a:lnTo>
                        <a:pt x="1538" y="284"/>
                      </a:lnTo>
                      <a:lnTo>
                        <a:pt x="1522" y="248"/>
                      </a:lnTo>
                      <a:lnTo>
                        <a:pt x="1508" y="204"/>
                      </a:lnTo>
                      <a:lnTo>
                        <a:pt x="1478" y="154"/>
                      </a:lnTo>
                      <a:lnTo>
                        <a:pt x="1432" y="110"/>
                      </a:lnTo>
                      <a:lnTo>
                        <a:pt x="1388" y="66"/>
                      </a:lnTo>
                      <a:lnTo>
                        <a:pt x="1344" y="36"/>
                      </a:lnTo>
                      <a:lnTo>
                        <a:pt x="1306" y="8"/>
                      </a:lnTo>
                      <a:lnTo>
                        <a:pt x="1270" y="0"/>
                      </a:lnTo>
                      <a:lnTo>
                        <a:pt x="1254" y="8"/>
                      </a:lnTo>
                      <a:lnTo>
                        <a:pt x="1240" y="16"/>
                      </a:lnTo>
                      <a:lnTo>
                        <a:pt x="1210" y="8"/>
                      </a:lnTo>
                      <a:lnTo>
                        <a:pt x="1188" y="8"/>
                      </a:lnTo>
                      <a:lnTo>
                        <a:pt x="1174" y="16"/>
                      </a:lnTo>
                      <a:lnTo>
                        <a:pt x="1114" y="16"/>
                      </a:lnTo>
                      <a:lnTo>
                        <a:pt x="1062" y="22"/>
                      </a:lnTo>
                      <a:lnTo>
                        <a:pt x="1040" y="30"/>
                      </a:lnTo>
                      <a:lnTo>
                        <a:pt x="1018" y="44"/>
                      </a:lnTo>
                      <a:lnTo>
                        <a:pt x="1002" y="66"/>
                      </a:lnTo>
                      <a:lnTo>
                        <a:pt x="988" y="88"/>
                      </a:lnTo>
                      <a:lnTo>
                        <a:pt x="972" y="146"/>
                      </a:lnTo>
                      <a:lnTo>
                        <a:pt x="972" y="196"/>
                      </a:lnTo>
                      <a:lnTo>
                        <a:pt x="972" y="226"/>
                      </a:lnTo>
                      <a:lnTo>
                        <a:pt x="958" y="328"/>
                      </a:lnTo>
                      <a:lnTo>
                        <a:pt x="950" y="392"/>
                      </a:lnTo>
                      <a:lnTo>
                        <a:pt x="958" y="444"/>
                      </a:lnTo>
                      <a:lnTo>
                        <a:pt x="988" y="538"/>
                      </a:lnTo>
                      <a:lnTo>
                        <a:pt x="988" y="568"/>
                      </a:lnTo>
                      <a:lnTo>
                        <a:pt x="980" y="604"/>
                      </a:lnTo>
                      <a:lnTo>
                        <a:pt x="958" y="640"/>
                      </a:lnTo>
                      <a:lnTo>
                        <a:pt x="944" y="648"/>
                      </a:lnTo>
                      <a:lnTo>
                        <a:pt x="928" y="654"/>
                      </a:lnTo>
                      <a:lnTo>
                        <a:pt x="944" y="654"/>
                      </a:lnTo>
                      <a:lnTo>
                        <a:pt x="958" y="654"/>
                      </a:lnTo>
                      <a:lnTo>
                        <a:pt x="972" y="654"/>
                      </a:lnTo>
                      <a:lnTo>
                        <a:pt x="958" y="690"/>
                      </a:lnTo>
                      <a:lnTo>
                        <a:pt x="936" y="706"/>
                      </a:lnTo>
                      <a:lnTo>
                        <a:pt x="920" y="712"/>
                      </a:lnTo>
                      <a:lnTo>
                        <a:pt x="906" y="706"/>
                      </a:lnTo>
                      <a:lnTo>
                        <a:pt x="914" y="742"/>
                      </a:lnTo>
                      <a:lnTo>
                        <a:pt x="928" y="770"/>
                      </a:lnTo>
                      <a:lnTo>
                        <a:pt x="874" y="784"/>
                      </a:lnTo>
                      <a:lnTo>
                        <a:pt x="866" y="784"/>
                      </a:lnTo>
                      <a:lnTo>
                        <a:pt x="828" y="798"/>
                      </a:lnTo>
                      <a:lnTo>
                        <a:pt x="792" y="820"/>
                      </a:lnTo>
                      <a:lnTo>
                        <a:pt x="778" y="834"/>
                      </a:lnTo>
                      <a:lnTo>
                        <a:pt x="778" y="846"/>
                      </a:lnTo>
                      <a:lnTo>
                        <a:pt x="770" y="850"/>
                      </a:lnTo>
                      <a:lnTo>
                        <a:pt x="748" y="856"/>
                      </a:lnTo>
                      <a:lnTo>
                        <a:pt x="732" y="860"/>
                      </a:lnTo>
                      <a:lnTo>
                        <a:pt x="726" y="866"/>
                      </a:lnTo>
                      <a:lnTo>
                        <a:pt x="720" y="870"/>
                      </a:lnTo>
                      <a:lnTo>
                        <a:pt x="714" y="874"/>
                      </a:lnTo>
                      <a:lnTo>
                        <a:pt x="700" y="882"/>
                      </a:lnTo>
                      <a:lnTo>
                        <a:pt x="688" y="888"/>
                      </a:lnTo>
                      <a:lnTo>
                        <a:pt x="670" y="910"/>
                      </a:lnTo>
                      <a:lnTo>
                        <a:pt x="668" y="926"/>
                      </a:lnTo>
                      <a:lnTo>
                        <a:pt x="656" y="962"/>
                      </a:lnTo>
                      <a:lnTo>
                        <a:pt x="656" y="994"/>
                      </a:lnTo>
                      <a:lnTo>
                        <a:pt x="654" y="1024"/>
                      </a:lnTo>
                      <a:lnTo>
                        <a:pt x="654" y="1044"/>
                      </a:lnTo>
                      <a:lnTo>
                        <a:pt x="644" y="1048"/>
                      </a:lnTo>
                      <a:lnTo>
                        <a:pt x="614" y="1048"/>
                      </a:lnTo>
                      <a:lnTo>
                        <a:pt x="608" y="1064"/>
                      </a:lnTo>
                      <a:lnTo>
                        <a:pt x="600" y="1088"/>
                      </a:lnTo>
                      <a:lnTo>
                        <a:pt x="586" y="1104"/>
                      </a:lnTo>
                      <a:lnTo>
                        <a:pt x="578" y="1114"/>
                      </a:lnTo>
                      <a:lnTo>
                        <a:pt x="558" y="1120"/>
                      </a:lnTo>
                      <a:lnTo>
                        <a:pt x="530" y="1124"/>
                      </a:lnTo>
                      <a:lnTo>
                        <a:pt x="498" y="1134"/>
                      </a:lnTo>
                      <a:lnTo>
                        <a:pt x="482" y="1150"/>
                      </a:lnTo>
                      <a:lnTo>
                        <a:pt x="456" y="1176"/>
                      </a:lnTo>
                      <a:lnTo>
                        <a:pt x="448" y="1188"/>
                      </a:lnTo>
                      <a:lnTo>
                        <a:pt x="434" y="1202"/>
                      </a:lnTo>
                      <a:lnTo>
                        <a:pt x="424" y="1208"/>
                      </a:lnTo>
                      <a:lnTo>
                        <a:pt x="410" y="1212"/>
                      </a:lnTo>
                      <a:lnTo>
                        <a:pt x="392" y="1206"/>
                      </a:lnTo>
                      <a:lnTo>
                        <a:pt x="360" y="1188"/>
                      </a:lnTo>
                      <a:lnTo>
                        <a:pt x="332" y="1174"/>
                      </a:lnTo>
                      <a:lnTo>
                        <a:pt x="302" y="1162"/>
                      </a:lnTo>
                      <a:lnTo>
                        <a:pt x="266" y="1138"/>
                      </a:lnTo>
                      <a:lnTo>
                        <a:pt x="250" y="1128"/>
                      </a:lnTo>
                      <a:lnTo>
                        <a:pt x="222" y="1108"/>
                      </a:lnTo>
                      <a:lnTo>
                        <a:pt x="196" y="1090"/>
                      </a:lnTo>
                      <a:lnTo>
                        <a:pt x="182" y="1080"/>
                      </a:lnTo>
                      <a:lnTo>
                        <a:pt x="168" y="1064"/>
                      </a:lnTo>
                      <a:lnTo>
                        <a:pt x="146" y="1052"/>
                      </a:lnTo>
                      <a:lnTo>
                        <a:pt x="138" y="1060"/>
                      </a:lnTo>
                      <a:lnTo>
                        <a:pt x="160" y="1082"/>
                      </a:lnTo>
                      <a:lnTo>
                        <a:pt x="154" y="1106"/>
                      </a:lnTo>
                      <a:lnTo>
                        <a:pt x="148" y="1130"/>
                      </a:lnTo>
                      <a:lnTo>
                        <a:pt x="138" y="1158"/>
                      </a:lnTo>
                      <a:lnTo>
                        <a:pt x="126" y="1186"/>
                      </a:lnTo>
                      <a:lnTo>
                        <a:pt x="110" y="1212"/>
                      </a:lnTo>
                      <a:lnTo>
                        <a:pt x="102" y="1224"/>
                      </a:lnTo>
                      <a:lnTo>
                        <a:pt x="94" y="1234"/>
                      </a:lnTo>
                      <a:lnTo>
                        <a:pt x="84" y="1240"/>
                      </a:lnTo>
                      <a:lnTo>
                        <a:pt x="74" y="1246"/>
                      </a:lnTo>
                      <a:lnTo>
                        <a:pt x="34" y="1194"/>
                      </a:lnTo>
                      <a:lnTo>
                        <a:pt x="18" y="1222"/>
                      </a:lnTo>
                      <a:lnTo>
                        <a:pt x="8" y="1248"/>
                      </a:lnTo>
                      <a:lnTo>
                        <a:pt x="4" y="1262"/>
                      </a:lnTo>
                      <a:lnTo>
                        <a:pt x="0" y="1276"/>
                      </a:lnTo>
                      <a:lnTo>
                        <a:pt x="0" y="1288"/>
                      </a:lnTo>
                      <a:lnTo>
                        <a:pt x="0" y="1300"/>
                      </a:lnTo>
                      <a:lnTo>
                        <a:pt x="80" y="1340"/>
                      </a:lnTo>
                      <a:lnTo>
                        <a:pt x="120" y="1356"/>
                      </a:lnTo>
                      <a:lnTo>
                        <a:pt x="166" y="1374"/>
                      </a:lnTo>
                      <a:lnTo>
                        <a:pt x="216" y="1394"/>
                      </a:lnTo>
                      <a:lnTo>
                        <a:pt x="248" y="1412"/>
                      </a:lnTo>
                      <a:lnTo>
                        <a:pt x="304" y="1426"/>
                      </a:lnTo>
                      <a:lnTo>
                        <a:pt x="342" y="1456"/>
                      </a:lnTo>
                      <a:lnTo>
                        <a:pt x="372" y="1466"/>
                      </a:lnTo>
                      <a:lnTo>
                        <a:pt x="462" y="1466"/>
                      </a:lnTo>
                      <a:lnTo>
                        <a:pt x="482" y="1464"/>
                      </a:lnTo>
                      <a:lnTo>
                        <a:pt x="504" y="1456"/>
                      </a:lnTo>
                      <a:lnTo>
                        <a:pt x="526" y="1450"/>
                      </a:lnTo>
                      <a:lnTo>
                        <a:pt x="560" y="1438"/>
                      </a:lnTo>
                      <a:lnTo>
                        <a:pt x="596" y="1432"/>
                      </a:lnTo>
                      <a:lnTo>
                        <a:pt x="620" y="1428"/>
                      </a:lnTo>
                      <a:lnTo>
                        <a:pt x="644" y="1422"/>
                      </a:lnTo>
                      <a:lnTo>
                        <a:pt x="654" y="1414"/>
                      </a:lnTo>
                      <a:lnTo>
                        <a:pt x="674" y="1406"/>
                      </a:lnTo>
                      <a:lnTo>
                        <a:pt x="788" y="1320"/>
                      </a:lnTo>
                      <a:lnTo>
                        <a:pt x="792" y="1554"/>
                      </a:lnTo>
                      <a:lnTo>
                        <a:pt x="800" y="1546"/>
                      </a:lnTo>
                      <a:lnTo>
                        <a:pt x="814" y="1546"/>
                      </a:lnTo>
                      <a:lnTo>
                        <a:pt x="822" y="1626"/>
                      </a:lnTo>
                      <a:lnTo>
                        <a:pt x="806" y="1618"/>
                      </a:lnTo>
                      <a:lnTo>
                        <a:pt x="806" y="1596"/>
                      </a:lnTo>
                      <a:lnTo>
                        <a:pt x="792" y="1582"/>
                      </a:lnTo>
                      <a:lnTo>
                        <a:pt x="682" y="2066"/>
                      </a:lnTo>
                      <a:lnTo>
                        <a:pt x="688" y="2082"/>
                      </a:lnTo>
                      <a:lnTo>
                        <a:pt x="680" y="2112"/>
                      </a:lnTo>
                      <a:lnTo>
                        <a:pt x="658" y="2170"/>
                      </a:lnTo>
                      <a:lnTo>
                        <a:pt x="628" y="2264"/>
                      </a:lnTo>
                      <a:lnTo>
                        <a:pt x="620" y="2308"/>
                      </a:lnTo>
                      <a:lnTo>
                        <a:pt x="620" y="2358"/>
                      </a:lnTo>
                      <a:lnTo>
                        <a:pt x="628" y="2388"/>
                      </a:lnTo>
                      <a:lnTo>
                        <a:pt x="620" y="2620"/>
                      </a:lnTo>
                      <a:lnTo>
                        <a:pt x="620" y="2924"/>
                      </a:lnTo>
                      <a:lnTo>
                        <a:pt x="612" y="3142"/>
                      </a:lnTo>
                      <a:lnTo>
                        <a:pt x="606" y="3286"/>
                      </a:lnTo>
                      <a:lnTo>
                        <a:pt x="680" y="3330"/>
                      </a:lnTo>
                      <a:lnTo>
                        <a:pt x="694" y="3336"/>
                      </a:lnTo>
                      <a:lnTo>
                        <a:pt x="688" y="3986"/>
                      </a:lnTo>
                      <a:lnTo>
                        <a:pt x="664" y="4052"/>
                      </a:lnTo>
                      <a:lnTo>
                        <a:pt x="642" y="4104"/>
                      </a:lnTo>
                      <a:lnTo>
                        <a:pt x="620" y="4132"/>
                      </a:lnTo>
                      <a:lnTo>
                        <a:pt x="604" y="4154"/>
                      </a:lnTo>
                      <a:lnTo>
                        <a:pt x="574" y="4184"/>
                      </a:lnTo>
                      <a:lnTo>
                        <a:pt x="552" y="4214"/>
                      </a:lnTo>
                      <a:lnTo>
                        <a:pt x="508" y="4242"/>
                      </a:lnTo>
                      <a:lnTo>
                        <a:pt x="478" y="4272"/>
                      </a:lnTo>
                      <a:lnTo>
                        <a:pt x="456" y="4286"/>
                      </a:lnTo>
                      <a:lnTo>
                        <a:pt x="448" y="4294"/>
                      </a:lnTo>
                      <a:lnTo>
                        <a:pt x="440" y="4322"/>
                      </a:lnTo>
                      <a:lnTo>
                        <a:pt x="434" y="4352"/>
                      </a:lnTo>
                      <a:lnTo>
                        <a:pt x="440" y="4366"/>
                      </a:lnTo>
                      <a:lnTo>
                        <a:pt x="448" y="4396"/>
                      </a:lnTo>
                      <a:lnTo>
                        <a:pt x="456" y="4410"/>
                      </a:lnTo>
                      <a:lnTo>
                        <a:pt x="462" y="4426"/>
                      </a:lnTo>
                      <a:lnTo>
                        <a:pt x="568" y="4418"/>
                      </a:lnTo>
                      <a:lnTo>
                        <a:pt x="642" y="4410"/>
                      </a:lnTo>
                      <a:lnTo>
                        <a:pt x="672" y="4404"/>
                      </a:lnTo>
                      <a:lnTo>
                        <a:pt x="688" y="4388"/>
                      </a:lnTo>
                      <a:lnTo>
                        <a:pt x="702" y="4360"/>
                      </a:lnTo>
                      <a:lnTo>
                        <a:pt x="724" y="4322"/>
                      </a:lnTo>
                      <a:lnTo>
                        <a:pt x="746" y="4264"/>
                      </a:lnTo>
                      <a:lnTo>
                        <a:pt x="754" y="4250"/>
                      </a:lnTo>
                      <a:lnTo>
                        <a:pt x="762" y="4228"/>
                      </a:lnTo>
                      <a:lnTo>
                        <a:pt x="784" y="4206"/>
                      </a:lnTo>
                      <a:lnTo>
                        <a:pt x="828" y="4184"/>
                      </a:lnTo>
                      <a:lnTo>
                        <a:pt x="852" y="4162"/>
                      </a:lnTo>
                      <a:lnTo>
                        <a:pt x="836" y="4316"/>
                      </a:lnTo>
                      <a:lnTo>
                        <a:pt x="852" y="4330"/>
                      </a:lnTo>
                      <a:lnTo>
                        <a:pt x="874" y="4322"/>
                      </a:lnTo>
                      <a:lnTo>
                        <a:pt x="880" y="4258"/>
                      </a:lnTo>
                      <a:lnTo>
                        <a:pt x="888" y="4206"/>
                      </a:lnTo>
                      <a:lnTo>
                        <a:pt x="896" y="4184"/>
                      </a:lnTo>
                      <a:lnTo>
                        <a:pt x="904" y="4162"/>
                      </a:lnTo>
                      <a:lnTo>
                        <a:pt x="910" y="4148"/>
                      </a:lnTo>
                      <a:lnTo>
                        <a:pt x="918" y="4126"/>
                      </a:lnTo>
                      <a:lnTo>
                        <a:pt x="910" y="4074"/>
                      </a:lnTo>
                      <a:lnTo>
                        <a:pt x="896" y="4022"/>
                      </a:lnTo>
                      <a:lnTo>
                        <a:pt x="880" y="3994"/>
                      </a:lnTo>
                      <a:lnTo>
                        <a:pt x="874" y="3964"/>
                      </a:lnTo>
                      <a:lnTo>
                        <a:pt x="874" y="3892"/>
                      </a:lnTo>
                      <a:lnTo>
                        <a:pt x="918" y="3724"/>
                      </a:lnTo>
                      <a:lnTo>
                        <a:pt x="940" y="3614"/>
                      </a:lnTo>
                      <a:lnTo>
                        <a:pt x="948" y="3556"/>
                      </a:lnTo>
                      <a:lnTo>
                        <a:pt x="948" y="3468"/>
                      </a:lnTo>
                      <a:lnTo>
                        <a:pt x="954" y="3424"/>
                      </a:lnTo>
                      <a:lnTo>
                        <a:pt x="1038" y="3446"/>
                      </a:lnTo>
                      <a:lnTo>
                        <a:pt x="1104" y="3462"/>
                      </a:lnTo>
                      <a:lnTo>
                        <a:pt x="1208" y="3482"/>
                      </a:lnTo>
                      <a:lnTo>
                        <a:pt x="1268" y="3496"/>
                      </a:lnTo>
                      <a:lnTo>
                        <a:pt x="1326" y="3496"/>
                      </a:lnTo>
                      <a:lnTo>
                        <a:pt x="1456" y="4118"/>
                      </a:lnTo>
                      <a:lnTo>
                        <a:pt x="1456" y="4316"/>
                      </a:lnTo>
                      <a:lnTo>
                        <a:pt x="1448" y="4360"/>
                      </a:lnTo>
                      <a:lnTo>
                        <a:pt x="1440" y="4374"/>
                      </a:lnTo>
                      <a:lnTo>
                        <a:pt x="1388" y="4572"/>
                      </a:lnTo>
                      <a:lnTo>
                        <a:pt x="1344" y="4652"/>
                      </a:lnTo>
                      <a:lnTo>
                        <a:pt x="1322" y="4688"/>
                      </a:lnTo>
                      <a:lnTo>
                        <a:pt x="1314" y="4718"/>
                      </a:lnTo>
                      <a:lnTo>
                        <a:pt x="1314" y="4740"/>
                      </a:lnTo>
                      <a:lnTo>
                        <a:pt x="1322" y="4784"/>
                      </a:lnTo>
                      <a:lnTo>
                        <a:pt x="1344" y="4790"/>
                      </a:lnTo>
                      <a:lnTo>
                        <a:pt x="1388" y="4798"/>
                      </a:lnTo>
                      <a:lnTo>
                        <a:pt x="1448" y="4804"/>
                      </a:lnTo>
                      <a:lnTo>
                        <a:pt x="1478" y="4798"/>
                      </a:lnTo>
                      <a:lnTo>
                        <a:pt x="1508" y="4790"/>
                      </a:lnTo>
                      <a:lnTo>
                        <a:pt x="1560" y="4754"/>
                      </a:lnTo>
                      <a:lnTo>
                        <a:pt x="1576" y="4724"/>
                      </a:lnTo>
                      <a:lnTo>
                        <a:pt x="1598" y="4666"/>
                      </a:lnTo>
                      <a:lnTo>
                        <a:pt x="1604" y="4630"/>
                      </a:lnTo>
                      <a:lnTo>
                        <a:pt x="1604" y="4542"/>
                      </a:lnTo>
                      <a:lnTo>
                        <a:pt x="1620" y="4476"/>
                      </a:lnTo>
                      <a:lnTo>
                        <a:pt x="1620" y="4484"/>
                      </a:lnTo>
                      <a:lnTo>
                        <a:pt x="1634" y="4492"/>
                      </a:lnTo>
                      <a:lnTo>
                        <a:pt x="1650" y="4476"/>
                      </a:lnTo>
                      <a:lnTo>
                        <a:pt x="1642" y="4382"/>
                      </a:lnTo>
                      <a:lnTo>
                        <a:pt x="1620" y="4280"/>
                      </a:lnTo>
                      <a:lnTo>
                        <a:pt x="1620" y="4286"/>
                      </a:lnTo>
                      <a:lnTo>
                        <a:pt x="1612" y="4242"/>
                      </a:lnTo>
                      <a:lnTo>
                        <a:pt x="1612" y="4110"/>
                      </a:lnTo>
                      <a:lnTo>
                        <a:pt x="1628" y="4030"/>
                      </a:lnTo>
                      <a:lnTo>
                        <a:pt x="1650" y="3898"/>
                      </a:lnTo>
                      <a:lnTo>
                        <a:pt x="1658" y="3818"/>
                      </a:lnTo>
                      <a:lnTo>
                        <a:pt x="1664" y="3724"/>
                      </a:lnTo>
                      <a:lnTo>
                        <a:pt x="1658" y="3636"/>
                      </a:lnTo>
                      <a:lnTo>
                        <a:pt x="1650" y="3540"/>
                      </a:lnTo>
                      <a:lnTo>
                        <a:pt x="1628" y="3460"/>
                      </a:lnTo>
                      <a:lnTo>
                        <a:pt x="1612" y="3432"/>
                      </a:lnTo>
                      <a:lnTo>
                        <a:pt x="1604" y="3416"/>
                      </a:lnTo>
                      <a:lnTo>
                        <a:pt x="1604" y="3070"/>
                      </a:lnTo>
                      <a:lnTo>
                        <a:pt x="1610" y="2888"/>
                      </a:lnTo>
                      <a:lnTo>
                        <a:pt x="1618" y="2706"/>
                      </a:lnTo>
                      <a:lnTo>
                        <a:pt x="1618" y="2482"/>
                      </a:lnTo>
                      <a:lnTo>
                        <a:pt x="1640" y="2474"/>
                      </a:lnTo>
                      <a:lnTo>
                        <a:pt x="1664" y="2460"/>
                      </a:lnTo>
                      <a:lnTo>
                        <a:pt x="1628" y="2288"/>
                      </a:lnTo>
                      <a:lnTo>
                        <a:pt x="1626" y="2288"/>
                      </a:lnTo>
                      <a:lnTo>
                        <a:pt x="1588" y="2112"/>
                      </a:lnTo>
                      <a:lnTo>
                        <a:pt x="1590" y="2114"/>
                      </a:lnTo>
                      <a:lnTo>
                        <a:pt x="1572" y="2022"/>
                      </a:lnTo>
                      <a:lnTo>
                        <a:pt x="1570" y="2022"/>
                      </a:lnTo>
                      <a:lnTo>
                        <a:pt x="1568" y="2024"/>
                      </a:lnTo>
                      <a:lnTo>
                        <a:pt x="1566" y="2010"/>
                      </a:lnTo>
                      <a:lnTo>
                        <a:pt x="1544" y="1944"/>
                      </a:lnTo>
                      <a:lnTo>
                        <a:pt x="1528" y="1894"/>
                      </a:lnTo>
                      <a:lnTo>
                        <a:pt x="1522" y="1842"/>
                      </a:lnTo>
                      <a:lnTo>
                        <a:pt x="1528" y="1822"/>
                      </a:lnTo>
                      <a:lnTo>
                        <a:pt x="1536" y="1792"/>
                      </a:lnTo>
                      <a:lnTo>
                        <a:pt x="1566" y="1720"/>
                      </a:lnTo>
                      <a:lnTo>
                        <a:pt x="1588" y="1674"/>
                      </a:lnTo>
                      <a:lnTo>
                        <a:pt x="1598" y="1644"/>
                      </a:lnTo>
                      <a:lnTo>
                        <a:pt x="1610" y="1604"/>
                      </a:lnTo>
                      <a:lnTo>
                        <a:pt x="1626" y="1560"/>
                      </a:lnTo>
                      <a:lnTo>
                        <a:pt x="1648" y="1502"/>
                      </a:lnTo>
                      <a:lnTo>
                        <a:pt x="1678" y="1444"/>
                      </a:lnTo>
                      <a:lnTo>
                        <a:pt x="1680" y="1436"/>
                      </a:lnTo>
                      <a:lnTo>
                        <a:pt x="1838" y="908"/>
                      </a:lnTo>
                      <a:lnTo>
                        <a:pt x="1828" y="888"/>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36" name="Freeform 73"/>
                <p:cNvSpPr>
                  <a:spLocks/>
                </p:cNvSpPr>
                <p:nvPr/>
              </p:nvSpPr>
              <p:spPr bwMode="auto">
                <a:xfrm>
                  <a:off x="14478678" y="-1848511"/>
                  <a:ext cx="7270" cy="43579"/>
                </a:xfrm>
                <a:custGeom>
                  <a:avLst/>
                  <a:gdLst>
                    <a:gd name="T0" fmla="*/ 0 w 8"/>
                    <a:gd name="T1" fmla="*/ 9525 h 28"/>
                    <a:gd name="T2" fmla="*/ 0 w 8"/>
                    <a:gd name="T3" fmla="*/ 44450 h 28"/>
                    <a:gd name="T4" fmla="*/ 12700 w 8"/>
                    <a:gd name="T5" fmla="*/ 44450 h 28"/>
                    <a:gd name="T6" fmla="*/ 12700 w 8"/>
                    <a:gd name="T7" fmla="*/ 0 h 28"/>
                    <a:gd name="T8" fmla="*/ 0 w 8"/>
                    <a:gd name="T9" fmla="*/ 9525 h 28"/>
                    <a:gd name="T10" fmla="*/ 0 60000 65536"/>
                    <a:gd name="T11" fmla="*/ 0 60000 65536"/>
                    <a:gd name="T12" fmla="*/ 0 60000 65536"/>
                    <a:gd name="T13" fmla="*/ 0 60000 65536"/>
                    <a:gd name="T14" fmla="*/ 0 60000 65536"/>
                    <a:gd name="T15" fmla="*/ 0 w 8"/>
                    <a:gd name="T16" fmla="*/ 0 h 28"/>
                    <a:gd name="T17" fmla="*/ 8 w 8"/>
                    <a:gd name="T18" fmla="*/ 28 h 28"/>
                  </a:gdLst>
                  <a:ahLst/>
                  <a:cxnLst>
                    <a:cxn ang="T10">
                      <a:pos x="T0" y="T1"/>
                    </a:cxn>
                    <a:cxn ang="T11">
                      <a:pos x="T2" y="T3"/>
                    </a:cxn>
                    <a:cxn ang="T12">
                      <a:pos x="T4" y="T5"/>
                    </a:cxn>
                    <a:cxn ang="T13">
                      <a:pos x="T6" y="T7"/>
                    </a:cxn>
                    <a:cxn ang="T14">
                      <a:pos x="T8" y="T9"/>
                    </a:cxn>
                  </a:cxnLst>
                  <a:rect l="T15" t="T16" r="T17" b="T18"/>
                  <a:pathLst>
                    <a:path w="8" h="28">
                      <a:moveTo>
                        <a:pt x="0" y="6"/>
                      </a:moveTo>
                      <a:lnTo>
                        <a:pt x="0" y="28"/>
                      </a:lnTo>
                      <a:lnTo>
                        <a:pt x="8" y="28"/>
                      </a:lnTo>
                      <a:lnTo>
                        <a:pt x="8" y="0"/>
                      </a:lnTo>
                      <a:lnTo>
                        <a:pt x="0" y="6"/>
                      </a:lnTo>
                      <a:close/>
                    </a:path>
                  </a:pathLst>
                </a:custGeom>
                <a:solidFill>
                  <a:srgbClr val="ACACAC"/>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40" name="Freeform 75"/>
                <p:cNvSpPr>
                  <a:spLocks/>
                </p:cNvSpPr>
                <p:nvPr/>
              </p:nvSpPr>
              <p:spPr bwMode="auto">
                <a:xfrm>
                  <a:off x="15649481" y="-1056819"/>
                  <a:ext cx="29088" cy="94419"/>
                </a:xfrm>
                <a:custGeom>
                  <a:avLst/>
                  <a:gdLst>
                    <a:gd name="T0" fmla="*/ 19050 w 18"/>
                    <a:gd name="T1" fmla="*/ 63500 h 64"/>
                    <a:gd name="T2" fmla="*/ 6350 w 18"/>
                    <a:gd name="T3" fmla="*/ 6350 h 64"/>
                    <a:gd name="T4" fmla="*/ 0 w 18"/>
                    <a:gd name="T5" fmla="*/ 0 h 64"/>
                    <a:gd name="T6" fmla="*/ 0 w 18"/>
                    <a:gd name="T7" fmla="*/ 38100 h 64"/>
                    <a:gd name="T8" fmla="*/ 22225 w 18"/>
                    <a:gd name="T9" fmla="*/ 101600 h 64"/>
                    <a:gd name="T10" fmla="*/ 28575 w 18"/>
                    <a:gd name="T11" fmla="*/ 101600 h 64"/>
                    <a:gd name="T12" fmla="*/ 19050 w 18"/>
                    <a:gd name="T13" fmla="*/ 63500 h 64"/>
                    <a:gd name="T14" fmla="*/ 0 60000 65536"/>
                    <a:gd name="T15" fmla="*/ 0 60000 65536"/>
                    <a:gd name="T16" fmla="*/ 0 60000 65536"/>
                    <a:gd name="T17" fmla="*/ 0 60000 65536"/>
                    <a:gd name="T18" fmla="*/ 0 60000 65536"/>
                    <a:gd name="T19" fmla="*/ 0 60000 65536"/>
                    <a:gd name="T20" fmla="*/ 0 60000 65536"/>
                    <a:gd name="T21" fmla="*/ 0 w 18"/>
                    <a:gd name="T22" fmla="*/ 0 h 64"/>
                    <a:gd name="T23" fmla="*/ 18 w 18"/>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4">
                      <a:moveTo>
                        <a:pt x="12" y="40"/>
                      </a:moveTo>
                      <a:lnTo>
                        <a:pt x="4" y="4"/>
                      </a:lnTo>
                      <a:lnTo>
                        <a:pt x="0" y="0"/>
                      </a:lnTo>
                      <a:lnTo>
                        <a:pt x="0" y="24"/>
                      </a:lnTo>
                      <a:lnTo>
                        <a:pt x="14" y="64"/>
                      </a:lnTo>
                      <a:lnTo>
                        <a:pt x="18" y="64"/>
                      </a:lnTo>
                      <a:lnTo>
                        <a:pt x="12" y="4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55" name="Freeform 76"/>
                <p:cNvSpPr>
                  <a:spLocks/>
                </p:cNvSpPr>
                <p:nvPr/>
              </p:nvSpPr>
              <p:spPr bwMode="auto">
                <a:xfrm>
                  <a:off x="14835008" y="-4172737"/>
                  <a:ext cx="654487" cy="1314643"/>
                </a:xfrm>
                <a:custGeom>
                  <a:avLst/>
                  <a:gdLst>
                    <a:gd name="T0" fmla="*/ 225425 w 420"/>
                    <a:gd name="T1" fmla="*/ 1006475 h 836"/>
                    <a:gd name="T2" fmla="*/ 222250 w 420"/>
                    <a:gd name="T3" fmla="*/ 1009650 h 836"/>
                    <a:gd name="T4" fmla="*/ 212725 w 420"/>
                    <a:gd name="T5" fmla="*/ 1041400 h 836"/>
                    <a:gd name="T6" fmla="*/ 174625 w 420"/>
                    <a:gd name="T7" fmla="*/ 1066800 h 836"/>
                    <a:gd name="T8" fmla="*/ 127000 w 420"/>
                    <a:gd name="T9" fmla="*/ 1076325 h 836"/>
                    <a:gd name="T10" fmla="*/ 127000 w 420"/>
                    <a:gd name="T11" fmla="*/ 1111250 h 836"/>
                    <a:gd name="T12" fmla="*/ 127000 w 420"/>
                    <a:gd name="T13" fmla="*/ 1146175 h 836"/>
                    <a:gd name="T14" fmla="*/ 139700 w 420"/>
                    <a:gd name="T15" fmla="*/ 1168400 h 836"/>
                    <a:gd name="T16" fmla="*/ 165100 w 420"/>
                    <a:gd name="T17" fmla="*/ 1203325 h 836"/>
                    <a:gd name="T18" fmla="*/ 174625 w 420"/>
                    <a:gd name="T19" fmla="*/ 1260475 h 836"/>
                    <a:gd name="T20" fmla="*/ 200025 w 420"/>
                    <a:gd name="T21" fmla="*/ 1327150 h 836"/>
                    <a:gd name="T22" fmla="*/ 225425 w 420"/>
                    <a:gd name="T23" fmla="*/ 1317625 h 836"/>
                    <a:gd name="T24" fmla="*/ 200025 w 420"/>
                    <a:gd name="T25" fmla="*/ 1295400 h 836"/>
                    <a:gd name="T26" fmla="*/ 200025 w 420"/>
                    <a:gd name="T27" fmla="*/ 1260475 h 836"/>
                    <a:gd name="T28" fmla="*/ 225425 w 420"/>
                    <a:gd name="T29" fmla="*/ 1225550 h 836"/>
                    <a:gd name="T30" fmla="*/ 260350 w 420"/>
                    <a:gd name="T31" fmla="*/ 1203325 h 836"/>
                    <a:gd name="T32" fmla="*/ 320675 w 420"/>
                    <a:gd name="T33" fmla="*/ 1168400 h 836"/>
                    <a:gd name="T34" fmla="*/ 438150 w 420"/>
                    <a:gd name="T35" fmla="*/ 1111250 h 836"/>
                    <a:gd name="T36" fmla="*/ 498475 w 420"/>
                    <a:gd name="T37" fmla="*/ 1076325 h 836"/>
                    <a:gd name="T38" fmla="*/ 533400 w 420"/>
                    <a:gd name="T39" fmla="*/ 1041400 h 836"/>
                    <a:gd name="T40" fmla="*/ 581025 w 420"/>
                    <a:gd name="T41" fmla="*/ 996950 h 836"/>
                    <a:gd name="T42" fmla="*/ 619125 w 420"/>
                    <a:gd name="T43" fmla="*/ 962025 h 836"/>
                    <a:gd name="T44" fmla="*/ 619125 w 420"/>
                    <a:gd name="T45" fmla="*/ 955675 h 836"/>
                    <a:gd name="T46" fmla="*/ 619125 w 420"/>
                    <a:gd name="T47" fmla="*/ 952500 h 836"/>
                    <a:gd name="T48" fmla="*/ 619125 w 420"/>
                    <a:gd name="T49" fmla="*/ 952500 h 836"/>
                    <a:gd name="T50" fmla="*/ 631825 w 420"/>
                    <a:gd name="T51" fmla="*/ 800100 h 836"/>
                    <a:gd name="T52" fmla="*/ 641350 w 420"/>
                    <a:gd name="T53" fmla="*/ 685800 h 836"/>
                    <a:gd name="T54" fmla="*/ 666750 w 420"/>
                    <a:gd name="T55" fmla="*/ 606425 h 836"/>
                    <a:gd name="T56" fmla="*/ 641350 w 420"/>
                    <a:gd name="T57" fmla="*/ 584200 h 836"/>
                    <a:gd name="T58" fmla="*/ 619125 w 420"/>
                    <a:gd name="T59" fmla="*/ 536575 h 836"/>
                    <a:gd name="T60" fmla="*/ 615950 w 420"/>
                    <a:gd name="T61" fmla="*/ 533400 h 836"/>
                    <a:gd name="T62" fmla="*/ 600075 w 420"/>
                    <a:gd name="T63" fmla="*/ 476250 h 836"/>
                    <a:gd name="T64" fmla="*/ 587375 w 420"/>
                    <a:gd name="T65" fmla="*/ 384175 h 836"/>
                    <a:gd name="T66" fmla="*/ 577850 w 420"/>
                    <a:gd name="T67" fmla="*/ 288925 h 836"/>
                    <a:gd name="T68" fmla="*/ 577850 w 420"/>
                    <a:gd name="T69" fmla="*/ 244475 h 836"/>
                    <a:gd name="T70" fmla="*/ 565150 w 420"/>
                    <a:gd name="T71" fmla="*/ 196850 h 836"/>
                    <a:gd name="T72" fmla="*/ 530225 w 420"/>
                    <a:gd name="T73" fmla="*/ 152400 h 836"/>
                    <a:gd name="T74" fmla="*/ 504825 w 420"/>
                    <a:gd name="T75" fmla="*/ 104775 h 836"/>
                    <a:gd name="T76" fmla="*/ 469900 w 420"/>
                    <a:gd name="T77" fmla="*/ 69850 h 836"/>
                    <a:gd name="T78" fmla="*/ 425450 w 420"/>
                    <a:gd name="T79" fmla="*/ 34925 h 836"/>
                    <a:gd name="T80" fmla="*/ 387350 w 420"/>
                    <a:gd name="T81" fmla="*/ 12700 h 836"/>
                    <a:gd name="T82" fmla="*/ 342900 w 420"/>
                    <a:gd name="T83" fmla="*/ 0 h 836"/>
                    <a:gd name="T84" fmla="*/ 260350 w 420"/>
                    <a:gd name="T85" fmla="*/ 12700 h 836"/>
                    <a:gd name="T86" fmla="*/ 187325 w 420"/>
                    <a:gd name="T87" fmla="*/ 34925 h 836"/>
                    <a:gd name="T88" fmla="*/ 130175 w 420"/>
                    <a:gd name="T89" fmla="*/ 69850 h 836"/>
                    <a:gd name="T90" fmla="*/ 82550 w 420"/>
                    <a:gd name="T91" fmla="*/ 117475 h 836"/>
                    <a:gd name="T92" fmla="*/ 47625 w 420"/>
                    <a:gd name="T93" fmla="*/ 196850 h 836"/>
                    <a:gd name="T94" fmla="*/ 12700 w 420"/>
                    <a:gd name="T95" fmla="*/ 266700 h 836"/>
                    <a:gd name="T96" fmla="*/ 0 w 420"/>
                    <a:gd name="T97" fmla="*/ 327025 h 836"/>
                    <a:gd name="T98" fmla="*/ 0 w 420"/>
                    <a:gd name="T99" fmla="*/ 431800 h 836"/>
                    <a:gd name="T100" fmla="*/ 22225 w 420"/>
                    <a:gd name="T101" fmla="*/ 558800 h 836"/>
                    <a:gd name="T102" fmla="*/ 34925 w 420"/>
                    <a:gd name="T103" fmla="*/ 638175 h 836"/>
                    <a:gd name="T104" fmla="*/ 60325 w 420"/>
                    <a:gd name="T105" fmla="*/ 698500 h 836"/>
                    <a:gd name="T106" fmla="*/ 152400 w 420"/>
                    <a:gd name="T107" fmla="*/ 847725 h 836"/>
                    <a:gd name="T108" fmla="*/ 177800 w 420"/>
                    <a:gd name="T109" fmla="*/ 860425 h 836"/>
                    <a:gd name="T110" fmla="*/ 212725 w 420"/>
                    <a:gd name="T111" fmla="*/ 869950 h 836"/>
                    <a:gd name="T112" fmla="*/ 215900 w 420"/>
                    <a:gd name="T113" fmla="*/ 869950 h 836"/>
                    <a:gd name="T114" fmla="*/ 222250 w 420"/>
                    <a:gd name="T115" fmla="*/ 863600 h 836"/>
                    <a:gd name="T116" fmla="*/ 244475 w 420"/>
                    <a:gd name="T117" fmla="*/ 885825 h 836"/>
                    <a:gd name="T118" fmla="*/ 244475 w 420"/>
                    <a:gd name="T119" fmla="*/ 898525 h 836"/>
                    <a:gd name="T120" fmla="*/ 234950 w 420"/>
                    <a:gd name="T121" fmla="*/ 917575 h 836"/>
                    <a:gd name="T122" fmla="*/ 234950 w 420"/>
                    <a:gd name="T123" fmla="*/ 971550 h 836"/>
                    <a:gd name="T124" fmla="*/ 225425 w 420"/>
                    <a:gd name="T125" fmla="*/ 1006475 h 8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0"/>
                    <a:gd name="T190" fmla="*/ 0 h 836"/>
                    <a:gd name="T191" fmla="*/ 420 w 420"/>
                    <a:gd name="T192" fmla="*/ 836 h 8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0" h="836">
                      <a:moveTo>
                        <a:pt x="142" y="634"/>
                      </a:moveTo>
                      <a:lnTo>
                        <a:pt x="140" y="636"/>
                      </a:lnTo>
                      <a:lnTo>
                        <a:pt x="134" y="656"/>
                      </a:lnTo>
                      <a:lnTo>
                        <a:pt x="110" y="672"/>
                      </a:lnTo>
                      <a:lnTo>
                        <a:pt x="80" y="678"/>
                      </a:lnTo>
                      <a:lnTo>
                        <a:pt x="80" y="700"/>
                      </a:lnTo>
                      <a:lnTo>
                        <a:pt x="80" y="722"/>
                      </a:lnTo>
                      <a:lnTo>
                        <a:pt x="88" y="736"/>
                      </a:lnTo>
                      <a:lnTo>
                        <a:pt x="104" y="758"/>
                      </a:lnTo>
                      <a:lnTo>
                        <a:pt x="110" y="794"/>
                      </a:lnTo>
                      <a:lnTo>
                        <a:pt x="126" y="836"/>
                      </a:lnTo>
                      <a:lnTo>
                        <a:pt x="142" y="830"/>
                      </a:lnTo>
                      <a:lnTo>
                        <a:pt x="126" y="816"/>
                      </a:lnTo>
                      <a:lnTo>
                        <a:pt x="126" y="794"/>
                      </a:lnTo>
                      <a:lnTo>
                        <a:pt x="142" y="772"/>
                      </a:lnTo>
                      <a:lnTo>
                        <a:pt x="164" y="758"/>
                      </a:lnTo>
                      <a:lnTo>
                        <a:pt x="202" y="736"/>
                      </a:lnTo>
                      <a:lnTo>
                        <a:pt x="276" y="700"/>
                      </a:lnTo>
                      <a:lnTo>
                        <a:pt x="314" y="678"/>
                      </a:lnTo>
                      <a:lnTo>
                        <a:pt x="336" y="656"/>
                      </a:lnTo>
                      <a:lnTo>
                        <a:pt x="366" y="628"/>
                      </a:lnTo>
                      <a:lnTo>
                        <a:pt x="390" y="606"/>
                      </a:lnTo>
                      <a:lnTo>
                        <a:pt x="390" y="602"/>
                      </a:lnTo>
                      <a:lnTo>
                        <a:pt x="390" y="600"/>
                      </a:lnTo>
                      <a:lnTo>
                        <a:pt x="398" y="504"/>
                      </a:lnTo>
                      <a:lnTo>
                        <a:pt x="404" y="432"/>
                      </a:lnTo>
                      <a:lnTo>
                        <a:pt x="420" y="382"/>
                      </a:lnTo>
                      <a:lnTo>
                        <a:pt x="404" y="368"/>
                      </a:lnTo>
                      <a:lnTo>
                        <a:pt x="390" y="338"/>
                      </a:lnTo>
                      <a:lnTo>
                        <a:pt x="388" y="336"/>
                      </a:lnTo>
                      <a:lnTo>
                        <a:pt x="378" y="300"/>
                      </a:lnTo>
                      <a:lnTo>
                        <a:pt x="370" y="242"/>
                      </a:lnTo>
                      <a:lnTo>
                        <a:pt x="364" y="182"/>
                      </a:lnTo>
                      <a:lnTo>
                        <a:pt x="364" y="154"/>
                      </a:lnTo>
                      <a:lnTo>
                        <a:pt x="356" y="124"/>
                      </a:lnTo>
                      <a:lnTo>
                        <a:pt x="334" y="96"/>
                      </a:lnTo>
                      <a:lnTo>
                        <a:pt x="318" y="66"/>
                      </a:lnTo>
                      <a:lnTo>
                        <a:pt x="296" y="44"/>
                      </a:lnTo>
                      <a:lnTo>
                        <a:pt x="268" y="22"/>
                      </a:lnTo>
                      <a:lnTo>
                        <a:pt x="244" y="8"/>
                      </a:lnTo>
                      <a:lnTo>
                        <a:pt x="216" y="0"/>
                      </a:lnTo>
                      <a:lnTo>
                        <a:pt x="164" y="8"/>
                      </a:lnTo>
                      <a:lnTo>
                        <a:pt x="118" y="22"/>
                      </a:lnTo>
                      <a:lnTo>
                        <a:pt x="82" y="44"/>
                      </a:lnTo>
                      <a:lnTo>
                        <a:pt x="52" y="74"/>
                      </a:lnTo>
                      <a:lnTo>
                        <a:pt x="30" y="124"/>
                      </a:lnTo>
                      <a:lnTo>
                        <a:pt x="8" y="168"/>
                      </a:lnTo>
                      <a:lnTo>
                        <a:pt x="0" y="206"/>
                      </a:lnTo>
                      <a:lnTo>
                        <a:pt x="0" y="272"/>
                      </a:lnTo>
                      <a:lnTo>
                        <a:pt x="14" y="352"/>
                      </a:lnTo>
                      <a:lnTo>
                        <a:pt x="22" y="402"/>
                      </a:lnTo>
                      <a:lnTo>
                        <a:pt x="38" y="440"/>
                      </a:lnTo>
                      <a:lnTo>
                        <a:pt x="96" y="534"/>
                      </a:lnTo>
                      <a:lnTo>
                        <a:pt x="112" y="542"/>
                      </a:lnTo>
                      <a:lnTo>
                        <a:pt x="134" y="548"/>
                      </a:lnTo>
                      <a:lnTo>
                        <a:pt x="136" y="548"/>
                      </a:lnTo>
                      <a:lnTo>
                        <a:pt x="140" y="544"/>
                      </a:lnTo>
                      <a:lnTo>
                        <a:pt x="154" y="558"/>
                      </a:lnTo>
                      <a:lnTo>
                        <a:pt x="154" y="566"/>
                      </a:lnTo>
                      <a:lnTo>
                        <a:pt x="148" y="578"/>
                      </a:lnTo>
                      <a:lnTo>
                        <a:pt x="148" y="612"/>
                      </a:lnTo>
                      <a:lnTo>
                        <a:pt x="142" y="63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56" name="Freeform 77"/>
                <p:cNvSpPr>
                  <a:spLocks/>
                </p:cNvSpPr>
                <p:nvPr/>
              </p:nvSpPr>
              <p:spPr bwMode="auto">
                <a:xfrm>
                  <a:off x="15038626" y="-3315679"/>
                  <a:ext cx="29088" cy="21792"/>
                </a:xfrm>
                <a:custGeom>
                  <a:avLst/>
                  <a:gdLst>
                    <a:gd name="T0" fmla="*/ 0 w 18"/>
                    <a:gd name="T1" fmla="*/ 6350 h 14"/>
                    <a:gd name="T2" fmla="*/ 6350 w 18"/>
                    <a:gd name="T3" fmla="*/ 6350 h 14"/>
                    <a:gd name="T4" fmla="*/ 28575 w 18"/>
                    <a:gd name="T5" fmla="*/ 22225 h 14"/>
                    <a:gd name="T6" fmla="*/ 6350 w 18"/>
                    <a:gd name="T7" fmla="*/ 0 h 14"/>
                    <a:gd name="T8" fmla="*/ 0 w 18"/>
                    <a:gd name="T9" fmla="*/ 6350 h 14"/>
                    <a:gd name="T10" fmla="*/ 0 60000 65536"/>
                    <a:gd name="T11" fmla="*/ 0 60000 65536"/>
                    <a:gd name="T12" fmla="*/ 0 60000 65536"/>
                    <a:gd name="T13" fmla="*/ 0 60000 65536"/>
                    <a:gd name="T14" fmla="*/ 0 60000 65536"/>
                    <a:gd name="T15" fmla="*/ 0 w 18"/>
                    <a:gd name="T16" fmla="*/ 0 h 14"/>
                    <a:gd name="T17" fmla="*/ 18 w 18"/>
                    <a:gd name="T18" fmla="*/ 14 h 14"/>
                  </a:gdLst>
                  <a:ahLst/>
                  <a:cxnLst>
                    <a:cxn ang="T10">
                      <a:pos x="T0" y="T1"/>
                    </a:cxn>
                    <a:cxn ang="T11">
                      <a:pos x="T2" y="T3"/>
                    </a:cxn>
                    <a:cxn ang="T12">
                      <a:pos x="T4" y="T5"/>
                    </a:cxn>
                    <a:cxn ang="T13">
                      <a:pos x="T6" y="T7"/>
                    </a:cxn>
                    <a:cxn ang="T14">
                      <a:pos x="T8" y="T9"/>
                    </a:cxn>
                  </a:cxnLst>
                  <a:rect l="T15" t="T16" r="T17" b="T18"/>
                  <a:pathLst>
                    <a:path w="18" h="14">
                      <a:moveTo>
                        <a:pt x="0" y="4"/>
                      </a:moveTo>
                      <a:lnTo>
                        <a:pt x="4" y="4"/>
                      </a:lnTo>
                      <a:lnTo>
                        <a:pt x="18" y="14"/>
                      </a:lnTo>
                      <a:lnTo>
                        <a:pt x="4" y="0"/>
                      </a:lnTo>
                      <a:lnTo>
                        <a:pt x="0" y="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57" name="Freeform 78"/>
                <p:cNvSpPr>
                  <a:spLocks/>
                </p:cNvSpPr>
                <p:nvPr/>
              </p:nvSpPr>
              <p:spPr bwMode="auto">
                <a:xfrm>
                  <a:off x="15765834" y="-1703247"/>
                  <a:ext cx="7274" cy="43579"/>
                </a:xfrm>
                <a:custGeom>
                  <a:avLst/>
                  <a:gdLst>
                    <a:gd name="T0" fmla="*/ 15875 w 10"/>
                    <a:gd name="T1" fmla="*/ 0 h 30"/>
                    <a:gd name="T2" fmla="*/ 0 w 10"/>
                    <a:gd name="T3" fmla="*/ 47625 h 30"/>
                    <a:gd name="T4" fmla="*/ 12700 w 10"/>
                    <a:gd name="T5" fmla="*/ 15875 h 30"/>
                    <a:gd name="T6" fmla="*/ 15875 w 10"/>
                    <a:gd name="T7" fmla="*/ 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0" y="30"/>
                      </a:lnTo>
                      <a:lnTo>
                        <a:pt x="8" y="10"/>
                      </a:lnTo>
                      <a:lnTo>
                        <a:pt x="1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58" name="Freeform 79"/>
                <p:cNvSpPr>
                  <a:spLocks/>
                </p:cNvSpPr>
                <p:nvPr/>
              </p:nvSpPr>
              <p:spPr bwMode="auto">
                <a:xfrm>
                  <a:off x="15802197" y="-737238"/>
                  <a:ext cx="14544" cy="7261"/>
                </a:xfrm>
                <a:custGeom>
                  <a:avLst/>
                  <a:gdLst>
                    <a:gd name="T0" fmla="*/ 0 w 8"/>
                    <a:gd name="T1" fmla="*/ 0 h 6"/>
                    <a:gd name="T2" fmla="*/ 12700 w 8"/>
                    <a:gd name="T3" fmla="*/ 9525 h 6"/>
                    <a:gd name="T4" fmla="*/ 3175 w 8"/>
                    <a:gd name="T5" fmla="*/ 0 h 6"/>
                    <a:gd name="T6" fmla="*/ 0 w 8"/>
                    <a:gd name="T7" fmla="*/ 0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0" y="0"/>
                      </a:moveTo>
                      <a:lnTo>
                        <a:pt x="8" y="6"/>
                      </a:lnTo>
                      <a:lnTo>
                        <a:pt x="2" y="0"/>
                      </a:lnTo>
                      <a:lnTo>
                        <a:pt x="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59" name="Freeform 80"/>
                <p:cNvSpPr>
                  <a:spLocks/>
                </p:cNvSpPr>
                <p:nvPr/>
              </p:nvSpPr>
              <p:spPr bwMode="auto">
                <a:xfrm>
                  <a:off x="14013265" y="-1637876"/>
                  <a:ext cx="778110" cy="443053"/>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5250 w 490"/>
                    <a:gd name="T9" fmla="*/ 415925 h 278"/>
                    <a:gd name="T10" fmla="*/ 63500 w 490"/>
                    <a:gd name="T11" fmla="*/ 425450 h 278"/>
                    <a:gd name="T12" fmla="*/ 34925 w 490"/>
                    <a:gd name="T13" fmla="*/ 431800 h 278"/>
                    <a:gd name="T14" fmla="*/ 31750 w 490"/>
                    <a:gd name="T15" fmla="*/ 431800 h 278"/>
                    <a:gd name="T16" fmla="*/ 12700 w 490"/>
                    <a:gd name="T17" fmla="*/ 441325 h 278"/>
                    <a:gd name="T18" fmla="*/ 9525 w 490"/>
                    <a:gd name="T19" fmla="*/ 438150 h 278"/>
                    <a:gd name="T20" fmla="*/ 3175 w 490"/>
                    <a:gd name="T21" fmla="*/ 438150 h 278"/>
                    <a:gd name="T22" fmla="*/ 0 w 490"/>
                    <a:gd name="T23" fmla="*/ 434975 h 278"/>
                    <a:gd name="T24" fmla="*/ 0 w 490"/>
                    <a:gd name="T25" fmla="*/ 428625 h 278"/>
                    <a:gd name="T26" fmla="*/ 0 w 490"/>
                    <a:gd name="T27" fmla="*/ 425450 h 278"/>
                    <a:gd name="T28" fmla="*/ 6350 w 490"/>
                    <a:gd name="T29" fmla="*/ 403225 h 278"/>
                    <a:gd name="T30" fmla="*/ 19050 w 490"/>
                    <a:gd name="T31" fmla="*/ 384175 h 278"/>
                    <a:gd name="T32" fmla="*/ 114300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4925 w 490"/>
                    <a:gd name="T45" fmla="*/ 244475 h 278"/>
                    <a:gd name="T46" fmla="*/ 41275 w 490"/>
                    <a:gd name="T47" fmla="*/ 241300 h 278"/>
                    <a:gd name="T48" fmla="*/ 63500 w 490"/>
                    <a:gd name="T49" fmla="*/ 228600 h 278"/>
                    <a:gd name="T50" fmla="*/ 107950 w 490"/>
                    <a:gd name="T51" fmla="*/ 231775 h 278"/>
                    <a:gd name="T52" fmla="*/ 263525 w 490"/>
                    <a:gd name="T53" fmla="*/ 244475 h 278"/>
                    <a:gd name="T54" fmla="*/ 377825 w 490"/>
                    <a:gd name="T55" fmla="*/ 222250 h 278"/>
                    <a:gd name="T56" fmla="*/ 444500 w 490"/>
                    <a:gd name="T57" fmla="*/ 206375 h 278"/>
                    <a:gd name="T58" fmla="*/ 450850 w 490"/>
                    <a:gd name="T59" fmla="*/ 200025 h 278"/>
                    <a:gd name="T60" fmla="*/ 441325 w 490"/>
                    <a:gd name="T61" fmla="*/ 165100 h 278"/>
                    <a:gd name="T62" fmla="*/ 428625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49250 w 490"/>
                    <a:gd name="T73" fmla="*/ 12700 h 278"/>
                    <a:gd name="T74" fmla="*/ 365125 w 490"/>
                    <a:gd name="T75" fmla="*/ 6350 h 278"/>
                    <a:gd name="T76" fmla="*/ 381000 w 490"/>
                    <a:gd name="T77" fmla="*/ 0 h 278"/>
                    <a:gd name="T78" fmla="*/ 403225 w 490"/>
                    <a:gd name="T79" fmla="*/ 9525 h 278"/>
                    <a:gd name="T80" fmla="*/ 415925 w 490"/>
                    <a:gd name="T81" fmla="*/ 25400 h 278"/>
                    <a:gd name="T82" fmla="*/ 454025 w 490"/>
                    <a:gd name="T83" fmla="*/ 73025 h 278"/>
                    <a:gd name="T84" fmla="*/ 476250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08025 w 490"/>
                    <a:gd name="T95" fmla="*/ 203200 h 278"/>
                    <a:gd name="T96" fmla="*/ 739775 w 490"/>
                    <a:gd name="T97" fmla="*/ 228600 h 278"/>
                    <a:gd name="T98" fmla="*/ 755650 w 490"/>
                    <a:gd name="T99" fmla="*/ 257175 h 278"/>
                    <a:gd name="T100" fmla="*/ 762000 w 490"/>
                    <a:gd name="T101" fmla="*/ 279400 h 278"/>
                    <a:gd name="T102" fmla="*/ 758825 w 490"/>
                    <a:gd name="T103" fmla="*/ 304800 h 278"/>
                    <a:gd name="T104" fmla="*/ 758825 w 490"/>
                    <a:gd name="T105" fmla="*/ 304800 h 278"/>
                    <a:gd name="T106" fmla="*/ 777875 w 490"/>
                    <a:gd name="T107" fmla="*/ 304800 h 278"/>
                    <a:gd name="T108" fmla="*/ 644525 w 490"/>
                    <a:gd name="T109" fmla="*/ 355600 h 278"/>
                    <a:gd name="T110" fmla="*/ 431800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48" y="242"/>
                      </a:lnTo>
                      <a:lnTo>
                        <a:pt x="120" y="248"/>
                      </a:lnTo>
                      <a:lnTo>
                        <a:pt x="98" y="252"/>
                      </a:lnTo>
                      <a:lnTo>
                        <a:pt x="78" y="258"/>
                      </a:lnTo>
                      <a:lnTo>
                        <a:pt x="60" y="262"/>
                      </a:lnTo>
                      <a:lnTo>
                        <a:pt x="40" y="268"/>
                      </a:lnTo>
                      <a:lnTo>
                        <a:pt x="26" y="272"/>
                      </a:lnTo>
                      <a:lnTo>
                        <a:pt x="22" y="272"/>
                      </a:lnTo>
                      <a:lnTo>
                        <a:pt x="20" y="272"/>
                      </a:lnTo>
                      <a:lnTo>
                        <a:pt x="14" y="276"/>
                      </a:lnTo>
                      <a:lnTo>
                        <a:pt x="8" y="278"/>
                      </a:lnTo>
                      <a:lnTo>
                        <a:pt x="6" y="276"/>
                      </a:lnTo>
                      <a:lnTo>
                        <a:pt x="2" y="276"/>
                      </a:lnTo>
                      <a:lnTo>
                        <a:pt x="0" y="274"/>
                      </a:lnTo>
                      <a:lnTo>
                        <a:pt x="0" y="272"/>
                      </a:lnTo>
                      <a:lnTo>
                        <a:pt x="0" y="270"/>
                      </a:lnTo>
                      <a:lnTo>
                        <a:pt x="0" y="268"/>
                      </a:lnTo>
                      <a:lnTo>
                        <a:pt x="0" y="266"/>
                      </a:lnTo>
                      <a:lnTo>
                        <a:pt x="4" y="254"/>
                      </a:lnTo>
                      <a:lnTo>
                        <a:pt x="8" y="248"/>
                      </a:lnTo>
                      <a:lnTo>
                        <a:pt x="12" y="242"/>
                      </a:lnTo>
                      <a:lnTo>
                        <a:pt x="20" y="236"/>
                      </a:lnTo>
                      <a:lnTo>
                        <a:pt x="30" y="232"/>
                      </a:lnTo>
                      <a:lnTo>
                        <a:pt x="72" y="210"/>
                      </a:lnTo>
                      <a:lnTo>
                        <a:pt x="92" y="202"/>
                      </a:lnTo>
                      <a:lnTo>
                        <a:pt x="110" y="200"/>
                      </a:lnTo>
                      <a:lnTo>
                        <a:pt x="114" y="200"/>
                      </a:lnTo>
                      <a:lnTo>
                        <a:pt x="114" y="198"/>
                      </a:lnTo>
                      <a:lnTo>
                        <a:pt x="102" y="194"/>
                      </a:lnTo>
                      <a:lnTo>
                        <a:pt x="46" y="182"/>
                      </a:lnTo>
                      <a:lnTo>
                        <a:pt x="28" y="176"/>
                      </a:lnTo>
                      <a:lnTo>
                        <a:pt x="22" y="174"/>
                      </a:lnTo>
                      <a:lnTo>
                        <a:pt x="20" y="172"/>
                      </a:lnTo>
                      <a:lnTo>
                        <a:pt x="18" y="162"/>
                      </a:lnTo>
                      <a:lnTo>
                        <a:pt x="20" y="158"/>
                      </a:lnTo>
                      <a:lnTo>
                        <a:pt x="22" y="154"/>
                      </a:lnTo>
                      <a:lnTo>
                        <a:pt x="26" y="152"/>
                      </a:lnTo>
                      <a:lnTo>
                        <a:pt x="32" y="148"/>
                      </a:lnTo>
                      <a:lnTo>
                        <a:pt x="40" y="144"/>
                      </a:lnTo>
                      <a:lnTo>
                        <a:pt x="50" y="144"/>
                      </a:lnTo>
                      <a:lnTo>
                        <a:pt x="68" y="146"/>
                      </a:lnTo>
                      <a:lnTo>
                        <a:pt x="144" y="152"/>
                      </a:lnTo>
                      <a:lnTo>
                        <a:pt x="166" y="154"/>
                      </a:lnTo>
                      <a:lnTo>
                        <a:pt x="190" y="150"/>
                      </a:lnTo>
                      <a:lnTo>
                        <a:pt x="238" y="140"/>
                      </a:lnTo>
                      <a:lnTo>
                        <a:pt x="272" y="134"/>
                      </a:lnTo>
                      <a:lnTo>
                        <a:pt x="280" y="130"/>
                      </a:lnTo>
                      <a:lnTo>
                        <a:pt x="282" y="128"/>
                      </a:lnTo>
                      <a:lnTo>
                        <a:pt x="284" y="126"/>
                      </a:lnTo>
                      <a:lnTo>
                        <a:pt x="282" y="112"/>
                      </a:lnTo>
                      <a:lnTo>
                        <a:pt x="278" y="104"/>
                      </a:lnTo>
                      <a:lnTo>
                        <a:pt x="274" y="100"/>
                      </a:lnTo>
                      <a:lnTo>
                        <a:pt x="270" y="96"/>
                      </a:lnTo>
                      <a:lnTo>
                        <a:pt x="260" y="92"/>
                      </a:lnTo>
                      <a:lnTo>
                        <a:pt x="252" y="84"/>
                      </a:lnTo>
                      <a:lnTo>
                        <a:pt x="238" y="70"/>
                      </a:lnTo>
                      <a:lnTo>
                        <a:pt x="236" y="66"/>
                      </a:lnTo>
                      <a:lnTo>
                        <a:pt x="224" y="50"/>
                      </a:lnTo>
                      <a:lnTo>
                        <a:pt x="220" y="40"/>
                      </a:lnTo>
                      <a:lnTo>
                        <a:pt x="218" y="26"/>
                      </a:lnTo>
                      <a:lnTo>
                        <a:pt x="218" y="14"/>
                      </a:lnTo>
                      <a:lnTo>
                        <a:pt x="220" y="8"/>
                      </a:lnTo>
                      <a:lnTo>
                        <a:pt x="230" y="4"/>
                      </a:lnTo>
                      <a:lnTo>
                        <a:pt x="236" y="0"/>
                      </a:lnTo>
                      <a:lnTo>
                        <a:pt x="240" y="0"/>
                      </a:lnTo>
                      <a:lnTo>
                        <a:pt x="248" y="2"/>
                      </a:lnTo>
                      <a:lnTo>
                        <a:pt x="254" y="6"/>
                      </a:lnTo>
                      <a:lnTo>
                        <a:pt x="262" y="16"/>
                      </a:lnTo>
                      <a:lnTo>
                        <a:pt x="272" y="30"/>
                      </a:lnTo>
                      <a:lnTo>
                        <a:pt x="286" y="46"/>
                      </a:lnTo>
                      <a:lnTo>
                        <a:pt x="300" y="60"/>
                      </a:lnTo>
                      <a:lnTo>
                        <a:pt x="314" y="72"/>
                      </a:lnTo>
                      <a:lnTo>
                        <a:pt x="324" y="80"/>
                      </a:lnTo>
                      <a:lnTo>
                        <a:pt x="350" y="92"/>
                      </a:lnTo>
                      <a:lnTo>
                        <a:pt x="382" y="104"/>
                      </a:lnTo>
                      <a:lnTo>
                        <a:pt x="398" y="112"/>
                      </a:lnTo>
                      <a:lnTo>
                        <a:pt x="408" y="116"/>
                      </a:lnTo>
                      <a:lnTo>
                        <a:pt x="426" y="120"/>
                      </a:lnTo>
                      <a:lnTo>
                        <a:pt x="436" y="122"/>
                      </a:lnTo>
                      <a:lnTo>
                        <a:pt x="446" y="128"/>
                      </a:lnTo>
                      <a:lnTo>
                        <a:pt x="456" y="134"/>
                      </a:lnTo>
                      <a:lnTo>
                        <a:pt x="464" y="142"/>
                      </a:lnTo>
                      <a:lnTo>
                        <a:pt x="466" y="144"/>
                      </a:lnTo>
                      <a:lnTo>
                        <a:pt x="470" y="152"/>
                      </a:lnTo>
                      <a:lnTo>
                        <a:pt x="476" y="162"/>
                      </a:lnTo>
                      <a:lnTo>
                        <a:pt x="480" y="170"/>
                      </a:lnTo>
                      <a:lnTo>
                        <a:pt x="480" y="176"/>
                      </a:lnTo>
                      <a:lnTo>
                        <a:pt x="480" y="186"/>
                      </a:lnTo>
                      <a:lnTo>
                        <a:pt x="478" y="192"/>
                      </a:lnTo>
                      <a:lnTo>
                        <a:pt x="488" y="192"/>
                      </a:lnTo>
                      <a:lnTo>
                        <a:pt x="490" y="192"/>
                      </a:lnTo>
                      <a:lnTo>
                        <a:pt x="488" y="192"/>
                      </a:lnTo>
                      <a:lnTo>
                        <a:pt x="474" y="198"/>
                      </a:lnTo>
                      <a:lnTo>
                        <a:pt x="406" y="224"/>
                      </a:lnTo>
                      <a:lnTo>
                        <a:pt x="358" y="224"/>
                      </a:lnTo>
                      <a:lnTo>
                        <a:pt x="272" y="226"/>
                      </a:lnTo>
                      <a:lnTo>
                        <a:pt x="236" y="226"/>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grpSp>
        <p:sp>
          <p:nvSpPr>
            <p:cNvPr id="22" name="Freeform 82"/>
            <p:cNvSpPr>
              <a:spLocks/>
            </p:cNvSpPr>
            <p:nvPr/>
          </p:nvSpPr>
          <p:spPr bwMode="auto">
            <a:xfrm>
              <a:off x="7215141" y="1613809"/>
              <a:ext cx="498712" cy="762719"/>
            </a:xfrm>
            <a:custGeom>
              <a:avLst/>
              <a:gdLst>
                <a:gd name="T0" fmla="*/ 496715 w 440"/>
                <a:gd name="T1" fmla="*/ 24949 h 670"/>
                <a:gd name="T2" fmla="*/ 498983 w 440"/>
                <a:gd name="T3" fmla="*/ 9072 h 670"/>
                <a:gd name="T4" fmla="*/ 498983 w 440"/>
                <a:gd name="T5" fmla="*/ 0 h 670"/>
                <a:gd name="T6" fmla="*/ 467230 w 440"/>
                <a:gd name="T7" fmla="*/ 0 h 670"/>
                <a:gd name="T8" fmla="*/ 467230 w 440"/>
                <a:gd name="T9" fmla="*/ 4536 h 670"/>
                <a:gd name="T10" fmla="*/ 442280 w 440"/>
                <a:gd name="T11" fmla="*/ 29485 h 670"/>
                <a:gd name="T12" fmla="*/ 410527 w 440"/>
                <a:gd name="T13" fmla="*/ 61239 h 670"/>
                <a:gd name="T14" fmla="*/ 385578 w 440"/>
                <a:gd name="T15" fmla="*/ 86188 h 670"/>
                <a:gd name="T16" fmla="*/ 344752 w 440"/>
                <a:gd name="T17" fmla="*/ 111137 h 670"/>
                <a:gd name="T18" fmla="*/ 265368 w 440"/>
                <a:gd name="T19" fmla="*/ 151963 h 670"/>
                <a:gd name="T20" fmla="*/ 224542 w 440"/>
                <a:gd name="T21" fmla="*/ 176912 h 670"/>
                <a:gd name="T22" fmla="*/ 199593 w 440"/>
                <a:gd name="T23" fmla="*/ 192789 h 670"/>
                <a:gd name="T24" fmla="*/ 183716 w 440"/>
                <a:gd name="T25" fmla="*/ 217738 h 670"/>
                <a:gd name="T26" fmla="*/ 183716 w 440"/>
                <a:gd name="T27" fmla="*/ 242687 h 670"/>
                <a:gd name="T28" fmla="*/ 167840 w 440"/>
                <a:gd name="T29" fmla="*/ 217738 h 670"/>
                <a:gd name="T30" fmla="*/ 158767 w 440"/>
                <a:gd name="T31" fmla="*/ 176912 h 670"/>
                <a:gd name="T32" fmla="*/ 142891 w 440"/>
                <a:gd name="T33" fmla="*/ 151963 h 670"/>
                <a:gd name="T34" fmla="*/ 136086 w 440"/>
                <a:gd name="T35" fmla="*/ 136086 h 670"/>
                <a:gd name="T36" fmla="*/ 136086 w 440"/>
                <a:gd name="T37" fmla="*/ 111137 h 670"/>
                <a:gd name="T38" fmla="*/ 136086 w 440"/>
                <a:gd name="T39" fmla="*/ 86188 h 670"/>
                <a:gd name="T40" fmla="*/ 167840 w 440"/>
                <a:gd name="T41" fmla="*/ 79384 h 670"/>
                <a:gd name="T42" fmla="*/ 190521 w 440"/>
                <a:gd name="T43" fmla="*/ 61239 h 670"/>
                <a:gd name="T44" fmla="*/ 199593 w 440"/>
                <a:gd name="T45" fmla="*/ 38558 h 670"/>
                <a:gd name="T46" fmla="*/ 115673 w 440"/>
                <a:gd name="T47" fmla="*/ 52166 h 670"/>
                <a:gd name="T48" fmla="*/ 102065 w 440"/>
                <a:gd name="T49" fmla="*/ 74847 h 670"/>
                <a:gd name="T50" fmla="*/ 88456 w 440"/>
                <a:gd name="T51" fmla="*/ 90724 h 670"/>
                <a:gd name="T52" fmla="*/ 88456 w 440"/>
                <a:gd name="T53" fmla="*/ 90724 h 670"/>
                <a:gd name="T54" fmla="*/ 72579 w 440"/>
                <a:gd name="T55" fmla="*/ 140622 h 670"/>
                <a:gd name="T56" fmla="*/ 56703 w 440"/>
                <a:gd name="T57" fmla="*/ 240419 h 670"/>
                <a:gd name="T58" fmla="*/ 24949 w 440"/>
                <a:gd name="T59" fmla="*/ 446817 h 670"/>
                <a:gd name="T60" fmla="*/ 9072 w 440"/>
                <a:gd name="T61" fmla="*/ 653214 h 670"/>
                <a:gd name="T62" fmla="*/ 0 w 440"/>
                <a:gd name="T63" fmla="*/ 728062 h 670"/>
                <a:gd name="T64" fmla="*/ 9072 w 440"/>
                <a:gd name="T65" fmla="*/ 759815 h 670"/>
                <a:gd name="T66" fmla="*/ 56703 w 440"/>
                <a:gd name="T67" fmla="*/ 669091 h 670"/>
                <a:gd name="T68" fmla="*/ 176912 w 440"/>
                <a:gd name="T69" fmla="*/ 446817 h 670"/>
                <a:gd name="T70" fmla="*/ 247223 w 440"/>
                <a:gd name="T71" fmla="*/ 322071 h 670"/>
                <a:gd name="T72" fmla="*/ 328875 w 440"/>
                <a:gd name="T73" fmla="*/ 206398 h 670"/>
                <a:gd name="T74" fmla="*/ 392382 w 440"/>
                <a:gd name="T75" fmla="*/ 115673 h 670"/>
                <a:gd name="T76" fmla="*/ 424136 w 440"/>
                <a:gd name="T77" fmla="*/ 81652 h 670"/>
                <a:gd name="T78" fmla="*/ 446817 w 440"/>
                <a:gd name="T79" fmla="*/ 58971 h 670"/>
                <a:gd name="T80" fmla="*/ 469498 w 440"/>
                <a:gd name="T81" fmla="*/ 43094 h 670"/>
                <a:gd name="T82" fmla="*/ 496715 w 440"/>
                <a:gd name="T83" fmla="*/ 24949 h 6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0"/>
                <a:gd name="T127" fmla="*/ 0 h 670"/>
                <a:gd name="T128" fmla="*/ 440 w 440"/>
                <a:gd name="T129" fmla="*/ 670 h 6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0" h="670">
                  <a:moveTo>
                    <a:pt x="438" y="22"/>
                  </a:moveTo>
                  <a:lnTo>
                    <a:pt x="440" y="8"/>
                  </a:lnTo>
                  <a:lnTo>
                    <a:pt x="440" y="0"/>
                  </a:lnTo>
                  <a:lnTo>
                    <a:pt x="412" y="0"/>
                  </a:lnTo>
                  <a:lnTo>
                    <a:pt x="412" y="4"/>
                  </a:lnTo>
                  <a:lnTo>
                    <a:pt x="390" y="26"/>
                  </a:lnTo>
                  <a:lnTo>
                    <a:pt x="362" y="54"/>
                  </a:lnTo>
                  <a:lnTo>
                    <a:pt x="340" y="76"/>
                  </a:lnTo>
                  <a:lnTo>
                    <a:pt x="304" y="98"/>
                  </a:lnTo>
                  <a:lnTo>
                    <a:pt x="234" y="134"/>
                  </a:lnTo>
                  <a:lnTo>
                    <a:pt x="198" y="156"/>
                  </a:lnTo>
                  <a:lnTo>
                    <a:pt x="176" y="170"/>
                  </a:lnTo>
                  <a:lnTo>
                    <a:pt x="162" y="192"/>
                  </a:lnTo>
                  <a:lnTo>
                    <a:pt x="162" y="214"/>
                  </a:lnTo>
                  <a:lnTo>
                    <a:pt x="148" y="192"/>
                  </a:lnTo>
                  <a:lnTo>
                    <a:pt x="140" y="156"/>
                  </a:lnTo>
                  <a:lnTo>
                    <a:pt x="126" y="134"/>
                  </a:lnTo>
                  <a:lnTo>
                    <a:pt x="120" y="120"/>
                  </a:lnTo>
                  <a:lnTo>
                    <a:pt x="120" y="98"/>
                  </a:lnTo>
                  <a:lnTo>
                    <a:pt x="120" y="76"/>
                  </a:lnTo>
                  <a:lnTo>
                    <a:pt x="148" y="70"/>
                  </a:lnTo>
                  <a:lnTo>
                    <a:pt x="168" y="54"/>
                  </a:lnTo>
                  <a:lnTo>
                    <a:pt x="176" y="34"/>
                  </a:lnTo>
                  <a:lnTo>
                    <a:pt x="102" y="46"/>
                  </a:lnTo>
                  <a:lnTo>
                    <a:pt x="90" y="66"/>
                  </a:lnTo>
                  <a:lnTo>
                    <a:pt x="78" y="80"/>
                  </a:lnTo>
                  <a:lnTo>
                    <a:pt x="64" y="124"/>
                  </a:lnTo>
                  <a:lnTo>
                    <a:pt x="50" y="212"/>
                  </a:lnTo>
                  <a:lnTo>
                    <a:pt x="22" y="394"/>
                  </a:lnTo>
                  <a:lnTo>
                    <a:pt x="8" y="576"/>
                  </a:lnTo>
                  <a:lnTo>
                    <a:pt x="0" y="642"/>
                  </a:lnTo>
                  <a:lnTo>
                    <a:pt x="8" y="670"/>
                  </a:lnTo>
                  <a:lnTo>
                    <a:pt x="50" y="590"/>
                  </a:lnTo>
                  <a:lnTo>
                    <a:pt x="156" y="394"/>
                  </a:lnTo>
                  <a:lnTo>
                    <a:pt x="218" y="284"/>
                  </a:lnTo>
                  <a:lnTo>
                    <a:pt x="290" y="182"/>
                  </a:lnTo>
                  <a:lnTo>
                    <a:pt x="346" y="102"/>
                  </a:lnTo>
                  <a:lnTo>
                    <a:pt x="374" y="72"/>
                  </a:lnTo>
                  <a:lnTo>
                    <a:pt x="394" y="52"/>
                  </a:lnTo>
                  <a:lnTo>
                    <a:pt x="414" y="38"/>
                  </a:lnTo>
                  <a:lnTo>
                    <a:pt x="438"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3" name="Freeform 64"/>
            <p:cNvSpPr>
              <a:spLocks/>
            </p:cNvSpPr>
            <p:nvPr/>
          </p:nvSpPr>
          <p:spPr bwMode="auto">
            <a:xfrm>
              <a:off x="6150186" y="2039270"/>
              <a:ext cx="145458" cy="207542"/>
            </a:xfrm>
            <a:custGeom>
              <a:avLst/>
              <a:gdLst>
                <a:gd name="T0" fmla="*/ 142890 w 126"/>
                <a:gd name="T1" fmla="*/ 24949 h 186"/>
                <a:gd name="T2" fmla="*/ 117941 w 126"/>
                <a:gd name="T3" fmla="*/ 0 h 186"/>
                <a:gd name="T4" fmla="*/ 117941 w 126"/>
                <a:gd name="T5" fmla="*/ 0 h 186"/>
                <a:gd name="T6" fmla="*/ 95260 w 126"/>
                <a:gd name="T7" fmla="*/ 22681 h 186"/>
                <a:gd name="T8" fmla="*/ 65775 w 126"/>
                <a:gd name="T9" fmla="*/ 58971 h 186"/>
                <a:gd name="T10" fmla="*/ 31753 w 126"/>
                <a:gd name="T11" fmla="*/ 102065 h 186"/>
                <a:gd name="T12" fmla="*/ 15877 w 126"/>
                <a:gd name="T13" fmla="*/ 127014 h 186"/>
                <a:gd name="T14" fmla="*/ 0 w 126"/>
                <a:gd name="T15" fmla="*/ 151963 h 186"/>
                <a:gd name="T16" fmla="*/ 45362 w 126"/>
                <a:gd name="T17" fmla="*/ 210934 h 186"/>
                <a:gd name="T18" fmla="*/ 45362 w 126"/>
                <a:gd name="T19" fmla="*/ 210934 h 186"/>
                <a:gd name="T20" fmla="*/ 56702 w 126"/>
                <a:gd name="T21" fmla="*/ 204130 h 186"/>
                <a:gd name="T22" fmla="*/ 68043 w 126"/>
                <a:gd name="T23" fmla="*/ 197325 h 186"/>
                <a:gd name="T24" fmla="*/ 77115 w 126"/>
                <a:gd name="T25" fmla="*/ 185985 h 186"/>
                <a:gd name="T26" fmla="*/ 86188 w 126"/>
                <a:gd name="T27" fmla="*/ 172376 h 186"/>
                <a:gd name="T28" fmla="*/ 104332 w 126"/>
                <a:gd name="T29" fmla="*/ 142891 h 186"/>
                <a:gd name="T30" fmla="*/ 117941 w 126"/>
                <a:gd name="T31" fmla="*/ 111137 h 186"/>
                <a:gd name="T32" fmla="*/ 129281 w 126"/>
                <a:gd name="T33" fmla="*/ 79384 h 186"/>
                <a:gd name="T34" fmla="*/ 136086 w 126"/>
                <a:gd name="T35" fmla="*/ 52166 h 186"/>
                <a:gd name="T36" fmla="*/ 142890 w 126"/>
                <a:gd name="T37" fmla="*/ 24949 h 186"/>
                <a:gd name="T38" fmla="*/ 142890 w 126"/>
                <a:gd name="T39" fmla="*/ 24949 h 18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6"/>
                <a:gd name="T61" fmla="*/ 0 h 186"/>
                <a:gd name="T62" fmla="*/ 126 w 126"/>
                <a:gd name="T63" fmla="*/ 186 h 18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6" h="186">
                  <a:moveTo>
                    <a:pt x="126" y="22"/>
                  </a:moveTo>
                  <a:lnTo>
                    <a:pt x="104" y="0"/>
                  </a:lnTo>
                  <a:lnTo>
                    <a:pt x="84" y="20"/>
                  </a:lnTo>
                  <a:lnTo>
                    <a:pt x="58" y="52"/>
                  </a:lnTo>
                  <a:lnTo>
                    <a:pt x="28" y="90"/>
                  </a:lnTo>
                  <a:lnTo>
                    <a:pt x="14" y="112"/>
                  </a:lnTo>
                  <a:lnTo>
                    <a:pt x="0" y="134"/>
                  </a:lnTo>
                  <a:lnTo>
                    <a:pt x="40" y="186"/>
                  </a:lnTo>
                  <a:lnTo>
                    <a:pt x="50" y="180"/>
                  </a:lnTo>
                  <a:lnTo>
                    <a:pt x="60" y="174"/>
                  </a:lnTo>
                  <a:lnTo>
                    <a:pt x="68" y="164"/>
                  </a:lnTo>
                  <a:lnTo>
                    <a:pt x="76" y="152"/>
                  </a:lnTo>
                  <a:lnTo>
                    <a:pt x="92" y="126"/>
                  </a:lnTo>
                  <a:lnTo>
                    <a:pt x="104" y="98"/>
                  </a:lnTo>
                  <a:lnTo>
                    <a:pt x="114" y="70"/>
                  </a:lnTo>
                  <a:lnTo>
                    <a:pt x="120" y="46"/>
                  </a:lnTo>
                  <a:lnTo>
                    <a:pt x="126"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4" name="Freeform 81"/>
            <p:cNvSpPr>
              <a:spLocks/>
            </p:cNvSpPr>
            <p:nvPr/>
          </p:nvSpPr>
          <p:spPr bwMode="auto">
            <a:xfrm>
              <a:off x="7147609" y="2822743"/>
              <a:ext cx="223380" cy="217919"/>
            </a:xfrm>
            <a:custGeom>
              <a:avLst/>
              <a:gdLst>
                <a:gd name="T0" fmla="*/ 0 w 196"/>
                <a:gd name="T1" fmla="*/ 43094 h 192"/>
                <a:gd name="T2" fmla="*/ 0 w 196"/>
                <a:gd name="T3" fmla="*/ 43094 h 192"/>
                <a:gd name="T4" fmla="*/ 13609 w 196"/>
                <a:gd name="T5" fmla="*/ 63507 h 192"/>
                <a:gd name="T6" fmla="*/ 27217 w 196"/>
                <a:gd name="T7" fmla="*/ 83920 h 192"/>
                <a:gd name="T8" fmla="*/ 40826 w 196"/>
                <a:gd name="T9" fmla="*/ 108869 h 192"/>
                <a:gd name="T10" fmla="*/ 52166 w 196"/>
                <a:gd name="T11" fmla="*/ 136086 h 192"/>
                <a:gd name="T12" fmla="*/ 56703 w 196"/>
                <a:gd name="T13" fmla="*/ 149695 h 192"/>
                <a:gd name="T14" fmla="*/ 61239 w 196"/>
                <a:gd name="T15" fmla="*/ 165572 h 192"/>
                <a:gd name="T16" fmla="*/ 61239 w 196"/>
                <a:gd name="T17" fmla="*/ 179180 h 192"/>
                <a:gd name="T18" fmla="*/ 61239 w 196"/>
                <a:gd name="T19" fmla="*/ 192789 h 192"/>
                <a:gd name="T20" fmla="*/ 58971 w 196"/>
                <a:gd name="T21" fmla="*/ 206397 h 192"/>
                <a:gd name="T22" fmla="*/ 52166 w 196"/>
                <a:gd name="T23" fmla="*/ 217738 h 192"/>
                <a:gd name="T24" fmla="*/ 222274 w 196"/>
                <a:gd name="T25" fmla="*/ 201861 h 192"/>
                <a:gd name="T26" fmla="*/ 222274 w 196"/>
                <a:gd name="T27" fmla="*/ 201861 h 192"/>
                <a:gd name="T28" fmla="*/ 215470 w 196"/>
                <a:gd name="T29" fmla="*/ 172376 h 192"/>
                <a:gd name="T30" fmla="*/ 197325 w 196"/>
                <a:gd name="T31" fmla="*/ 108869 h 192"/>
                <a:gd name="T32" fmla="*/ 183716 w 196"/>
                <a:gd name="T33" fmla="*/ 72579 h 192"/>
                <a:gd name="T34" fmla="*/ 170108 w 196"/>
                <a:gd name="T35" fmla="*/ 40826 h 192"/>
                <a:gd name="T36" fmla="*/ 163303 w 196"/>
                <a:gd name="T37" fmla="*/ 27217 h 192"/>
                <a:gd name="T38" fmla="*/ 156499 w 196"/>
                <a:gd name="T39" fmla="*/ 15877 h 192"/>
                <a:gd name="T40" fmla="*/ 147427 w 196"/>
                <a:gd name="T41" fmla="*/ 6804 h 192"/>
                <a:gd name="T42" fmla="*/ 140622 w 196"/>
                <a:gd name="T43" fmla="*/ 0 h 192"/>
                <a:gd name="T44" fmla="*/ 0 w 196"/>
                <a:gd name="T45" fmla="*/ 43094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6"/>
                <a:gd name="T70" fmla="*/ 0 h 192"/>
                <a:gd name="T71" fmla="*/ 196 w 196"/>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6" h="192">
                  <a:moveTo>
                    <a:pt x="0" y="38"/>
                  </a:moveTo>
                  <a:lnTo>
                    <a:pt x="0" y="38"/>
                  </a:lnTo>
                  <a:lnTo>
                    <a:pt x="12" y="56"/>
                  </a:lnTo>
                  <a:lnTo>
                    <a:pt x="24" y="74"/>
                  </a:lnTo>
                  <a:lnTo>
                    <a:pt x="36" y="96"/>
                  </a:lnTo>
                  <a:lnTo>
                    <a:pt x="46" y="120"/>
                  </a:lnTo>
                  <a:lnTo>
                    <a:pt x="50" y="132"/>
                  </a:lnTo>
                  <a:lnTo>
                    <a:pt x="54" y="146"/>
                  </a:lnTo>
                  <a:lnTo>
                    <a:pt x="54" y="158"/>
                  </a:lnTo>
                  <a:lnTo>
                    <a:pt x="54" y="170"/>
                  </a:lnTo>
                  <a:lnTo>
                    <a:pt x="52" y="182"/>
                  </a:lnTo>
                  <a:lnTo>
                    <a:pt x="46" y="192"/>
                  </a:lnTo>
                  <a:lnTo>
                    <a:pt x="196" y="178"/>
                  </a:lnTo>
                  <a:lnTo>
                    <a:pt x="190" y="152"/>
                  </a:lnTo>
                  <a:lnTo>
                    <a:pt x="174" y="96"/>
                  </a:lnTo>
                  <a:lnTo>
                    <a:pt x="162" y="64"/>
                  </a:lnTo>
                  <a:lnTo>
                    <a:pt x="150" y="36"/>
                  </a:lnTo>
                  <a:lnTo>
                    <a:pt x="144" y="24"/>
                  </a:lnTo>
                  <a:lnTo>
                    <a:pt x="138" y="14"/>
                  </a:lnTo>
                  <a:lnTo>
                    <a:pt x="130" y="6"/>
                  </a:lnTo>
                  <a:lnTo>
                    <a:pt x="124" y="0"/>
                  </a:lnTo>
                  <a:lnTo>
                    <a:pt x="0" y="38"/>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grpSp>
        <p:nvGrpSpPr>
          <p:cNvPr id="60" name="Group 59"/>
          <p:cNvGrpSpPr>
            <a:grpSpLocks/>
          </p:cNvGrpSpPr>
          <p:nvPr/>
        </p:nvGrpSpPr>
        <p:grpSpPr bwMode="auto">
          <a:xfrm>
            <a:off x="2402958" y="2152538"/>
            <a:ext cx="6789028" cy="1286884"/>
            <a:chOff x="-1112863" y="1314506"/>
            <a:chExt cx="6788474" cy="1287414"/>
          </a:xfrm>
        </p:grpSpPr>
        <p:sp>
          <p:nvSpPr>
            <p:cNvPr id="61" name="Content Placeholder 2"/>
            <p:cNvSpPr txBox="1">
              <a:spLocks/>
            </p:cNvSpPr>
            <p:nvPr/>
          </p:nvSpPr>
          <p:spPr>
            <a:xfrm>
              <a:off x="-1112863" y="1915838"/>
              <a:ext cx="6788474" cy="686082"/>
            </a:xfrm>
            <a:prstGeom prst="rect">
              <a:avLst/>
            </a:prstGeom>
          </p:spPr>
          <p:txBody>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rtl="1">
                <a:buNone/>
                <a:defRPr/>
              </a:pPr>
              <a:r>
                <a:rPr lang="ar-SA" sz="2800" b="1" dirty="0"/>
                <a:t>وتشمل مهارات الملاحظة، والحديث، والحوار، والإنصات.</a:t>
              </a:r>
              <a:endParaRPr lang="en-US" sz="2800" b="1" dirty="0">
                <a:solidFill>
                  <a:schemeClr val="bg1">
                    <a:lumMod val="65000"/>
                  </a:schemeClr>
                </a:solidFill>
              </a:endParaRPr>
            </a:p>
          </p:txBody>
        </p:sp>
        <p:sp>
          <p:nvSpPr>
            <p:cNvPr id="62" name="Content Placeholder 2"/>
            <p:cNvSpPr txBox="1">
              <a:spLocks/>
            </p:cNvSpPr>
            <p:nvPr/>
          </p:nvSpPr>
          <p:spPr bwMode="auto">
            <a:xfrm>
              <a:off x="785288" y="1314506"/>
              <a:ext cx="4775497" cy="686321"/>
            </a:xfrm>
            <a:prstGeom prst="rect">
              <a:avLst/>
            </a:prstGeom>
            <a:noFill/>
            <a:ln w="9525">
              <a:noFill/>
              <a:miter lim="800000"/>
              <a:headEnd/>
              <a:tailEnd/>
            </a:ln>
          </p:spPr>
          <p:txBody>
            <a:bodyPr/>
            <a:lstStyle/>
            <a:p>
              <a:pPr>
                <a:spcBef>
                  <a:spcPct val="20000"/>
                </a:spcBef>
                <a:buFont typeface="Arial" charset="0"/>
                <a:buNone/>
              </a:pPr>
              <a:r>
                <a:rPr lang="ar-SA" sz="2800" b="1" u="sng" dirty="0">
                  <a:solidFill>
                    <a:srgbClr val="5B9BD5"/>
                  </a:solidFill>
                </a:rPr>
                <a:t>مهارات الاتصال اللفظي أو الشفهي</a:t>
              </a:r>
              <a:endParaRPr lang="en-US" sz="2800" b="1" u="sng" dirty="0">
                <a:solidFill>
                  <a:srgbClr val="5B9BD5"/>
                </a:solidFill>
              </a:endParaRPr>
            </a:p>
          </p:txBody>
        </p:sp>
        <p:sp>
          <p:nvSpPr>
            <p:cNvPr id="63" name="Isosceles Triangle 62"/>
            <p:cNvSpPr/>
            <p:nvPr/>
          </p:nvSpPr>
          <p:spPr>
            <a:xfrm rot="5400000">
              <a:off x="493178" y="1482482"/>
              <a:ext cx="274085" cy="131751"/>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2000" dirty="0"/>
            </a:p>
          </p:txBody>
        </p:sp>
      </p:grpSp>
      <p:grpSp>
        <p:nvGrpSpPr>
          <p:cNvPr id="64" name="Group 63"/>
          <p:cNvGrpSpPr>
            <a:grpSpLocks/>
          </p:cNvGrpSpPr>
          <p:nvPr/>
        </p:nvGrpSpPr>
        <p:grpSpPr bwMode="auto">
          <a:xfrm>
            <a:off x="505045" y="3826614"/>
            <a:ext cx="6980275" cy="1206894"/>
            <a:chOff x="2316394" y="1380265"/>
            <a:chExt cx="6979706" cy="1207138"/>
          </a:xfrm>
        </p:grpSpPr>
        <p:sp>
          <p:nvSpPr>
            <p:cNvPr id="65" name="Content Placeholder 2"/>
            <p:cNvSpPr txBox="1">
              <a:spLocks/>
            </p:cNvSpPr>
            <p:nvPr/>
          </p:nvSpPr>
          <p:spPr>
            <a:xfrm>
              <a:off x="2448145" y="1901464"/>
              <a:ext cx="6847955" cy="685939"/>
            </a:xfrm>
            <a:prstGeom prst="rect">
              <a:avLst/>
            </a:prstGeom>
          </p:spPr>
          <p:txBody>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ar-SA" sz="2800" b="1" dirty="0"/>
                <a:t>وتشمل القدرة على القراءة والكتابة الواضحة المقروءة</a:t>
              </a:r>
              <a:endParaRPr lang="en-US" sz="2800" b="1" dirty="0">
                <a:solidFill>
                  <a:schemeClr val="bg1">
                    <a:lumMod val="65000"/>
                  </a:schemeClr>
                </a:solidFill>
              </a:endParaRPr>
            </a:p>
          </p:txBody>
        </p:sp>
        <p:sp>
          <p:nvSpPr>
            <p:cNvPr id="66" name="Content Placeholder 2"/>
            <p:cNvSpPr txBox="1">
              <a:spLocks/>
            </p:cNvSpPr>
            <p:nvPr/>
          </p:nvSpPr>
          <p:spPr bwMode="auto">
            <a:xfrm>
              <a:off x="2570153" y="1380265"/>
              <a:ext cx="3452959" cy="550277"/>
            </a:xfrm>
            <a:prstGeom prst="rect">
              <a:avLst/>
            </a:prstGeom>
            <a:noFill/>
            <a:ln w="9525">
              <a:noFill/>
              <a:miter lim="800000"/>
              <a:headEnd/>
              <a:tailEnd/>
            </a:ln>
          </p:spPr>
          <p:txBody>
            <a:bodyPr/>
            <a:lstStyle/>
            <a:p>
              <a:pPr>
                <a:spcBef>
                  <a:spcPct val="20000"/>
                </a:spcBef>
                <a:buFont typeface="Arial" charset="0"/>
                <a:buNone/>
              </a:pPr>
              <a:r>
                <a:rPr lang="ar-SA" sz="2800" b="1" u="sng" dirty="0">
                  <a:solidFill>
                    <a:srgbClr val="FF0000"/>
                  </a:solidFill>
                </a:rPr>
                <a:t>مهارات الاتصال الكتابي</a:t>
              </a:r>
              <a:endParaRPr lang="en-US" sz="2800" b="1" u="sng" dirty="0">
                <a:solidFill>
                  <a:srgbClr val="FF0000"/>
                </a:solidFill>
              </a:endParaRPr>
            </a:p>
          </p:txBody>
        </p:sp>
        <p:sp>
          <p:nvSpPr>
            <p:cNvPr id="67" name="Isosceles Triangle 66"/>
            <p:cNvSpPr/>
            <p:nvPr/>
          </p:nvSpPr>
          <p:spPr>
            <a:xfrm rot="5400000">
              <a:off x="2306054" y="1610118"/>
              <a:ext cx="152431" cy="131751"/>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2000" dirty="0"/>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1968287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up)">
                                      <p:cBhvr>
                                        <p:cTn id="7" dur="1000"/>
                                        <p:tgtEl>
                                          <p:spTgt spid="2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0"/>
                                        </p:tgtEl>
                                        <p:attrNameLst>
                                          <p:attrName>style.visibility</p:attrName>
                                        </p:attrNameLst>
                                      </p:cBhvr>
                                      <p:to>
                                        <p:strVal val="visible"/>
                                      </p:to>
                                    </p:set>
                                    <p:animEffect transition="in" filter="fade">
                                      <p:cBhvr>
                                        <p:cTn id="11" dur="500"/>
                                        <p:tgtEl>
                                          <p:spTgt spid="60"/>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fade">
                                      <p:cBhvr>
                                        <p:cTn id="1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ar-SA" sz="3600" b="1" u="sng" dirty="0">
                <a:solidFill>
                  <a:schemeClr val="tx1"/>
                </a:solidFill>
              </a:rPr>
              <a:t>وتتضمن كل لغة حية من اللغات اللفظية مهارات يجب أن تتوافر في المرسل والمستقبل وهي كالآتي: </a:t>
            </a:r>
            <a:endParaRPr lang="en-US" sz="3600" b="1" u="sng" dirty="0">
              <a:solidFill>
                <a:schemeClr val="tx1"/>
              </a:solidFill>
            </a:endParaRPr>
          </a:p>
        </p:txBody>
      </p:sp>
      <p:grpSp>
        <p:nvGrpSpPr>
          <p:cNvPr id="12" name="Group 11"/>
          <p:cNvGrpSpPr/>
          <p:nvPr/>
        </p:nvGrpSpPr>
        <p:grpSpPr>
          <a:xfrm>
            <a:off x="4284191" y="2246307"/>
            <a:ext cx="3623618" cy="3631476"/>
            <a:chOff x="4284191" y="2246307"/>
            <a:chExt cx="3623618" cy="3631476"/>
          </a:xfrm>
        </p:grpSpPr>
        <p:grpSp>
          <p:nvGrpSpPr>
            <p:cNvPr id="5" name="Group 4"/>
            <p:cNvGrpSpPr/>
            <p:nvPr/>
          </p:nvGrpSpPr>
          <p:grpSpPr>
            <a:xfrm rot="2686389">
              <a:off x="4284191" y="2246307"/>
              <a:ext cx="3623618" cy="3631476"/>
              <a:chOff x="4095409" y="3126757"/>
              <a:chExt cx="2045437" cy="2049874"/>
            </a:xfrm>
          </p:grpSpPr>
          <p:sp>
            <p:nvSpPr>
              <p:cNvPr id="6" name="Freeform 5"/>
              <p:cNvSpPr>
                <a:spLocks/>
              </p:cNvSpPr>
              <p:nvPr/>
            </p:nvSpPr>
            <p:spPr bwMode="auto">
              <a:xfrm>
                <a:off x="4494735" y="3126757"/>
                <a:ext cx="1231256" cy="437041"/>
              </a:xfrm>
              <a:custGeom>
                <a:avLst/>
                <a:gdLst>
                  <a:gd name="T0" fmla="*/ 17 w 234"/>
                  <a:gd name="T1" fmla="*/ 44 h 83"/>
                  <a:gd name="T2" fmla="*/ 234 w 234"/>
                  <a:gd name="T3" fmla="*/ 54 h 83"/>
                  <a:gd name="T4" fmla="*/ 209 w 234"/>
                  <a:gd name="T5" fmla="*/ 78 h 83"/>
                  <a:gd name="T6" fmla="*/ 41 w 234"/>
                  <a:gd name="T7" fmla="*/ 69 h 83"/>
                  <a:gd name="T8" fmla="*/ 55 w 234"/>
                  <a:gd name="T9" fmla="*/ 83 h 83"/>
                  <a:gd name="T10" fmla="*/ 0 w 234"/>
                  <a:gd name="T11" fmla="*/ 82 h 83"/>
                  <a:gd name="T12" fmla="*/ 0 w 234"/>
                  <a:gd name="T13" fmla="*/ 27 h 83"/>
                  <a:gd name="T14" fmla="*/ 17 w 234"/>
                  <a:gd name="T15" fmla="*/ 44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83">
                    <a:moveTo>
                      <a:pt x="17" y="44"/>
                    </a:moveTo>
                    <a:cubicBezTo>
                      <a:pt x="83" y="0"/>
                      <a:pt x="171" y="3"/>
                      <a:pt x="234" y="54"/>
                    </a:cubicBezTo>
                    <a:cubicBezTo>
                      <a:pt x="209" y="78"/>
                      <a:pt x="209" y="78"/>
                      <a:pt x="209" y="78"/>
                    </a:cubicBezTo>
                    <a:cubicBezTo>
                      <a:pt x="161" y="40"/>
                      <a:pt x="93" y="37"/>
                      <a:pt x="41" y="69"/>
                    </a:cubicBezTo>
                    <a:cubicBezTo>
                      <a:pt x="55" y="83"/>
                      <a:pt x="55" y="83"/>
                      <a:pt x="55" y="83"/>
                    </a:cubicBezTo>
                    <a:cubicBezTo>
                      <a:pt x="0" y="82"/>
                      <a:pt x="0" y="82"/>
                      <a:pt x="0" y="82"/>
                    </a:cubicBezTo>
                    <a:cubicBezTo>
                      <a:pt x="0" y="27"/>
                      <a:pt x="0" y="27"/>
                      <a:pt x="0" y="27"/>
                    </a:cubicBezTo>
                    <a:cubicBezTo>
                      <a:pt x="17" y="44"/>
                      <a:pt x="17" y="44"/>
                      <a:pt x="17" y="4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7" name="Freeform 6"/>
              <p:cNvSpPr>
                <a:spLocks/>
              </p:cNvSpPr>
              <p:nvPr/>
            </p:nvSpPr>
            <p:spPr bwMode="auto">
              <a:xfrm>
                <a:off x="5721553" y="3548268"/>
                <a:ext cx="419293" cy="1202416"/>
              </a:xfrm>
              <a:custGeom>
                <a:avLst/>
                <a:gdLst>
                  <a:gd name="T0" fmla="*/ 0 w 80"/>
                  <a:gd name="T1" fmla="*/ 56 h 228"/>
                  <a:gd name="T2" fmla="*/ 14 w 80"/>
                  <a:gd name="T3" fmla="*/ 42 h 228"/>
                  <a:gd name="T4" fmla="*/ 3 w 80"/>
                  <a:gd name="T5" fmla="*/ 204 h 228"/>
                  <a:gd name="T6" fmla="*/ 28 w 80"/>
                  <a:gd name="T7" fmla="*/ 228 h 228"/>
                  <a:gd name="T8" fmla="*/ 39 w 80"/>
                  <a:gd name="T9" fmla="*/ 17 h 228"/>
                  <a:gd name="T10" fmla="*/ 56 w 80"/>
                  <a:gd name="T11" fmla="*/ 0 h 228"/>
                  <a:gd name="T12" fmla="*/ 0 w 80"/>
                  <a:gd name="T13" fmla="*/ 0 h 228"/>
                  <a:gd name="T14" fmla="*/ 0 w 80"/>
                  <a:gd name="T15" fmla="*/ 56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228">
                    <a:moveTo>
                      <a:pt x="0" y="56"/>
                    </a:moveTo>
                    <a:cubicBezTo>
                      <a:pt x="14" y="42"/>
                      <a:pt x="14" y="42"/>
                      <a:pt x="14" y="42"/>
                    </a:cubicBezTo>
                    <a:cubicBezTo>
                      <a:pt x="43" y="93"/>
                      <a:pt x="39" y="157"/>
                      <a:pt x="3" y="204"/>
                    </a:cubicBezTo>
                    <a:cubicBezTo>
                      <a:pt x="28" y="228"/>
                      <a:pt x="28" y="228"/>
                      <a:pt x="28" y="228"/>
                    </a:cubicBezTo>
                    <a:cubicBezTo>
                      <a:pt x="76" y="167"/>
                      <a:pt x="80" y="82"/>
                      <a:pt x="39" y="17"/>
                    </a:cubicBezTo>
                    <a:cubicBezTo>
                      <a:pt x="56" y="0"/>
                      <a:pt x="56" y="0"/>
                      <a:pt x="56" y="0"/>
                    </a:cubicBezTo>
                    <a:cubicBezTo>
                      <a:pt x="0" y="0"/>
                      <a:pt x="0" y="0"/>
                      <a:pt x="0" y="0"/>
                    </a:cubicBezTo>
                    <a:cubicBezTo>
                      <a:pt x="0" y="56"/>
                      <a:pt x="0" y="56"/>
                      <a:pt x="0" y="5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8" name="Freeform 7"/>
              <p:cNvSpPr>
                <a:spLocks/>
              </p:cNvSpPr>
              <p:nvPr/>
            </p:nvSpPr>
            <p:spPr bwMode="auto">
              <a:xfrm>
                <a:off x="4528011" y="4755120"/>
                <a:ext cx="1202416" cy="421511"/>
              </a:xfrm>
              <a:custGeom>
                <a:avLst/>
                <a:gdLst>
                  <a:gd name="T0" fmla="*/ 229 w 229"/>
                  <a:gd name="T1" fmla="*/ 56 h 80"/>
                  <a:gd name="T2" fmla="*/ 211 w 229"/>
                  <a:gd name="T3" fmla="*/ 38 h 80"/>
                  <a:gd name="T4" fmla="*/ 0 w 229"/>
                  <a:gd name="T5" fmla="*/ 29 h 80"/>
                  <a:gd name="T6" fmla="*/ 24 w 229"/>
                  <a:gd name="T7" fmla="*/ 4 h 80"/>
                  <a:gd name="T8" fmla="*/ 187 w 229"/>
                  <a:gd name="T9" fmla="*/ 13 h 80"/>
                  <a:gd name="T10" fmla="*/ 174 w 229"/>
                  <a:gd name="T11" fmla="*/ 0 h 80"/>
                  <a:gd name="T12" fmla="*/ 229 w 229"/>
                  <a:gd name="T13" fmla="*/ 0 h 80"/>
                  <a:gd name="T14" fmla="*/ 229 w 229"/>
                  <a:gd name="T15" fmla="*/ 56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80">
                    <a:moveTo>
                      <a:pt x="229" y="56"/>
                    </a:moveTo>
                    <a:cubicBezTo>
                      <a:pt x="211" y="38"/>
                      <a:pt x="211" y="38"/>
                      <a:pt x="211" y="38"/>
                    </a:cubicBezTo>
                    <a:cubicBezTo>
                      <a:pt x="147" y="80"/>
                      <a:pt x="62" y="77"/>
                      <a:pt x="0" y="29"/>
                    </a:cubicBezTo>
                    <a:cubicBezTo>
                      <a:pt x="24" y="4"/>
                      <a:pt x="24" y="4"/>
                      <a:pt x="24" y="4"/>
                    </a:cubicBezTo>
                    <a:cubicBezTo>
                      <a:pt x="72" y="40"/>
                      <a:pt x="136" y="43"/>
                      <a:pt x="187" y="13"/>
                    </a:cubicBezTo>
                    <a:cubicBezTo>
                      <a:pt x="174" y="0"/>
                      <a:pt x="174" y="0"/>
                      <a:pt x="174" y="0"/>
                    </a:cubicBezTo>
                    <a:cubicBezTo>
                      <a:pt x="229" y="0"/>
                      <a:pt x="229" y="0"/>
                      <a:pt x="229" y="0"/>
                    </a:cubicBezTo>
                    <a:cubicBezTo>
                      <a:pt x="229" y="56"/>
                      <a:pt x="229" y="56"/>
                      <a:pt x="229" y="5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9" name="Freeform 8"/>
              <p:cNvSpPr>
                <a:spLocks/>
              </p:cNvSpPr>
              <p:nvPr/>
            </p:nvSpPr>
            <p:spPr bwMode="auto">
              <a:xfrm>
                <a:off x="4095409" y="3559359"/>
                <a:ext cx="425948" cy="1217946"/>
              </a:xfrm>
              <a:custGeom>
                <a:avLst/>
                <a:gdLst>
                  <a:gd name="T0" fmla="*/ 26 w 81"/>
                  <a:gd name="T1" fmla="*/ 231 h 231"/>
                  <a:gd name="T2" fmla="*/ 43 w 81"/>
                  <a:gd name="T3" fmla="*/ 213 h 231"/>
                  <a:gd name="T4" fmla="*/ 52 w 81"/>
                  <a:gd name="T5" fmla="*/ 0 h 231"/>
                  <a:gd name="T6" fmla="*/ 77 w 81"/>
                  <a:gd name="T7" fmla="*/ 24 h 231"/>
                  <a:gd name="T8" fmla="*/ 68 w 81"/>
                  <a:gd name="T9" fmla="*/ 189 h 231"/>
                  <a:gd name="T10" fmla="*/ 81 w 81"/>
                  <a:gd name="T11" fmla="*/ 175 h 231"/>
                  <a:gd name="T12" fmla="*/ 81 w 81"/>
                  <a:gd name="T13" fmla="*/ 231 h 231"/>
                  <a:gd name="T14" fmla="*/ 26 w 81"/>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231">
                    <a:moveTo>
                      <a:pt x="26" y="231"/>
                    </a:moveTo>
                    <a:cubicBezTo>
                      <a:pt x="43" y="213"/>
                      <a:pt x="43" y="213"/>
                      <a:pt x="43" y="213"/>
                    </a:cubicBezTo>
                    <a:cubicBezTo>
                      <a:pt x="0" y="148"/>
                      <a:pt x="3" y="62"/>
                      <a:pt x="52" y="0"/>
                    </a:cubicBezTo>
                    <a:cubicBezTo>
                      <a:pt x="77" y="24"/>
                      <a:pt x="77" y="24"/>
                      <a:pt x="77" y="24"/>
                    </a:cubicBezTo>
                    <a:cubicBezTo>
                      <a:pt x="40" y="72"/>
                      <a:pt x="37" y="138"/>
                      <a:pt x="68" y="189"/>
                    </a:cubicBezTo>
                    <a:cubicBezTo>
                      <a:pt x="81" y="175"/>
                      <a:pt x="81" y="175"/>
                      <a:pt x="81" y="175"/>
                    </a:cubicBezTo>
                    <a:cubicBezTo>
                      <a:pt x="81" y="231"/>
                      <a:pt x="81" y="231"/>
                      <a:pt x="81" y="231"/>
                    </a:cubicBezTo>
                    <a:lnTo>
                      <a:pt x="26" y="23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sp>
          <p:nvSpPr>
            <p:cNvPr id="10" name="Freeform 9"/>
            <p:cNvSpPr>
              <a:spLocks noEditPoints="1"/>
            </p:cNvSpPr>
            <p:nvPr/>
          </p:nvSpPr>
          <p:spPr bwMode="auto">
            <a:xfrm>
              <a:off x="5668778" y="3585843"/>
              <a:ext cx="831537" cy="940431"/>
            </a:xfrm>
            <a:custGeom>
              <a:avLst/>
              <a:gdLst>
                <a:gd name="T0" fmla="*/ 20 w 78"/>
                <a:gd name="T1" fmla="*/ 7 h 88"/>
                <a:gd name="T2" fmla="*/ 20 w 78"/>
                <a:gd name="T3" fmla="*/ 11 h 88"/>
                <a:gd name="T4" fmla="*/ 5 w 78"/>
                <a:gd name="T5" fmla="*/ 6 h 88"/>
                <a:gd name="T6" fmla="*/ 1 w 78"/>
                <a:gd name="T7" fmla="*/ 8 h 88"/>
                <a:gd name="T8" fmla="*/ 0 w 78"/>
                <a:gd name="T9" fmla="*/ 20 h 88"/>
                <a:gd name="T10" fmla="*/ 3 w 78"/>
                <a:gd name="T11" fmla="*/ 38 h 88"/>
                <a:gd name="T12" fmla="*/ 17 w 78"/>
                <a:gd name="T13" fmla="*/ 49 h 88"/>
                <a:gd name="T14" fmla="*/ 20 w 78"/>
                <a:gd name="T15" fmla="*/ 50 h 88"/>
                <a:gd name="T16" fmla="*/ 20 w 78"/>
                <a:gd name="T17" fmla="*/ 49 h 88"/>
                <a:gd name="T18" fmla="*/ 31 w 78"/>
                <a:gd name="T19" fmla="*/ 52 h 88"/>
                <a:gd name="T20" fmla="*/ 31 w 78"/>
                <a:gd name="T21" fmla="*/ 64 h 88"/>
                <a:gd name="T22" fmla="*/ 27 w 78"/>
                <a:gd name="T23" fmla="*/ 64 h 88"/>
                <a:gd name="T24" fmla="*/ 27 w 78"/>
                <a:gd name="T25" fmla="*/ 68 h 88"/>
                <a:gd name="T26" fmla="*/ 15 w 78"/>
                <a:gd name="T27" fmla="*/ 68 h 88"/>
                <a:gd name="T28" fmla="*/ 15 w 78"/>
                <a:gd name="T29" fmla="*/ 88 h 88"/>
                <a:gd name="T30" fmla="*/ 64 w 78"/>
                <a:gd name="T31" fmla="*/ 88 h 88"/>
                <a:gd name="T32" fmla="*/ 64 w 78"/>
                <a:gd name="T33" fmla="*/ 68 h 88"/>
                <a:gd name="T34" fmla="*/ 52 w 78"/>
                <a:gd name="T35" fmla="*/ 68 h 88"/>
                <a:gd name="T36" fmla="*/ 52 w 78"/>
                <a:gd name="T37" fmla="*/ 64 h 88"/>
                <a:gd name="T38" fmla="*/ 47 w 78"/>
                <a:gd name="T39" fmla="*/ 64 h 88"/>
                <a:gd name="T40" fmla="*/ 47 w 78"/>
                <a:gd name="T41" fmla="*/ 52 h 88"/>
                <a:gd name="T42" fmla="*/ 58 w 78"/>
                <a:gd name="T43" fmla="*/ 49 h 88"/>
                <a:gd name="T44" fmla="*/ 58 w 78"/>
                <a:gd name="T45" fmla="*/ 50 h 88"/>
                <a:gd name="T46" fmla="*/ 61 w 78"/>
                <a:gd name="T47" fmla="*/ 49 h 88"/>
                <a:gd name="T48" fmla="*/ 75 w 78"/>
                <a:gd name="T49" fmla="*/ 38 h 88"/>
                <a:gd name="T50" fmla="*/ 78 w 78"/>
                <a:gd name="T51" fmla="*/ 20 h 88"/>
                <a:gd name="T52" fmla="*/ 77 w 78"/>
                <a:gd name="T53" fmla="*/ 8 h 88"/>
                <a:gd name="T54" fmla="*/ 73 w 78"/>
                <a:gd name="T55" fmla="*/ 6 h 88"/>
                <a:gd name="T56" fmla="*/ 58 w 78"/>
                <a:gd name="T57" fmla="*/ 11 h 88"/>
                <a:gd name="T58" fmla="*/ 58 w 78"/>
                <a:gd name="T59" fmla="*/ 7 h 88"/>
                <a:gd name="T60" fmla="*/ 60 w 78"/>
                <a:gd name="T61" fmla="*/ 7 h 88"/>
                <a:gd name="T62" fmla="*/ 60 w 78"/>
                <a:gd name="T63" fmla="*/ 0 h 88"/>
                <a:gd name="T64" fmla="*/ 17 w 78"/>
                <a:gd name="T65" fmla="*/ 0 h 88"/>
                <a:gd name="T66" fmla="*/ 17 w 78"/>
                <a:gd name="T67" fmla="*/ 7 h 88"/>
                <a:gd name="T68" fmla="*/ 20 w 78"/>
                <a:gd name="T69" fmla="*/ 7 h 88"/>
                <a:gd name="T70" fmla="*/ 63 w 78"/>
                <a:gd name="T71" fmla="*/ 42 h 88"/>
                <a:gd name="T72" fmla="*/ 59 w 78"/>
                <a:gd name="T73" fmla="*/ 20 h 88"/>
                <a:gd name="T74" fmla="*/ 61 w 78"/>
                <a:gd name="T75" fmla="*/ 22 h 88"/>
                <a:gd name="T76" fmla="*/ 66 w 78"/>
                <a:gd name="T77" fmla="*/ 18 h 88"/>
                <a:gd name="T78" fmla="*/ 64 w 78"/>
                <a:gd name="T79" fmla="*/ 16 h 88"/>
                <a:gd name="T80" fmla="*/ 71 w 78"/>
                <a:gd name="T81" fmla="*/ 13 h 88"/>
                <a:gd name="T82" fmla="*/ 72 w 78"/>
                <a:gd name="T83" fmla="*/ 20 h 88"/>
                <a:gd name="T84" fmla="*/ 69 w 78"/>
                <a:gd name="T85" fmla="*/ 36 h 88"/>
                <a:gd name="T86" fmla="*/ 63 w 78"/>
                <a:gd name="T87" fmla="*/ 42 h 88"/>
                <a:gd name="T88" fmla="*/ 19 w 78"/>
                <a:gd name="T89" fmla="*/ 20 h 88"/>
                <a:gd name="T90" fmla="*/ 15 w 78"/>
                <a:gd name="T91" fmla="*/ 42 h 88"/>
                <a:gd name="T92" fmla="*/ 9 w 78"/>
                <a:gd name="T93" fmla="*/ 36 h 88"/>
                <a:gd name="T94" fmla="*/ 6 w 78"/>
                <a:gd name="T95" fmla="*/ 20 h 88"/>
                <a:gd name="T96" fmla="*/ 7 w 78"/>
                <a:gd name="T97" fmla="*/ 13 h 88"/>
                <a:gd name="T98" fmla="*/ 14 w 78"/>
                <a:gd name="T99" fmla="*/ 16 h 88"/>
                <a:gd name="T100" fmla="*/ 12 w 78"/>
                <a:gd name="T101" fmla="*/ 18 h 88"/>
                <a:gd name="T102" fmla="*/ 17 w 78"/>
                <a:gd name="T103" fmla="*/ 22 h 88"/>
                <a:gd name="T104" fmla="*/ 19 w 78"/>
                <a:gd name="T105" fmla="*/ 20 h 88"/>
                <a:gd name="T106" fmla="*/ 32 w 78"/>
                <a:gd name="T107" fmla="*/ 10 h 88"/>
                <a:gd name="T108" fmla="*/ 32 w 78"/>
                <a:gd name="T109" fmla="*/ 45 h 88"/>
                <a:gd name="T110" fmla="*/ 25 w 78"/>
                <a:gd name="T111" fmla="*/ 41 h 88"/>
                <a:gd name="T112" fmla="*/ 28 w 78"/>
                <a:gd name="T113" fmla="*/ 14 h 88"/>
                <a:gd name="T114" fmla="*/ 28 w 78"/>
                <a:gd name="T115" fmla="*/ 10 h 88"/>
                <a:gd name="T116" fmla="*/ 32 w 78"/>
                <a:gd name="T117" fmla="*/ 1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20" y="7"/>
                  </a:moveTo>
                  <a:cubicBezTo>
                    <a:pt x="20" y="8"/>
                    <a:pt x="21" y="10"/>
                    <a:pt x="20" y="11"/>
                  </a:cubicBezTo>
                  <a:cubicBezTo>
                    <a:pt x="5" y="6"/>
                    <a:pt x="5" y="6"/>
                    <a:pt x="5" y="6"/>
                  </a:cubicBezTo>
                  <a:cubicBezTo>
                    <a:pt x="1" y="8"/>
                    <a:pt x="1" y="8"/>
                    <a:pt x="1" y="8"/>
                  </a:cubicBezTo>
                  <a:cubicBezTo>
                    <a:pt x="0" y="11"/>
                    <a:pt x="0" y="16"/>
                    <a:pt x="0" y="20"/>
                  </a:cubicBezTo>
                  <a:cubicBezTo>
                    <a:pt x="0" y="26"/>
                    <a:pt x="1" y="33"/>
                    <a:pt x="3" y="38"/>
                  </a:cubicBezTo>
                  <a:cubicBezTo>
                    <a:pt x="6" y="44"/>
                    <a:pt x="10" y="48"/>
                    <a:pt x="17" y="49"/>
                  </a:cubicBezTo>
                  <a:cubicBezTo>
                    <a:pt x="18" y="50"/>
                    <a:pt x="19" y="50"/>
                    <a:pt x="20" y="50"/>
                  </a:cubicBezTo>
                  <a:cubicBezTo>
                    <a:pt x="20" y="49"/>
                    <a:pt x="20" y="49"/>
                    <a:pt x="20" y="49"/>
                  </a:cubicBezTo>
                  <a:cubicBezTo>
                    <a:pt x="22" y="51"/>
                    <a:pt x="26" y="52"/>
                    <a:pt x="31" y="52"/>
                  </a:cubicBezTo>
                  <a:cubicBezTo>
                    <a:pt x="31" y="64"/>
                    <a:pt x="31" y="64"/>
                    <a:pt x="31" y="64"/>
                  </a:cubicBezTo>
                  <a:cubicBezTo>
                    <a:pt x="27" y="64"/>
                    <a:pt x="27" y="64"/>
                    <a:pt x="27" y="64"/>
                  </a:cubicBezTo>
                  <a:cubicBezTo>
                    <a:pt x="27" y="68"/>
                    <a:pt x="27" y="68"/>
                    <a:pt x="27" y="68"/>
                  </a:cubicBezTo>
                  <a:cubicBezTo>
                    <a:pt x="15" y="68"/>
                    <a:pt x="15" y="68"/>
                    <a:pt x="15" y="68"/>
                  </a:cubicBezTo>
                  <a:cubicBezTo>
                    <a:pt x="15" y="88"/>
                    <a:pt x="15" y="88"/>
                    <a:pt x="15" y="88"/>
                  </a:cubicBezTo>
                  <a:cubicBezTo>
                    <a:pt x="64" y="88"/>
                    <a:pt x="64" y="88"/>
                    <a:pt x="64" y="88"/>
                  </a:cubicBezTo>
                  <a:cubicBezTo>
                    <a:pt x="64" y="68"/>
                    <a:pt x="64" y="68"/>
                    <a:pt x="64" y="68"/>
                  </a:cubicBezTo>
                  <a:cubicBezTo>
                    <a:pt x="52" y="68"/>
                    <a:pt x="52" y="68"/>
                    <a:pt x="52" y="68"/>
                  </a:cubicBezTo>
                  <a:cubicBezTo>
                    <a:pt x="52" y="64"/>
                    <a:pt x="52" y="64"/>
                    <a:pt x="52" y="64"/>
                  </a:cubicBezTo>
                  <a:cubicBezTo>
                    <a:pt x="47" y="64"/>
                    <a:pt x="47" y="64"/>
                    <a:pt x="47" y="64"/>
                  </a:cubicBezTo>
                  <a:cubicBezTo>
                    <a:pt x="47" y="52"/>
                    <a:pt x="47" y="52"/>
                    <a:pt x="47" y="52"/>
                  </a:cubicBezTo>
                  <a:cubicBezTo>
                    <a:pt x="52" y="52"/>
                    <a:pt x="56" y="51"/>
                    <a:pt x="58" y="49"/>
                  </a:cubicBezTo>
                  <a:cubicBezTo>
                    <a:pt x="58" y="50"/>
                    <a:pt x="58" y="50"/>
                    <a:pt x="58" y="50"/>
                  </a:cubicBezTo>
                  <a:cubicBezTo>
                    <a:pt x="59" y="50"/>
                    <a:pt x="60" y="50"/>
                    <a:pt x="61" y="49"/>
                  </a:cubicBezTo>
                  <a:cubicBezTo>
                    <a:pt x="68" y="48"/>
                    <a:pt x="72" y="44"/>
                    <a:pt x="75" y="38"/>
                  </a:cubicBezTo>
                  <a:cubicBezTo>
                    <a:pt x="77" y="33"/>
                    <a:pt x="78" y="26"/>
                    <a:pt x="78" y="20"/>
                  </a:cubicBezTo>
                  <a:cubicBezTo>
                    <a:pt x="78" y="16"/>
                    <a:pt x="78" y="11"/>
                    <a:pt x="77" y="8"/>
                  </a:cubicBezTo>
                  <a:cubicBezTo>
                    <a:pt x="73" y="6"/>
                    <a:pt x="73" y="6"/>
                    <a:pt x="73" y="6"/>
                  </a:cubicBezTo>
                  <a:cubicBezTo>
                    <a:pt x="58" y="11"/>
                    <a:pt x="58" y="11"/>
                    <a:pt x="58" y="11"/>
                  </a:cubicBezTo>
                  <a:cubicBezTo>
                    <a:pt x="57" y="10"/>
                    <a:pt x="58" y="8"/>
                    <a:pt x="58" y="7"/>
                  </a:cubicBezTo>
                  <a:cubicBezTo>
                    <a:pt x="60" y="7"/>
                    <a:pt x="60" y="7"/>
                    <a:pt x="60" y="7"/>
                  </a:cubicBezTo>
                  <a:cubicBezTo>
                    <a:pt x="60" y="0"/>
                    <a:pt x="60" y="0"/>
                    <a:pt x="60" y="0"/>
                  </a:cubicBezTo>
                  <a:cubicBezTo>
                    <a:pt x="17" y="0"/>
                    <a:pt x="17" y="0"/>
                    <a:pt x="17" y="0"/>
                  </a:cubicBezTo>
                  <a:cubicBezTo>
                    <a:pt x="17" y="7"/>
                    <a:pt x="17" y="7"/>
                    <a:pt x="17" y="7"/>
                  </a:cubicBezTo>
                  <a:cubicBezTo>
                    <a:pt x="20" y="7"/>
                    <a:pt x="20" y="7"/>
                    <a:pt x="20" y="7"/>
                  </a:cubicBezTo>
                  <a:close/>
                  <a:moveTo>
                    <a:pt x="63" y="42"/>
                  </a:moveTo>
                  <a:cubicBezTo>
                    <a:pt x="64" y="36"/>
                    <a:pt x="60" y="28"/>
                    <a:pt x="59" y="20"/>
                  </a:cubicBezTo>
                  <a:cubicBezTo>
                    <a:pt x="61" y="22"/>
                    <a:pt x="61" y="22"/>
                    <a:pt x="61" y="22"/>
                  </a:cubicBezTo>
                  <a:cubicBezTo>
                    <a:pt x="66" y="18"/>
                    <a:pt x="66" y="18"/>
                    <a:pt x="66" y="18"/>
                  </a:cubicBezTo>
                  <a:cubicBezTo>
                    <a:pt x="64" y="16"/>
                    <a:pt x="64" y="16"/>
                    <a:pt x="64" y="16"/>
                  </a:cubicBezTo>
                  <a:cubicBezTo>
                    <a:pt x="71" y="13"/>
                    <a:pt x="71" y="13"/>
                    <a:pt x="71" y="13"/>
                  </a:cubicBezTo>
                  <a:cubicBezTo>
                    <a:pt x="72" y="15"/>
                    <a:pt x="72" y="18"/>
                    <a:pt x="72" y="20"/>
                  </a:cubicBezTo>
                  <a:cubicBezTo>
                    <a:pt x="71" y="26"/>
                    <a:pt x="71" y="31"/>
                    <a:pt x="69" y="36"/>
                  </a:cubicBezTo>
                  <a:cubicBezTo>
                    <a:pt x="67" y="39"/>
                    <a:pt x="65" y="41"/>
                    <a:pt x="63" y="42"/>
                  </a:cubicBezTo>
                  <a:close/>
                  <a:moveTo>
                    <a:pt x="19" y="20"/>
                  </a:moveTo>
                  <a:cubicBezTo>
                    <a:pt x="17" y="28"/>
                    <a:pt x="14" y="36"/>
                    <a:pt x="15" y="42"/>
                  </a:cubicBezTo>
                  <a:cubicBezTo>
                    <a:pt x="13" y="41"/>
                    <a:pt x="11" y="39"/>
                    <a:pt x="9" y="36"/>
                  </a:cubicBezTo>
                  <a:cubicBezTo>
                    <a:pt x="7" y="31"/>
                    <a:pt x="6" y="26"/>
                    <a:pt x="6" y="20"/>
                  </a:cubicBezTo>
                  <a:cubicBezTo>
                    <a:pt x="6" y="18"/>
                    <a:pt x="6" y="15"/>
                    <a:pt x="7" y="13"/>
                  </a:cubicBezTo>
                  <a:cubicBezTo>
                    <a:pt x="14" y="16"/>
                    <a:pt x="14" y="16"/>
                    <a:pt x="14" y="16"/>
                  </a:cubicBezTo>
                  <a:cubicBezTo>
                    <a:pt x="12" y="18"/>
                    <a:pt x="12" y="18"/>
                    <a:pt x="12" y="18"/>
                  </a:cubicBezTo>
                  <a:cubicBezTo>
                    <a:pt x="17" y="22"/>
                    <a:pt x="17" y="22"/>
                    <a:pt x="17" y="22"/>
                  </a:cubicBezTo>
                  <a:cubicBezTo>
                    <a:pt x="19" y="20"/>
                    <a:pt x="19" y="20"/>
                    <a:pt x="19" y="20"/>
                  </a:cubicBezTo>
                  <a:close/>
                  <a:moveTo>
                    <a:pt x="32" y="10"/>
                  </a:moveTo>
                  <a:cubicBezTo>
                    <a:pt x="32" y="45"/>
                    <a:pt x="32" y="45"/>
                    <a:pt x="32" y="45"/>
                  </a:cubicBezTo>
                  <a:cubicBezTo>
                    <a:pt x="32" y="45"/>
                    <a:pt x="27" y="45"/>
                    <a:pt x="25" y="41"/>
                  </a:cubicBezTo>
                  <a:cubicBezTo>
                    <a:pt x="24" y="37"/>
                    <a:pt x="28" y="16"/>
                    <a:pt x="28" y="14"/>
                  </a:cubicBezTo>
                  <a:cubicBezTo>
                    <a:pt x="28" y="13"/>
                    <a:pt x="28" y="10"/>
                    <a:pt x="28" y="10"/>
                  </a:cubicBezTo>
                  <a:lnTo>
                    <a:pt x="32" y="1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26" name="Group 25"/>
          <p:cNvGrpSpPr/>
          <p:nvPr/>
        </p:nvGrpSpPr>
        <p:grpSpPr>
          <a:xfrm>
            <a:off x="7532084" y="1831383"/>
            <a:ext cx="2856516" cy="1092501"/>
            <a:chOff x="7532084" y="1831383"/>
            <a:chExt cx="2856516" cy="1092501"/>
          </a:xfrm>
        </p:grpSpPr>
        <p:grpSp>
          <p:nvGrpSpPr>
            <p:cNvPr id="27" name="Group 26"/>
            <p:cNvGrpSpPr/>
            <p:nvPr/>
          </p:nvGrpSpPr>
          <p:grpSpPr>
            <a:xfrm>
              <a:off x="7532084" y="1831383"/>
              <a:ext cx="2856516" cy="1092501"/>
              <a:chOff x="7532084" y="1620367"/>
              <a:chExt cx="2856516" cy="1092501"/>
            </a:xfrm>
          </p:grpSpPr>
          <p:grpSp>
            <p:nvGrpSpPr>
              <p:cNvPr id="29" name="Group 28"/>
              <p:cNvGrpSpPr/>
              <p:nvPr/>
            </p:nvGrpSpPr>
            <p:grpSpPr>
              <a:xfrm>
                <a:off x="7532084" y="2215087"/>
                <a:ext cx="2244962" cy="497781"/>
                <a:chOff x="7743099" y="1907795"/>
                <a:chExt cx="2244962" cy="497781"/>
              </a:xfrm>
            </p:grpSpPr>
            <p:cxnSp>
              <p:nvCxnSpPr>
                <p:cNvPr id="31" name="Straight Connector 30"/>
                <p:cNvCxnSpPr/>
                <p:nvPr/>
              </p:nvCxnSpPr>
              <p:spPr>
                <a:xfrm>
                  <a:off x="7743099" y="2405575"/>
                  <a:ext cx="1696323" cy="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9425354" y="1907795"/>
                  <a:ext cx="562707" cy="497781"/>
                </a:xfrm>
                <a:prstGeom prst="line">
                  <a:avLst/>
                </a:prstGeom>
                <a:ln w="25400"/>
              </p:spPr>
              <p:style>
                <a:lnRef idx="1">
                  <a:schemeClr val="accent1"/>
                </a:lnRef>
                <a:fillRef idx="0">
                  <a:schemeClr val="accent1"/>
                </a:fillRef>
                <a:effectRef idx="0">
                  <a:schemeClr val="accent1"/>
                </a:effectRef>
                <a:fontRef idx="minor">
                  <a:schemeClr val="tx1"/>
                </a:fontRef>
              </p:style>
            </p:cxnSp>
          </p:grpSp>
          <p:sp>
            <p:nvSpPr>
              <p:cNvPr id="30" name="Oval 29"/>
              <p:cNvSpPr/>
              <p:nvPr/>
            </p:nvSpPr>
            <p:spPr>
              <a:xfrm>
                <a:off x="9632897" y="1620367"/>
                <a:ext cx="755703" cy="75570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28" name="Freeform 27"/>
            <p:cNvSpPr>
              <a:spLocks noEditPoints="1"/>
            </p:cNvSpPr>
            <p:nvPr/>
          </p:nvSpPr>
          <p:spPr bwMode="auto">
            <a:xfrm>
              <a:off x="9852359" y="2017450"/>
              <a:ext cx="316777" cy="38356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19" name="Group 18"/>
          <p:cNvGrpSpPr/>
          <p:nvPr/>
        </p:nvGrpSpPr>
        <p:grpSpPr>
          <a:xfrm>
            <a:off x="1753214" y="1831383"/>
            <a:ext cx="2856516" cy="1092501"/>
            <a:chOff x="1753214" y="1831383"/>
            <a:chExt cx="2856516" cy="1092501"/>
          </a:xfrm>
        </p:grpSpPr>
        <p:grpSp>
          <p:nvGrpSpPr>
            <p:cNvPr id="34" name="Group 33"/>
            <p:cNvGrpSpPr/>
            <p:nvPr/>
          </p:nvGrpSpPr>
          <p:grpSpPr>
            <a:xfrm flipH="1">
              <a:off x="1753214" y="1831383"/>
              <a:ext cx="2856516" cy="1092501"/>
              <a:chOff x="7532084" y="1620367"/>
              <a:chExt cx="2856516" cy="1092501"/>
            </a:xfrm>
          </p:grpSpPr>
          <p:grpSp>
            <p:nvGrpSpPr>
              <p:cNvPr id="36" name="Group 35"/>
              <p:cNvGrpSpPr/>
              <p:nvPr/>
            </p:nvGrpSpPr>
            <p:grpSpPr>
              <a:xfrm>
                <a:off x="7532084" y="2215087"/>
                <a:ext cx="2244962" cy="497781"/>
                <a:chOff x="7743099" y="1907795"/>
                <a:chExt cx="2244962" cy="497781"/>
              </a:xfrm>
            </p:grpSpPr>
            <p:cxnSp>
              <p:nvCxnSpPr>
                <p:cNvPr id="38" name="Straight Connector 37"/>
                <p:cNvCxnSpPr/>
                <p:nvPr/>
              </p:nvCxnSpPr>
              <p:spPr>
                <a:xfrm>
                  <a:off x="7743099" y="2405575"/>
                  <a:ext cx="169632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V="1">
                  <a:off x="9425354" y="1907795"/>
                  <a:ext cx="562707" cy="497781"/>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37" name="Oval 36"/>
              <p:cNvSpPr/>
              <p:nvPr/>
            </p:nvSpPr>
            <p:spPr>
              <a:xfrm>
                <a:off x="9632897" y="1620367"/>
                <a:ext cx="755703" cy="7557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35" name="Freeform 34"/>
            <p:cNvSpPr>
              <a:spLocks noEditPoints="1"/>
            </p:cNvSpPr>
            <p:nvPr/>
          </p:nvSpPr>
          <p:spPr bwMode="auto">
            <a:xfrm>
              <a:off x="1992714" y="1990734"/>
              <a:ext cx="276702" cy="43700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40" name="Group 39"/>
          <p:cNvGrpSpPr/>
          <p:nvPr/>
        </p:nvGrpSpPr>
        <p:grpSpPr>
          <a:xfrm>
            <a:off x="266634" y="2892985"/>
            <a:ext cx="4122981" cy="3727813"/>
            <a:chOff x="1631649" y="2638272"/>
            <a:chExt cx="4122981" cy="3727813"/>
          </a:xfrm>
        </p:grpSpPr>
        <p:sp>
          <p:nvSpPr>
            <p:cNvPr id="41" name="TextBox 40"/>
            <p:cNvSpPr txBox="1"/>
            <p:nvPr/>
          </p:nvSpPr>
          <p:spPr>
            <a:xfrm>
              <a:off x="1753214" y="2638272"/>
              <a:ext cx="4001416" cy="523220"/>
            </a:xfrm>
            <a:prstGeom prst="rect">
              <a:avLst/>
            </a:prstGeom>
            <a:noFill/>
          </p:spPr>
          <p:txBody>
            <a:bodyPr wrap="none" rtlCol="0">
              <a:spAutoFit/>
            </a:bodyPr>
            <a:lstStyle/>
            <a:p>
              <a:pPr fontAlgn="auto">
                <a:spcBef>
                  <a:spcPts val="0"/>
                </a:spcBef>
                <a:spcAft>
                  <a:spcPts val="0"/>
                </a:spcAft>
              </a:pPr>
              <a:r>
                <a:rPr lang="ar-SA" sz="2800" b="1" u="sng" dirty="0"/>
                <a:t>مهارة التحدث والقدرة على الكلام</a:t>
              </a:r>
              <a:endParaRPr lang="en-GB" sz="2800" b="1" u="sng" dirty="0">
                <a:solidFill>
                  <a:prstClr val="white">
                    <a:lumMod val="50000"/>
                  </a:prstClr>
                </a:solidFill>
                <a:latin typeface="Lato Light"/>
                <a:cs typeface="+mn-cs"/>
              </a:endParaRPr>
            </a:p>
          </p:txBody>
        </p:sp>
        <p:sp>
          <p:nvSpPr>
            <p:cNvPr id="42" name="Rectangle 41"/>
            <p:cNvSpPr/>
            <p:nvPr/>
          </p:nvSpPr>
          <p:spPr>
            <a:xfrm>
              <a:off x="1631649" y="3257542"/>
              <a:ext cx="3953671" cy="3108543"/>
            </a:xfrm>
            <a:prstGeom prst="rect">
              <a:avLst/>
            </a:prstGeom>
          </p:spPr>
          <p:txBody>
            <a:bodyPr wrap="square">
              <a:spAutoFit/>
            </a:bodyPr>
            <a:lstStyle/>
            <a:p>
              <a:pPr marL="0" lvl="2" algn="ctr" rtl="1"/>
              <a:r>
                <a:rPr lang="ar-SA" sz="2800" b="1" dirty="0"/>
                <a:t>وهي أن يكون الشخص المرسل قادراً على الكلام خلال عملية الاتصال من أجل وجود كلمات تمثل المعلومات التي يتم إرسالها، كما أن المرسل يجب أن يدرك التوقيت المناسب للكلام والصمت. </a:t>
              </a:r>
              <a:endParaRPr lang="en-US" sz="2800" b="1" dirty="0"/>
            </a:p>
          </p:txBody>
        </p:sp>
      </p:grpSp>
      <p:grpSp>
        <p:nvGrpSpPr>
          <p:cNvPr id="49" name="Group 48"/>
          <p:cNvGrpSpPr/>
          <p:nvPr/>
        </p:nvGrpSpPr>
        <p:grpSpPr>
          <a:xfrm flipH="1">
            <a:off x="8156224" y="2820548"/>
            <a:ext cx="3508406" cy="3411079"/>
            <a:chOff x="477895" y="2820548"/>
            <a:chExt cx="3508406" cy="3411079"/>
          </a:xfrm>
        </p:grpSpPr>
        <p:sp>
          <p:nvSpPr>
            <p:cNvPr id="50" name="TextBox 49"/>
            <p:cNvSpPr txBox="1"/>
            <p:nvPr/>
          </p:nvSpPr>
          <p:spPr>
            <a:xfrm>
              <a:off x="477895" y="2820548"/>
              <a:ext cx="1869423" cy="523220"/>
            </a:xfrm>
            <a:prstGeom prst="rect">
              <a:avLst/>
            </a:prstGeom>
            <a:noFill/>
          </p:spPr>
          <p:txBody>
            <a:bodyPr wrap="none" rtlCol="0">
              <a:spAutoFit/>
            </a:bodyPr>
            <a:lstStyle/>
            <a:p>
              <a:pPr algn="r" fontAlgn="auto">
                <a:spcBef>
                  <a:spcPts val="0"/>
                </a:spcBef>
                <a:spcAft>
                  <a:spcPts val="0"/>
                </a:spcAft>
              </a:pPr>
              <a:r>
                <a:rPr lang="ar-SA" sz="2800" b="1" u="sng" dirty="0"/>
                <a:t>مهارات الكتابة</a:t>
              </a:r>
              <a:endParaRPr lang="en-GB" sz="2800" b="1" u="sng" dirty="0">
                <a:solidFill>
                  <a:prstClr val="white">
                    <a:lumMod val="50000"/>
                  </a:prstClr>
                </a:solidFill>
                <a:latin typeface="Lato Light"/>
                <a:cs typeface="+mn-cs"/>
              </a:endParaRPr>
            </a:p>
          </p:txBody>
        </p:sp>
        <p:sp>
          <p:nvSpPr>
            <p:cNvPr id="51" name="Rectangle 50"/>
            <p:cNvSpPr/>
            <p:nvPr/>
          </p:nvSpPr>
          <p:spPr>
            <a:xfrm>
              <a:off x="508976" y="3553971"/>
              <a:ext cx="3477325" cy="2677656"/>
            </a:xfrm>
            <a:prstGeom prst="rect">
              <a:avLst/>
            </a:prstGeom>
          </p:spPr>
          <p:txBody>
            <a:bodyPr wrap="square">
              <a:spAutoFit/>
            </a:bodyPr>
            <a:lstStyle/>
            <a:p>
              <a:pPr algn="ctr" fontAlgn="auto">
                <a:spcBef>
                  <a:spcPts val="0"/>
                </a:spcBef>
                <a:spcAft>
                  <a:spcPts val="0"/>
                </a:spcAft>
              </a:pPr>
              <a:r>
                <a:rPr lang="ar-SA" sz="2800" b="1" dirty="0"/>
                <a:t>قد لا يتقن الشخص المرسل الكتابة، وبالتالي يكتفي بأن يكتب الكلمات التي يريد إرسالها وتكون هي المعلومات التي تنتقل إلى الشخص المستقبل</a:t>
              </a:r>
              <a:endParaRPr lang="en-GB" sz="2800" b="1" dirty="0">
                <a:solidFill>
                  <a:prstClr val="white">
                    <a:lumMod val="65000"/>
                  </a:prstClr>
                </a:solidFill>
                <a:latin typeface="Lato Light"/>
                <a:cs typeface="+mn-cs"/>
              </a:endParaRPr>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886853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9" presetClass="entr" presetSubtype="0" decel="10000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 calcmode="lin" valueType="num">
                                          <p:cBhvr>
                                            <p:cTn id="12" dur="500" fill="hold"/>
                                            <p:tgtEl>
                                              <p:spTgt spid="12"/>
                                            </p:tgtEl>
                                            <p:attrNameLst>
                                              <p:attrName>style.rotation</p:attrName>
                                            </p:attrNameLst>
                                          </p:cBhvr>
                                          <p:tavLst>
                                            <p:tav tm="0">
                                              <p:val>
                                                <p:fltVal val="360"/>
                                              </p:val>
                                            </p:tav>
                                            <p:tav tm="100000">
                                              <p:val>
                                                <p:fltVal val="0"/>
                                              </p:val>
                                            </p:tav>
                                          </p:tavLst>
                                        </p:anim>
                                        <p:animEffect transition="in" filter="fade">
                                          <p:cBhvr>
                                            <p:cTn id="13" dur="500"/>
                                            <p:tgtEl>
                                              <p:spTgt spid="12"/>
                                            </p:tgtEl>
                                          </p:cBhvr>
                                        </p:animEffect>
                                      </p:childTnLst>
                                    </p:cTn>
                                  </p:par>
                                </p:childTnLst>
                              </p:cTn>
                            </p:par>
                            <p:par>
                              <p:cTn id="14" fill="hold">
                                <p:stCondLst>
                                  <p:cond delay="500"/>
                                </p:stCondLst>
                                <p:childTnLst>
                                  <p:par>
                                    <p:cTn id="15" presetID="2" presetClass="entr" presetSubtype="4" fill="hold" nodeType="afterEffect" p14:presetBounceEnd="20000">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14:bounceEnd="20000">
                                          <p:cBhvr additive="base">
                                            <p:cTn id="17" dur="500" fill="hold"/>
                                            <p:tgtEl>
                                              <p:spTgt spid="19"/>
                                            </p:tgtEl>
                                            <p:attrNameLst>
                                              <p:attrName>ppt_x</p:attrName>
                                            </p:attrNameLst>
                                          </p:cBhvr>
                                          <p:tavLst>
                                            <p:tav tm="0">
                                              <p:val>
                                                <p:strVal val="#ppt_x"/>
                                              </p:val>
                                            </p:tav>
                                            <p:tav tm="100000">
                                              <p:val>
                                                <p:strVal val="#ppt_x"/>
                                              </p:val>
                                            </p:tav>
                                          </p:tavLst>
                                        </p:anim>
                                        <p:anim calcmode="lin" valueType="num" p14:bounceEnd="20000">
                                          <p:cBhvr additive="base">
                                            <p:cTn id="18" dur="500" fill="hold"/>
                                            <p:tgtEl>
                                              <p:spTgt spid="19"/>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4" fill="hold" nodeType="afterEffect" p14:presetBounceEnd="20000">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14:bounceEnd="20000">
                                          <p:cBhvr additive="base">
                                            <p:cTn id="22" dur="500" fill="hold"/>
                                            <p:tgtEl>
                                              <p:spTgt spid="26"/>
                                            </p:tgtEl>
                                            <p:attrNameLst>
                                              <p:attrName>ppt_x</p:attrName>
                                            </p:attrNameLst>
                                          </p:cBhvr>
                                          <p:tavLst>
                                            <p:tav tm="0">
                                              <p:val>
                                                <p:strVal val="#ppt_x"/>
                                              </p:val>
                                            </p:tav>
                                            <p:tav tm="100000">
                                              <p:val>
                                                <p:strVal val="#ppt_x"/>
                                              </p:val>
                                            </p:tav>
                                          </p:tavLst>
                                        </p:anim>
                                        <p:anim calcmode="lin" valueType="num" p14:bounceEnd="20000">
                                          <p:cBhvr additive="base">
                                            <p:cTn id="23" dur="50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12" presetClass="entr" presetSubtype="1"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p:tgtEl>
                                              <p:spTgt spid="40"/>
                                            </p:tgtEl>
                                            <p:attrNameLst>
                                              <p:attrName>ppt_y</p:attrName>
                                            </p:attrNameLst>
                                          </p:cBhvr>
                                          <p:tavLst>
                                            <p:tav tm="0">
                                              <p:val>
                                                <p:strVal val="#ppt_y-#ppt_h*1.125000"/>
                                              </p:val>
                                            </p:tav>
                                            <p:tav tm="100000">
                                              <p:val>
                                                <p:strVal val="#ppt_y"/>
                                              </p:val>
                                            </p:tav>
                                          </p:tavLst>
                                        </p:anim>
                                        <p:animEffect transition="in" filter="wipe(down)">
                                          <p:cBhvr>
                                            <p:cTn id="28" dur="500"/>
                                            <p:tgtEl>
                                              <p:spTgt spid="40"/>
                                            </p:tgtEl>
                                          </p:cBhvr>
                                        </p:animEffect>
                                      </p:childTnLst>
                                    </p:cTn>
                                  </p:par>
                                  <p:par>
                                    <p:cTn id="29" presetID="12" presetClass="entr" presetSubtype="1" fill="hold" nodeType="with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additive="base">
                                            <p:cTn id="31" dur="500"/>
                                            <p:tgtEl>
                                              <p:spTgt spid="49"/>
                                            </p:tgtEl>
                                            <p:attrNameLst>
                                              <p:attrName>ppt_y</p:attrName>
                                            </p:attrNameLst>
                                          </p:cBhvr>
                                          <p:tavLst>
                                            <p:tav tm="0">
                                              <p:val>
                                                <p:strVal val="#ppt_y-#ppt_h*1.125000"/>
                                              </p:val>
                                            </p:tav>
                                            <p:tav tm="100000">
                                              <p:val>
                                                <p:strVal val="#ppt_y"/>
                                              </p:val>
                                            </p:tav>
                                          </p:tavLst>
                                        </p:anim>
                                        <p:animEffect transition="in" filter="wipe(down)">
                                          <p:cBhvr>
                                            <p:cTn id="3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9" presetClass="entr" presetSubtype="0" decel="10000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 calcmode="lin" valueType="num">
                                          <p:cBhvr>
                                            <p:cTn id="12" dur="500" fill="hold"/>
                                            <p:tgtEl>
                                              <p:spTgt spid="12"/>
                                            </p:tgtEl>
                                            <p:attrNameLst>
                                              <p:attrName>style.rotation</p:attrName>
                                            </p:attrNameLst>
                                          </p:cBhvr>
                                          <p:tavLst>
                                            <p:tav tm="0">
                                              <p:val>
                                                <p:fltVal val="360"/>
                                              </p:val>
                                            </p:tav>
                                            <p:tav tm="100000">
                                              <p:val>
                                                <p:fltVal val="0"/>
                                              </p:val>
                                            </p:tav>
                                          </p:tavLst>
                                        </p:anim>
                                        <p:animEffect transition="in" filter="fade">
                                          <p:cBhvr>
                                            <p:cTn id="13" dur="500"/>
                                            <p:tgtEl>
                                              <p:spTgt spid="12"/>
                                            </p:tgtEl>
                                          </p:cBhvr>
                                        </p:animEffect>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ppt_x"/>
                                              </p:val>
                                            </p:tav>
                                            <p:tav tm="100000">
                                              <p:val>
                                                <p:strVal val="#ppt_x"/>
                                              </p:val>
                                            </p:tav>
                                          </p:tavLst>
                                        </p:anim>
                                        <p:anim calcmode="lin" valueType="num">
                                          <p:cBhvr additive="base">
                                            <p:cTn id="18" dur="500" fill="hold"/>
                                            <p:tgtEl>
                                              <p:spTgt spid="19"/>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4"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500" fill="hold"/>
                                            <p:tgtEl>
                                              <p:spTgt spid="26"/>
                                            </p:tgtEl>
                                            <p:attrNameLst>
                                              <p:attrName>ppt_x</p:attrName>
                                            </p:attrNameLst>
                                          </p:cBhvr>
                                          <p:tavLst>
                                            <p:tav tm="0">
                                              <p:val>
                                                <p:strVal val="#ppt_x"/>
                                              </p:val>
                                            </p:tav>
                                            <p:tav tm="100000">
                                              <p:val>
                                                <p:strVal val="#ppt_x"/>
                                              </p:val>
                                            </p:tav>
                                          </p:tavLst>
                                        </p:anim>
                                        <p:anim calcmode="lin" valueType="num">
                                          <p:cBhvr additive="base">
                                            <p:cTn id="23" dur="50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12" presetClass="entr" presetSubtype="1"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p:tgtEl>
                                              <p:spTgt spid="40"/>
                                            </p:tgtEl>
                                            <p:attrNameLst>
                                              <p:attrName>ppt_y</p:attrName>
                                            </p:attrNameLst>
                                          </p:cBhvr>
                                          <p:tavLst>
                                            <p:tav tm="0">
                                              <p:val>
                                                <p:strVal val="#ppt_y-#ppt_h*1.125000"/>
                                              </p:val>
                                            </p:tav>
                                            <p:tav tm="100000">
                                              <p:val>
                                                <p:strVal val="#ppt_y"/>
                                              </p:val>
                                            </p:tav>
                                          </p:tavLst>
                                        </p:anim>
                                        <p:animEffect transition="in" filter="wipe(down)">
                                          <p:cBhvr>
                                            <p:cTn id="28" dur="500"/>
                                            <p:tgtEl>
                                              <p:spTgt spid="40"/>
                                            </p:tgtEl>
                                          </p:cBhvr>
                                        </p:animEffect>
                                      </p:childTnLst>
                                    </p:cTn>
                                  </p:par>
                                  <p:par>
                                    <p:cTn id="29" presetID="12" presetClass="entr" presetSubtype="1" fill="hold" nodeType="with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additive="base">
                                            <p:cTn id="31" dur="500"/>
                                            <p:tgtEl>
                                              <p:spTgt spid="49"/>
                                            </p:tgtEl>
                                            <p:attrNameLst>
                                              <p:attrName>ppt_y</p:attrName>
                                            </p:attrNameLst>
                                          </p:cBhvr>
                                          <p:tavLst>
                                            <p:tav tm="0">
                                              <p:val>
                                                <p:strVal val="#ppt_y-#ppt_h*1.125000"/>
                                              </p:val>
                                            </p:tav>
                                            <p:tav tm="100000">
                                              <p:val>
                                                <p:strVal val="#ppt_y"/>
                                              </p:val>
                                            </p:tav>
                                          </p:tavLst>
                                        </p:anim>
                                        <p:animEffect transition="in" filter="wipe(down)">
                                          <p:cBhvr>
                                            <p:cTn id="3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ar-SA" sz="3600" b="1" u="sng" dirty="0">
                <a:solidFill>
                  <a:schemeClr val="tx1"/>
                </a:solidFill>
              </a:rPr>
              <a:t>وتتضمن كل لغة حية من اللغات اللفظية مهارات يجب أن تتوافر في المرسل والمستقبل وهي كالآتي: </a:t>
            </a:r>
            <a:endParaRPr lang="en-US" sz="3600" b="1" u="sng" dirty="0">
              <a:solidFill>
                <a:schemeClr val="tx1"/>
              </a:solidFill>
            </a:endParaRPr>
          </a:p>
        </p:txBody>
      </p:sp>
      <p:grpSp>
        <p:nvGrpSpPr>
          <p:cNvPr id="12" name="Group 11"/>
          <p:cNvGrpSpPr/>
          <p:nvPr/>
        </p:nvGrpSpPr>
        <p:grpSpPr>
          <a:xfrm rot="10800000">
            <a:off x="4284191" y="2246307"/>
            <a:ext cx="3623618" cy="3631476"/>
            <a:chOff x="4284191" y="2246307"/>
            <a:chExt cx="3623618" cy="3631476"/>
          </a:xfrm>
        </p:grpSpPr>
        <p:grpSp>
          <p:nvGrpSpPr>
            <p:cNvPr id="5" name="Group 4"/>
            <p:cNvGrpSpPr/>
            <p:nvPr/>
          </p:nvGrpSpPr>
          <p:grpSpPr>
            <a:xfrm rot="2686389">
              <a:off x="4284191" y="2246307"/>
              <a:ext cx="3623618" cy="3631476"/>
              <a:chOff x="4095409" y="3126757"/>
              <a:chExt cx="2045437" cy="2049874"/>
            </a:xfrm>
          </p:grpSpPr>
          <p:sp>
            <p:nvSpPr>
              <p:cNvPr id="6" name="Freeform 5"/>
              <p:cNvSpPr>
                <a:spLocks/>
              </p:cNvSpPr>
              <p:nvPr/>
            </p:nvSpPr>
            <p:spPr bwMode="auto">
              <a:xfrm>
                <a:off x="4494735" y="3126757"/>
                <a:ext cx="1231256" cy="437041"/>
              </a:xfrm>
              <a:custGeom>
                <a:avLst/>
                <a:gdLst>
                  <a:gd name="T0" fmla="*/ 17 w 234"/>
                  <a:gd name="T1" fmla="*/ 44 h 83"/>
                  <a:gd name="T2" fmla="*/ 234 w 234"/>
                  <a:gd name="T3" fmla="*/ 54 h 83"/>
                  <a:gd name="T4" fmla="*/ 209 w 234"/>
                  <a:gd name="T5" fmla="*/ 78 h 83"/>
                  <a:gd name="T6" fmla="*/ 41 w 234"/>
                  <a:gd name="T7" fmla="*/ 69 h 83"/>
                  <a:gd name="T8" fmla="*/ 55 w 234"/>
                  <a:gd name="T9" fmla="*/ 83 h 83"/>
                  <a:gd name="T10" fmla="*/ 0 w 234"/>
                  <a:gd name="T11" fmla="*/ 82 h 83"/>
                  <a:gd name="T12" fmla="*/ 0 w 234"/>
                  <a:gd name="T13" fmla="*/ 27 h 83"/>
                  <a:gd name="T14" fmla="*/ 17 w 234"/>
                  <a:gd name="T15" fmla="*/ 44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83">
                    <a:moveTo>
                      <a:pt x="17" y="44"/>
                    </a:moveTo>
                    <a:cubicBezTo>
                      <a:pt x="83" y="0"/>
                      <a:pt x="171" y="3"/>
                      <a:pt x="234" y="54"/>
                    </a:cubicBezTo>
                    <a:cubicBezTo>
                      <a:pt x="209" y="78"/>
                      <a:pt x="209" y="78"/>
                      <a:pt x="209" y="78"/>
                    </a:cubicBezTo>
                    <a:cubicBezTo>
                      <a:pt x="161" y="40"/>
                      <a:pt x="93" y="37"/>
                      <a:pt x="41" y="69"/>
                    </a:cubicBezTo>
                    <a:cubicBezTo>
                      <a:pt x="55" y="83"/>
                      <a:pt x="55" y="83"/>
                      <a:pt x="55" y="83"/>
                    </a:cubicBezTo>
                    <a:cubicBezTo>
                      <a:pt x="0" y="82"/>
                      <a:pt x="0" y="82"/>
                      <a:pt x="0" y="82"/>
                    </a:cubicBezTo>
                    <a:cubicBezTo>
                      <a:pt x="0" y="27"/>
                      <a:pt x="0" y="27"/>
                      <a:pt x="0" y="27"/>
                    </a:cubicBezTo>
                    <a:cubicBezTo>
                      <a:pt x="17" y="44"/>
                      <a:pt x="17" y="44"/>
                      <a:pt x="17" y="4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7" name="Freeform 6"/>
              <p:cNvSpPr>
                <a:spLocks/>
              </p:cNvSpPr>
              <p:nvPr/>
            </p:nvSpPr>
            <p:spPr bwMode="auto">
              <a:xfrm>
                <a:off x="5721553" y="3548268"/>
                <a:ext cx="419293" cy="1202416"/>
              </a:xfrm>
              <a:custGeom>
                <a:avLst/>
                <a:gdLst>
                  <a:gd name="T0" fmla="*/ 0 w 80"/>
                  <a:gd name="T1" fmla="*/ 56 h 228"/>
                  <a:gd name="T2" fmla="*/ 14 w 80"/>
                  <a:gd name="T3" fmla="*/ 42 h 228"/>
                  <a:gd name="T4" fmla="*/ 3 w 80"/>
                  <a:gd name="T5" fmla="*/ 204 h 228"/>
                  <a:gd name="T6" fmla="*/ 28 w 80"/>
                  <a:gd name="T7" fmla="*/ 228 h 228"/>
                  <a:gd name="T8" fmla="*/ 39 w 80"/>
                  <a:gd name="T9" fmla="*/ 17 h 228"/>
                  <a:gd name="T10" fmla="*/ 56 w 80"/>
                  <a:gd name="T11" fmla="*/ 0 h 228"/>
                  <a:gd name="T12" fmla="*/ 0 w 80"/>
                  <a:gd name="T13" fmla="*/ 0 h 228"/>
                  <a:gd name="T14" fmla="*/ 0 w 80"/>
                  <a:gd name="T15" fmla="*/ 56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228">
                    <a:moveTo>
                      <a:pt x="0" y="56"/>
                    </a:moveTo>
                    <a:cubicBezTo>
                      <a:pt x="14" y="42"/>
                      <a:pt x="14" y="42"/>
                      <a:pt x="14" y="42"/>
                    </a:cubicBezTo>
                    <a:cubicBezTo>
                      <a:pt x="43" y="93"/>
                      <a:pt x="39" y="157"/>
                      <a:pt x="3" y="204"/>
                    </a:cubicBezTo>
                    <a:cubicBezTo>
                      <a:pt x="28" y="228"/>
                      <a:pt x="28" y="228"/>
                      <a:pt x="28" y="228"/>
                    </a:cubicBezTo>
                    <a:cubicBezTo>
                      <a:pt x="76" y="167"/>
                      <a:pt x="80" y="82"/>
                      <a:pt x="39" y="17"/>
                    </a:cubicBezTo>
                    <a:cubicBezTo>
                      <a:pt x="56" y="0"/>
                      <a:pt x="56" y="0"/>
                      <a:pt x="56" y="0"/>
                    </a:cubicBezTo>
                    <a:cubicBezTo>
                      <a:pt x="0" y="0"/>
                      <a:pt x="0" y="0"/>
                      <a:pt x="0" y="0"/>
                    </a:cubicBezTo>
                    <a:cubicBezTo>
                      <a:pt x="0" y="56"/>
                      <a:pt x="0" y="56"/>
                      <a:pt x="0" y="5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8" name="Freeform 7"/>
              <p:cNvSpPr>
                <a:spLocks/>
              </p:cNvSpPr>
              <p:nvPr/>
            </p:nvSpPr>
            <p:spPr bwMode="auto">
              <a:xfrm>
                <a:off x="4528011" y="4755120"/>
                <a:ext cx="1202416" cy="421511"/>
              </a:xfrm>
              <a:custGeom>
                <a:avLst/>
                <a:gdLst>
                  <a:gd name="T0" fmla="*/ 229 w 229"/>
                  <a:gd name="T1" fmla="*/ 56 h 80"/>
                  <a:gd name="T2" fmla="*/ 211 w 229"/>
                  <a:gd name="T3" fmla="*/ 38 h 80"/>
                  <a:gd name="T4" fmla="*/ 0 w 229"/>
                  <a:gd name="T5" fmla="*/ 29 h 80"/>
                  <a:gd name="T6" fmla="*/ 24 w 229"/>
                  <a:gd name="T7" fmla="*/ 4 h 80"/>
                  <a:gd name="T8" fmla="*/ 187 w 229"/>
                  <a:gd name="T9" fmla="*/ 13 h 80"/>
                  <a:gd name="T10" fmla="*/ 174 w 229"/>
                  <a:gd name="T11" fmla="*/ 0 h 80"/>
                  <a:gd name="T12" fmla="*/ 229 w 229"/>
                  <a:gd name="T13" fmla="*/ 0 h 80"/>
                  <a:gd name="T14" fmla="*/ 229 w 229"/>
                  <a:gd name="T15" fmla="*/ 56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80">
                    <a:moveTo>
                      <a:pt x="229" y="56"/>
                    </a:moveTo>
                    <a:cubicBezTo>
                      <a:pt x="211" y="38"/>
                      <a:pt x="211" y="38"/>
                      <a:pt x="211" y="38"/>
                    </a:cubicBezTo>
                    <a:cubicBezTo>
                      <a:pt x="147" y="80"/>
                      <a:pt x="62" y="77"/>
                      <a:pt x="0" y="29"/>
                    </a:cubicBezTo>
                    <a:cubicBezTo>
                      <a:pt x="24" y="4"/>
                      <a:pt x="24" y="4"/>
                      <a:pt x="24" y="4"/>
                    </a:cubicBezTo>
                    <a:cubicBezTo>
                      <a:pt x="72" y="40"/>
                      <a:pt x="136" y="43"/>
                      <a:pt x="187" y="13"/>
                    </a:cubicBezTo>
                    <a:cubicBezTo>
                      <a:pt x="174" y="0"/>
                      <a:pt x="174" y="0"/>
                      <a:pt x="174" y="0"/>
                    </a:cubicBezTo>
                    <a:cubicBezTo>
                      <a:pt x="229" y="0"/>
                      <a:pt x="229" y="0"/>
                      <a:pt x="229" y="0"/>
                    </a:cubicBezTo>
                    <a:cubicBezTo>
                      <a:pt x="229" y="56"/>
                      <a:pt x="229" y="56"/>
                      <a:pt x="229" y="5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9" name="Freeform 8"/>
              <p:cNvSpPr>
                <a:spLocks/>
              </p:cNvSpPr>
              <p:nvPr/>
            </p:nvSpPr>
            <p:spPr bwMode="auto">
              <a:xfrm>
                <a:off x="4095409" y="3559359"/>
                <a:ext cx="425948" cy="1217946"/>
              </a:xfrm>
              <a:custGeom>
                <a:avLst/>
                <a:gdLst>
                  <a:gd name="T0" fmla="*/ 26 w 81"/>
                  <a:gd name="T1" fmla="*/ 231 h 231"/>
                  <a:gd name="T2" fmla="*/ 43 w 81"/>
                  <a:gd name="T3" fmla="*/ 213 h 231"/>
                  <a:gd name="T4" fmla="*/ 52 w 81"/>
                  <a:gd name="T5" fmla="*/ 0 h 231"/>
                  <a:gd name="T6" fmla="*/ 77 w 81"/>
                  <a:gd name="T7" fmla="*/ 24 h 231"/>
                  <a:gd name="T8" fmla="*/ 68 w 81"/>
                  <a:gd name="T9" fmla="*/ 189 h 231"/>
                  <a:gd name="T10" fmla="*/ 81 w 81"/>
                  <a:gd name="T11" fmla="*/ 175 h 231"/>
                  <a:gd name="T12" fmla="*/ 81 w 81"/>
                  <a:gd name="T13" fmla="*/ 231 h 231"/>
                  <a:gd name="T14" fmla="*/ 26 w 81"/>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231">
                    <a:moveTo>
                      <a:pt x="26" y="231"/>
                    </a:moveTo>
                    <a:cubicBezTo>
                      <a:pt x="43" y="213"/>
                      <a:pt x="43" y="213"/>
                      <a:pt x="43" y="213"/>
                    </a:cubicBezTo>
                    <a:cubicBezTo>
                      <a:pt x="0" y="148"/>
                      <a:pt x="3" y="62"/>
                      <a:pt x="52" y="0"/>
                    </a:cubicBezTo>
                    <a:cubicBezTo>
                      <a:pt x="77" y="24"/>
                      <a:pt x="77" y="24"/>
                      <a:pt x="77" y="24"/>
                    </a:cubicBezTo>
                    <a:cubicBezTo>
                      <a:pt x="40" y="72"/>
                      <a:pt x="37" y="138"/>
                      <a:pt x="68" y="189"/>
                    </a:cubicBezTo>
                    <a:cubicBezTo>
                      <a:pt x="81" y="175"/>
                      <a:pt x="81" y="175"/>
                      <a:pt x="81" y="175"/>
                    </a:cubicBezTo>
                    <a:cubicBezTo>
                      <a:pt x="81" y="231"/>
                      <a:pt x="81" y="231"/>
                      <a:pt x="81" y="231"/>
                    </a:cubicBezTo>
                    <a:lnTo>
                      <a:pt x="26" y="23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sp>
          <p:nvSpPr>
            <p:cNvPr id="10" name="Freeform 9"/>
            <p:cNvSpPr>
              <a:spLocks noEditPoints="1"/>
            </p:cNvSpPr>
            <p:nvPr/>
          </p:nvSpPr>
          <p:spPr bwMode="auto">
            <a:xfrm rot="10800000">
              <a:off x="5668778" y="3585843"/>
              <a:ext cx="831537" cy="940431"/>
            </a:xfrm>
            <a:custGeom>
              <a:avLst/>
              <a:gdLst>
                <a:gd name="T0" fmla="*/ 20 w 78"/>
                <a:gd name="T1" fmla="*/ 7 h 88"/>
                <a:gd name="T2" fmla="*/ 20 w 78"/>
                <a:gd name="T3" fmla="*/ 11 h 88"/>
                <a:gd name="T4" fmla="*/ 5 w 78"/>
                <a:gd name="T5" fmla="*/ 6 h 88"/>
                <a:gd name="T6" fmla="*/ 1 w 78"/>
                <a:gd name="T7" fmla="*/ 8 h 88"/>
                <a:gd name="T8" fmla="*/ 0 w 78"/>
                <a:gd name="T9" fmla="*/ 20 h 88"/>
                <a:gd name="T10" fmla="*/ 3 w 78"/>
                <a:gd name="T11" fmla="*/ 38 h 88"/>
                <a:gd name="T12" fmla="*/ 17 w 78"/>
                <a:gd name="T13" fmla="*/ 49 h 88"/>
                <a:gd name="T14" fmla="*/ 20 w 78"/>
                <a:gd name="T15" fmla="*/ 50 h 88"/>
                <a:gd name="T16" fmla="*/ 20 w 78"/>
                <a:gd name="T17" fmla="*/ 49 h 88"/>
                <a:gd name="T18" fmla="*/ 31 w 78"/>
                <a:gd name="T19" fmla="*/ 52 h 88"/>
                <a:gd name="T20" fmla="*/ 31 w 78"/>
                <a:gd name="T21" fmla="*/ 64 h 88"/>
                <a:gd name="T22" fmla="*/ 27 w 78"/>
                <a:gd name="T23" fmla="*/ 64 h 88"/>
                <a:gd name="T24" fmla="*/ 27 w 78"/>
                <a:gd name="T25" fmla="*/ 68 h 88"/>
                <a:gd name="T26" fmla="*/ 15 w 78"/>
                <a:gd name="T27" fmla="*/ 68 h 88"/>
                <a:gd name="T28" fmla="*/ 15 w 78"/>
                <a:gd name="T29" fmla="*/ 88 h 88"/>
                <a:gd name="T30" fmla="*/ 64 w 78"/>
                <a:gd name="T31" fmla="*/ 88 h 88"/>
                <a:gd name="T32" fmla="*/ 64 w 78"/>
                <a:gd name="T33" fmla="*/ 68 h 88"/>
                <a:gd name="T34" fmla="*/ 52 w 78"/>
                <a:gd name="T35" fmla="*/ 68 h 88"/>
                <a:gd name="T36" fmla="*/ 52 w 78"/>
                <a:gd name="T37" fmla="*/ 64 h 88"/>
                <a:gd name="T38" fmla="*/ 47 w 78"/>
                <a:gd name="T39" fmla="*/ 64 h 88"/>
                <a:gd name="T40" fmla="*/ 47 w 78"/>
                <a:gd name="T41" fmla="*/ 52 h 88"/>
                <a:gd name="T42" fmla="*/ 58 w 78"/>
                <a:gd name="T43" fmla="*/ 49 h 88"/>
                <a:gd name="T44" fmla="*/ 58 w 78"/>
                <a:gd name="T45" fmla="*/ 50 h 88"/>
                <a:gd name="T46" fmla="*/ 61 w 78"/>
                <a:gd name="T47" fmla="*/ 49 h 88"/>
                <a:gd name="T48" fmla="*/ 75 w 78"/>
                <a:gd name="T49" fmla="*/ 38 h 88"/>
                <a:gd name="T50" fmla="*/ 78 w 78"/>
                <a:gd name="T51" fmla="*/ 20 h 88"/>
                <a:gd name="T52" fmla="*/ 77 w 78"/>
                <a:gd name="T53" fmla="*/ 8 h 88"/>
                <a:gd name="T54" fmla="*/ 73 w 78"/>
                <a:gd name="T55" fmla="*/ 6 h 88"/>
                <a:gd name="T56" fmla="*/ 58 w 78"/>
                <a:gd name="T57" fmla="*/ 11 h 88"/>
                <a:gd name="T58" fmla="*/ 58 w 78"/>
                <a:gd name="T59" fmla="*/ 7 h 88"/>
                <a:gd name="T60" fmla="*/ 60 w 78"/>
                <a:gd name="T61" fmla="*/ 7 h 88"/>
                <a:gd name="T62" fmla="*/ 60 w 78"/>
                <a:gd name="T63" fmla="*/ 0 h 88"/>
                <a:gd name="T64" fmla="*/ 17 w 78"/>
                <a:gd name="T65" fmla="*/ 0 h 88"/>
                <a:gd name="T66" fmla="*/ 17 w 78"/>
                <a:gd name="T67" fmla="*/ 7 h 88"/>
                <a:gd name="T68" fmla="*/ 20 w 78"/>
                <a:gd name="T69" fmla="*/ 7 h 88"/>
                <a:gd name="T70" fmla="*/ 63 w 78"/>
                <a:gd name="T71" fmla="*/ 42 h 88"/>
                <a:gd name="T72" fmla="*/ 59 w 78"/>
                <a:gd name="T73" fmla="*/ 20 h 88"/>
                <a:gd name="T74" fmla="*/ 61 w 78"/>
                <a:gd name="T75" fmla="*/ 22 h 88"/>
                <a:gd name="T76" fmla="*/ 66 w 78"/>
                <a:gd name="T77" fmla="*/ 18 h 88"/>
                <a:gd name="T78" fmla="*/ 64 w 78"/>
                <a:gd name="T79" fmla="*/ 16 h 88"/>
                <a:gd name="T80" fmla="*/ 71 w 78"/>
                <a:gd name="T81" fmla="*/ 13 h 88"/>
                <a:gd name="T82" fmla="*/ 72 w 78"/>
                <a:gd name="T83" fmla="*/ 20 h 88"/>
                <a:gd name="T84" fmla="*/ 69 w 78"/>
                <a:gd name="T85" fmla="*/ 36 h 88"/>
                <a:gd name="T86" fmla="*/ 63 w 78"/>
                <a:gd name="T87" fmla="*/ 42 h 88"/>
                <a:gd name="T88" fmla="*/ 19 w 78"/>
                <a:gd name="T89" fmla="*/ 20 h 88"/>
                <a:gd name="T90" fmla="*/ 15 w 78"/>
                <a:gd name="T91" fmla="*/ 42 h 88"/>
                <a:gd name="T92" fmla="*/ 9 w 78"/>
                <a:gd name="T93" fmla="*/ 36 h 88"/>
                <a:gd name="T94" fmla="*/ 6 w 78"/>
                <a:gd name="T95" fmla="*/ 20 h 88"/>
                <a:gd name="T96" fmla="*/ 7 w 78"/>
                <a:gd name="T97" fmla="*/ 13 h 88"/>
                <a:gd name="T98" fmla="*/ 14 w 78"/>
                <a:gd name="T99" fmla="*/ 16 h 88"/>
                <a:gd name="T100" fmla="*/ 12 w 78"/>
                <a:gd name="T101" fmla="*/ 18 h 88"/>
                <a:gd name="T102" fmla="*/ 17 w 78"/>
                <a:gd name="T103" fmla="*/ 22 h 88"/>
                <a:gd name="T104" fmla="*/ 19 w 78"/>
                <a:gd name="T105" fmla="*/ 20 h 88"/>
                <a:gd name="T106" fmla="*/ 32 w 78"/>
                <a:gd name="T107" fmla="*/ 10 h 88"/>
                <a:gd name="T108" fmla="*/ 32 w 78"/>
                <a:gd name="T109" fmla="*/ 45 h 88"/>
                <a:gd name="T110" fmla="*/ 25 w 78"/>
                <a:gd name="T111" fmla="*/ 41 h 88"/>
                <a:gd name="T112" fmla="*/ 28 w 78"/>
                <a:gd name="T113" fmla="*/ 14 h 88"/>
                <a:gd name="T114" fmla="*/ 28 w 78"/>
                <a:gd name="T115" fmla="*/ 10 h 88"/>
                <a:gd name="T116" fmla="*/ 32 w 78"/>
                <a:gd name="T117" fmla="*/ 1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20" y="7"/>
                  </a:moveTo>
                  <a:cubicBezTo>
                    <a:pt x="20" y="8"/>
                    <a:pt x="21" y="10"/>
                    <a:pt x="20" y="11"/>
                  </a:cubicBezTo>
                  <a:cubicBezTo>
                    <a:pt x="5" y="6"/>
                    <a:pt x="5" y="6"/>
                    <a:pt x="5" y="6"/>
                  </a:cubicBezTo>
                  <a:cubicBezTo>
                    <a:pt x="1" y="8"/>
                    <a:pt x="1" y="8"/>
                    <a:pt x="1" y="8"/>
                  </a:cubicBezTo>
                  <a:cubicBezTo>
                    <a:pt x="0" y="11"/>
                    <a:pt x="0" y="16"/>
                    <a:pt x="0" y="20"/>
                  </a:cubicBezTo>
                  <a:cubicBezTo>
                    <a:pt x="0" y="26"/>
                    <a:pt x="1" y="33"/>
                    <a:pt x="3" y="38"/>
                  </a:cubicBezTo>
                  <a:cubicBezTo>
                    <a:pt x="6" y="44"/>
                    <a:pt x="10" y="48"/>
                    <a:pt x="17" y="49"/>
                  </a:cubicBezTo>
                  <a:cubicBezTo>
                    <a:pt x="18" y="50"/>
                    <a:pt x="19" y="50"/>
                    <a:pt x="20" y="50"/>
                  </a:cubicBezTo>
                  <a:cubicBezTo>
                    <a:pt x="20" y="49"/>
                    <a:pt x="20" y="49"/>
                    <a:pt x="20" y="49"/>
                  </a:cubicBezTo>
                  <a:cubicBezTo>
                    <a:pt x="22" y="51"/>
                    <a:pt x="26" y="52"/>
                    <a:pt x="31" y="52"/>
                  </a:cubicBezTo>
                  <a:cubicBezTo>
                    <a:pt x="31" y="64"/>
                    <a:pt x="31" y="64"/>
                    <a:pt x="31" y="64"/>
                  </a:cubicBezTo>
                  <a:cubicBezTo>
                    <a:pt x="27" y="64"/>
                    <a:pt x="27" y="64"/>
                    <a:pt x="27" y="64"/>
                  </a:cubicBezTo>
                  <a:cubicBezTo>
                    <a:pt x="27" y="68"/>
                    <a:pt x="27" y="68"/>
                    <a:pt x="27" y="68"/>
                  </a:cubicBezTo>
                  <a:cubicBezTo>
                    <a:pt x="15" y="68"/>
                    <a:pt x="15" y="68"/>
                    <a:pt x="15" y="68"/>
                  </a:cubicBezTo>
                  <a:cubicBezTo>
                    <a:pt x="15" y="88"/>
                    <a:pt x="15" y="88"/>
                    <a:pt x="15" y="88"/>
                  </a:cubicBezTo>
                  <a:cubicBezTo>
                    <a:pt x="64" y="88"/>
                    <a:pt x="64" y="88"/>
                    <a:pt x="64" y="88"/>
                  </a:cubicBezTo>
                  <a:cubicBezTo>
                    <a:pt x="64" y="68"/>
                    <a:pt x="64" y="68"/>
                    <a:pt x="64" y="68"/>
                  </a:cubicBezTo>
                  <a:cubicBezTo>
                    <a:pt x="52" y="68"/>
                    <a:pt x="52" y="68"/>
                    <a:pt x="52" y="68"/>
                  </a:cubicBezTo>
                  <a:cubicBezTo>
                    <a:pt x="52" y="64"/>
                    <a:pt x="52" y="64"/>
                    <a:pt x="52" y="64"/>
                  </a:cubicBezTo>
                  <a:cubicBezTo>
                    <a:pt x="47" y="64"/>
                    <a:pt x="47" y="64"/>
                    <a:pt x="47" y="64"/>
                  </a:cubicBezTo>
                  <a:cubicBezTo>
                    <a:pt x="47" y="52"/>
                    <a:pt x="47" y="52"/>
                    <a:pt x="47" y="52"/>
                  </a:cubicBezTo>
                  <a:cubicBezTo>
                    <a:pt x="52" y="52"/>
                    <a:pt x="56" y="51"/>
                    <a:pt x="58" y="49"/>
                  </a:cubicBezTo>
                  <a:cubicBezTo>
                    <a:pt x="58" y="50"/>
                    <a:pt x="58" y="50"/>
                    <a:pt x="58" y="50"/>
                  </a:cubicBezTo>
                  <a:cubicBezTo>
                    <a:pt x="59" y="50"/>
                    <a:pt x="60" y="50"/>
                    <a:pt x="61" y="49"/>
                  </a:cubicBezTo>
                  <a:cubicBezTo>
                    <a:pt x="68" y="48"/>
                    <a:pt x="72" y="44"/>
                    <a:pt x="75" y="38"/>
                  </a:cubicBezTo>
                  <a:cubicBezTo>
                    <a:pt x="77" y="33"/>
                    <a:pt x="78" y="26"/>
                    <a:pt x="78" y="20"/>
                  </a:cubicBezTo>
                  <a:cubicBezTo>
                    <a:pt x="78" y="16"/>
                    <a:pt x="78" y="11"/>
                    <a:pt x="77" y="8"/>
                  </a:cubicBezTo>
                  <a:cubicBezTo>
                    <a:pt x="73" y="6"/>
                    <a:pt x="73" y="6"/>
                    <a:pt x="73" y="6"/>
                  </a:cubicBezTo>
                  <a:cubicBezTo>
                    <a:pt x="58" y="11"/>
                    <a:pt x="58" y="11"/>
                    <a:pt x="58" y="11"/>
                  </a:cubicBezTo>
                  <a:cubicBezTo>
                    <a:pt x="57" y="10"/>
                    <a:pt x="58" y="8"/>
                    <a:pt x="58" y="7"/>
                  </a:cubicBezTo>
                  <a:cubicBezTo>
                    <a:pt x="60" y="7"/>
                    <a:pt x="60" y="7"/>
                    <a:pt x="60" y="7"/>
                  </a:cubicBezTo>
                  <a:cubicBezTo>
                    <a:pt x="60" y="0"/>
                    <a:pt x="60" y="0"/>
                    <a:pt x="60" y="0"/>
                  </a:cubicBezTo>
                  <a:cubicBezTo>
                    <a:pt x="17" y="0"/>
                    <a:pt x="17" y="0"/>
                    <a:pt x="17" y="0"/>
                  </a:cubicBezTo>
                  <a:cubicBezTo>
                    <a:pt x="17" y="7"/>
                    <a:pt x="17" y="7"/>
                    <a:pt x="17" y="7"/>
                  </a:cubicBezTo>
                  <a:cubicBezTo>
                    <a:pt x="20" y="7"/>
                    <a:pt x="20" y="7"/>
                    <a:pt x="20" y="7"/>
                  </a:cubicBezTo>
                  <a:close/>
                  <a:moveTo>
                    <a:pt x="63" y="42"/>
                  </a:moveTo>
                  <a:cubicBezTo>
                    <a:pt x="64" y="36"/>
                    <a:pt x="60" y="28"/>
                    <a:pt x="59" y="20"/>
                  </a:cubicBezTo>
                  <a:cubicBezTo>
                    <a:pt x="61" y="22"/>
                    <a:pt x="61" y="22"/>
                    <a:pt x="61" y="22"/>
                  </a:cubicBezTo>
                  <a:cubicBezTo>
                    <a:pt x="66" y="18"/>
                    <a:pt x="66" y="18"/>
                    <a:pt x="66" y="18"/>
                  </a:cubicBezTo>
                  <a:cubicBezTo>
                    <a:pt x="64" y="16"/>
                    <a:pt x="64" y="16"/>
                    <a:pt x="64" y="16"/>
                  </a:cubicBezTo>
                  <a:cubicBezTo>
                    <a:pt x="71" y="13"/>
                    <a:pt x="71" y="13"/>
                    <a:pt x="71" y="13"/>
                  </a:cubicBezTo>
                  <a:cubicBezTo>
                    <a:pt x="72" y="15"/>
                    <a:pt x="72" y="18"/>
                    <a:pt x="72" y="20"/>
                  </a:cubicBezTo>
                  <a:cubicBezTo>
                    <a:pt x="71" y="26"/>
                    <a:pt x="71" y="31"/>
                    <a:pt x="69" y="36"/>
                  </a:cubicBezTo>
                  <a:cubicBezTo>
                    <a:pt x="67" y="39"/>
                    <a:pt x="65" y="41"/>
                    <a:pt x="63" y="42"/>
                  </a:cubicBezTo>
                  <a:close/>
                  <a:moveTo>
                    <a:pt x="19" y="20"/>
                  </a:moveTo>
                  <a:cubicBezTo>
                    <a:pt x="17" y="28"/>
                    <a:pt x="14" y="36"/>
                    <a:pt x="15" y="42"/>
                  </a:cubicBezTo>
                  <a:cubicBezTo>
                    <a:pt x="13" y="41"/>
                    <a:pt x="11" y="39"/>
                    <a:pt x="9" y="36"/>
                  </a:cubicBezTo>
                  <a:cubicBezTo>
                    <a:pt x="7" y="31"/>
                    <a:pt x="6" y="26"/>
                    <a:pt x="6" y="20"/>
                  </a:cubicBezTo>
                  <a:cubicBezTo>
                    <a:pt x="6" y="18"/>
                    <a:pt x="6" y="15"/>
                    <a:pt x="7" y="13"/>
                  </a:cubicBezTo>
                  <a:cubicBezTo>
                    <a:pt x="14" y="16"/>
                    <a:pt x="14" y="16"/>
                    <a:pt x="14" y="16"/>
                  </a:cubicBezTo>
                  <a:cubicBezTo>
                    <a:pt x="12" y="18"/>
                    <a:pt x="12" y="18"/>
                    <a:pt x="12" y="18"/>
                  </a:cubicBezTo>
                  <a:cubicBezTo>
                    <a:pt x="17" y="22"/>
                    <a:pt x="17" y="22"/>
                    <a:pt x="17" y="22"/>
                  </a:cubicBezTo>
                  <a:cubicBezTo>
                    <a:pt x="19" y="20"/>
                    <a:pt x="19" y="20"/>
                    <a:pt x="19" y="20"/>
                  </a:cubicBezTo>
                  <a:close/>
                  <a:moveTo>
                    <a:pt x="32" y="10"/>
                  </a:moveTo>
                  <a:cubicBezTo>
                    <a:pt x="32" y="45"/>
                    <a:pt x="32" y="45"/>
                    <a:pt x="32" y="45"/>
                  </a:cubicBezTo>
                  <a:cubicBezTo>
                    <a:pt x="32" y="45"/>
                    <a:pt x="27" y="45"/>
                    <a:pt x="25" y="41"/>
                  </a:cubicBezTo>
                  <a:cubicBezTo>
                    <a:pt x="24" y="37"/>
                    <a:pt x="28" y="16"/>
                    <a:pt x="28" y="14"/>
                  </a:cubicBezTo>
                  <a:cubicBezTo>
                    <a:pt x="28" y="13"/>
                    <a:pt x="28" y="10"/>
                    <a:pt x="28" y="10"/>
                  </a:cubicBezTo>
                  <a:lnTo>
                    <a:pt x="32" y="1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26" name="Group 25"/>
          <p:cNvGrpSpPr/>
          <p:nvPr/>
        </p:nvGrpSpPr>
        <p:grpSpPr>
          <a:xfrm>
            <a:off x="7532084" y="1831383"/>
            <a:ext cx="2856516" cy="1092501"/>
            <a:chOff x="7532084" y="1831383"/>
            <a:chExt cx="2856516" cy="1092501"/>
          </a:xfrm>
        </p:grpSpPr>
        <p:grpSp>
          <p:nvGrpSpPr>
            <p:cNvPr id="27" name="Group 26"/>
            <p:cNvGrpSpPr/>
            <p:nvPr/>
          </p:nvGrpSpPr>
          <p:grpSpPr>
            <a:xfrm>
              <a:off x="7532084" y="1831383"/>
              <a:ext cx="2856516" cy="1092501"/>
              <a:chOff x="7532084" y="1620367"/>
              <a:chExt cx="2856516" cy="1092501"/>
            </a:xfrm>
          </p:grpSpPr>
          <p:grpSp>
            <p:nvGrpSpPr>
              <p:cNvPr id="29" name="Group 28"/>
              <p:cNvGrpSpPr/>
              <p:nvPr/>
            </p:nvGrpSpPr>
            <p:grpSpPr>
              <a:xfrm>
                <a:off x="7532084" y="2215087"/>
                <a:ext cx="2244962" cy="497781"/>
                <a:chOff x="7743099" y="1907795"/>
                <a:chExt cx="2244962" cy="497781"/>
              </a:xfrm>
            </p:grpSpPr>
            <p:cxnSp>
              <p:nvCxnSpPr>
                <p:cNvPr id="31" name="Straight Connector 30"/>
                <p:cNvCxnSpPr/>
                <p:nvPr/>
              </p:nvCxnSpPr>
              <p:spPr>
                <a:xfrm>
                  <a:off x="7743099" y="2405575"/>
                  <a:ext cx="1696323" cy="0"/>
                </a:xfrm>
                <a:prstGeom prst="line">
                  <a:avLst/>
                </a:prstGeom>
                <a:ln w="25400">
                  <a:solidFill>
                    <a:srgbClr val="82B73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9425354" y="1907795"/>
                  <a:ext cx="562707" cy="497781"/>
                </a:xfrm>
                <a:prstGeom prst="line">
                  <a:avLst/>
                </a:prstGeom>
                <a:ln w="25400">
                  <a:solidFill>
                    <a:srgbClr val="82B732"/>
                  </a:solidFill>
                </a:ln>
              </p:spPr>
              <p:style>
                <a:lnRef idx="1">
                  <a:schemeClr val="accent1"/>
                </a:lnRef>
                <a:fillRef idx="0">
                  <a:schemeClr val="accent1"/>
                </a:fillRef>
                <a:effectRef idx="0">
                  <a:schemeClr val="accent1"/>
                </a:effectRef>
                <a:fontRef idx="minor">
                  <a:schemeClr val="tx1"/>
                </a:fontRef>
              </p:style>
            </p:cxnSp>
          </p:grpSp>
          <p:sp>
            <p:nvSpPr>
              <p:cNvPr id="30" name="Oval 29"/>
              <p:cNvSpPr/>
              <p:nvPr/>
            </p:nvSpPr>
            <p:spPr>
              <a:xfrm>
                <a:off x="9632897" y="1620367"/>
                <a:ext cx="755703" cy="755703"/>
              </a:xfrm>
              <a:prstGeom prst="ellipse">
                <a:avLst/>
              </a:prstGeom>
              <a:solidFill>
                <a:srgbClr val="82B7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28" name="Freeform 27"/>
            <p:cNvSpPr>
              <a:spLocks noEditPoints="1"/>
            </p:cNvSpPr>
            <p:nvPr/>
          </p:nvSpPr>
          <p:spPr bwMode="auto">
            <a:xfrm>
              <a:off x="9852359" y="2017450"/>
              <a:ext cx="316777" cy="38356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19" name="Group 18"/>
          <p:cNvGrpSpPr/>
          <p:nvPr/>
        </p:nvGrpSpPr>
        <p:grpSpPr>
          <a:xfrm>
            <a:off x="1753214" y="1831383"/>
            <a:ext cx="2856516" cy="1092501"/>
            <a:chOff x="1753214" y="1831383"/>
            <a:chExt cx="2856516" cy="1092501"/>
          </a:xfrm>
        </p:grpSpPr>
        <p:grpSp>
          <p:nvGrpSpPr>
            <p:cNvPr id="34" name="Group 33"/>
            <p:cNvGrpSpPr/>
            <p:nvPr/>
          </p:nvGrpSpPr>
          <p:grpSpPr>
            <a:xfrm flipH="1">
              <a:off x="1753214" y="1831383"/>
              <a:ext cx="2856516" cy="1092501"/>
              <a:chOff x="7532084" y="1620367"/>
              <a:chExt cx="2856516" cy="1092501"/>
            </a:xfrm>
          </p:grpSpPr>
          <p:grpSp>
            <p:nvGrpSpPr>
              <p:cNvPr id="36" name="Group 35"/>
              <p:cNvGrpSpPr/>
              <p:nvPr/>
            </p:nvGrpSpPr>
            <p:grpSpPr>
              <a:xfrm>
                <a:off x="7532084" y="2215087"/>
                <a:ext cx="2244962" cy="497781"/>
                <a:chOff x="7743099" y="1907795"/>
                <a:chExt cx="2244962" cy="497781"/>
              </a:xfrm>
            </p:grpSpPr>
            <p:cxnSp>
              <p:nvCxnSpPr>
                <p:cNvPr id="38" name="Straight Connector 37"/>
                <p:cNvCxnSpPr/>
                <p:nvPr/>
              </p:nvCxnSpPr>
              <p:spPr>
                <a:xfrm>
                  <a:off x="7743099" y="2405575"/>
                  <a:ext cx="1696323"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V="1">
                  <a:off x="9425354" y="1907795"/>
                  <a:ext cx="562707" cy="497781"/>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grpSp>
          <p:sp>
            <p:nvSpPr>
              <p:cNvPr id="37" name="Oval 36"/>
              <p:cNvSpPr/>
              <p:nvPr/>
            </p:nvSpPr>
            <p:spPr>
              <a:xfrm>
                <a:off x="9632897" y="1620367"/>
                <a:ext cx="755703" cy="755703"/>
              </a:xfrm>
              <a:prstGeom prst="ellipse">
                <a:avLst/>
              </a:prstGeom>
              <a:solidFill>
                <a:srgbClr val="F4BD0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35" name="Freeform 34"/>
            <p:cNvSpPr>
              <a:spLocks noEditPoints="1"/>
            </p:cNvSpPr>
            <p:nvPr/>
          </p:nvSpPr>
          <p:spPr bwMode="auto">
            <a:xfrm>
              <a:off x="1992714" y="1990734"/>
              <a:ext cx="276702" cy="43700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zh-CN" altLang="en-US">
                <a:solidFill>
                  <a:prstClr val="black"/>
                </a:solidFill>
              </a:endParaRPr>
            </a:p>
          </p:txBody>
        </p:sp>
      </p:grpSp>
      <p:grpSp>
        <p:nvGrpSpPr>
          <p:cNvPr id="40" name="Group 39"/>
          <p:cNvGrpSpPr/>
          <p:nvPr/>
        </p:nvGrpSpPr>
        <p:grpSpPr>
          <a:xfrm>
            <a:off x="161029" y="3122991"/>
            <a:ext cx="3953671" cy="2780371"/>
            <a:chOff x="1631649" y="2723940"/>
            <a:chExt cx="3953671" cy="2780371"/>
          </a:xfrm>
        </p:grpSpPr>
        <p:sp>
          <p:nvSpPr>
            <p:cNvPr id="41" name="TextBox 40"/>
            <p:cNvSpPr txBox="1"/>
            <p:nvPr/>
          </p:nvSpPr>
          <p:spPr>
            <a:xfrm>
              <a:off x="3436570" y="2723940"/>
              <a:ext cx="1765227" cy="523220"/>
            </a:xfrm>
            <a:prstGeom prst="rect">
              <a:avLst/>
            </a:prstGeom>
            <a:noFill/>
          </p:spPr>
          <p:txBody>
            <a:bodyPr wrap="none" rtlCol="0">
              <a:spAutoFit/>
            </a:bodyPr>
            <a:lstStyle/>
            <a:p>
              <a:pPr algn="r" rtl="1" fontAlgn="auto">
                <a:spcBef>
                  <a:spcPts val="0"/>
                </a:spcBef>
                <a:spcAft>
                  <a:spcPts val="0"/>
                </a:spcAft>
              </a:pPr>
              <a:r>
                <a:rPr lang="ar-SA" sz="2800" b="1" u="sng" dirty="0"/>
                <a:t>مهارة القراءة</a:t>
              </a:r>
              <a:endParaRPr lang="en-GB" sz="2800" b="1" u="sng" dirty="0">
                <a:solidFill>
                  <a:prstClr val="white">
                    <a:lumMod val="50000"/>
                  </a:prstClr>
                </a:solidFill>
                <a:latin typeface="Lato Light"/>
                <a:cs typeface="+mn-cs"/>
              </a:endParaRPr>
            </a:p>
          </p:txBody>
        </p:sp>
        <p:sp>
          <p:nvSpPr>
            <p:cNvPr id="42" name="Rectangle 41"/>
            <p:cNvSpPr/>
            <p:nvPr/>
          </p:nvSpPr>
          <p:spPr>
            <a:xfrm>
              <a:off x="1631649" y="3257542"/>
              <a:ext cx="3953671" cy="2246769"/>
            </a:xfrm>
            <a:prstGeom prst="rect">
              <a:avLst/>
            </a:prstGeom>
          </p:spPr>
          <p:txBody>
            <a:bodyPr wrap="square">
              <a:spAutoFit/>
            </a:bodyPr>
            <a:lstStyle/>
            <a:p>
              <a:pPr marL="0" lvl="2" algn="ctr" rtl="1"/>
              <a:r>
                <a:rPr lang="ar-SA" sz="2800" b="1" dirty="0"/>
                <a:t>: يجب أن تتوفر هذه المهارة في الشخص المستقبل للرسالة المرسلة من المرسل من أجل الفهم الصحيح ووصول الهدف المراد من عملية الاتصال</a:t>
              </a:r>
              <a:endParaRPr lang="en-US" sz="2800" b="1" dirty="0"/>
            </a:p>
          </p:txBody>
        </p:sp>
      </p:grpSp>
      <p:grpSp>
        <p:nvGrpSpPr>
          <p:cNvPr id="49" name="Group 48"/>
          <p:cNvGrpSpPr/>
          <p:nvPr/>
        </p:nvGrpSpPr>
        <p:grpSpPr>
          <a:xfrm flipH="1">
            <a:off x="8139228" y="2820548"/>
            <a:ext cx="3525402" cy="3411079"/>
            <a:chOff x="477895" y="2820548"/>
            <a:chExt cx="3525402" cy="3411079"/>
          </a:xfrm>
        </p:grpSpPr>
        <p:sp>
          <p:nvSpPr>
            <p:cNvPr id="50" name="TextBox 49"/>
            <p:cNvSpPr txBox="1"/>
            <p:nvPr/>
          </p:nvSpPr>
          <p:spPr>
            <a:xfrm>
              <a:off x="477895" y="2820548"/>
              <a:ext cx="1955985" cy="523220"/>
            </a:xfrm>
            <a:prstGeom prst="rect">
              <a:avLst/>
            </a:prstGeom>
            <a:noFill/>
          </p:spPr>
          <p:txBody>
            <a:bodyPr wrap="none" rtlCol="0">
              <a:spAutoFit/>
            </a:bodyPr>
            <a:lstStyle/>
            <a:p>
              <a:pPr algn="r" fontAlgn="auto">
                <a:spcBef>
                  <a:spcPts val="0"/>
                </a:spcBef>
                <a:spcAft>
                  <a:spcPts val="0"/>
                </a:spcAft>
              </a:pPr>
              <a:r>
                <a:rPr lang="ar-SA" sz="2800" b="1" dirty="0"/>
                <a:t>مهارة الاستماع</a:t>
              </a:r>
              <a:endParaRPr lang="en-GB" sz="2800" b="1" u="sng" dirty="0">
                <a:solidFill>
                  <a:prstClr val="white">
                    <a:lumMod val="50000"/>
                  </a:prstClr>
                </a:solidFill>
                <a:latin typeface="Lato Light"/>
                <a:cs typeface="+mn-cs"/>
              </a:endParaRPr>
            </a:p>
          </p:txBody>
        </p:sp>
        <p:sp>
          <p:nvSpPr>
            <p:cNvPr id="51" name="Rectangle 50"/>
            <p:cNvSpPr/>
            <p:nvPr/>
          </p:nvSpPr>
          <p:spPr>
            <a:xfrm>
              <a:off x="508976" y="3553971"/>
              <a:ext cx="3494321" cy="2677656"/>
            </a:xfrm>
            <a:prstGeom prst="rect">
              <a:avLst/>
            </a:prstGeom>
          </p:spPr>
          <p:txBody>
            <a:bodyPr wrap="square">
              <a:spAutoFit/>
            </a:bodyPr>
            <a:lstStyle/>
            <a:p>
              <a:pPr algn="ctr" fontAlgn="auto">
                <a:spcBef>
                  <a:spcPts val="0"/>
                </a:spcBef>
                <a:spcAft>
                  <a:spcPts val="0"/>
                </a:spcAft>
              </a:pPr>
              <a:r>
                <a:rPr lang="ar-SA" sz="2800" b="1" dirty="0"/>
                <a:t>في حال كانت الأداة المستخدمة في عملية الاتصال هي المحادثات الشفهية فإنه يجب أن تتوفر هذه المهارة في الشخص المستقبل</a:t>
              </a:r>
              <a:endParaRPr lang="en-GB" sz="2800" b="1" dirty="0">
                <a:solidFill>
                  <a:prstClr val="white">
                    <a:lumMod val="65000"/>
                  </a:prstClr>
                </a:solidFill>
                <a:latin typeface="Lato Light"/>
                <a:cs typeface="+mn-cs"/>
              </a:endParaRPr>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3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2369283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9" presetClass="entr" presetSubtype="0" decel="10000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 calcmode="lin" valueType="num">
                                          <p:cBhvr>
                                            <p:cTn id="12" dur="500" fill="hold"/>
                                            <p:tgtEl>
                                              <p:spTgt spid="12"/>
                                            </p:tgtEl>
                                            <p:attrNameLst>
                                              <p:attrName>style.rotation</p:attrName>
                                            </p:attrNameLst>
                                          </p:cBhvr>
                                          <p:tavLst>
                                            <p:tav tm="0">
                                              <p:val>
                                                <p:fltVal val="360"/>
                                              </p:val>
                                            </p:tav>
                                            <p:tav tm="100000">
                                              <p:val>
                                                <p:fltVal val="0"/>
                                              </p:val>
                                            </p:tav>
                                          </p:tavLst>
                                        </p:anim>
                                        <p:animEffect transition="in" filter="fade">
                                          <p:cBhvr>
                                            <p:cTn id="13" dur="500"/>
                                            <p:tgtEl>
                                              <p:spTgt spid="12"/>
                                            </p:tgtEl>
                                          </p:cBhvr>
                                        </p:animEffect>
                                      </p:childTnLst>
                                    </p:cTn>
                                  </p:par>
                                </p:childTnLst>
                              </p:cTn>
                            </p:par>
                            <p:par>
                              <p:cTn id="14" fill="hold">
                                <p:stCondLst>
                                  <p:cond delay="500"/>
                                </p:stCondLst>
                                <p:childTnLst>
                                  <p:par>
                                    <p:cTn id="15" presetID="2" presetClass="entr" presetSubtype="4" fill="hold" nodeType="afterEffect" p14:presetBounceEnd="20000">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14:bounceEnd="20000">
                                          <p:cBhvr additive="base">
                                            <p:cTn id="17" dur="500" fill="hold"/>
                                            <p:tgtEl>
                                              <p:spTgt spid="19"/>
                                            </p:tgtEl>
                                            <p:attrNameLst>
                                              <p:attrName>ppt_x</p:attrName>
                                            </p:attrNameLst>
                                          </p:cBhvr>
                                          <p:tavLst>
                                            <p:tav tm="0">
                                              <p:val>
                                                <p:strVal val="#ppt_x"/>
                                              </p:val>
                                            </p:tav>
                                            <p:tav tm="100000">
                                              <p:val>
                                                <p:strVal val="#ppt_x"/>
                                              </p:val>
                                            </p:tav>
                                          </p:tavLst>
                                        </p:anim>
                                        <p:anim calcmode="lin" valueType="num" p14:bounceEnd="20000">
                                          <p:cBhvr additive="base">
                                            <p:cTn id="18" dur="500" fill="hold"/>
                                            <p:tgtEl>
                                              <p:spTgt spid="19"/>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4" fill="hold" nodeType="afterEffect" p14:presetBounceEnd="20000">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14:bounceEnd="20000">
                                          <p:cBhvr additive="base">
                                            <p:cTn id="22" dur="500" fill="hold"/>
                                            <p:tgtEl>
                                              <p:spTgt spid="26"/>
                                            </p:tgtEl>
                                            <p:attrNameLst>
                                              <p:attrName>ppt_x</p:attrName>
                                            </p:attrNameLst>
                                          </p:cBhvr>
                                          <p:tavLst>
                                            <p:tav tm="0">
                                              <p:val>
                                                <p:strVal val="#ppt_x"/>
                                              </p:val>
                                            </p:tav>
                                            <p:tav tm="100000">
                                              <p:val>
                                                <p:strVal val="#ppt_x"/>
                                              </p:val>
                                            </p:tav>
                                          </p:tavLst>
                                        </p:anim>
                                        <p:anim calcmode="lin" valueType="num" p14:bounceEnd="20000">
                                          <p:cBhvr additive="base">
                                            <p:cTn id="23" dur="50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12" presetClass="entr" presetSubtype="1"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p:tgtEl>
                                              <p:spTgt spid="40"/>
                                            </p:tgtEl>
                                            <p:attrNameLst>
                                              <p:attrName>ppt_y</p:attrName>
                                            </p:attrNameLst>
                                          </p:cBhvr>
                                          <p:tavLst>
                                            <p:tav tm="0">
                                              <p:val>
                                                <p:strVal val="#ppt_y-#ppt_h*1.125000"/>
                                              </p:val>
                                            </p:tav>
                                            <p:tav tm="100000">
                                              <p:val>
                                                <p:strVal val="#ppt_y"/>
                                              </p:val>
                                            </p:tav>
                                          </p:tavLst>
                                        </p:anim>
                                        <p:animEffect transition="in" filter="wipe(down)">
                                          <p:cBhvr>
                                            <p:cTn id="28" dur="500"/>
                                            <p:tgtEl>
                                              <p:spTgt spid="40"/>
                                            </p:tgtEl>
                                          </p:cBhvr>
                                        </p:animEffect>
                                      </p:childTnLst>
                                    </p:cTn>
                                  </p:par>
                                  <p:par>
                                    <p:cTn id="29" presetID="12" presetClass="entr" presetSubtype="1" fill="hold" nodeType="with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additive="base">
                                            <p:cTn id="31" dur="500"/>
                                            <p:tgtEl>
                                              <p:spTgt spid="49"/>
                                            </p:tgtEl>
                                            <p:attrNameLst>
                                              <p:attrName>ppt_y</p:attrName>
                                            </p:attrNameLst>
                                          </p:cBhvr>
                                          <p:tavLst>
                                            <p:tav tm="0">
                                              <p:val>
                                                <p:strVal val="#ppt_y-#ppt_h*1.125000"/>
                                              </p:val>
                                            </p:tav>
                                            <p:tav tm="100000">
                                              <p:val>
                                                <p:strVal val="#ppt_y"/>
                                              </p:val>
                                            </p:tav>
                                          </p:tavLst>
                                        </p:anim>
                                        <p:animEffect transition="in" filter="wipe(down)">
                                          <p:cBhvr>
                                            <p:cTn id="3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9" presetClass="entr" presetSubtype="0" decel="10000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 calcmode="lin" valueType="num">
                                          <p:cBhvr>
                                            <p:cTn id="12" dur="500" fill="hold"/>
                                            <p:tgtEl>
                                              <p:spTgt spid="12"/>
                                            </p:tgtEl>
                                            <p:attrNameLst>
                                              <p:attrName>style.rotation</p:attrName>
                                            </p:attrNameLst>
                                          </p:cBhvr>
                                          <p:tavLst>
                                            <p:tav tm="0">
                                              <p:val>
                                                <p:fltVal val="360"/>
                                              </p:val>
                                            </p:tav>
                                            <p:tav tm="100000">
                                              <p:val>
                                                <p:fltVal val="0"/>
                                              </p:val>
                                            </p:tav>
                                          </p:tavLst>
                                        </p:anim>
                                        <p:animEffect transition="in" filter="fade">
                                          <p:cBhvr>
                                            <p:cTn id="13" dur="500"/>
                                            <p:tgtEl>
                                              <p:spTgt spid="12"/>
                                            </p:tgtEl>
                                          </p:cBhvr>
                                        </p:animEffect>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ppt_x"/>
                                              </p:val>
                                            </p:tav>
                                            <p:tav tm="100000">
                                              <p:val>
                                                <p:strVal val="#ppt_x"/>
                                              </p:val>
                                            </p:tav>
                                          </p:tavLst>
                                        </p:anim>
                                        <p:anim calcmode="lin" valueType="num">
                                          <p:cBhvr additive="base">
                                            <p:cTn id="18" dur="500" fill="hold"/>
                                            <p:tgtEl>
                                              <p:spTgt spid="19"/>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4"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500" fill="hold"/>
                                            <p:tgtEl>
                                              <p:spTgt spid="26"/>
                                            </p:tgtEl>
                                            <p:attrNameLst>
                                              <p:attrName>ppt_x</p:attrName>
                                            </p:attrNameLst>
                                          </p:cBhvr>
                                          <p:tavLst>
                                            <p:tav tm="0">
                                              <p:val>
                                                <p:strVal val="#ppt_x"/>
                                              </p:val>
                                            </p:tav>
                                            <p:tav tm="100000">
                                              <p:val>
                                                <p:strVal val="#ppt_x"/>
                                              </p:val>
                                            </p:tav>
                                          </p:tavLst>
                                        </p:anim>
                                        <p:anim calcmode="lin" valueType="num">
                                          <p:cBhvr additive="base">
                                            <p:cTn id="23" dur="50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12" presetClass="entr" presetSubtype="1"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p:tgtEl>
                                              <p:spTgt spid="40"/>
                                            </p:tgtEl>
                                            <p:attrNameLst>
                                              <p:attrName>ppt_y</p:attrName>
                                            </p:attrNameLst>
                                          </p:cBhvr>
                                          <p:tavLst>
                                            <p:tav tm="0">
                                              <p:val>
                                                <p:strVal val="#ppt_y-#ppt_h*1.125000"/>
                                              </p:val>
                                            </p:tav>
                                            <p:tav tm="100000">
                                              <p:val>
                                                <p:strVal val="#ppt_y"/>
                                              </p:val>
                                            </p:tav>
                                          </p:tavLst>
                                        </p:anim>
                                        <p:animEffect transition="in" filter="wipe(down)">
                                          <p:cBhvr>
                                            <p:cTn id="28" dur="500"/>
                                            <p:tgtEl>
                                              <p:spTgt spid="40"/>
                                            </p:tgtEl>
                                          </p:cBhvr>
                                        </p:animEffect>
                                      </p:childTnLst>
                                    </p:cTn>
                                  </p:par>
                                  <p:par>
                                    <p:cTn id="29" presetID="12" presetClass="entr" presetSubtype="1" fill="hold" nodeType="withEffect">
                                      <p:stCondLst>
                                        <p:cond delay="0"/>
                                      </p:stCondLst>
                                      <p:childTnLst>
                                        <p:set>
                                          <p:cBhvr>
                                            <p:cTn id="30" dur="1" fill="hold">
                                              <p:stCondLst>
                                                <p:cond delay="0"/>
                                              </p:stCondLst>
                                            </p:cTn>
                                            <p:tgtEl>
                                              <p:spTgt spid="49"/>
                                            </p:tgtEl>
                                            <p:attrNameLst>
                                              <p:attrName>style.visibility</p:attrName>
                                            </p:attrNameLst>
                                          </p:cBhvr>
                                          <p:to>
                                            <p:strVal val="visible"/>
                                          </p:to>
                                        </p:set>
                                        <p:anim calcmode="lin" valueType="num">
                                          <p:cBhvr additive="base">
                                            <p:cTn id="31" dur="500"/>
                                            <p:tgtEl>
                                              <p:spTgt spid="49"/>
                                            </p:tgtEl>
                                            <p:attrNameLst>
                                              <p:attrName>ppt_y</p:attrName>
                                            </p:attrNameLst>
                                          </p:cBhvr>
                                          <p:tavLst>
                                            <p:tav tm="0">
                                              <p:val>
                                                <p:strVal val="#ppt_y-#ppt_h*1.125000"/>
                                              </p:val>
                                            </p:tav>
                                            <p:tav tm="100000">
                                              <p:val>
                                                <p:strVal val="#ppt_y"/>
                                              </p:val>
                                            </p:tav>
                                          </p:tavLst>
                                        </p:anim>
                                        <p:animEffect transition="in" filter="wipe(down)">
                                          <p:cBhvr>
                                            <p:cTn id="3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نماذج وأمثلة الاتصال التعليمي</a:t>
            </a:r>
            <a:endParaRPr lang="en-US" u="sng" dirty="0">
              <a:solidFill>
                <a:schemeClr val="tx1"/>
              </a:solidFill>
            </a:endParaRPr>
          </a:p>
        </p:txBody>
      </p:sp>
      <p:sp>
        <p:nvSpPr>
          <p:cNvPr id="19" name="任意多边形 31"/>
          <p:cNvSpPr/>
          <p:nvPr/>
        </p:nvSpPr>
        <p:spPr>
          <a:xfrm>
            <a:off x="5655269" y="2205696"/>
            <a:ext cx="1123870" cy="481263"/>
          </a:xfrm>
          <a:custGeom>
            <a:avLst/>
            <a:gdLst>
              <a:gd name="connsiteX0" fmla="*/ 0 w 1816769"/>
              <a:gd name="connsiteY0" fmla="*/ 481263 h 481263"/>
              <a:gd name="connsiteX1" fmla="*/ 493295 w 1816769"/>
              <a:gd name="connsiteY1" fmla="*/ 24063 h 481263"/>
              <a:gd name="connsiteX2" fmla="*/ 1816769 w 1816769"/>
              <a:gd name="connsiteY2" fmla="*/ 0 h 481263"/>
            </a:gdLst>
            <a:ahLst/>
            <a:cxnLst>
              <a:cxn ang="0">
                <a:pos x="connsiteX0" y="connsiteY0"/>
              </a:cxn>
              <a:cxn ang="0">
                <a:pos x="connsiteX1" y="connsiteY1"/>
              </a:cxn>
              <a:cxn ang="0">
                <a:pos x="connsiteX2" y="connsiteY2"/>
              </a:cxn>
            </a:cxnLst>
            <a:rect l="l" t="t" r="r" b="b"/>
            <a:pathLst>
              <a:path w="1816769" h="481263">
                <a:moveTo>
                  <a:pt x="0" y="481263"/>
                </a:moveTo>
                <a:lnTo>
                  <a:pt x="493295" y="24063"/>
                </a:lnTo>
                <a:lnTo>
                  <a:pt x="1816769" y="0"/>
                </a:lnTo>
              </a:path>
            </a:pathLst>
          </a:custGeom>
          <a:noFill/>
          <a:ln w="25400" cap="flat" cmpd="sng" algn="ctr">
            <a:solidFill>
              <a:schemeClr val="bg1">
                <a:lumMod val="85000"/>
              </a:schemeClr>
            </a:solidFill>
            <a:prstDash val="sysDot"/>
            <a:headEnd type="oval"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0" name="任意多边形 33"/>
          <p:cNvSpPr/>
          <p:nvPr/>
        </p:nvSpPr>
        <p:spPr>
          <a:xfrm flipV="1">
            <a:off x="6975828" y="4713853"/>
            <a:ext cx="2680802" cy="481263"/>
          </a:xfrm>
          <a:custGeom>
            <a:avLst/>
            <a:gdLst>
              <a:gd name="connsiteX0" fmla="*/ 0 w 1816769"/>
              <a:gd name="connsiteY0" fmla="*/ 481263 h 481263"/>
              <a:gd name="connsiteX1" fmla="*/ 493295 w 1816769"/>
              <a:gd name="connsiteY1" fmla="*/ 24063 h 481263"/>
              <a:gd name="connsiteX2" fmla="*/ 1816769 w 1816769"/>
              <a:gd name="connsiteY2" fmla="*/ 0 h 481263"/>
            </a:gdLst>
            <a:ahLst/>
            <a:cxnLst>
              <a:cxn ang="0">
                <a:pos x="connsiteX0" y="connsiteY0"/>
              </a:cxn>
              <a:cxn ang="0">
                <a:pos x="connsiteX1" y="connsiteY1"/>
              </a:cxn>
              <a:cxn ang="0">
                <a:pos x="connsiteX2" y="connsiteY2"/>
              </a:cxn>
            </a:cxnLst>
            <a:rect l="l" t="t" r="r" b="b"/>
            <a:pathLst>
              <a:path w="1816769" h="481263">
                <a:moveTo>
                  <a:pt x="0" y="481263"/>
                </a:moveTo>
                <a:lnTo>
                  <a:pt x="493295" y="24063"/>
                </a:lnTo>
                <a:lnTo>
                  <a:pt x="1816769" y="0"/>
                </a:lnTo>
              </a:path>
            </a:pathLst>
          </a:custGeom>
          <a:noFill/>
          <a:ln w="25400" cap="flat" cmpd="sng" algn="ctr">
            <a:solidFill>
              <a:schemeClr val="bg1">
                <a:lumMod val="85000"/>
              </a:schemeClr>
            </a:solidFill>
            <a:prstDash val="sysDot"/>
            <a:headEnd type="oval"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4" name="组合 21"/>
          <p:cNvGrpSpPr/>
          <p:nvPr/>
        </p:nvGrpSpPr>
        <p:grpSpPr>
          <a:xfrm>
            <a:off x="1030053" y="2108534"/>
            <a:ext cx="4907982" cy="3888432"/>
            <a:chOff x="1878788" y="1844824"/>
            <a:chExt cx="5501524" cy="4358676"/>
          </a:xfrm>
          <a:effectLst>
            <a:outerShdw blurRad="76200" dir="18900000" sy="23000" kx="-1200000" algn="bl" rotWithShape="0">
              <a:prstClr val="black">
                <a:alpha val="20000"/>
              </a:prstClr>
            </a:outerShdw>
          </a:effectLst>
          <a:scene3d>
            <a:camera prst="perspectiveFront" fov="5100000">
              <a:rot lat="0" lon="2400000" rev="600000"/>
            </a:camera>
            <a:lightRig rig="flood" dir="t">
              <a:rot lat="0" lon="0" rev="13800000"/>
            </a:lightRig>
          </a:scene3d>
        </p:grpSpPr>
        <p:grpSp>
          <p:nvGrpSpPr>
            <p:cNvPr id="26" name="组合 22"/>
            <p:cNvGrpSpPr/>
            <p:nvPr/>
          </p:nvGrpSpPr>
          <p:grpSpPr>
            <a:xfrm>
              <a:off x="3973117" y="1844824"/>
              <a:ext cx="3407195" cy="2921225"/>
              <a:chOff x="3653729" y="2072310"/>
              <a:chExt cx="3407195" cy="2921225"/>
            </a:xfrm>
          </p:grpSpPr>
          <p:sp>
            <p:nvSpPr>
              <p:cNvPr id="31" name="椭圆 1"/>
              <p:cNvSpPr/>
              <p:nvPr/>
            </p:nvSpPr>
            <p:spPr>
              <a:xfrm rot="1804572" flipH="1">
                <a:off x="3653729" y="2072310"/>
                <a:ext cx="3407195" cy="2681687"/>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1"/>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2" name="椭圆 1"/>
              <p:cNvSpPr/>
              <p:nvPr/>
            </p:nvSpPr>
            <p:spPr>
              <a:xfrm rot="2651175" flipH="1">
                <a:off x="3706262" y="2819731"/>
                <a:ext cx="2761909" cy="2173804"/>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2"/>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27" name="椭圆 23"/>
            <p:cNvSpPr/>
            <p:nvPr/>
          </p:nvSpPr>
          <p:spPr>
            <a:xfrm rot="16200000">
              <a:off x="3374725" y="2854431"/>
              <a:ext cx="2397100" cy="2397100"/>
            </a:xfrm>
            <a:prstGeom prst="ellipse">
              <a:avLst/>
            </a:prstGeom>
            <a:solidFill>
              <a:schemeClr val="accent3"/>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8" name="组合 24"/>
            <p:cNvGrpSpPr/>
            <p:nvPr/>
          </p:nvGrpSpPr>
          <p:grpSpPr>
            <a:xfrm rot="18319944" flipH="1">
              <a:off x="1635803" y="3039290"/>
              <a:ext cx="3407195" cy="2921226"/>
              <a:chOff x="442591" y="2950100"/>
              <a:chExt cx="3407195" cy="2921226"/>
            </a:xfrm>
          </p:grpSpPr>
          <p:sp>
            <p:nvSpPr>
              <p:cNvPr id="29" name="椭圆 1"/>
              <p:cNvSpPr/>
              <p:nvPr/>
            </p:nvSpPr>
            <p:spPr>
              <a:xfrm rot="1804572" flipH="1">
                <a:off x="442591" y="2950100"/>
                <a:ext cx="3407195" cy="2681687"/>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5"/>
              </a:solidFill>
              <a:ln w="25400" cap="flat" cmpd="sng" algn="ctr">
                <a:noFill/>
                <a:prstDash val="solid"/>
              </a:ln>
              <a:effectLst>
                <a:outerShdw blurRad="184150" dist="241300" dir="11520000" sx="110000" sy="110000" algn="ctr">
                  <a:srgbClr val="000000">
                    <a:alpha val="54000"/>
                  </a:srgbClr>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0" name="椭圆 1"/>
              <p:cNvSpPr/>
              <p:nvPr/>
            </p:nvSpPr>
            <p:spPr>
              <a:xfrm rot="2651175" flipH="1">
                <a:off x="495124" y="3697522"/>
                <a:ext cx="2761909" cy="2173804"/>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4"/>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grpSp>
        <p:nvGrpSpPr>
          <p:cNvPr id="35" name="Group 34"/>
          <p:cNvGrpSpPr/>
          <p:nvPr/>
        </p:nvGrpSpPr>
        <p:grpSpPr>
          <a:xfrm>
            <a:off x="6586296" y="1990181"/>
            <a:ext cx="5141891" cy="3267784"/>
            <a:chOff x="6153194" y="1827138"/>
            <a:chExt cx="5141891" cy="3267784"/>
          </a:xfrm>
        </p:grpSpPr>
        <p:sp>
          <p:nvSpPr>
            <p:cNvPr id="36" name="TextBox 35"/>
            <p:cNvSpPr txBox="1"/>
            <p:nvPr/>
          </p:nvSpPr>
          <p:spPr>
            <a:xfrm>
              <a:off x="7916169" y="1827138"/>
              <a:ext cx="3334566" cy="584775"/>
            </a:xfrm>
            <a:prstGeom prst="rect">
              <a:avLst/>
            </a:prstGeom>
            <a:noFill/>
          </p:spPr>
          <p:txBody>
            <a:bodyPr wrap="square" rtlCol="0">
              <a:spAutoFit/>
            </a:bodyPr>
            <a:lstStyle/>
            <a:p>
              <a:pPr algn="r" rtl="1"/>
              <a:r>
                <a:rPr lang="ar-SA" sz="3200" b="1" u="sng" dirty="0">
                  <a:solidFill>
                    <a:srgbClr val="168FBF"/>
                  </a:solidFill>
                </a:rPr>
                <a:t>التواصل الفضائي </a:t>
              </a:r>
              <a:endParaRPr lang="en-GB" sz="3200" b="1" u="sng" dirty="0">
                <a:solidFill>
                  <a:srgbClr val="168FBF"/>
                </a:solidFill>
              </a:endParaRPr>
            </a:p>
          </p:txBody>
        </p:sp>
        <p:sp>
          <p:nvSpPr>
            <p:cNvPr id="37" name="Rectangle 36"/>
            <p:cNvSpPr/>
            <p:nvPr/>
          </p:nvSpPr>
          <p:spPr>
            <a:xfrm>
              <a:off x="6153194" y="2540377"/>
              <a:ext cx="5141891" cy="2554545"/>
            </a:xfrm>
            <a:prstGeom prst="rect">
              <a:avLst/>
            </a:prstGeom>
          </p:spPr>
          <p:txBody>
            <a:bodyPr wrap="square">
              <a:spAutoFit/>
            </a:bodyPr>
            <a:lstStyle/>
            <a:p>
              <a:pPr algn="ctr" rtl="1"/>
              <a:r>
                <a:rPr lang="ar-SA" sz="3200" b="1" dirty="0"/>
                <a:t>تعتبر ليلة الإسراء والمعراج ليلة إعجازية فى الإسلام حيث عرج الرسول (صلى الله عليه وسلم) إلى السماوات السبع واطلع على ما فيها من نار وجنة وعذاب ومتعة</a:t>
              </a:r>
              <a:endParaRPr lang="en-GB" sz="3200" b="1" dirty="0"/>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2380406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22" presetClass="entr" presetSubtype="8" fill="hold" grpId="0"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500"/>
                                        <p:tgtEl>
                                          <p:spTgt spid="19"/>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500"/>
                                        <p:tgtEl>
                                          <p:spTgt spid="35"/>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wipe(left)">
                                      <p:cBhvr>
                                        <p:cTn id="1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9" grpId="0" animBg="1"/>
      <p:bldP spid="20"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نماذج وأمثلة الاتصال التعليمي</a:t>
            </a:r>
            <a:endParaRPr lang="en-US" u="sng" dirty="0">
              <a:solidFill>
                <a:schemeClr val="tx1"/>
              </a:solidFill>
            </a:endParaRPr>
          </a:p>
        </p:txBody>
      </p:sp>
      <p:sp>
        <p:nvSpPr>
          <p:cNvPr id="22" name="任意多边形 37"/>
          <p:cNvSpPr/>
          <p:nvPr/>
        </p:nvSpPr>
        <p:spPr>
          <a:xfrm flipH="1">
            <a:off x="5177395" y="2773080"/>
            <a:ext cx="1592428" cy="1665406"/>
          </a:xfrm>
          <a:custGeom>
            <a:avLst/>
            <a:gdLst>
              <a:gd name="connsiteX0" fmla="*/ 0 w 1816769"/>
              <a:gd name="connsiteY0" fmla="*/ 481263 h 481263"/>
              <a:gd name="connsiteX1" fmla="*/ 493295 w 1816769"/>
              <a:gd name="connsiteY1" fmla="*/ 24063 h 481263"/>
              <a:gd name="connsiteX2" fmla="*/ 1816769 w 1816769"/>
              <a:gd name="connsiteY2" fmla="*/ 0 h 481263"/>
            </a:gdLst>
            <a:ahLst/>
            <a:cxnLst>
              <a:cxn ang="0">
                <a:pos x="connsiteX0" y="connsiteY0"/>
              </a:cxn>
              <a:cxn ang="0">
                <a:pos x="connsiteX1" y="connsiteY1"/>
              </a:cxn>
              <a:cxn ang="0">
                <a:pos x="connsiteX2" y="connsiteY2"/>
              </a:cxn>
            </a:cxnLst>
            <a:rect l="l" t="t" r="r" b="b"/>
            <a:pathLst>
              <a:path w="1816769" h="481263">
                <a:moveTo>
                  <a:pt x="0" y="481263"/>
                </a:moveTo>
                <a:lnTo>
                  <a:pt x="493295" y="24063"/>
                </a:lnTo>
                <a:lnTo>
                  <a:pt x="1816769" y="0"/>
                </a:lnTo>
              </a:path>
            </a:pathLst>
          </a:custGeom>
          <a:noFill/>
          <a:ln w="25400" cap="flat" cmpd="sng" algn="ctr">
            <a:solidFill>
              <a:schemeClr val="bg1">
                <a:lumMod val="85000"/>
              </a:schemeClr>
            </a:solidFill>
            <a:prstDash val="sysDot"/>
            <a:headEnd type="oval"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4" name="组合 21"/>
          <p:cNvGrpSpPr/>
          <p:nvPr/>
        </p:nvGrpSpPr>
        <p:grpSpPr>
          <a:xfrm>
            <a:off x="5667232" y="2409599"/>
            <a:ext cx="4907982" cy="3888432"/>
            <a:chOff x="1878788" y="1844824"/>
            <a:chExt cx="5501524" cy="4358676"/>
          </a:xfrm>
          <a:effectLst>
            <a:outerShdw blurRad="76200" dir="18900000" sy="23000" kx="-1200000" algn="bl" rotWithShape="0">
              <a:prstClr val="black">
                <a:alpha val="20000"/>
              </a:prstClr>
            </a:outerShdw>
          </a:effectLst>
          <a:scene3d>
            <a:camera prst="perspectiveFront" fov="5100000">
              <a:rot lat="0" lon="2400000" rev="600000"/>
            </a:camera>
            <a:lightRig rig="flood" dir="t">
              <a:rot lat="0" lon="0" rev="13800000"/>
            </a:lightRig>
          </a:scene3d>
        </p:grpSpPr>
        <p:grpSp>
          <p:nvGrpSpPr>
            <p:cNvPr id="26" name="组合 22"/>
            <p:cNvGrpSpPr/>
            <p:nvPr/>
          </p:nvGrpSpPr>
          <p:grpSpPr>
            <a:xfrm>
              <a:off x="3973117" y="1844824"/>
              <a:ext cx="3407195" cy="2921225"/>
              <a:chOff x="3653729" y="2072310"/>
              <a:chExt cx="3407195" cy="2921225"/>
            </a:xfrm>
          </p:grpSpPr>
          <p:sp>
            <p:nvSpPr>
              <p:cNvPr id="31" name="椭圆 1"/>
              <p:cNvSpPr/>
              <p:nvPr/>
            </p:nvSpPr>
            <p:spPr>
              <a:xfrm rot="1804572" flipH="1">
                <a:off x="3653729" y="2072310"/>
                <a:ext cx="3407195" cy="2681687"/>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1"/>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2" name="椭圆 1"/>
              <p:cNvSpPr/>
              <p:nvPr/>
            </p:nvSpPr>
            <p:spPr>
              <a:xfrm rot="2651175" flipH="1">
                <a:off x="3706262" y="2819731"/>
                <a:ext cx="2761909" cy="2173804"/>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2"/>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27" name="椭圆 23"/>
            <p:cNvSpPr/>
            <p:nvPr/>
          </p:nvSpPr>
          <p:spPr>
            <a:xfrm rot="16200000">
              <a:off x="3374725" y="2854431"/>
              <a:ext cx="2397100" cy="2397100"/>
            </a:xfrm>
            <a:prstGeom prst="ellipse">
              <a:avLst/>
            </a:prstGeom>
            <a:solidFill>
              <a:schemeClr val="accent3"/>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8" name="组合 24"/>
            <p:cNvGrpSpPr/>
            <p:nvPr/>
          </p:nvGrpSpPr>
          <p:grpSpPr>
            <a:xfrm rot="18319944" flipH="1">
              <a:off x="1635803" y="3039290"/>
              <a:ext cx="3407195" cy="2921226"/>
              <a:chOff x="442591" y="2950100"/>
              <a:chExt cx="3407195" cy="2921226"/>
            </a:xfrm>
          </p:grpSpPr>
          <p:sp>
            <p:nvSpPr>
              <p:cNvPr id="29" name="椭圆 1"/>
              <p:cNvSpPr/>
              <p:nvPr/>
            </p:nvSpPr>
            <p:spPr>
              <a:xfrm rot="1804572" flipH="1">
                <a:off x="442591" y="2950100"/>
                <a:ext cx="3407195" cy="2681687"/>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5"/>
              </a:solidFill>
              <a:ln w="25400" cap="flat" cmpd="sng" algn="ctr">
                <a:noFill/>
                <a:prstDash val="solid"/>
              </a:ln>
              <a:effectLst>
                <a:outerShdw blurRad="184150" dist="241300" dir="11520000" sx="110000" sy="110000" algn="ctr">
                  <a:srgbClr val="000000">
                    <a:alpha val="54000"/>
                  </a:srgbClr>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0" name="椭圆 1"/>
              <p:cNvSpPr/>
              <p:nvPr/>
            </p:nvSpPr>
            <p:spPr>
              <a:xfrm rot="2651175" flipH="1">
                <a:off x="495124" y="3697522"/>
                <a:ext cx="2761909" cy="2173804"/>
              </a:xfrm>
              <a:custGeom>
                <a:avLst/>
                <a:gdLst/>
                <a:ahLst/>
                <a:cxnLst/>
                <a:rect l="l" t="t" r="r" b="b"/>
                <a:pathLst>
                  <a:path w="3681600" h="2897661">
                    <a:moveTo>
                      <a:pt x="1908212" y="0"/>
                    </a:moveTo>
                    <a:cubicBezTo>
                      <a:pt x="2714199" y="0"/>
                      <a:pt x="3403476" y="499696"/>
                      <a:pt x="3681600" y="1206796"/>
                    </a:cubicBezTo>
                    <a:cubicBezTo>
                      <a:pt x="3348680" y="655463"/>
                      <a:pt x="2743363" y="288032"/>
                      <a:pt x="2052228" y="288032"/>
                    </a:cubicBezTo>
                    <a:cubicBezTo>
                      <a:pt x="998352" y="288032"/>
                      <a:pt x="144016" y="1142368"/>
                      <a:pt x="144016" y="2196244"/>
                    </a:cubicBezTo>
                    <a:cubicBezTo>
                      <a:pt x="144016" y="2444134"/>
                      <a:pt x="191284" y="2680983"/>
                      <a:pt x="278840" y="2897661"/>
                    </a:cubicBezTo>
                    <a:cubicBezTo>
                      <a:pt x="101215" y="2610055"/>
                      <a:pt x="0" y="2270953"/>
                      <a:pt x="0" y="1908212"/>
                    </a:cubicBezTo>
                    <a:cubicBezTo>
                      <a:pt x="0" y="854336"/>
                      <a:pt x="854336" y="0"/>
                      <a:pt x="1908212" y="0"/>
                    </a:cubicBezTo>
                    <a:close/>
                  </a:path>
                </a:pathLst>
              </a:custGeom>
              <a:solidFill>
                <a:schemeClr val="accent4"/>
              </a:solidFill>
              <a:ln w="25400" cap="flat" cmpd="sng" algn="ctr">
                <a:noFill/>
                <a:prstDash val="solid"/>
              </a:ln>
              <a:effectLst>
                <a:outerShdw sx="1000" sy="1000" algn="ctr">
                  <a:srgbClr val="000000"/>
                </a:outerShdw>
              </a:effectLst>
              <a:sp3d extrusionH="107950">
                <a:bevelT w="82550" h="63500" prst="divot"/>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grpSp>
        <p:nvGrpSpPr>
          <p:cNvPr id="44" name="Group 43"/>
          <p:cNvGrpSpPr/>
          <p:nvPr/>
        </p:nvGrpSpPr>
        <p:grpSpPr>
          <a:xfrm flipH="1">
            <a:off x="618222" y="2492042"/>
            <a:ext cx="4299856" cy="2857902"/>
            <a:chOff x="8044409" y="1682985"/>
            <a:chExt cx="4299856" cy="2857902"/>
          </a:xfrm>
        </p:grpSpPr>
        <p:sp>
          <p:nvSpPr>
            <p:cNvPr id="45" name="TextBox 44"/>
            <p:cNvSpPr txBox="1"/>
            <p:nvPr/>
          </p:nvSpPr>
          <p:spPr>
            <a:xfrm>
              <a:off x="8044409" y="1682985"/>
              <a:ext cx="2056973" cy="584775"/>
            </a:xfrm>
            <a:prstGeom prst="rect">
              <a:avLst/>
            </a:prstGeom>
            <a:noFill/>
          </p:spPr>
          <p:txBody>
            <a:bodyPr wrap="none" rtlCol="0">
              <a:spAutoFit/>
            </a:bodyPr>
            <a:lstStyle/>
            <a:p>
              <a:pPr algn="r"/>
              <a:r>
                <a:rPr lang="ar-SA" sz="3200" b="1" u="sng" dirty="0">
                  <a:solidFill>
                    <a:srgbClr val="CA4F28"/>
                  </a:solidFill>
                </a:rPr>
                <a:t>نماذج الاتصال</a:t>
              </a:r>
              <a:endParaRPr lang="en-GB" sz="3200" b="1" u="sng" dirty="0">
                <a:solidFill>
                  <a:srgbClr val="CA4F28"/>
                </a:solidFill>
              </a:endParaRPr>
            </a:p>
          </p:txBody>
        </p:sp>
        <p:sp>
          <p:nvSpPr>
            <p:cNvPr id="46" name="Rectangle 45"/>
            <p:cNvSpPr/>
            <p:nvPr/>
          </p:nvSpPr>
          <p:spPr>
            <a:xfrm>
              <a:off x="8044451" y="2478784"/>
              <a:ext cx="4299814" cy="2062103"/>
            </a:xfrm>
            <a:prstGeom prst="rect">
              <a:avLst/>
            </a:prstGeom>
          </p:spPr>
          <p:txBody>
            <a:bodyPr wrap="square">
              <a:spAutoFit/>
            </a:bodyPr>
            <a:lstStyle/>
            <a:p>
              <a:pPr algn="ctr" rtl="1"/>
              <a:r>
                <a:rPr lang="ar-SA" sz="3200" b="1" dirty="0"/>
                <a:t>المخططات التي توضح علاقة عناصر الاتصال بعضها البعض وموقع كل منها في منظومة الاتصال</a:t>
              </a:r>
              <a:endParaRPr lang="en-US" sz="3200" b="1" dirty="0"/>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7034994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22" presetClass="entr" presetSubtype="2" fill="hold" grpId="0" nodeType="after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right)">
                                      <p:cBhvr>
                                        <p:cTn id="10" dur="500"/>
                                        <p:tgtEl>
                                          <p:spTgt spid="22"/>
                                        </p:tgtEl>
                                      </p:cBhvr>
                                    </p:animEffect>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2"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أولاً: نماذج الاتصال النفسية</a:t>
            </a:r>
            <a:endParaRPr lang="en-US" u="sng" dirty="0">
              <a:solidFill>
                <a:schemeClr val="tx1"/>
              </a:solidFill>
            </a:endParaRPr>
          </a:p>
        </p:txBody>
      </p:sp>
      <p:sp>
        <p:nvSpPr>
          <p:cNvPr id="28" name="TextBox 27"/>
          <p:cNvSpPr txBox="1"/>
          <p:nvPr/>
        </p:nvSpPr>
        <p:spPr>
          <a:xfrm>
            <a:off x="4921643" y="2898492"/>
            <a:ext cx="1670650" cy="584775"/>
          </a:xfrm>
          <a:prstGeom prst="rect">
            <a:avLst/>
          </a:prstGeom>
          <a:noFill/>
        </p:spPr>
        <p:txBody>
          <a:bodyPr wrap="none" rtlCol="0">
            <a:spAutoFit/>
          </a:bodyPr>
          <a:lstStyle/>
          <a:p>
            <a:pPr fontAlgn="auto">
              <a:spcBef>
                <a:spcPts val="0"/>
              </a:spcBef>
              <a:spcAft>
                <a:spcPts val="0"/>
              </a:spcAft>
            </a:pPr>
            <a:r>
              <a:rPr lang="ar-SA" sz="3200" b="1" dirty="0">
                <a:solidFill>
                  <a:srgbClr val="0070C0"/>
                </a:solidFill>
              </a:rPr>
              <a:t>وهي نماذج</a:t>
            </a:r>
            <a:endParaRPr lang="en-GB" sz="3200" b="1" dirty="0">
              <a:solidFill>
                <a:srgbClr val="0070C0"/>
              </a:solidFill>
              <a:latin typeface="Lato Light"/>
              <a:cs typeface="+mn-cs"/>
            </a:endParaRPr>
          </a:p>
        </p:txBody>
      </p:sp>
      <p:sp>
        <p:nvSpPr>
          <p:cNvPr id="29" name="Rectangle 28"/>
          <p:cNvSpPr/>
          <p:nvPr/>
        </p:nvSpPr>
        <p:spPr>
          <a:xfrm>
            <a:off x="251894" y="2937104"/>
            <a:ext cx="4697525" cy="2677656"/>
          </a:xfrm>
          <a:prstGeom prst="rect">
            <a:avLst/>
          </a:prstGeom>
        </p:spPr>
        <p:txBody>
          <a:bodyPr wrap="square">
            <a:spAutoFit/>
          </a:bodyPr>
          <a:lstStyle/>
          <a:p>
            <a:pPr algn="ctr" rtl="1"/>
            <a:r>
              <a:rPr lang="ar-SA" sz="2800" b="1" dirty="0" smtClean="0"/>
              <a:t>يمكن </a:t>
            </a:r>
            <a:r>
              <a:rPr lang="ar-SA" sz="2800" b="1" dirty="0"/>
              <a:t>من خلالها تحديد عناصر الاتصال في تسلسل معين يوضح كيفية تحقق عملية الاتصال وبأي مستوى، وفي الغالب تكون هذه النماذج في شكل مجموعة من التساؤلات، ومن أمثلة تلك النماذج:</a:t>
            </a:r>
            <a:endParaRPr lang="en-US" sz="2800" b="1" dirty="0"/>
          </a:p>
        </p:txBody>
      </p:sp>
      <p:grpSp>
        <p:nvGrpSpPr>
          <p:cNvPr id="32" name="Group 31"/>
          <p:cNvGrpSpPr/>
          <p:nvPr/>
        </p:nvGrpSpPr>
        <p:grpSpPr>
          <a:xfrm>
            <a:off x="6884524" y="1620945"/>
            <a:ext cx="4469276" cy="4685160"/>
            <a:chOff x="7070680" y="1485705"/>
            <a:chExt cx="4469276" cy="4685160"/>
          </a:xfrm>
        </p:grpSpPr>
        <p:grpSp>
          <p:nvGrpSpPr>
            <p:cNvPr id="33" name="Group 32"/>
            <p:cNvGrpSpPr/>
            <p:nvPr/>
          </p:nvGrpSpPr>
          <p:grpSpPr>
            <a:xfrm>
              <a:off x="7070680" y="1485705"/>
              <a:ext cx="4469276" cy="4020315"/>
              <a:chOff x="3472716" y="1692370"/>
              <a:chExt cx="5246568" cy="4719524"/>
            </a:xfrm>
          </p:grpSpPr>
          <p:sp>
            <p:nvSpPr>
              <p:cNvPr id="35" name="Freeform 34"/>
              <p:cNvSpPr>
                <a:spLocks/>
              </p:cNvSpPr>
              <p:nvPr/>
            </p:nvSpPr>
            <p:spPr bwMode="auto">
              <a:xfrm flipH="1">
                <a:off x="5395367" y="4167630"/>
                <a:ext cx="1397174" cy="2244264"/>
              </a:xfrm>
              <a:custGeom>
                <a:avLst/>
                <a:gdLst>
                  <a:gd name="connsiteX0" fmla="*/ 759198 w 1653886"/>
                  <a:gd name="connsiteY0" fmla="*/ 850 h 2656618"/>
                  <a:gd name="connsiteX1" fmla="*/ 763881 w 1653886"/>
                  <a:gd name="connsiteY1" fmla="*/ 488839 h 2656618"/>
                  <a:gd name="connsiteX2" fmla="*/ 459348 w 1653886"/>
                  <a:gd name="connsiteY2" fmla="*/ 298375 h 2656618"/>
                  <a:gd name="connsiteX3" fmla="*/ 233486 w 1653886"/>
                  <a:gd name="connsiteY3" fmla="*/ 125688 h 2656618"/>
                  <a:gd name="connsiteX4" fmla="*/ 502490 w 1653886"/>
                  <a:gd name="connsiteY4" fmla="*/ 735172 h 2656618"/>
                  <a:gd name="connsiteX5" fmla="*/ 55842 w 1653886"/>
                  <a:gd name="connsiteY5" fmla="*/ 326310 h 2656618"/>
                  <a:gd name="connsiteX6" fmla="*/ 48228 w 1653886"/>
                  <a:gd name="connsiteY6" fmla="*/ 514234 h 2656618"/>
                  <a:gd name="connsiteX7" fmla="*/ 411130 w 1653886"/>
                  <a:gd name="connsiteY7" fmla="*/ 930715 h 2656618"/>
                  <a:gd name="connsiteX8" fmla="*/ 65993 w 1653886"/>
                  <a:gd name="connsiteY8" fmla="*/ 750409 h 2656618"/>
                  <a:gd name="connsiteX9" fmla="*/ 170042 w 1653886"/>
                  <a:gd name="connsiteY9" fmla="*/ 981505 h 2656618"/>
                  <a:gd name="connsiteX10" fmla="*/ 723277 w 1653886"/>
                  <a:gd name="connsiteY10" fmla="*/ 1641780 h 2656618"/>
                  <a:gd name="connsiteX11" fmla="*/ 671256 w 1653886"/>
                  <a:gd name="connsiteY11" fmla="*/ 2645894 h 2656618"/>
                  <a:gd name="connsiteX12" fmla="*/ 670238 w 1653886"/>
                  <a:gd name="connsiteY12" fmla="*/ 2656618 h 2656618"/>
                  <a:gd name="connsiteX13" fmla="*/ 1288826 w 1653886"/>
                  <a:gd name="connsiteY13" fmla="*/ 2656618 h 2656618"/>
                  <a:gd name="connsiteX14" fmla="*/ 1277268 w 1653886"/>
                  <a:gd name="connsiteY14" fmla="*/ 2583272 h 2656618"/>
                  <a:gd name="connsiteX15" fmla="*/ 1266361 w 1653886"/>
                  <a:gd name="connsiteY15" fmla="*/ 1331959 h 2656618"/>
                  <a:gd name="connsiteX16" fmla="*/ 1652103 w 1653886"/>
                  <a:gd name="connsiteY16" fmla="*/ 430430 h 2656618"/>
                  <a:gd name="connsiteX17" fmla="*/ 1459232 w 1653886"/>
                  <a:gd name="connsiteY17" fmla="*/ 471062 h 2656618"/>
                  <a:gd name="connsiteX18" fmla="*/ 1098868 w 1653886"/>
                  <a:gd name="connsiteY18" fmla="*/ 732633 h 2656618"/>
                  <a:gd name="connsiteX19" fmla="*/ 794335 w 1653886"/>
                  <a:gd name="connsiteY19" fmla="*/ 8870 h 2656618"/>
                  <a:gd name="connsiteX20" fmla="*/ 759198 w 1653886"/>
                  <a:gd name="connsiteY20" fmla="*/ 850 h 265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53886" h="2656618">
                    <a:moveTo>
                      <a:pt x="759198" y="850"/>
                    </a:moveTo>
                    <a:cubicBezTo>
                      <a:pt x="692269" y="17203"/>
                      <a:pt x="726132" y="266631"/>
                      <a:pt x="763881" y="488839"/>
                    </a:cubicBezTo>
                    <a:cubicBezTo>
                      <a:pt x="807024" y="740251"/>
                      <a:pt x="593850" y="600578"/>
                      <a:pt x="459348" y="298375"/>
                    </a:cubicBezTo>
                    <a:cubicBezTo>
                      <a:pt x="324846" y="-3827"/>
                      <a:pt x="246175" y="82516"/>
                      <a:pt x="233486" y="125688"/>
                    </a:cubicBezTo>
                    <a:cubicBezTo>
                      <a:pt x="218259" y="168860"/>
                      <a:pt x="525330" y="707237"/>
                      <a:pt x="502490" y="735172"/>
                    </a:cubicBezTo>
                    <a:cubicBezTo>
                      <a:pt x="482188" y="760567"/>
                      <a:pt x="93908" y="313612"/>
                      <a:pt x="55842" y="326310"/>
                    </a:cubicBezTo>
                    <a:cubicBezTo>
                      <a:pt x="20313" y="339007"/>
                      <a:pt x="-45669" y="374561"/>
                      <a:pt x="48228" y="514234"/>
                    </a:cubicBezTo>
                    <a:cubicBezTo>
                      <a:pt x="139588" y="656447"/>
                      <a:pt x="428895" y="892622"/>
                      <a:pt x="411130" y="930715"/>
                    </a:cubicBezTo>
                    <a:cubicBezTo>
                      <a:pt x="393366" y="971347"/>
                      <a:pt x="152277" y="755488"/>
                      <a:pt x="65993" y="750409"/>
                    </a:cubicBezTo>
                    <a:cubicBezTo>
                      <a:pt x="-22829" y="745330"/>
                      <a:pt x="12700" y="869767"/>
                      <a:pt x="170042" y="981505"/>
                    </a:cubicBezTo>
                    <a:cubicBezTo>
                      <a:pt x="327384" y="1093244"/>
                      <a:pt x="710588" y="1217680"/>
                      <a:pt x="723277" y="1641780"/>
                    </a:cubicBezTo>
                    <a:cubicBezTo>
                      <a:pt x="732001" y="1933348"/>
                      <a:pt x="695144" y="2389360"/>
                      <a:pt x="671256" y="2645894"/>
                    </a:cubicBezTo>
                    <a:lnTo>
                      <a:pt x="670238" y="2656618"/>
                    </a:lnTo>
                    <a:lnTo>
                      <a:pt x="1288826" y="2656618"/>
                    </a:lnTo>
                    <a:lnTo>
                      <a:pt x="1277268" y="2583272"/>
                    </a:lnTo>
                    <a:cubicBezTo>
                      <a:pt x="1221841" y="2210562"/>
                      <a:pt x="1177856" y="1703363"/>
                      <a:pt x="1266361" y="1331959"/>
                    </a:cubicBezTo>
                    <a:cubicBezTo>
                      <a:pt x="1426241" y="669145"/>
                      <a:pt x="1677481" y="532011"/>
                      <a:pt x="1652103" y="430430"/>
                    </a:cubicBezTo>
                    <a:cubicBezTo>
                      <a:pt x="1629263" y="328849"/>
                      <a:pt x="1499836" y="377100"/>
                      <a:pt x="1459232" y="471062"/>
                    </a:cubicBezTo>
                    <a:cubicBezTo>
                      <a:pt x="1418628" y="562485"/>
                      <a:pt x="1253672" y="765646"/>
                      <a:pt x="1098868" y="732633"/>
                    </a:cubicBezTo>
                    <a:cubicBezTo>
                      <a:pt x="946601" y="699619"/>
                      <a:pt x="905997" y="69819"/>
                      <a:pt x="794335" y="8870"/>
                    </a:cubicBezTo>
                    <a:cubicBezTo>
                      <a:pt x="780377" y="934"/>
                      <a:pt x="768759" y="-1486"/>
                      <a:pt x="759198" y="85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a:solidFill>
                    <a:prstClr val="black"/>
                  </a:solidFill>
                  <a:latin typeface="Lato Light"/>
                  <a:cs typeface="+mn-cs"/>
                </a:endParaRPr>
              </a:p>
            </p:txBody>
          </p:sp>
          <p:sp>
            <p:nvSpPr>
              <p:cNvPr id="36" name="Freeform 67"/>
              <p:cNvSpPr>
                <a:spLocks/>
              </p:cNvSpPr>
              <p:nvPr/>
            </p:nvSpPr>
            <p:spPr bwMode="auto">
              <a:xfrm rot="1883109">
                <a:off x="3472716" y="3077532"/>
                <a:ext cx="1975673" cy="196953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7" name="Freeform 67"/>
              <p:cNvSpPr>
                <a:spLocks/>
              </p:cNvSpPr>
              <p:nvPr/>
            </p:nvSpPr>
            <p:spPr bwMode="auto">
              <a:xfrm rot="4961872">
                <a:off x="4339838" y="2042516"/>
                <a:ext cx="2397282" cy="238983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8" name="Freeform 67"/>
              <p:cNvSpPr>
                <a:spLocks/>
              </p:cNvSpPr>
              <p:nvPr/>
            </p:nvSpPr>
            <p:spPr bwMode="auto">
              <a:xfrm rot="7696778">
                <a:off x="5819972" y="2184633"/>
                <a:ext cx="2112165" cy="2105606"/>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9" name="Freeform 67"/>
              <p:cNvSpPr>
                <a:spLocks/>
              </p:cNvSpPr>
              <p:nvPr/>
            </p:nvSpPr>
            <p:spPr bwMode="auto">
              <a:xfrm rot="10345882">
                <a:off x="6798191" y="3266787"/>
                <a:ext cx="1921093" cy="191512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0" name="Freeform 67"/>
              <p:cNvSpPr>
                <a:spLocks/>
              </p:cNvSpPr>
              <p:nvPr/>
            </p:nvSpPr>
            <p:spPr bwMode="auto">
              <a:xfrm rot="12440007">
                <a:off x="6858380" y="4596385"/>
                <a:ext cx="1424405" cy="1419981"/>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1" name="Freeform 67"/>
              <p:cNvSpPr>
                <a:spLocks/>
              </p:cNvSpPr>
              <p:nvPr/>
            </p:nvSpPr>
            <p:spPr bwMode="auto">
              <a:xfrm rot="20954305">
                <a:off x="3963464" y="4429907"/>
                <a:ext cx="1424405" cy="1419981"/>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2" name="Freeform 67"/>
              <p:cNvSpPr>
                <a:spLocks/>
              </p:cNvSpPr>
              <p:nvPr/>
            </p:nvSpPr>
            <p:spPr bwMode="auto">
              <a:xfrm rot="2241606">
                <a:off x="3489891" y="2406325"/>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3" name="Freeform 67"/>
              <p:cNvSpPr>
                <a:spLocks/>
              </p:cNvSpPr>
              <p:nvPr/>
            </p:nvSpPr>
            <p:spPr bwMode="auto">
              <a:xfrm rot="6355571">
                <a:off x="5654693" y="1694215"/>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4" name="Freeform 67"/>
              <p:cNvSpPr>
                <a:spLocks/>
              </p:cNvSpPr>
              <p:nvPr/>
            </p:nvSpPr>
            <p:spPr bwMode="auto">
              <a:xfrm rot="9774375">
                <a:off x="7378684" y="2652032"/>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sp>
          <p:nvSpPr>
            <p:cNvPr id="34" name="Freeform 33"/>
            <p:cNvSpPr/>
            <p:nvPr/>
          </p:nvSpPr>
          <p:spPr>
            <a:xfrm>
              <a:off x="7135090" y="5449748"/>
              <a:ext cx="4139963" cy="721117"/>
            </a:xfrm>
            <a:custGeom>
              <a:avLst/>
              <a:gdLst>
                <a:gd name="connsiteX0" fmla="*/ 2069981 w 4139963"/>
                <a:gd name="connsiteY0" fmla="*/ 0 h 721117"/>
                <a:gd name="connsiteX1" fmla="*/ 4041693 w 4139963"/>
                <a:gd name="connsiteY1" fmla="*/ 631822 h 721117"/>
                <a:gd name="connsiteX2" fmla="*/ 4139963 w 4139963"/>
                <a:gd name="connsiteY2" fmla="*/ 721117 h 721117"/>
                <a:gd name="connsiteX3" fmla="*/ 4029024 w 4139963"/>
                <a:gd name="connsiteY3" fmla="*/ 677936 h 721117"/>
                <a:gd name="connsiteX4" fmla="*/ 2069980 w 4139963"/>
                <a:gd name="connsiteY4" fmla="*/ 366464 h 721117"/>
                <a:gd name="connsiteX5" fmla="*/ 110936 w 4139963"/>
                <a:gd name="connsiteY5" fmla="*/ 677936 h 721117"/>
                <a:gd name="connsiteX6" fmla="*/ 0 w 4139963"/>
                <a:gd name="connsiteY6" fmla="*/ 721115 h 721117"/>
                <a:gd name="connsiteX7" fmla="*/ 98269 w 4139963"/>
                <a:gd name="connsiteY7" fmla="*/ 631822 h 721117"/>
                <a:gd name="connsiteX8" fmla="*/ 2069981 w 4139963"/>
                <a:gd name="connsiteY8" fmla="*/ 0 h 7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9963" h="721117">
                  <a:moveTo>
                    <a:pt x="2069981" y="0"/>
                  </a:moveTo>
                  <a:cubicBezTo>
                    <a:pt x="2863778" y="0"/>
                    <a:pt x="3573033" y="245952"/>
                    <a:pt x="4041693" y="631822"/>
                  </a:cubicBezTo>
                  <a:lnTo>
                    <a:pt x="4139963" y="721117"/>
                  </a:lnTo>
                  <a:lnTo>
                    <a:pt x="4029024" y="677936"/>
                  </a:lnTo>
                  <a:cubicBezTo>
                    <a:pt x="3469804" y="481289"/>
                    <a:pt x="2795654" y="366464"/>
                    <a:pt x="2069980" y="366464"/>
                  </a:cubicBezTo>
                  <a:cubicBezTo>
                    <a:pt x="1344306" y="366464"/>
                    <a:pt x="670157" y="481289"/>
                    <a:pt x="110936" y="677936"/>
                  </a:cubicBezTo>
                  <a:lnTo>
                    <a:pt x="0" y="721115"/>
                  </a:lnTo>
                  <a:lnTo>
                    <a:pt x="98269" y="631822"/>
                  </a:lnTo>
                  <a:cubicBezTo>
                    <a:pt x="566929" y="245952"/>
                    <a:pt x="1276184" y="0"/>
                    <a:pt x="2069981"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913963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2" presetClass="entr" presetSubtype="0" fill="hold" nodeType="after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anim calcmode="lin" valueType="num">
                                      <p:cBhvr>
                                        <p:cTn id="11" dur="500" fill="hold"/>
                                        <p:tgtEl>
                                          <p:spTgt spid="32"/>
                                        </p:tgtEl>
                                        <p:attrNameLst>
                                          <p:attrName>ppt_x</p:attrName>
                                        </p:attrNameLst>
                                      </p:cBhvr>
                                      <p:tavLst>
                                        <p:tav tm="0">
                                          <p:val>
                                            <p:strVal val="#ppt_x"/>
                                          </p:val>
                                        </p:tav>
                                        <p:tav tm="100000">
                                          <p:val>
                                            <p:strVal val="#ppt_x"/>
                                          </p:val>
                                        </p:tav>
                                      </p:tavLst>
                                    </p:anim>
                                    <p:anim calcmode="lin" valueType="num">
                                      <p:cBhvr>
                                        <p:cTn id="12" dur="500" fill="hold"/>
                                        <p:tgtEl>
                                          <p:spTgt spid="32"/>
                                        </p:tgtEl>
                                        <p:attrNameLst>
                                          <p:attrName>ppt_y</p:attrName>
                                        </p:attrNameLst>
                                      </p:cBhvr>
                                      <p:tavLst>
                                        <p:tav tm="0">
                                          <p:val>
                                            <p:strVal val="#ppt_y+.1"/>
                                          </p:val>
                                        </p:tav>
                                        <p:tav tm="100000">
                                          <p:val>
                                            <p:strVal val="#ppt_y"/>
                                          </p:val>
                                        </p:tav>
                                      </p:tavLst>
                                    </p:anim>
                                  </p:childTnLst>
                                </p:cTn>
                              </p:par>
                            </p:childTnLst>
                          </p:cTn>
                        </p:par>
                        <p:par>
                          <p:cTn id="13"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p:cTn id="16" dur="500" fill="hold"/>
                                        <p:tgtEl>
                                          <p:spTgt spid="28"/>
                                        </p:tgtEl>
                                        <p:attrNameLst>
                                          <p:attrName>ppt_w</p:attrName>
                                        </p:attrNameLst>
                                      </p:cBhvr>
                                      <p:tavLst>
                                        <p:tav tm="0">
                                          <p:val>
                                            <p:fltVal val="0"/>
                                          </p:val>
                                        </p:tav>
                                        <p:tav tm="100000">
                                          <p:val>
                                            <p:strVal val="#ppt_w"/>
                                          </p:val>
                                        </p:tav>
                                      </p:tavLst>
                                    </p:anim>
                                    <p:anim calcmode="lin" valueType="num">
                                      <p:cBhvr>
                                        <p:cTn id="17" dur="500" fill="hold"/>
                                        <p:tgtEl>
                                          <p:spTgt spid="28"/>
                                        </p:tgtEl>
                                        <p:attrNameLst>
                                          <p:attrName>ppt_h</p:attrName>
                                        </p:attrNameLst>
                                      </p:cBhvr>
                                      <p:tavLst>
                                        <p:tav tm="0">
                                          <p:val>
                                            <p:fltVal val="0"/>
                                          </p:val>
                                        </p:tav>
                                        <p:tav tm="100000">
                                          <p:val>
                                            <p:strVal val="#ppt_h"/>
                                          </p:val>
                                        </p:tav>
                                      </p:tavLst>
                                    </p:anim>
                                    <p:animEffect transition="in" filter="fade">
                                      <p:cBhvr>
                                        <p:cTn id="18" dur="500"/>
                                        <p:tgtEl>
                                          <p:spTgt spid="28"/>
                                        </p:tgtEl>
                                      </p:cBhvr>
                                    </p:animEffect>
                                  </p:childTnLst>
                                </p:cTn>
                              </p:par>
                            </p:childTnLst>
                          </p:cTn>
                        </p:par>
                        <p:par>
                          <p:cTn id="19" fill="hold">
                            <p:stCondLst>
                              <p:cond delay="1000"/>
                            </p:stCondLst>
                            <p:childTnLst>
                              <p:par>
                                <p:cTn id="20" presetID="1" presetClass="entr" presetSubtype="0" fill="hold" grpId="0" nodeType="afterEffect">
                                  <p:stCondLst>
                                    <p:cond delay="250"/>
                                  </p:stCondLst>
                                  <p:childTnLst>
                                    <p:set>
                                      <p:cBhvr>
                                        <p:cTn id="21"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8" grpId="0"/>
      <p:bldP spid="29"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نموذج لاسويل</a:t>
            </a:r>
            <a:endParaRPr lang="en-US" u="sng" dirty="0">
              <a:solidFill>
                <a:schemeClr val="tx1"/>
              </a:solidFill>
            </a:endParaRPr>
          </a:p>
        </p:txBody>
      </p:sp>
      <p:sp>
        <p:nvSpPr>
          <p:cNvPr id="80" name="TextBox 79"/>
          <p:cNvSpPr txBox="1"/>
          <p:nvPr/>
        </p:nvSpPr>
        <p:spPr>
          <a:xfrm>
            <a:off x="400230" y="1174798"/>
            <a:ext cx="11158435" cy="1077218"/>
          </a:xfrm>
          <a:prstGeom prst="rect">
            <a:avLst/>
          </a:prstGeom>
          <a:noFill/>
        </p:spPr>
        <p:txBody>
          <a:bodyPr wrap="square" rtlCol="0">
            <a:spAutoFit/>
          </a:bodyPr>
          <a:lstStyle/>
          <a:p>
            <a:pPr algn="ctr" rtl="1"/>
            <a:r>
              <a:rPr lang="ar-SA" sz="3200" dirty="0"/>
              <a:t>يعتبر نموذج لاسويل شهير حيث يحدد عملية الاتصال </a:t>
            </a:r>
            <a:r>
              <a:rPr lang="ar-SA" sz="3200" dirty="0" smtClean="0"/>
              <a:t>وعناصرها</a:t>
            </a:r>
            <a:endParaRPr lang="en-US" sz="3200" dirty="0" smtClean="0"/>
          </a:p>
          <a:p>
            <a:pPr algn="ctr" rtl="1"/>
            <a:r>
              <a:rPr lang="ar-SA" sz="3200" dirty="0" smtClean="0"/>
              <a:t> </a:t>
            </a:r>
            <a:r>
              <a:rPr lang="ar-SA" sz="3200" dirty="0"/>
              <a:t>من خلال خمسة تساؤلات متتابعة وهي:</a:t>
            </a:r>
            <a:endParaRPr lang="en-US" sz="3200" dirty="0"/>
          </a:p>
        </p:txBody>
      </p:sp>
      <p:grpSp>
        <p:nvGrpSpPr>
          <p:cNvPr id="14" name="Group 13"/>
          <p:cNvGrpSpPr/>
          <p:nvPr/>
        </p:nvGrpSpPr>
        <p:grpSpPr>
          <a:xfrm>
            <a:off x="463435" y="4242516"/>
            <a:ext cx="3820242" cy="1211453"/>
            <a:chOff x="1217648" y="3176202"/>
            <a:chExt cx="3820242" cy="1211453"/>
          </a:xfrm>
        </p:grpSpPr>
        <p:sp>
          <p:nvSpPr>
            <p:cNvPr id="86" name="Oval 85"/>
            <p:cNvSpPr/>
            <p:nvPr/>
          </p:nvSpPr>
          <p:spPr>
            <a:xfrm>
              <a:off x="1217648" y="3257875"/>
              <a:ext cx="624548" cy="624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06" name="Group 105"/>
            <p:cNvGrpSpPr/>
            <p:nvPr/>
          </p:nvGrpSpPr>
          <p:grpSpPr>
            <a:xfrm>
              <a:off x="1371345" y="3446269"/>
              <a:ext cx="317153" cy="247759"/>
              <a:chOff x="2581275" y="1710532"/>
              <a:chExt cx="464344" cy="362744"/>
            </a:xfrm>
            <a:solidFill>
              <a:schemeClr val="bg1"/>
            </a:solidFill>
          </p:grpSpPr>
          <p:sp>
            <p:nvSpPr>
              <p:cNvPr id="107"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8"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09"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0"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1"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2"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113"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nvGrpSpPr>
            <p:cNvPr id="121" name="Group 120"/>
            <p:cNvGrpSpPr/>
            <p:nvPr/>
          </p:nvGrpSpPr>
          <p:grpSpPr>
            <a:xfrm>
              <a:off x="1713630" y="3176202"/>
              <a:ext cx="3324260" cy="1211453"/>
              <a:chOff x="2847575" y="4369170"/>
              <a:chExt cx="3324260" cy="1211453"/>
            </a:xfrm>
          </p:grpSpPr>
          <p:sp>
            <p:nvSpPr>
              <p:cNvPr id="122" name="Rectangle 121"/>
              <p:cNvSpPr/>
              <p:nvPr/>
            </p:nvSpPr>
            <p:spPr>
              <a:xfrm>
                <a:off x="2847575" y="4995848"/>
                <a:ext cx="3324260" cy="584775"/>
              </a:xfrm>
              <a:prstGeom prst="rect">
                <a:avLst/>
              </a:prstGeom>
            </p:spPr>
            <p:txBody>
              <a:bodyPr wrap="square">
                <a:spAutoFit/>
              </a:bodyPr>
              <a:lstStyle/>
              <a:p>
                <a:pPr rtl="1"/>
                <a:r>
                  <a:rPr lang="ar-SA" sz="3200" b="1" dirty="0"/>
                  <a:t>ويشير إلى الرسالة.</a:t>
                </a:r>
                <a:endParaRPr lang="en-US" sz="3200" b="1" dirty="0"/>
              </a:p>
            </p:txBody>
          </p:sp>
          <p:sp>
            <p:nvSpPr>
              <p:cNvPr id="123" name="TextBox 122"/>
              <p:cNvSpPr txBox="1"/>
              <p:nvPr/>
            </p:nvSpPr>
            <p:spPr>
              <a:xfrm>
                <a:off x="3031232" y="4369170"/>
                <a:ext cx="3140603" cy="523220"/>
              </a:xfrm>
              <a:prstGeom prst="rect">
                <a:avLst/>
              </a:prstGeom>
              <a:noFill/>
            </p:spPr>
            <p:txBody>
              <a:bodyPr wrap="none" rtlCol="0">
                <a:spAutoFit/>
              </a:bodyPr>
              <a:lstStyle/>
              <a:p>
                <a:pPr fontAlgn="auto">
                  <a:spcBef>
                    <a:spcPts val="0"/>
                  </a:spcBef>
                  <a:spcAft>
                    <a:spcPts val="0"/>
                  </a:spcAft>
                </a:pPr>
                <a:r>
                  <a:rPr lang="ar-SA" sz="2800" b="1" u="sng" dirty="0">
                    <a:solidFill>
                      <a:srgbClr val="1BA9E0"/>
                    </a:solidFill>
                  </a:rPr>
                  <a:t>السؤال الثاني: ماذا يقول؟</a:t>
                </a:r>
                <a:endParaRPr lang="en-US" sz="2800" b="1" u="sng" dirty="0">
                  <a:solidFill>
                    <a:srgbClr val="1BA9E0"/>
                  </a:solidFill>
                  <a:latin typeface="Lato Light"/>
                  <a:cs typeface="+mn-cs"/>
                </a:endParaRPr>
              </a:p>
            </p:txBody>
          </p:sp>
        </p:grpSp>
      </p:grpSp>
      <p:grpSp>
        <p:nvGrpSpPr>
          <p:cNvPr id="15" name="Group 14"/>
          <p:cNvGrpSpPr/>
          <p:nvPr/>
        </p:nvGrpSpPr>
        <p:grpSpPr>
          <a:xfrm>
            <a:off x="4879177" y="3142270"/>
            <a:ext cx="3678800" cy="1181919"/>
            <a:chOff x="4079749" y="3176202"/>
            <a:chExt cx="3678800" cy="1181919"/>
          </a:xfrm>
        </p:grpSpPr>
        <p:sp>
          <p:nvSpPr>
            <p:cNvPr id="87" name="Oval 86"/>
            <p:cNvSpPr/>
            <p:nvPr/>
          </p:nvSpPr>
          <p:spPr>
            <a:xfrm>
              <a:off x="4079749" y="3253266"/>
              <a:ext cx="624548" cy="624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91" name="Group 90"/>
            <p:cNvGrpSpPr/>
            <p:nvPr/>
          </p:nvGrpSpPr>
          <p:grpSpPr>
            <a:xfrm>
              <a:off x="4232701" y="3417227"/>
              <a:ext cx="317696" cy="267276"/>
              <a:chOff x="5368132" y="2625725"/>
              <a:chExt cx="465138" cy="391319"/>
            </a:xfrm>
            <a:solidFill>
              <a:schemeClr val="bg1"/>
            </a:solidFill>
          </p:grpSpPr>
          <p:sp>
            <p:nvSpPr>
              <p:cNvPr id="92"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93"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94" name="AutoShape 122"/>
              <p:cNvSpPr>
                <a:spLocks/>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nvGrpSpPr>
            <p:cNvPr id="124" name="Group 123"/>
            <p:cNvGrpSpPr/>
            <p:nvPr/>
          </p:nvGrpSpPr>
          <p:grpSpPr>
            <a:xfrm>
              <a:off x="4524781" y="3176202"/>
              <a:ext cx="3233768" cy="1181919"/>
              <a:chOff x="2771355" y="4369170"/>
              <a:chExt cx="3233768" cy="1181919"/>
            </a:xfrm>
          </p:grpSpPr>
          <p:sp>
            <p:nvSpPr>
              <p:cNvPr id="125" name="Rectangle 124"/>
              <p:cNvSpPr/>
              <p:nvPr/>
            </p:nvSpPr>
            <p:spPr>
              <a:xfrm>
                <a:off x="2771355" y="4966314"/>
                <a:ext cx="2905420" cy="584775"/>
              </a:xfrm>
              <a:prstGeom prst="rect">
                <a:avLst/>
              </a:prstGeom>
            </p:spPr>
            <p:txBody>
              <a:bodyPr wrap="square">
                <a:spAutoFit/>
              </a:bodyPr>
              <a:lstStyle/>
              <a:p>
                <a:pPr algn="ctr" fontAlgn="auto">
                  <a:spcBef>
                    <a:spcPts val="0"/>
                  </a:spcBef>
                  <a:spcAft>
                    <a:spcPts val="0"/>
                  </a:spcAft>
                </a:pPr>
                <a:r>
                  <a:rPr lang="ar-SA" sz="3200" b="1" dirty="0"/>
                  <a:t>ويشير إلى المرسل</a:t>
                </a:r>
                <a:endParaRPr lang="en-US" sz="3200" b="1" dirty="0">
                  <a:solidFill>
                    <a:prstClr val="white">
                      <a:lumMod val="65000"/>
                    </a:prstClr>
                  </a:solidFill>
                  <a:latin typeface="Lato Light"/>
                  <a:cs typeface="+mn-cs"/>
                </a:endParaRPr>
              </a:p>
            </p:txBody>
          </p:sp>
          <p:sp>
            <p:nvSpPr>
              <p:cNvPr id="126" name="TextBox 125"/>
              <p:cNvSpPr txBox="1"/>
              <p:nvPr/>
            </p:nvSpPr>
            <p:spPr>
              <a:xfrm>
                <a:off x="3031232" y="4369170"/>
                <a:ext cx="2973891" cy="523220"/>
              </a:xfrm>
              <a:prstGeom prst="rect">
                <a:avLst/>
              </a:prstGeom>
              <a:noFill/>
            </p:spPr>
            <p:txBody>
              <a:bodyPr wrap="none" rtlCol="0">
                <a:spAutoFit/>
              </a:bodyPr>
              <a:lstStyle/>
              <a:p>
                <a:pPr fontAlgn="auto">
                  <a:spcBef>
                    <a:spcPts val="0"/>
                  </a:spcBef>
                  <a:spcAft>
                    <a:spcPts val="0"/>
                  </a:spcAft>
                </a:pPr>
                <a:r>
                  <a:rPr lang="ar-SA" sz="2800" b="1" u="sng" dirty="0">
                    <a:solidFill>
                      <a:srgbClr val="00B993"/>
                    </a:solidFill>
                  </a:rPr>
                  <a:t>السؤال الأول: من يقول</a:t>
                </a:r>
                <a:r>
                  <a:rPr lang="ar-SA" sz="2800" b="1" u="sng" dirty="0" smtClean="0">
                    <a:solidFill>
                      <a:srgbClr val="00B993"/>
                    </a:solidFill>
                  </a:rPr>
                  <a:t>؟</a:t>
                </a:r>
                <a:endParaRPr lang="en-US" sz="2800" b="1" u="sng" dirty="0">
                  <a:solidFill>
                    <a:srgbClr val="00B993"/>
                  </a:solidFill>
                </a:endParaRPr>
              </a:p>
            </p:txBody>
          </p:sp>
        </p:grpSp>
      </p:grpSp>
      <p:sp>
        <p:nvSpPr>
          <p:cNvPr id="240" name="Oval 13"/>
          <p:cNvSpPr>
            <a:spLocks noChangeArrowheads="1"/>
          </p:cNvSpPr>
          <p:nvPr/>
        </p:nvSpPr>
        <p:spPr bwMode="auto">
          <a:xfrm>
            <a:off x="9171271" y="3705230"/>
            <a:ext cx="347807" cy="344920"/>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10" name="Group 9"/>
          <p:cNvGrpSpPr/>
          <p:nvPr/>
        </p:nvGrpSpPr>
        <p:grpSpPr>
          <a:xfrm>
            <a:off x="8549631" y="4263020"/>
            <a:ext cx="3300557" cy="2486602"/>
            <a:chOff x="7521714" y="4171376"/>
            <a:chExt cx="3300557" cy="2486602"/>
          </a:xfrm>
        </p:grpSpPr>
        <p:sp>
          <p:nvSpPr>
            <p:cNvPr id="233" name="Freeform 6"/>
            <p:cNvSpPr>
              <a:spLocks/>
            </p:cNvSpPr>
            <p:nvPr/>
          </p:nvSpPr>
          <p:spPr bwMode="auto">
            <a:xfrm>
              <a:off x="8267839" y="4794830"/>
              <a:ext cx="1808307" cy="769216"/>
            </a:xfrm>
            <a:custGeom>
              <a:avLst/>
              <a:gdLst>
                <a:gd name="T0" fmla="*/ 0 w 1253"/>
                <a:gd name="T1" fmla="*/ 266 h 533"/>
                <a:gd name="T2" fmla="*/ 626 w 1253"/>
                <a:gd name="T3" fmla="*/ 533 h 533"/>
                <a:gd name="T4" fmla="*/ 1253 w 1253"/>
                <a:gd name="T5" fmla="*/ 266 h 533"/>
                <a:gd name="T6" fmla="*/ 626 w 1253"/>
                <a:gd name="T7" fmla="*/ 0 h 533"/>
                <a:gd name="T8" fmla="*/ 0 w 1253"/>
                <a:gd name="T9" fmla="*/ 266 h 533"/>
              </a:gdLst>
              <a:ahLst/>
              <a:cxnLst>
                <a:cxn ang="0">
                  <a:pos x="T0" y="T1"/>
                </a:cxn>
                <a:cxn ang="0">
                  <a:pos x="T2" y="T3"/>
                </a:cxn>
                <a:cxn ang="0">
                  <a:pos x="T4" y="T5"/>
                </a:cxn>
                <a:cxn ang="0">
                  <a:pos x="T6" y="T7"/>
                </a:cxn>
                <a:cxn ang="0">
                  <a:pos x="T8" y="T9"/>
                </a:cxn>
              </a:cxnLst>
              <a:rect l="0" t="0" r="r" b="b"/>
              <a:pathLst>
                <a:path w="1253" h="533">
                  <a:moveTo>
                    <a:pt x="0" y="266"/>
                  </a:moveTo>
                  <a:lnTo>
                    <a:pt x="626" y="533"/>
                  </a:lnTo>
                  <a:lnTo>
                    <a:pt x="1253" y="266"/>
                  </a:lnTo>
                  <a:lnTo>
                    <a:pt x="626" y="0"/>
                  </a:lnTo>
                  <a:lnTo>
                    <a:pt x="0" y="266"/>
                  </a:lnTo>
                  <a:close/>
                </a:path>
              </a:pathLst>
            </a:custGeom>
            <a:solidFill>
              <a:srgbClr val="CFBD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4" name="Freeform 7"/>
            <p:cNvSpPr>
              <a:spLocks/>
            </p:cNvSpPr>
            <p:nvPr/>
          </p:nvSpPr>
          <p:spPr bwMode="auto">
            <a:xfrm>
              <a:off x="9171271" y="4794830"/>
              <a:ext cx="904875" cy="769216"/>
            </a:xfrm>
            <a:custGeom>
              <a:avLst/>
              <a:gdLst>
                <a:gd name="T0" fmla="*/ 0 w 627"/>
                <a:gd name="T1" fmla="*/ 0 h 533"/>
                <a:gd name="T2" fmla="*/ 0 w 627"/>
                <a:gd name="T3" fmla="*/ 533 h 533"/>
                <a:gd name="T4" fmla="*/ 627 w 627"/>
                <a:gd name="T5" fmla="*/ 266 h 533"/>
                <a:gd name="T6" fmla="*/ 0 w 627"/>
                <a:gd name="T7" fmla="*/ 0 h 533"/>
              </a:gdLst>
              <a:ahLst/>
              <a:cxnLst>
                <a:cxn ang="0">
                  <a:pos x="T0" y="T1"/>
                </a:cxn>
                <a:cxn ang="0">
                  <a:pos x="T2" y="T3"/>
                </a:cxn>
                <a:cxn ang="0">
                  <a:pos x="T4" y="T5"/>
                </a:cxn>
                <a:cxn ang="0">
                  <a:pos x="T6" y="T7"/>
                </a:cxn>
              </a:cxnLst>
              <a:rect l="0" t="0" r="r" b="b"/>
              <a:pathLst>
                <a:path w="627" h="533">
                  <a:moveTo>
                    <a:pt x="0" y="0"/>
                  </a:moveTo>
                  <a:lnTo>
                    <a:pt x="0" y="533"/>
                  </a:lnTo>
                  <a:lnTo>
                    <a:pt x="627" y="266"/>
                  </a:lnTo>
                  <a:lnTo>
                    <a:pt x="0" y="0"/>
                  </a:lnTo>
                  <a:close/>
                </a:path>
              </a:pathLst>
            </a:custGeom>
            <a:solidFill>
              <a:srgbClr val="B5A1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3" name="Oval 16"/>
            <p:cNvSpPr>
              <a:spLocks noChangeArrowheads="1"/>
            </p:cNvSpPr>
            <p:nvPr/>
          </p:nvSpPr>
          <p:spPr bwMode="auto">
            <a:xfrm>
              <a:off x="9171271" y="5183046"/>
              <a:ext cx="434398" cy="434398"/>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5" name="Group 4"/>
            <p:cNvGrpSpPr/>
            <p:nvPr/>
          </p:nvGrpSpPr>
          <p:grpSpPr>
            <a:xfrm>
              <a:off x="7521714" y="4171376"/>
              <a:ext cx="3300557" cy="2486602"/>
              <a:chOff x="7521714" y="4171376"/>
              <a:chExt cx="3300557" cy="2486602"/>
            </a:xfrm>
          </p:grpSpPr>
          <p:sp>
            <p:nvSpPr>
              <p:cNvPr id="139" name="Freeform 22"/>
              <p:cNvSpPr>
                <a:spLocks/>
              </p:cNvSpPr>
              <p:nvPr/>
            </p:nvSpPr>
            <p:spPr bwMode="auto">
              <a:xfrm>
                <a:off x="9171271" y="5115217"/>
                <a:ext cx="1651000" cy="448830"/>
              </a:xfrm>
              <a:custGeom>
                <a:avLst/>
                <a:gdLst>
                  <a:gd name="T0" fmla="*/ 1144 w 1144"/>
                  <a:gd name="T1" fmla="*/ 0 h 311"/>
                  <a:gd name="T2" fmla="*/ 518 w 1144"/>
                  <a:gd name="T3" fmla="*/ 267 h 311"/>
                  <a:gd name="T4" fmla="*/ 0 w 1144"/>
                  <a:gd name="T5" fmla="*/ 311 h 311"/>
                  <a:gd name="T6" fmla="*/ 627 w 1144"/>
                  <a:gd name="T7" fmla="*/ 44 h 311"/>
                  <a:gd name="T8" fmla="*/ 1144 w 1144"/>
                  <a:gd name="T9" fmla="*/ 0 h 311"/>
                </a:gdLst>
                <a:ahLst/>
                <a:cxnLst>
                  <a:cxn ang="0">
                    <a:pos x="T0" y="T1"/>
                  </a:cxn>
                  <a:cxn ang="0">
                    <a:pos x="T2" y="T3"/>
                  </a:cxn>
                  <a:cxn ang="0">
                    <a:pos x="T4" y="T5"/>
                  </a:cxn>
                  <a:cxn ang="0">
                    <a:pos x="T6" y="T7"/>
                  </a:cxn>
                  <a:cxn ang="0">
                    <a:pos x="T8" y="T9"/>
                  </a:cxn>
                </a:cxnLst>
                <a:rect l="0" t="0" r="r" b="b"/>
                <a:pathLst>
                  <a:path w="1144" h="311">
                    <a:moveTo>
                      <a:pt x="1144" y="0"/>
                    </a:moveTo>
                    <a:lnTo>
                      <a:pt x="518" y="267"/>
                    </a:lnTo>
                    <a:lnTo>
                      <a:pt x="0" y="311"/>
                    </a:lnTo>
                    <a:lnTo>
                      <a:pt x="627" y="44"/>
                    </a:lnTo>
                    <a:lnTo>
                      <a:pt x="1144" y="0"/>
                    </a:lnTo>
                    <a:close/>
                  </a:path>
                </a:pathLst>
              </a:custGeom>
              <a:solidFill>
                <a:srgbClr val="CFBD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5" name="Freeform 8"/>
              <p:cNvSpPr>
                <a:spLocks/>
              </p:cNvSpPr>
              <p:nvPr/>
            </p:nvSpPr>
            <p:spPr bwMode="auto">
              <a:xfrm>
                <a:off x="9171271" y="4171376"/>
                <a:ext cx="1359478" cy="1007341"/>
              </a:xfrm>
              <a:custGeom>
                <a:avLst/>
                <a:gdLst>
                  <a:gd name="T0" fmla="*/ 315 w 942"/>
                  <a:gd name="T1" fmla="*/ 0 h 698"/>
                  <a:gd name="T2" fmla="*/ 942 w 942"/>
                  <a:gd name="T3" fmla="*/ 267 h 698"/>
                  <a:gd name="T4" fmla="*/ 627 w 942"/>
                  <a:gd name="T5" fmla="*/ 698 h 698"/>
                  <a:gd name="T6" fmla="*/ 0 w 942"/>
                  <a:gd name="T7" fmla="*/ 432 h 698"/>
                  <a:gd name="T8" fmla="*/ 315 w 942"/>
                  <a:gd name="T9" fmla="*/ 0 h 698"/>
                </a:gdLst>
                <a:ahLst/>
                <a:cxnLst>
                  <a:cxn ang="0">
                    <a:pos x="T0" y="T1"/>
                  </a:cxn>
                  <a:cxn ang="0">
                    <a:pos x="T2" y="T3"/>
                  </a:cxn>
                  <a:cxn ang="0">
                    <a:pos x="T4" y="T5"/>
                  </a:cxn>
                  <a:cxn ang="0">
                    <a:pos x="T6" y="T7"/>
                  </a:cxn>
                  <a:cxn ang="0">
                    <a:pos x="T8" y="T9"/>
                  </a:cxn>
                </a:cxnLst>
                <a:rect l="0" t="0" r="r" b="b"/>
                <a:pathLst>
                  <a:path w="942" h="698">
                    <a:moveTo>
                      <a:pt x="315" y="0"/>
                    </a:moveTo>
                    <a:lnTo>
                      <a:pt x="942" y="267"/>
                    </a:lnTo>
                    <a:lnTo>
                      <a:pt x="627" y="698"/>
                    </a:lnTo>
                    <a:lnTo>
                      <a:pt x="0" y="432"/>
                    </a:lnTo>
                    <a:lnTo>
                      <a:pt x="315"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6" name="Freeform 9"/>
              <p:cNvSpPr>
                <a:spLocks/>
              </p:cNvSpPr>
              <p:nvPr/>
            </p:nvSpPr>
            <p:spPr bwMode="auto">
              <a:xfrm>
                <a:off x="7813236" y="4171376"/>
                <a:ext cx="1358034" cy="1007341"/>
              </a:xfrm>
              <a:custGeom>
                <a:avLst/>
                <a:gdLst>
                  <a:gd name="T0" fmla="*/ 627 w 941"/>
                  <a:gd name="T1" fmla="*/ 0 h 698"/>
                  <a:gd name="T2" fmla="*/ 0 w 941"/>
                  <a:gd name="T3" fmla="*/ 267 h 698"/>
                  <a:gd name="T4" fmla="*/ 315 w 941"/>
                  <a:gd name="T5" fmla="*/ 698 h 698"/>
                  <a:gd name="T6" fmla="*/ 941 w 941"/>
                  <a:gd name="T7" fmla="*/ 432 h 698"/>
                  <a:gd name="T8" fmla="*/ 627 w 941"/>
                  <a:gd name="T9" fmla="*/ 0 h 698"/>
                </a:gdLst>
                <a:ahLst/>
                <a:cxnLst>
                  <a:cxn ang="0">
                    <a:pos x="T0" y="T1"/>
                  </a:cxn>
                  <a:cxn ang="0">
                    <a:pos x="T2" y="T3"/>
                  </a:cxn>
                  <a:cxn ang="0">
                    <a:pos x="T4" y="T5"/>
                  </a:cxn>
                  <a:cxn ang="0">
                    <a:pos x="T6" y="T7"/>
                  </a:cxn>
                  <a:cxn ang="0">
                    <a:pos x="T8" y="T9"/>
                  </a:cxn>
                </a:cxnLst>
                <a:rect l="0" t="0" r="r" b="b"/>
                <a:pathLst>
                  <a:path w="941" h="698">
                    <a:moveTo>
                      <a:pt x="627" y="0"/>
                    </a:moveTo>
                    <a:lnTo>
                      <a:pt x="0" y="267"/>
                    </a:lnTo>
                    <a:lnTo>
                      <a:pt x="315" y="698"/>
                    </a:lnTo>
                    <a:lnTo>
                      <a:pt x="941" y="432"/>
                    </a:lnTo>
                    <a:lnTo>
                      <a:pt x="627" y="0"/>
                    </a:lnTo>
                    <a:close/>
                  </a:path>
                </a:pathLst>
              </a:custGeom>
              <a:solidFill>
                <a:srgbClr val="E0C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1" name="Freeform 14"/>
              <p:cNvSpPr>
                <a:spLocks/>
              </p:cNvSpPr>
              <p:nvPr/>
            </p:nvSpPr>
            <p:spPr bwMode="auto">
              <a:xfrm>
                <a:off x="8267839" y="5178717"/>
                <a:ext cx="903432" cy="1479261"/>
              </a:xfrm>
              <a:custGeom>
                <a:avLst/>
                <a:gdLst>
                  <a:gd name="T0" fmla="*/ 0 w 626"/>
                  <a:gd name="T1" fmla="*/ 0 h 1025"/>
                  <a:gd name="T2" fmla="*/ 626 w 626"/>
                  <a:gd name="T3" fmla="*/ 267 h 1025"/>
                  <a:gd name="T4" fmla="*/ 626 w 626"/>
                  <a:gd name="T5" fmla="*/ 1025 h 1025"/>
                  <a:gd name="T6" fmla="*/ 0 w 626"/>
                  <a:gd name="T7" fmla="*/ 758 h 1025"/>
                  <a:gd name="T8" fmla="*/ 0 w 626"/>
                  <a:gd name="T9" fmla="*/ 0 h 1025"/>
                </a:gdLst>
                <a:ahLst/>
                <a:cxnLst>
                  <a:cxn ang="0">
                    <a:pos x="T0" y="T1"/>
                  </a:cxn>
                  <a:cxn ang="0">
                    <a:pos x="T2" y="T3"/>
                  </a:cxn>
                  <a:cxn ang="0">
                    <a:pos x="T4" y="T5"/>
                  </a:cxn>
                  <a:cxn ang="0">
                    <a:pos x="T6" y="T7"/>
                  </a:cxn>
                  <a:cxn ang="0">
                    <a:pos x="T8" y="T9"/>
                  </a:cxn>
                </a:cxnLst>
                <a:rect l="0" t="0" r="r" b="b"/>
                <a:pathLst>
                  <a:path w="626" h="1025">
                    <a:moveTo>
                      <a:pt x="0" y="0"/>
                    </a:moveTo>
                    <a:lnTo>
                      <a:pt x="626" y="267"/>
                    </a:lnTo>
                    <a:lnTo>
                      <a:pt x="626" y="1025"/>
                    </a:lnTo>
                    <a:lnTo>
                      <a:pt x="0" y="758"/>
                    </a:lnTo>
                    <a:lnTo>
                      <a:pt x="0" y="0"/>
                    </a:lnTo>
                    <a:close/>
                  </a:path>
                </a:pathLst>
              </a:custGeom>
              <a:solidFill>
                <a:srgbClr val="E0C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2" name="Freeform 15"/>
              <p:cNvSpPr>
                <a:spLocks/>
              </p:cNvSpPr>
              <p:nvPr/>
            </p:nvSpPr>
            <p:spPr bwMode="auto">
              <a:xfrm>
                <a:off x="7521714" y="5115217"/>
                <a:ext cx="1649557" cy="448830"/>
              </a:xfrm>
              <a:custGeom>
                <a:avLst/>
                <a:gdLst>
                  <a:gd name="T0" fmla="*/ 0 w 1143"/>
                  <a:gd name="T1" fmla="*/ 0 h 311"/>
                  <a:gd name="T2" fmla="*/ 626 w 1143"/>
                  <a:gd name="T3" fmla="*/ 267 h 311"/>
                  <a:gd name="T4" fmla="*/ 1143 w 1143"/>
                  <a:gd name="T5" fmla="*/ 311 h 311"/>
                  <a:gd name="T6" fmla="*/ 517 w 1143"/>
                  <a:gd name="T7" fmla="*/ 44 h 311"/>
                  <a:gd name="T8" fmla="*/ 0 w 1143"/>
                  <a:gd name="T9" fmla="*/ 0 h 311"/>
                </a:gdLst>
                <a:ahLst/>
                <a:cxnLst>
                  <a:cxn ang="0">
                    <a:pos x="T0" y="T1"/>
                  </a:cxn>
                  <a:cxn ang="0">
                    <a:pos x="T2" y="T3"/>
                  </a:cxn>
                  <a:cxn ang="0">
                    <a:pos x="T4" y="T5"/>
                  </a:cxn>
                  <a:cxn ang="0">
                    <a:pos x="T6" y="T7"/>
                  </a:cxn>
                  <a:cxn ang="0">
                    <a:pos x="T8" y="T9"/>
                  </a:cxn>
                </a:cxnLst>
                <a:rect l="0" t="0" r="r" b="b"/>
                <a:pathLst>
                  <a:path w="1143" h="311">
                    <a:moveTo>
                      <a:pt x="0" y="0"/>
                    </a:moveTo>
                    <a:lnTo>
                      <a:pt x="626" y="267"/>
                    </a:lnTo>
                    <a:lnTo>
                      <a:pt x="1143" y="311"/>
                    </a:lnTo>
                    <a:lnTo>
                      <a:pt x="517" y="44"/>
                    </a:lnTo>
                    <a:lnTo>
                      <a:pt x="0"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4" name="Freeform 21"/>
              <p:cNvSpPr>
                <a:spLocks/>
              </p:cNvSpPr>
              <p:nvPr/>
            </p:nvSpPr>
            <p:spPr bwMode="auto">
              <a:xfrm>
                <a:off x="9171271" y="5178717"/>
                <a:ext cx="904875" cy="1479261"/>
              </a:xfrm>
              <a:custGeom>
                <a:avLst/>
                <a:gdLst>
                  <a:gd name="T0" fmla="*/ 627 w 627"/>
                  <a:gd name="T1" fmla="*/ 0 h 1025"/>
                  <a:gd name="T2" fmla="*/ 0 w 627"/>
                  <a:gd name="T3" fmla="*/ 267 h 1025"/>
                  <a:gd name="T4" fmla="*/ 0 w 627"/>
                  <a:gd name="T5" fmla="*/ 1025 h 1025"/>
                  <a:gd name="T6" fmla="*/ 627 w 627"/>
                  <a:gd name="T7" fmla="*/ 758 h 1025"/>
                  <a:gd name="T8" fmla="*/ 627 w 627"/>
                  <a:gd name="T9" fmla="*/ 0 h 1025"/>
                </a:gdLst>
                <a:ahLst/>
                <a:cxnLst>
                  <a:cxn ang="0">
                    <a:pos x="T0" y="T1"/>
                  </a:cxn>
                  <a:cxn ang="0">
                    <a:pos x="T2" y="T3"/>
                  </a:cxn>
                  <a:cxn ang="0">
                    <a:pos x="T4" y="T5"/>
                  </a:cxn>
                  <a:cxn ang="0">
                    <a:pos x="T6" y="T7"/>
                  </a:cxn>
                  <a:cxn ang="0">
                    <a:pos x="T8" y="T9"/>
                  </a:cxn>
                </a:cxnLst>
                <a:rect l="0" t="0" r="r" b="b"/>
                <a:pathLst>
                  <a:path w="627" h="1025">
                    <a:moveTo>
                      <a:pt x="627" y="0"/>
                    </a:moveTo>
                    <a:lnTo>
                      <a:pt x="0" y="267"/>
                    </a:lnTo>
                    <a:lnTo>
                      <a:pt x="0" y="1025"/>
                    </a:lnTo>
                    <a:lnTo>
                      <a:pt x="627" y="758"/>
                    </a:lnTo>
                    <a:lnTo>
                      <a:pt x="627"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grpSp>
      <p:sp>
        <p:nvSpPr>
          <p:cNvPr id="245" name="Oval 23"/>
          <p:cNvSpPr>
            <a:spLocks noChangeArrowheads="1"/>
          </p:cNvSpPr>
          <p:nvPr/>
        </p:nvSpPr>
        <p:spPr bwMode="auto">
          <a:xfrm>
            <a:off x="9310039" y="3280213"/>
            <a:ext cx="347807" cy="346364"/>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8" name="Oval 36"/>
          <p:cNvSpPr>
            <a:spLocks noChangeArrowheads="1"/>
          </p:cNvSpPr>
          <p:nvPr/>
        </p:nvSpPr>
        <p:spPr bwMode="auto">
          <a:xfrm>
            <a:off x="10248256" y="3568849"/>
            <a:ext cx="435841" cy="435841"/>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9" name="Oval 40"/>
          <p:cNvSpPr>
            <a:spLocks noChangeArrowheads="1"/>
          </p:cNvSpPr>
          <p:nvPr/>
        </p:nvSpPr>
        <p:spPr bwMode="auto">
          <a:xfrm>
            <a:off x="10684507" y="3755201"/>
            <a:ext cx="343477" cy="347807"/>
          </a:xfrm>
          <a:prstGeom prst="ellipse">
            <a:avLst/>
          </a:prstGeom>
          <a:solidFill>
            <a:schemeClr val="accent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50" name="Oval 43"/>
          <p:cNvSpPr>
            <a:spLocks noChangeArrowheads="1"/>
          </p:cNvSpPr>
          <p:nvPr/>
        </p:nvSpPr>
        <p:spPr bwMode="auto">
          <a:xfrm>
            <a:off x="10524440" y="2991659"/>
            <a:ext cx="515216" cy="513773"/>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11" name="Group 10"/>
          <p:cNvGrpSpPr/>
          <p:nvPr/>
        </p:nvGrpSpPr>
        <p:grpSpPr>
          <a:xfrm>
            <a:off x="10333404" y="4219724"/>
            <a:ext cx="714375" cy="715818"/>
            <a:chOff x="9305487" y="4128080"/>
            <a:chExt cx="714375" cy="715818"/>
          </a:xfrm>
        </p:grpSpPr>
        <p:sp>
          <p:nvSpPr>
            <p:cNvPr id="247" name="Oval 25"/>
            <p:cNvSpPr>
              <a:spLocks noChangeArrowheads="1"/>
            </p:cNvSpPr>
            <p:nvPr/>
          </p:nvSpPr>
          <p:spPr bwMode="auto">
            <a:xfrm>
              <a:off x="9305487" y="4128080"/>
              <a:ext cx="714375" cy="715818"/>
            </a:xfrm>
            <a:prstGeom prst="ellipse">
              <a:avLst/>
            </a:pr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51" name="Group 250"/>
            <p:cNvGrpSpPr/>
            <p:nvPr/>
          </p:nvGrpSpPr>
          <p:grpSpPr>
            <a:xfrm>
              <a:off x="9457557" y="4248585"/>
              <a:ext cx="422131" cy="422853"/>
              <a:chOff x="8216107" y="3505994"/>
              <a:chExt cx="464344" cy="465138"/>
            </a:xfrm>
            <a:solidFill>
              <a:schemeClr val="bg1"/>
            </a:solidFill>
          </p:grpSpPr>
          <p:sp>
            <p:nvSpPr>
              <p:cNvPr id="252" name="AutoShape 33"/>
              <p:cNvSpPr>
                <a:spLocks/>
              </p:cNvSpPr>
              <p:nvPr/>
            </p:nvSpPr>
            <p:spPr bwMode="auto">
              <a:xfrm>
                <a:off x="8216107" y="3680619"/>
                <a:ext cx="464344" cy="290513"/>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3" name="AutoShape 34"/>
              <p:cNvSpPr>
                <a:spLocks/>
              </p:cNvSpPr>
              <p:nvPr/>
            </p:nvSpPr>
            <p:spPr bwMode="auto">
              <a:xfrm>
                <a:off x="8331994" y="3564732"/>
                <a:ext cx="33338"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4" name="AutoShape 35"/>
              <p:cNvSpPr>
                <a:spLocks/>
              </p:cNvSpPr>
              <p:nvPr/>
            </p:nvSpPr>
            <p:spPr bwMode="auto">
              <a:xfrm>
                <a:off x="8506619" y="3564732"/>
                <a:ext cx="32544"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5" name="AutoShape 36"/>
              <p:cNvSpPr>
                <a:spLocks/>
              </p:cNvSpPr>
              <p:nvPr/>
            </p:nvSpPr>
            <p:spPr bwMode="auto">
              <a:xfrm>
                <a:off x="8433594" y="3505994"/>
                <a:ext cx="33338" cy="109538"/>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9" name="Group 8"/>
          <p:cNvGrpSpPr/>
          <p:nvPr/>
        </p:nvGrpSpPr>
        <p:grpSpPr>
          <a:xfrm>
            <a:off x="9318475" y="3927182"/>
            <a:ext cx="832716" cy="829830"/>
            <a:chOff x="8241861" y="3607092"/>
            <a:chExt cx="832716" cy="829830"/>
          </a:xfrm>
        </p:grpSpPr>
        <p:sp>
          <p:nvSpPr>
            <p:cNvPr id="238" name="Oval 11"/>
            <p:cNvSpPr>
              <a:spLocks noChangeArrowheads="1"/>
            </p:cNvSpPr>
            <p:nvPr/>
          </p:nvSpPr>
          <p:spPr bwMode="auto">
            <a:xfrm>
              <a:off x="8241861" y="3607092"/>
              <a:ext cx="832716" cy="829830"/>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56" name="Group 255"/>
            <p:cNvGrpSpPr/>
            <p:nvPr/>
          </p:nvGrpSpPr>
          <p:grpSpPr>
            <a:xfrm>
              <a:off x="8421689" y="3790411"/>
              <a:ext cx="464344" cy="464344"/>
              <a:chOff x="8216107" y="2577307"/>
              <a:chExt cx="464344" cy="464344"/>
            </a:xfrm>
            <a:solidFill>
              <a:schemeClr val="bg1"/>
            </a:solidFill>
          </p:grpSpPr>
          <p:sp>
            <p:nvSpPr>
              <p:cNvPr id="257"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8"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9"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0"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6" name="Group 5"/>
          <p:cNvGrpSpPr/>
          <p:nvPr/>
        </p:nvGrpSpPr>
        <p:grpSpPr>
          <a:xfrm>
            <a:off x="9558415" y="4740713"/>
            <a:ext cx="613352" cy="614795"/>
            <a:chOff x="8530498" y="4649069"/>
            <a:chExt cx="613352" cy="614795"/>
          </a:xfrm>
        </p:grpSpPr>
        <p:sp>
          <p:nvSpPr>
            <p:cNvPr id="237" name="Oval 10"/>
            <p:cNvSpPr>
              <a:spLocks noChangeArrowheads="1"/>
            </p:cNvSpPr>
            <p:nvPr/>
          </p:nvSpPr>
          <p:spPr bwMode="auto">
            <a:xfrm>
              <a:off x="8530498" y="4649069"/>
              <a:ext cx="613352" cy="614795"/>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1" name="Group 260"/>
            <p:cNvGrpSpPr/>
            <p:nvPr/>
          </p:nvGrpSpPr>
          <p:grpSpPr>
            <a:xfrm>
              <a:off x="8680214" y="4794829"/>
              <a:ext cx="317153" cy="317153"/>
              <a:chOff x="7287419" y="2577307"/>
              <a:chExt cx="464344" cy="464344"/>
            </a:xfrm>
            <a:solidFill>
              <a:schemeClr val="bg1"/>
            </a:solidFill>
          </p:grpSpPr>
          <p:sp>
            <p:nvSpPr>
              <p:cNvPr id="262" name="AutoShape 56"/>
              <p:cNvSpPr>
                <a:spLocks/>
              </p:cNvSpPr>
              <p:nvPr/>
            </p:nvSpPr>
            <p:spPr bwMode="auto">
              <a:xfrm>
                <a:off x="7287419"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3" name="AutoShape 57"/>
              <p:cNvSpPr>
                <a:spLocks/>
              </p:cNvSpPr>
              <p:nvPr/>
            </p:nvSpPr>
            <p:spPr bwMode="auto">
              <a:xfrm>
                <a:off x="7606507"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4" name="AutoShape 58"/>
              <p:cNvSpPr>
                <a:spLocks/>
              </p:cNvSpPr>
              <p:nvPr/>
            </p:nvSpPr>
            <p:spPr bwMode="auto">
              <a:xfrm>
                <a:off x="7446963" y="257730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13" name="Group 12"/>
          <p:cNvGrpSpPr/>
          <p:nvPr/>
        </p:nvGrpSpPr>
        <p:grpSpPr>
          <a:xfrm>
            <a:off x="9546349" y="2197615"/>
            <a:ext cx="935182" cy="932295"/>
            <a:chOff x="8708009" y="1560660"/>
            <a:chExt cx="935182" cy="932295"/>
          </a:xfrm>
        </p:grpSpPr>
        <p:sp>
          <p:nvSpPr>
            <p:cNvPr id="246" name="Oval 24"/>
            <p:cNvSpPr>
              <a:spLocks noChangeArrowheads="1"/>
            </p:cNvSpPr>
            <p:nvPr/>
          </p:nvSpPr>
          <p:spPr bwMode="auto">
            <a:xfrm>
              <a:off x="8708009" y="1560660"/>
              <a:ext cx="935182" cy="932295"/>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5" name="Group 264"/>
            <p:cNvGrpSpPr/>
            <p:nvPr/>
          </p:nvGrpSpPr>
          <p:grpSpPr>
            <a:xfrm>
              <a:off x="8938701" y="1827260"/>
              <a:ext cx="465138" cy="391319"/>
              <a:chOff x="5368132" y="2625725"/>
              <a:chExt cx="465138" cy="391319"/>
            </a:xfrm>
            <a:solidFill>
              <a:schemeClr val="bg1"/>
            </a:solidFill>
          </p:grpSpPr>
          <p:sp>
            <p:nvSpPr>
              <p:cNvPr id="266"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7"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8" name="AutoShape 122"/>
              <p:cNvSpPr>
                <a:spLocks/>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12" name="Group 11"/>
          <p:cNvGrpSpPr/>
          <p:nvPr/>
        </p:nvGrpSpPr>
        <p:grpSpPr>
          <a:xfrm>
            <a:off x="9718608" y="3319180"/>
            <a:ext cx="613352" cy="614795"/>
            <a:chOff x="8690691" y="2785921"/>
            <a:chExt cx="613352" cy="614795"/>
          </a:xfrm>
        </p:grpSpPr>
        <p:sp>
          <p:nvSpPr>
            <p:cNvPr id="239" name="Oval 12"/>
            <p:cNvSpPr>
              <a:spLocks noChangeArrowheads="1"/>
            </p:cNvSpPr>
            <p:nvPr/>
          </p:nvSpPr>
          <p:spPr bwMode="auto">
            <a:xfrm>
              <a:off x="8690691" y="2785921"/>
              <a:ext cx="613352" cy="614795"/>
            </a:xfrm>
            <a:prstGeom prst="ellipse">
              <a:avLst/>
            </a:pr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9" name="Group 268"/>
            <p:cNvGrpSpPr/>
            <p:nvPr/>
          </p:nvGrpSpPr>
          <p:grpSpPr>
            <a:xfrm>
              <a:off x="8826528" y="2914747"/>
              <a:ext cx="348868" cy="348868"/>
              <a:chOff x="4439444" y="2582069"/>
              <a:chExt cx="464344" cy="464344"/>
            </a:xfrm>
            <a:solidFill>
              <a:schemeClr val="bg1"/>
            </a:solidFill>
          </p:grpSpPr>
          <p:sp>
            <p:nvSpPr>
              <p:cNvPr id="270"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71"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72"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0079010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248"/>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249"/>
                                            </p:tgtEl>
                                            <p:attrNameLst>
                                              <p:attrName>style.visibility</p:attrName>
                                            </p:attrNameLst>
                                          </p:cBhvr>
                                          <p:to>
                                            <p:strVal val="visible"/>
                                          </p:to>
                                        </p:se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240"/>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childTnLst>
                              </p:cTn>
                            </p:par>
                            <p:par>
                              <p:cTn id="34" fill="hold">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50"/>
                                            </p:tgtEl>
                                            <p:attrNameLst>
                                              <p:attrName>style.visibility</p:attrName>
                                            </p:attrNameLst>
                                          </p:cBhvr>
                                          <p:to>
                                            <p:strVal val="visible"/>
                                          </p:to>
                                        </p:set>
                                      </p:childTnLst>
                                    </p:cTn>
                                  </p:par>
                                </p:childTnLst>
                              </p:cTn>
                            </p:par>
                            <p:par>
                              <p:cTn id="37" fill="hold">
                                <p:stCondLst>
                                  <p:cond delay="500"/>
                                </p:stCondLst>
                                <p:childTnLst>
                                  <p:par>
                                    <p:cTn id="38" presetID="1" presetClass="entr" presetSubtype="0" fill="hold" grpId="0" nodeType="afterEffect">
                                      <p:stCondLst>
                                        <p:cond delay="0"/>
                                      </p:stCondLst>
                                      <p:childTnLst>
                                        <p:set>
                                          <p:cBhvr>
                                            <p:cTn id="39" dur="1" fill="hold">
                                              <p:stCondLst>
                                                <p:cond delay="0"/>
                                              </p:stCondLst>
                                            </p:cTn>
                                            <p:tgtEl>
                                              <p:spTgt spid="245"/>
                                            </p:tgtEl>
                                            <p:attrNameLst>
                                              <p:attrName>style.visibility</p:attrName>
                                            </p:attrNameLst>
                                          </p:cBhvr>
                                          <p:to>
                                            <p:strVal val="visible"/>
                                          </p:to>
                                        </p:set>
                                      </p:childTnLst>
                                    </p:cTn>
                                  </p:par>
                                </p:childTnLst>
                              </p:cTn>
                            </p:par>
                            <p:par>
                              <p:cTn id="40" fill="hold">
                                <p:stCondLst>
                                  <p:cond delay="500"/>
                                </p:stCondLst>
                                <p:childTnLst>
                                  <p:par>
                                    <p:cTn id="41" presetID="1"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childTnLst>
                                    </p:cTn>
                                  </p:par>
                                </p:childTnLst>
                              </p:cTn>
                            </p:par>
                            <p:par>
                              <p:cTn id="43" fill="hold">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childTnLst>
                                    </p:cTn>
                                  </p:par>
                                </p:childTnLst>
                              </p:cTn>
                            </p:par>
                            <p:par>
                              <p:cTn id="46" fill="hold">
                                <p:stCondLst>
                                  <p:cond delay="500"/>
                                </p:stCondLst>
                                <p:childTnLst>
                                  <p:par>
                                    <p:cTn id="47" presetID="2" presetClass="entr" presetSubtype="12" fill="hold" nodeType="afterEffect" p14:presetBounceEnd="20000">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14:bounceEnd="20000">
                                          <p:cBhvr additive="base">
                                            <p:cTn id="49" dur="500" fill="hold"/>
                                            <p:tgtEl>
                                              <p:spTgt spid="15"/>
                                            </p:tgtEl>
                                            <p:attrNameLst>
                                              <p:attrName>ppt_x</p:attrName>
                                            </p:attrNameLst>
                                          </p:cBhvr>
                                          <p:tavLst>
                                            <p:tav tm="0">
                                              <p:val>
                                                <p:strVal val="0-#ppt_w/2"/>
                                              </p:val>
                                            </p:tav>
                                            <p:tav tm="100000">
                                              <p:val>
                                                <p:strVal val="#ppt_x"/>
                                              </p:val>
                                            </p:tav>
                                          </p:tavLst>
                                        </p:anim>
                                        <p:anim calcmode="lin" valueType="num" p14:bounceEnd="20000">
                                          <p:cBhvr additive="base">
                                            <p:cTn id="50" dur="500" fill="hold"/>
                                            <p:tgtEl>
                                              <p:spTgt spid="15"/>
                                            </p:tgtEl>
                                            <p:attrNameLst>
                                              <p:attrName>ppt_y</p:attrName>
                                            </p:attrNameLst>
                                          </p:cBhvr>
                                          <p:tavLst>
                                            <p:tav tm="0">
                                              <p:val>
                                                <p:strVal val="1+#ppt_h/2"/>
                                              </p:val>
                                            </p:tav>
                                            <p:tav tm="100000">
                                              <p:val>
                                                <p:strVal val="#ppt_y"/>
                                              </p:val>
                                            </p:tav>
                                          </p:tavLst>
                                        </p:anim>
                                      </p:childTnLst>
                                    </p:cTn>
                                  </p:par>
                                </p:childTnLst>
                              </p:cTn>
                            </p:par>
                            <p:par>
                              <p:cTn id="51" fill="hold">
                                <p:stCondLst>
                                  <p:cond delay="1000"/>
                                </p:stCondLst>
                                <p:childTnLst>
                                  <p:par>
                                    <p:cTn id="52" presetID="2" presetClass="entr" presetSubtype="12" fill="hold" nodeType="afterEffect" p14:presetBounceEnd="20000">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14:bounceEnd="20000">
                                          <p:cBhvr additive="base">
                                            <p:cTn id="54" dur="500" fill="hold"/>
                                            <p:tgtEl>
                                              <p:spTgt spid="14"/>
                                            </p:tgtEl>
                                            <p:attrNameLst>
                                              <p:attrName>ppt_x</p:attrName>
                                            </p:attrNameLst>
                                          </p:cBhvr>
                                          <p:tavLst>
                                            <p:tav tm="0">
                                              <p:val>
                                                <p:strVal val="0-#ppt_w/2"/>
                                              </p:val>
                                            </p:tav>
                                            <p:tav tm="100000">
                                              <p:val>
                                                <p:strVal val="#ppt_x"/>
                                              </p:val>
                                            </p:tav>
                                          </p:tavLst>
                                        </p:anim>
                                        <p:anim calcmode="lin" valueType="num" p14:bounceEnd="20000">
                                          <p:cBhvr additive="base">
                                            <p:cTn id="55"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 grpId="0"/>
          <p:bldP spid="240" grpId="0" animBg="1"/>
          <p:bldP spid="245" grpId="0" animBg="1"/>
          <p:bldP spid="248" grpId="0" animBg="1"/>
          <p:bldP spid="249" grpId="0" animBg="1"/>
          <p:bldP spid="25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248"/>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249"/>
                                            </p:tgtEl>
                                            <p:attrNameLst>
                                              <p:attrName>style.visibility</p:attrName>
                                            </p:attrNameLst>
                                          </p:cBhvr>
                                          <p:to>
                                            <p:strVal val="visible"/>
                                          </p:to>
                                        </p:se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240"/>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childTnLst>
                              </p:cTn>
                            </p:par>
                            <p:par>
                              <p:cTn id="34" fill="hold">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50"/>
                                            </p:tgtEl>
                                            <p:attrNameLst>
                                              <p:attrName>style.visibility</p:attrName>
                                            </p:attrNameLst>
                                          </p:cBhvr>
                                          <p:to>
                                            <p:strVal val="visible"/>
                                          </p:to>
                                        </p:set>
                                      </p:childTnLst>
                                    </p:cTn>
                                  </p:par>
                                </p:childTnLst>
                              </p:cTn>
                            </p:par>
                            <p:par>
                              <p:cTn id="37" fill="hold">
                                <p:stCondLst>
                                  <p:cond delay="500"/>
                                </p:stCondLst>
                                <p:childTnLst>
                                  <p:par>
                                    <p:cTn id="38" presetID="1" presetClass="entr" presetSubtype="0" fill="hold" grpId="0" nodeType="afterEffect">
                                      <p:stCondLst>
                                        <p:cond delay="0"/>
                                      </p:stCondLst>
                                      <p:childTnLst>
                                        <p:set>
                                          <p:cBhvr>
                                            <p:cTn id="39" dur="1" fill="hold">
                                              <p:stCondLst>
                                                <p:cond delay="0"/>
                                              </p:stCondLst>
                                            </p:cTn>
                                            <p:tgtEl>
                                              <p:spTgt spid="245"/>
                                            </p:tgtEl>
                                            <p:attrNameLst>
                                              <p:attrName>style.visibility</p:attrName>
                                            </p:attrNameLst>
                                          </p:cBhvr>
                                          <p:to>
                                            <p:strVal val="visible"/>
                                          </p:to>
                                        </p:set>
                                      </p:childTnLst>
                                    </p:cTn>
                                  </p:par>
                                </p:childTnLst>
                              </p:cTn>
                            </p:par>
                            <p:par>
                              <p:cTn id="40" fill="hold">
                                <p:stCondLst>
                                  <p:cond delay="500"/>
                                </p:stCondLst>
                                <p:childTnLst>
                                  <p:par>
                                    <p:cTn id="41" presetID="1"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childTnLst>
                                    </p:cTn>
                                  </p:par>
                                </p:childTnLst>
                              </p:cTn>
                            </p:par>
                            <p:par>
                              <p:cTn id="43" fill="hold">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childTnLst>
                                    </p:cTn>
                                  </p:par>
                                </p:childTnLst>
                              </p:cTn>
                            </p:par>
                            <p:par>
                              <p:cTn id="46" fill="hold">
                                <p:stCondLst>
                                  <p:cond delay="500"/>
                                </p:stCondLst>
                                <p:childTnLst>
                                  <p:par>
                                    <p:cTn id="47" presetID="2" presetClass="entr" presetSubtype="12" fill="hold" nodeType="after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500" fill="hold"/>
                                            <p:tgtEl>
                                              <p:spTgt spid="15"/>
                                            </p:tgtEl>
                                            <p:attrNameLst>
                                              <p:attrName>ppt_x</p:attrName>
                                            </p:attrNameLst>
                                          </p:cBhvr>
                                          <p:tavLst>
                                            <p:tav tm="0">
                                              <p:val>
                                                <p:strVal val="0-#ppt_w/2"/>
                                              </p:val>
                                            </p:tav>
                                            <p:tav tm="100000">
                                              <p:val>
                                                <p:strVal val="#ppt_x"/>
                                              </p:val>
                                            </p:tav>
                                          </p:tavLst>
                                        </p:anim>
                                        <p:anim calcmode="lin" valueType="num">
                                          <p:cBhvr additive="base">
                                            <p:cTn id="50" dur="500" fill="hold"/>
                                            <p:tgtEl>
                                              <p:spTgt spid="15"/>
                                            </p:tgtEl>
                                            <p:attrNameLst>
                                              <p:attrName>ppt_y</p:attrName>
                                            </p:attrNameLst>
                                          </p:cBhvr>
                                          <p:tavLst>
                                            <p:tav tm="0">
                                              <p:val>
                                                <p:strVal val="1+#ppt_h/2"/>
                                              </p:val>
                                            </p:tav>
                                            <p:tav tm="100000">
                                              <p:val>
                                                <p:strVal val="#ppt_y"/>
                                              </p:val>
                                            </p:tav>
                                          </p:tavLst>
                                        </p:anim>
                                      </p:childTnLst>
                                    </p:cTn>
                                  </p:par>
                                </p:childTnLst>
                              </p:cTn>
                            </p:par>
                            <p:par>
                              <p:cTn id="51" fill="hold">
                                <p:stCondLst>
                                  <p:cond delay="1000"/>
                                </p:stCondLst>
                                <p:childTnLst>
                                  <p:par>
                                    <p:cTn id="52" presetID="2" presetClass="entr" presetSubtype="12" fill="hold" nodeType="after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 fill="hold"/>
                                            <p:tgtEl>
                                              <p:spTgt spid="14"/>
                                            </p:tgtEl>
                                            <p:attrNameLst>
                                              <p:attrName>ppt_x</p:attrName>
                                            </p:attrNameLst>
                                          </p:cBhvr>
                                          <p:tavLst>
                                            <p:tav tm="0">
                                              <p:val>
                                                <p:strVal val="0-#ppt_w/2"/>
                                              </p:val>
                                            </p:tav>
                                            <p:tav tm="100000">
                                              <p:val>
                                                <p:strVal val="#ppt_x"/>
                                              </p:val>
                                            </p:tav>
                                          </p:tavLst>
                                        </p:anim>
                                        <p:anim calcmode="lin" valueType="num">
                                          <p:cBhvr additive="base">
                                            <p:cTn id="55"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 grpId="0"/>
          <p:bldP spid="240" grpId="0" animBg="1"/>
          <p:bldP spid="245" grpId="0" animBg="1"/>
          <p:bldP spid="248" grpId="0" animBg="1"/>
          <p:bldP spid="249" grpId="0" animBg="1"/>
          <p:bldP spid="250" grpId="0" animBg="1"/>
        </p:bldLst>
      </p:timing>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نموذج لاسويل</a:t>
            </a:r>
            <a:endParaRPr lang="en-US" u="sng" dirty="0">
              <a:solidFill>
                <a:schemeClr val="tx1"/>
              </a:solidFill>
            </a:endParaRPr>
          </a:p>
        </p:txBody>
      </p:sp>
      <p:sp>
        <p:nvSpPr>
          <p:cNvPr id="80" name="TextBox 79"/>
          <p:cNvSpPr txBox="1"/>
          <p:nvPr/>
        </p:nvSpPr>
        <p:spPr>
          <a:xfrm>
            <a:off x="400230" y="1174798"/>
            <a:ext cx="11158435" cy="1077218"/>
          </a:xfrm>
          <a:prstGeom prst="rect">
            <a:avLst/>
          </a:prstGeom>
          <a:noFill/>
        </p:spPr>
        <p:txBody>
          <a:bodyPr wrap="square" rtlCol="0">
            <a:spAutoFit/>
          </a:bodyPr>
          <a:lstStyle/>
          <a:p>
            <a:pPr algn="ctr" rtl="1"/>
            <a:r>
              <a:rPr lang="ar-SA" sz="3200" dirty="0"/>
              <a:t>يعتبر نموذج لاسويل شهير حيث يحدد عملية الاتصال </a:t>
            </a:r>
            <a:r>
              <a:rPr lang="ar-SA" sz="3200" dirty="0" smtClean="0"/>
              <a:t>وعناصرها</a:t>
            </a:r>
            <a:endParaRPr lang="en-US" sz="3200" dirty="0" smtClean="0"/>
          </a:p>
          <a:p>
            <a:pPr algn="ctr" rtl="1"/>
            <a:r>
              <a:rPr lang="ar-SA" sz="3200" dirty="0" smtClean="0"/>
              <a:t> </a:t>
            </a:r>
            <a:r>
              <a:rPr lang="ar-SA" sz="3200" dirty="0"/>
              <a:t>من خلال خمسة تساؤلات متتابعة وهي:</a:t>
            </a:r>
            <a:endParaRPr lang="en-US" sz="3200" dirty="0"/>
          </a:p>
        </p:txBody>
      </p:sp>
      <p:grpSp>
        <p:nvGrpSpPr>
          <p:cNvPr id="18" name="Group 17"/>
          <p:cNvGrpSpPr/>
          <p:nvPr/>
        </p:nvGrpSpPr>
        <p:grpSpPr>
          <a:xfrm>
            <a:off x="4237788" y="5128256"/>
            <a:ext cx="4407051" cy="993863"/>
            <a:chOff x="4079749" y="5333384"/>
            <a:chExt cx="4407051" cy="993863"/>
          </a:xfrm>
        </p:grpSpPr>
        <p:sp>
          <p:nvSpPr>
            <p:cNvPr id="85" name="Oval 84"/>
            <p:cNvSpPr/>
            <p:nvPr/>
          </p:nvSpPr>
          <p:spPr>
            <a:xfrm>
              <a:off x="4079749" y="5462592"/>
              <a:ext cx="624548" cy="62454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95" name="Group 94"/>
            <p:cNvGrpSpPr/>
            <p:nvPr/>
          </p:nvGrpSpPr>
          <p:grpSpPr>
            <a:xfrm>
              <a:off x="4233244" y="5616290"/>
              <a:ext cx="317153" cy="317153"/>
              <a:chOff x="4439444" y="2582069"/>
              <a:chExt cx="464344" cy="464344"/>
            </a:xfrm>
            <a:solidFill>
              <a:schemeClr val="bg1"/>
            </a:solidFill>
          </p:grpSpPr>
          <p:sp>
            <p:nvSpPr>
              <p:cNvPr id="96"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97"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98"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nvGrpSpPr>
            <p:cNvPr id="171" name="Group 170"/>
            <p:cNvGrpSpPr/>
            <p:nvPr/>
          </p:nvGrpSpPr>
          <p:grpSpPr>
            <a:xfrm>
              <a:off x="4807241" y="5333384"/>
              <a:ext cx="3679559" cy="993863"/>
              <a:chOff x="3053816" y="4320328"/>
              <a:chExt cx="3679559" cy="993863"/>
            </a:xfrm>
          </p:grpSpPr>
          <p:sp>
            <p:nvSpPr>
              <p:cNvPr id="172" name="Rectangle 171"/>
              <p:cNvSpPr/>
              <p:nvPr/>
            </p:nvSpPr>
            <p:spPr>
              <a:xfrm>
                <a:off x="3169414" y="4852526"/>
                <a:ext cx="3563961" cy="461665"/>
              </a:xfrm>
              <a:prstGeom prst="rect">
                <a:avLst/>
              </a:prstGeom>
            </p:spPr>
            <p:txBody>
              <a:bodyPr wrap="square">
                <a:spAutoFit/>
              </a:bodyPr>
              <a:lstStyle/>
              <a:p>
                <a:pPr rtl="1"/>
                <a:r>
                  <a:rPr lang="ar-SA" sz="2400" b="1" dirty="0"/>
                  <a:t>ويشير إلى التغذية الراجعة.</a:t>
                </a:r>
                <a:endParaRPr lang="en-US" sz="2400" b="1" dirty="0"/>
              </a:p>
            </p:txBody>
          </p:sp>
          <p:sp>
            <p:nvSpPr>
              <p:cNvPr id="173" name="TextBox 172"/>
              <p:cNvSpPr txBox="1"/>
              <p:nvPr/>
            </p:nvSpPr>
            <p:spPr>
              <a:xfrm>
                <a:off x="3053816" y="4320328"/>
                <a:ext cx="3369833" cy="523220"/>
              </a:xfrm>
              <a:prstGeom prst="rect">
                <a:avLst/>
              </a:prstGeom>
              <a:noFill/>
            </p:spPr>
            <p:txBody>
              <a:bodyPr wrap="none" rtlCol="0">
                <a:spAutoFit/>
              </a:bodyPr>
              <a:lstStyle/>
              <a:p>
                <a:pPr rtl="1"/>
                <a:r>
                  <a:rPr lang="ar-SA" sz="2800" b="1" u="sng" dirty="0"/>
                  <a:t>السؤال الخامس: بأي تأثير؟</a:t>
                </a:r>
                <a:endParaRPr lang="en-US" sz="2800" b="1" u="sng" dirty="0"/>
              </a:p>
            </p:txBody>
          </p:sp>
        </p:grpSp>
      </p:grpSp>
      <p:grpSp>
        <p:nvGrpSpPr>
          <p:cNvPr id="17" name="Group 16"/>
          <p:cNvGrpSpPr/>
          <p:nvPr/>
        </p:nvGrpSpPr>
        <p:grpSpPr>
          <a:xfrm>
            <a:off x="4619317" y="2668148"/>
            <a:ext cx="4025522" cy="1055418"/>
            <a:chOff x="4079275" y="4281436"/>
            <a:chExt cx="4025522" cy="1055418"/>
          </a:xfrm>
        </p:grpSpPr>
        <p:sp>
          <p:nvSpPr>
            <p:cNvPr id="82" name="Oval 81"/>
            <p:cNvSpPr/>
            <p:nvPr/>
          </p:nvSpPr>
          <p:spPr>
            <a:xfrm>
              <a:off x="4079275" y="4357653"/>
              <a:ext cx="624548" cy="624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223" name="Group 222"/>
            <p:cNvGrpSpPr/>
            <p:nvPr/>
          </p:nvGrpSpPr>
          <p:grpSpPr>
            <a:xfrm>
              <a:off x="4784657" y="4281436"/>
              <a:ext cx="3320140" cy="1055418"/>
              <a:chOff x="3031232" y="4369170"/>
              <a:chExt cx="3320140" cy="1055418"/>
            </a:xfrm>
          </p:grpSpPr>
          <p:sp>
            <p:nvSpPr>
              <p:cNvPr id="224" name="Rectangle 223"/>
              <p:cNvSpPr/>
              <p:nvPr/>
            </p:nvSpPr>
            <p:spPr>
              <a:xfrm>
                <a:off x="3031232" y="4962923"/>
                <a:ext cx="2973891" cy="461665"/>
              </a:xfrm>
              <a:prstGeom prst="rect">
                <a:avLst/>
              </a:prstGeom>
            </p:spPr>
            <p:txBody>
              <a:bodyPr wrap="square">
                <a:spAutoFit/>
              </a:bodyPr>
              <a:lstStyle/>
              <a:p>
                <a:pPr rtl="1"/>
                <a:r>
                  <a:rPr lang="ar-SA" sz="2400" b="1" dirty="0"/>
                  <a:t>ويشير إلى قناة الاتصال.</a:t>
                </a:r>
                <a:endParaRPr lang="en-US" sz="2400" b="1" dirty="0"/>
              </a:p>
            </p:txBody>
          </p:sp>
          <p:sp>
            <p:nvSpPr>
              <p:cNvPr id="225" name="TextBox 224"/>
              <p:cNvSpPr txBox="1"/>
              <p:nvPr/>
            </p:nvSpPr>
            <p:spPr>
              <a:xfrm>
                <a:off x="3031232" y="4369170"/>
                <a:ext cx="3320140" cy="523220"/>
              </a:xfrm>
              <a:prstGeom prst="rect">
                <a:avLst/>
              </a:prstGeom>
              <a:noFill/>
            </p:spPr>
            <p:txBody>
              <a:bodyPr wrap="none" rtlCol="0">
                <a:spAutoFit/>
              </a:bodyPr>
              <a:lstStyle/>
              <a:p>
                <a:pPr rtl="1"/>
                <a:r>
                  <a:rPr lang="ar-SA" sz="2800" b="1" u="sng" dirty="0">
                    <a:solidFill>
                      <a:srgbClr val="FFC000"/>
                    </a:solidFill>
                  </a:rPr>
                  <a:t>السؤال الثالث: بأية وسيلة؟</a:t>
                </a:r>
                <a:endParaRPr lang="en-US" sz="2800" b="1" u="sng" dirty="0">
                  <a:solidFill>
                    <a:srgbClr val="FFC000"/>
                  </a:solidFill>
                </a:endParaRPr>
              </a:p>
            </p:txBody>
          </p:sp>
        </p:grpSp>
        <p:grpSp>
          <p:nvGrpSpPr>
            <p:cNvPr id="226" name="Group 225"/>
            <p:cNvGrpSpPr/>
            <p:nvPr/>
          </p:nvGrpSpPr>
          <p:grpSpPr>
            <a:xfrm>
              <a:off x="4232972" y="4511114"/>
              <a:ext cx="317153" cy="317153"/>
              <a:chOff x="4439444" y="1652588"/>
              <a:chExt cx="464344" cy="464344"/>
            </a:xfrm>
            <a:solidFill>
              <a:schemeClr val="bg1"/>
            </a:solidFill>
          </p:grpSpPr>
          <p:sp>
            <p:nvSpPr>
              <p:cNvPr id="227"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28"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29"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grpSp>
        <p:nvGrpSpPr>
          <p:cNvPr id="16" name="Group 15"/>
          <p:cNvGrpSpPr/>
          <p:nvPr/>
        </p:nvGrpSpPr>
        <p:grpSpPr>
          <a:xfrm>
            <a:off x="725229" y="3899804"/>
            <a:ext cx="3825052" cy="1123154"/>
            <a:chOff x="1217648" y="4281436"/>
            <a:chExt cx="3825052" cy="1123154"/>
          </a:xfrm>
        </p:grpSpPr>
        <p:sp>
          <p:nvSpPr>
            <p:cNvPr id="84" name="Oval 83"/>
            <p:cNvSpPr/>
            <p:nvPr/>
          </p:nvSpPr>
          <p:spPr>
            <a:xfrm>
              <a:off x="1217648" y="4360364"/>
              <a:ext cx="624548" cy="624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nvGrpSpPr>
            <p:cNvPr id="177" name="Group 176"/>
            <p:cNvGrpSpPr/>
            <p:nvPr/>
          </p:nvGrpSpPr>
          <p:grpSpPr>
            <a:xfrm>
              <a:off x="1872619" y="4281436"/>
              <a:ext cx="3170081" cy="1123154"/>
              <a:chOff x="3006564" y="4369170"/>
              <a:chExt cx="3170081" cy="1123154"/>
            </a:xfrm>
          </p:grpSpPr>
          <p:sp>
            <p:nvSpPr>
              <p:cNvPr id="178" name="Rectangle 177"/>
              <p:cNvSpPr/>
              <p:nvPr/>
            </p:nvSpPr>
            <p:spPr>
              <a:xfrm>
                <a:off x="3006564" y="5030659"/>
                <a:ext cx="2944374" cy="461665"/>
              </a:xfrm>
              <a:prstGeom prst="rect">
                <a:avLst/>
              </a:prstGeom>
            </p:spPr>
            <p:txBody>
              <a:bodyPr wrap="square">
                <a:spAutoFit/>
              </a:bodyPr>
              <a:lstStyle/>
              <a:p>
                <a:pPr rtl="1"/>
                <a:r>
                  <a:rPr lang="ar-SA" sz="2400" b="1" dirty="0"/>
                  <a:t>ويشير إلى المستقبل.</a:t>
                </a:r>
                <a:endParaRPr lang="en-US" sz="2400" b="1" dirty="0"/>
              </a:p>
            </p:txBody>
          </p:sp>
          <p:sp>
            <p:nvSpPr>
              <p:cNvPr id="179" name="TextBox 178"/>
              <p:cNvSpPr txBox="1"/>
              <p:nvPr/>
            </p:nvSpPr>
            <p:spPr>
              <a:xfrm>
                <a:off x="3031232" y="4369170"/>
                <a:ext cx="3145413" cy="523220"/>
              </a:xfrm>
              <a:prstGeom prst="rect">
                <a:avLst/>
              </a:prstGeom>
              <a:noFill/>
            </p:spPr>
            <p:txBody>
              <a:bodyPr wrap="none" rtlCol="0">
                <a:spAutoFit/>
              </a:bodyPr>
              <a:lstStyle/>
              <a:p>
                <a:pPr rtl="1"/>
                <a:r>
                  <a:rPr lang="ar-SA" sz="2800" b="1" u="sng" dirty="0">
                    <a:solidFill>
                      <a:srgbClr val="82B732"/>
                    </a:solidFill>
                  </a:rPr>
                  <a:t>السؤال الرابع: لمن يقول؟</a:t>
                </a:r>
                <a:endParaRPr lang="en-US" sz="2800" b="1" u="sng" dirty="0">
                  <a:solidFill>
                    <a:srgbClr val="82B732"/>
                  </a:solidFill>
                </a:endParaRPr>
              </a:p>
            </p:txBody>
          </p:sp>
        </p:grpSp>
        <p:grpSp>
          <p:nvGrpSpPr>
            <p:cNvPr id="230" name="Group 229"/>
            <p:cNvGrpSpPr/>
            <p:nvPr/>
          </p:nvGrpSpPr>
          <p:grpSpPr>
            <a:xfrm>
              <a:off x="1419240" y="4529710"/>
              <a:ext cx="217941" cy="317696"/>
              <a:chOff x="3582988" y="3510757"/>
              <a:chExt cx="319088" cy="465138"/>
            </a:xfrm>
            <a:solidFill>
              <a:schemeClr val="bg1"/>
            </a:solidFill>
          </p:grpSpPr>
          <p:sp>
            <p:nvSpPr>
              <p:cNvPr id="231"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32"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sp>
        <p:nvSpPr>
          <p:cNvPr id="240" name="Oval 13"/>
          <p:cNvSpPr>
            <a:spLocks noChangeArrowheads="1"/>
          </p:cNvSpPr>
          <p:nvPr/>
        </p:nvSpPr>
        <p:spPr bwMode="auto">
          <a:xfrm>
            <a:off x="9171271" y="3705230"/>
            <a:ext cx="347807" cy="344920"/>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10" name="Group 9"/>
          <p:cNvGrpSpPr/>
          <p:nvPr/>
        </p:nvGrpSpPr>
        <p:grpSpPr>
          <a:xfrm>
            <a:off x="8549631" y="4263020"/>
            <a:ext cx="3300557" cy="2486602"/>
            <a:chOff x="7521714" y="4171376"/>
            <a:chExt cx="3300557" cy="2486602"/>
          </a:xfrm>
        </p:grpSpPr>
        <p:sp>
          <p:nvSpPr>
            <p:cNvPr id="233" name="Freeform 6"/>
            <p:cNvSpPr>
              <a:spLocks/>
            </p:cNvSpPr>
            <p:nvPr/>
          </p:nvSpPr>
          <p:spPr bwMode="auto">
            <a:xfrm>
              <a:off x="8267839" y="4794830"/>
              <a:ext cx="1808307" cy="769216"/>
            </a:xfrm>
            <a:custGeom>
              <a:avLst/>
              <a:gdLst>
                <a:gd name="T0" fmla="*/ 0 w 1253"/>
                <a:gd name="T1" fmla="*/ 266 h 533"/>
                <a:gd name="T2" fmla="*/ 626 w 1253"/>
                <a:gd name="T3" fmla="*/ 533 h 533"/>
                <a:gd name="T4" fmla="*/ 1253 w 1253"/>
                <a:gd name="T5" fmla="*/ 266 h 533"/>
                <a:gd name="T6" fmla="*/ 626 w 1253"/>
                <a:gd name="T7" fmla="*/ 0 h 533"/>
                <a:gd name="T8" fmla="*/ 0 w 1253"/>
                <a:gd name="T9" fmla="*/ 266 h 533"/>
              </a:gdLst>
              <a:ahLst/>
              <a:cxnLst>
                <a:cxn ang="0">
                  <a:pos x="T0" y="T1"/>
                </a:cxn>
                <a:cxn ang="0">
                  <a:pos x="T2" y="T3"/>
                </a:cxn>
                <a:cxn ang="0">
                  <a:pos x="T4" y="T5"/>
                </a:cxn>
                <a:cxn ang="0">
                  <a:pos x="T6" y="T7"/>
                </a:cxn>
                <a:cxn ang="0">
                  <a:pos x="T8" y="T9"/>
                </a:cxn>
              </a:cxnLst>
              <a:rect l="0" t="0" r="r" b="b"/>
              <a:pathLst>
                <a:path w="1253" h="533">
                  <a:moveTo>
                    <a:pt x="0" y="266"/>
                  </a:moveTo>
                  <a:lnTo>
                    <a:pt x="626" y="533"/>
                  </a:lnTo>
                  <a:lnTo>
                    <a:pt x="1253" y="266"/>
                  </a:lnTo>
                  <a:lnTo>
                    <a:pt x="626" y="0"/>
                  </a:lnTo>
                  <a:lnTo>
                    <a:pt x="0" y="266"/>
                  </a:lnTo>
                  <a:close/>
                </a:path>
              </a:pathLst>
            </a:custGeom>
            <a:solidFill>
              <a:srgbClr val="CFBD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4" name="Freeform 7"/>
            <p:cNvSpPr>
              <a:spLocks/>
            </p:cNvSpPr>
            <p:nvPr/>
          </p:nvSpPr>
          <p:spPr bwMode="auto">
            <a:xfrm>
              <a:off x="9171271" y="4794830"/>
              <a:ext cx="904875" cy="769216"/>
            </a:xfrm>
            <a:custGeom>
              <a:avLst/>
              <a:gdLst>
                <a:gd name="T0" fmla="*/ 0 w 627"/>
                <a:gd name="T1" fmla="*/ 0 h 533"/>
                <a:gd name="T2" fmla="*/ 0 w 627"/>
                <a:gd name="T3" fmla="*/ 533 h 533"/>
                <a:gd name="T4" fmla="*/ 627 w 627"/>
                <a:gd name="T5" fmla="*/ 266 h 533"/>
                <a:gd name="T6" fmla="*/ 0 w 627"/>
                <a:gd name="T7" fmla="*/ 0 h 533"/>
              </a:gdLst>
              <a:ahLst/>
              <a:cxnLst>
                <a:cxn ang="0">
                  <a:pos x="T0" y="T1"/>
                </a:cxn>
                <a:cxn ang="0">
                  <a:pos x="T2" y="T3"/>
                </a:cxn>
                <a:cxn ang="0">
                  <a:pos x="T4" y="T5"/>
                </a:cxn>
                <a:cxn ang="0">
                  <a:pos x="T6" y="T7"/>
                </a:cxn>
              </a:cxnLst>
              <a:rect l="0" t="0" r="r" b="b"/>
              <a:pathLst>
                <a:path w="627" h="533">
                  <a:moveTo>
                    <a:pt x="0" y="0"/>
                  </a:moveTo>
                  <a:lnTo>
                    <a:pt x="0" y="533"/>
                  </a:lnTo>
                  <a:lnTo>
                    <a:pt x="627" y="266"/>
                  </a:lnTo>
                  <a:lnTo>
                    <a:pt x="0" y="0"/>
                  </a:lnTo>
                  <a:close/>
                </a:path>
              </a:pathLst>
            </a:custGeom>
            <a:solidFill>
              <a:srgbClr val="B5A1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3" name="Oval 16"/>
            <p:cNvSpPr>
              <a:spLocks noChangeArrowheads="1"/>
            </p:cNvSpPr>
            <p:nvPr/>
          </p:nvSpPr>
          <p:spPr bwMode="auto">
            <a:xfrm>
              <a:off x="9171271" y="5183046"/>
              <a:ext cx="434398" cy="434398"/>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5" name="Group 4"/>
            <p:cNvGrpSpPr/>
            <p:nvPr/>
          </p:nvGrpSpPr>
          <p:grpSpPr>
            <a:xfrm>
              <a:off x="7521714" y="4171376"/>
              <a:ext cx="3300557" cy="2486602"/>
              <a:chOff x="7521714" y="4171376"/>
              <a:chExt cx="3300557" cy="2486602"/>
            </a:xfrm>
          </p:grpSpPr>
          <p:sp>
            <p:nvSpPr>
              <p:cNvPr id="139" name="Freeform 22"/>
              <p:cNvSpPr>
                <a:spLocks/>
              </p:cNvSpPr>
              <p:nvPr/>
            </p:nvSpPr>
            <p:spPr bwMode="auto">
              <a:xfrm>
                <a:off x="9171271" y="5115217"/>
                <a:ext cx="1651000" cy="448830"/>
              </a:xfrm>
              <a:custGeom>
                <a:avLst/>
                <a:gdLst>
                  <a:gd name="T0" fmla="*/ 1144 w 1144"/>
                  <a:gd name="T1" fmla="*/ 0 h 311"/>
                  <a:gd name="T2" fmla="*/ 518 w 1144"/>
                  <a:gd name="T3" fmla="*/ 267 h 311"/>
                  <a:gd name="T4" fmla="*/ 0 w 1144"/>
                  <a:gd name="T5" fmla="*/ 311 h 311"/>
                  <a:gd name="T6" fmla="*/ 627 w 1144"/>
                  <a:gd name="T7" fmla="*/ 44 h 311"/>
                  <a:gd name="T8" fmla="*/ 1144 w 1144"/>
                  <a:gd name="T9" fmla="*/ 0 h 311"/>
                </a:gdLst>
                <a:ahLst/>
                <a:cxnLst>
                  <a:cxn ang="0">
                    <a:pos x="T0" y="T1"/>
                  </a:cxn>
                  <a:cxn ang="0">
                    <a:pos x="T2" y="T3"/>
                  </a:cxn>
                  <a:cxn ang="0">
                    <a:pos x="T4" y="T5"/>
                  </a:cxn>
                  <a:cxn ang="0">
                    <a:pos x="T6" y="T7"/>
                  </a:cxn>
                  <a:cxn ang="0">
                    <a:pos x="T8" y="T9"/>
                  </a:cxn>
                </a:cxnLst>
                <a:rect l="0" t="0" r="r" b="b"/>
                <a:pathLst>
                  <a:path w="1144" h="311">
                    <a:moveTo>
                      <a:pt x="1144" y="0"/>
                    </a:moveTo>
                    <a:lnTo>
                      <a:pt x="518" y="267"/>
                    </a:lnTo>
                    <a:lnTo>
                      <a:pt x="0" y="311"/>
                    </a:lnTo>
                    <a:lnTo>
                      <a:pt x="627" y="44"/>
                    </a:lnTo>
                    <a:lnTo>
                      <a:pt x="1144" y="0"/>
                    </a:lnTo>
                    <a:close/>
                  </a:path>
                </a:pathLst>
              </a:custGeom>
              <a:solidFill>
                <a:srgbClr val="CFBD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5" name="Freeform 8"/>
              <p:cNvSpPr>
                <a:spLocks/>
              </p:cNvSpPr>
              <p:nvPr/>
            </p:nvSpPr>
            <p:spPr bwMode="auto">
              <a:xfrm>
                <a:off x="9171271" y="4171376"/>
                <a:ext cx="1359478" cy="1007341"/>
              </a:xfrm>
              <a:custGeom>
                <a:avLst/>
                <a:gdLst>
                  <a:gd name="T0" fmla="*/ 315 w 942"/>
                  <a:gd name="T1" fmla="*/ 0 h 698"/>
                  <a:gd name="T2" fmla="*/ 942 w 942"/>
                  <a:gd name="T3" fmla="*/ 267 h 698"/>
                  <a:gd name="T4" fmla="*/ 627 w 942"/>
                  <a:gd name="T5" fmla="*/ 698 h 698"/>
                  <a:gd name="T6" fmla="*/ 0 w 942"/>
                  <a:gd name="T7" fmla="*/ 432 h 698"/>
                  <a:gd name="T8" fmla="*/ 315 w 942"/>
                  <a:gd name="T9" fmla="*/ 0 h 698"/>
                </a:gdLst>
                <a:ahLst/>
                <a:cxnLst>
                  <a:cxn ang="0">
                    <a:pos x="T0" y="T1"/>
                  </a:cxn>
                  <a:cxn ang="0">
                    <a:pos x="T2" y="T3"/>
                  </a:cxn>
                  <a:cxn ang="0">
                    <a:pos x="T4" y="T5"/>
                  </a:cxn>
                  <a:cxn ang="0">
                    <a:pos x="T6" y="T7"/>
                  </a:cxn>
                  <a:cxn ang="0">
                    <a:pos x="T8" y="T9"/>
                  </a:cxn>
                </a:cxnLst>
                <a:rect l="0" t="0" r="r" b="b"/>
                <a:pathLst>
                  <a:path w="942" h="698">
                    <a:moveTo>
                      <a:pt x="315" y="0"/>
                    </a:moveTo>
                    <a:lnTo>
                      <a:pt x="942" y="267"/>
                    </a:lnTo>
                    <a:lnTo>
                      <a:pt x="627" y="698"/>
                    </a:lnTo>
                    <a:lnTo>
                      <a:pt x="0" y="432"/>
                    </a:lnTo>
                    <a:lnTo>
                      <a:pt x="315"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36" name="Freeform 9"/>
              <p:cNvSpPr>
                <a:spLocks/>
              </p:cNvSpPr>
              <p:nvPr/>
            </p:nvSpPr>
            <p:spPr bwMode="auto">
              <a:xfrm>
                <a:off x="7813236" y="4171376"/>
                <a:ext cx="1358034" cy="1007341"/>
              </a:xfrm>
              <a:custGeom>
                <a:avLst/>
                <a:gdLst>
                  <a:gd name="T0" fmla="*/ 627 w 941"/>
                  <a:gd name="T1" fmla="*/ 0 h 698"/>
                  <a:gd name="T2" fmla="*/ 0 w 941"/>
                  <a:gd name="T3" fmla="*/ 267 h 698"/>
                  <a:gd name="T4" fmla="*/ 315 w 941"/>
                  <a:gd name="T5" fmla="*/ 698 h 698"/>
                  <a:gd name="T6" fmla="*/ 941 w 941"/>
                  <a:gd name="T7" fmla="*/ 432 h 698"/>
                  <a:gd name="T8" fmla="*/ 627 w 941"/>
                  <a:gd name="T9" fmla="*/ 0 h 698"/>
                </a:gdLst>
                <a:ahLst/>
                <a:cxnLst>
                  <a:cxn ang="0">
                    <a:pos x="T0" y="T1"/>
                  </a:cxn>
                  <a:cxn ang="0">
                    <a:pos x="T2" y="T3"/>
                  </a:cxn>
                  <a:cxn ang="0">
                    <a:pos x="T4" y="T5"/>
                  </a:cxn>
                  <a:cxn ang="0">
                    <a:pos x="T6" y="T7"/>
                  </a:cxn>
                  <a:cxn ang="0">
                    <a:pos x="T8" y="T9"/>
                  </a:cxn>
                </a:cxnLst>
                <a:rect l="0" t="0" r="r" b="b"/>
                <a:pathLst>
                  <a:path w="941" h="698">
                    <a:moveTo>
                      <a:pt x="627" y="0"/>
                    </a:moveTo>
                    <a:lnTo>
                      <a:pt x="0" y="267"/>
                    </a:lnTo>
                    <a:lnTo>
                      <a:pt x="315" y="698"/>
                    </a:lnTo>
                    <a:lnTo>
                      <a:pt x="941" y="432"/>
                    </a:lnTo>
                    <a:lnTo>
                      <a:pt x="627" y="0"/>
                    </a:lnTo>
                    <a:close/>
                  </a:path>
                </a:pathLst>
              </a:custGeom>
              <a:solidFill>
                <a:srgbClr val="E0C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1" name="Freeform 14"/>
              <p:cNvSpPr>
                <a:spLocks/>
              </p:cNvSpPr>
              <p:nvPr/>
            </p:nvSpPr>
            <p:spPr bwMode="auto">
              <a:xfrm>
                <a:off x="8267839" y="5178717"/>
                <a:ext cx="903432" cy="1479261"/>
              </a:xfrm>
              <a:custGeom>
                <a:avLst/>
                <a:gdLst>
                  <a:gd name="T0" fmla="*/ 0 w 626"/>
                  <a:gd name="T1" fmla="*/ 0 h 1025"/>
                  <a:gd name="T2" fmla="*/ 626 w 626"/>
                  <a:gd name="T3" fmla="*/ 267 h 1025"/>
                  <a:gd name="T4" fmla="*/ 626 w 626"/>
                  <a:gd name="T5" fmla="*/ 1025 h 1025"/>
                  <a:gd name="T6" fmla="*/ 0 w 626"/>
                  <a:gd name="T7" fmla="*/ 758 h 1025"/>
                  <a:gd name="T8" fmla="*/ 0 w 626"/>
                  <a:gd name="T9" fmla="*/ 0 h 1025"/>
                </a:gdLst>
                <a:ahLst/>
                <a:cxnLst>
                  <a:cxn ang="0">
                    <a:pos x="T0" y="T1"/>
                  </a:cxn>
                  <a:cxn ang="0">
                    <a:pos x="T2" y="T3"/>
                  </a:cxn>
                  <a:cxn ang="0">
                    <a:pos x="T4" y="T5"/>
                  </a:cxn>
                  <a:cxn ang="0">
                    <a:pos x="T6" y="T7"/>
                  </a:cxn>
                  <a:cxn ang="0">
                    <a:pos x="T8" y="T9"/>
                  </a:cxn>
                </a:cxnLst>
                <a:rect l="0" t="0" r="r" b="b"/>
                <a:pathLst>
                  <a:path w="626" h="1025">
                    <a:moveTo>
                      <a:pt x="0" y="0"/>
                    </a:moveTo>
                    <a:lnTo>
                      <a:pt x="626" y="267"/>
                    </a:lnTo>
                    <a:lnTo>
                      <a:pt x="626" y="1025"/>
                    </a:lnTo>
                    <a:lnTo>
                      <a:pt x="0" y="758"/>
                    </a:lnTo>
                    <a:lnTo>
                      <a:pt x="0" y="0"/>
                    </a:lnTo>
                    <a:close/>
                  </a:path>
                </a:pathLst>
              </a:custGeom>
              <a:solidFill>
                <a:srgbClr val="E0C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2" name="Freeform 15"/>
              <p:cNvSpPr>
                <a:spLocks/>
              </p:cNvSpPr>
              <p:nvPr/>
            </p:nvSpPr>
            <p:spPr bwMode="auto">
              <a:xfrm>
                <a:off x="7521714" y="5115217"/>
                <a:ext cx="1649557" cy="448830"/>
              </a:xfrm>
              <a:custGeom>
                <a:avLst/>
                <a:gdLst>
                  <a:gd name="T0" fmla="*/ 0 w 1143"/>
                  <a:gd name="T1" fmla="*/ 0 h 311"/>
                  <a:gd name="T2" fmla="*/ 626 w 1143"/>
                  <a:gd name="T3" fmla="*/ 267 h 311"/>
                  <a:gd name="T4" fmla="*/ 1143 w 1143"/>
                  <a:gd name="T5" fmla="*/ 311 h 311"/>
                  <a:gd name="T6" fmla="*/ 517 w 1143"/>
                  <a:gd name="T7" fmla="*/ 44 h 311"/>
                  <a:gd name="T8" fmla="*/ 0 w 1143"/>
                  <a:gd name="T9" fmla="*/ 0 h 311"/>
                </a:gdLst>
                <a:ahLst/>
                <a:cxnLst>
                  <a:cxn ang="0">
                    <a:pos x="T0" y="T1"/>
                  </a:cxn>
                  <a:cxn ang="0">
                    <a:pos x="T2" y="T3"/>
                  </a:cxn>
                  <a:cxn ang="0">
                    <a:pos x="T4" y="T5"/>
                  </a:cxn>
                  <a:cxn ang="0">
                    <a:pos x="T6" y="T7"/>
                  </a:cxn>
                  <a:cxn ang="0">
                    <a:pos x="T8" y="T9"/>
                  </a:cxn>
                </a:cxnLst>
                <a:rect l="0" t="0" r="r" b="b"/>
                <a:pathLst>
                  <a:path w="1143" h="311">
                    <a:moveTo>
                      <a:pt x="0" y="0"/>
                    </a:moveTo>
                    <a:lnTo>
                      <a:pt x="626" y="267"/>
                    </a:lnTo>
                    <a:lnTo>
                      <a:pt x="1143" y="311"/>
                    </a:lnTo>
                    <a:lnTo>
                      <a:pt x="517" y="44"/>
                    </a:lnTo>
                    <a:lnTo>
                      <a:pt x="0"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4" name="Freeform 21"/>
              <p:cNvSpPr>
                <a:spLocks/>
              </p:cNvSpPr>
              <p:nvPr/>
            </p:nvSpPr>
            <p:spPr bwMode="auto">
              <a:xfrm>
                <a:off x="9171271" y="5178717"/>
                <a:ext cx="904875" cy="1479261"/>
              </a:xfrm>
              <a:custGeom>
                <a:avLst/>
                <a:gdLst>
                  <a:gd name="T0" fmla="*/ 627 w 627"/>
                  <a:gd name="T1" fmla="*/ 0 h 1025"/>
                  <a:gd name="T2" fmla="*/ 0 w 627"/>
                  <a:gd name="T3" fmla="*/ 267 h 1025"/>
                  <a:gd name="T4" fmla="*/ 0 w 627"/>
                  <a:gd name="T5" fmla="*/ 1025 h 1025"/>
                  <a:gd name="T6" fmla="*/ 627 w 627"/>
                  <a:gd name="T7" fmla="*/ 758 h 1025"/>
                  <a:gd name="T8" fmla="*/ 627 w 627"/>
                  <a:gd name="T9" fmla="*/ 0 h 1025"/>
                </a:gdLst>
                <a:ahLst/>
                <a:cxnLst>
                  <a:cxn ang="0">
                    <a:pos x="T0" y="T1"/>
                  </a:cxn>
                  <a:cxn ang="0">
                    <a:pos x="T2" y="T3"/>
                  </a:cxn>
                  <a:cxn ang="0">
                    <a:pos x="T4" y="T5"/>
                  </a:cxn>
                  <a:cxn ang="0">
                    <a:pos x="T6" y="T7"/>
                  </a:cxn>
                  <a:cxn ang="0">
                    <a:pos x="T8" y="T9"/>
                  </a:cxn>
                </a:cxnLst>
                <a:rect l="0" t="0" r="r" b="b"/>
                <a:pathLst>
                  <a:path w="627" h="1025">
                    <a:moveTo>
                      <a:pt x="627" y="0"/>
                    </a:moveTo>
                    <a:lnTo>
                      <a:pt x="0" y="267"/>
                    </a:lnTo>
                    <a:lnTo>
                      <a:pt x="0" y="1025"/>
                    </a:lnTo>
                    <a:lnTo>
                      <a:pt x="627" y="758"/>
                    </a:lnTo>
                    <a:lnTo>
                      <a:pt x="627" y="0"/>
                    </a:lnTo>
                    <a:close/>
                  </a:path>
                </a:pathLst>
              </a:custGeom>
              <a:solidFill>
                <a:srgbClr val="F5E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grpSp>
      <p:sp>
        <p:nvSpPr>
          <p:cNvPr id="245" name="Oval 23"/>
          <p:cNvSpPr>
            <a:spLocks noChangeArrowheads="1"/>
          </p:cNvSpPr>
          <p:nvPr/>
        </p:nvSpPr>
        <p:spPr bwMode="auto">
          <a:xfrm>
            <a:off x="9310039" y="3280213"/>
            <a:ext cx="347807" cy="346364"/>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8" name="Oval 36"/>
          <p:cNvSpPr>
            <a:spLocks noChangeArrowheads="1"/>
          </p:cNvSpPr>
          <p:nvPr/>
        </p:nvSpPr>
        <p:spPr bwMode="auto">
          <a:xfrm>
            <a:off x="10248256" y="3568849"/>
            <a:ext cx="435841" cy="435841"/>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49" name="Oval 40"/>
          <p:cNvSpPr>
            <a:spLocks noChangeArrowheads="1"/>
          </p:cNvSpPr>
          <p:nvPr/>
        </p:nvSpPr>
        <p:spPr bwMode="auto">
          <a:xfrm>
            <a:off x="10684507" y="3755201"/>
            <a:ext cx="343477" cy="347807"/>
          </a:xfrm>
          <a:prstGeom prst="ellipse">
            <a:avLst/>
          </a:prstGeom>
          <a:solidFill>
            <a:schemeClr val="accent6"/>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250" name="Oval 43"/>
          <p:cNvSpPr>
            <a:spLocks noChangeArrowheads="1"/>
          </p:cNvSpPr>
          <p:nvPr/>
        </p:nvSpPr>
        <p:spPr bwMode="auto">
          <a:xfrm>
            <a:off x="10524440" y="2991659"/>
            <a:ext cx="515216" cy="513773"/>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11" name="Group 10"/>
          <p:cNvGrpSpPr/>
          <p:nvPr/>
        </p:nvGrpSpPr>
        <p:grpSpPr>
          <a:xfrm>
            <a:off x="10333404" y="4219724"/>
            <a:ext cx="714375" cy="715818"/>
            <a:chOff x="9305487" y="4128080"/>
            <a:chExt cx="714375" cy="715818"/>
          </a:xfrm>
        </p:grpSpPr>
        <p:sp>
          <p:nvSpPr>
            <p:cNvPr id="247" name="Oval 25"/>
            <p:cNvSpPr>
              <a:spLocks noChangeArrowheads="1"/>
            </p:cNvSpPr>
            <p:nvPr/>
          </p:nvSpPr>
          <p:spPr bwMode="auto">
            <a:xfrm>
              <a:off x="9305487" y="4128080"/>
              <a:ext cx="714375" cy="715818"/>
            </a:xfrm>
            <a:prstGeom prst="ellipse">
              <a:avLst/>
            </a:pr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51" name="Group 250"/>
            <p:cNvGrpSpPr/>
            <p:nvPr/>
          </p:nvGrpSpPr>
          <p:grpSpPr>
            <a:xfrm>
              <a:off x="9457557" y="4248585"/>
              <a:ext cx="422131" cy="422853"/>
              <a:chOff x="8216107" y="3505994"/>
              <a:chExt cx="464344" cy="465138"/>
            </a:xfrm>
            <a:solidFill>
              <a:schemeClr val="bg1"/>
            </a:solidFill>
          </p:grpSpPr>
          <p:sp>
            <p:nvSpPr>
              <p:cNvPr id="252" name="AutoShape 33"/>
              <p:cNvSpPr>
                <a:spLocks/>
              </p:cNvSpPr>
              <p:nvPr/>
            </p:nvSpPr>
            <p:spPr bwMode="auto">
              <a:xfrm>
                <a:off x="8216107" y="3680619"/>
                <a:ext cx="464344" cy="290513"/>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3" name="AutoShape 34"/>
              <p:cNvSpPr>
                <a:spLocks/>
              </p:cNvSpPr>
              <p:nvPr/>
            </p:nvSpPr>
            <p:spPr bwMode="auto">
              <a:xfrm>
                <a:off x="8331994" y="3564732"/>
                <a:ext cx="33338"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4" name="AutoShape 35"/>
              <p:cNvSpPr>
                <a:spLocks/>
              </p:cNvSpPr>
              <p:nvPr/>
            </p:nvSpPr>
            <p:spPr bwMode="auto">
              <a:xfrm>
                <a:off x="8506619" y="3564732"/>
                <a:ext cx="32544"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5" name="AutoShape 36"/>
              <p:cNvSpPr>
                <a:spLocks/>
              </p:cNvSpPr>
              <p:nvPr/>
            </p:nvSpPr>
            <p:spPr bwMode="auto">
              <a:xfrm>
                <a:off x="8433594" y="3505994"/>
                <a:ext cx="33338" cy="109538"/>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9" name="Group 8"/>
          <p:cNvGrpSpPr/>
          <p:nvPr/>
        </p:nvGrpSpPr>
        <p:grpSpPr>
          <a:xfrm>
            <a:off x="9318475" y="3927182"/>
            <a:ext cx="832716" cy="829830"/>
            <a:chOff x="8241861" y="3607092"/>
            <a:chExt cx="832716" cy="829830"/>
          </a:xfrm>
        </p:grpSpPr>
        <p:sp>
          <p:nvSpPr>
            <p:cNvPr id="238" name="Oval 11"/>
            <p:cNvSpPr>
              <a:spLocks noChangeArrowheads="1"/>
            </p:cNvSpPr>
            <p:nvPr/>
          </p:nvSpPr>
          <p:spPr bwMode="auto">
            <a:xfrm>
              <a:off x="8241861" y="3607092"/>
              <a:ext cx="832716" cy="829830"/>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56" name="Group 255"/>
            <p:cNvGrpSpPr/>
            <p:nvPr/>
          </p:nvGrpSpPr>
          <p:grpSpPr>
            <a:xfrm>
              <a:off x="8421689" y="3790411"/>
              <a:ext cx="464344" cy="464344"/>
              <a:chOff x="8216107" y="2577307"/>
              <a:chExt cx="464344" cy="464344"/>
            </a:xfrm>
            <a:solidFill>
              <a:schemeClr val="bg1"/>
            </a:solidFill>
          </p:grpSpPr>
          <p:sp>
            <p:nvSpPr>
              <p:cNvPr id="257"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8"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59"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0"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6" name="Group 5"/>
          <p:cNvGrpSpPr/>
          <p:nvPr/>
        </p:nvGrpSpPr>
        <p:grpSpPr>
          <a:xfrm>
            <a:off x="9558415" y="4740713"/>
            <a:ext cx="613352" cy="614795"/>
            <a:chOff x="8530498" y="4649069"/>
            <a:chExt cx="613352" cy="614795"/>
          </a:xfrm>
        </p:grpSpPr>
        <p:sp>
          <p:nvSpPr>
            <p:cNvPr id="237" name="Oval 10"/>
            <p:cNvSpPr>
              <a:spLocks noChangeArrowheads="1"/>
            </p:cNvSpPr>
            <p:nvPr/>
          </p:nvSpPr>
          <p:spPr bwMode="auto">
            <a:xfrm>
              <a:off x="8530498" y="4649069"/>
              <a:ext cx="613352" cy="614795"/>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1" name="Group 260"/>
            <p:cNvGrpSpPr/>
            <p:nvPr/>
          </p:nvGrpSpPr>
          <p:grpSpPr>
            <a:xfrm>
              <a:off x="8680214" y="4794829"/>
              <a:ext cx="317153" cy="317153"/>
              <a:chOff x="7287419" y="2577307"/>
              <a:chExt cx="464344" cy="464344"/>
            </a:xfrm>
            <a:solidFill>
              <a:schemeClr val="bg1"/>
            </a:solidFill>
          </p:grpSpPr>
          <p:sp>
            <p:nvSpPr>
              <p:cNvPr id="262" name="AutoShape 56"/>
              <p:cNvSpPr>
                <a:spLocks/>
              </p:cNvSpPr>
              <p:nvPr/>
            </p:nvSpPr>
            <p:spPr bwMode="auto">
              <a:xfrm>
                <a:off x="7287419"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3" name="AutoShape 57"/>
              <p:cNvSpPr>
                <a:spLocks/>
              </p:cNvSpPr>
              <p:nvPr/>
            </p:nvSpPr>
            <p:spPr bwMode="auto">
              <a:xfrm>
                <a:off x="7606507" y="257730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4" name="AutoShape 58"/>
              <p:cNvSpPr>
                <a:spLocks/>
              </p:cNvSpPr>
              <p:nvPr/>
            </p:nvSpPr>
            <p:spPr bwMode="auto">
              <a:xfrm>
                <a:off x="7446963" y="257730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13" name="Group 12"/>
          <p:cNvGrpSpPr/>
          <p:nvPr/>
        </p:nvGrpSpPr>
        <p:grpSpPr>
          <a:xfrm>
            <a:off x="9546349" y="2197615"/>
            <a:ext cx="935182" cy="932295"/>
            <a:chOff x="8708009" y="1560660"/>
            <a:chExt cx="935182" cy="932295"/>
          </a:xfrm>
        </p:grpSpPr>
        <p:sp>
          <p:nvSpPr>
            <p:cNvPr id="246" name="Oval 24"/>
            <p:cNvSpPr>
              <a:spLocks noChangeArrowheads="1"/>
            </p:cNvSpPr>
            <p:nvPr/>
          </p:nvSpPr>
          <p:spPr bwMode="auto">
            <a:xfrm>
              <a:off x="8708009" y="1560660"/>
              <a:ext cx="935182" cy="932295"/>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5" name="Group 264"/>
            <p:cNvGrpSpPr/>
            <p:nvPr/>
          </p:nvGrpSpPr>
          <p:grpSpPr>
            <a:xfrm>
              <a:off x="8938701" y="1827260"/>
              <a:ext cx="465138" cy="391319"/>
              <a:chOff x="5368132" y="2625725"/>
              <a:chExt cx="465138" cy="391319"/>
            </a:xfrm>
            <a:solidFill>
              <a:schemeClr val="bg1"/>
            </a:solidFill>
          </p:grpSpPr>
          <p:sp>
            <p:nvSpPr>
              <p:cNvPr id="266" name="AutoShape 120"/>
              <p:cNvSpPr>
                <a:spLocks/>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7" name="AutoShape 121"/>
              <p:cNvSpPr>
                <a:spLocks/>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sp>
            <p:nvSpPr>
              <p:cNvPr id="268" name="AutoShape 122"/>
              <p:cNvSpPr>
                <a:spLocks/>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sz="1500">
                  <a:solidFill>
                    <a:srgbClr val="FFFFFF"/>
                  </a:solidFill>
                  <a:effectLst>
                    <a:outerShdw blurRad="38100" dist="38100" dir="2700000" algn="tl">
                      <a:srgbClr val="000000"/>
                    </a:outerShdw>
                  </a:effectLst>
                  <a:latin typeface="Gill Sans" charset="0"/>
                  <a:cs typeface="+mn-cs"/>
                  <a:sym typeface="Gill Sans" charset="0"/>
                </a:endParaRPr>
              </a:p>
            </p:txBody>
          </p:sp>
        </p:grpSp>
      </p:grpSp>
      <p:grpSp>
        <p:nvGrpSpPr>
          <p:cNvPr id="12" name="Group 11"/>
          <p:cNvGrpSpPr/>
          <p:nvPr/>
        </p:nvGrpSpPr>
        <p:grpSpPr>
          <a:xfrm>
            <a:off x="9718608" y="3319180"/>
            <a:ext cx="613352" cy="614795"/>
            <a:chOff x="8690691" y="2785921"/>
            <a:chExt cx="613352" cy="614795"/>
          </a:xfrm>
        </p:grpSpPr>
        <p:sp>
          <p:nvSpPr>
            <p:cNvPr id="239" name="Oval 12"/>
            <p:cNvSpPr>
              <a:spLocks noChangeArrowheads="1"/>
            </p:cNvSpPr>
            <p:nvPr/>
          </p:nvSpPr>
          <p:spPr bwMode="auto">
            <a:xfrm>
              <a:off x="8690691" y="2785921"/>
              <a:ext cx="613352" cy="614795"/>
            </a:xfrm>
            <a:prstGeom prst="ellipse">
              <a:avLst/>
            </a:pr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nvGrpSpPr>
            <p:cNvPr id="269" name="Group 268"/>
            <p:cNvGrpSpPr/>
            <p:nvPr/>
          </p:nvGrpSpPr>
          <p:grpSpPr>
            <a:xfrm>
              <a:off x="8826528" y="2914747"/>
              <a:ext cx="348868" cy="348868"/>
              <a:chOff x="4439444" y="2582069"/>
              <a:chExt cx="464344" cy="464344"/>
            </a:xfrm>
            <a:solidFill>
              <a:schemeClr val="bg1"/>
            </a:solidFill>
          </p:grpSpPr>
          <p:sp>
            <p:nvSpPr>
              <p:cNvPr id="270"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71"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sp>
            <p:nvSpPr>
              <p:cNvPr id="272"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hangingPunct="0"/>
                <a:endParaRPr lang="en-US">
                  <a:solidFill>
                    <a:prstClr val="black"/>
                  </a:solidFill>
                  <a:latin typeface="Lato Light"/>
                  <a:cs typeface="+mn-cs"/>
                  <a:sym typeface="Gill Sans" charset="0"/>
                </a:endParaRPr>
              </a:p>
            </p:txBody>
          </p:sp>
        </p:gr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7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562580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248"/>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249"/>
                                            </p:tgtEl>
                                            <p:attrNameLst>
                                              <p:attrName>style.visibility</p:attrName>
                                            </p:attrNameLst>
                                          </p:cBhvr>
                                          <p:to>
                                            <p:strVal val="visible"/>
                                          </p:to>
                                        </p:se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240"/>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childTnLst>
                              </p:cTn>
                            </p:par>
                            <p:par>
                              <p:cTn id="34" fill="hold">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50"/>
                                            </p:tgtEl>
                                            <p:attrNameLst>
                                              <p:attrName>style.visibility</p:attrName>
                                            </p:attrNameLst>
                                          </p:cBhvr>
                                          <p:to>
                                            <p:strVal val="visible"/>
                                          </p:to>
                                        </p:set>
                                      </p:childTnLst>
                                    </p:cTn>
                                  </p:par>
                                </p:childTnLst>
                              </p:cTn>
                            </p:par>
                            <p:par>
                              <p:cTn id="37" fill="hold">
                                <p:stCondLst>
                                  <p:cond delay="500"/>
                                </p:stCondLst>
                                <p:childTnLst>
                                  <p:par>
                                    <p:cTn id="38" presetID="1" presetClass="entr" presetSubtype="0" fill="hold" grpId="0" nodeType="afterEffect">
                                      <p:stCondLst>
                                        <p:cond delay="0"/>
                                      </p:stCondLst>
                                      <p:childTnLst>
                                        <p:set>
                                          <p:cBhvr>
                                            <p:cTn id="39" dur="1" fill="hold">
                                              <p:stCondLst>
                                                <p:cond delay="0"/>
                                              </p:stCondLst>
                                            </p:cTn>
                                            <p:tgtEl>
                                              <p:spTgt spid="245"/>
                                            </p:tgtEl>
                                            <p:attrNameLst>
                                              <p:attrName>style.visibility</p:attrName>
                                            </p:attrNameLst>
                                          </p:cBhvr>
                                          <p:to>
                                            <p:strVal val="visible"/>
                                          </p:to>
                                        </p:set>
                                      </p:childTnLst>
                                    </p:cTn>
                                  </p:par>
                                </p:childTnLst>
                              </p:cTn>
                            </p:par>
                            <p:par>
                              <p:cTn id="40" fill="hold">
                                <p:stCondLst>
                                  <p:cond delay="500"/>
                                </p:stCondLst>
                                <p:childTnLst>
                                  <p:par>
                                    <p:cTn id="41" presetID="1"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childTnLst>
                                    </p:cTn>
                                  </p:par>
                                </p:childTnLst>
                              </p:cTn>
                            </p:par>
                            <p:par>
                              <p:cTn id="43" fill="hold">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childTnLst>
                                    </p:cTn>
                                  </p:par>
                                </p:childTnLst>
                              </p:cTn>
                            </p:par>
                            <p:par>
                              <p:cTn id="46" fill="hold">
                                <p:stCondLst>
                                  <p:cond delay="500"/>
                                </p:stCondLst>
                                <p:childTnLst>
                                  <p:par>
                                    <p:cTn id="47" presetID="2" presetClass="entr" presetSubtype="12" fill="hold" nodeType="afterEffect" p14:presetBounceEnd="20000">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14:bounceEnd="20000">
                                          <p:cBhvr additive="base">
                                            <p:cTn id="49" dur="500" fill="hold"/>
                                            <p:tgtEl>
                                              <p:spTgt spid="17"/>
                                            </p:tgtEl>
                                            <p:attrNameLst>
                                              <p:attrName>ppt_x</p:attrName>
                                            </p:attrNameLst>
                                          </p:cBhvr>
                                          <p:tavLst>
                                            <p:tav tm="0">
                                              <p:val>
                                                <p:strVal val="0-#ppt_w/2"/>
                                              </p:val>
                                            </p:tav>
                                            <p:tav tm="100000">
                                              <p:val>
                                                <p:strVal val="#ppt_x"/>
                                              </p:val>
                                            </p:tav>
                                          </p:tavLst>
                                        </p:anim>
                                        <p:anim calcmode="lin" valueType="num" p14:bounceEnd="20000">
                                          <p:cBhvr additive="base">
                                            <p:cTn id="50" dur="500" fill="hold"/>
                                            <p:tgtEl>
                                              <p:spTgt spid="17"/>
                                            </p:tgtEl>
                                            <p:attrNameLst>
                                              <p:attrName>ppt_y</p:attrName>
                                            </p:attrNameLst>
                                          </p:cBhvr>
                                          <p:tavLst>
                                            <p:tav tm="0">
                                              <p:val>
                                                <p:strVal val="1+#ppt_h/2"/>
                                              </p:val>
                                            </p:tav>
                                            <p:tav tm="100000">
                                              <p:val>
                                                <p:strVal val="#ppt_y"/>
                                              </p:val>
                                            </p:tav>
                                          </p:tavLst>
                                        </p:anim>
                                      </p:childTnLst>
                                    </p:cTn>
                                  </p:par>
                                </p:childTnLst>
                              </p:cTn>
                            </p:par>
                            <p:par>
                              <p:cTn id="51" fill="hold">
                                <p:stCondLst>
                                  <p:cond delay="1000"/>
                                </p:stCondLst>
                                <p:childTnLst>
                                  <p:par>
                                    <p:cTn id="52" presetID="2" presetClass="entr" presetSubtype="12" fill="hold" nodeType="afterEffect" p14:presetBounceEnd="20000">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14:bounceEnd="20000">
                                          <p:cBhvr additive="base">
                                            <p:cTn id="54" dur="500" fill="hold"/>
                                            <p:tgtEl>
                                              <p:spTgt spid="16"/>
                                            </p:tgtEl>
                                            <p:attrNameLst>
                                              <p:attrName>ppt_x</p:attrName>
                                            </p:attrNameLst>
                                          </p:cBhvr>
                                          <p:tavLst>
                                            <p:tav tm="0">
                                              <p:val>
                                                <p:strVal val="0-#ppt_w/2"/>
                                              </p:val>
                                            </p:tav>
                                            <p:tav tm="100000">
                                              <p:val>
                                                <p:strVal val="#ppt_x"/>
                                              </p:val>
                                            </p:tav>
                                          </p:tavLst>
                                        </p:anim>
                                        <p:anim calcmode="lin" valueType="num" p14:bounceEnd="20000">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1500"/>
                                </p:stCondLst>
                                <p:childTnLst>
                                  <p:par>
                                    <p:cTn id="57" presetID="2" presetClass="entr" presetSubtype="12" fill="hold" nodeType="afterEffect" p14:presetBounceEnd="20000">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14:bounceEnd="20000">
                                          <p:cBhvr additive="base">
                                            <p:cTn id="59" dur="500" fill="hold"/>
                                            <p:tgtEl>
                                              <p:spTgt spid="18"/>
                                            </p:tgtEl>
                                            <p:attrNameLst>
                                              <p:attrName>ppt_x</p:attrName>
                                            </p:attrNameLst>
                                          </p:cBhvr>
                                          <p:tavLst>
                                            <p:tav tm="0">
                                              <p:val>
                                                <p:strVal val="0-#ppt_w/2"/>
                                              </p:val>
                                            </p:tav>
                                            <p:tav tm="100000">
                                              <p:val>
                                                <p:strVal val="#ppt_x"/>
                                              </p:val>
                                            </p:tav>
                                          </p:tavLst>
                                        </p:anim>
                                        <p:anim calcmode="lin" valueType="num" p14:bounceEnd="20000">
                                          <p:cBhvr additive="base">
                                            <p:cTn id="6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 grpId="0"/>
          <p:bldP spid="240" grpId="0" animBg="1"/>
          <p:bldP spid="245" grpId="0" animBg="1"/>
          <p:bldP spid="248" grpId="0" animBg="1"/>
          <p:bldP spid="249" grpId="0" animBg="1"/>
          <p:bldP spid="25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 presetClass="entr" presetSubtype="0" fill="hold" nodeType="after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par>
                              <p:cTn id="13" fill="hold">
                                <p:stCondLst>
                                  <p:cond delay="500"/>
                                </p:stCondLst>
                                <p:childTnLst>
                                  <p:par>
                                    <p:cTn id="14" presetID="1" presetClass="entr" presetSubtype="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248"/>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249"/>
                                            </p:tgtEl>
                                            <p:attrNameLst>
                                              <p:attrName>style.visibility</p:attrName>
                                            </p:attrNameLst>
                                          </p:cBhvr>
                                          <p:to>
                                            <p:strVal val="visible"/>
                                          </p:to>
                                        </p:se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240"/>
                                            </p:tgtEl>
                                            <p:attrNameLst>
                                              <p:attrName>style.visibility</p:attrName>
                                            </p:attrNameLst>
                                          </p:cBhvr>
                                          <p:to>
                                            <p:strVal val="visible"/>
                                          </p:to>
                                        </p:set>
                                      </p:childTnLst>
                                    </p:cTn>
                                  </p:par>
                                </p:childTnLst>
                              </p:cTn>
                            </p:par>
                            <p:par>
                              <p:cTn id="31" fill="hold">
                                <p:stCondLst>
                                  <p:cond delay="500"/>
                                </p:stCondLst>
                                <p:childTnLst>
                                  <p:par>
                                    <p:cTn id="32" presetID="1" presetClass="entr" presetSubtype="0"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childTnLst>
                              </p:cTn>
                            </p:par>
                            <p:par>
                              <p:cTn id="34" fill="hold">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50"/>
                                            </p:tgtEl>
                                            <p:attrNameLst>
                                              <p:attrName>style.visibility</p:attrName>
                                            </p:attrNameLst>
                                          </p:cBhvr>
                                          <p:to>
                                            <p:strVal val="visible"/>
                                          </p:to>
                                        </p:set>
                                      </p:childTnLst>
                                    </p:cTn>
                                  </p:par>
                                </p:childTnLst>
                              </p:cTn>
                            </p:par>
                            <p:par>
                              <p:cTn id="37" fill="hold">
                                <p:stCondLst>
                                  <p:cond delay="500"/>
                                </p:stCondLst>
                                <p:childTnLst>
                                  <p:par>
                                    <p:cTn id="38" presetID="1" presetClass="entr" presetSubtype="0" fill="hold" grpId="0" nodeType="afterEffect">
                                      <p:stCondLst>
                                        <p:cond delay="0"/>
                                      </p:stCondLst>
                                      <p:childTnLst>
                                        <p:set>
                                          <p:cBhvr>
                                            <p:cTn id="39" dur="1" fill="hold">
                                              <p:stCondLst>
                                                <p:cond delay="0"/>
                                              </p:stCondLst>
                                            </p:cTn>
                                            <p:tgtEl>
                                              <p:spTgt spid="245"/>
                                            </p:tgtEl>
                                            <p:attrNameLst>
                                              <p:attrName>style.visibility</p:attrName>
                                            </p:attrNameLst>
                                          </p:cBhvr>
                                          <p:to>
                                            <p:strVal val="visible"/>
                                          </p:to>
                                        </p:set>
                                      </p:childTnLst>
                                    </p:cTn>
                                  </p:par>
                                </p:childTnLst>
                              </p:cTn>
                            </p:par>
                            <p:par>
                              <p:cTn id="40" fill="hold">
                                <p:stCondLst>
                                  <p:cond delay="500"/>
                                </p:stCondLst>
                                <p:childTnLst>
                                  <p:par>
                                    <p:cTn id="41" presetID="1"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childTnLst>
                                    </p:cTn>
                                  </p:par>
                                </p:childTnLst>
                              </p:cTn>
                            </p:par>
                            <p:par>
                              <p:cTn id="43" fill="hold">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childTnLst>
                                    </p:cTn>
                                  </p:par>
                                </p:childTnLst>
                              </p:cTn>
                            </p:par>
                            <p:par>
                              <p:cTn id="46" fill="hold">
                                <p:stCondLst>
                                  <p:cond delay="500"/>
                                </p:stCondLst>
                                <p:childTnLst>
                                  <p:par>
                                    <p:cTn id="47" presetID="2" presetClass="entr" presetSubtype="12" fill="hold" nodeType="after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500" fill="hold"/>
                                            <p:tgtEl>
                                              <p:spTgt spid="17"/>
                                            </p:tgtEl>
                                            <p:attrNameLst>
                                              <p:attrName>ppt_x</p:attrName>
                                            </p:attrNameLst>
                                          </p:cBhvr>
                                          <p:tavLst>
                                            <p:tav tm="0">
                                              <p:val>
                                                <p:strVal val="0-#ppt_w/2"/>
                                              </p:val>
                                            </p:tav>
                                            <p:tav tm="100000">
                                              <p:val>
                                                <p:strVal val="#ppt_x"/>
                                              </p:val>
                                            </p:tav>
                                          </p:tavLst>
                                        </p:anim>
                                        <p:anim calcmode="lin" valueType="num">
                                          <p:cBhvr additive="base">
                                            <p:cTn id="50" dur="500" fill="hold"/>
                                            <p:tgtEl>
                                              <p:spTgt spid="17"/>
                                            </p:tgtEl>
                                            <p:attrNameLst>
                                              <p:attrName>ppt_y</p:attrName>
                                            </p:attrNameLst>
                                          </p:cBhvr>
                                          <p:tavLst>
                                            <p:tav tm="0">
                                              <p:val>
                                                <p:strVal val="1+#ppt_h/2"/>
                                              </p:val>
                                            </p:tav>
                                            <p:tav tm="100000">
                                              <p:val>
                                                <p:strVal val="#ppt_y"/>
                                              </p:val>
                                            </p:tav>
                                          </p:tavLst>
                                        </p:anim>
                                      </p:childTnLst>
                                    </p:cTn>
                                  </p:par>
                                </p:childTnLst>
                              </p:cTn>
                            </p:par>
                            <p:par>
                              <p:cTn id="51" fill="hold">
                                <p:stCondLst>
                                  <p:cond delay="1000"/>
                                </p:stCondLst>
                                <p:childTnLst>
                                  <p:par>
                                    <p:cTn id="52" presetID="2" presetClass="entr" presetSubtype="12" fill="hold"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0-#ppt_w/2"/>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1500"/>
                                </p:stCondLst>
                                <p:childTnLst>
                                  <p:par>
                                    <p:cTn id="57" presetID="2" presetClass="entr" presetSubtype="12"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cBhvr additive="base">
                                            <p:cTn id="59" dur="500" fill="hold"/>
                                            <p:tgtEl>
                                              <p:spTgt spid="18"/>
                                            </p:tgtEl>
                                            <p:attrNameLst>
                                              <p:attrName>ppt_x</p:attrName>
                                            </p:attrNameLst>
                                          </p:cBhvr>
                                          <p:tavLst>
                                            <p:tav tm="0">
                                              <p:val>
                                                <p:strVal val="0-#ppt_w/2"/>
                                              </p:val>
                                            </p:tav>
                                            <p:tav tm="100000">
                                              <p:val>
                                                <p:strVal val="#ppt_x"/>
                                              </p:val>
                                            </p:tav>
                                          </p:tavLst>
                                        </p:anim>
                                        <p:anim calcmode="lin" valueType="num">
                                          <p:cBhvr additive="base">
                                            <p:cTn id="6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 grpId="0"/>
          <p:bldP spid="240" grpId="0" animBg="1"/>
          <p:bldP spid="245" grpId="0" animBg="1"/>
          <p:bldP spid="248" grpId="0" animBg="1"/>
          <p:bldP spid="249" grpId="0" animBg="1"/>
          <p:bldP spid="250" grpId="0" animBg="1"/>
        </p:bldLst>
      </p:timing>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b="1" u="sng" dirty="0">
                <a:solidFill>
                  <a:schemeClr val="tx1"/>
                </a:solidFill>
              </a:rPr>
              <a:t>ثانياً: نماذج الاتصال الهندسية</a:t>
            </a:r>
            <a:endParaRPr lang="en-US" u="sng" dirty="0">
              <a:solidFill>
                <a:schemeClr val="tx1"/>
              </a:solidFill>
            </a:endParaRPr>
          </a:p>
        </p:txBody>
      </p:sp>
      <p:sp>
        <p:nvSpPr>
          <p:cNvPr id="28" name="TextBox 27"/>
          <p:cNvSpPr txBox="1"/>
          <p:nvPr/>
        </p:nvSpPr>
        <p:spPr>
          <a:xfrm>
            <a:off x="4667029" y="2948961"/>
            <a:ext cx="2824812" cy="584775"/>
          </a:xfrm>
          <a:prstGeom prst="rect">
            <a:avLst/>
          </a:prstGeom>
          <a:noFill/>
        </p:spPr>
        <p:txBody>
          <a:bodyPr wrap="none" rtlCol="0">
            <a:spAutoFit/>
          </a:bodyPr>
          <a:lstStyle/>
          <a:p>
            <a:pPr fontAlgn="auto">
              <a:spcBef>
                <a:spcPts val="0"/>
              </a:spcBef>
              <a:spcAft>
                <a:spcPts val="0"/>
              </a:spcAft>
            </a:pPr>
            <a:r>
              <a:rPr lang="ar-SA" sz="3200" b="1" dirty="0">
                <a:solidFill>
                  <a:srgbClr val="1BA9E0"/>
                </a:solidFill>
              </a:rPr>
              <a:t>ويقصد بهذه النماذج</a:t>
            </a:r>
            <a:endParaRPr lang="en-GB" sz="3200" b="1" dirty="0">
              <a:solidFill>
                <a:srgbClr val="1BA9E0"/>
              </a:solidFill>
              <a:latin typeface="Lato Light"/>
              <a:cs typeface="+mn-cs"/>
            </a:endParaRPr>
          </a:p>
        </p:txBody>
      </p:sp>
      <p:sp>
        <p:nvSpPr>
          <p:cNvPr id="29" name="Rectangle 28"/>
          <p:cNvSpPr/>
          <p:nvPr/>
        </p:nvSpPr>
        <p:spPr>
          <a:xfrm>
            <a:off x="519292" y="2972141"/>
            <a:ext cx="4267200" cy="2677656"/>
          </a:xfrm>
          <a:prstGeom prst="rect">
            <a:avLst/>
          </a:prstGeom>
        </p:spPr>
        <p:txBody>
          <a:bodyPr wrap="square">
            <a:spAutoFit/>
          </a:bodyPr>
          <a:lstStyle/>
          <a:p>
            <a:pPr algn="ctr" rtl="1"/>
            <a:r>
              <a:rPr lang="ar-SA" sz="2800" b="1" dirty="0" smtClean="0"/>
              <a:t>"</a:t>
            </a:r>
            <a:r>
              <a:rPr lang="ar-SA" sz="2800" b="1" dirty="0"/>
              <a:t>رسوم تخطيطية هندسية توضح منظومة الاتصال وعناصرها، ودور كل عنصر منها في عملية الاتصال، وعلاقته بغيره من العناصر الأخرى"، ومن أكثر هذه النماذج شيوعاً ما يأتي: </a:t>
            </a:r>
            <a:endParaRPr lang="en-US" sz="2800" b="1" dirty="0"/>
          </a:p>
        </p:txBody>
      </p:sp>
      <p:grpSp>
        <p:nvGrpSpPr>
          <p:cNvPr id="32" name="Group 31"/>
          <p:cNvGrpSpPr/>
          <p:nvPr/>
        </p:nvGrpSpPr>
        <p:grpSpPr>
          <a:xfrm>
            <a:off x="7768719" y="1620945"/>
            <a:ext cx="4469276" cy="4685160"/>
            <a:chOff x="7070680" y="1485705"/>
            <a:chExt cx="4469276" cy="4685160"/>
          </a:xfrm>
        </p:grpSpPr>
        <p:grpSp>
          <p:nvGrpSpPr>
            <p:cNvPr id="33" name="Group 32"/>
            <p:cNvGrpSpPr/>
            <p:nvPr/>
          </p:nvGrpSpPr>
          <p:grpSpPr>
            <a:xfrm>
              <a:off x="7070680" y="1485705"/>
              <a:ext cx="4469276" cy="4020315"/>
              <a:chOff x="3472716" y="1692370"/>
              <a:chExt cx="5246568" cy="4719524"/>
            </a:xfrm>
          </p:grpSpPr>
          <p:sp>
            <p:nvSpPr>
              <p:cNvPr id="35" name="Freeform 34"/>
              <p:cNvSpPr>
                <a:spLocks/>
              </p:cNvSpPr>
              <p:nvPr/>
            </p:nvSpPr>
            <p:spPr bwMode="auto">
              <a:xfrm flipH="1">
                <a:off x="5395367" y="4167630"/>
                <a:ext cx="1397174" cy="2244264"/>
              </a:xfrm>
              <a:custGeom>
                <a:avLst/>
                <a:gdLst>
                  <a:gd name="connsiteX0" fmla="*/ 759198 w 1653886"/>
                  <a:gd name="connsiteY0" fmla="*/ 850 h 2656618"/>
                  <a:gd name="connsiteX1" fmla="*/ 763881 w 1653886"/>
                  <a:gd name="connsiteY1" fmla="*/ 488839 h 2656618"/>
                  <a:gd name="connsiteX2" fmla="*/ 459348 w 1653886"/>
                  <a:gd name="connsiteY2" fmla="*/ 298375 h 2656618"/>
                  <a:gd name="connsiteX3" fmla="*/ 233486 w 1653886"/>
                  <a:gd name="connsiteY3" fmla="*/ 125688 h 2656618"/>
                  <a:gd name="connsiteX4" fmla="*/ 502490 w 1653886"/>
                  <a:gd name="connsiteY4" fmla="*/ 735172 h 2656618"/>
                  <a:gd name="connsiteX5" fmla="*/ 55842 w 1653886"/>
                  <a:gd name="connsiteY5" fmla="*/ 326310 h 2656618"/>
                  <a:gd name="connsiteX6" fmla="*/ 48228 w 1653886"/>
                  <a:gd name="connsiteY6" fmla="*/ 514234 h 2656618"/>
                  <a:gd name="connsiteX7" fmla="*/ 411130 w 1653886"/>
                  <a:gd name="connsiteY7" fmla="*/ 930715 h 2656618"/>
                  <a:gd name="connsiteX8" fmla="*/ 65993 w 1653886"/>
                  <a:gd name="connsiteY8" fmla="*/ 750409 h 2656618"/>
                  <a:gd name="connsiteX9" fmla="*/ 170042 w 1653886"/>
                  <a:gd name="connsiteY9" fmla="*/ 981505 h 2656618"/>
                  <a:gd name="connsiteX10" fmla="*/ 723277 w 1653886"/>
                  <a:gd name="connsiteY10" fmla="*/ 1641780 h 2656618"/>
                  <a:gd name="connsiteX11" fmla="*/ 671256 w 1653886"/>
                  <a:gd name="connsiteY11" fmla="*/ 2645894 h 2656618"/>
                  <a:gd name="connsiteX12" fmla="*/ 670238 w 1653886"/>
                  <a:gd name="connsiteY12" fmla="*/ 2656618 h 2656618"/>
                  <a:gd name="connsiteX13" fmla="*/ 1288826 w 1653886"/>
                  <a:gd name="connsiteY13" fmla="*/ 2656618 h 2656618"/>
                  <a:gd name="connsiteX14" fmla="*/ 1277268 w 1653886"/>
                  <a:gd name="connsiteY14" fmla="*/ 2583272 h 2656618"/>
                  <a:gd name="connsiteX15" fmla="*/ 1266361 w 1653886"/>
                  <a:gd name="connsiteY15" fmla="*/ 1331959 h 2656618"/>
                  <a:gd name="connsiteX16" fmla="*/ 1652103 w 1653886"/>
                  <a:gd name="connsiteY16" fmla="*/ 430430 h 2656618"/>
                  <a:gd name="connsiteX17" fmla="*/ 1459232 w 1653886"/>
                  <a:gd name="connsiteY17" fmla="*/ 471062 h 2656618"/>
                  <a:gd name="connsiteX18" fmla="*/ 1098868 w 1653886"/>
                  <a:gd name="connsiteY18" fmla="*/ 732633 h 2656618"/>
                  <a:gd name="connsiteX19" fmla="*/ 794335 w 1653886"/>
                  <a:gd name="connsiteY19" fmla="*/ 8870 h 2656618"/>
                  <a:gd name="connsiteX20" fmla="*/ 759198 w 1653886"/>
                  <a:gd name="connsiteY20" fmla="*/ 850 h 265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53886" h="2656618">
                    <a:moveTo>
                      <a:pt x="759198" y="850"/>
                    </a:moveTo>
                    <a:cubicBezTo>
                      <a:pt x="692269" y="17203"/>
                      <a:pt x="726132" y="266631"/>
                      <a:pt x="763881" y="488839"/>
                    </a:cubicBezTo>
                    <a:cubicBezTo>
                      <a:pt x="807024" y="740251"/>
                      <a:pt x="593850" y="600578"/>
                      <a:pt x="459348" y="298375"/>
                    </a:cubicBezTo>
                    <a:cubicBezTo>
                      <a:pt x="324846" y="-3827"/>
                      <a:pt x="246175" y="82516"/>
                      <a:pt x="233486" y="125688"/>
                    </a:cubicBezTo>
                    <a:cubicBezTo>
                      <a:pt x="218259" y="168860"/>
                      <a:pt x="525330" y="707237"/>
                      <a:pt x="502490" y="735172"/>
                    </a:cubicBezTo>
                    <a:cubicBezTo>
                      <a:pt x="482188" y="760567"/>
                      <a:pt x="93908" y="313612"/>
                      <a:pt x="55842" y="326310"/>
                    </a:cubicBezTo>
                    <a:cubicBezTo>
                      <a:pt x="20313" y="339007"/>
                      <a:pt x="-45669" y="374561"/>
                      <a:pt x="48228" y="514234"/>
                    </a:cubicBezTo>
                    <a:cubicBezTo>
                      <a:pt x="139588" y="656447"/>
                      <a:pt x="428895" y="892622"/>
                      <a:pt x="411130" y="930715"/>
                    </a:cubicBezTo>
                    <a:cubicBezTo>
                      <a:pt x="393366" y="971347"/>
                      <a:pt x="152277" y="755488"/>
                      <a:pt x="65993" y="750409"/>
                    </a:cubicBezTo>
                    <a:cubicBezTo>
                      <a:pt x="-22829" y="745330"/>
                      <a:pt x="12700" y="869767"/>
                      <a:pt x="170042" y="981505"/>
                    </a:cubicBezTo>
                    <a:cubicBezTo>
                      <a:pt x="327384" y="1093244"/>
                      <a:pt x="710588" y="1217680"/>
                      <a:pt x="723277" y="1641780"/>
                    </a:cubicBezTo>
                    <a:cubicBezTo>
                      <a:pt x="732001" y="1933348"/>
                      <a:pt x="695144" y="2389360"/>
                      <a:pt x="671256" y="2645894"/>
                    </a:cubicBezTo>
                    <a:lnTo>
                      <a:pt x="670238" y="2656618"/>
                    </a:lnTo>
                    <a:lnTo>
                      <a:pt x="1288826" y="2656618"/>
                    </a:lnTo>
                    <a:lnTo>
                      <a:pt x="1277268" y="2583272"/>
                    </a:lnTo>
                    <a:cubicBezTo>
                      <a:pt x="1221841" y="2210562"/>
                      <a:pt x="1177856" y="1703363"/>
                      <a:pt x="1266361" y="1331959"/>
                    </a:cubicBezTo>
                    <a:cubicBezTo>
                      <a:pt x="1426241" y="669145"/>
                      <a:pt x="1677481" y="532011"/>
                      <a:pt x="1652103" y="430430"/>
                    </a:cubicBezTo>
                    <a:cubicBezTo>
                      <a:pt x="1629263" y="328849"/>
                      <a:pt x="1499836" y="377100"/>
                      <a:pt x="1459232" y="471062"/>
                    </a:cubicBezTo>
                    <a:cubicBezTo>
                      <a:pt x="1418628" y="562485"/>
                      <a:pt x="1253672" y="765646"/>
                      <a:pt x="1098868" y="732633"/>
                    </a:cubicBezTo>
                    <a:cubicBezTo>
                      <a:pt x="946601" y="699619"/>
                      <a:pt x="905997" y="69819"/>
                      <a:pt x="794335" y="8870"/>
                    </a:cubicBezTo>
                    <a:cubicBezTo>
                      <a:pt x="780377" y="934"/>
                      <a:pt x="768759" y="-1486"/>
                      <a:pt x="759198" y="850"/>
                    </a:cubicBezTo>
                    <a:close/>
                  </a:path>
                </a:pathLst>
              </a:custGeom>
              <a:solidFill>
                <a:schemeClr val="tx2"/>
              </a:solidFill>
              <a:ln>
                <a:noFill/>
              </a:ln>
            </p:spPr>
            <p:txBody>
              <a:bodyPr vert="horz" wrap="square" lIns="91440" tIns="45720" rIns="91440" bIns="45720" numCol="1" anchor="t" anchorCtr="0" compatLnSpc="1">
                <a:prstTxWarp prst="textNoShape">
                  <a:avLst/>
                </a:prstTxWarp>
                <a:noAutofit/>
              </a:bodyPr>
              <a:lstStyle/>
              <a:p>
                <a:pPr fontAlgn="auto">
                  <a:spcBef>
                    <a:spcPts val="0"/>
                  </a:spcBef>
                  <a:spcAft>
                    <a:spcPts val="0"/>
                  </a:spcAft>
                </a:pPr>
                <a:endParaRPr lang="id-ID">
                  <a:solidFill>
                    <a:prstClr val="black"/>
                  </a:solidFill>
                  <a:latin typeface="Lato Light"/>
                  <a:cs typeface="+mn-cs"/>
                </a:endParaRPr>
              </a:p>
            </p:txBody>
          </p:sp>
          <p:sp>
            <p:nvSpPr>
              <p:cNvPr id="36" name="Freeform 67"/>
              <p:cNvSpPr>
                <a:spLocks/>
              </p:cNvSpPr>
              <p:nvPr/>
            </p:nvSpPr>
            <p:spPr bwMode="auto">
              <a:xfrm rot="1883109">
                <a:off x="3472716" y="3077532"/>
                <a:ext cx="1975673" cy="196953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7" name="Freeform 67"/>
              <p:cNvSpPr>
                <a:spLocks/>
              </p:cNvSpPr>
              <p:nvPr/>
            </p:nvSpPr>
            <p:spPr bwMode="auto">
              <a:xfrm rot="4961872">
                <a:off x="4339838" y="2042516"/>
                <a:ext cx="2397282" cy="238983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8" name="Freeform 67"/>
              <p:cNvSpPr>
                <a:spLocks/>
              </p:cNvSpPr>
              <p:nvPr/>
            </p:nvSpPr>
            <p:spPr bwMode="auto">
              <a:xfrm rot="7696778">
                <a:off x="5819972" y="2184633"/>
                <a:ext cx="2112165" cy="2105606"/>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39" name="Freeform 67"/>
              <p:cNvSpPr>
                <a:spLocks/>
              </p:cNvSpPr>
              <p:nvPr/>
            </p:nvSpPr>
            <p:spPr bwMode="auto">
              <a:xfrm rot="10345882">
                <a:off x="6798191" y="3266787"/>
                <a:ext cx="1921093" cy="1915127"/>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0" name="Freeform 67"/>
              <p:cNvSpPr>
                <a:spLocks/>
              </p:cNvSpPr>
              <p:nvPr/>
            </p:nvSpPr>
            <p:spPr bwMode="auto">
              <a:xfrm rot="12440007">
                <a:off x="6858380" y="4596385"/>
                <a:ext cx="1424405" cy="1419981"/>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1" name="Freeform 67"/>
              <p:cNvSpPr>
                <a:spLocks/>
              </p:cNvSpPr>
              <p:nvPr/>
            </p:nvSpPr>
            <p:spPr bwMode="auto">
              <a:xfrm rot="20954305">
                <a:off x="3963464" y="4429907"/>
                <a:ext cx="1424405" cy="1419981"/>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2" name="Freeform 67"/>
              <p:cNvSpPr>
                <a:spLocks/>
              </p:cNvSpPr>
              <p:nvPr/>
            </p:nvSpPr>
            <p:spPr bwMode="auto">
              <a:xfrm rot="2241606">
                <a:off x="3489891" y="2406325"/>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3" name="Freeform 67"/>
              <p:cNvSpPr>
                <a:spLocks/>
              </p:cNvSpPr>
              <p:nvPr/>
            </p:nvSpPr>
            <p:spPr bwMode="auto">
              <a:xfrm rot="6355571">
                <a:off x="5654693" y="1694215"/>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sp>
            <p:nvSpPr>
              <p:cNvPr id="44" name="Freeform 67"/>
              <p:cNvSpPr>
                <a:spLocks/>
              </p:cNvSpPr>
              <p:nvPr/>
            </p:nvSpPr>
            <p:spPr bwMode="auto">
              <a:xfrm rot="9774375">
                <a:off x="7378684" y="2652032"/>
                <a:ext cx="1187759" cy="1184070"/>
              </a:xfrm>
              <a:custGeom>
                <a:avLst/>
                <a:gdLst>
                  <a:gd name="T0" fmla="*/ 270 w 270"/>
                  <a:gd name="T1" fmla="*/ 138 h 269"/>
                  <a:gd name="T2" fmla="*/ 0 w 270"/>
                  <a:gd name="T3" fmla="*/ 187 h 269"/>
                  <a:gd name="T4" fmla="*/ 262 w 270"/>
                  <a:gd name="T5" fmla="*/ 117 h 269"/>
                  <a:gd name="T6" fmla="*/ 119 w 270"/>
                  <a:gd name="T7" fmla="*/ 152 h 269"/>
                  <a:gd name="T8" fmla="*/ 270 w 270"/>
                  <a:gd name="T9" fmla="*/ 138 h 269"/>
                </a:gdLst>
                <a:ahLst/>
                <a:cxnLst>
                  <a:cxn ang="0">
                    <a:pos x="T0" y="T1"/>
                  </a:cxn>
                  <a:cxn ang="0">
                    <a:pos x="T2" y="T3"/>
                  </a:cxn>
                  <a:cxn ang="0">
                    <a:pos x="T4" y="T5"/>
                  </a:cxn>
                  <a:cxn ang="0">
                    <a:pos x="T6" y="T7"/>
                  </a:cxn>
                  <a:cxn ang="0">
                    <a:pos x="T8" y="T9"/>
                  </a:cxn>
                </a:cxnLst>
                <a:rect l="0" t="0" r="r" b="b"/>
                <a:pathLst>
                  <a:path w="270" h="269">
                    <a:moveTo>
                      <a:pt x="270" y="138"/>
                    </a:moveTo>
                    <a:cubicBezTo>
                      <a:pt x="270" y="138"/>
                      <a:pt x="186" y="269"/>
                      <a:pt x="0" y="187"/>
                    </a:cubicBezTo>
                    <a:cubicBezTo>
                      <a:pt x="0" y="187"/>
                      <a:pt x="94" y="0"/>
                      <a:pt x="262" y="117"/>
                    </a:cubicBezTo>
                    <a:cubicBezTo>
                      <a:pt x="262" y="117"/>
                      <a:pt x="165" y="153"/>
                      <a:pt x="119" y="152"/>
                    </a:cubicBezTo>
                    <a:cubicBezTo>
                      <a:pt x="119" y="152"/>
                      <a:pt x="224" y="164"/>
                      <a:pt x="270" y="138"/>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Lato Light"/>
                  <a:cs typeface="+mn-cs"/>
                </a:endParaRPr>
              </a:p>
            </p:txBody>
          </p:sp>
        </p:grpSp>
        <p:sp>
          <p:nvSpPr>
            <p:cNvPr id="34" name="Freeform 33"/>
            <p:cNvSpPr/>
            <p:nvPr/>
          </p:nvSpPr>
          <p:spPr>
            <a:xfrm>
              <a:off x="7135090" y="5449748"/>
              <a:ext cx="4139963" cy="721117"/>
            </a:xfrm>
            <a:custGeom>
              <a:avLst/>
              <a:gdLst>
                <a:gd name="connsiteX0" fmla="*/ 2069981 w 4139963"/>
                <a:gd name="connsiteY0" fmla="*/ 0 h 721117"/>
                <a:gd name="connsiteX1" fmla="*/ 4041693 w 4139963"/>
                <a:gd name="connsiteY1" fmla="*/ 631822 h 721117"/>
                <a:gd name="connsiteX2" fmla="*/ 4139963 w 4139963"/>
                <a:gd name="connsiteY2" fmla="*/ 721117 h 721117"/>
                <a:gd name="connsiteX3" fmla="*/ 4029024 w 4139963"/>
                <a:gd name="connsiteY3" fmla="*/ 677936 h 721117"/>
                <a:gd name="connsiteX4" fmla="*/ 2069980 w 4139963"/>
                <a:gd name="connsiteY4" fmla="*/ 366464 h 721117"/>
                <a:gd name="connsiteX5" fmla="*/ 110936 w 4139963"/>
                <a:gd name="connsiteY5" fmla="*/ 677936 h 721117"/>
                <a:gd name="connsiteX6" fmla="*/ 0 w 4139963"/>
                <a:gd name="connsiteY6" fmla="*/ 721115 h 721117"/>
                <a:gd name="connsiteX7" fmla="*/ 98269 w 4139963"/>
                <a:gd name="connsiteY7" fmla="*/ 631822 h 721117"/>
                <a:gd name="connsiteX8" fmla="*/ 2069981 w 4139963"/>
                <a:gd name="connsiteY8" fmla="*/ 0 h 7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9963" h="721117">
                  <a:moveTo>
                    <a:pt x="2069981" y="0"/>
                  </a:moveTo>
                  <a:cubicBezTo>
                    <a:pt x="2863778" y="0"/>
                    <a:pt x="3573033" y="245952"/>
                    <a:pt x="4041693" y="631822"/>
                  </a:cubicBezTo>
                  <a:lnTo>
                    <a:pt x="4139963" y="721117"/>
                  </a:lnTo>
                  <a:lnTo>
                    <a:pt x="4029024" y="677936"/>
                  </a:lnTo>
                  <a:cubicBezTo>
                    <a:pt x="3469804" y="481289"/>
                    <a:pt x="2795654" y="366464"/>
                    <a:pt x="2069980" y="366464"/>
                  </a:cubicBezTo>
                  <a:cubicBezTo>
                    <a:pt x="1344306" y="366464"/>
                    <a:pt x="670157" y="481289"/>
                    <a:pt x="110936" y="677936"/>
                  </a:cubicBezTo>
                  <a:lnTo>
                    <a:pt x="0" y="721115"/>
                  </a:lnTo>
                  <a:lnTo>
                    <a:pt x="98269" y="631822"/>
                  </a:lnTo>
                  <a:cubicBezTo>
                    <a:pt x="566929" y="245952"/>
                    <a:pt x="1276184" y="0"/>
                    <a:pt x="2069981"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GB">
                <a:solidFill>
                  <a:prstClr val="white"/>
                </a:solidFill>
              </a:endParaRPr>
            </a:p>
          </p:txBody>
        </p:sp>
      </p:gr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a:solidFill>
                <a:prstClr val="black">
                  <a:tint val="75000"/>
                </a:prstClr>
              </a:solidFill>
            </a:endParaRPr>
          </a:p>
        </p:txBody>
      </p:sp>
      <p:sp>
        <p:nvSpPr>
          <p:cNvPr id="1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8327202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42" presetClass="entr" presetSubtype="0" fill="hold" nodeType="after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anim calcmode="lin" valueType="num">
                                      <p:cBhvr>
                                        <p:cTn id="11" dur="500" fill="hold"/>
                                        <p:tgtEl>
                                          <p:spTgt spid="32"/>
                                        </p:tgtEl>
                                        <p:attrNameLst>
                                          <p:attrName>ppt_x</p:attrName>
                                        </p:attrNameLst>
                                      </p:cBhvr>
                                      <p:tavLst>
                                        <p:tav tm="0">
                                          <p:val>
                                            <p:strVal val="#ppt_x"/>
                                          </p:val>
                                        </p:tav>
                                        <p:tav tm="100000">
                                          <p:val>
                                            <p:strVal val="#ppt_x"/>
                                          </p:val>
                                        </p:tav>
                                      </p:tavLst>
                                    </p:anim>
                                    <p:anim calcmode="lin" valueType="num">
                                      <p:cBhvr>
                                        <p:cTn id="12" dur="500" fill="hold"/>
                                        <p:tgtEl>
                                          <p:spTgt spid="32"/>
                                        </p:tgtEl>
                                        <p:attrNameLst>
                                          <p:attrName>ppt_y</p:attrName>
                                        </p:attrNameLst>
                                      </p:cBhvr>
                                      <p:tavLst>
                                        <p:tav tm="0">
                                          <p:val>
                                            <p:strVal val="#ppt_y+.1"/>
                                          </p:val>
                                        </p:tav>
                                        <p:tav tm="100000">
                                          <p:val>
                                            <p:strVal val="#ppt_y"/>
                                          </p:val>
                                        </p:tav>
                                      </p:tavLst>
                                    </p:anim>
                                  </p:childTnLst>
                                </p:cTn>
                              </p:par>
                            </p:childTnLst>
                          </p:cTn>
                        </p:par>
                        <p:par>
                          <p:cTn id="13"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p:cTn id="16" dur="500" fill="hold"/>
                                        <p:tgtEl>
                                          <p:spTgt spid="28"/>
                                        </p:tgtEl>
                                        <p:attrNameLst>
                                          <p:attrName>ppt_w</p:attrName>
                                        </p:attrNameLst>
                                      </p:cBhvr>
                                      <p:tavLst>
                                        <p:tav tm="0">
                                          <p:val>
                                            <p:fltVal val="0"/>
                                          </p:val>
                                        </p:tav>
                                        <p:tav tm="100000">
                                          <p:val>
                                            <p:strVal val="#ppt_w"/>
                                          </p:val>
                                        </p:tav>
                                      </p:tavLst>
                                    </p:anim>
                                    <p:anim calcmode="lin" valueType="num">
                                      <p:cBhvr>
                                        <p:cTn id="17" dur="500" fill="hold"/>
                                        <p:tgtEl>
                                          <p:spTgt spid="28"/>
                                        </p:tgtEl>
                                        <p:attrNameLst>
                                          <p:attrName>ppt_h</p:attrName>
                                        </p:attrNameLst>
                                      </p:cBhvr>
                                      <p:tavLst>
                                        <p:tav tm="0">
                                          <p:val>
                                            <p:fltVal val="0"/>
                                          </p:val>
                                        </p:tav>
                                        <p:tav tm="100000">
                                          <p:val>
                                            <p:strVal val="#ppt_h"/>
                                          </p:val>
                                        </p:tav>
                                      </p:tavLst>
                                    </p:anim>
                                    <p:animEffect transition="in" filter="fade">
                                      <p:cBhvr>
                                        <p:cTn id="18" dur="500"/>
                                        <p:tgtEl>
                                          <p:spTgt spid="28"/>
                                        </p:tgtEl>
                                      </p:cBhvr>
                                    </p:animEffect>
                                  </p:childTnLst>
                                </p:cTn>
                              </p:par>
                            </p:childTnLst>
                          </p:cTn>
                        </p:par>
                        <p:par>
                          <p:cTn id="19" fill="hold">
                            <p:stCondLst>
                              <p:cond delay="1000"/>
                            </p:stCondLst>
                            <p:childTnLst>
                              <p:par>
                                <p:cTn id="20" presetID="1" presetClass="entr" presetSubtype="0" fill="hold" grpId="0" nodeType="afterEffect">
                                  <p:stCondLst>
                                    <p:cond delay="250"/>
                                  </p:stCondLst>
                                  <p:childTnLst>
                                    <p:set>
                                      <p:cBhvr>
                                        <p:cTn id="21"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8" grpId="0"/>
      <p:bldP spid="29"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ontent Placeholder 2"/>
          <p:cNvSpPr txBox="1">
            <a:spLocks/>
          </p:cNvSpPr>
          <p:nvPr/>
        </p:nvSpPr>
        <p:spPr>
          <a:xfrm>
            <a:off x="546679" y="1269325"/>
            <a:ext cx="7941078" cy="443222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fontAlgn="auto">
              <a:spcAft>
                <a:spcPts val="0"/>
              </a:spcAft>
            </a:pPr>
            <a:r>
              <a:rPr lang="ar-SA" sz="4000" b="1" u="sng" dirty="0">
                <a:solidFill>
                  <a:srgbClr val="4472C4"/>
                </a:solidFill>
              </a:rPr>
              <a:t>نموذج شانون وويفر</a:t>
            </a:r>
            <a:r>
              <a:rPr lang="ar-SA" sz="4000" b="1" dirty="0" smtClean="0">
                <a:solidFill>
                  <a:srgbClr val="4472C4"/>
                </a:solidFill>
              </a:rPr>
              <a:t>:</a:t>
            </a:r>
          </a:p>
          <a:p>
            <a:pPr rtl="1" fontAlgn="auto">
              <a:spcAft>
                <a:spcPts val="0"/>
              </a:spcAft>
            </a:pPr>
            <a:endParaRPr lang="en-US" sz="3600" dirty="0" smtClean="0">
              <a:solidFill>
                <a:srgbClr val="4472C4"/>
              </a:solidFill>
            </a:endParaRPr>
          </a:p>
          <a:p>
            <a:pPr rtl="1" fontAlgn="auto">
              <a:spcAft>
                <a:spcPts val="0"/>
              </a:spcAft>
            </a:pPr>
            <a:r>
              <a:rPr lang="ar-SA" sz="3200" b="1" dirty="0" smtClean="0">
                <a:solidFill>
                  <a:srgbClr val="4472C4"/>
                </a:solidFill>
              </a:rPr>
              <a:t> </a:t>
            </a:r>
            <a:r>
              <a:rPr lang="ar-SA" sz="3200" b="1" dirty="0"/>
              <a:t>قدم هذا النموذج في إطار ما عرف بالنظرية الرياضية للاتصال والتي وضعها شانون ووانى ويفر عام 1949م، ومن خلال النموذج يقوم المصدر (بانتقاء) رسالته من بين عدد من الرسائل المتاحة، ومن ثم يتم تحويل الرسالة إلى إشارة من خلال جهاز الإرسال تحملها القناة إلى المستقبل، ويحول جهاز الإرسال الإشارة إلى رسالة، وترسل إلى الهدف المطلوب</a:t>
            </a:r>
            <a:endParaRPr lang="en-US" sz="1200" b="1" dirty="0">
              <a:solidFill>
                <a:prstClr val="white">
                  <a:lumMod val="65000"/>
                </a:prstClr>
              </a:solidFill>
            </a:endParaRPr>
          </a:p>
        </p:txBody>
      </p:sp>
      <p:grpSp>
        <p:nvGrpSpPr>
          <p:cNvPr id="37" name="Group 36"/>
          <p:cNvGrpSpPr/>
          <p:nvPr/>
        </p:nvGrpSpPr>
        <p:grpSpPr>
          <a:xfrm>
            <a:off x="8514902" y="1046021"/>
            <a:ext cx="3645971" cy="3980335"/>
            <a:chOff x="1796054" y="1153584"/>
            <a:chExt cx="8882395" cy="9696980"/>
          </a:xfrm>
        </p:grpSpPr>
        <p:sp>
          <p:nvSpPr>
            <p:cNvPr id="38" name="Freeform 1"/>
            <p:cNvSpPr>
              <a:spLocks noChangeArrowheads="1"/>
            </p:cNvSpPr>
            <p:nvPr/>
          </p:nvSpPr>
          <p:spPr bwMode="auto">
            <a:xfrm>
              <a:off x="2846176" y="4590522"/>
              <a:ext cx="3086884" cy="2000250"/>
            </a:xfrm>
            <a:custGeom>
              <a:avLst/>
              <a:gdLst>
                <a:gd name="T0" fmla="*/ 5072 w 5147"/>
                <a:gd name="T1" fmla="*/ 1282 h 3334"/>
                <a:gd name="T2" fmla="*/ 5072 w 5147"/>
                <a:gd name="T3" fmla="*/ 1282 h 3334"/>
                <a:gd name="T4" fmla="*/ 4890 w 5147"/>
                <a:gd name="T5" fmla="*/ 1228 h 3334"/>
                <a:gd name="T6" fmla="*/ 4743 w 5147"/>
                <a:gd name="T7" fmla="*/ 1282 h 3334"/>
                <a:gd name="T8" fmla="*/ 4560 w 5147"/>
                <a:gd name="T9" fmla="*/ 1374 h 3334"/>
                <a:gd name="T10" fmla="*/ 4285 w 5147"/>
                <a:gd name="T11" fmla="*/ 1374 h 3334"/>
                <a:gd name="T12" fmla="*/ 4285 w 5147"/>
                <a:gd name="T13" fmla="*/ 476 h 3334"/>
                <a:gd name="T14" fmla="*/ 4203 w 5147"/>
                <a:gd name="T15" fmla="*/ 540 h 3334"/>
                <a:gd name="T16" fmla="*/ 4185 w 5147"/>
                <a:gd name="T17" fmla="*/ 632 h 3334"/>
                <a:gd name="T18" fmla="*/ 4056 w 5147"/>
                <a:gd name="T19" fmla="*/ 861 h 3334"/>
                <a:gd name="T20" fmla="*/ 3791 w 5147"/>
                <a:gd name="T21" fmla="*/ 989 h 3334"/>
                <a:gd name="T22" fmla="*/ 3471 w 5147"/>
                <a:gd name="T23" fmla="*/ 843 h 3334"/>
                <a:gd name="T24" fmla="*/ 3361 w 5147"/>
                <a:gd name="T25" fmla="*/ 513 h 3334"/>
                <a:gd name="T26" fmla="*/ 3507 w 5147"/>
                <a:gd name="T27" fmla="*/ 257 h 3334"/>
                <a:gd name="T28" fmla="*/ 3763 w 5147"/>
                <a:gd name="T29" fmla="*/ 156 h 3334"/>
                <a:gd name="T30" fmla="*/ 3873 w 5147"/>
                <a:gd name="T31" fmla="*/ 147 h 3334"/>
                <a:gd name="T32" fmla="*/ 3965 w 5147"/>
                <a:gd name="T33" fmla="*/ 64 h 3334"/>
                <a:gd name="T34" fmla="*/ 3919 w 5147"/>
                <a:gd name="T35" fmla="*/ 0 h 3334"/>
                <a:gd name="T36" fmla="*/ 2133 w 5147"/>
                <a:gd name="T37" fmla="*/ 439 h 3334"/>
                <a:gd name="T38" fmla="*/ 1557 w 5147"/>
                <a:gd name="T39" fmla="*/ 770 h 3334"/>
                <a:gd name="T40" fmla="*/ 348 w 5147"/>
                <a:gd name="T41" fmla="*/ 138 h 3334"/>
                <a:gd name="T42" fmla="*/ 284 w 5147"/>
                <a:gd name="T43" fmla="*/ 165 h 3334"/>
                <a:gd name="T44" fmla="*/ 247 w 5147"/>
                <a:gd name="T45" fmla="*/ 779 h 3334"/>
                <a:gd name="T46" fmla="*/ 605 w 5147"/>
                <a:gd name="T47" fmla="*/ 1538 h 3334"/>
                <a:gd name="T48" fmla="*/ 0 w 5147"/>
                <a:gd name="T49" fmla="*/ 2426 h 3334"/>
                <a:gd name="T50" fmla="*/ 376 w 5147"/>
                <a:gd name="T51" fmla="*/ 2426 h 3334"/>
                <a:gd name="T52" fmla="*/ 376 w 5147"/>
                <a:gd name="T53" fmla="*/ 2738 h 3334"/>
                <a:gd name="T54" fmla="*/ 376 w 5147"/>
                <a:gd name="T55" fmla="*/ 2747 h 3334"/>
                <a:gd name="T56" fmla="*/ 275 w 5147"/>
                <a:gd name="T57" fmla="*/ 2921 h 3334"/>
                <a:gd name="T58" fmla="*/ 210 w 5147"/>
                <a:gd name="T59" fmla="*/ 3077 h 3334"/>
                <a:gd name="T60" fmla="*/ 266 w 5147"/>
                <a:gd name="T61" fmla="*/ 3251 h 3334"/>
                <a:gd name="T62" fmla="*/ 467 w 5147"/>
                <a:gd name="T63" fmla="*/ 3333 h 3334"/>
                <a:gd name="T64" fmla="*/ 659 w 5147"/>
                <a:gd name="T65" fmla="*/ 3260 h 3334"/>
                <a:gd name="T66" fmla="*/ 714 w 5147"/>
                <a:gd name="T67" fmla="*/ 3077 h 3334"/>
                <a:gd name="T68" fmla="*/ 650 w 5147"/>
                <a:gd name="T69" fmla="*/ 2930 h 3334"/>
                <a:gd name="T70" fmla="*/ 568 w 5147"/>
                <a:gd name="T71" fmla="*/ 2747 h 3334"/>
                <a:gd name="T72" fmla="*/ 568 w 5147"/>
                <a:gd name="T73" fmla="*/ 2426 h 3334"/>
                <a:gd name="T74" fmla="*/ 2546 w 5147"/>
                <a:gd name="T75" fmla="*/ 2426 h 3334"/>
                <a:gd name="T76" fmla="*/ 2546 w 5147"/>
                <a:gd name="T77" fmla="*/ 2399 h 3334"/>
                <a:gd name="T78" fmla="*/ 2482 w 5147"/>
                <a:gd name="T79" fmla="*/ 2308 h 3334"/>
                <a:gd name="T80" fmla="*/ 2381 w 5147"/>
                <a:gd name="T81" fmla="*/ 2051 h 3334"/>
                <a:gd name="T82" fmla="*/ 2473 w 5147"/>
                <a:gd name="T83" fmla="*/ 1768 h 3334"/>
                <a:gd name="T84" fmla="*/ 2793 w 5147"/>
                <a:gd name="T85" fmla="*/ 1630 h 3334"/>
                <a:gd name="T86" fmla="*/ 3122 w 5147"/>
                <a:gd name="T87" fmla="*/ 1768 h 3334"/>
                <a:gd name="T88" fmla="*/ 3205 w 5147"/>
                <a:gd name="T89" fmla="*/ 2051 h 3334"/>
                <a:gd name="T90" fmla="*/ 3113 w 5147"/>
                <a:gd name="T91" fmla="*/ 2299 h 3334"/>
                <a:gd name="T92" fmla="*/ 3058 w 5147"/>
                <a:gd name="T93" fmla="*/ 2381 h 3334"/>
                <a:gd name="T94" fmla="*/ 3058 w 5147"/>
                <a:gd name="T95" fmla="*/ 2426 h 3334"/>
                <a:gd name="T96" fmla="*/ 4285 w 5147"/>
                <a:gd name="T97" fmla="*/ 2426 h 3334"/>
                <a:gd name="T98" fmla="*/ 4285 w 5147"/>
                <a:gd name="T99" fmla="*/ 1557 h 3334"/>
                <a:gd name="T100" fmla="*/ 4551 w 5147"/>
                <a:gd name="T101" fmla="*/ 1557 h 3334"/>
                <a:gd name="T102" fmla="*/ 4560 w 5147"/>
                <a:gd name="T103" fmla="*/ 1557 h 3334"/>
                <a:gd name="T104" fmla="*/ 4743 w 5147"/>
                <a:gd name="T105" fmla="*/ 1658 h 3334"/>
                <a:gd name="T106" fmla="*/ 4890 w 5147"/>
                <a:gd name="T107" fmla="*/ 1722 h 3334"/>
                <a:gd name="T108" fmla="*/ 5072 w 5147"/>
                <a:gd name="T109" fmla="*/ 1676 h 3334"/>
                <a:gd name="T110" fmla="*/ 5146 w 5147"/>
                <a:gd name="T111" fmla="*/ 1474 h 3334"/>
                <a:gd name="T112" fmla="*/ 5072 w 5147"/>
                <a:gd name="T113" fmla="*/ 1282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47" h="3334">
                  <a:moveTo>
                    <a:pt x="5072" y="1282"/>
                  </a:moveTo>
                  <a:lnTo>
                    <a:pt x="5072" y="1282"/>
                  </a:lnTo>
                  <a:cubicBezTo>
                    <a:pt x="5027" y="1246"/>
                    <a:pt x="4963" y="1228"/>
                    <a:pt x="4890" y="1228"/>
                  </a:cubicBezTo>
                  <a:cubicBezTo>
                    <a:pt x="4835" y="1228"/>
                    <a:pt x="4789" y="1255"/>
                    <a:pt x="4743" y="1282"/>
                  </a:cubicBezTo>
                  <a:cubicBezTo>
                    <a:pt x="4697" y="1319"/>
                    <a:pt x="4642" y="1374"/>
                    <a:pt x="4560" y="1374"/>
                  </a:cubicBezTo>
                  <a:cubicBezTo>
                    <a:pt x="4285" y="1374"/>
                    <a:pt x="4285" y="1374"/>
                    <a:pt x="4285" y="1374"/>
                  </a:cubicBezTo>
                  <a:cubicBezTo>
                    <a:pt x="4285" y="476"/>
                    <a:pt x="4285" y="476"/>
                    <a:pt x="4285" y="476"/>
                  </a:cubicBezTo>
                  <a:cubicBezTo>
                    <a:pt x="4203" y="540"/>
                    <a:pt x="4203" y="540"/>
                    <a:pt x="4203" y="540"/>
                  </a:cubicBezTo>
                  <a:cubicBezTo>
                    <a:pt x="4194" y="550"/>
                    <a:pt x="4194" y="559"/>
                    <a:pt x="4185" y="632"/>
                  </a:cubicBezTo>
                  <a:cubicBezTo>
                    <a:pt x="4166" y="696"/>
                    <a:pt x="4138" y="797"/>
                    <a:pt x="4056" y="861"/>
                  </a:cubicBezTo>
                  <a:cubicBezTo>
                    <a:pt x="3993" y="925"/>
                    <a:pt x="3901" y="980"/>
                    <a:pt x="3791" y="989"/>
                  </a:cubicBezTo>
                  <a:cubicBezTo>
                    <a:pt x="3690" y="998"/>
                    <a:pt x="3562" y="943"/>
                    <a:pt x="3471" y="843"/>
                  </a:cubicBezTo>
                  <a:cubicBezTo>
                    <a:pt x="3379" y="733"/>
                    <a:pt x="3342" y="614"/>
                    <a:pt x="3361" y="513"/>
                  </a:cubicBezTo>
                  <a:cubicBezTo>
                    <a:pt x="3370" y="403"/>
                    <a:pt x="3434" y="321"/>
                    <a:pt x="3507" y="257"/>
                  </a:cubicBezTo>
                  <a:cubicBezTo>
                    <a:pt x="3589" y="184"/>
                    <a:pt x="3690" y="165"/>
                    <a:pt x="3763" y="156"/>
                  </a:cubicBezTo>
                  <a:cubicBezTo>
                    <a:pt x="3846" y="156"/>
                    <a:pt x="3864" y="156"/>
                    <a:pt x="3873" y="147"/>
                  </a:cubicBezTo>
                  <a:cubicBezTo>
                    <a:pt x="3965" y="64"/>
                    <a:pt x="3965" y="64"/>
                    <a:pt x="3965" y="64"/>
                  </a:cubicBezTo>
                  <a:cubicBezTo>
                    <a:pt x="3947" y="46"/>
                    <a:pt x="3929" y="19"/>
                    <a:pt x="3919" y="0"/>
                  </a:cubicBezTo>
                  <a:cubicBezTo>
                    <a:pt x="3077" y="73"/>
                    <a:pt x="2408" y="248"/>
                    <a:pt x="2133" y="439"/>
                  </a:cubicBezTo>
                  <a:cubicBezTo>
                    <a:pt x="1951" y="559"/>
                    <a:pt x="1740" y="651"/>
                    <a:pt x="1557" y="770"/>
                  </a:cubicBezTo>
                  <a:cubicBezTo>
                    <a:pt x="1199" y="294"/>
                    <a:pt x="568" y="110"/>
                    <a:pt x="348" y="138"/>
                  </a:cubicBezTo>
                  <a:cubicBezTo>
                    <a:pt x="321" y="147"/>
                    <a:pt x="293" y="147"/>
                    <a:pt x="284" y="165"/>
                  </a:cubicBezTo>
                  <a:cubicBezTo>
                    <a:pt x="174" y="348"/>
                    <a:pt x="156" y="586"/>
                    <a:pt x="247" y="779"/>
                  </a:cubicBezTo>
                  <a:cubicBezTo>
                    <a:pt x="605" y="1538"/>
                    <a:pt x="605" y="1538"/>
                    <a:pt x="605" y="1538"/>
                  </a:cubicBezTo>
                  <a:cubicBezTo>
                    <a:pt x="376" y="1768"/>
                    <a:pt x="174" y="2088"/>
                    <a:pt x="0" y="2426"/>
                  </a:cubicBezTo>
                  <a:cubicBezTo>
                    <a:pt x="376" y="2426"/>
                    <a:pt x="376" y="2426"/>
                    <a:pt x="376" y="2426"/>
                  </a:cubicBezTo>
                  <a:cubicBezTo>
                    <a:pt x="376" y="2738"/>
                    <a:pt x="376" y="2738"/>
                    <a:pt x="376" y="2738"/>
                  </a:cubicBezTo>
                  <a:cubicBezTo>
                    <a:pt x="376" y="2738"/>
                    <a:pt x="376" y="2738"/>
                    <a:pt x="376" y="2747"/>
                  </a:cubicBezTo>
                  <a:cubicBezTo>
                    <a:pt x="376" y="2830"/>
                    <a:pt x="321" y="2875"/>
                    <a:pt x="275" y="2921"/>
                  </a:cubicBezTo>
                  <a:cubicBezTo>
                    <a:pt x="238" y="2976"/>
                    <a:pt x="210" y="3012"/>
                    <a:pt x="210" y="3077"/>
                  </a:cubicBezTo>
                  <a:cubicBezTo>
                    <a:pt x="210" y="3150"/>
                    <a:pt x="229" y="3214"/>
                    <a:pt x="266" y="3251"/>
                  </a:cubicBezTo>
                  <a:cubicBezTo>
                    <a:pt x="302" y="3297"/>
                    <a:pt x="357" y="3324"/>
                    <a:pt x="467" y="3333"/>
                  </a:cubicBezTo>
                  <a:cubicBezTo>
                    <a:pt x="568" y="3333"/>
                    <a:pt x="623" y="3306"/>
                    <a:pt x="659" y="3260"/>
                  </a:cubicBezTo>
                  <a:cubicBezTo>
                    <a:pt x="696" y="3214"/>
                    <a:pt x="714" y="3141"/>
                    <a:pt x="714" y="3077"/>
                  </a:cubicBezTo>
                  <a:cubicBezTo>
                    <a:pt x="714" y="3012"/>
                    <a:pt x="687" y="2976"/>
                    <a:pt x="650" y="2930"/>
                  </a:cubicBezTo>
                  <a:cubicBezTo>
                    <a:pt x="614" y="2875"/>
                    <a:pt x="568" y="2830"/>
                    <a:pt x="568" y="2747"/>
                  </a:cubicBezTo>
                  <a:cubicBezTo>
                    <a:pt x="568" y="2426"/>
                    <a:pt x="568" y="2426"/>
                    <a:pt x="568" y="2426"/>
                  </a:cubicBezTo>
                  <a:cubicBezTo>
                    <a:pt x="2546" y="2426"/>
                    <a:pt x="2546" y="2426"/>
                    <a:pt x="2546" y="2426"/>
                  </a:cubicBezTo>
                  <a:cubicBezTo>
                    <a:pt x="2546" y="2399"/>
                    <a:pt x="2546" y="2399"/>
                    <a:pt x="2546" y="2399"/>
                  </a:cubicBezTo>
                  <a:cubicBezTo>
                    <a:pt x="2546" y="2381"/>
                    <a:pt x="2537" y="2372"/>
                    <a:pt x="2482" y="2308"/>
                  </a:cubicBezTo>
                  <a:cubicBezTo>
                    <a:pt x="2436" y="2253"/>
                    <a:pt x="2381" y="2161"/>
                    <a:pt x="2381" y="2051"/>
                  </a:cubicBezTo>
                  <a:cubicBezTo>
                    <a:pt x="2381" y="1960"/>
                    <a:pt x="2399" y="1850"/>
                    <a:pt x="2473" y="1768"/>
                  </a:cubicBezTo>
                  <a:cubicBezTo>
                    <a:pt x="2537" y="1694"/>
                    <a:pt x="2655" y="1639"/>
                    <a:pt x="2793" y="1630"/>
                  </a:cubicBezTo>
                  <a:cubicBezTo>
                    <a:pt x="2930" y="1630"/>
                    <a:pt x="3058" y="1694"/>
                    <a:pt x="3122" y="1768"/>
                  </a:cubicBezTo>
                  <a:cubicBezTo>
                    <a:pt x="3186" y="1859"/>
                    <a:pt x="3205" y="1960"/>
                    <a:pt x="3205" y="2051"/>
                  </a:cubicBezTo>
                  <a:cubicBezTo>
                    <a:pt x="3205" y="2161"/>
                    <a:pt x="3159" y="2244"/>
                    <a:pt x="3113" y="2299"/>
                  </a:cubicBezTo>
                  <a:cubicBezTo>
                    <a:pt x="3068" y="2362"/>
                    <a:pt x="3058" y="2372"/>
                    <a:pt x="3058" y="2381"/>
                  </a:cubicBezTo>
                  <a:cubicBezTo>
                    <a:pt x="3058" y="2426"/>
                    <a:pt x="3058" y="2426"/>
                    <a:pt x="3058" y="2426"/>
                  </a:cubicBezTo>
                  <a:cubicBezTo>
                    <a:pt x="4285" y="2426"/>
                    <a:pt x="4285" y="2426"/>
                    <a:pt x="4285" y="2426"/>
                  </a:cubicBezTo>
                  <a:cubicBezTo>
                    <a:pt x="4285" y="1557"/>
                    <a:pt x="4285" y="1557"/>
                    <a:pt x="4285" y="1557"/>
                  </a:cubicBezTo>
                  <a:cubicBezTo>
                    <a:pt x="4551" y="1557"/>
                    <a:pt x="4551" y="1557"/>
                    <a:pt x="4551" y="1557"/>
                  </a:cubicBezTo>
                  <a:lnTo>
                    <a:pt x="4560" y="1557"/>
                  </a:lnTo>
                  <a:cubicBezTo>
                    <a:pt x="4642" y="1566"/>
                    <a:pt x="4688" y="1621"/>
                    <a:pt x="4743" y="1658"/>
                  </a:cubicBezTo>
                  <a:cubicBezTo>
                    <a:pt x="4789" y="1694"/>
                    <a:pt x="4835" y="1722"/>
                    <a:pt x="4890" y="1722"/>
                  </a:cubicBezTo>
                  <a:cubicBezTo>
                    <a:pt x="4963" y="1722"/>
                    <a:pt x="5027" y="1713"/>
                    <a:pt x="5072" y="1676"/>
                  </a:cubicBezTo>
                  <a:cubicBezTo>
                    <a:pt x="5109" y="1639"/>
                    <a:pt x="5146" y="1584"/>
                    <a:pt x="5146" y="1474"/>
                  </a:cubicBezTo>
                  <a:cubicBezTo>
                    <a:pt x="5146" y="1374"/>
                    <a:pt x="5118" y="1319"/>
                    <a:pt x="5072" y="1282"/>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39" name="Freeform 2"/>
            <p:cNvSpPr>
              <a:spLocks noChangeArrowheads="1"/>
            </p:cNvSpPr>
            <p:nvPr/>
          </p:nvSpPr>
          <p:spPr bwMode="auto">
            <a:xfrm>
              <a:off x="5557449" y="4614334"/>
              <a:ext cx="1785472" cy="1434042"/>
            </a:xfrm>
            <a:custGeom>
              <a:avLst/>
              <a:gdLst>
                <a:gd name="T0" fmla="*/ 1987 w 2977"/>
                <a:gd name="T1" fmla="*/ 202 h 2390"/>
                <a:gd name="T2" fmla="*/ 1987 w 2977"/>
                <a:gd name="T3" fmla="*/ 202 h 2390"/>
                <a:gd name="T4" fmla="*/ 1740 w 2977"/>
                <a:gd name="T5" fmla="*/ 411 h 2390"/>
                <a:gd name="T6" fmla="*/ 1759 w 2977"/>
                <a:gd name="T7" fmla="*/ 439 h 2390"/>
                <a:gd name="T8" fmla="*/ 1850 w 2977"/>
                <a:gd name="T9" fmla="*/ 476 h 2390"/>
                <a:gd name="T10" fmla="*/ 2051 w 2977"/>
                <a:gd name="T11" fmla="*/ 641 h 2390"/>
                <a:gd name="T12" fmla="*/ 2134 w 2977"/>
                <a:gd name="T13" fmla="*/ 924 h 2390"/>
                <a:gd name="T14" fmla="*/ 1923 w 2977"/>
                <a:gd name="T15" fmla="*/ 1209 h 2390"/>
                <a:gd name="T16" fmla="*/ 1584 w 2977"/>
                <a:gd name="T17" fmla="*/ 1264 h 2390"/>
                <a:gd name="T18" fmla="*/ 1356 w 2977"/>
                <a:gd name="T19" fmla="*/ 1071 h 2390"/>
                <a:gd name="T20" fmla="*/ 1310 w 2977"/>
                <a:gd name="T21" fmla="*/ 806 h 2390"/>
                <a:gd name="T22" fmla="*/ 1310 w 2977"/>
                <a:gd name="T23" fmla="*/ 696 h 2390"/>
                <a:gd name="T24" fmla="*/ 1282 w 2977"/>
                <a:gd name="T25" fmla="*/ 641 h 2390"/>
                <a:gd name="T26" fmla="*/ 0 w 2977"/>
                <a:gd name="T27" fmla="*/ 522 h 2390"/>
                <a:gd name="T28" fmla="*/ 0 w 2977"/>
                <a:gd name="T29" fmla="*/ 1172 h 2390"/>
                <a:gd name="T30" fmla="*/ 37 w 2977"/>
                <a:gd name="T31" fmla="*/ 1172 h 2390"/>
                <a:gd name="T32" fmla="*/ 119 w 2977"/>
                <a:gd name="T33" fmla="*/ 1117 h 2390"/>
                <a:gd name="T34" fmla="*/ 367 w 2977"/>
                <a:gd name="T35" fmla="*/ 1025 h 2390"/>
                <a:gd name="T36" fmla="*/ 651 w 2977"/>
                <a:gd name="T37" fmla="*/ 1117 h 2390"/>
                <a:gd name="T38" fmla="*/ 788 w 2977"/>
                <a:gd name="T39" fmla="*/ 1437 h 2390"/>
                <a:gd name="T40" fmla="*/ 651 w 2977"/>
                <a:gd name="T41" fmla="*/ 1767 h 2390"/>
                <a:gd name="T42" fmla="*/ 367 w 2977"/>
                <a:gd name="T43" fmla="*/ 1849 h 2390"/>
                <a:gd name="T44" fmla="*/ 119 w 2977"/>
                <a:gd name="T45" fmla="*/ 1749 h 2390"/>
                <a:gd name="T46" fmla="*/ 19 w 2977"/>
                <a:gd name="T47" fmla="*/ 1685 h 2390"/>
                <a:gd name="T48" fmla="*/ 0 w 2977"/>
                <a:gd name="T49" fmla="*/ 1685 h 2390"/>
                <a:gd name="T50" fmla="*/ 0 w 2977"/>
                <a:gd name="T51" fmla="*/ 2389 h 2390"/>
                <a:gd name="T52" fmla="*/ 1237 w 2977"/>
                <a:gd name="T53" fmla="*/ 2389 h 2390"/>
                <a:gd name="T54" fmla="*/ 1237 w 2977"/>
                <a:gd name="T55" fmla="*/ 2362 h 2390"/>
                <a:gd name="T56" fmla="*/ 1172 w 2977"/>
                <a:gd name="T57" fmla="*/ 2271 h 2390"/>
                <a:gd name="T58" fmla="*/ 1071 w 2977"/>
                <a:gd name="T59" fmla="*/ 2014 h 2390"/>
                <a:gd name="T60" fmla="*/ 1163 w 2977"/>
                <a:gd name="T61" fmla="*/ 1731 h 2390"/>
                <a:gd name="T62" fmla="*/ 1484 w 2977"/>
                <a:gd name="T63" fmla="*/ 1593 h 2390"/>
                <a:gd name="T64" fmla="*/ 1813 w 2977"/>
                <a:gd name="T65" fmla="*/ 1731 h 2390"/>
                <a:gd name="T66" fmla="*/ 1896 w 2977"/>
                <a:gd name="T67" fmla="*/ 2014 h 2390"/>
                <a:gd name="T68" fmla="*/ 1804 w 2977"/>
                <a:gd name="T69" fmla="*/ 2262 h 2390"/>
                <a:gd name="T70" fmla="*/ 1759 w 2977"/>
                <a:gd name="T71" fmla="*/ 2344 h 2390"/>
                <a:gd name="T72" fmla="*/ 1759 w 2977"/>
                <a:gd name="T73" fmla="*/ 2389 h 2390"/>
                <a:gd name="T74" fmla="*/ 2976 w 2977"/>
                <a:gd name="T75" fmla="*/ 2389 h 2390"/>
                <a:gd name="T76" fmla="*/ 2976 w 2977"/>
                <a:gd name="T77" fmla="*/ 137 h 2390"/>
                <a:gd name="T78" fmla="*/ 2134 w 2977"/>
                <a:gd name="T79" fmla="*/ 0 h 2390"/>
                <a:gd name="T80" fmla="*/ 1987 w 2977"/>
                <a:gd name="T81" fmla="*/ 202 h 2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77" h="2390">
                  <a:moveTo>
                    <a:pt x="1987" y="202"/>
                  </a:moveTo>
                  <a:lnTo>
                    <a:pt x="1987" y="202"/>
                  </a:lnTo>
                  <a:cubicBezTo>
                    <a:pt x="1905" y="275"/>
                    <a:pt x="1832" y="348"/>
                    <a:pt x="1740" y="411"/>
                  </a:cubicBezTo>
                  <a:cubicBezTo>
                    <a:pt x="1759" y="439"/>
                    <a:pt x="1759" y="439"/>
                    <a:pt x="1759" y="439"/>
                  </a:cubicBezTo>
                  <a:cubicBezTo>
                    <a:pt x="1768" y="448"/>
                    <a:pt x="1777" y="448"/>
                    <a:pt x="1850" y="476"/>
                  </a:cubicBezTo>
                  <a:cubicBezTo>
                    <a:pt x="1914" y="503"/>
                    <a:pt x="1996" y="549"/>
                    <a:pt x="2051" y="641"/>
                  </a:cubicBezTo>
                  <a:cubicBezTo>
                    <a:pt x="2106" y="715"/>
                    <a:pt x="2143" y="815"/>
                    <a:pt x="2134" y="924"/>
                  </a:cubicBezTo>
                  <a:cubicBezTo>
                    <a:pt x="2116" y="1025"/>
                    <a:pt x="2042" y="1144"/>
                    <a:pt x="1923" y="1209"/>
                  </a:cubicBezTo>
                  <a:cubicBezTo>
                    <a:pt x="1804" y="1282"/>
                    <a:pt x="1676" y="1300"/>
                    <a:pt x="1584" y="1264"/>
                  </a:cubicBezTo>
                  <a:cubicBezTo>
                    <a:pt x="1475" y="1227"/>
                    <a:pt x="1402" y="1154"/>
                    <a:pt x="1356" y="1071"/>
                  </a:cubicBezTo>
                  <a:cubicBezTo>
                    <a:pt x="1301" y="980"/>
                    <a:pt x="1301" y="879"/>
                    <a:pt x="1310" y="806"/>
                  </a:cubicBezTo>
                  <a:cubicBezTo>
                    <a:pt x="1319" y="724"/>
                    <a:pt x="1319" y="705"/>
                    <a:pt x="1310" y="696"/>
                  </a:cubicBezTo>
                  <a:cubicBezTo>
                    <a:pt x="1282" y="641"/>
                    <a:pt x="1282" y="641"/>
                    <a:pt x="1282" y="641"/>
                  </a:cubicBezTo>
                  <a:cubicBezTo>
                    <a:pt x="861" y="778"/>
                    <a:pt x="395" y="742"/>
                    <a:pt x="0" y="522"/>
                  </a:cubicBezTo>
                  <a:cubicBezTo>
                    <a:pt x="0" y="1172"/>
                    <a:pt x="0" y="1172"/>
                    <a:pt x="0" y="1172"/>
                  </a:cubicBezTo>
                  <a:cubicBezTo>
                    <a:pt x="37" y="1172"/>
                    <a:pt x="37" y="1172"/>
                    <a:pt x="37" y="1172"/>
                  </a:cubicBezTo>
                  <a:cubicBezTo>
                    <a:pt x="55" y="1172"/>
                    <a:pt x="55" y="1163"/>
                    <a:pt x="119" y="1117"/>
                  </a:cubicBezTo>
                  <a:cubicBezTo>
                    <a:pt x="174" y="1081"/>
                    <a:pt x="266" y="1025"/>
                    <a:pt x="367" y="1025"/>
                  </a:cubicBezTo>
                  <a:cubicBezTo>
                    <a:pt x="458" y="1025"/>
                    <a:pt x="559" y="1044"/>
                    <a:pt x="651" y="1117"/>
                  </a:cubicBezTo>
                  <a:cubicBezTo>
                    <a:pt x="733" y="1181"/>
                    <a:pt x="788" y="1300"/>
                    <a:pt x="788" y="1437"/>
                  </a:cubicBezTo>
                  <a:cubicBezTo>
                    <a:pt x="788" y="1584"/>
                    <a:pt x="724" y="1703"/>
                    <a:pt x="651" y="1767"/>
                  </a:cubicBezTo>
                  <a:cubicBezTo>
                    <a:pt x="568" y="1831"/>
                    <a:pt x="468" y="1849"/>
                    <a:pt x="367" y="1849"/>
                  </a:cubicBezTo>
                  <a:cubicBezTo>
                    <a:pt x="257" y="1849"/>
                    <a:pt x="174" y="1795"/>
                    <a:pt x="119" y="1749"/>
                  </a:cubicBezTo>
                  <a:cubicBezTo>
                    <a:pt x="55" y="1703"/>
                    <a:pt x="37" y="1685"/>
                    <a:pt x="19" y="1685"/>
                  </a:cubicBezTo>
                  <a:cubicBezTo>
                    <a:pt x="0" y="1685"/>
                    <a:pt x="0" y="1685"/>
                    <a:pt x="0" y="1685"/>
                  </a:cubicBezTo>
                  <a:cubicBezTo>
                    <a:pt x="0" y="2389"/>
                    <a:pt x="0" y="2389"/>
                    <a:pt x="0" y="2389"/>
                  </a:cubicBezTo>
                  <a:cubicBezTo>
                    <a:pt x="1237" y="2389"/>
                    <a:pt x="1237" y="2389"/>
                    <a:pt x="1237" y="2389"/>
                  </a:cubicBezTo>
                  <a:cubicBezTo>
                    <a:pt x="1237" y="2362"/>
                    <a:pt x="1237" y="2362"/>
                    <a:pt x="1237" y="2362"/>
                  </a:cubicBezTo>
                  <a:cubicBezTo>
                    <a:pt x="1237" y="2344"/>
                    <a:pt x="1227" y="2335"/>
                    <a:pt x="1172" y="2271"/>
                  </a:cubicBezTo>
                  <a:cubicBezTo>
                    <a:pt x="1136" y="2216"/>
                    <a:pt x="1071" y="2124"/>
                    <a:pt x="1071" y="2014"/>
                  </a:cubicBezTo>
                  <a:cubicBezTo>
                    <a:pt x="1071" y="1923"/>
                    <a:pt x="1090" y="1813"/>
                    <a:pt x="1163" y="1731"/>
                  </a:cubicBezTo>
                  <a:cubicBezTo>
                    <a:pt x="1227" y="1657"/>
                    <a:pt x="1347" y="1602"/>
                    <a:pt x="1484" y="1593"/>
                  </a:cubicBezTo>
                  <a:cubicBezTo>
                    <a:pt x="1621" y="1593"/>
                    <a:pt x="1750" y="1657"/>
                    <a:pt x="1813" y="1731"/>
                  </a:cubicBezTo>
                  <a:cubicBezTo>
                    <a:pt x="1878" y="1822"/>
                    <a:pt x="1896" y="1923"/>
                    <a:pt x="1896" y="2014"/>
                  </a:cubicBezTo>
                  <a:cubicBezTo>
                    <a:pt x="1896" y="2124"/>
                    <a:pt x="1850" y="2207"/>
                    <a:pt x="1804" y="2262"/>
                  </a:cubicBezTo>
                  <a:cubicBezTo>
                    <a:pt x="1759" y="2325"/>
                    <a:pt x="1759" y="2335"/>
                    <a:pt x="1759" y="2344"/>
                  </a:cubicBezTo>
                  <a:cubicBezTo>
                    <a:pt x="1759" y="2389"/>
                    <a:pt x="1759" y="2389"/>
                    <a:pt x="1759" y="2389"/>
                  </a:cubicBezTo>
                  <a:cubicBezTo>
                    <a:pt x="2976" y="2389"/>
                    <a:pt x="2976" y="2389"/>
                    <a:pt x="2976" y="2389"/>
                  </a:cubicBezTo>
                  <a:cubicBezTo>
                    <a:pt x="2976" y="137"/>
                    <a:pt x="2976" y="137"/>
                    <a:pt x="2976" y="137"/>
                  </a:cubicBezTo>
                  <a:cubicBezTo>
                    <a:pt x="2702" y="82"/>
                    <a:pt x="2418" y="36"/>
                    <a:pt x="2134" y="0"/>
                  </a:cubicBezTo>
                  <a:cubicBezTo>
                    <a:pt x="2088" y="73"/>
                    <a:pt x="2042" y="137"/>
                    <a:pt x="1987" y="202"/>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1" name="Freeform 3"/>
            <p:cNvSpPr>
              <a:spLocks noChangeArrowheads="1"/>
            </p:cNvSpPr>
            <p:nvPr/>
          </p:nvSpPr>
          <p:spPr bwMode="auto">
            <a:xfrm>
              <a:off x="7488405" y="4728106"/>
              <a:ext cx="1632053" cy="1317625"/>
            </a:xfrm>
            <a:custGeom>
              <a:avLst/>
              <a:gdLst>
                <a:gd name="T0" fmla="*/ 0 w 2719"/>
                <a:gd name="T1" fmla="*/ 0 h 2198"/>
                <a:gd name="T2" fmla="*/ 0 w 2719"/>
                <a:gd name="T3" fmla="*/ 0 h 2198"/>
                <a:gd name="T4" fmla="*/ 0 w 2719"/>
                <a:gd name="T5" fmla="*/ 980 h 2198"/>
                <a:gd name="T6" fmla="*/ 45 w 2719"/>
                <a:gd name="T7" fmla="*/ 980 h 2198"/>
                <a:gd name="T8" fmla="*/ 128 w 2719"/>
                <a:gd name="T9" fmla="*/ 925 h 2198"/>
                <a:gd name="T10" fmla="*/ 366 w 2719"/>
                <a:gd name="T11" fmla="*/ 833 h 2198"/>
                <a:gd name="T12" fmla="*/ 650 w 2719"/>
                <a:gd name="T13" fmla="*/ 925 h 2198"/>
                <a:gd name="T14" fmla="*/ 786 w 2719"/>
                <a:gd name="T15" fmla="*/ 1245 h 2198"/>
                <a:gd name="T16" fmla="*/ 650 w 2719"/>
                <a:gd name="T17" fmla="*/ 1575 h 2198"/>
                <a:gd name="T18" fmla="*/ 366 w 2719"/>
                <a:gd name="T19" fmla="*/ 1657 h 2198"/>
                <a:gd name="T20" fmla="*/ 119 w 2719"/>
                <a:gd name="T21" fmla="*/ 1557 h 2198"/>
                <a:gd name="T22" fmla="*/ 18 w 2719"/>
                <a:gd name="T23" fmla="*/ 1493 h 2198"/>
                <a:gd name="T24" fmla="*/ 0 w 2719"/>
                <a:gd name="T25" fmla="*/ 1493 h 2198"/>
                <a:gd name="T26" fmla="*/ 0 w 2719"/>
                <a:gd name="T27" fmla="*/ 2197 h 2198"/>
                <a:gd name="T28" fmla="*/ 1244 w 2719"/>
                <a:gd name="T29" fmla="*/ 2197 h 2198"/>
                <a:gd name="T30" fmla="*/ 1244 w 2719"/>
                <a:gd name="T31" fmla="*/ 2170 h 2198"/>
                <a:gd name="T32" fmla="*/ 1181 w 2719"/>
                <a:gd name="T33" fmla="*/ 2079 h 2198"/>
                <a:gd name="T34" fmla="*/ 1071 w 2719"/>
                <a:gd name="T35" fmla="*/ 1822 h 2198"/>
                <a:gd name="T36" fmla="*/ 1162 w 2719"/>
                <a:gd name="T37" fmla="*/ 1539 h 2198"/>
                <a:gd name="T38" fmla="*/ 1483 w 2719"/>
                <a:gd name="T39" fmla="*/ 1401 h 2198"/>
                <a:gd name="T40" fmla="*/ 1812 w 2719"/>
                <a:gd name="T41" fmla="*/ 1539 h 2198"/>
                <a:gd name="T42" fmla="*/ 1904 w 2719"/>
                <a:gd name="T43" fmla="*/ 1822 h 2198"/>
                <a:gd name="T44" fmla="*/ 1812 w 2719"/>
                <a:gd name="T45" fmla="*/ 2070 h 2198"/>
                <a:gd name="T46" fmla="*/ 1757 w 2719"/>
                <a:gd name="T47" fmla="*/ 2152 h 2198"/>
                <a:gd name="T48" fmla="*/ 1757 w 2719"/>
                <a:gd name="T49" fmla="*/ 2197 h 2198"/>
                <a:gd name="T50" fmla="*/ 2718 w 2719"/>
                <a:gd name="T51" fmla="*/ 2197 h 2198"/>
                <a:gd name="T52" fmla="*/ 2124 w 2719"/>
                <a:gd name="T53" fmla="*/ 1236 h 2198"/>
                <a:gd name="T54" fmla="*/ 0 w 2719"/>
                <a:gd name="T55" fmla="*/ 0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19" h="2198">
                  <a:moveTo>
                    <a:pt x="0" y="0"/>
                  </a:moveTo>
                  <a:lnTo>
                    <a:pt x="0" y="0"/>
                  </a:lnTo>
                  <a:cubicBezTo>
                    <a:pt x="0" y="980"/>
                    <a:pt x="0" y="980"/>
                    <a:pt x="0" y="980"/>
                  </a:cubicBezTo>
                  <a:cubicBezTo>
                    <a:pt x="45" y="980"/>
                    <a:pt x="45" y="980"/>
                    <a:pt x="45" y="980"/>
                  </a:cubicBezTo>
                  <a:cubicBezTo>
                    <a:pt x="54" y="980"/>
                    <a:pt x="63" y="971"/>
                    <a:pt x="128" y="925"/>
                  </a:cubicBezTo>
                  <a:cubicBezTo>
                    <a:pt x="183" y="889"/>
                    <a:pt x="265" y="833"/>
                    <a:pt x="366" y="833"/>
                  </a:cubicBezTo>
                  <a:cubicBezTo>
                    <a:pt x="466" y="833"/>
                    <a:pt x="567" y="852"/>
                    <a:pt x="650" y="925"/>
                  </a:cubicBezTo>
                  <a:cubicBezTo>
                    <a:pt x="732" y="989"/>
                    <a:pt x="786" y="1108"/>
                    <a:pt x="786" y="1245"/>
                  </a:cubicBezTo>
                  <a:cubicBezTo>
                    <a:pt x="786" y="1392"/>
                    <a:pt x="732" y="1511"/>
                    <a:pt x="650" y="1575"/>
                  </a:cubicBezTo>
                  <a:cubicBezTo>
                    <a:pt x="567" y="1639"/>
                    <a:pt x="466" y="1657"/>
                    <a:pt x="366" y="1657"/>
                  </a:cubicBezTo>
                  <a:cubicBezTo>
                    <a:pt x="255" y="1657"/>
                    <a:pt x="173" y="1603"/>
                    <a:pt x="119" y="1557"/>
                  </a:cubicBezTo>
                  <a:cubicBezTo>
                    <a:pt x="54" y="1511"/>
                    <a:pt x="36" y="1493"/>
                    <a:pt x="18" y="1493"/>
                  </a:cubicBezTo>
                  <a:cubicBezTo>
                    <a:pt x="0" y="1493"/>
                    <a:pt x="0" y="1493"/>
                    <a:pt x="0" y="1493"/>
                  </a:cubicBezTo>
                  <a:cubicBezTo>
                    <a:pt x="0" y="2197"/>
                    <a:pt x="0" y="2197"/>
                    <a:pt x="0" y="2197"/>
                  </a:cubicBezTo>
                  <a:cubicBezTo>
                    <a:pt x="1244" y="2197"/>
                    <a:pt x="1244" y="2197"/>
                    <a:pt x="1244" y="2197"/>
                  </a:cubicBezTo>
                  <a:cubicBezTo>
                    <a:pt x="1244" y="2170"/>
                    <a:pt x="1244" y="2170"/>
                    <a:pt x="1244" y="2170"/>
                  </a:cubicBezTo>
                  <a:cubicBezTo>
                    <a:pt x="1235" y="2152"/>
                    <a:pt x="1226" y="2143"/>
                    <a:pt x="1181" y="2079"/>
                  </a:cubicBezTo>
                  <a:cubicBezTo>
                    <a:pt x="1135" y="2024"/>
                    <a:pt x="1071" y="1932"/>
                    <a:pt x="1071" y="1822"/>
                  </a:cubicBezTo>
                  <a:cubicBezTo>
                    <a:pt x="1071" y="1731"/>
                    <a:pt x="1099" y="1621"/>
                    <a:pt x="1162" y="1539"/>
                  </a:cubicBezTo>
                  <a:cubicBezTo>
                    <a:pt x="1226" y="1465"/>
                    <a:pt x="1345" y="1410"/>
                    <a:pt x="1483" y="1401"/>
                  </a:cubicBezTo>
                  <a:cubicBezTo>
                    <a:pt x="1620" y="1401"/>
                    <a:pt x="1748" y="1465"/>
                    <a:pt x="1812" y="1539"/>
                  </a:cubicBezTo>
                  <a:cubicBezTo>
                    <a:pt x="1885" y="1630"/>
                    <a:pt x="1904" y="1731"/>
                    <a:pt x="1904" y="1822"/>
                  </a:cubicBezTo>
                  <a:cubicBezTo>
                    <a:pt x="1904" y="1932"/>
                    <a:pt x="1849" y="2015"/>
                    <a:pt x="1812" y="2070"/>
                  </a:cubicBezTo>
                  <a:cubicBezTo>
                    <a:pt x="1766" y="2133"/>
                    <a:pt x="1757" y="2143"/>
                    <a:pt x="1757" y="2152"/>
                  </a:cubicBezTo>
                  <a:cubicBezTo>
                    <a:pt x="1757" y="2197"/>
                    <a:pt x="1757" y="2197"/>
                    <a:pt x="1757" y="2197"/>
                  </a:cubicBezTo>
                  <a:cubicBezTo>
                    <a:pt x="2718" y="2197"/>
                    <a:pt x="2718" y="2197"/>
                    <a:pt x="2718" y="2197"/>
                  </a:cubicBezTo>
                  <a:cubicBezTo>
                    <a:pt x="2554" y="1841"/>
                    <a:pt x="2352" y="1511"/>
                    <a:pt x="2124" y="1236"/>
                  </a:cubicBezTo>
                  <a:cubicBezTo>
                    <a:pt x="1611" y="596"/>
                    <a:pt x="842" y="219"/>
                    <a:pt x="0" y="0"/>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2" name="Freeform 4"/>
            <p:cNvSpPr>
              <a:spLocks noChangeArrowheads="1"/>
            </p:cNvSpPr>
            <p:nvPr/>
          </p:nvSpPr>
          <p:spPr bwMode="auto">
            <a:xfrm>
              <a:off x="1796054" y="6191250"/>
              <a:ext cx="2243082" cy="3153833"/>
            </a:xfrm>
            <a:custGeom>
              <a:avLst/>
              <a:gdLst>
                <a:gd name="T0" fmla="*/ 3141 w 3738"/>
                <a:gd name="T1" fmla="*/ 1437 h 5256"/>
                <a:gd name="T2" fmla="*/ 3141 w 3738"/>
                <a:gd name="T3" fmla="*/ 1437 h 5256"/>
                <a:gd name="T4" fmla="*/ 3150 w 3738"/>
                <a:gd name="T5" fmla="*/ 1437 h 5256"/>
                <a:gd name="T6" fmla="*/ 3333 w 3738"/>
                <a:gd name="T7" fmla="*/ 1538 h 5256"/>
                <a:gd name="T8" fmla="*/ 3479 w 3738"/>
                <a:gd name="T9" fmla="*/ 1611 h 5256"/>
                <a:gd name="T10" fmla="*/ 3663 w 3738"/>
                <a:gd name="T11" fmla="*/ 1556 h 5256"/>
                <a:gd name="T12" fmla="*/ 3737 w 3738"/>
                <a:gd name="T13" fmla="*/ 1355 h 5256"/>
                <a:gd name="T14" fmla="*/ 3663 w 3738"/>
                <a:gd name="T15" fmla="*/ 1162 h 5256"/>
                <a:gd name="T16" fmla="*/ 3479 w 3738"/>
                <a:gd name="T17" fmla="*/ 1108 h 5256"/>
                <a:gd name="T18" fmla="*/ 3333 w 3738"/>
                <a:gd name="T19" fmla="*/ 1172 h 5256"/>
                <a:gd name="T20" fmla="*/ 3150 w 3738"/>
                <a:gd name="T21" fmla="*/ 1254 h 5256"/>
                <a:gd name="T22" fmla="*/ 2812 w 3738"/>
                <a:gd name="T23" fmla="*/ 1254 h 5256"/>
                <a:gd name="T24" fmla="*/ 2812 w 3738"/>
                <a:gd name="T25" fmla="*/ 0 h 5256"/>
                <a:gd name="T26" fmla="*/ 2481 w 3738"/>
                <a:gd name="T27" fmla="*/ 0 h 5256"/>
                <a:gd name="T28" fmla="*/ 2481 w 3738"/>
                <a:gd name="T29" fmla="*/ 82 h 5256"/>
                <a:gd name="T30" fmla="*/ 2537 w 3738"/>
                <a:gd name="T31" fmla="*/ 165 h 5256"/>
                <a:gd name="T32" fmla="*/ 2628 w 3738"/>
                <a:gd name="T33" fmla="*/ 412 h 5256"/>
                <a:gd name="T34" fmla="*/ 2537 w 3738"/>
                <a:gd name="T35" fmla="*/ 695 h 5256"/>
                <a:gd name="T36" fmla="*/ 2207 w 3738"/>
                <a:gd name="T37" fmla="*/ 833 h 5256"/>
                <a:gd name="T38" fmla="*/ 1887 w 3738"/>
                <a:gd name="T39" fmla="*/ 695 h 5256"/>
                <a:gd name="T40" fmla="*/ 1795 w 3738"/>
                <a:gd name="T41" fmla="*/ 412 h 5256"/>
                <a:gd name="T42" fmla="*/ 1896 w 3738"/>
                <a:gd name="T43" fmla="*/ 155 h 5256"/>
                <a:gd name="T44" fmla="*/ 1968 w 3738"/>
                <a:gd name="T45" fmla="*/ 64 h 5256"/>
                <a:gd name="T46" fmla="*/ 1968 w 3738"/>
                <a:gd name="T47" fmla="*/ 0 h 5256"/>
                <a:gd name="T48" fmla="*/ 1639 w 3738"/>
                <a:gd name="T49" fmla="*/ 0 h 5256"/>
                <a:gd name="T50" fmla="*/ 1236 w 3738"/>
                <a:gd name="T51" fmla="*/ 980 h 5256"/>
                <a:gd name="T52" fmla="*/ 1145 w 3738"/>
                <a:gd name="T53" fmla="*/ 980 h 5256"/>
                <a:gd name="T54" fmla="*/ 55 w 3738"/>
                <a:gd name="T55" fmla="*/ 2481 h 5256"/>
                <a:gd name="T56" fmla="*/ 1145 w 3738"/>
                <a:gd name="T57" fmla="*/ 4358 h 5256"/>
                <a:gd name="T58" fmla="*/ 1740 w 3738"/>
                <a:gd name="T59" fmla="*/ 4358 h 5256"/>
                <a:gd name="T60" fmla="*/ 2738 w 3738"/>
                <a:gd name="T61" fmla="*/ 5255 h 5256"/>
                <a:gd name="T62" fmla="*/ 2812 w 3738"/>
                <a:gd name="T63" fmla="*/ 5255 h 5256"/>
                <a:gd name="T64" fmla="*/ 2812 w 3738"/>
                <a:gd name="T65" fmla="*/ 4193 h 5256"/>
                <a:gd name="T66" fmla="*/ 3141 w 3738"/>
                <a:gd name="T67" fmla="*/ 4193 h 5256"/>
                <a:gd name="T68" fmla="*/ 3150 w 3738"/>
                <a:gd name="T69" fmla="*/ 4193 h 5256"/>
                <a:gd name="T70" fmla="*/ 3333 w 3738"/>
                <a:gd name="T71" fmla="*/ 4294 h 5256"/>
                <a:gd name="T72" fmla="*/ 3479 w 3738"/>
                <a:gd name="T73" fmla="*/ 4358 h 5256"/>
                <a:gd name="T74" fmla="*/ 3663 w 3738"/>
                <a:gd name="T75" fmla="*/ 4303 h 5256"/>
                <a:gd name="T76" fmla="*/ 3737 w 3738"/>
                <a:gd name="T77" fmla="*/ 4111 h 5256"/>
                <a:gd name="T78" fmla="*/ 3663 w 3738"/>
                <a:gd name="T79" fmla="*/ 3910 h 5256"/>
                <a:gd name="T80" fmla="*/ 3479 w 3738"/>
                <a:gd name="T81" fmla="*/ 3854 h 5256"/>
                <a:gd name="T82" fmla="*/ 3333 w 3738"/>
                <a:gd name="T83" fmla="*/ 3919 h 5256"/>
                <a:gd name="T84" fmla="*/ 3150 w 3738"/>
                <a:gd name="T85" fmla="*/ 4001 h 5256"/>
                <a:gd name="T86" fmla="*/ 2812 w 3738"/>
                <a:gd name="T87" fmla="*/ 4001 h 5256"/>
                <a:gd name="T88" fmla="*/ 2812 w 3738"/>
                <a:gd name="T89" fmla="*/ 1437 h 5256"/>
                <a:gd name="T90" fmla="*/ 3141 w 3738"/>
                <a:gd name="T91" fmla="*/ 1437 h 5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8" h="5256">
                  <a:moveTo>
                    <a:pt x="3141" y="1437"/>
                  </a:moveTo>
                  <a:lnTo>
                    <a:pt x="3141" y="1437"/>
                  </a:lnTo>
                  <a:lnTo>
                    <a:pt x="3150" y="1437"/>
                  </a:lnTo>
                  <a:cubicBezTo>
                    <a:pt x="3233" y="1446"/>
                    <a:pt x="3288" y="1502"/>
                    <a:pt x="3333" y="1538"/>
                  </a:cubicBezTo>
                  <a:cubicBezTo>
                    <a:pt x="3379" y="1584"/>
                    <a:pt x="3424" y="1611"/>
                    <a:pt x="3479" y="1611"/>
                  </a:cubicBezTo>
                  <a:cubicBezTo>
                    <a:pt x="3553" y="1611"/>
                    <a:pt x="3617" y="1593"/>
                    <a:pt x="3663" y="1556"/>
                  </a:cubicBezTo>
                  <a:cubicBezTo>
                    <a:pt x="3700" y="1520"/>
                    <a:pt x="3737" y="1465"/>
                    <a:pt x="3737" y="1355"/>
                  </a:cubicBezTo>
                  <a:cubicBezTo>
                    <a:pt x="3737" y="1254"/>
                    <a:pt x="3709" y="1199"/>
                    <a:pt x="3663" y="1162"/>
                  </a:cubicBezTo>
                  <a:cubicBezTo>
                    <a:pt x="3617" y="1126"/>
                    <a:pt x="3553" y="1108"/>
                    <a:pt x="3479" y="1108"/>
                  </a:cubicBezTo>
                  <a:cubicBezTo>
                    <a:pt x="3424" y="1108"/>
                    <a:pt x="3379" y="1135"/>
                    <a:pt x="3333" y="1172"/>
                  </a:cubicBezTo>
                  <a:cubicBezTo>
                    <a:pt x="3288" y="1199"/>
                    <a:pt x="3233" y="1254"/>
                    <a:pt x="3150" y="1254"/>
                  </a:cubicBezTo>
                  <a:cubicBezTo>
                    <a:pt x="2812" y="1254"/>
                    <a:pt x="2812" y="1254"/>
                    <a:pt x="2812" y="1254"/>
                  </a:cubicBezTo>
                  <a:cubicBezTo>
                    <a:pt x="2812" y="0"/>
                    <a:pt x="2812" y="0"/>
                    <a:pt x="2812" y="0"/>
                  </a:cubicBezTo>
                  <a:cubicBezTo>
                    <a:pt x="2481" y="0"/>
                    <a:pt x="2481" y="0"/>
                    <a:pt x="2481" y="0"/>
                  </a:cubicBezTo>
                  <a:cubicBezTo>
                    <a:pt x="2481" y="82"/>
                    <a:pt x="2481" y="82"/>
                    <a:pt x="2481" y="82"/>
                  </a:cubicBezTo>
                  <a:cubicBezTo>
                    <a:pt x="2481" y="91"/>
                    <a:pt x="2481" y="101"/>
                    <a:pt x="2537" y="165"/>
                  </a:cubicBezTo>
                  <a:cubicBezTo>
                    <a:pt x="2573" y="219"/>
                    <a:pt x="2628" y="302"/>
                    <a:pt x="2628" y="412"/>
                  </a:cubicBezTo>
                  <a:cubicBezTo>
                    <a:pt x="2628" y="504"/>
                    <a:pt x="2610" y="604"/>
                    <a:pt x="2537" y="695"/>
                  </a:cubicBezTo>
                  <a:cubicBezTo>
                    <a:pt x="2472" y="778"/>
                    <a:pt x="2345" y="833"/>
                    <a:pt x="2207" y="833"/>
                  </a:cubicBezTo>
                  <a:cubicBezTo>
                    <a:pt x="2070" y="823"/>
                    <a:pt x="1950" y="769"/>
                    <a:pt x="1887" y="695"/>
                  </a:cubicBezTo>
                  <a:cubicBezTo>
                    <a:pt x="1823" y="604"/>
                    <a:pt x="1795" y="504"/>
                    <a:pt x="1795" y="412"/>
                  </a:cubicBezTo>
                  <a:cubicBezTo>
                    <a:pt x="1795" y="302"/>
                    <a:pt x="1859" y="210"/>
                    <a:pt x="1896" y="155"/>
                  </a:cubicBezTo>
                  <a:cubicBezTo>
                    <a:pt x="1950" y="91"/>
                    <a:pt x="1959" y="82"/>
                    <a:pt x="1968" y="64"/>
                  </a:cubicBezTo>
                  <a:cubicBezTo>
                    <a:pt x="1968" y="0"/>
                    <a:pt x="1968" y="0"/>
                    <a:pt x="1968" y="0"/>
                  </a:cubicBezTo>
                  <a:cubicBezTo>
                    <a:pt x="1639" y="0"/>
                    <a:pt x="1639" y="0"/>
                    <a:pt x="1639" y="0"/>
                  </a:cubicBezTo>
                  <a:cubicBezTo>
                    <a:pt x="1474" y="347"/>
                    <a:pt x="1347" y="695"/>
                    <a:pt x="1236" y="980"/>
                  </a:cubicBezTo>
                  <a:cubicBezTo>
                    <a:pt x="1145" y="980"/>
                    <a:pt x="1145" y="980"/>
                    <a:pt x="1145" y="980"/>
                  </a:cubicBezTo>
                  <a:cubicBezTo>
                    <a:pt x="0" y="1099"/>
                    <a:pt x="55" y="1904"/>
                    <a:pt x="55" y="2481"/>
                  </a:cubicBezTo>
                  <a:cubicBezTo>
                    <a:pt x="18" y="3387"/>
                    <a:pt x="476" y="4358"/>
                    <a:pt x="1145" y="4358"/>
                  </a:cubicBezTo>
                  <a:cubicBezTo>
                    <a:pt x="1740" y="4358"/>
                    <a:pt x="1740" y="4358"/>
                    <a:pt x="1740" y="4358"/>
                  </a:cubicBezTo>
                  <a:cubicBezTo>
                    <a:pt x="2005" y="4705"/>
                    <a:pt x="2345" y="4999"/>
                    <a:pt x="2738" y="5255"/>
                  </a:cubicBezTo>
                  <a:cubicBezTo>
                    <a:pt x="2812" y="5255"/>
                    <a:pt x="2812" y="5255"/>
                    <a:pt x="2812" y="5255"/>
                  </a:cubicBezTo>
                  <a:cubicBezTo>
                    <a:pt x="2812" y="4193"/>
                    <a:pt x="2812" y="4193"/>
                    <a:pt x="2812" y="4193"/>
                  </a:cubicBezTo>
                  <a:cubicBezTo>
                    <a:pt x="3141" y="4193"/>
                    <a:pt x="3141" y="4193"/>
                    <a:pt x="3141" y="4193"/>
                  </a:cubicBezTo>
                  <a:lnTo>
                    <a:pt x="3150" y="4193"/>
                  </a:lnTo>
                  <a:cubicBezTo>
                    <a:pt x="3233" y="4202"/>
                    <a:pt x="3288" y="4257"/>
                    <a:pt x="3333" y="4294"/>
                  </a:cubicBezTo>
                  <a:cubicBezTo>
                    <a:pt x="3379" y="4330"/>
                    <a:pt x="3424" y="4358"/>
                    <a:pt x="3479" y="4358"/>
                  </a:cubicBezTo>
                  <a:cubicBezTo>
                    <a:pt x="3553" y="4358"/>
                    <a:pt x="3617" y="4340"/>
                    <a:pt x="3663" y="4303"/>
                  </a:cubicBezTo>
                  <a:cubicBezTo>
                    <a:pt x="3700" y="4266"/>
                    <a:pt x="3737" y="4211"/>
                    <a:pt x="3737" y="4111"/>
                  </a:cubicBezTo>
                  <a:cubicBezTo>
                    <a:pt x="3737" y="4001"/>
                    <a:pt x="3709" y="3946"/>
                    <a:pt x="3663" y="3910"/>
                  </a:cubicBezTo>
                  <a:cubicBezTo>
                    <a:pt x="3617" y="3873"/>
                    <a:pt x="3553" y="3854"/>
                    <a:pt x="3479" y="3854"/>
                  </a:cubicBezTo>
                  <a:cubicBezTo>
                    <a:pt x="3424" y="3854"/>
                    <a:pt x="3379" y="3882"/>
                    <a:pt x="3333" y="3919"/>
                  </a:cubicBezTo>
                  <a:cubicBezTo>
                    <a:pt x="3288" y="3955"/>
                    <a:pt x="3233" y="4001"/>
                    <a:pt x="3150" y="4001"/>
                  </a:cubicBezTo>
                  <a:cubicBezTo>
                    <a:pt x="2812" y="4001"/>
                    <a:pt x="2812" y="4001"/>
                    <a:pt x="2812" y="4001"/>
                  </a:cubicBezTo>
                  <a:cubicBezTo>
                    <a:pt x="2812" y="1437"/>
                    <a:pt x="2812" y="1437"/>
                    <a:pt x="2812" y="1437"/>
                  </a:cubicBezTo>
                  <a:lnTo>
                    <a:pt x="3141" y="1437"/>
                  </a:ln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3" name="Freeform 5"/>
            <p:cNvSpPr>
              <a:spLocks noChangeArrowheads="1"/>
            </p:cNvSpPr>
            <p:nvPr/>
          </p:nvSpPr>
          <p:spPr bwMode="auto">
            <a:xfrm>
              <a:off x="3631784" y="5670021"/>
              <a:ext cx="2867336" cy="2674937"/>
            </a:xfrm>
            <a:custGeom>
              <a:avLst/>
              <a:gdLst>
                <a:gd name="T0" fmla="*/ 4707 w 4781"/>
                <a:gd name="T1" fmla="*/ 2032 h 4460"/>
                <a:gd name="T2" fmla="*/ 4707 w 4781"/>
                <a:gd name="T3" fmla="*/ 2032 h 4460"/>
                <a:gd name="T4" fmla="*/ 4524 w 4781"/>
                <a:gd name="T5" fmla="*/ 1978 h 4460"/>
                <a:gd name="T6" fmla="*/ 4377 w 4781"/>
                <a:gd name="T7" fmla="*/ 2042 h 4460"/>
                <a:gd name="T8" fmla="*/ 4194 w 4781"/>
                <a:gd name="T9" fmla="*/ 2124 h 4460"/>
                <a:gd name="T10" fmla="*/ 3883 w 4781"/>
                <a:gd name="T11" fmla="*/ 2124 h 4460"/>
                <a:gd name="T12" fmla="*/ 3883 w 4781"/>
                <a:gd name="T13" fmla="*/ 870 h 4460"/>
                <a:gd name="T14" fmla="*/ 1585 w 4781"/>
                <a:gd name="T15" fmla="*/ 870 h 4460"/>
                <a:gd name="T16" fmla="*/ 1585 w 4781"/>
                <a:gd name="T17" fmla="*/ 586 h 4460"/>
                <a:gd name="T18" fmla="*/ 1677 w 4781"/>
                <a:gd name="T19" fmla="*/ 403 h 4460"/>
                <a:gd name="T20" fmla="*/ 1731 w 4781"/>
                <a:gd name="T21" fmla="*/ 256 h 4460"/>
                <a:gd name="T22" fmla="*/ 1686 w 4781"/>
                <a:gd name="T23" fmla="*/ 73 h 4460"/>
                <a:gd name="T24" fmla="*/ 1484 w 4781"/>
                <a:gd name="T25" fmla="*/ 0 h 4460"/>
                <a:gd name="T26" fmla="*/ 1291 w 4781"/>
                <a:gd name="T27" fmla="*/ 82 h 4460"/>
                <a:gd name="T28" fmla="*/ 1237 w 4781"/>
                <a:gd name="T29" fmla="*/ 256 h 4460"/>
                <a:gd name="T30" fmla="*/ 1301 w 4781"/>
                <a:gd name="T31" fmla="*/ 412 h 4460"/>
                <a:gd name="T32" fmla="*/ 1401 w 4781"/>
                <a:gd name="T33" fmla="*/ 586 h 4460"/>
                <a:gd name="T34" fmla="*/ 1401 w 4781"/>
                <a:gd name="T35" fmla="*/ 595 h 4460"/>
                <a:gd name="T36" fmla="*/ 1401 w 4781"/>
                <a:gd name="T37" fmla="*/ 870 h 4460"/>
                <a:gd name="T38" fmla="*/ 0 w 4781"/>
                <a:gd name="T39" fmla="*/ 870 h 4460"/>
                <a:gd name="T40" fmla="*/ 0 w 4781"/>
                <a:gd name="T41" fmla="*/ 1960 h 4460"/>
                <a:gd name="T42" fmla="*/ 92 w 4781"/>
                <a:gd name="T43" fmla="*/ 1960 h 4460"/>
                <a:gd name="T44" fmla="*/ 175 w 4781"/>
                <a:gd name="T45" fmla="*/ 1905 h 4460"/>
                <a:gd name="T46" fmla="*/ 421 w 4781"/>
                <a:gd name="T47" fmla="*/ 1813 h 4460"/>
                <a:gd name="T48" fmla="*/ 706 w 4781"/>
                <a:gd name="T49" fmla="*/ 1905 h 4460"/>
                <a:gd name="T50" fmla="*/ 843 w 4781"/>
                <a:gd name="T51" fmla="*/ 2234 h 4460"/>
                <a:gd name="T52" fmla="*/ 706 w 4781"/>
                <a:gd name="T53" fmla="*/ 2554 h 4460"/>
                <a:gd name="T54" fmla="*/ 421 w 4781"/>
                <a:gd name="T55" fmla="*/ 2646 h 4460"/>
                <a:gd name="T56" fmla="*/ 175 w 4781"/>
                <a:gd name="T57" fmla="*/ 2536 h 4460"/>
                <a:gd name="T58" fmla="*/ 74 w 4781"/>
                <a:gd name="T59" fmla="*/ 2472 h 4460"/>
                <a:gd name="T60" fmla="*/ 0 w 4781"/>
                <a:gd name="T61" fmla="*/ 2472 h 4460"/>
                <a:gd name="T62" fmla="*/ 0 w 4781"/>
                <a:gd name="T63" fmla="*/ 3589 h 4460"/>
                <a:gd name="T64" fmla="*/ 1942 w 4781"/>
                <a:gd name="T65" fmla="*/ 3589 h 4460"/>
                <a:gd name="T66" fmla="*/ 1942 w 4781"/>
                <a:gd name="T67" fmla="*/ 3864 h 4460"/>
                <a:gd name="T68" fmla="*/ 1942 w 4781"/>
                <a:gd name="T69" fmla="*/ 3864 h 4460"/>
                <a:gd name="T70" fmla="*/ 1841 w 4781"/>
                <a:gd name="T71" fmla="*/ 4047 h 4460"/>
                <a:gd name="T72" fmla="*/ 1777 w 4781"/>
                <a:gd name="T73" fmla="*/ 4202 h 4460"/>
                <a:gd name="T74" fmla="*/ 1831 w 4781"/>
                <a:gd name="T75" fmla="*/ 4377 h 4460"/>
                <a:gd name="T76" fmla="*/ 2033 w 4781"/>
                <a:gd name="T77" fmla="*/ 4459 h 4460"/>
                <a:gd name="T78" fmla="*/ 2226 w 4781"/>
                <a:gd name="T79" fmla="*/ 4377 h 4460"/>
                <a:gd name="T80" fmla="*/ 2280 w 4781"/>
                <a:gd name="T81" fmla="*/ 4202 h 4460"/>
                <a:gd name="T82" fmla="*/ 2217 w 4781"/>
                <a:gd name="T83" fmla="*/ 4047 h 4460"/>
                <a:gd name="T84" fmla="*/ 2134 w 4781"/>
                <a:gd name="T85" fmla="*/ 3873 h 4460"/>
                <a:gd name="T86" fmla="*/ 2134 w 4781"/>
                <a:gd name="T87" fmla="*/ 3589 h 4460"/>
                <a:gd name="T88" fmla="*/ 3883 w 4781"/>
                <a:gd name="T89" fmla="*/ 3589 h 4460"/>
                <a:gd name="T90" fmla="*/ 3883 w 4781"/>
                <a:gd name="T91" fmla="*/ 2307 h 4460"/>
                <a:gd name="T92" fmla="*/ 4185 w 4781"/>
                <a:gd name="T93" fmla="*/ 2307 h 4460"/>
                <a:gd name="T94" fmla="*/ 4194 w 4781"/>
                <a:gd name="T95" fmla="*/ 2307 h 4460"/>
                <a:gd name="T96" fmla="*/ 4377 w 4781"/>
                <a:gd name="T97" fmla="*/ 2408 h 4460"/>
                <a:gd name="T98" fmla="*/ 4524 w 4781"/>
                <a:gd name="T99" fmla="*/ 2481 h 4460"/>
                <a:gd name="T100" fmla="*/ 4698 w 4781"/>
                <a:gd name="T101" fmla="*/ 2426 h 4460"/>
                <a:gd name="T102" fmla="*/ 4780 w 4781"/>
                <a:gd name="T103" fmla="*/ 2225 h 4460"/>
                <a:gd name="T104" fmla="*/ 4707 w 4781"/>
                <a:gd name="T105" fmla="*/ 2032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81" h="4460">
                  <a:moveTo>
                    <a:pt x="4707" y="2032"/>
                  </a:moveTo>
                  <a:lnTo>
                    <a:pt x="4707" y="2032"/>
                  </a:lnTo>
                  <a:cubicBezTo>
                    <a:pt x="4661" y="1996"/>
                    <a:pt x="4598" y="1978"/>
                    <a:pt x="4524" y="1978"/>
                  </a:cubicBezTo>
                  <a:cubicBezTo>
                    <a:pt x="4469" y="1978"/>
                    <a:pt x="4423" y="2005"/>
                    <a:pt x="4377" y="2042"/>
                  </a:cubicBezTo>
                  <a:cubicBezTo>
                    <a:pt x="4322" y="2069"/>
                    <a:pt x="4276" y="2124"/>
                    <a:pt x="4194" y="2124"/>
                  </a:cubicBezTo>
                  <a:cubicBezTo>
                    <a:pt x="3883" y="2124"/>
                    <a:pt x="3883" y="2124"/>
                    <a:pt x="3883" y="2124"/>
                  </a:cubicBezTo>
                  <a:cubicBezTo>
                    <a:pt x="3883" y="870"/>
                    <a:pt x="3883" y="870"/>
                    <a:pt x="3883" y="870"/>
                  </a:cubicBezTo>
                  <a:cubicBezTo>
                    <a:pt x="1585" y="870"/>
                    <a:pt x="1585" y="870"/>
                    <a:pt x="1585" y="870"/>
                  </a:cubicBezTo>
                  <a:cubicBezTo>
                    <a:pt x="1585" y="586"/>
                    <a:pt x="1585" y="586"/>
                    <a:pt x="1585" y="586"/>
                  </a:cubicBezTo>
                  <a:cubicBezTo>
                    <a:pt x="1585" y="504"/>
                    <a:pt x="1640" y="458"/>
                    <a:pt x="1677" y="403"/>
                  </a:cubicBezTo>
                  <a:cubicBezTo>
                    <a:pt x="1713" y="357"/>
                    <a:pt x="1731" y="320"/>
                    <a:pt x="1731" y="256"/>
                  </a:cubicBezTo>
                  <a:cubicBezTo>
                    <a:pt x="1731" y="192"/>
                    <a:pt x="1722" y="119"/>
                    <a:pt x="1686" y="73"/>
                  </a:cubicBezTo>
                  <a:cubicBezTo>
                    <a:pt x="1649" y="28"/>
                    <a:pt x="1594" y="0"/>
                    <a:pt x="1484" y="0"/>
                  </a:cubicBezTo>
                  <a:cubicBezTo>
                    <a:pt x="1383" y="9"/>
                    <a:pt x="1319" y="37"/>
                    <a:pt x="1291" y="82"/>
                  </a:cubicBezTo>
                  <a:cubicBezTo>
                    <a:pt x="1255" y="119"/>
                    <a:pt x="1237" y="183"/>
                    <a:pt x="1237" y="256"/>
                  </a:cubicBezTo>
                  <a:cubicBezTo>
                    <a:pt x="1237" y="320"/>
                    <a:pt x="1264" y="357"/>
                    <a:pt x="1301" y="412"/>
                  </a:cubicBezTo>
                  <a:cubicBezTo>
                    <a:pt x="1337" y="458"/>
                    <a:pt x="1392" y="504"/>
                    <a:pt x="1401" y="586"/>
                  </a:cubicBezTo>
                  <a:cubicBezTo>
                    <a:pt x="1401" y="595"/>
                    <a:pt x="1401" y="595"/>
                    <a:pt x="1401" y="595"/>
                  </a:cubicBezTo>
                  <a:cubicBezTo>
                    <a:pt x="1401" y="870"/>
                    <a:pt x="1401" y="870"/>
                    <a:pt x="1401" y="870"/>
                  </a:cubicBezTo>
                  <a:cubicBezTo>
                    <a:pt x="0" y="870"/>
                    <a:pt x="0" y="870"/>
                    <a:pt x="0" y="870"/>
                  </a:cubicBezTo>
                  <a:cubicBezTo>
                    <a:pt x="0" y="1960"/>
                    <a:pt x="0" y="1960"/>
                    <a:pt x="0" y="1960"/>
                  </a:cubicBezTo>
                  <a:cubicBezTo>
                    <a:pt x="92" y="1960"/>
                    <a:pt x="92" y="1960"/>
                    <a:pt x="92" y="1960"/>
                  </a:cubicBezTo>
                  <a:cubicBezTo>
                    <a:pt x="111" y="1960"/>
                    <a:pt x="111" y="1950"/>
                    <a:pt x="175" y="1905"/>
                  </a:cubicBezTo>
                  <a:cubicBezTo>
                    <a:pt x="230" y="1868"/>
                    <a:pt x="321" y="1813"/>
                    <a:pt x="421" y="1813"/>
                  </a:cubicBezTo>
                  <a:cubicBezTo>
                    <a:pt x="522" y="1813"/>
                    <a:pt x="623" y="1831"/>
                    <a:pt x="706" y="1905"/>
                  </a:cubicBezTo>
                  <a:cubicBezTo>
                    <a:pt x="788" y="1969"/>
                    <a:pt x="843" y="2096"/>
                    <a:pt x="843" y="2234"/>
                  </a:cubicBezTo>
                  <a:cubicBezTo>
                    <a:pt x="843" y="2372"/>
                    <a:pt x="788" y="2490"/>
                    <a:pt x="706" y="2554"/>
                  </a:cubicBezTo>
                  <a:cubicBezTo>
                    <a:pt x="623" y="2618"/>
                    <a:pt x="522" y="2646"/>
                    <a:pt x="421" y="2646"/>
                  </a:cubicBezTo>
                  <a:cubicBezTo>
                    <a:pt x="312" y="2646"/>
                    <a:pt x="230" y="2582"/>
                    <a:pt x="175" y="2536"/>
                  </a:cubicBezTo>
                  <a:cubicBezTo>
                    <a:pt x="111" y="2490"/>
                    <a:pt x="92" y="2481"/>
                    <a:pt x="74" y="2472"/>
                  </a:cubicBezTo>
                  <a:cubicBezTo>
                    <a:pt x="0" y="2472"/>
                    <a:pt x="0" y="2472"/>
                    <a:pt x="0" y="2472"/>
                  </a:cubicBezTo>
                  <a:cubicBezTo>
                    <a:pt x="0" y="3589"/>
                    <a:pt x="0" y="3589"/>
                    <a:pt x="0" y="3589"/>
                  </a:cubicBezTo>
                  <a:cubicBezTo>
                    <a:pt x="1942" y="3589"/>
                    <a:pt x="1942" y="3589"/>
                    <a:pt x="1942" y="3589"/>
                  </a:cubicBezTo>
                  <a:cubicBezTo>
                    <a:pt x="1942" y="3864"/>
                    <a:pt x="1942" y="3864"/>
                    <a:pt x="1942" y="3864"/>
                  </a:cubicBezTo>
                  <a:lnTo>
                    <a:pt x="1942" y="3864"/>
                  </a:lnTo>
                  <a:cubicBezTo>
                    <a:pt x="1932" y="3946"/>
                    <a:pt x="1887" y="4001"/>
                    <a:pt x="1841" y="4047"/>
                  </a:cubicBezTo>
                  <a:cubicBezTo>
                    <a:pt x="1804" y="4101"/>
                    <a:pt x="1777" y="4138"/>
                    <a:pt x="1777" y="4202"/>
                  </a:cubicBezTo>
                  <a:cubicBezTo>
                    <a:pt x="1777" y="4267"/>
                    <a:pt x="1795" y="4331"/>
                    <a:pt x="1831" y="4377"/>
                  </a:cubicBezTo>
                  <a:cubicBezTo>
                    <a:pt x="1868" y="4423"/>
                    <a:pt x="1923" y="4450"/>
                    <a:pt x="2033" y="4459"/>
                  </a:cubicBezTo>
                  <a:cubicBezTo>
                    <a:pt x="2134" y="4459"/>
                    <a:pt x="2189" y="4423"/>
                    <a:pt x="2226" y="4377"/>
                  </a:cubicBezTo>
                  <a:cubicBezTo>
                    <a:pt x="2262" y="4340"/>
                    <a:pt x="2280" y="4267"/>
                    <a:pt x="2280" y="4202"/>
                  </a:cubicBezTo>
                  <a:cubicBezTo>
                    <a:pt x="2280" y="4138"/>
                    <a:pt x="2253" y="4101"/>
                    <a:pt x="2217" y="4047"/>
                  </a:cubicBezTo>
                  <a:cubicBezTo>
                    <a:pt x="2180" y="4001"/>
                    <a:pt x="2134" y="3956"/>
                    <a:pt x="2134" y="3873"/>
                  </a:cubicBezTo>
                  <a:cubicBezTo>
                    <a:pt x="2134" y="3589"/>
                    <a:pt x="2134" y="3589"/>
                    <a:pt x="2134" y="3589"/>
                  </a:cubicBezTo>
                  <a:cubicBezTo>
                    <a:pt x="3883" y="3589"/>
                    <a:pt x="3883" y="3589"/>
                    <a:pt x="3883" y="3589"/>
                  </a:cubicBezTo>
                  <a:cubicBezTo>
                    <a:pt x="3883" y="2307"/>
                    <a:pt x="3883" y="2307"/>
                    <a:pt x="3883" y="2307"/>
                  </a:cubicBezTo>
                  <a:cubicBezTo>
                    <a:pt x="4185" y="2307"/>
                    <a:pt x="4185" y="2307"/>
                    <a:pt x="4185" y="2307"/>
                  </a:cubicBezTo>
                  <a:lnTo>
                    <a:pt x="4194" y="2307"/>
                  </a:lnTo>
                  <a:cubicBezTo>
                    <a:pt x="4276" y="2316"/>
                    <a:pt x="4322" y="2372"/>
                    <a:pt x="4377" y="2408"/>
                  </a:cubicBezTo>
                  <a:cubicBezTo>
                    <a:pt x="4423" y="2454"/>
                    <a:pt x="4469" y="2481"/>
                    <a:pt x="4524" y="2481"/>
                  </a:cubicBezTo>
                  <a:cubicBezTo>
                    <a:pt x="4598" y="2481"/>
                    <a:pt x="4661" y="2463"/>
                    <a:pt x="4698" y="2426"/>
                  </a:cubicBezTo>
                  <a:cubicBezTo>
                    <a:pt x="4743" y="2390"/>
                    <a:pt x="4780" y="2335"/>
                    <a:pt x="4780" y="2225"/>
                  </a:cubicBezTo>
                  <a:cubicBezTo>
                    <a:pt x="4780" y="2124"/>
                    <a:pt x="4752" y="2069"/>
                    <a:pt x="4707" y="2032"/>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4" name="Freeform 6"/>
            <p:cNvSpPr>
              <a:spLocks noChangeArrowheads="1"/>
            </p:cNvSpPr>
            <p:nvPr/>
          </p:nvSpPr>
          <p:spPr bwMode="auto">
            <a:xfrm>
              <a:off x="6102349" y="5670021"/>
              <a:ext cx="1785472" cy="2674937"/>
            </a:xfrm>
            <a:custGeom>
              <a:avLst/>
              <a:gdLst>
                <a:gd name="T0" fmla="*/ 686 w 2977"/>
                <a:gd name="T1" fmla="*/ 586 h 4460"/>
                <a:gd name="T2" fmla="*/ 686 w 2977"/>
                <a:gd name="T3" fmla="*/ 586 h 4460"/>
                <a:gd name="T4" fmla="*/ 769 w 2977"/>
                <a:gd name="T5" fmla="*/ 403 h 4460"/>
                <a:gd name="T6" fmla="*/ 833 w 2977"/>
                <a:gd name="T7" fmla="*/ 256 h 4460"/>
                <a:gd name="T8" fmla="*/ 778 w 2977"/>
                <a:gd name="T9" fmla="*/ 73 h 4460"/>
                <a:gd name="T10" fmla="*/ 577 w 2977"/>
                <a:gd name="T11" fmla="*/ 0 h 4460"/>
                <a:gd name="T12" fmla="*/ 385 w 2977"/>
                <a:gd name="T13" fmla="*/ 82 h 4460"/>
                <a:gd name="T14" fmla="*/ 330 w 2977"/>
                <a:gd name="T15" fmla="*/ 256 h 4460"/>
                <a:gd name="T16" fmla="*/ 394 w 2977"/>
                <a:gd name="T17" fmla="*/ 412 h 4460"/>
                <a:gd name="T18" fmla="*/ 495 w 2977"/>
                <a:gd name="T19" fmla="*/ 586 h 4460"/>
                <a:gd name="T20" fmla="*/ 495 w 2977"/>
                <a:gd name="T21" fmla="*/ 595 h 4460"/>
                <a:gd name="T22" fmla="*/ 495 w 2977"/>
                <a:gd name="T23" fmla="*/ 870 h 4460"/>
                <a:gd name="T24" fmla="*/ 0 w 2977"/>
                <a:gd name="T25" fmla="*/ 870 h 4460"/>
                <a:gd name="T26" fmla="*/ 0 w 2977"/>
                <a:gd name="T27" fmla="*/ 1960 h 4460"/>
                <a:gd name="T28" fmla="*/ 73 w 2977"/>
                <a:gd name="T29" fmla="*/ 1960 h 4460"/>
                <a:gd name="T30" fmla="*/ 155 w 2977"/>
                <a:gd name="T31" fmla="*/ 1905 h 4460"/>
                <a:gd name="T32" fmla="*/ 403 w 2977"/>
                <a:gd name="T33" fmla="*/ 1813 h 4460"/>
                <a:gd name="T34" fmla="*/ 686 w 2977"/>
                <a:gd name="T35" fmla="*/ 1905 h 4460"/>
                <a:gd name="T36" fmla="*/ 824 w 2977"/>
                <a:gd name="T37" fmla="*/ 2234 h 4460"/>
                <a:gd name="T38" fmla="*/ 686 w 2977"/>
                <a:gd name="T39" fmla="*/ 2554 h 4460"/>
                <a:gd name="T40" fmla="*/ 403 w 2977"/>
                <a:gd name="T41" fmla="*/ 2646 h 4460"/>
                <a:gd name="T42" fmla="*/ 155 w 2977"/>
                <a:gd name="T43" fmla="*/ 2536 h 4460"/>
                <a:gd name="T44" fmla="*/ 55 w 2977"/>
                <a:gd name="T45" fmla="*/ 2472 h 4460"/>
                <a:gd name="T46" fmla="*/ 0 w 2977"/>
                <a:gd name="T47" fmla="*/ 2472 h 4460"/>
                <a:gd name="T48" fmla="*/ 0 w 2977"/>
                <a:gd name="T49" fmla="*/ 3589 h 4460"/>
                <a:gd name="T50" fmla="*/ 1044 w 2977"/>
                <a:gd name="T51" fmla="*/ 3589 h 4460"/>
                <a:gd name="T52" fmla="*/ 1044 w 2977"/>
                <a:gd name="T53" fmla="*/ 3864 h 4460"/>
                <a:gd name="T54" fmla="*/ 1044 w 2977"/>
                <a:gd name="T55" fmla="*/ 3864 h 4460"/>
                <a:gd name="T56" fmla="*/ 943 w 2977"/>
                <a:gd name="T57" fmla="*/ 4047 h 4460"/>
                <a:gd name="T58" fmla="*/ 870 w 2977"/>
                <a:gd name="T59" fmla="*/ 4202 h 4460"/>
                <a:gd name="T60" fmla="*/ 925 w 2977"/>
                <a:gd name="T61" fmla="*/ 4377 h 4460"/>
                <a:gd name="T62" fmla="*/ 1126 w 2977"/>
                <a:gd name="T63" fmla="*/ 4459 h 4460"/>
                <a:gd name="T64" fmla="*/ 1319 w 2977"/>
                <a:gd name="T65" fmla="*/ 4377 h 4460"/>
                <a:gd name="T66" fmla="*/ 1373 w 2977"/>
                <a:gd name="T67" fmla="*/ 4202 h 4460"/>
                <a:gd name="T68" fmla="*/ 1309 w 2977"/>
                <a:gd name="T69" fmla="*/ 4047 h 4460"/>
                <a:gd name="T70" fmla="*/ 1227 w 2977"/>
                <a:gd name="T71" fmla="*/ 3873 h 4460"/>
                <a:gd name="T72" fmla="*/ 1227 w 2977"/>
                <a:gd name="T73" fmla="*/ 3589 h 4460"/>
                <a:gd name="T74" fmla="*/ 2976 w 2977"/>
                <a:gd name="T75" fmla="*/ 3589 h 4460"/>
                <a:gd name="T76" fmla="*/ 2976 w 2977"/>
                <a:gd name="T77" fmla="*/ 2472 h 4460"/>
                <a:gd name="T78" fmla="*/ 2940 w 2977"/>
                <a:gd name="T79" fmla="*/ 2472 h 4460"/>
                <a:gd name="T80" fmla="*/ 2848 w 2977"/>
                <a:gd name="T81" fmla="*/ 2536 h 4460"/>
                <a:gd name="T82" fmla="*/ 2600 w 2977"/>
                <a:gd name="T83" fmla="*/ 2646 h 4460"/>
                <a:gd name="T84" fmla="*/ 2317 w 2977"/>
                <a:gd name="T85" fmla="*/ 2554 h 4460"/>
                <a:gd name="T86" fmla="*/ 2179 w 2977"/>
                <a:gd name="T87" fmla="*/ 2234 h 4460"/>
                <a:gd name="T88" fmla="*/ 2317 w 2977"/>
                <a:gd name="T89" fmla="*/ 1905 h 4460"/>
                <a:gd name="T90" fmla="*/ 2600 w 2977"/>
                <a:gd name="T91" fmla="*/ 1813 h 4460"/>
                <a:gd name="T92" fmla="*/ 2838 w 2977"/>
                <a:gd name="T93" fmla="*/ 1905 h 4460"/>
                <a:gd name="T94" fmla="*/ 2921 w 2977"/>
                <a:gd name="T95" fmla="*/ 1960 h 4460"/>
                <a:gd name="T96" fmla="*/ 2976 w 2977"/>
                <a:gd name="T97" fmla="*/ 1960 h 4460"/>
                <a:gd name="T98" fmla="*/ 2976 w 2977"/>
                <a:gd name="T99" fmla="*/ 870 h 4460"/>
                <a:gd name="T100" fmla="*/ 686 w 2977"/>
                <a:gd name="T101" fmla="*/ 870 h 4460"/>
                <a:gd name="T102" fmla="*/ 686 w 2977"/>
                <a:gd name="T103" fmla="*/ 586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7" h="4460">
                  <a:moveTo>
                    <a:pt x="686" y="586"/>
                  </a:moveTo>
                  <a:lnTo>
                    <a:pt x="686" y="586"/>
                  </a:lnTo>
                  <a:cubicBezTo>
                    <a:pt x="686" y="504"/>
                    <a:pt x="732" y="458"/>
                    <a:pt x="769" y="403"/>
                  </a:cubicBezTo>
                  <a:cubicBezTo>
                    <a:pt x="806" y="357"/>
                    <a:pt x="833" y="320"/>
                    <a:pt x="833" y="256"/>
                  </a:cubicBezTo>
                  <a:cubicBezTo>
                    <a:pt x="833" y="192"/>
                    <a:pt x="815" y="119"/>
                    <a:pt x="778" y="73"/>
                  </a:cubicBezTo>
                  <a:cubicBezTo>
                    <a:pt x="741" y="28"/>
                    <a:pt x="686" y="0"/>
                    <a:pt x="577" y="0"/>
                  </a:cubicBezTo>
                  <a:cubicBezTo>
                    <a:pt x="477" y="9"/>
                    <a:pt x="421" y="37"/>
                    <a:pt x="385" y="82"/>
                  </a:cubicBezTo>
                  <a:cubicBezTo>
                    <a:pt x="348" y="119"/>
                    <a:pt x="330" y="183"/>
                    <a:pt x="330" y="256"/>
                  </a:cubicBezTo>
                  <a:cubicBezTo>
                    <a:pt x="330" y="320"/>
                    <a:pt x="357" y="357"/>
                    <a:pt x="394" y="412"/>
                  </a:cubicBezTo>
                  <a:cubicBezTo>
                    <a:pt x="440" y="458"/>
                    <a:pt x="486" y="504"/>
                    <a:pt x="495" y="586"/>
                  </a:cubicBezTo>
                  <a:cubicBezTo>
                    <a:pt x="495" y="595"/>
                    <a:pt x="495" y="595"/>
                    <a:pt x="495" y="595"/>
                  </a:cubicBezTo>
                  <a:cubicBezTo>
                    <a:pt x="495" y="870"/>
                    <a:pt x="495" y="870"/>
                    <a:pt x="495" y="870"/>
                  </a:cubicBezTo>
                  <a:cubicBezTo>
                    <a:pt x="0" y="870"/>
                    <a:pt x="0" y="870"/>
                    <a:pt x="0" y="870"/>
                  </a:cubicBezTo>
                  <a:cubicBezTo>
                    <a:pt x="0" y="1960"/>
                    <a:pt x="0" y="1960"/>
                    <a:pt x="0" y="1960"/>
                  </a:cubicBezTo>
                  <a:cubicBezTo>
                    <a:pt x="73" y="1960"/>
                    <a:pt x="73" y="1960"/>
                    <a:pt x="73" y="1960"/>
                  </a:cubicBezTo>
                  <a:cubicBezTo>
                    <a:pt x="91" y="1960"/>
                    <a:pt x="91" y="1950"/>
                    <a:pt x="155" y="1905"/>
                  </a:cubicBezTo>
                  <a:cubicBezTo>
                    <a:pt x="210" y="1868"/>
                    <a:pt x="293" y="1813"/>
                    <a:pt x="403" y="1813"/>
                  </a:cubicBezTo>
                  <a:cubicBezTo>
                    <a:pt x="495" y="1813"/>
                    <a:pt x="595" y="1831"/>
                    <a:pt x="686" y="1905"/>
                  </a:cubicBezTo>
                  <a:cubicBezTo>
                    <a:pt x="769" y="1969"/>
                    <a:pt x="824" y="2096"/>
                    <a:pt x="824" y="2234"/>
                  </a:cubicBezTo>
                  <a:cubicBezTo>
                    <a:pt x="824" y="2372"/>
                    <a:pt x="760" y="2490"/>
                    <a:pt x="686" y="2554"/>
                  </a:cubicBezTo>
                  <a:cubicBezTo>
                    <a:pt x="604" y="2618"/>
                    <a:pt x="495" y="2646"/>
                    <a:pt x="403" y="2646"/>
                  </a:cubicBezTo>
                  <a:cubicBezTo>
                    <a:pt x="293" y="2646"/>
                    <a:pt x="210" y="2582"/>
                    <a:pt x="155" y="2536"/>
                  </a:cubicBezTo>
                  <a:cubicBezTo>
                    <a:pt x="91" y="2490"/>
                    <a:pt x="73" y="2481"/>
                    <a:pt x="55" y="2472"/>
                  </a:cubicBezTo>
                  <a:cubicBezTo>
                    <a:pt x="0" y="2472"/>
                    <a:pt x="0" y="2472"/>
                    <a:pt x="0" y="2472"/>
                  </a:cubicBezTo>
                  <a:cubicBezTo>
                    <a:pt x="0" y="3589"/>
                    <a:pt x="0" y="3589"/>
                    <a:pt x="0" y="3589"/>
                  </a:cubicBezTo>
                  <a:cubicBezTo>
                    <a:pt x="1044" y="3589"/>
                    <a:pt x="1044" y="3589"/>
                    <a:pt x="1044" y="3589"/>
                  </a:cubicBezTo>
                  <a:cubicBezTo>
                    <a:pt x="1044" y="3864"/>
                    <a:pt x="1044" y="3864"/>
                    <a:pt x="1044" y="3864"/>
                  </a:cubicBezTo>
                  <a:lnTo>
                    <a:pt x="1044" y="3864"/>
                  </a:lnTo>
                  <a:cubicBezTo>
                    <a:pt x="1035" y="3946"/>
                    <a:pt x="980" y="4001"/>
                    <a:pt x="943" y="4047"/>
                  </a:cubicBezTo>
                  <a:cubicBezTo>
                    <a:pt x="897" y="4101"/>
                    <a:pt x="870" y="4138"/>
                    <a:pt x="870" y="4202"/>
                  </a:cubicBezTo>
                  <a:cubicBezTo>
                    <a:pt x="870" y="4267"/>
                    <a:pt x="888" y="4331"/>
                    <a:pt x="925" y="4377"/>
                  </a:cubicBezTo>
                  <a:cubicBezTo>
                    <a:pt x="962" y="4423"/>
                    <a:pt x="1016" y="4450"/>
                    <a:pt x="1126" y="4459"/>
                  </a:cubicBezTo>
                  <a:cubicBezTo>
                    <a:pt x="1227" y="4459"/>
                    <a:pt x="1282" y="4423"/>
                    <a:pt x="1319" y="4377"/>
                  </a:cubicBezTo>
                  <a:cubicBezTo>
                    <a:pt x="1355" y="4340"/>
                    <a:pt x="1373" y="4267"/>
                    <a:pt x="1373" y="4202"/>
                  </a:cubicBezTo>
                  <a:cubicBezTo>
                    <a:pt x="1373" y="4138"/>
                    <a:pt x="1346" y="4101"/>
                    <a:pt x="1309" y="4047"/>
                  </a:cubicBezTo>
                  <a:cubicBezTo>
                    <a:pt x="1282" y="4001"/>
                    <a:pt x="1227" y="3956"/>
                    <a:pt x="1227" y="3873"/>
                  </a:cubicBezTo>
                  <a:cubicBezTo>
                    <a:pt x="1227" y="3589"/>
                    <a:pt x="1227" y="3589"/>
                    <a:pt x="1227" y="3589"/>
                  </a:cubicBezTo>
                  <a:cubicBezTo>
                    <a:pt x="2976" y="3589"/>
                    <a:pt x="2976" y="3589"/>
                    <a:pt x="2976" y="3589"/>
                  </a:cubicBezTo>
                  <a:cubicBezTo>
                    <a:pt x="2976" y="2472"/>
                    <a:pt x="2976" y="2472"/>
                    <a:pt x="2976" y="2472"/>
                  </a:cubicBezTo>
                  <a:cubicBezTo>
                    <a:pt x="2940" y="2472"/>
                    <a:pt x="2940" y="2472"/>
                    <a:pt x="2940" y="2472"/>
                  </a:cubicBezTo>
                  <a:cubicBezTo>
                    <a:pt x="2930" y="2481"/>
                    <a:pt x="2912" y="2490"/>
                    <a:pt x="2848" y="2536"/>
                  </a:cubicBezTo>
                  <a:cubicBezTo>
                    <a:pt x="2793" y="2582"/>
                    <a:pt x="2710" y="2646"/>
                    <a:pt x="2600" y="2646"/>
                  </a:cubicBezTo>
                  <a:cubicBezTo>
                    <a:pt x="2500" y="2646"/>
                    <a:pt x="2399" y="2618"/>
                    <a:pt x="2317" y="2554"/>
                  </a:cubicBezTo>
                  <a:cubicBezTo>
                    <a:pt x="2234" y="2490"/>
                    <a:pt x="2179" y="2372"/>
                    <a:pt x="2179" y="2234"/>
                  </a:cubicBezTo>
                  <a:cubicBezTo>
                    <a:pt x="2170" y="2096"/>
                    <a:pt x="2234" y="1969"/>
                    <a:pt x="2317" y="1905"/>
                  </a:cubicBezTo>
                  <a:cubicBezTo>
                    <a:pt x="2399" y="1831"/>
                    <a:pt x="2500" y="1813"/>
                    <a:pt x="2600" y="1813"/>
                  </a:cubicBezTo>
                  <a:cubicBezTo>
                    <a:pt x="2701" y="1813"/>
                    <a:pt x="2784" y="1868"/>
                    <a:pt x="2838" y="1905"/>
                  </a:cubicBezTo>
                  <a:cubicBezTo>
                    <a:pt x="2903" y="1950"/>
                    <a:pt x="2912" y="1960"/>
                    <a:pt x="2921" y="1960"/>
                  </a:cubicBezTo>
                  <a:cubicBezTo>
                    <a:pt x="2976" y="1960"/>
                    <a:pt x="2976" y="1960"/>
                    <a:pt x="2976" y="1960"/>
                  </a:cubicBezTo>
                  <a:cubicBezTo>
                    <a:pt x="2976" y="870"/>
                    <a:pt x="2976" y="870"/>
                    <a:pt x="2976" y="870"/>
                  </a:cubicBezTo>
                  <a:cubicBezTo>
                    <a:pt x="686" y="870"/>
                    <a:pt x="686" y="870"/>
                    <a:pt x="686" y="870"/>
                  </a:cubicBezTo>
                  <a:lnTo>
                    <a:pt x="686" y="586"/>
                  </a:ln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5" name="Freeform 7"/>
            <p:cNvSpPr>
              <a:spLocks noChangeArrowheads="1"/>
            </p:cNvSpPr>
            <p:nvPr/>
          </p:nvSpPr>
          <p:spPr bwMode="auto">
            <a:xfrm>
              <a:off x="7509566" y="5670021"/>
              <a:ext cx="3168883" cy="2674937"/>
            </a:xfrm>
            <a:custGeom>
              <a:avLst/>
              <a:gdLst>
                <a:gd name="T0" fmla="*/ 5100 w 5284"/>
                <a:gd name="T1" fmla="*/ 1895 h 4460"/>
                <a:gd name="T2" fmla="*/ 4697 w 5284"/>
                <a:gd name="T3" fmla="*/ 2509 h 4460"/>
                <a:gd name="T4" fmla="*/ 4359 w 5284"/>
                <a:gd name="T5" fmla="*/ 2866 h 4460"/>
                <a:gd name="T6" fmla="*/ 4285 w 5284"/>
                <a:gd name="T7" fmla="*/ 2627 h 4460"/>
                <a:gd name="T8" fmla="*/ 4514 w 5284"/>
                <a:gd name="T9" fmla="*/ 1565 h 4460"/>
                <a:gd name="T10" fmla="*/ 3443 w 5284"/>
                <a:gd name="T11" fmla="*/ 1529 h 4460"/>
                <a:gd name="T12" fmla="*/ 3507 w 5284"/>
                <a:gd name="T13" fmla="*/ 2728 h 4460"/>
                <a:gd name="T14" fmla="*/ 3250 w 5284"/>
                <a:gd name="T15" fmla="*/ 2829 h 4460"/>
                <a:gd name="T16" fmla="*/ 1557 w 5284"/>
                <a:gd name="T17" fmla="*/ 870 h 4460"/>
                <a:gd name="T18" fmla="*/ 1639 w 5284"/>
                <a:gd name="T19" fmla="*/ 403 h 4460"/>
                <a:gd name="T20" fmla="*/ 1648 w 5284"/>
                <a:gd name="T21" fmla="*/ 73 h 4460"/>
                <a:gd name="T22" fmla="*/ 1254 w 5284"/>
                <a:gd name="T23" fmla="*/ 82 h 4460"/>
                <a:gd name="T24" fmla="*/ 1272 w 5284"/>
                <a:gd name="T25" fmla="*/ 412 h 4460"/>
                <a:gd name="T26" fmla="*/ 1373 w 5284"/>
                <a:gd name="T27" fmla="*/ 595 h 4460"/>
                <a:gd name="T28" fmla="*/ 879 w 5284"/>
                <a:gd name="T29" fmla="*/ 870 h 4460"/>
                <a:gd name="T30" fmla="*/ 577 w 5284"/>
                <a:gd name="T31" fmla="*/ 2124 h 4460"/>
                <a:gd name="T32" fmla="*/ 247 w 5284"/>
                <a:gd name="T33" fmla="*/ 1978 h 4460"/>
                <a:gd name="T34" fmla="*/ 0 w 5284"/>
                <a:gd name="T35" fmla="*/ 2225 h 4460"/>
                <a:gd name="T36" fmla="*/ 247 w 5284"/>
                <a:gd name="T37" fmla="*/ 2481 h 4460"/>
                <a:gd name="T38" fmla="*/ 586 w 5284"/>
                <a:gd name="T39" fmla="*/ 2307 h 4460"/>
                <a:gd name="T40" fmla="*/ 879 w 5284"/>
                <a:gd name="T41" fmla="*/ 2307 h 4460"/>
                <a:gd name="T42" fmla="*/ 1914 w 5284"/>
                <a:gd name="T43" fmla="*/ 3589 h 4460"/>
                <a:gd name="T44" fmla="*/ 1914 w 5284"/>
                <a:gd name="T45" fmla="*/ 3864 h 4460"/>
                <a:gd name="T46" fmla="*/ 1748 w 5284"/>
                <a:gd name="T47" fmla="*/ 4202 h 4460"/>
                <a:gd name="T48" fmla="*/ 1996 w 5284"/>
                <a:gd name="T49" fmla="*/ 4459 h 4460"/>
                <a:gd name="T50" fmla="*/ 2243 w 5284"/>
                <a:gd name="T51" fmla="*/ 4202 h 4460"/>
                <a:gd name="T52" fmla="*/ 2097 w 5284"/>
                <a:gd name="T53" fmla="*/ 3873 h 4460"/>
                <a:gd name="T54" fmla="*/ 3250 w 5284"/>
                <a:gd name="T55" fmla="*/ 3589 h 4460"/>
                <a:gd name="T56" fmla="*/ 3369 w 5284"/>
                <a:gd name="T57" fmla="*/ 3268 h 4460"/>
                <a:gd name="T58" fmla="*/ 4322 w 5284"/>
                <a:gd name="T59" fmla="*/ 3268 h 4460"/>
                <a:gd name="T60" fmla="*/ 5063 w 5284"/>
                <a:gd name="T61" fmla="*/ 2682 h 4460"/>
                <a:gd name="T62" fmla="*/ 5100 w 5284"/>
                <a:gd name="T63" fmla="*/ 1895 h 4460"/>
                <a:gd name="T64" fmla="*/ 3836 w 5284"/>
                <a:gd name="T65" fmla="*/ 2472 h 4460"/>
                <a:gd name="T66" fmla="*/ 3809 w 5284"/>
                <a:gd name="T67" fmla="*/ 1730 h 4460"/>
                <a:gd name="T68" fmla="*/ 4138 w 5284"/>
                <a:gd name="T69" fmla="*/ 1721 h 4460"/>
                <a:gd name="T70" fmla="*/ 3983 w 5284"/>
                <a:gd name="T71" fmla="*/ 2353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84" h="4460">
                  <a:moveTo>
                    <a:pt x="5100" y="1895"/>
                  </a:moveTo>
                  <a:lnTo>
                    <a:pt x="5100" y="1895"/>
                  </a:lnTo>
                  <a:cubicBezTo>
                    <a:pt x="5000" y="1868"/>
                    <a:pt x="4880" y="1941"/>
                    <a:pt x="4853" y="2051"/>
                  </a:cubicBezTo>
                  <a:cubicBezTo>
                    <a:pt x="4853" y="2051"/>
                    <a:pt x="4798" y="2289"/>
                    <a:pt x="4697" y="2509"/>
                  </a:cubicBezTo>
                  <a:cubicBezTo>
                    <a:pt x="4642" y="2618"/>
                    <a:pt x="4569" y="2719"/>
                    <a:pt x="4514" y="2783"/>
                  </a:cubicBezTo>
                  <a:cubicBezTo>
                    <a:pt x="4450" y="2848"/>
                    <a:pt x="4404" y="2866"/>
                    <a:pt x="4359" y="2866"/>
                  </a:cubicBezTo>
                  <a:cubicBezTo>
                    <a:pt x="4276" y="2857"/>
                    <a:pt x="4193" y="2820"/>
                    <a:pt x="4111" y="2774"/>
                  </a:cubicBezTo>
                  <a:cubicBezTo>
                    <a:pt x="4166" y="2719"/>
                    <a:pt x="4239" y="2673"/>
                    <a:pt x="4285" y="2627"/>
                  </a:cubicBezTo>
                  <a:cubicBezTo>
                    <a:pt x="4413" y="2481"/>
                    <a:pt x="4505" y="2353"/>
                    <a:pt x="4551" y="2179"/>
                  </a:cubicBezTo>
                  <a:cubicBezTo>
                    <a:pt x="4596" y="1987"/>
                    <a:pt x="4596" y="1758"/>
                    <a:pt x="4514" y="1565"/>
                  </a:cubicBezTo>
                  <a:cubicBezTo>
                    <a:pt x="4423" y="1364"/>
                    <a:pt x="4212" y="1181"/>
                    <a:pt x="3946" y="1190"/>
                  </a:cubicBezTo>
                  <a:cubicBezTo>
                    <a:pt x="3699" y="1190"/>
                    <a:pt x="3535" y="1364"/>
                    <a:pt x="3443" y="1529"/>
                  </a:cubicBezTo>
                  <a:cubicBezTo>
                    <a:pt x="3351" y="1703"/>
                    <a:pt x="3305" y="1895"/>
                    <a:pt x="3296" y="2060"/>
                  </a:cubicBezTo>
                  <a:cubicBezTo>
                    <a:pt x="3287" y="2298"/>
                    <a:pt x="3379" y="2527"/>
                    <a:pt x="3507" y="2728"/>
                  </a:cubicBezTo>
                  <a:cubicBezTo>
                    <a:pt x="3415" y="2783"/>
                    <a:pt x="3323" y="2848"/>
                    <a:pt x="3250" y="2875"/>
                  </a:cubicBezTo>
                  <a:cubicBezTo>
                    <a:pt x="3250" y="2866"/>
                    <a:pt x="3241" y="2848"/>
                    <a:pt x="3250" y="2829"/>
                  </a:cubicBezTo>
                  <a:cubicBezTo>
                    <a:pt x="3186" y="2179"/>
                    <a:pt x="3031" y="1493"/>
                    <a:pt x="2783" y="870"/>
                  </a:cubicBezTo>
                  <a:cubicBezTo>
                    <a:pt x="1557" y="870"/>
                    <a:pt x="1557" y="870"/>
                    <a:pt x="1557" y="870"/>
                  </a:cubicBezTo>
                  <a:cubicBezTo>
                    <a:pt x="1557" y="586"/>
                    <a:pt x="1557" y="586"/>
                    <a:pt x="1557" y="586"/>
                  </a:cubicBezTo>
                  <a:cubicBezTo>
                    <a:pt x="1557" y="504"/>
                    <a:pt x="1612" y="458"/>
                    <a:pt x="1639" y="403"/>
                  </a:cubicBezTo>
                  <a:cubicBezTo>
                    <a:pt x="1675" y="357"/>
                    <a:pt x="1703" y="320"/>
                    <a:pt x="1703" y="256"/>
                  </a:cubicBezTo>
                  <a:cubicBezTo>
                    <a:pt x="1703" y="192"/>
                    <a:pt x="1684" y="119"/>
                    <a:pt x="1648" y="73"/>
                  </a:cubicBezTo>
                  <a:cubicBezTo>
                    <a:pt x="1612" y="28"/>
                    <a:pt x="1557" y="0"/>
                    <a:pt x="1456" y="0"/>
                  </a:cubicBezTo>
                  <a:cubicBezTo>
                    <a:pt x="1346" y="9"/>
                    <a:pt x="1291" y="37"/>
                    <a:pt x="1254" y="82"/>
                  </a:cubicBezTo>
                  <a:cubicBezTo>
                    <a:pt x="1217" y="119"/>
                    <a:pt x="1199" y="183"/>
                    <a:pt x="1199" y="256"/>
                  </a:cubicBezTo>
                  <a:cubicBezTo>
                    <a:pt x="1199" y="320"/>
                    <a:pt x="1226" y="357"/>
                    <a:pt x="1272" y="412"/>
                  </a:cubicBezTo>
                  <a:cubicBezTo>
                    <a:pt x="1309" y="458"/>
                    <a:pt x="1364" y="504"/>
                    <a:pt x="1373" y="586"/>
                  </a:cubicBezTo>
                  <a:cubicBezTo>
                    <a:pt x="1373" y="595"/>
                    <a:pt x="1373" y="595"/>
                    <a:pt x="1373" y="595"/>
                  </a:cubicBezTo>
                  <a:cubicBezTo>
                    <a:pt x="1373" y="870"/>
                    <a:pt x="1373" y="870"/>
                    <a:pt x="1373" y="870"/>
                  </a:cubicBezTo>
                  <a:cubicBezTo>
                    <a:pt x="879" y="870"/>
                    <a:pt x="879" y="870"/>
                    <a:pt x="879" y="870"/>
                  </a:cubicBezTo>
                  <a:cubicBezTo>
                    <a:pt x="879" y="2124"/>
                    <a:pt x="879" y="2124"/>
                    <a:pt x="879" y="2124"/>
                  </a:cubicBezTo>
                  <a:cubicBezTo>
                    <a:pt x="577" y="2124"/>
                    <a:pt x="577" y="2124"/>
                    <a:pt x="577" y="2124"/>
                  </a:cubicBezTo>
                  <a:cubicBezTo>
                    <a:pt x="504" y="2124"/>
                    <a:pt x="449" y="2069"/>
                    <a:pt x="403" y="2042"/>
                  </a:cubicBezTo>
                  <a:cubicBezTo>
                    <a:pt x="357" y="2005"/>
                    <a:pt x="311" y="1978"/>
                    <a:pt x="247" y="1978"/>
                  </a:cubicBezTo>
                  <a:cubicBezTo>
                    <a:pt x="183" y="1978"/>
                    <a:pt x="119" y="1996"/>
                    <a:pt x="74" y="2032"/>
                  </a:cubicBezTo>
                  <a:cubicBezTo>
                    <a:pt x="27" y="2069"/>
                    <a:pt x="0" y="2124"/>
                    <a:pt x="0" y="2225"/>
                  </a:cubicBezTo>
                  <a:cubicBezTo>
                    <a:pt x="0" y="2335"/>
                    <a:pt x="27" y="2390"/>
                    <a:pt x="74" y="2426"/>
                  </a:cubicBezTo>
                  <a:cubicBezTo>
                    <a:pt x="119" y="2463"/>
                    <a:pt x="183" y="2481"/>
                    <a:pt x="247" y="2481"/>
                  </a:cubicBezTo>
                  <a:cubicBezTo>
                    <a:pt x="311" y="2481"/>
                    <a:pt x="357" y="2454"/>
                    <a:pt x="403" y="2408"/>
                  </a:cubicBezTo>
                  <a:cubicBezTo>
                    <a:pt x="449" y="2372"/>
                    <a:pt x="504" y="2316"/>
                    <a:pt x="586" y="2307"/>
                  </a:cubicBezTo>
                  <a:lnTo>
                    <a:pt x="586" y="2307"/>
                  </a:lnTo>
                  <a:cubicBezTo>
                    <a:pt x="879" y="2307"/>
                    <a:pt x="879" y="2307"/>
                    <a:pt x="879" y="2307"/>
                  </a:cubicBezTo>
                  <a:cubicBezTo>
                    <a:pt x="879" y="3589"/>
                    <a:pt x="879" y="3589"/>
                    <a:pt x="879" y="3589"/>
                  </a:cubicBezTo>
                  <a:cubicBezTo>
                    <a:pt x="1914" y="3589"/>
                    <a:pt x="1914" y="3589"/>
                    <a:pt x="1914" y="3589"/>
                  </a:cubicBezTo>
                  <a:cubicBezTo>
                    <a:pt x="1914" y="3864"/>
                    <a:pt x="1914" y="3864"/>
                    <a:pt x="1914" y="3864"/>
                  </a:cubicBezTo>
                  <a:lnTo>
                    <a:pt x="1914" y="3864"/>
                  </a:lnTo>
                  <a:cubicBezTo>
                    <a:pt x="1905" y="3946"/>
                    <a:pt x="1849" y="4001"/>
                    <a:pt x="1813" y="4047"/>
                  </a:cubicBezTo>
                  <a:cubicBezTo>
                    <a:pt x="1776" y="4101"/>
                    <a:pt x="1748" y="4138"/>
                    <a:pt x="1748" y="4202"/>
                  </a:cubicBezTo>
                  <a:cubicBezTo>
                    <a:pt x="1748" y="4267"/>
                    <a:pt x="1758" y="4331"/>
                    <a:pt x="1794" y="4377"/>
                  </a:cubicBezTo>
                  <a:cubicBezTo>
                    <a:pt x="1831" y="4423"/>
                    <a:pt x="1886" y="4450"/>
                    <a:pt x="1996" y="4459"/>
                  </a:cubicBezTo>
                  <a:cubicBezTo>
                    <a:pt x="2097" y="4459"/>
                    <a:pt x="2152" y="4423"/>
                    <a:pt x="2188" y="4377"/>
                  </a:cubicBezTo>
                  <a:cubicBezTo>
                    <a:pt x="2224" y="4340"/>
                    <a:pt x="2243" y="4267"/>
                    <a:pt x="2243" y="4202"/>
                  </a:cubicBezTo>
                  <a:cubicBezTo>
                    <a:pt x="2243" y="4138"/>
                    <a:pt x="2215" y="4101"/>
                    <a:pt x="2188" y="4047"/>
                  </a:cubicBezTo>
                  <a:cubicBezTo>
                    <a:pt x="2152" y="4001"/>
                    <a:pt x="2097" y="3956"/>
                    <a:pt x="2097" y="3873"/>
                  </a:cubicBezTo>
                  <a:cubicBezTo>
                    <a:pt x="2097" y="3589"/>
                    <a:pt x="2097" y="3589"/>
                    <a:pt x="2097" y="3589"/>
                  </a:cubicBezTo>
                  <a:cubicBezTo>
                    <a:pt x="3250" y="3589"/>
                    <a:pt x="3250" y="3589"/>
                    <a:pt x="3250" y="3589"/>
                  </a:cubicBezTo>
                  <a:cubicBezTo>
                    <a:pt x="3278" y="3461"/>
                    <a:pt x="3278" y="3379"/>
                    <a:pt x="3269" y="3305"/>
                  </a:cubicBezTo>
                  <a:cubicBezTo>
                    <a:pt x="3305" y="3296"/>
                    <a:pt x="3333" y="3287"/>
                    <a:pt x="3369" y="3268"/>
                  </a:cubicBezTo>
                  <a:cubicBezTo>
                    <a:pt x="3507" y="3214"/>
                    <a:pt x="3653" y="3131"/>
                    <a:pt x="3800" y="3030"/>
                  </a:cubicBezTo>
                  <a:cubicBezTo>
                    <a:pt x="3946" y="3149"/>
                    <a:pt x="4120" y="3250"/>
                    <a:pt x="4322" y="3268"/>
                  </a:cubicBezTo>
                  <a:cubicBezTo>
                    <a:pt x="4514" y="3287"/>
                    <a:pt x="4678" y="3195"/>
                    <a:pt x="4798" y="3076"/>
                  </a:cubicBezTo>
                  <a:cubicBezTo>
                    <a:pt x="4917" y="2967"/>
                    <a:pt x="5000" y="2820"/>
                    <a:pt x="5063" y="2682"/>
                  </a:cubicBezTo>
                  <a:cubicBezTo>
                    <a:pt x="5191" y="2408"/>
                    <a:pt x="5256" y="2142"/>
                    <a:pt x="5256" y="2142"/>
                  </a:cubicBezTo>
                  <a:cubicBezTo>
                    <a:pt x="5283" y="2032"/>
                    <a:pt x="5210" y="1914"/>
                    <a:pt x="5100" y="1895"/>
                  </a:cubicBezTo>
                  <a:close/>
                  <a:moveTo>
                    <a:pt x="3836" y="2472"/>
                  </a:moveTo>
                  <a:lnTo>
                    <a:pt x="3836" y="2472"/>
                  </a:lnTo>
                  <a:cubicBezTo>
                    <a:pt x="3754" y="2344"/>
                    <a:pt x="3708" y="2197"/>
                    <a:pt x="3708" y="2078"/>
                  </a:cubicBezTo>
                  <a:cubicBezTo>
                    <a:pt x="3708" y="1978"/>
                    <a:pt x="3754" y="1831"/>
                    <a:pt x="3809" y="1730"/>
                  </a:cubicBezTo>
                  <a:cubicBezTo>
                    <a:pt x="3864" y="1630"/>
                    <a:pt x="3910" y="1593"/>
                    <a:pt x="3946" y="1593"/>
                  </a:cubicBezTo>
                  <a:cubicBezTo>
                    <a:pt x="4065" y="1593"/>
                    <a:pt x="4093" y="1630"/>
                    <a:pt x="4138" y="1721"/>
                  </a:cubicBezTo>
                  <a:cubicBezTo>
                    <a:pt x="4175" y="1813"/>
                    <a:pt x="4175" y="1969"/>
                    <a:pt x="4147" y="2078"/>
                  </a:cubicBezTo>
                  <a:cubicBezTo>
                    <a:pt x="4138" y="2133"/>
                    <a:pt x="4084" y="2243"/>
                    <a:pt x="3983" y="2353"/>
                  </a:cubicBezTo>
                  <a:cubicBezTo>
                    <a:pt x="3946" y="2390"/>
                    <a:pt x="3882" y="2426"/>
                    <a:pt x="3836" y="2472"/>
                  </a:cubicBezTo>
                  <a:close/>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6" name="Freeform 8"/>
            <p:cNvSpPr>
              <a:spLocks noChangeArrowheads="1"/>
            </p:cNvSpPr>
            <p:nvPr/>
          </p:nvSpPr>
          <p:spPr bwMode="auto">
            <a:xfrm>
              <a:off x="3631785" y="7963958"/>
              <a:ext cx="2340952" cy="1378480"/>
            </a:xfrm>
            <a:custGeom>
              <a:avLst/>
              <a:gdLst>
                <a:gd name="T0" fmla="*/ 3818 w 3902"/>
                <a:gd name="T1" fmla="*/ 953 h 2299"/>
                <a:gd name="T2" fmla="*/ 3818 w 3902"/>
                <a:gd name="T3" fmla="*/ 953 h 2299"/>
                <a:gd name="T4" fmla="*/ 3645 w 3902"/>
                <a:gd name="T5" fmla="*/ 897 h 2299"/>
                <a:gd name="T6" fmla="*/ 3489 w 3902"/>
                <a:gd name="T7" fmla="*/ 962 h 2299"/>
                <a:gd name="T8" fmla="*/ 3315 w 3902"/>
                <a:gd name="T9" fmla="*/ 1044 h 2299"/>
                <a:gd name="T10" fmla="*/ 2976 w 3902"/>
                <a:gd name="T11" fmla="*/ 1044 h 2299"/>
                <a:gd name="T12" fmla="*/ 2976 w 3902"/>
                <a:gd name="T13" fmla="*/ 0 h 2299"/>
                <a:gd name="T14" fmla="*/ 2298 w 3902"/>
                <a:gd name="T15" fmla="*/ 0 h 2299"/>
                <a:gd name="T16" fmla="*/ 2298 w 3902"/>
                <a:gd name="T17" fmla="*/ 46 h 2299"/>
                <a:gd name="T18" fmla="*/ 2353 w 3902"/>
                <a:gd name="T19" fmla="*/ 129 h 2299"/>
                <a:gd name="T20" fmla="*/ 2445 w 3902"/>
                <a:gd name="T21" fmla="*/ 375 h 2299"/>
                <a:gd name="T22" fmla="*/ 2353 w 3902"/>
                <a:gd name="T23" fmla="*/ 659 h 2299"/>
                <a:gd name="T24" fmla="*/ 2024 w 3902"/>
                <a:gd name="T25" fmla="*/ 796 h 2299"/>
                <a:gd name="T26" fmla="*/ 1704 w 3902"/>
                <a:gd name="T27" fmla="*/ 659 h 2299"/>
                <a:gd name="T28" fmla="*/ 1612 w 3902"/>
                <a:gd name="T29" fmla="*/ 375 h 2299"/>
                <a:gd name="T30" fmla="*/ 1713 w 3902"/>
                <a:gd name="T31" fmla="*/ 119 h 2299"/>
                <a:gd name="T32" fmla="*/ 1777 w 3902"/>
                <a:gd name="T33" fmla="*/ 28 h 2299"/>
                <a:gd name="T34" fmla="*/ 1777 w 3902"/>
                <a:gd name="T35" fmla="*/ 0 h 2299"/>
                <a:gd name="T36" fmla="*/ 0 w 3902"/>
                <a:gd name="T37" fmla="*/ 0 h 2299"/>
                <a:gd name="T38" fmla="*/ 0 w 3902"/>
                <a:gd name="T39" fmla="*/ 879 h 2299"/>
                <a:gd name="T40" fmla="*/ 92 w 3902"/>
                <a:gd name="T41" fmla="*/ 879 h 2299"/>
                <a:gd name="T42" fmla="*/ 175 w 3902"/>
                <a:gd name="T43" fmla="*/ 833 h 2299"/>
                <a:gd name="T44" fmla="*/ 421 w 3902"/>
                <a:gd name="T45" fmla="*/ 741 h 2299"/>
                <a:gd name="T46" fmla="*/ 706 w 3902"/>
                <a:gd name="T47" fmla="*/ 824 h 2299"/>
                <a:gd name="T48" fmla="*/ 843 w 3902"/>
                <a:gd name="T49" fmla="*/ 1154 h 2299"/>
                <a:gd name="T50" fmla="*/ 706 w 3902"/>
                <a:gd name="T51" fmla="*/ 1474 h 2299"/>
                <a:gd name="T52" fmla="*/ 421 w 3902"/>
                <a:gd name="T53" fmla="*/ 1566 h 2299"/>
                <a:gd name="T54" fmla="*/ 175 w 3902"/>
                <a:gd name="T55" fmla="*/ 1465 h 2299"/>
                <a:gd name="T56" fmla="*/ 74 w 3902"/>
                <a:gd name="T57" fmla="*/ 1401 h 2299"/>
                <a:gd name="T58" fmla="*/ 0 w 3902"/>
                <a:gd name="T59" fmla="*/ 1401 h 2299"/>
                <a:gd name="T60" fmla="*/ 0 w 3902"/>
                <a:gd name="T61" fmla="*/ 2298 h 2299"/>
                <a:gd name="T62" fmla="*/ 1237 w 3902"/>
                <a:gd name="T63" fmla="*/ 2298 h 2299"/>
                <a:gd name="T64" fmla="*/ 1237 w 3902"/>
                <a:gd name="T65" fmla="*/ 2243 h 2299"/>
                <a:gd name="T66" fmla="*/ 1173 w 3902"/>
                <a:gd name="T67" fmla="*/ 2152 h 2299"/>
                <a:gd name="T68" fmla="*/ 1072 w 3902"/>
                <a:gd name="T69" fmla="*/ 1895 h 2299"/>
                <a:gd name="T70" fmla="*/ 1164 w 3902"/>
                <a:gd name="T71" fmla="*/ 1612 h 2299"/>
                <a:gd name="T72" fmla="*/ 1484 w 3902"/>
                <a:gd name="T73" fmla="*/ 1474 h 2299"/>
                <a:gd name="T74" fmla="*/ 1813 w 3902"/>
                <a:gd name="T75" fmla="*/ 1612 h 2299"/>
                <a:gd name="T76" fmla="*/ 1896 w 3902"/>
                <a:gd name="T77" fmla="*/ 1895 h 2299"/>
                <a:gd name="T78" fmla="*/ 1804 w 3902"/>
                <a:gd name="T79" fmla="*/ 2143 h 2299"/>
                <a:gd name="T80" fmla="*/ 1749 w 3902"/>
                <a:gd name="T81" fmla="*/ 2225 h 2299"/>
                <a:gd name="T82" fmla="*/ 1749 w 3902"/>
                <a:gd name="T83" fmla="*/ 2298 h 2299"/>
                <a:gd name="T84" fmla="*/ 2976 w 3902"/>
                <a:gd name="T85" fmla="*/ 2298 h 2299"/>
                <a:gd name="T86" fmla="*/ 2976 w 3902"/>
                <a:gd name="T87" fmla="*/ 1236 h 2299"/>
                <a:gd name="T88" fmla="*/ 3306 w 3902"/>
                <a:gd name="T89" fmla="*/ 1236 h 2299"/>
                <a:gd name="T90" fmla="*/ 3306 w 3902"/>
                <a:gd name="T91" fmla="*/ 1236 h 2299"/>
                <a:gd name="T92" fmla="*/ 3489 w 3902"/>
                <a:gd name="T93" fmla="*/ 1337 h 2299"/>
                <a:gd name="T94" fmla="*/ 3645 w 3902"/>
                <a:gd name="T95" fmla="*/ 1401 h 2299"/>
                <a:gd name="T96" fmla="*/ 3818 w 3902"/>
                <a:gd name="T97" fmla="*/ 1346 h 2299"/>
                <a:gd name="T98" fmla="*/ 3892 w 3902"/>
                <a:gd name="T99" fmla="*/ 1154 h 2299"/>
                <a:gd name="T100" fmla="*/ 3818 w 3902"/>
                <a:gd name="T101" fmla="*/ 95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02" h="2299">
                  <a:moveTo>
                    <a:pt x="3818" y="953"/>
                  </a:moveTo>
                  <a:lnTo>
                    <a:pt x="3818" y="953"/>
                  </a:lnTo>
                  <a:cubicBezTo>
                    <a:pt x="3773" y="916"/>
                    <a:pt x="3709" y="897"/>
                    <a:pt x="3645" y="897"/>
                  </a:cubicBezTo>
                  <a:cubicBezTo>
                    <a:pt x="3581" y="897"/>
                    <a:pt x="3535" y="925"/>
                    <a:pt x="3489" y="962"/>
                  </a:cubicBezTo>
                  <a:cubicBezTo>
                    <a:pt x="3443" y="998"/>
                    <a:pt x="3388" y="1044"/>
                    <a:pt x="3315" y="1044"/>
                  </a:cubicBezTo>
                  <a:cubicBezTo>
                    <a:pt x="2976" y="1044"/>
                    <a:pt x="2976" y="1044"/>
                    <a:pt x="2976" y="1044"/>
                  </a:cubicBezTo>
                  <a:cubicBezTo>
                    <a:pt x="2976" y="0"/>
                    <a:pt x="2976" y="0"/>
                    <a:pt x="2976" y="0"/>
                  </a:cubicBezTo>
                  <a:cubicBezTo>
                    <a:pt x="2298" y="0"/>
                    <a:pt x="2298" y="0"/>
                    <a:pt x="2298" y="0"/>
                  </a:cubicBezTo>
                  <a:cubicBezTo>
                    <a:pt x="2298" y="46"/>
                    <a:pt x="2298" y="46"/>
                    <a:pt x="2298" y="46"/>
                  </a:cubicBezTo>
                  <a:cubicBezTo>
                    <a:pt x="2298" y="55"/>
                    <a:pt x="2298" y="64"/>
                    <a:pt x="2353" y="129"/>
                  </a:cubicBezTo>
                  <a:cubicBezTo>
                    <a:pt x="2390" y="183"/>
                    <a:pt x="2445" y="265"/>
                    <a:pt x="2445" y="375"/>
                  </a:cubicBezTo>
                  <a:cubicBezTo>
                    <a:pt x="2445" y="467"/>
                    <a:pt x="2427" y="568"/>
                    <a:pt x="2353" y="659"/>
                  </a:cubicBezTo>
                  <a:cubicBezTo>
                    <a:pt x="2289" y="732"/>
                    <a:pt x="2162" y="796"/>
                    <a:pt x="2024" y="796"/>
                  </a:cubicBezTo>
                  <a:cubicBezTo>
                    <a:pt x="1887" y="787"/>
                    <a:pt x="1768" y="732"/>
                    <a:pt x="1704" y="659"/>
                  </a:cubicBezTo>
                  <a:cubicBezTo>
                    <a:pt x="1631" y="568"/>
                    <a:pt x="1612" y="467"/>
                    <a:pt x="1612" y="375"/>
                  </a:cubicBezTo>
                  <a:cubicBezTo>
                    <a:pt x="1612" y="265"/>
                    <a:pt x="1677" y="174"/>
                    <a:pt x="1713" y="119"/>
                  </a:cubicBezTo>
                  <a:cubicBezTo>
                    <a:pt x="1768" y="55"/>
                    <a:pt x="1777" y="46"/>
                    <a:pt x="1777" y="28"/>
                  </a:cubicBezTo>
                  <a:cubicBezTo>
                    <a:pt x="1777" y="0"/>
                    <a:pt x="1777" y="0"/>
                    <a:pt x="1777" y="0"/>
                  </a:cubicBezTo>
                  <a:cubicBezTo>
                    <a:pt x="0" y="0"/>
                    <a:pt x="0" y="0"/>
                    <a:pt x="0" y="0"/>
                  </a:cubicBezTo>
                  <a:cubicBezTo>
                    <a:pt x="0" y="879"/>
                    <a:pt x="0" y="879"/>
                    <a:pt x="0" y="879"/>
                  </a:cubicBezTo>
                  <a:cubicBezTo>
                    <a:pt x="92" y="879"/>
                    <a:pt x="92" y="879"/>
                    <a:pt x="92" y="879"/>
                  </a:cubicBezTo>
                  <a:cubicBezTo>
                    <a:pt x="111" y="879"/>
                    <a:pt x="111" y="879"/>
                    <a:pt x="175" y="833"/>
                  </a:cubicBezTo>
                  <a:cubicBezTo>
                    <a:pt x="230" y="787"/>
                    <a:pt x="321" y="741"/>
                    <a:pt x="421" y="741"/>
                  </a:cubicBezTo>
                  <a:cubicBezTo>
                    <a:pt x="522" y="741"/>
                    <a:pt x="623" y="760"/>
                    <a:pt x="706" y="824"/>
                  </a:cubicBezTo>
                  <a:cubicBezTo>
                    <a:pt x="788" y="888"/>
                    <a:pt x="843" y="1017"/>
                    <a:pt x="843" y="1154"/>
                  </a:cubicBezTo>
                  <a:cubicBezTo>
                    <a:pt x="843" y="1291"/>
                    <a:pt x="788" y="1410"/>
                    <a:pt x="706" y="1474"/>
                  </a:cubicBezTo>
                  <a:cubicBezTo>
                    <a:pt x="623" y="1548"/>
                    <a:pt x="522" y="1566"/>
                    <a:pt x="421" y="1566"/>
                  </a:cubicBezTo>
                  <a:cubicBezTo>
                    <a:pt x="312" y="1566"/>
                    <a:pt x="230" y="1511"/>
                    <a:pt x="175" y="1465"/>
                  </a:cubicBezTo>
                  <a:cubicBezTo>
                    <a:pt x="111" y="1410"/>
                    <a:pt x="92" y="1401"/>
                    <a:pt x="74"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8" y="2215"/>
                    <a:pt x="1173" y="2152"/>
                  </a:cubicBezTo>
                  <a:cubicBezTo>
                    <a:pt x="1127" y="2097"/>
                    <a:pt x="1072" y="2005"/>
                    <a:pt x="1072" y="1895"/>
                  </a:cubicBezTo>
                  <a:cubicBezTo>
                    <a:pt x="1072" y="1804"/>
                    <a:pt x="1090" y="1703"/>
                    <a:pt x="1164" y="1612"/>
                  </a:cubicBezTo>
                  <a:cubicBezTo>
                    <a:pt x="1228" y="1539"/>
                    <a:pt x="1346" y="1484"/>
                    <a:pt x="1484" y="1474"/>
                  </a:cubicBezTo>
                  <a:cubicBezTo>
                    <a:pt x="1621" y="1474"/>
                    <a:pt x="1749" y="1539"/>
                    <a:pt x="1813" y="1612"/>
                  </a:cubicBezTo>
                  <a:cubicBezTo>
                    <a:pt x="1877" y="1703"/>
                    <a:pt x="1896" y="1804"/>
                    <a:pt x="1896" y="1895"/>
                  </a:cubicBezTo>
                  <a:cubicBezTo>
                    <a:pt x="1896" y="2005"/>
                    <a:pt x="1850" y="2088"/>
                    <a:pt x="1804" y="2143"/>
                  </a:cubicBezTo>
                  <a:cubicBezTo>
                    <a:pt x="1759" y="2206"/>
                    <a:pt x="1749" y="2215"/>
                    <a:pt x="1749" y="2225"/>
                  </a:cubicBezTo>
                  <a:cubicBezTo>
                    <a:pt x="1749" y="2298"/>
                    <a:pt x="1749" y="2298"/>
                    <a:pt x="1749" y="2298"/>
                  </a:cubicBezTo>
                  <a:cubicBezTo>
                    <a:pt x="2976" y="2298"/>
                    <a:pt x="2976" y="2298"/>
                    <a:pt x="2976" y="2298"/>
                  </a:cubicBezTo>
                  <a:cubicBezTo>
                    <a:pt x="2976" y="1236"/>
                    <a:pt x="2976" y="1236"/>
                    <a:pt x="2976" y="1236"/>
                  </a:cubicBezTo>
                  <a:cubicBezTo>
                    <a:pt x="3306" y="1236"/>
                    <a:pt x="3306" y="1236"/>
                    <a:pt x="3306" y="1236"/>
                  </a:cubicBezTo>
                  <a:lnTo>
                    <a:pt x="3306" y="1236"/>
                  </a:lnTo>
                  <a:cubicBezTo>
                    <a:pt x="3388" y="1245"/>
                    <a:pt x="3443" y="1300"/>
                    <a:pt x="3489" y="1337"/>
                  </a:cubicBezTo>
                  <a:cubicBezTo>
                    <a:pt x="3535" y="1373"/>
                    <a:pt x="3581" y="1401"/>
                    <a:pt x="3645" y="1401"/>
                  </a:cubicBezTo>
                  <a:cubicBezTo>
                    <a:pt x="3709" y="1401"/>
                    <a:pt x="3773" y="1383"/>
                    <a:pt x="3818" y="1346"/>
                  </a:cubicBezTo>
                  <a:cubicBezTo>
                    <a:pt x="3865" y="1309"/>
                    <a:pt x="3892" y="1254"/>
                    <a:pt x="3892" y="1154"/>
                  </a:cubicBezTo>
                  <a:cubicBezTo>
                    <a:pt x="3901" y="1044"/>
                    <a:pt x="3865" y="989"/>
                    <a:pt x="3818" y="953"/>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7" name="Freeform 9"/>
            <p:cNvSpPr>
              <a:spLocks noChangeArrowheads="1"/>
            </p:cNvSpPr>
            <p:nvPr/>
          </p:nvSpPr>
          <p:spPr bwMode="auto">
            <a:xfrm>
              <a:off x="5557449" y="7963958"/>
              <a:ext cx="1785472" cy="1378480"/>
            </a:xfrm>
            <a:custGeom>
              <a:avLst/>
              <a:gdLst>
                <a:gd name="T0" fmla="*/ 2299 w 2977"/>
                <a:gd name="T1" fmla="*/ 46 h 2299"/>
                <a:gd name="T2" fmla="*/ 2299 w 2977"/>
                <a:gd name="T3" fmla="*/ 46 h 2299"/>
                <a:gd name="T4" fmla="*/ 2354 w 2977"/>
                <a:gd name="T5" fmla="*/ 129 h 2299"/>
                <a:gd name="T6" fmla="*/ 2445 w 2977"/>
                <a:gd name="T7" fmla="*/ 375 h 2299"/>
                <a:gd name="T8" fmla="*/ 2354 w 2977"/>
                <a:gd name="T9" fmla="*/ 659 h 2299"/>
                <a:gd name="T10" fmla="*/ 2024 w 2977"/>
                <a:gd name="T11" fmla="*/ 796 h 2299"/>
                <a:gd name="T12" fmla="*/ 1703 w 2977"/>
                <a:gd name="T13" fmla="*/ 659 h 2299"/>
                <a:gd name="T14" fmla="*/ 1621 w 2977"/>
                <a:gd name="T15" fmla="*/ 375 h 2299"/>
                <a:gd name="T16" fmla="*/ 1722 w 2977"/>
                <a:gd name="T17" fmla="*/ 119 h 2299"/>
                <a:gd name="T18" fmla="*/ 1786 w 2977"/>
                <a:gd name="T19" fmla="*/ 28 h 2299"/>
                <a:gd name="T20" fmla="*/ 1786 w 2977"/>
                <a:gd name="T21" fmla="*/ 0 h 2299"/>
                <a:gd name="T22" fmla="*/ 0 w 2977"/>
                <a:gd name="T23" fmla="*/ 0 h 2299"/>
                <a:gd name="T24" fmla="*/ 0 w 2977"/>
                <a:gd name="T25" fmla="*/ 879 h 2299"/>
                <a:gd name="T26" fmla="*/ 101 w 2977"/>
                <a:gd name="T27" fmla="*/ 879 h 2299"/>
                <a:gd name="T28" fmla="*/ 183 w 2977"/>
                <a:gd name="T29" fmla="*/ 833 h 2299"/>
                <a:gd name="T30" fmla="*/ 422 w 2977"/>
                <a:gd name="T31" fmla="*/ 741 h 2299"/>
                <a:gd name="T32" fmla="*/ 705 w 2977"/>
                <a:gd name="T33" fmla="*/ 824 h 2299"/>
                <a:gd name="T34" fmla="*/ 843 w 2977"/>
                <a:gd name="T35" fmla="*/ 1154 h 2299"/>
                <a:gd name="T36" fmla="*/ 705 w 2977"/>
                <a:gd name="T37" fmla="*/ 1474 h 2299"/>
                <a:gd name="T38" fmla="*/ 422 w 2977"/>
                <a:gd name="T39" fmla="*/ 1566 h 2299"/>
                <a:gd name="T40" fmla="*/ 174 w 2977"/>
                <a:gd name="T41" fmla="*/ 1465 h 2299"/>
                <a:gd name="T42" fmla="*/ 82 w 2977"/>
                <a:gd name="T43" fmla="*/ 1401 h 2299"/>
                <a:gd name="T44" fmla="*/ 0 w 2977"/>
                <a:gd name="T45" fmla="*/ 1401 h 2299"/>
                <a:gd name="T46" fmla="*/ 0 w 2977"/>
                <a:gd name="T47" fmla="*/ 2298 h 2299"/>
                <a:gd name="T48" fmla="*/ 1237 w 2977"/>
                <a:gd name="T49" fmla="*/ 2298 h 2299"/>
                <a:gd name="T50" fmla="*/ 1237 w 2977"/>
                <a:gd name="T51" fmla="*/ 2243 h 2299"/>
                <a:gd name="T52" fmla="*/ 1172 w 2977"/>
                <a:gd name="T53" fmla="*/ 2152 h 2299"/>
                <a:gd name="T54" fmla="*/ 1071 w 2977"/>
                <a:gd name="T55" fmla="*/ 1895 h 2299"/>
                <a:gd name="T56" fmla="*/ 1163 w 2977"/>
                <a:gd name="T57" fmla="*/ 1612 h 2299"/>
                <a:gd name="T58" fmla="*/ 1484 w 2977"/>
                <a:gd name="T59" fmla="*/ 1474 h 2299"/>
                <a:gd name="T60" fmla="*/ 1813 w 2977"/>
                <a:gd name="T61" fmla="*/ 1612 h 2299"/>
                <a:gd name="T62" fmla="*/ 1896 w 2977"/>
                <a:gd name="T63" fmla="*/ 1895 h 2299"/>
                <a:gd name="T64" fmla="*/ 1804 w 2977"/>
                <a:gd name="T65" fmla="*/ 2143 h 2299"/>
                <a:gd name="T66" fmla="*/ 1759 w 2977"/>
                <a:gd name="T67" fmla="*/ 2225 h 2299"/>
                <a:gd name="T68" fmla="*/ 1759 w 2977"/>
                <a:gd name="T69" fmla="*/ 2298 h 2299"/>
                <a:gd name="T70" fmla="*/ 2976 w 2977"/>
                <a:gd name="T71" fmla="*/ 2298 h 2299"/>
                <a:gd name="T72" fmla="*/ 2976 w 2977"/>
                <a:gd name="T73" fmla="*/ 0 h 2299"/>
                <a:gd name="T74" fmla="*/ 2299 w 2977"/>
                <a:gd name="T75" fmla="*/ 0 h 2299"/>
                <a:gd name="T76" fmla="*/ 2299 w 2977"/>
                <a:gd name="T77" fmla="*/ 46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77" h="2299">
                  <a:moveTo>
                    <a:pt x="2299" y="46"/>
                  </a:moveTo>
                  <a:lnTo>
                    <a:pt x="2299" y="46"/>
                  </a:lnTo>
                  <a:cubicBezTo>
                    <a:pt x="2299" y="55"/>
                    <a:pt x="2308" y="64"/>
                    <a:pt x="2354" y="129"/>
                  </a:cubicBezTo>
                  <a:cubicBezTo>
                    <a:pt x="2391" y="183"/>
                    <a:pt x="2445" y="265"/>
                    <a:pt x="2445" y="375"/>
                  </a:cubicBezTo>
                  <a:cubicBezTo>
                    <a:pt x="2445" y="467"/>
                    <a:pt x="2427" y="568"/>
                    <a:pt x="2354" y="659"/>
                  </a:cubicBezTo>
                  <a:cubicBezTo>
                    <a:pt x="2290" y="732"/>
                    <a:pt x="2161" y="796"/>
                    <a:pt x="2024" y="796"/>
                  </a:cubicBezTo>
                  <a:cubicBezTo>
                    <a:pt x="1887" y="787"/>
                    <a:pt x="1768" y="732"/>
                    <a:pt x="1703" y="659"/>
                  </a:cubicBezTo>
                  <a:cubicBezTo>
                    <a:pt x="1639" y="568"/>
                    <a:pt x="1621" y="467"/>
                    <a:pt x="1621" y="375"/>
                  </a:cubicBezTo>
                  <a:cubicBezTo>
                    <a:pt x="1621" y="265"/>
                    <a:pt x="1676" y="174"/>
                    <a:pt x="1722" y="119"/>
                  </a:cubicBezTo>
                  <a:cubicBezTo>
                    <a:pt x="1768" y="55"/>
                    <a:pt x="1786" y="46"/>
                    <a:pt x="1786" y="28"/>
                  </a:cubicBezTo>
                  <a:cubicBezTo>
                    <a:pt x="1786" y="0"/>
                    <a:pt x="1786" y="0"/>
                    <a:pt x="1786" y="0"/>
                  </a:cubicBezTo>
                  <a:cubicBezTo>
                    <a:pt x="0" y="0"/>
                    <a:pt x="0" y="0"/>
                    <a:pt x="0" y="0"/>
                  </a:cubicBezTo>
                  <a:cubicBezTo>
                    <a:pt x="0" y="879"/>
                    <a:pt x="0" y="879"/>
                    <a:pt x="0" y="879"/>
                  </a:cubicBezTo>
                  <a:cubicBezTo>
                    <a:pt x="101" y="879"/>
                    <a:pt x="101" y="879"/>
                    <a:pt x="101" y="879"/>
                  </a:cubicBezTo>
                  <a:cubicBezTo>
                    <a:pt x="110" y="879"/>
                    <a:pt x="119" y="879"/>
                    <a:pt x="183" y="833"/>
                  </a:cubicBezTo>
                  <a:cubicBezTo>
                    <a:pt x="238" y="787"/>
                    <a:pt x="321" y="741"/>
                    <a:pt x="422" y="741"/>
                  </a:cubicBezTo>
                  <a:cubicBezTo>
                    <a:pt x="522" y="741"/>
                    <a:pt x="623" y="760"/>
                    <a:pt x="705" y="824"/>
                  </a:cubicBezTo>
                  <a:cubicBezTo>
                    <a:pt x="788" y="888"/>
                    <a:pt x="843" y="1017"/>
                    <a:pt x="843" y="1154"/>
                  </a:cubicBezTo>
                  <a:cubicBezTo>
                    <a:pt x="843" y="1291"/>
                    <a:pt x="788" y="1410"/>
                    <a:pt x="705" y="1474"/>
                  </a:cubicBezTo>
                  <a:cubicBezTo>
                    <a:pt x="623" y="1548"/>
                    <a:pt x="522" y="1566"/>
                    <a:pt x="422" y="1566"/>
                  </a:cubicBezTo>
                  <a:cubicBezTo>
                    <a:pt x="312" y="1566"/>
                    <a:pt x="229" y="1511"/>
                    <a:pt x="174" y="1465"/>
                  </a:cubicBezTo>
                  <a:cubicBezTo>
                    <a:pt x="110" y="1410"/>
                    <a:pt x="92" y="1401"/>
                    <a:pt x="82"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7" y="2215"/>
                    <a:pt x="1172" y="2152"/>
                  </a:cubicBezTo>
                  <a:cubicBezTo>
                    <a:pt x="1136" y="2097"/>
                    <a:pt x="1071" y="2005"/>
                    <a:pt x="1071" y="1895"/>
                  </a:cubicBezTo>
                  <a:cubicBezTo>
                    <a:pt x="1071" y="1804"/>
                    <a:pt x="1090" y="1703"/>
                    <a:pt x="1163" y="1612"/>
                  </a:cubicBezTo>
                  <a:cubicBezTo>
                    <a:pt x="1227" y="1539"/>
                    <a:pt x="1347" y="1484"/>
                    <a:pt x="1484" y="1474"/>
                  </a:cubicBezTo>
                  <a:cubicBezTo>
                    <a:pt x="1621" y="1474"/>
                    <a:pt x="1750" y="1539"/>
                    <a:pt x="1813" y="1612"/>
                  </a:cubicBezTo>
                  <a:cubicBezTo>
                    <a:pt x="1878" y="1703"/>
                    <a:pt x="1896" y="1804"/>
                    <a:pt x="1896" y="1895"/>
                  </a:cubicBezTo>
                  <a:cubicBezTo>
                    <a:pt x="1896" y="2005"/>
                    <a:pt x="1850" y="2088"/>
                    <a:pt x="1804" y="2143"/>
                  </a:cubicBezTo>
                  <a:cubicBezTo>
                    <a:pt x="1759" y="2206"/>
                    <a:pt x="1759" y="2215"/>
                    <a:pt x="1759" y="2225"/>
                  </a:cubicBezTo>
                  <a:cubicBezTo>
                    <a:pt x="1759" y="2298"/>
                    <a:pt x="1759" y="2298"/>
                    <a:pt x="1759" y="2298"/>
                  </a:cubicBezTo>
                  <a:cubicBezTo>
                    <a:pt x="2976" y="2298"/>
                    <a:pt x="2976" y="2298"/>
                    <a:pt x="2976" y="2298"/>
                  </a:cubicBezTo>
                  <a:cubicBezTo>
                    <a:pt x="2976" y="0"/>
                    <a:pt x="2976" y="0"/>
                    <a:pt x="2976" y="0"/>
                  </a:cubicBezTo>
                  <a:cubicBezTo>
                    <a:pt x="2299" y="0"/>
                    <a:pt x="2299" y="0"/>
                    <a:pt x="2299" y="0"/>
                  </a:cubicBezTo>
                  <a:lnTo>
                    <a:pt x="2299" y="46"/>
                  </a:ln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8" name="Freeform 10"/>
            <p:cNvSpPr>
              <a:spLocks noChangeArrowheads="1"/>
            </p:cNvSpPr>
            <p:nvPr/>
          </p:nvSpPr>
          <p:spPr bwMode="auto">
            <a:xfrm>
              <a:off x="7488405" y="7963958"/>
              <a:ext cx="1938890" cy="1907647"/>
            </a:xfrm>
            <a:custGeom>
              <a:avLst/>
              <a:gdLst>
                <a:gd name="T0" fmla="*/ 2297 w 3232"/>
                <a:gd name="T1" fmla="*/ 46 h 3178"/>
                <a:gd name="T2" fmla="*/ 2297 w 3232"/>
                <a:gd name="T3" fmla="*/ 46 h 3178"/>
                <a:gd name="T4" fmla="*/ 2352 w 3232"/>
                <a:gd name="T5" fmla="*/ 129 h 3178"/>
                <a:gd name="T6" fmla="*/ 2444 w 3232"/>
                <a:gd name="T7" fmla="*/ 375 h 3178"/>
                <a:gd name="T8" fmla="*/ 2352 w 3232"/>
                <a:gd name="T9" fmla="*/ 659 h 3178"/>
                <a:gd name="T10" fmla="*/ 2032 w 3232"/>
                <a:gd name="T11" fmla="*/ 796 h 3178"/>
                <a:gd name="T12" fmla="*/ 1702 w 3232"/>
                <a:gd name="T13" fmla="*/ 659 h 3178"/>
                <a:gd name="T14" fmla="*/ 1620 w 3232"/>
                <a:gd name="T15" fmla="*/ 375 h 3178"/>
                <a:gd name="T16" fmla="*/ 1720 w 3232"/>
                <a:gd name="T17" fmla="*/ 119 h 3178"/>
                <a:gd name="T18" fmla="*/ 1784 w 3232"/>
                <a:gd name="T19" fmla="*/ 28 h 3178"/>
                <a:gd name="T20" fmla="*/ 1784 w 3232"/>
                <a:gd name="T21" fmla="*/ 0 h 3178"/>
                <a:gd name="T22" fmla="*/ 0 w 3232"/>
                <a:gd name="T23" fmla="*/ 0 h 3178"/>
                <a:gd name="T24" fmla="*/ 0 w 3232"/>
                <a:gd name="T25" fmla="*/ 2298 h 3178"/>
                <a:gd name="T26" fmla="*/ 328 w 3232"/>
                <a:gd name="T27" fmla="*/ 2298 h 3178"/>
                <a:gd name="T28" fmla="*/ 328 w 3232"/>
                <a:gd name="T29" fmla="*/ 2582 h 3178"/>
                <a:gd name="T30" fmla="*/ 328 w 3232"/>
                <a:gd name="T31" fmla="*/ 2591 h 3178"/>
                <a:gd name="T32" fmla="*/ 228 w 3232"/>
                <a:gd name="T33" fmla="*/ 2765 h 3178"/>
                <a:gd name="T34" fmla="*/ 164 w 3232"/>
                <a:gd name="T35" fmla="*/ 2921 h 3178"/>
                <a:gd name="T36" fmla="*/ 210 w 3232"/>
                <a:gd name="T37" fmla="*/ 3095 h 3178"/>
                <a:gd name="T38" fmla="*/ 411 w 3232"/>
                <a:gd name="T39" fmla="*/ 3177 h 3178"/>
                <a:gd name="T40" fmla="*/ 604 w 3232"/>
                <a:gd name="T41" fmla="*/ 3104 h 3178"/>
                <a:gd name="T42" fmla="*/ 659 w 3232"/>
                <a:gd name="T43" fmla="*/ 2921 h 3178"/>
                <a:gd name="T44" fmla="*/ 595 w 3232"/>
                <a:gd name="T45" fmla="*/ 2774 h 3178"/>
                <a:gd name="T46" fmla="*/ 512 w 3232"/>
                <a:gd name="T47" fmla="*/ 2591 h 3178"/>
                <a:gd name="T48" fmla="*/ 512 w 3232"/>
                <a:gd name="T49" fmla="*/ 2298 h 3178"/>
                <a:gd name="T50" fmla="*/ 1556 w 3232"/>
                <a:gd name="T51" fmla="*/ 2298 h 3178"/>
                <a:gd name="T52" fmla="*/ 3085 w 3232"/>
                <a:gd name="T53" fmla="*/ 467 h 3178"/>
                <a:gd name="T54" fmla="*/ 3231 w 3232"/>
                <a:gd name="T55" fmla="*/ 0 h 3178"/>
                <a:gd name="T56" fmla="*/ 2297 w 3232"/>
                <a:gd name="T57" fmla="*/ 0 h 3178"/>
                <a:gd name="T58" fmla="*/ 2297 w 3232"/>
                <a:gd name="T59" fmla="*/ 46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32" h="3178">
                  <a:moveTo>
                    <a:pt x="2297" y="46"/>
                  </a:moveTo>
                  <a:lnTo>
                    <a:pt x="2297" y="46"/>
                  </a:lnTo>
                  <a:cubicBezTo>
                    <a:pt x="2297" y="55"/>
                    <a:pt x="2306" y="64"/>
                    <a:pt x="2352" y="129"/>
                  </a:cubicBezTo>
                  <a:cubicBezTo>
                    <a:pt x="2389" y="183"/>
                    <a:pt x="2444" y="265"/>
                    <a:pt x="2444" y="375"/>
                  </a:cubicBezTo>
                  <a:cubicBezTo>
                    <a:pt x="2444" y="467"/>
                    <a:pt x="2426" y="568"/>
                    <a:pt x="2352" y="659"/>
                  </a:cubicBezTo>
                  <a:cubicBezTo>
                    <a:pt x="2288" y="732"/>
                    <a:pt x="2169" y="796"/>
                    <a:pt x="2032" y="796"/>
                  </a:cubicBezTo>
                  <a:cubicBezTo>
                    <a:pt x="1894" y="787"/>
                    <a:pt x="1775" y="732"/>
                    <a:pt x="1702" y="659"/>
                  </a:cubicBezTo>
                  <a:cubicBezTo>
                    <a:pt x="1639" y="568"/>
                    <a:pt x="1620" y="467"/>
                    <a:pt x="1620" y="375"/>
                  </a:cubicBezTo>
                  <a:cubicBezTo>
                    <a:pt x="1620" y="265"/>
                    <a:pt x="1675" y="174"/>
                    <a:pt x="1720" y="119"/>
                  </a:cubicBezTo>
                  <a:cubicBezTo>
                    <a:pt x="1766" y="55"/>
                    <a:pt x="1784" y="46"/>
                    <a:pt x="1784" y="28"/>
                  </a:cubicBezTo>
                  <a:cubicBezTo>
                    <a:pt x="1784" y="0"/>
                    <a:pt x="1784" y="0"/>
                    <a:pt x="1784" y="0"/>
                  </a:cubicBezTo>
                  <a:cubicBezTo>
                    <a:pt x="0" y="0"/>
                    <a:pt x="0" y="0"/>
                    <a:pt x="0" y="0"/>
                  </a:cubicBezTo>
                  <a:cubicBezTo>
                    <a:pt x="0" y="2298"/>
                    <a:pt x="0" y="2298"/>
                    <a:pt x="0" y="2298"/>
                  </a:cubicBezTo>
                  <a:cubicBezTo>
                    <a:pt x="328" y="2298"/>
                    <a:pt x="328" y="2298"/>
                    <a:pt x="328" y="2298"/>
                  </a:cubicBezTo>
                  <a:cubicBezTo>
                    <a:pt x="328" y="2582"/>
                    <a:pt x="328" y="2582"/>
                    <a:pt x="328" y="2582"/>
                  </a:cubicBezTo>
                  <a:lnTo>
                    <a:pt x="328" y="2591"/>
                  </a:lnTo>
                  <a:cubicBezTo>
                    <a:pt x="319" y="2673"/>
                    <a:pt x="265" y="2719"/>
                    <a:pt x="228" y="2765"/>
                  </a:cubicBezTo>
                  <a:cubicBezTo>
                    <a:pt x="192" y="2820"/>
                    <a:pt x="164" y="2857"/>
                    <a:pt x="164" y="2921"/>
                  </a:cubicBezTo>
                  <a:cubicBezTo>
                    <a:pt x="164" y="2994"/>
                    <a:pt x="173" y="3059"/>
                    <a:pt x="210" y="3095"/>
                  </a:cubicBezTo>
                  <a:cubicBezTo>
                    <a:pt x="246" y="3140"/>
                    <a:pt x="301" y="3177"/>
                    <a:pt x="411" y="3177"/>
                  </a:cubicBezTo>
                  <a:cubicBezTo>
                    <a:pt x="512" y="3177"/>
                    <a:pt x="567" y="3150"/>
                    <a:pt x="604" y="3104"/>
                  </a:cubicBezTo>
                  <a:cubicBezTo>
                    <a:pt x="641" y="3059"/>
                    <a:pt x="659" y="2985"/>
                    <a:pt x="659" y="2921"/>
                  </a:cubicBezTo>
                  <a:cubicBezTo>
                    <a:pt x="659" y="2866"/>
                    <a:pt x="632" y="2820"/>
                    <a:pt x="595" y="2774"/>
                  </a:cubicBezTo>
                  <a:cubicBezTo>
                    <a:pt x="567" y="2719"/>
                    <a:pt x="512" y="2673"/>
                    <a:pt x="512" y="2591"/>
                  </a:cubicBezTo>
                  <a:cubicBezTo>
                    <a:pt x="512" y="2298"/>
                    <a:pt x="512" y="2298"/>
                    <a:pt x="512" y="2298"/>
                  </a:cubicBezTo>
                  <a:cubicBezTo>
                    <a:pt x="1556" y="2298"/>
                    <a:pt x="1556" y="2298"/>
                    <a:pt x="1556" y="2298"/>
                  </a:cubicBezTo>
                  <a:cubicBezTo>
                    <a:pt x="2260" y="1831"/>
                    <a:pt x="2801" y="1218"/>
                    <a:pt x="3085" y="467"/>
                  </a:cubicBezTo>
                  <a:cubicBezTo>
                    <a:pt x="3149" y="274"/>
                    <a:pt x="3195" y="129"/>
                    <a:pt x="3231" y="0"/>
                  </a:cubicBezTo>
                  <a:cubicBezTo>
                    <a:pt x="2297" y="0"/>
                    <a:pt x="2297" y="0"/>
                    <a:pt x="2297" y="0"/>
                  </a:cubicBezTo>
                  <a:lnTo>
                    <a:pt x="2297" y="46"/>
                  </a:ln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49" name="Freeform 11"/>
            <p:cNvSpPr>
              <a:spLocks noChangeArrowheads="1"/>
            </p:cNvSpPr>
            <p:nvPr/>
          </p:nvSpPr>
          <p:spPr bwMode="auto">
            <a:xfrm>
              <a:off x="3679398" y="8948209"/>
              <a:ext cx="2280114" cy="1902355"/>
            </a:xfrm>
            <a:custGeom>
              <a:avLst/>
              <a:gdLst>
                <a:gd name="T0" fmla="*/ 1502 w 3801"/>
                <a:gd name="T1" fmla="*/ 586 h 3169"/>
                <a:gd name="T2" fmla="*/ 1502 w 3801"/>
                <a:gd name="T3" fmla="*/ 586 h 3169"/>
                <a:gd name="T4" fmla="*/ 1594 w 3801"/>
                <a:gd name="T5" fmla="*/ 413 h 3169"/>
                <a:gd name="T6" fmla="*/ 1648 w 3801"/>
                <a:gd name="T7" fmla="*/ 256 h 3169"/>
                <a:gd name="T8" fmla="*/ 1603 w 3801"/>
                <a:gd name="T9" fmla="*/ 82 h 3169"/>
                <a:gd name="T10" fmla="*/ 1401 w 3801"/>
                <a:gd name="T11" fmla="*/ 0 h 3169"/>
                <a:gd name="T12" fmla="*/ 1208 w 3801"/>
                <a:gd name="T13" fmla="*/ 82 h 3169"/>
                <a:gd name="T14" fmla="*/ 1154 w 3801"/>
                <a:gd name="T15" fmla="*/ 256 h 3169"/>
                <a:gd name="T16" fmla="*/ 1218 w 3801"/>
                <a:gd name="T17" fmla="*/ 413 h 3169"/>
                <a:gd name="T18" fmla="*/ 1318 w 3801"/>
                <a:gd name="T19" fmla="*/ 586 h 3169"/>
                <a:gd name="T20" fmla="*/ 1318 w 3801"/>
                <a:gd name="T21" fmla="*/ 595 h 3169"/>
                <a:gd name="T22" fmla="*/ 1318 w 3801"/>
                <a:gd name="T23" fmla="*/ 907 h 3169"/>
                <a:gd name="T24" fmla="*/ 0 w 3801"/>
                <a:gd name="T25" fmla="*/ 907 h 3169"/>
                <a:gd name="T26" fmla="*/ 73 w 3801"/>
                <a:gd name="T27" fmla="*/ 943 h 3169"/>
                <a:gd name="T28" fmla="*/ 73 w 3801"/>
                <a:gd name="T29" fmla="*/ 1795 h 3169"/>
                <a:gd name="T30" fmla="*/ 504 w 3801"/>
                <a:gd name="T31" fmla="*/ 2912 h 3169"/>
                <a:gd name="T32" fmla="*/ 2601 w 3801"/>
                <a:gd name="T33" fmla="*/ 2912 h 3169"/>
                <a:gd name="T34" fmla="*/ 3031 w 3801"/>
                <a:gd name="T35" fmla="*/ 1795 h 3169"/>
                <a:gd name="T36" fmla="*/ 3031 w 3801"/>
                <a:gd name="T37" fmla="*/ 1703 h 3169"/>
                <a:gd name="T38" fmla="*/ 3754 w 3801"/>
                <a:gd name="T39" fmla="*/ 1730 h 3169"/>
                <a:gd name="T40" fmla="*/ 3800 w 3801"/>
                <a:gd name="T41" fmla="*/ 1730 h 3169"/>
                <a:gd name="T42" fmla="*/ 3800 w 3801"/>
                <a:gd name="T43" fmla="*/ 907 h 3169"/>
                <a:gd name="T44" fmla="*/ 1502 w 3801"/>
                <a:gd name="T45" fmla="*/ 907 h 3169"/>
                <a:gd name="T46" fmla="*/ 1502 w 3801"/>
                <a:gd name="T47" fmla="*/ 586 h 3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01" h="3169">
                  <a:moveTo>
                    <a:pt x="1502" y="586"/>
                  </a:moveTo>
                  <a:lnTo>
                    <a:pt x="1502" y="586"/>
                  </a:lnTo>
                  <a:cubicBezTo>
                    <a:pt x="1502" y="504"/>
                    <a:pt x="1557" y="458"/>
                    <a:pt x="1594" y="413"/>
                  </a:cubicBezTo>
                  <a:cubicBezTo>
                    <a:pt x="1630" y="357"/>
                    <a:pt x="1648" y="321"/>
                    <a:pt x="1648" y="256"/>
                  </a:cubicBezTo>
                  <a:cubicBezTo>
                    <a:pt x="1648" y="192"/>
                    <a:pt x="1639" y="119"/>
                    <a:pt x="1603" y="82"/>
                  </a:cubicBezTo>
                  <a:cubicBezTo>
                    <a:pt x="1566" y="36"/>
                    <a:pt x="1511" y="0"/>
                    <a:pt x="1401" y="0"/>
                  </a:cubicBezTo>
                  <a:cubicBezTo>
                    <a:pt x="1300" y="9"/>
                    <a:pt x="1236" y="36"/>
                    <a:pt x="1208" y="82"/>
                  </a:cubicBezTo>
                  <a:cubicBezTo>
                    <a:pt x="1172" y="128"/>
                    <a:pt x="1154" y="192"/>
                    <a:pt x="1154" y="256"/>
                  </a:cubicBezTo>
                  <a:cubicBezTo>
                    <a:pt x="1154" y="321"/>
                    <a:pt x="1181" y="357"/>
                    <a:pt x="1218" y="413"/>
                  </a:cubicBezTo>
                  <a:cubicBezTo>
                    <a:pt x="1254" y="458"/>
                    <a:pt x="1309" y="504"/>
                    <a:pt x="1318" y="586"/>
                  </a:cubicBezTo>
                  <a:cubicBezTo>
                    <a:pt x="1318" y="595"/>
                    <a:pt x="1318" y="595"/>
                    <a:pt x="1318" y="595"/>
                  </a:cubicBezTo>
                  <a:cubicBezTo>
                    <a:pt x="1318" y="907"/>
                    <a:pt x="1318" y="907"/>
                    <a:pt x="1318" y="907"/>
                  </a:cubicBezTo>
                  <a:cubicBezTo>
                    <a:pt x="0" y="907"/>
                    <a:pt x="0" y="907"/>
                    <a:pt x="0" y="907"/>
                  </a:cubicBezTo>
                  <a:cubicBezTo>
                    <a:pt x="28" y="916"/>
                    <a:pt x="46" y="934"/>
                    <a:pt x="73" y="943"/>
                  </a:cubicBezTo>
                  <a:cubicBezTo>
                    <a:pt x="73" y="1795"/>
                    <a:pt x="73" y="1795"/>
                    <a:pt x="73" y="1795"/>
                  </a:cubicBezTo>
                  <a:cubicBezTo>
                    <a:pt x="64" y="2207"/>
                    <a:pt x="229" y="2619"/>
                    <a:pt x="504" y="2912"/>
                  </a:cubicBezTo>
                  <a:cubicBezTo>
                    <a:pt x="1337" y="3140"/>
                    <a:pt x="1849" y="3168"/>
                    <a:pt x="2601" y="2912"/>
                  </a:cubicBezTo>
                  <a:cubicBezTo>
                    <a:pt x="2875" y="2619"/>
                    <a:pt x="3031" y="2207"/>
                    <a:pt x="3031" y="1795"/>
                  </a:cubicBezTo>
                  <a:cubicBezTo>
                    <a:pt x="3031" y="1703"/>
                    <a:pt x="3031" y="1703"/>
                    <a:pt x="3031" y="1703"/>
                  </a:cubicBezTo>
                  <a:cubicBezTo>
                    <a:pt x="3259" y="1721"/>
                    <a:pt x="3507" y="1730"/>
                    <a:pt x="3754" y="1730"/>
                  </a:cubicBezTo>
                  <a:cubicBezTo>
                    <a:pt x="3763" y="1730"/>
                    <a:pt x="3782" y="1730"/>
                    <a:pt x="3800" y="1730"/>
                  </a:cubicBezTo>
                  <a:cubicBezTo>
                    <a:pt x="3800" y="907"/>
                    <a:pt x="3800" y="907"/>
                    <a:pt x="3800" y="907"/>
                  </a:cubicBezTo>
                  <a:cubicBezTo>
                    <a:pt x="1502" y="907"/>
                    <a:pt x="1502" y="907"/>
                    <a:pt x="1502" y="907"/>
                  </a:cubicBezTo>
                  <a:lnTo>
                    <a:pt x="1502" y="586"/>
                  </a:ln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50" name="Freeform 12"/>
            <p:cNvSpPr>
              <a:spLocks noChangeArrowheads="1"/>
            </p:cNvSpPr>
            <p:nvPr/>
          </p:nvSpPr>
          <p:spPr bwMode="auto">
            <a:xfrm>
              <a:off x="6102350" y="8948208"/>
              <a:ext cx="2076437" cy="1830917"/>
            </a:xfrm>
            <a:custGeom>
              <a:avLst/>
              <a:gdLst>
                <a:gd name="T0" fmla="*/ 2985 w 3462"/>
                <a:gd name="T1" fmla="*/ 952 h 3050"/>
                <a:gd name="T2" fmla="*/ 2985 w 3462"/>
                <a:gd name="T3" fmla="*/ 952 h 3050"/>
                <a:gd name="T4" fmla="*/ 3040 w 3462"/>
                <a:gd name="T5" fmla="*/ 1034 h 3050"/>
                <a:gd name="T6" fmla="*/ 3131 w 3462"/>
                <a:gd name="T7" fmla="*/ 1282 h 3050"/>
                <a:gd name="T8" fmla="*/ 3040 w 3462"/>
                <a:gd name="T9" fmla="*/ 1565 h 3050"/>
                <a:gd name="T10" fmla="*/ 2719 w 3462"/>
                <a:gd name="T11" fmla="*/ 1703 h 3050"/>
                <a:gd name="T12" fmla="*/ 2390 w 3462"/>
                <a:gd name="T13" fmla="*/ 1565 h 3050"/>
                <a:gd name="T14" fmla="*/ 2308 w 3462"/>
                <a:gd name="T15" fmla="*/ 1282 h 3050"/>
                <a:gd name="T16" fmla="*/ 2408 w 3462"/>
                <a:gd name="T17" fmla="*/ 1034 h 3050"/>
                <a:gd name="T18" fmla="*/ 2472 w 3462"/>
                <a:gd name="T19" fmla="*/ 934 h 3050"/>
                <a:gd name="T20" fmla="*/ 2472 w 3462"/>
                <a:gd name="T21" fmla="*/ 907 h 3050"/>
                <a:gd name="T22" fmla="*/ 686 w 3462"/>
                <a:gd name="T23" fmla="*/ 907 h 3050"/>
                <a:gd name="T24" fmla="*/ 686 w 3462"/>
                <a:gd name="T25" fmla="*/ 586 h 3050"/>
                <a:gd name="T26" fmla="*/ 769 w 3462"/>
                <a:gd name="T27" fmla="*/ 413 h 3050"/>
                <a:gd name="T28" fmla="*/ 833 w 3462"/>
                <a:gd name="T29" fmla="*/ 256 h 3050"/>
                <a:gd name="T30" fmla="*/ 778 w 3462"/>
                <a:gd name="T31" fmla="*/ 82 h 3050"/>
                <a:gd name="T32" fmla="*/ 577 w 3462"/>
                <a:gd name="T33" fmla="*/ 0 h 3050"/>
                <a:gd name="T34" fmla="*/ 385 w 3462"/>
                <a:gd name="T35" fmla="*/ 82 h 3050"/>
                <a:gd name="T36" fmla="*/ 330 w 3462"/>
                <a:gd name="T37" fmla="*/ 256 h 3050"/>
                <a:gd name="T38" fmla="*/ 394 w 3462"/>
                <a:gd name="T39" fmla="*/ 413 h 3050"/>
                <a:gd name="T40" fmla="*/ 495 w 3462"/>
                <a:gd name="T41" fmla="*/ 586 h 3050"/>
                <a:gd name="T42" fmla="*/ 495 w 3462"/>
                <a:gd name="T43" fmla="*/ 595 h 3050"/>
                <a:gd name="T44" fmla="*/ 495 w 3462"/>
                <a:gd name="T45" fmla="*/ 907 h 3050"/>
                <a:gd name="T46" fmla="*/ 0 w 3462"/>
                <a:gd name="T47" fmla="*/ 907 h 3050"/>
                <a:gd name="T48" fmla="*/ 0 w 3462"/>
                <a:gd name="T49" fmla="*/ 1721 h 3050"/>
                <a:gd name="T50" fmla="*/ 449 w 3462"/>
                <a:gd name="T51" fmla="*/ 1703 h 3050"/>
                <a:gd name="T52" fmla="*/ 449 w 3462"/>
                <a:gd name="T53" fmla="*/ 1795 h 3050"/>
                <a:gd name="T54" fmla="*/ 879 w 3462"/>
                <a:gd name="T55" fmla="*/ 2912 h 3050"/>
                <a:gd name="T56" fmla="*/ 2985 w 3462"/>
                <a:gd name="T57" fmla="*/ 2912 h 3050"/>
                <a:gd name="T58" fmla="*/ 3407 w 3462"/>
                <a:gd name="T59" fmla="*/ 1795 h 3050"/>
                <a:gd name="T60" fmla="*/ 3407 w 3462"/>
                <a:gd name="T61" fmla="*/ 934 h 3050"/>
                <a:gd name="T62" fmla="*/ 3461 w 3462"/>
                <a:gd name="T63" fmla="*/ 907 h 3050"/>
                <a:gd name="T64" fmla="*/ 2985 w 3462"/>
                <a:gd name="T65" fmla="*/ 907 h 3050"/>
                <a:gd name="T66" fmla="*/ 2985 w 3462"/>
                <a:gd name="T67" fmla="*/ 95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62" h="3050">
                  <a:moveTo>
                    <a:pt x="2985" y="952"/>
                  </a:moveTo>
                  <a:lnTo>
                    <a:pt x="2985" y="952"/>
                  </a:lnTo>
                  <a:cubicBezTo>
                    <a:pt x="2985" y="971"/>
                    <a:pt x="2994" y="971"/>
                    <a:pt x="3040" y="1034"/>
                  </a:cubicBezTo>
                  <a:cubicBezTo>
                    <a:pt x="3076" y="1089"/>
                    <a:pt x="3131" y="1172"/>
                    <a:pt x="3131" y="1282"/>
                  </a:cubicBezTo>
                  <a:cubicBezTo>
                    <a:pt x="3131" y="1374"/>
                    <a:pt x="3113" y="1474"/>
                    <a:pt x="3040" y="1565"/>
                  </a:cubicBezTo>
                  <a:cubicBezTo>
                    <a:pt x="2976" y="1648"/>
                    <a:pt x="2857" y="1703"/>
                    <a:pt x="2719" y="1703"/>
                  </a:cubicBezTo>
                  <a:cubicBezTo>
                    <a:pt x="2582" y="1703"/>
                    <a:pt x="2463" y="1639"/>
                    <a:pt x="2390" y="1565"/>
                  </a:cubicBezTo>
                  <a:cubicBezTo>
                    <a:pt x="2326" y="1483"/>
                    <a:pt x="2308" y="1374"/>
                    <a:pt x="2308" y="1282"/>
                  </a:cubicBezTo>
                  <a:cubicBezTo>
                    <a:pt x="2308" y="1172"/>
                    <a:pt x="2362" y="1089"/>
                    <a:pt x="2408" y="1034"/>
                  </a:cubicBezTo>
                  <a:cubicBezTo>
                    <a:pt x="2454" y="971"/>
                    <a:pt x="2472" y="952"/>
                    <a:pt x="2472" y="934"/>
                  </a:cubicBezTo>
                  <a:cubicBezTo>
                    <a:pt x="2472" y="907"/>
                    <a:pt x="2472" y="907"/>
                    <a:pt x="2472" y="907"/>
                  </a:cubicBezTo>
                  <a:cubicBezTo>
                    <a:pt x="686" y="907"/>
                    <a:pt x="686" y="907"/>
                    <a:pt x="686" y="907"/>
                  </a:cubicBezTo>
                  <a:cubicBezTo>
                    <a:pt x="686" y="586"/>
                    <a:pt x="686" y="586"/>
                    <a:pt x="686" y="586"/>
                  </a:cubicBezTo>
                  <a:cubicBezTo>
                    <a:pt x="686" y="504"/>
                    <a:pt x="732" y="458"/>
                    <a:pt x="769" y="413"/>
                  </a:cubicBezTo>
                  <a:cubicBezTo>
                    <a:pt x="806" y="357"/>
                    <a:pt x="833" y="321"/>
                    <a:pt x="833" y="256"/>
                  </a:cubicBezTo>
                  <a:cubicBezTo>
                    <a:pt x="833" y="192"/>
                    <a:pt x="815" y="119"/>
                    <a:pt x="778" y="82"/>
                  </a:cubicBezTo>
                  <a:cubicBezTo>
                    <a:pt x="741" y="36"/>
                    <a:pt x="686" y="0"/>
                    <a:pt x="577" y="0"/>
                  </a:cubicBezTo>
                  <a:cubicBezTo>
                    <a:pt x="477" y="9"/>
                    <a:pt x="421" y="36"/>
                    <a:pt x="385" y="82"/>
                  </a:cubicBezTo>
                  <a:cubicBezTo>
                    <a:pt x="348" y="128"/>
                    <a:pt x="330" y="192"/>
                    <a:pt x="330" y="256"/>
                  </a:cubicBezTo>
                  <a:cubicBezTo>
                    <a:pt x="330" y="321"/>
                    <a:pt x="357" y="357"/>
                    <a:pt x="394" y="413"/>
                  </a:cubicBezTo>
                  <a:cubicBezTo>
                    <a:pt x="440" y="458"/>
                    <a:pt x="486" y="504"/>
                    <a:pt x="495" y="586"/>
                  </a:cubicBezTo>
                  <a:cubicBezTo>
                    <a:pt x="495" y="595"/>
                    <a:pt x="495" y="595"/>
                    <a:pt x="495" y="595"/>
                  </a:cubicBezTo>
                  <a:cubicBezTo>
                    <a:pt x="495" y="907"/>
                    <a:pt x="495" y="907"/>
                    <a:pt x="495" y="907"/>
                  </a:cubicBezTo>
                  <a:cubicBezTo>
                    <a:pt x="0" y="907"/>
                    <a:pt x="0" y="907"/>
                    <a:pt x="0" y="907"/>
                  </a:cubicBezTo>
                  <a:cubicBezTo>
                    <a:pt x="0" y="1721"/>
                    <a:pt x="0" y="1721"/>
                    <a:pt x="0" y="1721"/>
                  </a:cubicBezTo>
                  <a:cubicBezTo>
                    <a:pt x="155" y="1721"/>
                    <a:pt x="302" y="1721"/>
                    <a:pt x="449" y="1703"/>
                  </a:cubicBezTo>
                  <a:cubicBezTo>
                    <a:pt x="449" y="1795"/>
                    <a:pt x="449" y="1795"/>
                    <a:pt x="449" y="1795"/>
                  </a:cubicBezTo>
                  <a:cubicBezTo>
                    <a:pt x="449" y="2207"/>
                    <a:pt x="604" y="2619"/>
                    <a:pt x="879" y="2912"/>
                  </a:cubicBezTo>
                  <a:cubicBezTo>
                    <a:pt x="1712" y="3049"/>
                    <a:pt x="2207" y="3049"/>
                    <a:pt x="2985" y="2912"/>
                  </a:cubicBezTo>
                  <a:cubicBezTo>
                    <a:pt x="3260" y="2619"/>
                    <a:pt x="3416" y="2207"/>
                    <a:pt x="3407" y="1795"/>
                  </a:cubicBezTo>
                  <a:cubicBezTo>
                    <a:pt x="3407" y="934"/>
                    <a:pt x="3407" y="934"/>
                    <a:pt x="3407" y="934"/>
                  </a:cubicBezTo>
                  <a:cubicBezTo>
                    <a:pt x="3425" y="925"/>
                    <a:pt x="3443" y="916"/>
                    <a:pt x="3461" y="907"/>
                  </a:cubicBezTo>
                  <a:cubicBezTo>
                    <a:pt x="2985" y="907"/>
                    <a:pt x="2985" y="907"/>
                    <a:pt x="2985" y="907"/>
                  </a:cubicBezTo>
                  <a:lnTo>
                    <a:pt x="2985" y="952"/>
                  </a:ln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51" name="Freeform 13"/>
            <p:cNvSpPr>
              <a:spLocks noChangeArrowheads="1"/>
            </p:cNvSpPr>
            <p:nvPr/>
          </p:nvSpPr>
          <p:spPr bwMode="auto">
            <a:xfrm>
              <a:off x="4811518" y="2053167"/>
              <a:ext cx="2856756" cy="2465917"/>
            </a:xfrm>
            <a:custGeom>
              <a:avLst/>
              <a:gdLst>
                <a:gd name="T0" fmla="*/ 3717 w 4762"/>
                <a:gd name="T1" fmla="*/ 100 h 4111"/>
                <a:gd name="T2" fmla="*/ 3717 w 4762"/>
                <a:gd name="T3" fmla="*/ 100 h 4111"/>
                <a:gd name="T4" fmla="*/ 3379 w 4762"/>
                <a:gd name="T5" fmla="*/ 45 h 4111"/>
                <a:gd name="T6" fmla="*/ 1438 w 4762"/>
                <a:gd name="T7" fmla="*/ 887 h 4111"/>
                <a:gd name="T8" fmla="*/ 1438 w 4762"/>
                <a:gd name="T9" fmla="*/ 887 h 4111"/>
                <a:gd name="T10" fmla="*/ 28 w 4762"/>
                <a:gd name="T11" fmla="*/ 2370 h 4111"/>
                <a:gd name="T12" fmla="*/ 9 w 4762"/>
                <a:gd name="T13" fmla="*/ 2398 h 4111"/>
                <a:gd name="T14" fmla="*/ 9 w 4762"/>
                <a:gd name="T15" fmla="*/ 2398 h 4111"/>
                <a:gd name="T16" fmla="*/ 28 w 4762"/>
                <a:gd name="T17" fmla="*/ 2389 h 4111"/>
                <a:gd name="T18" fmla="*/ 266 w 4762"/>
                <a:gd name="T19" fmla="*/ 3771 h 4111"/>
                <a:gd name="T20" fmla="*/ 375 w 4762"/>
                <a:gd name="T21" fmla="*/ 4019 h 4111"/>
                <a:gd name="T22" fmla="*/ 660 w 4762"/>
                <a:gd name="T23" fmla="*/ 4101 h 4111"/>
                <a:gd name="T24" fmla="*/ 879 w 4762"/>
                <a:gd name="T25" fmla="*/ 2297 h 4111"/>
                <a:gd name="T26" fmla="*/ 961 w 4762"/>
                <a:gd name="T27" fmla="*/ 2215 h 4111"/>
                <a:gd name="T28" fmla="*/ 1053 w 4762"/>
                <a:gd name="T29" fmla="*/ 2151 h 4111"/>
                <a:gd name="T30" fmla="*/ 2134 w 4762"/>
                <a:gd name="T31" fmla="*/ 1904 h 4111"/>
                <a:gd name="T32" fmla="*/ 2629 w 4762"/>
                <a:gd name="T33" fmla="*/ 2114 h 4111"/>
                <a:gd name="T34" fmla="*/ 2180 w 4762"/>
                <a:gd name="T35" fmla="*/ 2572 h 4111"/>
                <a:gd name="T36" fmla="*/ 2015 w 4762"/>
                <a:gd name="T37" fmla="*/ 2929 h 4111"/>
                <a:gd name="T38" fmla="*/ 2134 w 4762"/>
                <a:gd name="T39" fmla="*/ 3259 h 4111"/>
                <a:gd name="T40" fmla="*/ 2811 w 4762"/>
                <a:gd name="T41" fmla="*/ 3185 h 4111"/>
                <a:gd name="T42" fmla="*/ 4166 w 4762"/>
                <a:gd name="T43" fmla="*/ 2178 h 4111"/>
                <a:gd name="T44" fmla="*/ 4423 w 4762"/>
                <a:gd name="T45" fmla="*/ 1977 h 4111"/>
                <a:gd name="T46" fmla="*/ 4706 w 4762"/>
                <a:gd name="T47" fmla="*/ 1281 h 4111"/>
                <a:gd name="T48" fmla="*/ 4624 w 4762"/>
                <a:gd name="T49" fmla="*/ 915 h 4111"/>
                <a:gd name="T50" fmla="*/ 3717 w 4762"/>
                <a:gd name="T51" fmla="*/ 10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62" h="4111">
                  <a:moveTo>
                    <a:pt x="3717" y="100"/>
                  </a:moveTo>
                  <a:lnTo>
                    <a:pt x="3717" y="100"/>
                  </a:lnTo>
                  <a:cubicBezTo>
                    <a:pt x="3626" y="18"/>
                    <a:pt x="3489" y="0"/>
                    <a:pt x="3379" y="45"/>
                  </a:cubicBezTo>
                  <a:cubicBezTo>
                    <a:pt x="1438" y="887"/>
                    <a:pt x="1438" y="887"/>
                    <a:pt x="1438" y="887"/>
                  </a:cubicBezTo>
                  <a:lnTo>
                    <a:pt x="1438" y="887"/>
                  </a:lnTo>
                  <a:cubicBezTo>
                    <a:pt x="1209" y="988"/>
                    <a:pt x="0" y="2142"/>
                    <a:pt x="28" y="2370"/>
                  </a:cubicBezTo>
                  <a:cubicBezTo>
                    <a:pt x="28" y="2380"/>
                    <a:pt x="9" y="2389"/>
                    <a:pt x="9" y="2398"/>
                  </a:cubicBezTo>
                  <a:lnTo>
                    <a:pt x="9" y="2398"/>
                  </a:lnTo>
                  <a:lnTo>
                    <a:pt x="28" y="2389"/>
                  </a:lnTo>
                  <a:cubicBezTo>
                    <a:pt x="266" y="3771"/>
                    <a:pt x="266" y="3771"/>
                    <a:pt x="266" y="3771"/>
                  </a:cubicBezTo>
                  <a:cubicBezTo>
                    <a:pt x="266" y="3863"/>
                    <a:pt x="311" y="3955"/>
                    <a:pt x="375" y="4019"/>
                  </a:cubicBezTo>
                  <a:cubicBezTo>
                    <a:pt x="449" y="4083"/>
                    <a:pt x="559" y="4110"/>
                    <a:pt x="660" y="4101"/>
                  </a:cubicBezTo>
                  <a:cubicBezTo>
                    <a:pt x="348" y="3525"/>
                    <a:pt x="412" y="2801"/>
                    <a:pt x="879" y="2297"/>
                  </a:cubicBezTo>
                  <a:cubicBezTo>
                    <a:pt x="916" y="2260"/>
                    <a:pt x="943" y="2233"/>
                    <a:pt x="961" y="2215"/>
                  </a:cubicBezTo>
                  <a:cubicBezTo>
                    <a:pt x="989" y="2187"/>
                    <a:pt x="1026" y="2160"/>
                    <a:pt x="1053" y="2151"/>
                  </a:cubicBezTo>
                  <a:cubicBezTo>
                    <a:pt x="1438" y="2060"/>
                    <a:pt x="1849" y="1968"/>
                    <a:pt x="2134" y="1904"/>
                  </a:cubicBezTo>
                  <a:cubicBezTo>
                    <a:pt x="2143" y="1904"/>
                    <a:pt x="2509" y="1913"/>
                    <a:pt x="2629" y="2114"/>
                  </a:cubicBezTo>
                  <a:cubicBezTo>
                    <a:pt x="2180" y="2572"/>
                    <a:pt x="2180" y="2572"/>
                    <a:pt x="2180" y="2572"/>
                  </a:cubicBezTo>
                  <a:cubicBezTo>
                    <a:pt x="2088" y="2673"/>
                    <a:pt x="2024" y="2801"/>
                    <a:pt x="2015" y="2929"/>
                  </a:cubicBezTo>
                  <a:cubicBezTo>
                    <a:pt x="2006" y="3058"/>
                    <a:pt x="2051" y="3176"/>
                    <a:pt x="2134" y="3259"/>
                  </a:cubicBezTo>
                  <a:cubicBezTo>
                    <a:pt x="2307" y="3415"/>
                    <a:pt x="2619" y="3378"/>
                    <a:pt x="2811" y="3185"/>
                  </a:cubicBezTo>
                  <a:cubicBezTo>
                    <a:pt x="3314" y="2645"/>
                    <a:pt x="3553" y="2260"/>
                    <a:pt x="4166" y="2178"/>
                  </a:cubicBezTo>
                  <a:cubicBezTo>
                    <a:pt x="4285" y="2160"/>
                    <a:pt x="4377" y="2087"/>
                    <a:pt x="4423" y="1977"/>
                  </a:cubicBezTo>
                  <a:cubicBezTo>
                    <a:pt x="4706" y="1281"/>
                    <a:pt x="4706" y="1281"/>
                    <a:pt x="4706" y="1281"/>
                  </a:cubicBezTo>
                  <a:cubicBezTo>
                    <a:pt x="4761" y="1153"/>
                    <a:pt x="4725" y="1007"/>
                    <a:pt x="4624" y="915"/>
                  </a:cubicBezTo>
                  <a:lnTo>
                    <a:pt x="3717" y="100"/>
                  </a:ln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52" name="Freeform 14"/>
            <p:cNvSpPr>
              <a:spLocks noChangeArrowheads="1"/>
            </p:cNvSpPr>
            <p:nvPr/>
          </p:nvSpPr>
          <p:spPr bwMode="auto">
            <a:xfrm>
              <a:off x="4949067" y="3278189"/>
              <a:ext cx="1973278" cy="2010833"/>
            </a:xfrm>
            <a:custGeom>
              <a:avLst/>
              <a:gdLst>
                <a:gd name="T0" fmla="*/ 2848 w 3288"/>
                <a:gd name="T1" fmla="*/ 2289 h 3352"/>
                <a:gd name="T2" fmla="*/ 2848 w 3288"/>
                <a:gd name="T3" fmla="*/ 2289 h 3352"/>
                <a:gd name="T4" fmla="*/ 3205 w 3288"/>
                <a:gd name="T5" fmla="*/ 1035 h 3352"/>
                <a:gd name="T6" fmla="*/ 3003 w 3288"/>
                <a:gd name="T7" fmla="*/ 907 h 3352"/>
                <a:gd name="T8" fmla="*/ 2912 w 3288"/>
                <a:gd name="T9" fmla="*/ 952 h 3352"/>
                <a:gd name="T10" fmla="*/ 2664 w 3288"/>
                <a:gd name="T11" fmla="*/ 1227 h 3352"/>
                <a:gd name="T12" fmla="*/ 1831 w 3288"/>
                <a:gd name="T13" fmla="*/ 1318 h 3352"/>
                <a:gd name="T14" fmla="*/ 1822 w 3288"/>
                <a:gd name="T15" fmla="*/ 1309 h 3352"/>
                <a:gd name="T16" fmla="*/ 1657 w 3288"/>
                <a:gd name="T17" fmla="*/ 879 h 3352"/>
                <a:gd name="T18" fmla="*/ 1859 w 3288"/>
                <a:gd name="T19" fmla="*/ 440 h 3352"/>
                <a:gd name="T20" fmla="*/ 1868 w 3288"/>
                <a:gd name="T21" fmla="*/ 440 h 3352"/>
                <a:gd name="T22" fmla="*/ 1877 w 3288"/>
                <a:gd name="T23" fmla="*/ 421 h 3352"/>
                <a:gd name="T24" fmla="*/ 2014 w 3288"/>
                <a:gd name="T25" fmla="*/ 284 h 3352"/>
                <a:gd name="T26" fmla="*/ 2014 w 3288"/>
                <a:gd name="T27" fmla="*/ 46 h 3352"/>
                <a:gd name="T28" fmla="*/ 1887 w 3288"/>
                <a:gd name="T29" fmla="*/ 0 h 3352"/>
                <a:gd name="T30" fmla="*/ 1859 w 3288"/>
                <a:gd name="T31" fmla="*/ 0 h 3352"/>
                <a:gd name="T32" fmla="*/ 898 w 3288"/>
                <a:gd name="T33" fmla="*/ 219 h 3352"/>
                <a:gd name="T34" fmla="*/ 852 w 3288"/>
                <a:gd name="T35" fmla="*/ 238 h 3352"/>
                <a:gd name="T36" fmla="*/ 815 w 3288"/>
                <a:gd name="T37" fmla="*/ 266 h 3352"/>
                <a:gd name="T38" fmla="*/ 742 w 3288"/>
                <a:gd name="T39" fmla="*/ 339 h 3352"/>
                <a:gd name="T40" fmla="*/ 385 w 3288"/>
                <a:gd name="T41" fmla="*/ 1090 h 3352"/>
                <a:gd name="T42" fmla="*/ 705 w 3288"/>
                <a:gd name="T43" fmla="*/ 2243 h 3352"/>
                <a:gd name="T44" fmla="*/ 467 w 3288"/>
                <a:gd name="T45" fmla="*/ 2463 h 3352"/>
                <a:gd name="T46" fmla="*/ 467 w 3288"/>
                <a:gd name="T47" fmla="*/ 2463 h 3352"/>
                <a:gd name="T48" fmla="*/ 265 w 3288"/>
                <a:gd name="T49" fmla="*/ 2509 h 3352"/>
                <a:gd name="T50" fmla="*/ 110 w 3288"/>
                <a:gd name="T51" fmla="*/ 2564 h 3352"/>
                <a:gd name="T52" fmla="*/ 9 w 3288"/>
                <a:gd name="T53" fmla="*/ 2719 h 3352"/>
                <a:gd name="T54" fmla="*/ 91 w 3288"/>
                <a:gd name="T55" fmla="*/ 2921 h 3352"/>
                <a:gd name="T56" fmla="*/ 275 w 3288"/>
                <a:gd name="T57" fmla="*/ 3013 h 3352"/>
                <a:gd name="T58" fmla="*/ 440 w 3288"/>
                <a:gd name="T59" fmla="*/ 2930 h 3352"/>
                <a:gd name="T60" fmla="*/ 513 w 3288"/>
                <a:gd name="T61" fmla="*/ 2783 h 3352"/>
                <a:gd name="T62" fmla="*/ 586 w 3288"/>
                <a:gd name="T63" fmla="*/ 2609 h 3352"/>
                <a:gd name="T64" fmla="*/ 843 w 3288"/>
                <a:gd name="T65" fmla="*/ 2381 h 3352"/>
                <a:gd name="T66" fmla="*/ 2344 w 3288"/>
                <a:gd name="T67" fmla="*/ 2636 h 3352"/>
                <a:gd name="T68" fmla="*/ 2472 w 3288"/>
                <a:gd name="T69" fmla="*/ 2839 h 3352"/>
                <a:gd name="T70" fmla="*/ 2472 w 3288"/>
                <a:gd name="T71" fmla="*/ 2839 h 3352"/>
                <a:gd name="T72" fmla="*/ 2481 w 3288"/>
                <a:gd name="T73" fmla="*/ 3049 h 3352"/>
                <a:gd name="T74" fmla="*/ 2509 w 3288"/>
                <a:gd name="T75" fmla="*/ 3214 h 3352"/>
                <a:gd name="T76" fmla="*/ 2646 w 3288"/>
                <a:gd name="T77" fmla="*/ 3333 h 3352"/>
                <a:gd name="T78" fmla="*/ 2857 w 3288"/>
                <a:gd name="T79" fmla="*/ 3296 h 3352"/>
                <a:gd name="T80" fmla="*/ 2985 w 3288"/>
                <a:gd name="T81" fmla="*/ 3131 h 3352"/>
                <a:gd name="T82" fmla="*/ 2930 w 3288"/>
                <a:gd name="T83" fmla="*/ 2949 h 3352"/>
                <a:gd name="T84" fmla="*/ 2802 w 3288"/>
                <a:gd name="T85" fmla="*/ 2857 h 3352"/>
                <a:gd name="T86" fmla="*/ 2637 w 3288"/>
                <a:gd name="T87" fmla="*/ 2747 h 3352"/>
                <a:gd name="T88" fmla="*/ 2518 w 3288"/>
                <a:gd name="T89" fmla="*/ 2555 h 3352"/>
                <a:gd name="T90" fmla="*/ 2848 w 3288"/>
                <a:gd name="T91" fmla="*/ 2289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88" h="3352">
                  <a:moveTo>
                    <a:pt x="2848" y="2289"/>
                  </a:moveTo>
                  <a:lnTo>
                    <a:pt x="2848" y="2289"/>
                  </a:lnTo>
                  <a:cubicBezTo>
                    <a:pt x="3168" y="1941"/>
                    <a:pt x="3287" y="1465"/>
                    <a:pt x="3205" y="1035"/>
                  </a:cubicBezTo>
                  <a:cubicBezTo>
                    <a:pt x="3186" y="943"/>
                    <a:pt x="3095" y="888"/>
                    <a:pt x="3003" y="907"/>
                  </a:cubicBezTo>
                  <a:cubicBezTo>
                    <a:pt x="2967" y="916"/>
                    <a:pt x="2939" y="934"/>
                    <a:pt x="2912" y="952"/>
                  </a:cubicBezTo>
                  <a:cubicBezTo>
                    <a:pt x="2839" y="1044"/>
                    <a:pt x="2756" y="1126"/>
                    <a:pt x="2664" y="1227"/>
                  </a:cubicBezTo>
                  <a:cubicBezTo>
                    <a:pt x="2436" y="1475"/>
                    <a:pt x="2078" y="1538"/>
                    <a:pt x="1831" y="1318"/>
                  </a:cubicBezTo>
                  <a:cubicBezTo>
                    <a:pt x="1822" y="1318"/>
                    <a:pt x="1822" y="1309"/>
                    <a:pt x="1822" y="1309"/>
                  </a:cubicBezTo>
                  <a:cubicBezTo>
                    <a:pt x="1703" y="1199"/>
                    <a:pt x="1648" y="1044"/>
                    <a:pt x="1657" y="879"/>
                  </a:cubicBezTo>
                  <a:cubicBezTo>
                    <a:pt x="1676" y="714"/>
                    <a:pt x="1740" y="568"/>
                    <a:pt x="1859" y="440"/>
                  </a:cubicBezTo>
                  <a:lnTo>
                    <a:pt x="1868" y="440"/>
                  </a:lnTo>
                  <a:cubicBezTo>
                    <a:pt x="1868" y="440"/>
                    <a:pt x="1868" y="431"/>
                    <a:pt x="1877" y="421"/>
                  </a:cubicBezTo>
                  <a:cubicBezTo>
                    <a:pt x="2014" y="284"/>
                    <a:pt x="2014" y="284"/>
                    <a:pt x="2014" y="284"/>
                  </a:cubicBezTo>
                  <a:cubicBezTo>
                    <a:pt x="2078" y="219"/>
                    <a:pt x="2078" y="110"/>
                    <a:pt x="2014" y="46"/>
                  </a:cubicBezTo>
                  <a:cubicBezTo>
                    <a:pt x="1978" y="19"/>
                    <a:pt x="1932" y="0"/>
                    <a:pt x="1887" y="0"/>
                  </a:cubicBezTo>
                  <a:cubicBezTo>
                    <a:pt x="1877" y="0"/>
                    <a:pt x="1868" y="0"/>
                    <a:pt x="1859" y="0"/>
                  </a:cubicBezTo>
                  <a:cubicBezTo>
                    <a:pt x="1593" y="64"/>
                    <a:pt x="1236" y="146"/>
                    <a:pt x="898" y="219"/>
                  </a:cubicBezTo>
                  <a:cubicBezTo>
                    <a:pt x="879" y="229"/>
                    <a:pt x="870" y="229"/>
                    <a:pt x="852" y="238"/>
                  </a:cubicBezTo>
                  <a:cubicBezTo>
                    <a:pt x="843" y="247"/>
                    <a:pt x="833" y="256"/>
                    <a:pt x="815" y="266"/>
                  </a:cubicBezTo>
                  <a:cubicBezTo>
                    <a:pt x="797" y="284"/>
                    <a:pt x="769" y="311"/>
                    <a:pt x="742" y="339"/>
                  </a:cubicBezTo>
                  <a:cubicBezTo>
                    <a:pt x="540" y="559"/>
                    <a:pt x="422" y="824"/>
                    <a:pt x="385" y="1090"/>
                  </a:cubicBezTo>
                  <a:cubicBezTo>
                    <a:pt x="321" y="1493"/>
                    <a:pt x="431" y="1923"/>
                    <a:pt x="705" y="2243"/>
                  </a:cubicBezTo>
                  <a:cubicBezTo>
                    <a:pt x="467" y="2463"/>
                    <a:pt x="467" y="2463"/>
                    <a:pt x="467" y="2463"/>
                  </a:cubicBezTo>
                  <a:lnTo>
                    <a:pt x="467" y="2463"/>
                  </a:lnTo>
                  <a:cubicBezTo>
                    <a:pt x="403" y="2509"/>
                    <a:pt x="330" y="2509"/>
                    <a:pt x="265" y="2509"/>
                  </a:cubicBezTo>
                  <a:cubicBezTo>
                    <a:pt x="201" y="2518"/>
                    <a:pt x="155" y="2518"/>
                    <a:pt x="110" y="2564"/>
                  </a:cubicBezTo>
                  <a:cubicBezTo>
                    <a:pt x="55" y="2609"/>
                    <a:pt x="19" y="2664"/>
                    <a:pt x="9" y="2719"/>
                  </a:cubicBezTo>
                  <a:cubicBezTo>
                    <a:pt x="0" y="2774"/>
                    <a:pt x="19" y="2839"/>
                    <a:pt x="91" y="2921"/>
                  </a:cubicBezTo>
                  <a:cubicBezTo>
                    <a:pt x="155" y="2994"/>
                    <a:pt x="220" y="3022"/>
                    <a:pt x="275" y="3013"/>
                  </a:cubicBezTo>
                  <a:cubicBezTo>
                    <a:pt x="330" y="3013"/>
                    <a:pt x="394" y="2976"/>
                    <a:pt x="440" y="2930"/>
                  </a:cubicBezTo>
                  <a:cubicBezTo>
                    <a:pt x="486" y="2893"/>
                    <a:pt x="504" y="2848"/>
                    <a:pt x="513" y="2783"/>
                  </a:cubicBezTo>
                  <a:cubicBezTo>
                    <a:pt x="531" y="2728"/>
                    <a:pt x="531" y="2655"/>
                    <a:pt x="586" y="2609"/>
                  </a:cubicBezTo>
                  <a:cubicBezTo>
                    <a:pt x="843" y="2381"/>
                    <a:pt x="843" y="2381"/>
                    <a:pt x="843" y="2381"/>
                  </a:cubicBezTo>
                  <a:cubicBezTo>
                    <a:pt x="1264" y="2756"/>
                    <a:pt x="1850" y="2839"/>
                    <a:pt x="2344" y="2636"/>
                  </a:cubicBezTo>
                  <a:cubicBezTo>
                    <a:pt x="2472" y="2839"/>
                    <a:pt x="2472" y="2839"/>
                    <a:pt x="2472" y="2839"/>
                  </a:cubicBezTo>
                  <a:lnTo>
                    <a:pt x="2472" y="2839"/>
                  </a:lnTo>
                  <a:cubicBezTo>
                    <a:pt x="2509" y="2921"/>
                    <a:pt x="2491" y="2985"/>
                    <a:pt x="2481" y="3049"/>
                  </a:cubicBezTo>
                  <a:cubicBezTo>
                    <a:pt x="2481" y="3113"/>
                    <a:pt x="2481" y="3159"/>
                    <a:pt x="2509" y="3214"/>
                  </a:cubicBezTo>
                  <a:cubicBezTo>
                    <a:pt x="2545" y="3278"/>
                    <a:pt x="2591" y="3315"/>
                    <a:pt x="2646" y="3333"/>
                  </a:cubicBezTo>
                  <a:cubicBezTo>
                    <a:pt x="2701" y="3351"/>
                    <a:pt x="2766" y="3351"/>
                    <a:pt x="2857" y="3296"/>
                  </a:cubicBezTo>
                  <a:cubicBezTo>
                    <a:pt x="2949" y="3241"/>
                    <a:pt x="2976" y="3186"/>
                    <a:pt x="2985" y="3131"/>
                  </a:cubicBezTo>
                  <a:cubicBezTo>
                    <a:pt x="2994" y="3067"/>
                    <a:pt x="2967" y="3003"/>
                    <a:pt x="2930" y="2949"/>
                  </a:cubicBezTo>
                  <a:cubicBezTo>
                    <a:pt x="2903" y="2903"/>
                    <a:pt x="2857" y="2875"/>
                    <a:pt x="2802" y="2857"/>
                  </a:cubicBezTo>
                  <a:cubicBezTo>
                    <a:pt x="2747" y="2829"/>
                    <a:pt x="2683" y="2811"/>
                    <a:pt x="2637" y="2747"/>
                  </a:cubicBezTo>
                  <a:cubicBezTo>
                    <a:pt x="2518" y="2555"/>
                    <a:pt x="2518" y="2555"/>
                    <a:pt x="2518" y="2555"/>
                  </a:cubicBezTo>
                  <a:cubicBezTo>
                    <a:pt x="2637" y="2482"/>
                    <a:pt x="2747" y="2390"/>
                    <a:pt x="2848" y="2289"/>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53" name="Freeform 15"/>
            <p:cNvSpPr>
              <a:spLocks noChangeArrowheads="1"/>
            </p:cNvSpPr>
            <p:nvPr/>
          </p:nvSpPr>
          <p:spPr bwMode="auto">
            <a:xfrm>
              <a:off x="6887956" y="1153584"/>
              <a:ext cx="1896569" cy="1836208"/>
            </a:xfrm>
            <a:custGeom>
              <a:avLst/>
              <a:gdLst>
                <a:gd name="T0" fmla="*/ 3050 w 3160"/>
                <a:gd name="T1" fmla="*/ 1849 h 3059"/>
                <a:gd name="T2" fmla="*/ 3050 w 3160"/>
                <a:gd name="T3" fmla="*/ 1849 h 3059"/>
                <a:gd name="T4" fmla="*/ 1026 w 3160"/>
                <a:gd name="T5" fmla="*/ 55 h 3059"/>
                <a:gd name="T6" fmla="*/ 806 w 3160"/>
                <a:gd name="T7" fmla="*/ 27 h 3059"/>
                <a:gd name="T8" fmla="*/ 714 w 3160"/>
                <a:gd name="T9" fmla="*/ 91 h 3059"/>
                <a:gd name="T10" fmla="*/ 83 w 3160"/>
                <a:gd name="T11" fmla="*/ 823 h 3059"/>
                <a:gd name="T12" fmla="*/ 110 w 3160"/>
                <a:gd name="T13" fmla="*/ 1153 h 3059"/>
                <a:gd name="T14" fmla="*/ 2170 w 3160"/>
                <a:gd name="T15" fmla="*/ 2985 h 3059"/>
                <a:gd name="T16" fmla="*/ 2491 w 3160"/>
                <a:gd name="T17" fmla="*/ 2948 h 3059"/>
                <a:gd name="T18" fmla="*/ 3086 w 3160"/>
                <a:gd name="T19" fmla="*/ 2170 h 3059"/>
                <a:gd name="T20" fmla="*/ 3050 w 3160"/>
                <a:gd name="T21" fmla="*/ 1849 h 3059"/>
                <a:gd name="T22" fmla="*/ 2564 w 3160"/>
                <a:gd name="T23" fmla="*/ 2426 h 3059"/>
                <a:gd name="T24" fmla="*/ 2564 w 3160"/>
                <a:gd name="T25" fmla="*/ 2426 h 3059"/>
                <a:gd name="T26" fmla="*/ 2079 w 3160"/>
                <a:gd name="T27" fmla="*/ 2234 h 3059"/>
                <a:gd name="T28" fmla="*/ 2280 w 3160"/>
                <a:gd name="T29" fmla="*/ 1757 h 3059"/>
                <a:gd name="T30" fmla="*/ 2756 w 3160"/>
                <a:gd name="T31" fmla="*/ 1950 h 3059"/>
                <a:gd name="T32" fmla="*/ 2564 w 3160"/>
                <a:gd name="T33" fmla="*/ 2426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60" h="3059">
                  <a:moveTo>
                    <a:pt x="3050" y="1849"/>
                  </a:moveTo>
                  <a:lnTo>
                    <a:pt x="3050" y="1849"/>
                  </a:lnTo>
                  <a:cubicBezTo>
                    <a:pt x="1026" y="55"/>
                    <a:pt x="1026" y="55"/>
                    <a:pt x="1026" y="55"/>
                  </a:cubicBezTo>
                  <a:cubicBezTo>
                    <a:pt x="971" y="9"/>
                    <a:pt x="879" y="0"/>
                    <a:pt x="806" y="27"/>
                  </a:cubicBezTo>
                  <a:cubicBezTo>
                    <a:pt x="769" y="37"/>
                    <a:pt x="742" y="55"/>
                    <a:pt x="714" y="91"/>
                  </a:cubicBezTo>
                  <a:cubicBezTo>
                    <a:pt x="83" y="823"/>
                    <a:pt x="83" y="823"/>
                    <a:pt x="83" y="823"/>
                  </a:cubicBezTo>
                  <a:cubicBezTo>
                    <a:pt x="0" y="915"/>
                    <a:pt x="19" y="1080"/>
                    <a:pt x="110" y="1153"/>
                  </a:cubicBezTo>
                  <a:cubicBezTo>
                    <a:pt x="2170" y="2985"/>
                    <a:pt x="2170" y="2985"/>
                    <a:pt x="2170" y="2985"/>
                  </a:cubicBezTo>
                  <a:cubicBezTo>
                    <a:pt x="2261" y="3058"/>
                    <a:pt x="2417" y="3040"/>
                    <a:pt x="2491" y="2948"/>
                  </a:cubicBezTo>
                  <a:cubicBezTo>
                    <a:pt x="3086" y="2170"/>
                    <a:pt x="3086" y="2170"/>
                    <a:pt x="3086" y="2170"/>
                  </a:cubicBezTo>
                  <a:cubicBezTo>
                    <a:pt x="3159" y="2078"/>
                    <a:pt x="3141" y="1922"/>
                    <a:pt x="3050" y="1849"/>
                  </a:cubicBezTo>
                  <a:close/>
                  <a:moveTo>
                    <a:pt x="2564" y="2426"/>
                  </a:moveTo>
                  <a:lnTo>
                    <a:pt x="2564" y="2426"/>
                  </a:lnTo>
                  <a:cubicBezTo>
                    <a:pt x="2372" y="2509"/>
                    <a:pt x="2161" y="2417"/>
                    <a:pt x="2079" y="2234"/>
                  </a:cubicBezTo>
                  <a:cubicBezTo>
                    <a:pt x="2006" y="2051"/>
                    <a:pt x="2088" y="1831"/>
                    <a:pt x="2280" y="1757"/>
                  </a:cubicBezTo>
                  <a:cubicBezTo>
                    <a:pt x="2464" y="1675"/>
                    <a:pt x="2674" y="1767"/>
                    <a:pt x="2756" y="1950"/>
                  </a:cubicBezTo>
                  <a:cubicBezTo>
                    <a:pt x="2839" y="2133"/>
                    <a:pt x="2747" y="2353"/>
                    <a:pt x="2564" y="2426"/>
                  </a:cubicBezTo>
                  <a:close/>
                </a:path>
              </a:pathLst>
            </a:custGeom>
            <a:solidFill>
              <a:schemeClr val="tx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sp>
          <p:nvSpPr>
            <p:cNvPr id="54" name="Freeform 16"/>
            <p:cNvSpPr>
              <a:spLocks noChangeArrowheads="1"/>
            </p:cNvSpPr>
            <p:nvPr/>
          </p:nvSpPr>
          <p:spPr bwMode="auto">
            <a:xfrm>
              <a:off x="7279437" y="5328709"/>
              <a:ext cx="581932" cy="296333"/>
            </a:xfrm>
            <a:custGeom>
              <a:avLst/>
              <a:gdLst>
                <a:gd name="T0" fmla="*/ 897 w 971"/>
                <a:gd name="T1" fmla="*/ 54 h 495"/>
                <a:gd name="T2" fmla="*/ 897 w 971"/>
                <a:gd name="T3" fmla="*/ 54 h 495"/>
                <a:gd name="T4" fmla="*/ 714 w 971"/>
                <a:gd name="T5" fmla="*/ 0 h 495"/>
                <a:gd name="T6" fmla="*/ 567 w 971"/>
                <a:gd name="T7" fmla="*/ 54 h 495"/>
                <a:gd name="T8" fmla="*/ 384 w 971"/>
                <a:gd name="T9" fmla="*/ 146 h 495"/>
                <a:gd name="T10" fmla="*/ 0 w 971"/>
                <a:gd name="T11" fmla="*/ 146 h 495"/>
                <a:gd name="T12" fmla="*/ 0 w 971"/>
                <a:gd name="T13" fmla="*/ 329 h 495"/>
                <a:gd name="T14" fmla="*/ 375 w 971"/>
                <a:gd name="T15" fmla="*/ 329 h 495"/>
                <a:gd name="T16" fmla="*/ 384 w 971"/>
                <a:gd name="T17" fmla="*/ 329 h 495"/>
                <a:gd name="T18" fmla="*/ 567 w 971"/>
                <a:gd name="T19" fmla="*/ 430 h 495"/>
                <a:gd name="T20" fmla="*/ 714 w 971"/>
                <a:gd name="T21" fmla="*/ 494 h 495"/>
                <a:gd name="T22" fmla="*/ 897 w 971"/>
                <a:gd name="T23" fmla="*/ 448 h 495"/>
                <a:gd name="T24" fmla="*/ 970 w 971"/>
                <a:gd name="T25" fmla="*/ 246 h 495"/>
                <a:gd name="T26" fmla="*/ 897 w 971"/>
                <a:gd name="T27" fmla="*/ 54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1" h="495">
                  <a:moveTo>
                    <a:pt x="897" y="54"/>
                  </a:moveTo>
                  <a:lnTo>
                    <a:pt x="897" y="54"/>
                  </a:lnTo>
                  <a:cubicBezTo>
                    <a:pt x="851" y="18"/>
                    <a:pt x="787" y="0"/>
                    <a:pt x="714" y="0"/>
                  </a:cubicBezTo>
                  <a:cubicBezTo>
                    <a:pt x="658" y="0"/>
                    <a:pt x="613" y="27"/>
                    <a:pt x="567" y="54"/>
                  </a:cubicBezTo>
                  <a:cubicBezTo>
                    <a:pt x="521" y="91"/>
                    <a:pt x="467" y="146"/>
                    <a:pt x="384" y="146"/>
                  </a:cubicBezTo>
                  <a:cubicBezTo>
                    <a:pt x="0" y="146"/>
                    <a:pt x="0" y="146"/>
                    <a:pt x="0" y="146"/>
                  </a:cubicBezTo>
                  <a:cubicBezTo>
                    <a:pt x="0" y="329"/>
                    <a:pt x="0" y="329"/>
                    <a:pt x="0" y="329"/>
                  </a:cubicBezTo>
                  <a:cubicBezTo>
                    <a:pt x="375" y="329"/>
                    <a:pt x="375" y="329"/>
                    <a:pt x="375" y="329"/>
                  </a:cubicBezTo>
                  <a:cubicBezTo>
                    <a:pt x="384" y="329"/>
                    <a:pt x="384" y="329"/>
                    <a:pt x="384" y="329"/>
                  </a:cubicBezTo>
                  <a:cubicBezTo>
                    <a:pt x="467" y="338"/>
                    <a:pt x="521" y="393"/>
                    <a:pt x="567" y="430"/>
                  </a:cubicBezTo>
                  <a:cubicBezTo>
                    <a:pt x="613" y="466"/>
                    <a:pt x="658" y="494"/>
                    <a:pt x="714" y="494"/>
                  </a:cubicBezTo>
                  <a:cubicBezTo>
                    <a:pt x="787" y="494"/>
                    <a:pt x="851" y="485"/>
                    <a:pt x="897" y="448"/>
                  </a:cubicBezTo>
                  <a:cubicBezTo>
                    <a:pt x="943" y="411"/>
                    <a:pt x="970" y="356"/>
                    <a:pt x="970" y="246"/>
                  </a:cubicBezTo>
                  <a:cubicBezTo>
                    <a:pt x="970" y="146"/>
                    <a:pt x="943" y="91"/>
                    <a:pt x="897" y="54"/>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76183" tIns="38092" rIns="76183" bIns="38092" anchor="ctr"/>
            <a:lstStyle/>
            <a:p>
              <a:pPr defTabSz="914217" fontAlgn="auto">
                <a:spcBef>
                  <a:spcPts val="0"/>
                </a:spcBef>
                <a:spcAft>
                  <a:spcPts val="0"/>
                </a:spcAft>
              </a:pPr>
              <a:endParaRPr lang="en-US">
                <a:solidFill>
                  <a:srgbClr val="445469"/>
                </a:solidFill>
                <a:latin typeface="Lato Light"/>
              </a:endParaRPr>
            </a:p>
          </p:txBody>
        </p:sp>
      </p:gr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8892919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p:tgtEl>
                                          <p:spTgt spid="37"/>
                                        </p:tgtEl>
                                        <p:attrNameLst>
                                          <p:attrName>ppt_y</p:attrName>
                                        </p:attrNameLst>
                                      </p:cBhvr>
                                      <p:tavLst>
                                        <p:tav tm="0">
                                          <p:val>
                                            <p:strVal val="#ppt_y+#ppt_h*1.125000"/>
                                          </p:val>
                                        </p:tav>
                                        <p:tav tm="100000">
                                          <p:val>
                                            <p:strVal val="#ppt_y"/>
                                          </p:val>
                                        </p:tav>
                                      </p:tavLst>
                                    </p:anim>
                                    <p:animEffect transition="in" filter="wipe(up)">
                                      <p:cBhvr>
                                        <p:cTn id="8" dur="500"/>
                                        <p:tgtEl>
                                          <p:spTgt spid="37"/>
                                        </p:tgtEl>
                                      </p:cBhvr>
                                    </p:animEffect>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Diagram 9"/>
          <p:cNvGraphicFramePr/>
          <p:nvPr>
            <p:extLst>
              <p:ext uri="{D42A27DB-BD31-4B8C-83A1-F6EECF244321}">
                <p14:modId xmlns:p14="http://schemas.microsoft.com/office/powerpoint/2010/main" val="886780205"/>
              </p:ext>
            </p:extLst>
          </p:nvPr>
        </p:nvGraphicFramePr>
        <p:xfrm>
          <a:off x="1715682" y="44604"/>
          <a:ext cx="8940800" cy="480881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4" name="Content Placeholder 2"/>
          <p:cNvSpPr txBox="1">
            <a:spLocks/>
          </p:cNvSpPr>
          <p:nvPr/>
        </p:nvSpPr>
        <p:spPr>
          <a:xfrm rot="20353119">
            <a:off x="5509699" y="5018755"/>
            <a:ext cx="2475699" cy="781135"/>
          </a:xfrm>
          <a:prstGeom prst="rect">
            <a:avLst/>
          </a:prstGeom>
          <a:ln>
            <a:solidFill>
              <a:schemeClr val="accent1">
                <a:alpha val="0"/>
              </a:schemeClr>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Font typeface="Arial" pitchFamily="34" charset="0"/>
              <a:buNone/>
            </a:pPr>
            <a:endParaRPr lang="en-US" sz="3200" dirty="0">
              <a:solidFill>
                <a:srgbClr val="FF0000"/>
              </a:solidFill>
            </a:endParaRPr>
          </a:p>
        </p:txBody>
      </p:sp>
      <p:sp>
        <p:nvSpPr>
          <p:cNvPr id="43" name="Content Placeholder 2"/>
          <p:cNvSpPr txBox="1">
            <a:spLocks/>
          </p:cNvSpPr>
          <p:nvPr/>
        </p:nvSpPr>
        <p:spPr>
          <a:xfrm rot="20474193">
            <a:off x="5461326" y="5831229"/>
            <a:ext cx="3767994" cy="458697"/>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Font typeface="Arial" pitchFamily="34" charset="0"/>
              <a:buNone/>
            </a:pPr>
            <a:endParaRPr lang="en-US" sz="2800" b="1" dirty="0">
              <a:solidFill>
                <a:srgbClr val="FF0000"/>
              </a:solidFill>
              <a:latin typeface="GeosansLight" panose="02000603020000020003"/>
            </a:endParaRPr>
          </a:p>
        </p:txBody>
      </p:sp>
      <p:graphicFrame>
        <p:nvGraphicFramePr>
          <p:cNvPr id="87" name="Diagram 86"/>
          <p:cNvGraphicFramePr/>
          <p:nvPr>
            <p:extLst>
              <p:ext uri="{D42A27DB-BD31-4B8C-83A1-F6EECF244321}">
                <p14:modId xmlns:p14="http://schemas.microsoft.com/office/powerpoint/2010/main" val="2425301171"/>
              </p:ext>
            </p:extLst>
          </p:nvPr>
        </p:nvGraphicFramePr>
        <p:xfrm>
          <a:off x="3826106" y="2885103"/>
          <a:ext cx="5964663" cy="281527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936939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87"/>
                                        </p:tgtEl>
                                        <p:attrNameLst>
                                          <p:attrName>style.visibility</p:attrName>
                                        </p:attrNameLst>
                                      </p:cBhvr>
                                      <p:to>
                                        <p:strVal val="visible"/>
                                      </p:to>
                                    </p:set>
                                    <p:animEffect transition="in" filter="fade">
                                      <p:cBhvr>
                                        <p:cTn id="10"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p:bldAsOne/>
      </p:bldGraphic>
      <p:bldGraphic spid="87" grpId="0">
        <p:bldAsOne/>
      </p:bldGraphic>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ontent Placeholder 2"/>
          <p:cNvSpPr txBox="1">
            <a:spLocks/>
          </p:cNvSpPr>
          <p:nvPr/>
        </p:nvSpPr>
        <p:spPr>
          <a:xfrm>
            <a:off x="974378" y="2031391"/>
            <a:ext cx="6735996" cy="3813597"/>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rtl="1" fontAlgn="auto">
              <a:spcAft>
                <a:spcPts val="0"/>
              </a:spcAft>
            </a:pPr>
            <a:r>
              <a:rPr lang="ar-SA" sz="4000" b="1" u="sng" dirty="0">
                <a:solidFill>
                  <a:srgbClr val="4472C4"/>
                </a:solidFill>
              </a:rPr>
              <a:t>نموذج أو مخروط ديل في الاتصال</a:t>
            </a:r>
            <a:r>
              <a:rPr lang="ar-SA" sz="4000" b="1" u="sng" dirty="0" smtClean="0">
                <a:solidFill>
                  <a:srgbClr val="4472C4"/>
                </a:solidFill>
              </a:rPr>
              <a:t>:</a:t>
            </a:r>
          </a:p>
          <a:p>
            <a:pPr rtl="1" fontAlgn="auto">
              <a:spcAft>
                <a:spcPts val="0"/>
              </a:spcAft>
            </a:pPr>
            <a:endParaRPr lang="en-US" sz="3600" b="1" u="sng" dirty="0" smtClean="0">
              <a:solidFill>
                <a:srgbClr val="4472C4"/>
              </a:solidFill>
            </a:endParaRPr>
          </a:p>
          <a:p>
            <a:pPr rtl="1" fontAlgn="auto">
              <a:spcAft>
                <a:spcPts val="0"/>
              </a:spcAft>
            </a:pPr>
            <a:r>
              <a:rPr lang="ar-SA" sz="3200" b="1" dirty="0"/>
              <a:t>يعتمد هذا النموذج على الخبرات من أجل تصنيف التقنيات التربوية، ومستوى ما يمكن أن توفره كل وسيلة من خبرات والتي وصفت فيه الوسائل أو التقنيات على أساس حسيتها</a:t>
            </a:r>
            <a:endParaRPr lang="en-US" sz="1200" b="1" dirty="0">
              <a:solidFill>
                <a:prstClr val="white">
                  <a:lumMod val="65000"/>
                </a:prstClr>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grpSp>
        <p:nvGrpSpPr>
          <p:cNvPr id="21" name="Group 20"/>
          <p:cNvGrpSpPr>
            <a:grpSpLocks/>
          </p:cNvGrpSpPr>
          <p:nvPr/>
        </p:nvGrpSpPr>
        <p:grpSpPr bwMode="auto">
          <a:xfrm>
            <a:off x="8285163" y="1735138"/>
            <a:ext cx="3351212" cy="4597400"/>
            <a:chOff x="6550015" y="1734643"/>
            <a:chExt cx="3351686" cy="4597407"/>
          </a:xfrm>
        </p:grpSpPr>
        <p:sp>
          <p:nvSpPr>
            <p:cNvPr id="22" name="Oval 21"/>
            <p:cNvSpPr/>
            <p:nvPr/>
          </p:nvSpPr>
          <p:spPr>
            <a:xfrm>
              <a:off x="6900902" y="2088656"/>
              <a:ext cx="2630860" cy="2644779"/>
            </a:xfrm>
            <a:prstGeom prst="ellipse">
              <a:avLst/>
            </a:prstGeom>
            <a:noFill/>
            <a:ln>
              <a:solidFill>
                <a:schemeClr val="bg1">
                  <a:lumMod val="65000"/>
                </a:schemeClr>
              </a:solid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23" name="Group 22"/>
            <p:cNvGrpSpPr/>
            <p:nvPr/>
          </p:nvGrpSpPr>
          <p:grpSpPr>
            <a:xfrm>
              <a:off x="7828252" y="3667661"/>
              <a:ext cx="777012" cy="2664389"/>
              <a:chOff x="4795838" y="1579563"/>
              <a:chExt cx="514350" cy="1763712"/>
            </a:xfrm>
            <a:solidFill>
              <a:schemeClr val="tx1">
                <a:lumMod val="75000"/>
                <a:lumOff val="25000"/>
              </a:schemeClr>
            </a:solidFill>
          </p:grpSpPr>
          <p:sp>
            <p:nvSpPr>
              <p:cNvPr id="75" name="Freeform 74"/>
              <p:cNvSpPr>
                <a:spLocks/>
              </p:cNvSpPr>
              <p:nvPr/>
            </p:nvSpPr>
            <p:spPr bwMode="auto">
              <a:xfrm>
                <a:off x="4795838" y="1579563"/>
                <a:ext cx="514350" cy="1763712"/>
              </a:xfrm>
              <a:custGeom>
                <a:avLst/>
                <a:gdLst>
                  <a:gd name="T0" fmla="*/ 80 w 137"/>
                  <a:gd name="T1" fmla="*/ 0 h 469"/>
                  <a:gd name="T2" fmla="*/ 57 w 137"/>
                  <a:gd name="T3" fmla="*/ 23 h 469"/>
                  <a:gd name="T4" fmla="*/ 59 w 137"/>
                  <a:gd name="T5" fmla="*/ 48 h 469"/>
                  <a:gd name="T6" fmla="*/ 62 w 137"/>
                  <a:gd name="T7" fmla="*/ 52 h 469"/>
                  <a:gd name="T8" fmla="*/ 64 w 137"/>
                  <a:gd name="T9" fmla="*/ 63 h 469"/>
                  <a:gd name="T10" fmla="*/ 68 w 137"/>
                  <a:gd name="T11" fmla="*/ 69 h 469"/>
                  <a:gd name="T12" fmla="*/ 63 w 137"/>
                  <a:gd name="T13" fmla="*/ 78 h 469"/>
                  <a:gd name="T14" fmla="*/ 44 w 137"/>
                  <a:gd name="T15" fmla="*/ 86 h 469"/>
                  <a:gd name="T16" fmla="*/ 29 w 137"/>
                  <a:gd name="T17" fmla="*/ 100 h 469"/>
                  <a:gd name="T18" fmla="*/ 14 w 137"/>
                  <a:gd name="T19" fmla="*/ 123 h 469"/>
                  <a:gd name="T20" fmla="*/ 2 w 137"/>
                  <a:gd name="T21" fmla="*/ 150 h 469"/>
                  <a:gd name="T22" fmla="*/ 26 w 137"/>
                  <a:gd name="T23" fmla="*/ 163 h 469"/>
                  <a:gd name="T24" fmla="*/ 36 w 137"/>
                  <a:gd name="T25" fmla="*/ 158 h 469"/>
                  <a:gd name="T26" fmla="*/ 29 w 137"/>
                  <a:gd name="T27" fmla="*/ 201 h 469"/>
                  <a:gd name="T28" fmla="*/ 24 w 137"/>
                  <a:gd name="T29" fmla="*/ 245 h 469"/>
                  <a:gd name="T30" fmla="*/ 33 w 137"/>
                  <a:gd name="T31" fmla="*/ 250 h 469"/>
                  <a:gd name="T32" fmla="*/ 39 w 137"/>
                  <a:gd name="T33" fmla="*/ 306 h 469"/>
                  <a:gd name="T34" fmla="*/ 47 w 137"/>
                  <a:gd name="T35" fmla="*/ 360 h 469"/>
                  <a:gd name="T36" fmla="*/ 48 w 137"/>
                  <a:gd name="T37" fmla="*/ 394 h 469"/>
                  <a:gd name="T38" fmla="*/ 32 w 137"/>
                  <a:gd name="T39" fmla="*/ 416 h 469"/>
                  <a:gd name="T40" fmla="*/ 14 w 137"/>
                  <a:gd name="T41" fmla="*/ 420 h 469"/>
                  <a:gd name="T42" fmla="*/ 16 w 137"/>
                  <a:gd name="T43" fmla="*/ 428 h 469"/>
                  <a:gd name="T44" fmla="*/ 45 w 137"/>
                  <a:gd name="T45" fmla="*/ 425 h 469"/>
                  <a:gd name="T46" fmla="*/ 56 w 137"/>
                  <a:gd name="T47" fmla="*/ 421 h 469"/>
                  <a:gd name="T48" fmla="*/ 63 w 137"/>
                  <a:gd name="T49" fmla="*/ 426 h 469"/>
                  <a:gd name="T50" fmla="*/ 75 w 137"/>
                  <a:gd name="T51" fmla="*/ 419 h 469"/>
                  <a:gd name="T52" fmla="*/ 76 w 137"/>
                  <a:gd name="T53" fmla="*/ 401 h 469"/>
                  <a:gd name="T54" fmla="*/ 74 w 137"/>
                  <a:gd name="T55" fmla="*/ 380 h 469"/>
                  <a:gd name="T56" fmla="*/ 78 w 137"/>
                  <a:gd name="T57" fmla="*/ 350 h 469"/>
                  <a:gd name="T58" fmla="*/ 78 w 137"/>
                  <a:gd name="T59" fmla="*/ 326 h 469"/>
                  <a:gd name="T60" fmla="*/ 76 w 137"/>
                  <a:gd name="T61" fmla="*/ 303 h 469"/>
                  <a:gd name="T62" fmla="*/ 76 w 137"/>
                  <a:gd name="T63" fmla="*/ 288 h 469"/>
                  <a:gd name="T64" fmla="*/ 84 w 137"/>
                  <a:gd name="T65" fmla="*/ 331 h 469"/>
                  <a:gd name="T66" fmla="*/ 89 w 137"/>
                  <a:gd name="T67" fmla="*/ 382 h 469"/>
                  <a:gd name="T68" fmla="*/ 96 w 137"/>
                  <a:gd name="T69" fmla="*/ 413 h 469"/>
                  <a:gd name="T70" fmla="*/ 99 w 137"/>
                  <a:gd name="T71" fmla="*/ 427 h 469"/>
                  <a:gd name="T72" fmla="*/ 95 w 137"/>
                  <a:gd name="T73" fmla="*/ 445 h 469"/>
                  <a:gd name="T74" fmla="*/ 98 w 137"/>
                  <a:gd name="T75" fmla="*/ 469 h 469"/>
                  <a:gd name="T76" fmla="*/ 120 w 137"/>
                  <a:gd name="T77" fmla="*/ 454 h 469"/>
                  <a:gd name="T78" fmla="*/ 122 w 137"/>
                  <a:gd name="T79" fmla="*/ 430 h 469"/>
                  <a:gd name="T80" fmla="*/ 125 w 137"/>
                  <a:gd name="T81" fmla="*/ 411 h 469"/>
                  <a:gd name="T82" fmla="*/ 125 w 137"/>
                  <a:gd name="T83" fmla="*/ 385 h 469"/>
                  <a:gd name="T84" fmla="*/ 121 w 137"/>
                  <a:gd name="T85" fmla="*/ 338 h 469"/>
                  <a:gd name="T86" fmla="*/ 116 w 137"/>
                  <a:gd name="T87" fmla="*/ 282 h 469"/>
                  <a:gd name="T88" fmla="*/ 115 w 137"/>
                  <a:gd name="T89" fmla="*/ 252 h 469"/>
                  <a:gd name="T90" fmla="*/ 130 w 137"/>
                  <a:gd name="T91" fmla="*/ 246 h 469"/>
                  <a:gd name="T92" fmla="*/ 124 w 137"/>
                  <a:gd name="T93" fmla="*/ 211 h 469"/>
                  <a:gd name="T94" fmla="*/ 117 w 137"/>
                  <a:gd name="T95" fmla="*/ 175 h 469"/>
                  <a:gd name="T96" fmla="*/ 119 w 137"/>
                  <a:gd name="T97" fmla="*/ 151 h 469"/>
                  <a:gd name="T98" fmla="*/ 131 w 137"/>
                  <a:gd name="T99" fmla="*/ 120 h 469"/>
                  <a:gd name="T100" fmla="*/ 132 w 137"/>
                  <a:gd name="T101" fmla="*/ 85 h 469"/>
                  <a:gd name="T102" fmla="*/ 111 w 137"/>
                  <a:gd name="T103" fmla="*/ 78 h 469"/>
                  <a:gd name="T104" fmla="*/ 100 w 137"/>
                  <a:gd name="T105" fmla="*/ 65 h 469"/>
                  <a:gd name="T106" fmla="*/ 96 w 137"/>
                  <a:gd name="T107" fmla="*/ 60 h 469"/>
                  <a:gd name="T108" fmla="*/ 97 w 137"/>
                  <a:gd name="T109" fmla="*/ 52 h 469"/>
                  <a:gd name="T110" fmla="*/ 103 w 137"/>
                  <a:gd name="T111" fmla="*/ 44 h 469"/>
                  <a:gd name="T112" fmla="*/ 104 w 137"/>
                  <a:gd name="T113" fmla="*/ 19 h 469"/>
                  <a:gd name="T114" fmla="*/ 80 w 137"/>
                  <a:gd name="T115"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469">
                    <a:moveTo>
                      <a:pt x="80" y="0"/>
                    </a:moveTo>
                    <a:cubicBezTo>
                      <a:pt x="71" y="0"/>
                      <a:pt x="57" y="9"/>
                      <a:pt x="57" y="23"/>
                    </a:cubicBezTo>
                    <a:cubicBezTo>
                      <a:pt x="57" y="37"/>
                      <a:pt x="58" y="43"/>
                      <a:pt x="59" y="48"/>
                    </a:cubicBezTo>
                    <a:cubicBezTo>
                      <a:pt x="60" y="52"/>
                      <a:pt x="62" y="52"/>
                      <a:pt x="62" y="52"/>
                    </a:cubicBezTo>
                    <a:cubicBezTo>
                      <a:pt x="62" y="52"/>
                      <a:pt x="61" y="61"/>
                      <a:pt x="64" y="63"/>
                    </a:cubicBezTo>
                    <a:cubicBezTo>
                      <a:pt x="67" y="66"/>
                      <a:pt x="68" y="66"/>
                      <a:pt x="68" y="69"/>
                    </a:cubicBezTo>
                    <a:cubicBezTo>
                      <a:pt x="68" y="72"/>
                      <a:pt x="66" y="75"/>
                      <a:pt x="63" y="78"/>
                    </a:cubicBezTo>
                    <a:cubicBezTo>
                      <a:pt x="61" y="81"/>
                      <a:pt x="50" y="84"/>
                      <a:pt x="44" y="86"/>
                    </a:cubicBezTo>
                    <a:cubicBezTo>
                      <a:pt x="37" y="89"/>
                      <a:pt x="33" y="92"/>
                      <a:pt x="29" y="100"/>
                    </a:cubicBezTo>
                    <a:cubicBezTo>
                      <a:pt x="26" y="107"/>
                      <a:pt x="21" y="117"/>
                      <a:pt x="14" y="123"/>
                    </a:cubicBezTo>
                    <a:cubicBezTo>
                      <a:pt x="8" y="130"/>
                      <a:pt x="0" y="140"/>
                      <a:pt x="2" y="150"/>
                    </a:cubicBezTo>
                    <a:cubicBezTo>
                      <a:pt x="5" y="159"/>
                      <a:pt x="18" y="167"/>
                      <a:pt x="26" y="163"/>
                    </a:cubicBezTo>
                    <a:cubicBezTo>
                      <a:pt x="33" y="159"/>
                      <a:pt x="36" y="158"/>
                      <a:pt x="36" y="158"/>
                    </a:cubicBezTo>
                    <a:cubicBezTo>
                      <a:pt x="36" y="158"/>
                      <a:pt x="31" y="180"/>
                      <a:pt x="29" y="201"/>
                    </a:cubicBezTo>
                    <a:cubicBezTo>
                      <a:pt x="27" y="223"/>
                      <a:pt x="21" y="244"/>
                      <a:pt x="24" y="245"/>
                    </a:cubicBezTo>
                    <a:cubicBezTo>
                      <a:pt x="28" y="247"/>
                      <a:pt x="33" y="250"/>
                      <a:pt x="33" y="250"/>
                    </a:cubicBezTo>
                    <a:cubicBezTo>
                      <a:pt x="33" y="250"/>
                      <a:pt x="34" y="280"/>
                      <a:pt x="39" y="306"/>
                    </a:cubicBezTo>
                    <a:cubicBezTo>
                      <a:pt x="44" y="332"/>
                      <a:pt x="46" y="344"/>
                      <a:pt x="47" y="360"/>
                    </a:cubicBezTo>
                    <a:cubicBezTo>
                      <a:pt x="48" y="376"/>
                      <a:pt x="49" y="387"/>
                      <a:pt x="48" y="394"/>
                    </a:cubicBezTo>
                    <a:cubicBezTo>
                      <a:pt x="47" y="400"/>
                      <a:pt x="38" y="413"/>
                      <a:pt x="32" y="416"/>
                    </a:cubicBezTo>
                    <a:cubicBezTo>
                      <a:pt x="27" y="418"/>
                      <a:pt x="18" y="418"/>
                      <a:pt x="14" y="420"/>
                    </a:cubicBezTo>
                    <a:cubicBezTo>
                      <a:pt x="10" y="421"/>
                      <a:pt x="7" y="426"/>
                      <a:pt x="16" y="428"/>
                    </a:cubicBezTo>
                    <a:cubicBezTo>
                      <a:pt x="25" y="429"/>
                      <a:pt x="41" y="427"/>
                      <a:pt x="45" y="425"/>
                    </a:cubicBezTo>
                    <a:cubicBezTo>
                      <a:pt x="49" y="424"/>
                      <a:pt x="56" y="421"/>
                      <a:pt x="56" y="421"/>
                    </a:cubicBezTo>
                    <a:cubicBezTo>
                      <a:pt x="56" y="421"/>
                      <a:pt x="54" y="426"/>
                      <a:pt x="63" y="426"/>
                    </a:cubicBezTo>
                    <a:cubicBezTo>
                      <a:pt x="73" y="426"/>
                      <a:pt x="74" y="425"/>
                      <a:pt x="75" y="419"/>
                    </a:cubicBezTo>
                    <a:cubicBezTo>
                      <a:pt x="75" y="413"/>
                      <a:pt x="75" y="405"/>
                      <a:pt x="76" y="401"/>
                    </a:cubicBezTo>
                    <a:cubicBezTo>
                      <a:pt x="78" y="397"/>
                      <a:pt x="71" y="386"/>
                      <a:pt x="74" y="380"/>
                    </a:cubicBezTo>
                    <a:cubicBezTo>
                      <a:pt x="78" y="375"/>
                      <a:pt x="81" y="359"/>
                      <a:pt x="78" y="350"/>
                    </a:cubicBezTo>
                    <a:cubicBezTo>
                      <a:pt x="75" y="341"/>
                      <a:pt x="79" y="332"/>
                      <a:pt x="78" y="326"/>
                    </a:cubicBezTo>
                    <a:cubicBezTo>
                      <a:pt x="77" y="320"/>
                      <a:pt x="76" y="312"/>
                      <a:pt x="76" y="303"/>
                    </a:cubicBezTo>
                    <a:cubicBezTo>
                      <a:pt x="76" y="294"/>
                      <a:pt x="76" y="288"/>
                      <a:pt x="76" y="288"/>
                    </a:cubicBezTo>
                    <a:cubicBezTo>
                      <a:pt x="76" y="288"/>
                      <a:pt x="82" y="322"/>
                      <a:pt x="84" y="331"/>
                    </a:cubicBezTo>
                    <a:cubicBezTo>
                      <a:pt x="86" y="340"/>
                      <a:pt x="89" y="372"/>
                      <a:pt x="89" y="382"/>
                    </a:cubicBezTo>
                    <a:cubicBezTo>
                      <a:pt x="89" y="392"/>
                      <a:pt x="96" y="405"/>
                      <a:pt x="96" y="413"/>
                    </a:cubicBezTo>
                    <a:cubicBezTo>
                      <a:pt x="97" y="422"/>
                      <a:pt x="97" y="427"/>
                      <a:pt x="99" y="427"/>
                    </a:cubicBezTo>
                    <a:cubicBezTo>
                      <a:pt x="102" y="427"/>
                      <a:pt x="97" y="437"/>
                      <a:pt x="95" y="445"/>
                    </a:cubicBezTo>
                    <a:cubicBezTo>
                      <a:pt x="94" y="452"/>
                      <a:pt x="88" y="469"/>
                      <a:pt x="98" y="469"/>
                    </a:cubicBezTo>
                    <a:cubicBezTo>
                      <a:pt x="109" y="469"/>
                      <a:pt x="120" y="465"/>
                      <a:pt x="120" y="454"/>
                    </a:cubicBezTo>
                    <a:cubicBezTo>
                      <a:pt x="121" y="444"/>
                      <a:pt x="119" y="434"/>
                      <a:pt x="122" y="430"/>
                    </a:cubicBezTo>
                    <a:cubicBezTo>
                      <a:pt x="125" y="426"/>
                      <a:pt x="125" y="417"/>
                      <a:pt x="125" y="411"/>
                    </a:cubicBezTo>
                    <a:cubicBezTo>
                      <a:pt x="124" y="406"/>
                      <a:pt x="126" y="396"/>
                      <a:pt x="125" y="385"/>
                    </a:cubicBezTo>
                    <a:cubicBezTo>
                      <a:pt x="123" y="373"/>
                      <a:pt x="123" y="353"/>
                      <a:pt x="121" y="338"/>
                    </a:cubicBezTo>
                    <a:cubicBezTo>
                      <a:pt x="118" y="323"/>
                      <a:pt x="117" y="300"/>
                      <a:pt x="116" y="282"/>
                    </a:cubicBezTo>
                    <a:cubicBezTo>
                      <a:pt x="114" y="264"/>
                      <a:pt x="113" y="255"/>
                      <a:pt x="115" y="252"/>
                    </a:cubicBezTo>
                    <a:cubicBezTo>
                      <a:pt x="117" y="250"/>
                      <a:pt x="127" y="247"/>
                      <a:pt x="130" y="246"/>
                    </a:cubicBezTo>
                    <a:cubicBezTo>
                      <a:pt x="133" y="246"/>
                      <a:pt x="127" y="227"/>
                      <a:pt x="124" y="211"/>
                    </a:cubicBezTo>
                    <a:cubicBezTo>
                      <a:pt x="122" y="196"/>
                      <a:pt x="119" y="186"/>
                      <a:pt x="117" y="175"/>
                    </a:cubicBezTo>
                    <a:cubicBezTo>
                      <a:pt x="114" y="164"/>
                      <a:pt x="114" y="159"/>
                      <a:pt x="119" y="151"/>
                    </a:cubicBezTo>
                    <a:cubicBezTo>
                      <a:pt x="123" y="143"/>
                      <a:pt x="129" y="138"/>
                      <a:pt x="131" y="120"/>
                    </a:cubicBezTo>
                    <a:cubicBezTo>
                      <a:pt x="134" y="102"/>
                      <a:pt x="137" y="90"/>
                      <a:pt x="132" y="85"/>
                    </a:cubicBezTo>
                    <a:cubicBezTo>
                      <a:pt x="127" y="81"/>
                      <a:pt x="118" y="83"/>
                      <a:pt x="111" y="78"/>
                    </a:cubicBezTo>
                    <a:cubicBezTo>
                      <a:pt x="104" y="72"/>
                      <a:pt x="103" y="66"/>
                      <a:pt x="100" y="65"/>
                    </a:cubicBezTo>
                    <a:cubicBezTo>
                      <a:pt x="97" y="64"/>
                      <a:pt x="96" y="64"/>
                      <a:pt x="96" y="60"/>
                    </a:cubicBezTo>
                    <a:cubicBezTo>
                      <a:pt x="96" y="56"/>
                      <a:pt x="97" y="52"/>
                      <a:pt x="97" y="52"/>
                    </a:cubicBezTo>
                    <a:cubicBezTo>
                      <a:pt x="97" y="52"/>
                      <a:pt x="102" y="49"/>
                      <a:pt x="103" y="44"/>
                    </a:cubicBezTo>
                    <a:cubicBezTo>
                      <a:pt x="104" y="39"/>
                      <a:pt x="105" y="27"/>
                      <a:pt x="104" y="19"/>
                    </a:cubicBezTo>
                    <a:cubicBezTo>
                      <a:pt x="102" y="11"/>
                      <a:pt x="95" y="0"/>
                      <a:pt x="80"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6" name="Freeform 75"/>
              <p:cNvSpPr>
                <a:spLocks/>
              </p:cNvSpPr>
              <p:nvPr/>
            </p:nvSpPr>
            <p:spPr bwMode="auto">
              <a:xfrm>
                <a:off x="5040313" y="1809750"/>
                <a:ext cx="127000" cy="96837"/>
              </a:xfrm>
              <a:custGeom>
                <a:avLst/>
                <a:gdLst>
                  <a:gd name="T0" fmla="*/ 2 w 34"/>
                  <a:gd name="T1" fmla="*/ 12 h 26"/>
                  <a:gd name="T2" fmla="*/ 0 w 34"/>
                  <a:gd name="T3" fmla="*/ 15 h 26"/>
                  <a:gd name="T4" fmla="*/ 1 w 34"/>
                  <a:gd name="T5" fmla="*/ 26 h 26"/>
                  <a:gd name="T6" fmla="*/ 8 w 34"/>
                  <a:gd name="T7" fmla="*/ 15 h 26"/>
                  <a:gd name="T8" fmla="*/ 14 w 34"/>
                  <a:gd name="T9" fmla="*/ 20 h 26"/>
                  <a:gd name="T10" fmla="*/ 15 w 34"/>
                  <a:gd name="T11" fmla="*/ 25 h 26"/>
                  <a:gd name="T12" fmla="*/ 34 w 34"/>
                  <a:gd name="T13" fmla="*/ 4 h 26"/>
                  <a:gd name="T14" fmla="*/ 31 w 34"/>
                  <a:gd name="T15" fmla="*/ 0 h 26"/>
                  <a:gd name="T16" fmla="*/ 9 w 34"/>
                  <a:gd name="T17" fmla="*/ 14 h 26"/>
                  <a:gd name="T18" fmla="*/ 2 w 34"/>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 y="12"/>
                    </a:moveTo>
                    <a:cubicBezTo>
                      <a:pt x="1" y="13"/>
                      <a:pt x="1" y="14"/>
                      <a:pt x="0" y="15"/>
                    </a:cubicBezTo>
                    <a:cubicBezTo>
                      <a:pt x="1" y="19"/>
                      <a:pt x="1" y="23"/>
                      <a:pt x="1" y="26"/>
                    </a:cubicBezTo>
                    <a:cubicBezTo>
                      <a:pt x="7" y="23"/>
                      <a:pt x="4" y="16"/>
                      <a:pt x="8" y="15"/>
                    </a:cubicBezTo>
                    <a:cubicBezTo>
                      <a:pt x="13" y="15"/>
                      <a:pt x="13" y="17"/>
                      <a:pt x="14" y="20"/>
                    </a:cubicBezTo>
                    <a:cubicBezTo>
                      <a:pt x="15" y="22"/>
                      <a:pt x="15" y="25"/>
                      <a:pt x="15" y="25"/>
                    </a:cubicBezTo>
                    <a:cubicBezTo>
                      <a:pt x="15" y="25"/>
                      <a:pt x="30" y="9"/>
                      <a:pt x="34" y="4"/>
                    </a:cubicBezTo>
                    <a:cubicBezTo>
                      <a:pt x="32" y="3"/>
                      <a:pt x="31" y="2"/>
                      <a:pt x="31" y="0"/>
                    </a:cubicBezTo>
                    <a:cubicBezTo>
                      <a:pt x="26" y="5"/>
                      <a:pt x="15" y="14"/>
                      <a:pt x="9" y="14"/>
                    </a:cubicBezTo>
                    <a:cubicBezTo>
                      <a:pt x="6" y="14"/>
                      <a:pt x="4" y="13"/>
                      <a:pt x="2" y="12"/>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7" name="Freeform 76"/>
              <p:cNvSpPr>
                <a:spLocks/>
              </p:cNvSpPr>
              <p:nvPr/>
            </p:nvSpPr>
            <p:spPr bwMode="auto">
              <a:xfrm>
                <a:off x="4975226" y="2073275"/>
                <a:ext cx="57150" cy="74612"/>
              </a:xfrm>
              <a:custGeom>
                <a:avLst/>
                <a:gdLst>
                  <a:gd name="T0" fmla="*/ 7 w 15"/>
                  <a:gd name="T1" fmla="*/ 1 h 20"/>
                  <a:gd name="T2" fmla="*/ 15 w 15"/>
                  <a:gd name="T3" fmla="*/ 0 h 20"/>
                  <a:gd name="T4" fmla="*/ 8 w 15"/>
                  <a:gd name="T5" fmla="*/ 11 h 20"/>
                  <a:gd name="T6" fmla="*/ 8 w 15"/>
                  <a:gd name="T7" fmla="*/ 18 h 20"/>
                  <a:gd name="T8" fmla="*/ 2 w 15"/>
                  <a:gd name="T9" fmla="*/ 20 h 20"/>
                  <a:gd name="T10" fmla="*/ 2 w 15"/>
                  <a:gd name="T11" fmla="*/ 9 h 20"/>
                  <a:gd name="T12" fmla="*/ 7 w 15"/>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15" h="20">
                    <a:moveTo>
                      <a:pt x="7" y="1"/>
                    </a:moveTo>
                    <a:cubicBezTo>
                      <a:pt x="15" y="0"/>
                      <a:pt x="15" y="0"/>
                      <a:pt x="15" y="0"/>
                    </a:cubicBezTo>
                    <a:cubicBezTo>
                      <a:pt x="15" y="0"/>
                      <a:pt x="8" y="5"/>
                      <a:pt x="8" y="11"/>
                    </a:cubicBezTo>
                    <a:cubicBezTo>
                      <a:pt x="8" y="16"/>
                      <a:pt x="8" y="18"/>
                      <a:pt x="8" y="18"/>
                    </a:cubicBezTo>
                    <a:cubicBezTo>
                      <a:pt x="2" y="20"/>
                      <a:pt x="2" y="20"/>
                      <a:pt x="2" y="20"/>
                    </a:cubicBezTo>
                    <a:cubicBezTo>
                      <a:pt x="2" y="20"/>
                      <a:pt x="0" y="14"/>
                      <a:pt x="2" y="9"/>
                    </a:cubicBezTo>
                    <a:cubicBezTo>
                      <a:pt x="4" y="4"/>
                      <a:pt x="6" y="2"/>
                      <a:pt x="7" y="1"/>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sp>
            <p:nvSpPr>
              <p:cNvPr id="78" name="Freeform 77"/>
              <p:cNvSpPr>
                <a:spLocks/>
              </p:cNvSpPr>
              <p:nvPr/>
            </p:nvSpPr>
            <p:spPr bwMode="auto">
              <a:xfrm>
                <a:off x="4979988" y="2252663"/>
                <a:ext cx="22225" cy="65087"/>
              </a:xfrm>
              <a:custGeom>
                <a:avLst/>
                <a:gdLst>
                  <a:gd name="T0" fmla="*/ 4 w 6"/>
                  <a:gd name="T1" fmla="*/ 0 h 17"/>
                  <a:gd name="T2" fmla="*/ 5 w 6"/>
                  <a:gd name="T3" fmla="*/ 13 h 17"/>
                  <a:gd name="T4" fmla="*/ 6 w 6"/>
                  <a:gd name="T5" fmla="*/ 17 h 17"/>
                  <a:gd name="T6" fmla="*/ 0 w 6"/>
                  <a:gd name="T7" fmla="*/ 16 h 17"/>
                  <a:gd name="T8" fmla="*/ 4 w 6"/>
                  <a:gd name="T9" fmla="*/ 0 h 17"/>
                </a:gdLst>
                <a:ahLst/>
                <a:cxnLst>
                  <a:cxn ang="0">
                    <a:pos x="T0" y="T1"/>
                  </a:cxn>
                  <a:cxn ang="0">
                    <a:pos x="T2" y="T3"/>
                  </a:cxn>
                  <a:cxn ang="0">
                    <a:pos x="T4" y="T5"/>
                  </a:cxn>
                  <a:cxn ang="0">
                    <a:pos x="T6" y="T7"/>
                  </a:cxn>
                  <a:cxn ang="0">
                    <a:pos x="T8" y="T9"/>
                  </a:cxn>
                </a:cxnLst>
                <a:rect l="0" t="0" r="r" b="b"/>
                <a:pathLst>
                  <a:path w="6" h="17">
                    <a:moveTo>
                      <a:pt x="4" y="0"/>
                    </a:moveTo>
                    <a:cubicBezTo>
                      <a:pt x="4" y="0"/>
                      <a:pt x="5" y="9"/>
                      <a:pt x="5" y="13"/>
                    </a:cubicBezTo>
                    <a:cubicBezTo>
                      <a:pt x="6" y="16"/>
                      <a:pt x="6" y="17"/>
                      <a:pt x="6" y="17"/>
                    </a:cubicBezTo>
                    <a:cubicBezTo>
                      <a:pt x="0" y="16"/>
                      <a:pt x="0" y="16"/>
                      <a:pt x="0" y="16"/>
                    </a:cubicBezTo>
                    <a:cubicBezTo>
                      <a:pt x="0" y="16"/>
                      <a:pt x="1" y="8"/>
                      <a:pt x="4" y="0"/>
                    </a:cubicBezTo>
                    <a:close/>
                  </a:path>
                </a:pathLst>
              </a:custGeom>
              <a:grpFill/>
              <a:ln>
                <a:noFill/>
              </a:ln>
              <a:extLst/>
            </p:spPr>
            <p:txBody>
              <a:bodyPr lIns="68580" tIns="34290" rIns="68580" bIns="34290"/>
              <a:lstStyle/>
              <a:p>
                <a:pPr fontAlgn="auto">
                  <a:spcBef>
                    <a:spcPts val="0"/>
                  </a:spcBef>
                  <a:spcAft>
                    <a:spcPts val="0"/>
                  </a:spcAft>
                  <a:defRPr/>
                </a:pPr>
                <a:endParaRPr lang="en-US" sz="1013">
                  <a:solidFill>
                    <a:prstClr val="black"/>
                  </a:solidFill>
                  <a:latin typeface="Calibri" panose="020F0502020204030204"/>
                  <a:cs typeface="+mn-cs"/>
                </a:endParaRPr>
              </a:p>
            </p:txBody>
          </p:sp>
        </p:grpSp>
        <p:sp>
          <p:nvSpPr>
            <p:cNvPr id="24" name="Oval 23"/>
            <p:cNvSpPr/>
            <p:nvPr/>
          </p:nvSpPr>
          <p:spPr>
            <a:xfrm>
              <a:off x="7845598" y="1734643"/>
              <a:ext cx="703361" cy="706438"/>
            </a:xfrm>
            <a:prstGeom prst="ellipse">
              <a:avLst/>
            </a:prstGeom>
            <a:solidFill>
              <a:srgbClr val="C0392B"/>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5" name="Oval 24"/>
            <p:cNvSpPr/>
            <p:nvPr/>
          </p:nvSpPr>
          <p:spPr>
            <a:xfrm>
              <a:off x="8839514"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6" name="Oval 25"/>
            <p:cNvSpPr/>
            <p:nvPr/>
          </p:nvSpPr>
          <p:spPr>
            <a:xfrm>
              <a:off x="6550015"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7" name="Oval 26"/>
            <p:cNvSpPr/>
            <p:nvPr/>
          </p:nvSpPr>
          <p:spPr>
            <a:xfrm>
              <a:off x="9198340" y="3057032"/>
              <a:ext cx="703361" cy="708026"/>
            </a:xfrm>
            <a:prstGeom prst="ellipse">
              <a:avLst/>
            </a:prstGeom>
            <a:solidFill>
              <a:srgbClr val="94B64E"/>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8" name="Oval 27"/>
            <p:cNvSpPr/>
            <p:nvPr/>
          </p:nvSpPr>
          <p:spPr>
            <a:xfrm>
              <a:off x="8883970"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29" name="Oval 28"/>
            <p:cNvSpPr/>
            <p:nvPr/>
          </p:nvSpPr>
          <p:spPr>
            <a:xfrm>
              <a:off x="6918367" y="4001596"/>
              <a:ext cx="703361" cy="708026"/>
            </a:xfrm>
            <a:prstGeom prst="ellipse">
              <a:avLst/>
            </a:prstGeom>
            <a:solidFill>
              <a:srgbClr val="2980B9"/>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sp>
          <p:nvSpPr>
            <p:cNvPr id="31" name="Oval 30"/>
            <p:cNvSpPr/>
            <p:nvPr/>
          </p:nvSpPr>
          <p:spPr>
            <a:xfrm>
              <a:off x="6921543" y="2212481"/>
              <a:ext cx="703361" cy="708026"/>
            </a:xfrm>
            <a:prstGeom prst="ellipse">
              <a:avLst/>
            </a:prstGeom>
            <a:solidFill>
              <a:srgbClr val="F39C1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fontAlgn="auto">
                <a:spcBef>
                  <a:spcPts val="0"/>
                </a:spcBef>
                <a:spcAft>
                  <a:spcPts val="0"/>
                </a:spcAft>
                <a:defRPr/>
              </a:pPr>
              <a:endParaRPr lang="en-US" sz="8800">
                <a:solidFill>
                  <a:prstClr val="white"/>
                </a:solidFill>
              </a:endParaRPr>
            </a:p>
          </p:txBody>
        </p:sp>
        <p:grpSp>
          <p:nvGrpSpPr>
            <p:cNvPr id="32" name="Group 31"/>
            <p:cNvGrpSpPr/>
            <p:nvPr/>
          </p:nvGrpSpPr>
          <p:grpSpPr>
            <a:xfrm>
              <a:off x="6766519" y="3278571"/>
              <a:ext cx="275412" cy="247507"/>
              <a:chOff x="5583238" y="3892551"/>
              <a:chExt cx="360363" cy="323850"/>
            </a:xfrm>
            <a:solidFill>
              <a:schemeClr val="bg1"/>
            </a:solidFill>
          </p:grpSpPr>
          <p:sp>
            <p:nvSpPr>
              <p:cNvPr id="72" name="Freeform 5"/>
              <p:cNvSpPr>
                <a:spLocks/>
              </p:cNvSpPr>
              <p:nvPr/>
            </p:nvSpPr>
            <p:spPr bwMode="auto">
              <a:xfrm>
                <a:off x="5811838" y="3892551"/>
                <a:ext cx="131763" cy="323850"/>
              </a:xfrm>
              <a:custGeom>
                <a:avLst/>
                <a:gdLst>
                  <a:gd name="T0" fmla="*/ 17 w 83"/>
                  <a:gd name="T1" fmla="*/ 57 h 204"/>
                  <a:gd name="T2" fmla="*/ 0 w 83"/>
                  <a:gd name="T3" fmla="*/ 57 h 204"/>
                  <a:gd name="T4" fmla="*/ 43 w 83"/>
                  <a:gd name="T5" fmla="*/ 0 h 204"/>
                  <a:gd name="T6" fmla="*/ 83 w 83"/>
                  <a:gd name="T7" fmla="*/ 57 h 204"/>
                  <a:gd name="T8" fmla="*/ 67 w 83"/>
                  <a:gd name="T9" fmla="*/ 57 h 204"/>
                  <a:gd name="T10" fmla="*/ 67 w 83"/>
                  <a:gd name="T11" fmla="*/ 204 h 204"/>
                  <a:gd name="T12" fmla="*/ 17 w 83"/>
                  <a:gd name="T13" fmla="*/ 204 h 204"/>
                  <a:gd name="T14" fmla="*/ 17 w 83"/>
                  <a:gd name="T15" fmla="*/ 57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04">
                    <a:moveTo>
                      <a:pt x="17" y="57"/>
                    </a:moveTo>
                    <a:lnTo>
                      <a:pt x="0" y="57"/>
                    </a:lnTo>
                    <a:lnTo>
                      <a:pt x="43" y="0"/>
                    </a:lnTo>
                    <a:lnTo>
                      <a:pt x="83" y="57"/>
                    </a:lnTo>
                    <a:lnTo>
                      <a:pt x="67" y="57"/>
                    </a:lnTo>
                    <a:lnTo>
                      <a:pt x="67" y="204"/>
                    </a:lnTo>
                    <a:lnTo>
                      <a:pt x="17" y="204"/>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3" name="Freeform 6"/>
              <p:cNvSpPr>
                <a:spLocks/>
              </p:cNvSpPr>
              <p:nvPr/>
            </p:nvSpPr>
            <p:spPr bwMode="auto">
              <a:xfrm>
                <a:off x="5695951" y="3978276"/>
                <a:ext cx="131763" cy="238125"/>
              </a:xfrm>
              <a:custGeom>
                <a:avLst/>
                <a:gdLst>
                  <a:gd name="T0" fmla="*/ 66 w 83"/>
                  <a:gd name="T1" fmla="*/ 150 h 150"/>
                  <a:gd name="T2" fmla="*/ 19 w 83"/>
                  <a:gd name="T3" fmla="*/ 150 h 150"/>
                  <a:gd name="T4" fmla="*/ 19 w 83"/>
                  <a:gd name="T5" fmla="*/ 60 h 150"/>
                  <a:gd name="T6" fmla="*/ 0 w 83"/>
                  <a:gd name="T7" fmla="*/ 60 h 150"/>
                  <a:gd name="T8" fmla="*/ 43 w 83"/>
                  <a:gd name="T9" fmla="*/ 0 h 150"/>
                  <a:gd name="T10" fmla="*/ 83 w 83"/>
                  <a:gd name="T11" fmla="*/ 60 h 150"/>
                  <a:gd name="T12" fmla="*/ 66 w 83"/>
                  <a:gd name="T13" fmla="*/ 60 h 150"/>
                  <a:gd name="T14" fmla="*/ 66 w 83"/>
                  <a:gd name="T15" fmla="*/ 15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50">
                    <a:moveTo>
                      <a:pt x="66" y="150"/>
                    </a:moveTo>
                    <a:lnTo>
                      <a:pt x="19" y="150"/>
                    </a:lnTo>
                    <a:lnTo>
                      <a:pt x="19" y="60"/>
                    </a:lnTo>
                    <a:lnTo>
                      <a:pt x="0" y="60"/>
                    </a:lnTo>
                    <a:lnTo>
                      <a:pt x="43" y="0"/>
                    </a:lnTo>
                    <a:lnTo>
                      <a:pt x="83" y="60"/>
                    </a:lnTo>
                    <a:lnTo>
                      <a:pt x="66" y="60"/>
                    </a:lnTo>
                    <a:lnTo>
                      <a:pt x="66" y="15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4" name="Freeform 7"/>
              <p:cNvSpPr>
                <a:spLocks/>
              </p:cNvSpPr>
              <p:nvPr/>
            </p:nvSpPr>
            <p:spPr bwMode="auto">
              <a:xfrm>
                <a:off x="5583238" y="4068763"/>
                <a:ext cx="131763" cy="147638"/>
              </a:xfrm>
              <a:custGeom>
                <a:avLst/>
                <a:gdLst>
                  <a:gd name="T0" fmla="*/ 17 w 83"/>
                  <a:gd name="T1" fmla="*/ 57 h 93"/>
                  <a:gd name="T2" fmla="*/ 0 w 83"/>
                  <a:gd name="T3" fmla="*/ 57 h 93"/>
                  <a:gd name="T4" fmla="*/ 43 w 83"/>
                  <a:gd name="T5" fmla="*/ 0 h 93"/>
                  <a:gd name="T6" fmla="*/ 83 w 83"/>
                  <a:gd name="T7" fmla="*/ 57 h 93"/>
                  <a:gd name="T8" fmla="*/ 66 w 83"/>
                  <a:gd name="T9" fmla="*/ 57 h 93"/>
                  <a:gd name="T10" fmla="*/ 66 w 83"/>
                  <a:gd name="T11" fmla="*/ 93 h 93"/>
                  <a:gd name="T12" fmla="*/ 17 w 83"/>
                  <a:gd name="T13" fmla="*/ 93 h 93"/>
                  <a:gd name="T14" fmla="*/ 17 w 83"/>
                  <a:gd name="T15" fmla="*/ 57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93">
                    <a:moveTo>
                      <a:pt x="17" y="57"/>
                    </a:moveTo>
                    <a:lnTo>
                      <a:pt x="0" y="57"/>
                    </a:lnTo>
                    <a:lnTo>
                      <a:pt x="43" y="0"/>
                    </a:lnTo>
                    <a:lnTo>
                      <a:pt x="83" y="57"/>
                    </a:lnTo>
                    <a:lnTo>
                      <a:pt x="66" y="57"/>
                    </a:lnTo>
                    <a:lnTo>
                      <a:pt x="66" y="93"/>
                    </a:lnTo>
                    <a:lnTo>
                      <a:pt x="17" y="93"/>
                    </a:lnTo>
                    <a:lnTo>
                      <a:pt x="17" y="57"/>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3" name="Group 32"/>
            <p:cNvGrpSpPr/>
            <p:nvPr/>
          </p:nvGrpSpPr>
          <p:grpSpPr>
            <a:xfrm>
              <a:off x="7120938" y="2457922"/>
              <a:ext cx="264493" cy="228095"/>
              <a:chOff x="6048376" y="3925888"/>
              <a:chExt cx="346075" cy="298451"/>
            </a:xfrm>
            <a:solidFill>
              <a:schemeClr val="bg1"/>
            </a:solidFill>
          </p:grpSpPr>
          <p:sp>
            <p:nvSpPr>
              <p:cNvPr id="70" name="Freeform 38"/>
              <p:cNvSpPr>
                <a:spLocks/>
              </p:cNvSpPr>
              <p:nvPr/>
            </p:nvSpPr>
            <p:spPr bwMode="auto">
              <a:xfrm>
                <a:off x="6102351" y="3925888"/>
                <a:ext cx="292100" cy="244475"/>
              </a:xfrm>
              <a:custGeom>
                <a:avLst/>
                <a:gdLst>
                  <a:gd name="T0" fmla="*/ 72 w 78"/>
                  <a:gd name="T1" fmla="*/ 0 h 65"/>
                  <a:gd name="T2" fmla="*/ 48 w 78"/>
                  <a:gd name="T3" fmla="*/ 0 h 65"/>
                  <a:gd name="T4" fmla="*/ 42 w 78"/>
                  <a:gd name="T5" fmla="*/ 5 h 65"/>
                  <a:gd name="T6" fmla="*/ 42 w 78"/>
                  <a:gd name="T7" fmla="*/ 8 h 65"/>
                  <a:gd name="T8" fmla="*/ 5 w 78"/>
                  <a:gd name="T9" fmla="*/ 8 h 65"/>
                  <a:gd name="T10" fmla="*/ 0 w 78"/>
                  <a:gd name="T11" fmla="*/ 14 h 65"/>
                  <a:gd name="T12" fmla="*/ 0 w 78"/>
                  <a:gd name="T13" fmla="*/ 59 h 65"/>
                  <a:gd name="T14" fmla="*/ 5 w 78"/>
                  <a:gd name="T15" fmla="*/ 65 h 65"/>
                  <a:gd name="T16" fmla="*/ 73 w 78"/>
                  <a:gd name="T17" fmla="*/ 65 h 65"/>
                  <a:gd name="T18" fmla="*/ 78 w 78"/>
                  <a:gd name="T19" fmla="*/ 59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8"/>
                      <a:pt x="42" y="8"/>
                      <a:pt x="42" y="8"/>
                    </a:cubicBezTo>
                    <a:cubicBezTo>
                      <a:pt x="5" y="8"/>
                      <a:pt x="5" y="8"/>
                      <a:pt x="5" y="8"/>
                    </a:cubicBezTo>
                    <a:cubicBezTo>
                      <a:pt x="2" y="8"/>
                      <a:pt x="0" y="11"/>
                      <a:pt x="0" y="14"/>
                    </a:cubicBezTo>
                    <a:cubicBezTo>
                      <a:pt x="0" y="59"/>
                      <a:pt x="0" y="59"/>
                      <a:pt x="0" y="59"/>
                    </a:cubicBezTo>
                    <a:cubicBezTo>
                      <a:pt x="0" y="62"/>
                      <a:pt x="2" y="65"/>
                      <a:pt x="5" y="65"/>
                    </a:cubicBezTo>
                    <a:cubicBezTo>
                      <a:pt x="73" y="65"/>
                      <a:pt x="73" y="65"/>
                      <a:pt x="73" y="65"/>
                    </a:cubicBezTo>
                    <a:cubicBezTo>
                      <a:pt x="76" y="65"/>
                      <a:pt x="78" y="62"/>
                      <a:pt x="78" y="59"/>
                    </a:cubicBezTo>
                    <a:cubicBezTo>
                      <a:pt x="78" y="5"/>
                      <a:pt x="78" y="5"/>
                      <a:pt x="78" y="5"/>
                    </a:cubicBezTo>
                    <a:cubicBezTo>
                      <a:pt x="78" y="2"/>
                      <a:pt x="75"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71" name="Freeform 39"/>
              <p:cNvSpPr>
                <a:spLocks/>
              </p:cNvSpPr>
              <p:nvPr/>
            </p:nvSpPr>
            <p:spPr bwMode="auto">
              <a:xfrm>
                <a:off x="6048376" y="3978276"/>
                <a:ext cx="293688" cy="246063"/>
              </a:xfrm>
              <a:custGeom>
                <a:avLst/>
                <a:gdLst>
                  <a:gd name="T0" fmla="*/ 72 w 78"/>
                  <a:gd name="T1" fmla="*/ 0 h 65"/>
                  <a:gd name="T2" fmla="*/ 48 w 78"/>
                  <a:gd name="T3" fmla="*/ 0 h 65"/>
                  <a:gd name="T4" fmla="*/ 42 w 78"/>
                  <a:gd name="T5" fmla="*/ 5 h 65"/>
                  <a:gd name="T6" fmla="*/ 42 w 78"/>
                  <a:gd name="T7" fmla="*/ 9 h 65"/>
                  <a:gd name="T8" fmla="*/ 5 w 78"/>
                  <a:gd name="T9" fmla="*/ 9 h 65"/>
                  <a:gd name="T10" fmla="*/ 0 w 78"/>
                  <a:gd name="T11" fmla="*/ 14 h 65"/>
                  <a:gd name="T12" fmla="*/ 0 w 78"/>
                  <a:gd name="T13" fmla="*/ 60 h 65"/>
                  <a:gd name="T14" fmla="*/ 5 w 78"/>
                  <a:gd name="T15" fmla="*/ 65 h 65"/>
                  <a:gd name="T16" fmla="*/ 73 w 78"/>
                  <a:gd name="T17" fmla="*/ 65 h 65"/>
                  <a:gd name="T18" fmla="*/ 78 w 78"/>
                  <a:gd name="T19" fmla="*/ 60 h 65"/>
                  <a:gd name="T20" fmla="*/ 78 w 78"/>
                  <a:gd name="T21" fmla="*/ 5 h 65"/>
                  <a:gd name="T22" fmla="*/ 72 w 78"/>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65">
                    <a:moveTo>
                      <a:pt x="72" y="0"/>
                    </a:moveTo>
                    <a:cubicBezTo>
                      <a:pt x="48" y="0"/>
                      <a:pt x="48" y="0"/>
                      <a:pt x="48" y="0"/>
                    </a:cubicBezTo>
                    <a:cubicBezTo>
                      <a:pt x="45" y="0"/>
                      <a:pt x="42" y="2"/>
                      <a:pt x="42" y="5"/>
                    </a:cubicBezTo>
                    <a:cubicBezTo>
                      <a:pt x="42" y="9"/>
                      <a:pt x="42" y="9"/>
                      <a:pt x="42" y="9"/>
                    </a:cubicBezTo>
                    <a:cubicBezTo>
                      <a:pt x="5" y="9"/>
                      <a:pt x="5" y="9"/>
                      <a:pt x="5" y="9"/>
                    </a:cubicBezTo>
                    <a:cubicBezTo>
                      <a:pt x="2" y="9"/>
                      <a:pt x="0" y="11"/>
                      <a:pt x="0" y="14"/>
                    </a:cubicBezTo>
                    <a:cubicBezTo>
                      <a:pt x="0" y="60"/>
                      <a:pt x="0" y="60"/>
                      <a:pt x="0" y="60"/>
                    </a:cubicBezTo>
                    <a:cubicBezTo>
                      <a:pt x="0" y="63"/>
                      <a:pt x="2" y="65"/>
                      <a:pt x="5" y="65"/>
                    </a:cubicBezTo>
                    <a:cubicBezTo>
                      <a:pt x="73" y="65"/>
                      <a:pt x="73" y="65"/>
                      <a:pt x="73" y="65"/>
                    </a:cubicBezTo>
                    <a:cubicBezTo>
                      <a:pt x="76" y="65"/>
                      <a:pt x="78" y="63"/>
                      <a:pt x="78" y="60"/>
                    </a:cubicBezTo>
                    <a:cubicBezTo>
                      <a:pt x="78" y="5"/>
                      <a:pt x="78" y="5"/>
                      <a:pt x="78" y="5"/>
                    </a:cubicBezTo>
                    <a:cubicBezTo>
                      <a:pt x="78" y="2"/>
                      <a:pt x="76" y="0"/>
                      <a:pt x="72" y="0"/>
                    </a:cubicBezTo>
                    <a:close/>
                  </a:path>
                </a:pathLst>
              </a:custGeom>
              <a:grpFill/>
              <a:ln w="7938" cap="flat">
                <a:solidFill>
                  <a:srgbClr val="FFFFFF"/>
                </a:solidFill>
                <a:prstDash val="solid"/>
                <a:miter lim="800000"/>
                <a:headEnd/>
                <a:tailEnd/>
              </a:ln>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34" name="Group 33"/>
            <p:cNvGrpSpPr/>
            <p:nvPr/>
          </p:nvGrpSpPr>
          <p:grpSpPr>
            <a:xfrm>
              <a:off x="7172802" y="4226763"/>
              <a:ext cx="212323" cy="247507"/>
              <a:chOff x="7548563" y="2860676"/>
              <a:chExt cx="277813" cy="323850"/>
            </a:xfrm>
            <a:solidFill>
              <a:schemeClr val="bg1"/>
            </a:solidFill>
          </p:grpSpPr>
          <p:sp>
            <p:nvSpPr>
              <p:cNvPr id="64"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5"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6"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7"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8"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9"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sp>
          <p:nvSpPr>
            <p:cNvPr id="35" name="Freeform 71"/>
            <p:cNvSpPr>
              <a:spLocks noEditPoints="1"/>
            </p:cNvSpPr>
            <p:nvPr/>
          </p:nvSpPr>
          <p:spPr bwMode="auto">
            <a:xfrm>
              <a:off x="8104631" y="1931116"/>
              <a:ext cx="185883" cy="282086"/>
            </a:xfrm>
            <a:custGeom>
              <a:avLst/>
              <a:gdLst>
                <a:gd name="T0" fmla="*/ 194956412 w 48"/>
                <a:gd name="T1" fmla="*/ 880985365 h 73"/>
                <a:gd name="T2" fmla="*/ 539881754 w 48"/>
                <a:gd name="T3" fmla="*/ 880985365 h 73"/>
                <a:gd name="T4" fmla="*/ 539881754 w 48"/>
                <a:gd name="T5" fmla="*/ 880985365 h 73"/>
                <a:gd name="T6" fmla="*/ 554880183 w 48"/>
                <a:gd name="T7" fmla="*/ 880985365 h 73"/>
                <a:gd name="T8" fmla="*/ 569874741 w 48"/>
                <a:gd name="T9" fmla="*/ 851122903 h 73"/>
                <a:gd name="T10" fmla="*/ 359923710 w 48"/>
                <a:gd name="T11" fmla="*/ 612211618 h 73"/>
                <a:gd name="T12" fmla="*/ 164963425 w 48"/>
                <a:gd name="T13" fmla="*/ 851122903 h 73"/>
                <a:gd name="T14" fmla="*/ 164963425 w 48"/>
                <a:gd name="T15" fmla="*/ 880985365 h 73"/>
                <a:gd name="T16" fmla="*/ 194956412 w 48"/>
                <a:gd name="T17" fmla="*/ 880985365 h 73"/>
                <a:gd name="T18" fmla="*/ 194956412 w 48"/>
                <a:gd name="T19" fmla="*/ 880985365 h 73"/>
                <a:gd name="T20" fmla="*/ 659857574 w 48"/>
                <a:gd name="T21" fmla="*/ 164251328 h 73"/>
                <a:gd name="T22" fmla="*/ 719843548 w 48"/>
                <a:gd name="T23" fmla="*/ 104522510 h 73"/>
                <a:gd name="T24" fmla="*/ 719843548 w 48"/>
                <a:gd name="T25" fmla="*/ 74660048 h 73"/>
                <a:gd name="T26" fmla="*/ 659857574 w 48"/>
                <a:gd name="T27" fmla="*/ 0 h 73"/>
                <a:gd name="T28" fmla="*/ 74984434 w 48"/>
                <a:gd name="T29" fmla="*/ 0 h 73"/>
                <a:gd name="T30" fmla="*/ 0 w 48"/>
                <a:gd name="T31" fmla="*/ 74660048 h 73"/>
                <a:gd name="T32" fmla="*/ 0 w 48"/>
                <a:gd name="T33" fmla="*/ 104522510 h 73"/>
                <a:gd name="T34" fmla="*/ 59985989 w 48"/>
                <a:gd name="T35" fmla="*/ 164251328 h 73"/>
                <a:gd name="T36" fmla="*/ 659857574 w 48"/>
                <a:gd name="T37" fmla="*/ 164251328 h 73"/>
                <a:gd name="T38" fmla="*/ 599871600 w 48"/>
                <a:gd name="T39" fmla="*/ 194113789 h 73"/>
                <a:gd name="T40" fmla="*/ 659857574 w 48"/>
                <a:gd name="T41" fmla="*/ 194113789 h 73"/>
                <a:gd name="T42" fmla="*/ 464897229 w 48"/>
                <a:gd name="T43" fmla="*/ 537551600 h 73"/>
                <a:gd name="T44" fmla="*/ 659857574 w 48"/>
                <a:gd name="T45" fmla="*/ 880985365 h 73"/>
                <a:gd name="T46" fmla="*/ 599871600 w 48"/>
                <a:gd name="T47" fmla="*/ 880985365 h 73"/>
                <a:gd name="T48" fmla="*/ 389916698 w 48"/>
                <a:gd name="T49" fmla="*/ 567414061 h 73"/>
                <a:gd name="T50" fmla="*/ 374918268 w 48"/>
                <a:gd name="T51" fmla="*/ 537551600 h 73"/>
                <a:gd name="T52" fmla="*/ 389916698 w 48"/>
                <a:gd name="T53" fmla="*/ 522620369 h 73"/>
                <a:gd name="T54" fmla="*/ 389916698 w 48"/>
                <a:gd name="T55" fmla="*/ 522620369 h 73"/>
                <a:gd name="T56" fmla="*/ 599871600 w 48"/>
                <a:gd name="T57" fmla="*/ 194113789 h 73"/>
                <a:gd name="T58" fmla="*/ 59985989 w 48"/>
                <a:gd name="T59" fmla="*/ 910851691 h 73"/>
                <a:gd name="T60" fmla="*/ 0 w 48"/>
                <a:gd name="T61" fmla="*/ 985511709 h 73"/>
                <a:gd name="T62" fmla="*/ 0 w 48"/>
                <a:gd name="T63" fmla="*/ 1015374412 h 73"/>
                <a:gd name="T64" fmla="*/ 74984434 w 48"/>
                <a:gd name="T65" fmla="*/ 1090034430 h 73"/>
                <a:gd name="T66" fmla="*/ 659857574 w 48"/>
                <a:gd name="T67" fmla="*/ 1090034430 h 73"/>
                <a:gd name="T68" fmla="*/ 719843548 w 48"/>
                <a:gd name="T69" fmla="*/ 1015374412 h 73"/>
                <a:gd name="T70" fmla="*/ 719843548 w 48"/>
                <a:gd name="T71" fmla="*/ 985511709 h 73"/>
                <a:gd name="T72" fmla="*/ 659857574 w 48"/>
                <a:gd name="T73" fmla="*/ 910851691 h 73"/>
                <a:gd name="T74" fmla="*/ 59985989 w 48"/>
                <a:gd name="T75" fmla="*/ 910851691 h 73"/>
                <a:gd name="T76" fmla="*/ 119975851 w 48"/>
                <a:gd name="T77" fmla="*/ 880985365 h 73"/>
                <a:gd name="T78" fmla="*/ 59985989 w 48"/>
                <a:gd name="T79" fmla="*/ 880985365 h 73"/>
                <a:gd name="T80" fmla="*/ 269940877 w 48"/>
                <a:gd name="T81" fmla="*/ 537551600 h 73"/>
                <a:gd name="T82" fmla="*/ 59985989 w 48"/>
                <a:gd name="T83" fmla="*/ 194113789 h 73"/>
                <a:gd name="T84" fmla="*/ 119975851 w 48"/>
                <a:gd name="T85" fmla="*/ 194113789 h 73"/>
                <a:gd name="T86" fmla="*/ 329926851 w 48"/>
                <a:gd name="T87" fmla="*/ 522620369 h 73"/>
                <a:gd name="T88" fmla="*/ 359923710 w 48"/>
                <a:gd name="T89" fmla="*/ 552482830 h 73"/>
                <a:gd name="T90" fmla="*/ 329926851 w 48"/>
                <a:gd name="T91" fmla="*/ 567414061 h 73"/>
                <a:gd name="T92" fmla="*/ 119975851 w 48"/>
                <a:gd name="T93" fmla="*/ 88098536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73"/>
                <a:gd name="T143" fmla="*/ 48 w 48"/>
                <a:gd name="T144" fmla="*/ 73 h 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w="9525">
              <a:noFill/>
              <a:miter lim="800000"/>
              <a:headEnd/>
              <a:tailEnd/>
            </a:ln>
          </p:spPr>
          <p:txBody>
            <a:bodyPr/>
            <a:lstStyle/>
            <a:p>
              <a:endParaRPr lang="el-GR">
                <a:solidFill>
                  <a:srgbClr val="000000"/>
                </a:solidFill>
              </a:endParaRPr>
            </a:p>
          </p:txBody>
        </p:sp>
        <p:sp>
          <p:nvSpPr>
            <p:cNvPr id="36" name="Freeform 92"/>
            <p:cNvSpPr>
              <a:spLocks noEditPoints="1"/>
            </p:cNvSpPr>
            <p:nvPr/>
          </p:nvSpPr>
          <p:spPr bwMode="auto">
            <a:xfrm>
              <a:off x="9062038" y="2468841"/>
              <a:ext cx="272986" cy="175924"/>
            </a:xfrm>
            <a:custGeom>
              <a:avLst/>
              <a:gdLst>
                <a:gd name="T0" fmla="*/ 734892623 w 95"/>
                <a:gd name="T1" fmla="*/ 0 h 61"/>
                <a:gd name="T2" fmla="*/ 41286975 w 95"/>
                <a:gd name="T3" fmla="*/ 0 h 61"/>
                <a:gd name="T4" fmla="*/ 8258545 w 95"/>
                <a:gd name="T5" fmla="*/ 8317457 h 61"/>
                <a:gd name="T6" fmla="*/ 0 w 95"/>
                <a:gd name="T7" fmla="*/ 41587281 h 61"/>
                <a:gd name="T8" fmla="*/ 371574146 w 95"/>
                <a:gd name="T9" fmla="*/ 324380793 h 61"/>
                <a:gd name="T10" fmla="*/ 388088447 w 95"/>
                <a:gd name="T11" fmla="*/ 332698247 h 61"/>
                <a:gd name="T12" fmla="*/ 412861200 w 95"/>
                <a:gd name="T13" fmla="*/ 324380793 h 61"/>
                <a:gd name="T14" fmla="*/ 784435436 w 95"/>
                <a:gd name="T15" fmla="*/ 41587281 h 61"/>
                <a:gd name="T16" fmla="*/ 767921225 w 95"/>
                <a:gd name="T17" fmla="*/ 8317457 h 61"/>
                <a:gd name="T18" fmla="*/ 734892623 w 95"/>
                <a:gd name="T19" fmla="*/ 0 h 61"/>
                <a:gd name="T20" fmla="*/ 784435436 w 95"/>
                <a:gd name="T21" fmla="*/ 415872876 h 61"/>
                <a:gd name="T22" fmla="*/ 578006183 w 95"/>
                <a:gd name="T23" fmla="*/ 249523708 h 61"/>
                <a:gd name="T24" fmla="*/ 784435436 w 95"/>
                <a:gd name="T25" fmla="*/ 91492016 h 61"/>
                <a:gd name="T26" fmla="*/ 784435436 w 95"/>
                <a:gd name="T27" fmla="*/ 415872876 h 61"/>
                <a:gd name="T28" fmla="*/ 767921225 w 95"/>
                <a:gd name="T29" fmla="*/ 499047415 h 61"/>
                <a:gd name="T30" fmla="*/ 734892623 w 95"/>
                <a:gd name="T31" fmla="*/ 507364869 h 61"/>
                <a:gd name="T32" fmla="*/ 41286975 w 95"/>
                <a:gd name="T33" fmla="*/ 507364869 h 61"/>
                <a:gd name="T34" fmla="*/ 8258545 w 95"/>
                <a:gd name="T35" fmla="*/ 499047415 h 61"/>
                <a:gd name="T36" fmla="*/ 0 w 95"/>
                <a:gd name="T37" fmla="*/ 465777600 h 61"/>
                <a:gd name="T38" fmla="*/ 239460459 w 95"/>
                <a:gd name="T39" fmla="*/ 282793523 h 61"/>
                <a:gd name="T40" fmla="*/ 355059935 w 95"/>
                <a:gd name="T41" fmla="*/ 365968063 h 61"/>
                <a:gd name="T42" fmla="*/ 388088447 w 95"/>
                <a:gd name="T43" fmla="*/ 374285516 h 61"/>
                <a:gd name="T44" fmla="*/ 429375411 w 95"/>
                <a:gd name="T45" fmla="*/ 365968063 h 61"/>
                <a:gd name="T46" fmla="*/ 544974887 w 95"/>
                <a:gd name="T47" fmla="*/ 282793523 h 61"/>
                <a:gd name="T48" fmla="*/ 784435436 w 95"/>
                <a:gd name="T49" fmla="*/ 465777600 h 61"/>
                <a:gd name="T50" fmla="*/ 767921225 w 95"/>
                <a:gd name="T51" fmla="*/ 499047415 h 61"/>
                <a:gd name="T52" fmla="*/ 0 w 95"/>
                <a:gd name="T53" fmla="*/ 91492016 h 61"/>
                <a:gd name="T54" fmla="*/ 206429163 w 95"/>
                <a:gd name="T55" fmla="*/ 249523708 h 61"/>
                <a:gd name="T56" fmla="*/ 0 w 95"/>
                <a:gd name="T57" fmla="*/ 415872876 h 61"/>
                <a:gd name="T58" fmla="*/ 0 w 95"/>
                <a:gd name="T59" fmla="*/ 91492016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61"/>
                <a:gd name="T92" fmla="*/ 95 w 95"/>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61">
                  <a:moveTo>
                    <a:pt x="89" y="0"/>
                  </a:moveTo>
                  <a:cubicBezTo>
                    <a:pt x="5" y="0"/>
                    <a:pt x="5" y="0"/>
                    <a:pt x="5" y="0"/>
                  </a:cubicBezTo>
                  <a:cubicBezTo>
                    <a:pt x="4" y="0"/>
                    <a:pt x="2" y="0"/>
                    <a:pt x="1" y="1"/>
                  </a:cubicBezTo>
                  <a:cubicBezTo>
                    <a:pt x="0" y="2"/>
                    <a:pt x="0" y="4"/>
                    <a:pt x="0" y="5"/>
                  </a:cubicBezTo>
                  <a:cubicBezTo>
                    <a:pt x="45" y="39"/>
                    <a:pt x="45" y="39"/>
                    <a:pt x="45" y="39"/>
                  </a:cubicBezTo>
                  <a:cubicBezTo>
                    <a:pt x="45" y="40"/>
                    <a:pt x="46" y="40"/>
                    <a:pt x="47" y="40"/>
                  </a:cubicBezTo>
                  <a:cubicBezTo>
                    <a:pt x="48" y="40"/>
                    <a:pt x="49" y="40"/>
                    <a:pt x="50" y="39"/>
                  </a:cubicBezTo>
                  <a:cubicBezTo>
                    <a:pt x="95" y="5"/>
                    <a:pt x="95" y="5"/>
                    <a:pt x="95" y="5"/>
                  </a:cubicBezTo>
                  <a:cubicBezTo>
                    <a:pt x="95" y="4"/>
                    <a:pt x="94" y="2"/>
                    <a:pt x="93" y="1"/>
                  </a:cubicBezTo>
                  <a:cubicBezTo>
                    <a:pt x="92" y="0"/>
                    <a:pt x="91" y="0"/>
                    <a:pt x="89" y="0"/>
                  </a:cubicBezTo>
                  <a:close/>
                  <a:moveTo>
                    <a:pt x="95" y="50"/>
                  </a:moveTo>
                  <a:cubicBezTo>
                    <a:pt x="70" y="30"/>
                    <a:pt x="70" y="30"/>
                    <a:pt x="70" y="30"/>
                  </a:cubicBezTo>
                  <a:cubicBezTo>
                    <a:pt x="95" y="11"/>
                    <a:pt x="95" y="11"/>
                    <a:pt x="95" y="11"/>
                  </a:cubicBezTo>
                  <a:cubicBezTo>
                    <a:pt x="95" y="50"/>
                    <a:pt x="95" y="50"/>
                    <a:pt x="95" y="50"/>
                  </a:cubicBezTo>
                  <a:close/>
                  <a:moveTo>
                    <a:pt x="93" y="60"/>
                  </a:moveTo>
                  <a:cubicBezTo>
                    <a:pt x="92" y="61"/>
                    <a:pt x="91" y="61"/>
                    <a:pt x="89" y="61"/>
                  </a:cubicBezTo>
                  <a:cubicBezTo>
                    <a:pt x="5" y="61"/>
                    <a:pt x="5" y="61"/>
                    <a:pt x="5" y="61"/>
                  </a:cubicBezTo>
                  <a:cubicBezTo>
                    <a:pt x="4" y="61"/>
                    <a:pt x="2" y="61"/>
                    <a:pt x="1" y="60"/>
                  </a:cubicBezTo>
                  <a:cubicBezTo>
                    <a:pt x="0" y="59"/>
                    <a:pt x="0" y="57"/>
                    <a:pt x="0" y="56"/>
                  </a:cubicBezTo>
                  <a:cubicBezTo>
                    <a:pt x="29" y="34"/>
                    <a:pt x="29" y="34"/>
                    <a:pt x="29" y="34"/>
                  </a:cubicBezTo>
                  <a:cubicBezTo>
                    <a:pt x="43" y="44"/>
                    <a:pt x="43" y="44"/>
                    <a:pt x="43" y="44"/>
                  </a:cubicBezTo>
                  <a:cubicBezTo>
                    <a:pt x="44" y="45"/>
                    <a:pt x="46" y="45"/>
                    <a:pt x="47" y="45"/>
                  </a:cubicBezTo>
                  <a:cubicBezTo>
                    <a:pt x="49" y="45"/>
                    <a:pt x="50" y="45"/>
                    <a:pt x="52" y="44"/>
                  </a:cubicBezTo>
                  <a:cubicBezTo>
                    <a:pt x="66" y="34"/>
                    <a:pt x="66" y="34"/>
                    <a:pt x="66" y="34"/>
                  </a:cubicBezTo>
                  <a:cubicBezTo>
                    <a:pt x="95" y="56"/>
                    <a:pt x="95" y="56"/>
                    <a:pt x="95" y="56"/>
                  </a:cubicBezTo>
                  <a:cubicBezTo>
                    <a:pt x="95" y="57"/>
                    <a:pt x="94" y="59"/>
                    <a:pt x="93" y="60"/>
                  </a:cubicBezTo>
                  <a:close/>
                  <a:moveTo>
                    <a:pt x="0" y="11"/>
                  </a:moveTo>
                  <a:cubicBezTo>
                    <a:pt x="25" y="30"/>
                    <a:pt x="25" y="30"/>
                    <a:pt x="25" y="30"/>
                  </a:cubicBezTo>
                  <a:cubicBezTo>
                    <a:pt x="0" y="50"/>
                    <a:pt x="0" y="50"/>
                    <a:pt x="0" y="50"/>
                  </a:cubicBezTo>
                  <a:lnTo>
                    <a:pt x="0" y="11"/>
                  </a:lnTo>
                  <a:close/>
                </a:path>
              </a:pathLst>
            </a:custGeom>
            <a:solidFill>
              <a:schemeClr val="bg1"/>
            </a:solidFill>
            <a:ln w="9525">
              <a:noFill/>
              <a:miter lim="800000"/>
              <a:headEnd/>
              <a:tailEnd/>
            </a:ln>
          </p:spPr>
          <p:txBody>
            <a:bodyPr/>
            <a:lstStyle/>
            <a:p>
              <a:endParaRPr lang="el-GR">
                <a:solidFill>
                  <a:srgbClr val="000000"/>
                </a:solidFill>
              </a:endParaRPr>
            </a:p>
          </p:txBody>
        </p:sp>
        <p:grpSp>
          <p:nvGrpSpPr>
            <p:cNvPr id="40" name="Group 39"/>
            <p:cNvGrpSpPr/>
            <p:nvPr/>
          </p:nvGrpSpPr>
          <p:grpSpPr>
            <a:xfrm>
              <a:off x="9097332" y="4205362"/>
              <a:ext cx="275412" cy="264493"/>
              <a:chOff x="5610226" y="4344988"/>
              <a:chExt cx="360363" cy="346075"/>
            </a:xfrm>
            <a:solidFill>
              <a:schemeClr val="bg1"/>
            </a:solidFill>
          </p:grpSpPr>
          <p:sp>
            <p:nvSpPr>
              <p:cNvPr id="60" name="Freeform 97"/>
              <p:cNvSpPr>
                <a:spLocks/>
              </p:cNvSpPr>
              <p:nvPr/>
            </p:nvSpPr>
            <p:spPr bwMode="auto">
              <a:xfrm>
                <a:off x="5872163" y="4502151"/>
                <a:ext cx="98425" cy="147638"/>
              </a:xfrm>
              <a:custGeom>
                <a:avLst/>
                <a:gdLst>
                  <a:gd name="T0" fmla="*/ 62 w 62"/>
                  <a:gd name="T1" fmla="*/ 93 h 93"/>
                  <a:gd name="T2" fmla="*/ 0 w 62"/>
                  <a:gd name="T3" fmla="*/ 48 h 93"/>
                  <a:gd name="T4" fmla="*/ 62 w 62"/>
                  <a:gd name="T5" fmla="*/ 0 h 93"/>
                  <a:gd name="T6" fmla="*/ 62 w 62"/>
                  <a:gd name="T7" fmla="*/ 93 h 93"/>
                  <a:gd name="T8" fmla="*/ 62 w 62"/>
                  <a:gd name="T9" fmla="*/ 93 h 93"/>
                </a:gdLst>
                <a:ahLst/>
                <a:cxnLst>
                  <a:cxn ang="0">
                    <a:pos x="T0" y="T1"/>
                  </a:cxn>
                  <a:cxn ang="0">
                    <a:pos x="T2" y="T3"/>
                  </a:cxn>
                  <a:cxn ang="0">
                    <a:pos x="T4" y="T5"/>
                  </a:cxn>
                  <a:cxn ang="0">
                    <a:pos x="T6" y="T7"/>
                  </a:cxn>
                  <a:cxn ang="0">
                    <a:pos x="T8" y="T9"/>
                  </a:cxn>
                </a:cxnLst>
                <a:rect l="0" t="0" r="r" b="b"/>
                <a:pathLst>
                  <a:path w="62" h="93">
                    <a:moveTo>
                      <a:pt x="62" y="93"/>
                    </a:moveTo>
                    <a:lnTo>
                      <a:pt x="0" y="48"/>
                    </a:lnTo>
                    <a:lnTo>
                      <a:pt x="62" y="0"/>
                    </a:lnTo>
                    <a:lnTo>
                      <a:pt x="62" y="93"/>
                    </a:lnTo>
                    <a:lnTo>
                      <a:pt x="62" y="93"/>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1" name="Freeform 98"/>
              <p:cNvSpPr>
                <a:spLocks/>
              </p:cNvSpPr>
              <p:nvPr/>
            </p:nvSpPr>
            <p:spPr bwMode="auto">
              <a:xfrm>
                <a:off x="5610226" y="4344988"/>
                <a:ext cx="360363" cy="149225"/>
              </a:xfrm>
              <a:custGeom>
                <a:avLst/>
                <a:gdLst>
                  <a:gd name="T0" fmla="*/ 6 w 96"/>
                  <a:gd name="T1" fmla="*/ 40 h 40"/>
                  <a:gd name="T2" fmla="*/ 90 w 96"/>
                  <a:gd name="T3" fmla="*/ 40 h 40"/>
                  <a:gd name="T4" fmla="*/ 94 w 96"/>
                  <a:gd name="T5" fmla="*/ 39 h 40"/>
                  <a:gd name="T6" fmla="*/ 96 w 96"/>
                  <a:gd name="T7" fmla="*/ 35 h 40"/>
                  <a:gd name="T8" fmla="*/ 51 w 96"/>
                  <a:gd name="T9" fmla="*/ 1 h 40"/>
                  <a:gd name="T10" fmla="*/ 48 w 96"/>
                  <a:gd name="T11" fmla="*/ 0 h 40"/>
                  <a:gd name="T12" fmla="*/ 45 w 96"/>
                  <a:gd name="T13" fmla="*/ 1 h 40"/>
                  <a:gd name="T14" fmla="*/ 0 w 96"/>
                  <a:gd name="T15" fmla="*/ 35 h 40"/>
                  <a:gd name="T16" fmla="*/ 2 w 96"/>
                  <a:gd name="T17" fmla="*/ 39 h 40"/>
                  <a:gd name="T18" fmla="*/ 6 w 96"/>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0">
                    <a:moveTo>
                      <a:pt x="6" y="40"/>
                    </a:moveTo>
                    <a:cubicBezTo>
                      <a:pt x="90" y="40"/>
                      <a:pt x="90" y="40"/>
                      <a:pt x="90" y="40"/>
                    </a:cubicBezTo>
                    <a:cubicBezTo>
                      <a:pt x="92" y="40"/>
                      <a:pt x="93" y="40"/>
                      <a:pt x="94" y="39"/>
                    </a:cubicBezTo>
                    <a:cubicBezTo>
                      <a:pt x="95" y="38"/>
                      <a:pt x="96" y="37"/>
                      <a:pt x="96" y="35"/>
                    </a:cubicBezTo>
                    <a:cubicBezTo>
                      <a:pt x="51" y="1"/>
                      <a:pt x="51" y="1"/>
                      <a:pt x="51" y="1"/>
                    </a:cubicBezTo>
                    <a:cubicBezTo>
                      <a:pt x="50" y="0"/>
                      <a:pt x="49" y="0"/>
                      <a:pt x="48" y="0"/>
                    </a:cubicBezTo>
                    <a:cubicBezTo>
                      <a:pt x="47" y="0"/>
                      <a:pt x="46" y="0"/>
                      <a:pt x="45" y="1"/>
                    </a:cubicBezTo>
                    <a:cubicBezTo>
                      <a:pt x="0" y="35"/>
                      <a:pt x="0" y="35"/>
                      <a:pt x="0" y="35"/>
                    </a:cubicBezTo>
                    <a:cubicBezTo>
                      <a:pt x="0" y="36"/>
                      <a:pt x="1" y="38"/>
                      <a:pt x="2" y="39"/>
                    </a:cubicBezTo>
                    <a:cubicBezTo>
                      <a:pt x="3" y="40"/>
                      <a:pt x="4" y="40"/>
                      <a:pt x="6" y="40"/>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2" name="Freeform 99"/>
              <p:cNvSpPr>
                <a:spLocks/>
              </p:cNvSpPr>
              <p:nvPr/>
            </p:nvSpPr>
            <p:spPr bwMode="auto">
              <a:xfrm>
                <a:off x="5610226" y="4589463"/>
                <a:ext cx="360363" cy="101600"/>
              </a:xfrm>
              <a:custGeom>
                <a:avLst/>
                <a:gdLst>
                  <a:gd name="T0" fmla="*/ 66 w 96"/>
                  <a:gd name="T1" fmla="*/ 0 h 27"/>
                  <a:gd name="T2" fmla="*/ 52 w 96"/>
                  <a:gd name="T3" fmla="*/ 10 h 27"/>
                  <a:gd name="T4" fmla="*/ 48 w 96"/>
                  <a:gd name="T5" fmla="*/ 12 h 27"/>
                  <a:gd name="T6" fmla="*/ 44 w 96"/>
                  <a:gd name="T7" fmla="*/ 10 h 27"/>
                  <a:gd name="T8" fmla="*/ 30 w 96"/>
                  <a:gd name="T9" fmla="*/ 0 h 27"/>
                  <a:gd name="T10" fmla="*/ 0 w 96"/>
                  <a:gd name="T11" fmla="*/ 22 h 27"/>
                  <a:gd name="T12" fmla="*/ 2 w 96"/>
                  <a:gd name="T13" fmla="*/ 26 h 27"/>
                  <a:gd name="T14" fmla="*/ 6 w 96"/>
                  <a:gd name="T15" fmla="*/ 27 h 27"/>
                  <a:gd name="T16" fmla="*/ 90 w 96"/>
                  <a:gd name="T17" fmla="*/ 27 h 27"/>
                  <a:gd name="T18" fmla="*/ 94 w 96"/>
                  <a:gd name="T19" fmla="*/ 26 h 27"/>
                  <a:gd name="T20" fmla="*/ 96 w 96"/>
                  <a:gd name="T21" fmla="*/ 22 h 27"/>
                  <a:gd name="T22" fmla="*/ 66 w 96"/>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27">
                    <a:moveTo>
                      <a:pt x="66" y="0"/>
                    </a:moveTo>
                    <a:cubicBezTo>
                      <a:pt x="52" y="10"/>
                      <a:pt x="52" y="10"/>
                      <a:pt x="52" y="10"/>
                    </a:cubicBezTo>
                    <a:cubicBezTo>
                      <a:pt x="51" y="11"/>
                      <a:pt x="50" y="12"/>
                      <a:pt x="48" y="12"/>
                    </a:cubicBezTo>
                    <a:cubicBezTo>
                      <a:pt x="47" y="12"/>
                      <a:pt x="45" y="11"/>
                      <a:pt x="44" y="10"/>
                    </a:cubicBezTo>
                    <a:cubicBezTo>
                      <a:pt x="30" y="0"/>
                      <a:pt x="30" y="0"/>
                      <a:pt x="30" y="0"/>
                    </a:cubicBezTo>
                    <a:cubicBezTo>
                      <a:pt x="0" y="22"/>
                      <a:pt x="0" y="22"/>
                      <a:pt x="0" y="22"/>
                    </a:cubicBezTo>
                    <a:cubicBezTo>
                      <a:pt x="0" y="24"/>
                      <a:pt x="1" y="25"/>
                      <a:pt x="2" y="26"/>
                    </a:cubicBezTo>
                    <a:cubicBezTo>
                      <a:pt x="3" y="27"/>
                      <a:pt x="4" y="27"/>
                      <a:pt x="6" y="27"/>
                    </a:cubicBezTo>
                    <a:cubicBezTo>
                      <a:pt x="90" y="27"/>
                      <a:pt x="90" y="27"/>
                      <a:pt x="90" y="27"/>
                    </a:cubicBezTo>
                    <a:cubicBezTo>
                      <a:pt x="92" y="27"/>
                      <a:pt x="93" y="27"/>
                      <a:pt x="94" y="26"/>
                    </a:cubicBezTo>
                    <a:cubicBezTo>
                      <a:pt x="95" y="25"/>
                      <a:pt x="96" y="24"/>
                      <a:pt x="96" y="22"/>
                    </a:cubicBezTo>
                    <a:lnTo>
                      <a:pt x="66"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63" name="Freeform 100"/>
              <p:cNvSpPr>
                <a:spLocks/>
              </p:cNvSpPr>
              <p:nvPr/>
            </p:nvSpPr>
            <p:spPr bwMode="auto">
              <a:xfrm>
                <a:off x="5610226" y="4502151"/>
                <a:ext cx="96838" cy="147638"/>
              </a:xfrm>
              <a:custGeom>
                <a:avLst/>
                <a:gdLst>
                  <a:gd name="T0" fmla="*/ 0 w 61"/>
                  <a:gd name="T1" fmla="*/ 0 h 93"/>
                  <a:gd name="T2" fmla="*/ 61 w 61"/>
                  <a:gd name="T3" fmla="*/ 48 h 93"/>
                  <a:gd name="T4" fmla="*/ 0 w 61"/>
                  <a:gd name="T5" fmla="*/ 93 h 93"/>
                  <a:gd name="T6" fmla="*/ 0 w 61"/>
                  <a:gd name="T7" fmla="*/ 0 h 93"/>
                </a:gdLst>
                <a:ahLst/>
                <a:cxnLst>
                  <a:cxn ang="0">
                    <a:pos x="T0" y="T1"/>
                  </a:cxn>
                  <a:cxn ang="0">
                    <a:pos x="T2" y="T3"/>
                  </a:cxn>
                  <a:cxn ang="0">
                    <a:pos x="T4" y="T5"/>
                  </a:cxn>
                  <a:cxn ang="0">
                    <a:pos x="T6" y="T7"/>
                  </a:cxn>
                </a:cxnLst>
                <a:rect l="0" t="0" r="r" b="b"/>
                <a:pathLst>
                  <a:path w="61" h="93">
                    <a:moveTo>
                      <a:pt x="0" y="0"/>
                    </a:moveTo>
                    <a:lnTo>
                      <a:pt x="61" y="48"/>
                    </a:lnTo>
                    <a:lnTo>
                      <a:pt x="0" y="93"/>
                    </a:lnTo>
                    <a:lnTo>
                      <a:pt x="0" y="0"/>
                    </a:ln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nvGrpSpPr>
            <p:cNvPr id="55" name="Group 54"/>
            <p:cNvGrpSpPr/>
            <p:nvPr/>
          </p:nvGrpSpPr>
          <p:grpSpPr>
            <a:xfrm>
              <a:off x="9423479" y="3272108"/>
              <a:ext cx="253273" cy="329479"/>
              <a:chOff x="6913563" y="2465388"/>
              <a:chExt cx="179388" cy="233363"/>
            </a:xfrm>
            <a:solidFill>
              <a:schemeClr val="bg1"/>
            </a:solidFill>
          </p:grpSpPr>
          <p:sp>
            <p:nvSpPr>
              <p:cNvPr id="56" name="Freeform 57"/>
              <p:cNvSpPr>
                <a:spLocks noEditPoints="1"/>
              </p:cNvSpPr>
              <p:nvPr/>
            </p:nvSpPr>
            <p:spPr bwMode="auto">
              <a:xfrm>
                <a:off x="6913563" y="2465388"/>
                <a:ext cx="179388" cy="195263"/>
              </a:xfrm>
              <a:custGeom>
                <a:avLst/>
                <a:gdLst>
                  <a:gd name="T0" fmla="*/ 25 w 48"/>
                  <a:gd name="T1" fmla="*/ 0 h 52"/>
                  <a:gd name="T2" fmla="*/ 3 w 48"/>
                  <a:gd name="T3" fmla="*/ 27 h 52"/>
                  <a:gd name="T4" fmla="*/ 11 w 48"/>
                  <a:gd name="T5" fmla="*/ 41 h 52"/>
                  <a:gd name="T6" fmla="*/ 18 w 48"/>
                  <a:gd name="T7" fmla="*/ 52 h 52"/>
                  <a:gd name="T8" fmla="*/ 33 w 48"/>
                  <a:gd name="T9" fmla="*/ 52 h 52"/>
                  <a:gd name="T10" fmla="*/ 40 w 48"/>
                  <a:gd name="T11" fmla="*/ 41 h 52"/>
                  <a:gd name="T12" fmla="*/ 48 w 48"/>
                  <a:gd name="T13" fmla="*/ 22 h 52"/>
                  <a:gd name="T14" fmla="*/ 25 w 48"/>
                  <a:gd name="T15" fmla="*/ 0 h 52"/>
                  <a:gd name="T16" fmla="*/ 33 w 48"/>
                  <a:gd name="T17" fmla="*/ 42 h 52"/>
                  <a:gd name="T18" fmla="*/ 32 w 48"/>
                  <a:gd name="T19" fmla="*/ 46 h 52"/>
                  <a:gd name="T20" fmla="*/ 29 w 48"/>
                  <a:gd name="T21" fmla="*/ 46 h 52"/>
                  <a:gd name="T22" fmla="*/ 30 w 48"/>
                  <a:gd name="T23" fmla="*/ 36 h 52"/>
                  <a:gd name="T24" fmla="*/ 33 w 48"/>
                  <a:gd name="T25" fmla="*/ 25 h 52"/>
                  <a:gd name="T26" fmla="*/ 33 w 48"/>
                  <a:gd name="T27" fmla="*/ 25 h 52"/>
                  <a:gd name="T28" fmla="*/ 30 w 48"/>
                  <a:gd name="T29" fmla="*/ 20 h 52"/>
                  <a:gd name="T30" fmla="*/ 25 w 48"/>
                  <a:gd name="T31" fmla="*/ 19 h 52"/>
                  <a:gd name="T32" fmla="*/ 20 w 48"/>
                  <a:gd name="T33" fmla="*/ 20 h 52"/>
                  <a:gd name="T34" fmla="*/ 18 w 48"/>
                  <a:gd name="T35" fmla="*/ 25 h 52"/>
                  <a:gd name="T36" fmla="*/ 21 w 48"/>
                  <a:gd name="T37" fmla="*/ 36 h 52"/>
                  <a:gd name="T38" fmla="*/ 22 w 48"/>
                  <a:gd name="T39" fmla="*/ 46 h 52"/>
                  <a:gd name="T40" fmla="*/ 19 w 48"/>
                  <a:gd name="T41" fmla="*/ 46 h 52"/>
                  <a:gd name="T42" fmla="*/ 17 w 48"/>
                  <a:gd name="T43" fmla="*/ 42 h 52"/>
                  <a:gd name="T44" fmla="*/ 9 w 48"/>
                  <a:gd name="T45" fmla="*/ 25 h 52"/>
                  <a:gd name="T46" fmla="*/ 25 w 48"/>
                  <a:gd name="T47" fmla="*/ 6 h 52"/>
                  <a:gd name="T48" fmla="*/ 42 w 48"/>
                  <a:gd name="T49" fmla="*/ 25 h 52"/>
                  <a:gd name="T50" fmla="*/ 33 w 48"/>
                  <a:gd name="T51"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25" y="0"/>
                    </a:moveTo>
                    <a:cubicBezTo>
                      <a:pt x="11" y="0"/>
                      <a:pt x="0" y="13"/>
                      <a:pt x="3" y="27"/>
                    </a:cubicBezTo>
                    <a:cubicBezTo>
                      <a:pt x="4" y="33"/>
                      <a:pt x="9" y="35"/>
                      <a:pt x="11" y="41"/>
                    </a:cubicBezTo>
                    <a:cubicBezTo>
                      <a:pt x="12" y="44"/>
                      <a:pt x="13" y="52"/>
                      <a:pt x="18" y="52"/>
                    </a:cubicBezTo>
                    <a:cubicBezTo>
                      <a:pt x="33" y="52"/>
                      <a:pt x="33" y="52"/>
                      <a:pt x="33" y="52"/>
                    </a:cubicBezTo>
                    <a:cubicBezTo>
                      <a:pt x="38" y="52"/>
                      <a:pt x="38" y="44"/>
                      <a:pt x="40" y="41"/>
                    </a:cubicBezTo>
                    <a:cubicBezTo>
                      <a:pt x="43" y="33"/>
                      <a:pt x="48" y="33"/>
                      <a:pt x="48" y="22"/>
                    </a:cubicBezTo>
                    <a:cubicBezTo>
                      <a:pt x="48" y="10"/>
                      <a:pt x="38" y="0"/>
                      <a:pt x="25" y="0"/>
                    </a:cubicBezTo>
                    <a:close/>
                    <a:moveTo>
                      <a:pt x="33" y="42"/>
                    </a:moveTo>
                    <a:cubicBezTo>
                      <a:pt x="33" y="43"/>
                      <a:pt x="33" y="45"/>
                      <a:pt x="32" y="46"/>
                    </a:cubicBezTo>
                    <a:cubicBezTo>
                      <a:pt x="29" y="46"/>
                      <a:pt x="29" y="46"/>
                      <a:pt x="29" y="46"/>
                    </a:cubicBezTo>
                    <a:cubicBezTo>
                      <a:pt x="29" y="42"/>
                      <a:pt x="29" y="39"/>
                      <a:pt x="30" y="36"/>
                    </a:cubicBezTo>
                    <a:cubicBezTo>
                      <a:pt x="30" y="33"/>
                      <a:pt x="31" y="30"/>
                      <a:pt x="33" y="25"/>
                    </a:cubicBezTo>
                    <a:cubicBezTo>
                      <a:pt x="33" y="25"/>
                      <a:pt x="33" y="25"/>
                      <a:pt x="33" y="25"/>
                    </a:cubicBezTo>
                    <a:cubicBezTo>
                      <a:pt x="34" y="22"/>
                      <a:pt x="33" y="21"/>
                      <a:pt x="30" y="20"/>
                    </a:cubicBezTo>
                    <a:cubicBezTo>
                      <a:pt x="29" y="19"/>
                      <a:pt x="27" y="19"/>
                      <a:pt x="25" y="19"/>
                    </a:cubicBezTo>
                    <a:cubicBezTo>
                      <a:pt x="23" y="19"/>
                      <a:pt x="21" y="19"/>
                      <a:pt x="20" y="20"/>
                    </a:cubicBezTo>
                    <a:cubicBezTo>
                      <a:pt x="18" y="21"/>
                      <a:pt x="17" y="23"/>
                      <a:pt x="18" y="25"/>
                    </a:cubicBezTo>
                    <a:cubicBezTo>
                      <a:pt x="20" y="30"/>
                      <a:pt x="21" y="33"/>
                      <a:pt x="21" y="36"/>
                    </a:cubicBezTo>
                    <a:cubicBezTo>
                      <a:pt x="22" y="39"/>
                      <a:pt x="22" y="42"/>
                      <a:pt x="22" y="46"/>
                    </a:cubicBezTo>
                    <a:cubicBezTo>
                      <a:pt x="19" y="46"/>
                      <a:pt x="19" y="46"/>
                      <a:pt x="19" y="46"/>
                    </a:cubicBezTo>
                    <a:cubicBezTo>
                      <a:pt x="18" y="45"/>
                      <a:pt x="18" y="43"/>
                      <a:pt x="17" y="42"/>
                    </a:cubicBezTo>
                    <a:cubicBezTo>
                      <a:pt x="15" y="34"/>
                      <a:pt x="10" y="31"/>
                      <a:pt x="9" y="25"/>
                    </a:cubicBezTo>
                    <a:cubicBezTo>
                      <a:pt x="7" y="15"/>
                      <a:pt x="15" y="6"/>
                      <a:pt x="25" y="6"/>
                    </a:cubicBezTo>
                    <a:cubicBezTo>
                      <a:pt x="36" y="6"/>
                      <a:pt x="44" y="15"/>
                      <a:pt x="42" y="25"/>
                    </a:cubicBezTo>
                    <a:cubicBezTo>
                      <a:pt x="41" y="31"/>
                      <a:pt x="35" y="34"/>
                      <a:pt x="33" y="42"/>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7" name="Freeform 58"/>
              <p:cNvSpPr>
                <a:spLocks/>
              </p:cNvSpPr>
              <p:nvPr/>
            </p:nvSpPr>
            <p:spPr bwMode="auto">
              <a:xfrm>
                <a:off x="6991351" y="2547938"/>
                <a:ext cx="34925" cy="90488"/>
              </a:xfrm>
              <a:custGeom>
                <a:avLst/>
                <a:gdLst>
                  <a:gd name="T0" fmla="*/ 3 w 9"/>
                  <a:gd name="T1" fmla="*/ 24 h 24"/>
                  <a:gd name="T2" fmla="*/ 6 w 9"/>
                  <a:gd name="T3" fmla="*/ 24 h 24"/>
                  <a:gd name="T4" fmla="*/ 6 w 9"/>
                  <a:gd name="T5" fmla="*/ 14 h 24"/>
                  <a:gd name="T6" fmla="*/ 9 w 9"/>
                  <a:gd name="T7" fmla="*/ 3 h 24"/>
                  <a:gd name="T8" fmla="*/ 7 w 9"/>
                  <a:gd name="T9" fmla="*/ 0 h 24"/>
                  <a:gd name="T10" fmla="*/ 5 w 9"/>
                  <a:gd name="T11" fmla="*/ 0 h 24"/>
                  <a:gd name="T12" fmla="*/ 2 w 9"/>
                  <a:gd name="T13" fmla="*/ 0 h 24"/>
                  <a:gd name="T14" fmla="*/ 0 w 9"/>
                  <a:gd name="T15" fmla="*/ 3 h 24"/>
                  <a:gd name="T16" fmla="*/ 3 w 9"/>
                  <a:gd name="T17" fmla="*/ 14 h 24"/>
                  <a:gd name="T18" fmla="*/ 3 w 9"/>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3" y="24"/>
                    </a:moveTo>
                    <a:cubicBezTo>
                      <a:pt x="6" y="24"/>
                      <a:pt x="6" y="24"/>
                      <a:pt x="6" y="24"/>
                    </a:cubicBezTo>
                    <a:cubicBezTo>
                      <a:pt x="5" y="20"/>
                      <a:pt x="5" y="17"/>
                      <a:pt x="6" y="14"/>
                    </a:cubicBezTo>
                    <a:cubicBezTo>
                      <a:pt x="6" y="10"/>
                      <a:pt x="7" y="7"/>
                      <a:pt x="9" y="3"/>
                    </a:cubicBezTo>
                    <a:cubicBezTo>
                      <a:pt x="9" y="2"/>
                      <a:pt x="8" y="1"/>
                      <a:pt x="7" y="0"/>
                    </a:cubicBezTo>
                    <a:cubicBezTo>
                      <a:pt x="6" y="0"/>
                      <a:pt x="5" y="0"/>
                      <a:pt x="5" y="0"/>
                    </a:cubicBezTo>
                    <a:cubicBezTo>
                      <a:pt x="4" y="0"/>
                      <a:pt x="3" y="0"/>
                      <a:pt x="2" y="0"/>
                    </a:cubicBezTo>
                    <a:cubicBezTo>
                      <a:pt x="1" y="1"/>
                      <a:pt x="0" y="2"/>
                      <a:pt x="0" y="3"/>
                    </a:cubicBezTo>
                    <a:cubicBezTo>
                      <a:pt x="1" y="7"/>
                      <a:pt x="2" y="10"/>
                      <a:pt x="3" y="14"/>
                    </a:cubicBezTo>
                    <a:cubicBezTo>
                      <a:pt x="3" y="17"/>
                      <a:pt x="3" y="20"/>
                      <a:pt x="3" y="2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8" name="Freeform 59"/>
              <p:cNvSpPr>
                <a:spLocks/>
              </p:cNvSpPr>
              <p:nvPr/>
            </p:nvSpPr>
            <p:spPr bwMode="auto">
              <a:xfrm>
                <a:off x="6969126" y="2663826"/>
                <a:ext cx="79375" cy="15875"/>
              </a:xfrm>
              <a:custGeom>
                <a:avLst/>
                <a:gdLst>
                  <a:gd name="T0" fmla="*/ 18 w 21"/>
                  <a:gd name="T1" fmla="*/ 4 h 4"/>
                  <a:gd name="T2" fmla="*/ 3 w 21"/>
                  <a:gd name="T3" fmla="*/ 4 h 4"/>
                  <a:gd name="T4" fmla="*/ 3 w 21"/>
                  <a:gd name="T5" fmla="*/ 0 h 4"/>
                  <a:gd name="T6" fmla="*/ 18 w 21"/>
                  <a:gd name="T7" fmla="*/ 0 h 4"/>
                  <a:gd name="T8" fmla="*/ 18 w 21"/>
                  <a:gd name="T9" fmla="*/ 4 h 4"/>
                </a:gdLst>
                <a:ahLst/>
                <a:cxnLst>
                  <a:cxn ang="0">
                    <a:pos x="T0" y="T1"/>
                  </a:cxn>
                  <a:cxn ang="0">
                    <a:pos x="T2" y="T3"/>
                  </a:cxn>
                  <a:cxn ang="0">
                    <a:pos x="T4" y="T5"/>
                  </a:cxn>
                  <a:cxn ang="0">
                    <a:pos x="T6" y="T7"/>
                  </a:cxn>
                  <a:cxn ang="0">
                    <a:pos x="T8" y="T9"/>
                  </a:cxn>
                </a:cxnLst>
                <a:rect l="0" t="0" r="r" b="b"/>
                <a:pathLst>
                  <a:path w="21" h="4">
                    <a:moveTo>
                      <a:pt x="18" y="4"/>
                    </a:moveTo>
                    <a:cubicBezTo>
                      <a:pt x="3" y="4"/>
                      <a:pt x="3" y="4"/>
                      <a:pt x="3" y="4"/>
                    </a:cubicBezTo>
                    <a:cubicBezTo>
                      <a:pt x="0" y="4"/>
                      <a:pt x="0" y="0"/>
                      <a:pt x="3" y="0"/>
                    </a:cubicBezTo>
                    <a:cubicBezTo>
                      <a:pt x="18" y="0"/>
                      <a:pt x="18" y="0"/>
                      <a:pt x="18" y="0"/>
                    </a:cubicBezTo>
                    <a:cubicBezTo>
                      <a:pt x="21" y="0"/>
                      <a:pt x="21" y="4"/>
                      <a:pt x="18"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sp>
            <p:nvSpPr>
              <p:cNvPr id="59" name="Freeform 60"/>
              <p:cNvSpPr>
                <a:spLocks/>
              </p:cNvSpPr>
              <p:nvPr/>
            </p:nvSpPr>
            <p:spPr bwMode="auto">
              <a:xfrm>
                <a:off x="6973888" y="2682876"/>
                <a:ext cx="66675" cy="15875"/>
              </a:xfrm>
              <a:custGeom>
                <a:avLst/>
                <a:gdLst>
                  <a:gd name="T0" fmla="*/ 16 w 18"/>
                  <a:gd name="T1" fmla="*/ 4 h 4"/>
                  <a:gd name="T2" fmla="*/ 2 w 18"/>
                  <a:gd name="T3" fmla="*/ 4 h 4"/>
                  <a:gd name="T4" fmla="*/ 2 w 18"/>
                  <a:gd name="T5" fmla="*/ 0 h 4"/>
                  <a:gd name="T6" fmla="*/ 16 w 18"/>
                  <a:gd name="T7" fmla="*/ 0 h 4"/>
                  <a:gd name="T8" fmla="*/ 16 w 18"/>
                  <a:gd name="T9" fmla="*/ 4 h 4"/>
                </a:gdLst>
                <a:ahLst/>
                <a:cxnLst>
                  <a:cxn ang="0">
                    <a:pos x="T0" y="T1"/>
                  </a:cxn>
                  <a:cxn ang="0">
                    <a:pos x="T2" y="T3"/>
                  </a:cxn>
                  <a:cxn ang="0">
                    <a:pos x="T4" y="T5"/>
                  </a:cxn>
                  <a:cxn ang="0">
                    <a:pos x="T6" y="T7"/>
                  </a:cxn>
                  <a:cxn ang="0">
                    <a:pos x="T8" y="T9"/>
                  </a:cxn>
                </a:cxnLst>
                <a:rect l="0" t="0" r="r" b="b"/>
                <a:pathLst>
                  <a:path w="18" h="4">
                    <a:moveTo>
                      <a:pt x="16" y="4"/>
                    </a:moveTo>
                    <a:cubicBezTo>
                      <a:pt x="2" y="4"/>
                      <a:pt x="2" y="4"/>
                      <a:pt x="2" y="4"/>
                    </a:cubicBezTo>
                    <a:cubicBezTo>
                      <a:pt x="0" y="4"/>
                      <a:pt x="0" y="0"/>
                      <a:pt x="2" y="0"/>
                    </a:cubicBezTo>
                    <a:cubicBezTo>
                      <a:pt x="16" y="0"/>
                      <a:pt x="16" y="0"/>
                      <a:pt x="16" y="0"/>
                    </a:cubicBezTo>
                    <a:cubicBezTo>
                      <a:pt x="18" y="0"/>
                      <a:pt x="18" y="4"/>
                      <a:pt x="16" y="4"/>
                    </a:cubicBezTo>
                    <a:close/>
                  </a:path>
                </a:pathLst>
              </a:custGeom>
              <a:grpFill/>
              <a:ln>
                <a:noFill/>
              </a:ln>
              <a:extLst/>
            </p:spPr>
            <p:txBody>
              <a:bodyPr/>
              <a:lstStyle/>
              <a:p>
                <a:pPr fontAlgn="auto">
                  <a:spcBef>
                    <a:spcPts val="0"/>
                  </a:spcBef>
                  <a:spcAft>
                    <a:spcPts val="0"/>
                  </a:spcAft>
                  <a:defRPr/>
                </a:pPr>
                <a:endParaRPr lang="en-US">
                  <a:solidFill>
                    <a:prstClr val="black"/>
                  </a:solidFill>
                  <a:latin typeface="Calibri" panose="020F0502020204030204"/>
                  <a:cs typeface="+mn-cs"/>
                </a:endParaRPr>
              </a:p>
            </p:txBody>
          </p:sp>
        </p:grpSp>
      </p:grpSp>
    </p:spTree>
    <p:extLst>
      <p:ext uri="{BB962C8B-B14F-4D97-AF65-F5344CB8AC3E}">
        <p14:creationId xmlns:p14="http://schemas.microsoft.com/office/powerpoint/2010/main" val="30172425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par>
                          <p:cTn id="8" fill="hold">
                            <p:stCondLst>
                              <p:cond delay="500"/>
                            </p:stCondLst>
                            <p:childTnLst>
                              <p:par>
                                <p:cTn id="9" presetID="31"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p:cTn id="11" dur="500" fill="hold"/>
                                        <p:tgtEl>
                                          <p:spTgt spid="21"/>
                                        </p:tgtEl>
                                        <p:attrNameLst>
                                          <p:attrName>ppt_w</p:attrName>
                                        </p:attrNameLst>
                                      </p:cBhvr>
                                      <p:tavLst>
                                        <p:tav tm="0">
                                          <p:val>
                                            <p:fltVal val="0"/>
                                          </p:val>
                                        </p:tav>
                                        <p:tav tm="100000">
                                          <p:val>
                                            <p:strVal val="#ppt_w"/>
                                          </p:val>
                                        </p:tav>
                                      </p:tavLst>
                                    </p:anim>
                                    <p:anim calcmode="lin" valueType="num">
                                      <p:cBhvr>
                                        <p:cTn id="12" dur="500" fill="hold"/>
                                        <p:tgtEl>
                                          <p:spTgt spid="21"/>
                                        </p:tgtEl>
                                        <p:attrNameLst>
                                          <p:attrName>ppt_h</p:attrName>
                                        </p:attrNameLst>
                                      </p:cBhvr>
                                      <p:tavLst>
                                        <p:tav tm="0">
                                          <p:val>
                                            <p:fltVal val="0"/>
                                          </p:val>
                                        </p:tav>
                                        <p:tav tm="100000">
                                          <p:val>
                                            <p:strVal val="#ppt_h"/>
                                          </p:val>
                                        </p:tav>
                                      </p:tavLst>
                                    </p:anim>
                                    <p:anim calcmode="lin" valueType="num">
                                      <p:cBhvr>
                                        <p:cTn id="13" dur="500" fill="hold"/>
                                        <p:tgtEl>
                                          <p:spTgt spid="21"/>
                                        </p:tgtEl>
                                        <p:attrNameLst>
                                          <p:attrName>style.rotation</p:attrName>
                                        </p:attrNameLst>
                                      </p:cBhvr>
                                      <p:tavLst>
                                        <p:tav tm="0">
                                          <p:val>
                                            <p:fltVal val="90"/>
                                          </p:val>
                                        </p:tav>
                                        <p:tav tm="100000">
                                          <p:val>
                                            <p:fltVal val="0"/>
                                          </p:val>
                                        </p:tav>
                                      </p:tavLst>
                                    </p:anim>
                                    <p:animEffect transition="in" filter="fade">
                                      <p:cBhvr>
                                        <p:cTn id="1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1937" name="Picture 4"/>
          <p:cNvPicPr>
            <a:picLocks noChangeAspect="1"/>
          </p:cNvPicPr>
          <p:nvPr/>
        </p:nvPicPr>
        <p:blipFill>
          <a:blip r:embed="rId2"/>
          <a:srcRect/>
          <a:stretch>
            <a:fillRect/>
          </a:stretch>
        </p:blipFill>
        <p:spPr bwMode="auto">
          <a:xfrm>
            <a:off x="0" y="0"/>
            <a:ext cx="12192000" cy="6858000"/>
          </a:xfrm>
          <a:prstGeom prst="rect">
            <a:avLst/>
          </a:prstGeom>
          <a:noFill/>
          <a:ln w="9525">
            <a:noFill/>
            <a:miter lim="800000"/>
            <a:headEnd/>
            <a:tailEnd/>
          </a:ln>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10888" y="346219"/>
            <a:ext cx="7037614" cy="6165562"/>
          </a:xfrm>
          <a:prstGeom prst="rect">
            <a:avLst/>
          </a:prstGeom>
        </p:spPr>
      </p:pic>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1107206" y="6422273"/>
            <a:ext cx="398035" cy="276999"/>
          </a:xfrm>
          <a:prstGeom prst="rect">
            <a:avLst/>
          </a:prstGeom>
        </p:spPr>
        <p:txBody>
          <a:bodyPr wrap="square">
            <a:spAutoFit/>
          </a:bodyPr>
          <a:lstStyle/>
          <a:p>
            <a:pPr algn="ctr"/>
            <a:fld id="{B6CDF4B4-146F-4CD0-B0FE-F3CF0468E44B}" type="slidenum">
              <a:rPr lang="id-ID" sz="1200" smtClean="0">
                <a:solidFill>
                  <a:schemeClr val="bg1"/>
                </a:solidFill>
                <a:latin typeface="Roboto" panose="02000000000000000000" pitchFamily="2" charset="0"/>
                <a:ea typeface="Roboto" panose="02000000000000000000" pitchFamily="2" charset="0"/>
                <a:cs typeface="Open Sans Light" panose="020B0306030504020204" pitchFamily="34" charset="0"/>
              </a:rPr>
              <a:pPr algn="ctr"/>
              <a:t>143</a:t>
            </a:fld>
            <a:endParaRPr lang="id-ID" sz="1600" dirty="0">
              <a:solidFill>
                <a:schemeClr val="bg1"/>
              </a:solidFill>
              <a:latin typeface="Roboto" panose="02000000000000000000" pitchFamily="2" charset="0"/>
              <a:ea typeface="Roboto" panose="02000000000000000000" pitchFamily="2" charset="0"/>
              <a:cs typeface="Open Sans Light" panose="020B0306030504020204" pitchFamily="34" charset="0"/>
            </a:endParaRPr>
          </a:p>
        </p:txBody>
      </p:sp>
      <p:sp>
        <p:nvSpPr>
          <p:cNvPr id="4" name="Content Placeholder 7"/>
          <p:cNvSpPr txBox="1">
            <a:spLocks/>
          </p:cNvSpPr>
          <p:nvPr/>
        </p:nvSpPr>
        <p:spPr>
          <a:xfrm>
            <a:off x="4024390" y="285056"/>
            <a:ext cx="6310457"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ar-SA" sz="4400" b="1" u="sng" dirty="0">
                <a:latin typeface="Arial Black" panose="020B0A04020102020204" pitchFamily="34" charset="0"/>
              </a:rPr>
              <a:t>معوقات الاتصال التعلي</a:t>
            </a:r>
            <a:endParaRPr lang="en-US" sz="4400" u="sng" dirty="0" smtClean="0">
              <a:solidFill>
                <a:schemeClr val="tx1">
                  <a:lumMod val="75000"/>
                </a:schemeClr>
              </a:solidFill>
              <a:latin typeface="Arial Black" panose="020B0A04020102020204" pitchFamily="34" charset="0"/>
              <a:ea typeface="Roboto" panose="02000000000000000000" pitchFamily="2" charset="0"/>
            </a:endParaRPr>
          </a:p>
        </p:txBody>
      </p:sp>
      <p:grpSp>
        <p:nvGrpSpPr>
          <p:cNvPr id="7" name="Group 6"/>
          <p:cNvGrpSpPr/>
          <p:nvPr/>
        </p:nvGrpSpPr>
        <p:grpSpPr>
          <a:xfrm>
            <a:off x="1693923" y="1926726"/>
            <a:ext cx="1316724" cy="1462095"/>
            <a:chOff x="1044013" y="942906"/>
            <a:chExt cx="1316724" cy="1462095"/>
          </a:xfrm>
          <a:solidFill>
            <a:schemeClr val="bg2">
              <a:lumMod val="75000"/>
            </a:schemeClr>
          </a:solidFill>
        </p:grpSpPr>
        <p:sp>
          <p:nvSpPr>
            <p:cNvPr id="8" name="Freeform 1"/>
            <p:cNvSpPr>
              <a:spLocks noChangeArrowheads="1"/>
            </p:cNvSpPr>
            <p:nvPr/>
          </p:nvSpPr>
          <p:spPr bwMode="auto">
            <a:xfrm>
              <a:off x="1235045" y="942906"/>
              <a:ext cx="872225" cy="944911"/>
            </a:xfrm>
            <a:custGeom>
              <a:avLst/>
              <a:gdLst>
                <a:gd name="T0" fmla="*/ 1038 w 4126"/>
                <a:gd name="T1" fmla="*/ 4471 h 4472"/>
                <a:gd name="T2" fmla="*/ 1038 w 4126"/>
                <a:gd name="T3" fmla="*/ 4471 h 4472"/>
                <a:gd name="T4" fmla="*/ 532 w 4126"/>
                <a:gd name="T5" fmla="*/ 3593 h 4472"/>
                <a:gd name="T6" fmla="*/ 319 w 4126"/>
                <a:gd name="T7" fmla="*/ 3699 h 4472"/>
                <a:gd name="T8" fmla="*/ 26 w 4126"/>
                <a:gd name="T9" fmla="*/ 3486 h 4472"/>
                <a:gd name="T10" fmla="*/ 452 w 4126"/>
                <a:gd name="T11" fmla="*/ 265 h 4472"/>
                <a:gd name="T12" fmla="*/ 798 w 4126"/>
                <a:gd name="T13" fmla="*/ 52 h 4472"/>
                <a:gd name="T14" fmla="*/ 3779 w 4126"/>
                <a:gd name="T15" fmla="*/ 1303 h 4472"/>
                <a:gd name="T16" fmla="*/ 3832 w 4126"/>
                <a:gd name="T17" fmla="*/ 1677 h 4472"/>
                <a:gd name="T18" fmla="*/ 3619 w 4126"/>
                <a:gd name="T19" fmla="*/ 1809 h 4472"/>
                <a:gd name="T20" fmla="*/ 4125 w 4126"/>
                <a:gd name="T21" fmla="*/ 2687 h 4472"/>
                <a:gd name="T22" fmla="*/ 1038 w 4126"/>
                <a:gd name="T23" fmla="*/ 4471 h 4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2">
                  <a:moveTo>
                    <a:pt x="1038" y="4471"/>
                  </a:moveTo>
                  <a:lnTo>
                    <a:pt x="1038" y="4471"/>
                  </a:lnTo>
                  <a:cubicBezTo>
                    <a:pt x="532" y="3593"/>
                    <a:pt x="532" y="3593"/>
                    <a:pt x="532" y="3593"/>
                  </a:cubicBezTo>
                  <a:cubicBezTo>
                    <a:pt x="319" y="3699"/>
                    <a:pt x="319" y="3699"/>
                    <a:pt x="319" y="3699"/>
                  </a:cubicBezTo>
                  <a:cubicBezTo>
                    <a:pt x="159" y="3806"/>
                    <a:pt x="0" y="3672"/>
                    <a:pt x="26" y="3486"/>
                  </a:cubicBezTo>
                  <a:cubicBezTo>
                    <a:pt x="452" y="265"/>
                    <a:pt x="452" y="265"/>
                    <a:pt x="452" y="265"/>
                  </a:cubicBezTo>
                  <a:cubicBezTo>
                    <a:pt x="478" y="80"/>
                    <a:pt x="611" y="0"/>
                    <a:pt x="798" y="52"/>
                  </a:cubicBezTo>
                  <a:cubicBezTo>
                    <a:pt x="3779" y="1303"/>
                    <a:pt x="3779" y="1303"/>
                    <a:pt x="3779" y="1303"/>
                  </a:cubicBezTo>
                  <a:cubicBezTo>
                    <a:pt x="3965" y="1384"/>
                    <a:pt x="3991" y="1596"/>
                    <a:pt x="3832" y="1677"/>
                  </a:cubicBezTo>
                  <a:cubicBezTo>
                    <a:pt x="3619" y="1809"/>
                    <a:pt x="3619" y="1809"/>
                    <a:pt x="3619" y="1809"/>
                  </a:cubicBezTo>
                  <a:cubicBezTo>
                    <a:pt x="4125" y="2687"/>
                    <a:pt x="4125" y="2687"/>
                    <a:pt x="4125" y="2687"/>
                  </a:cubicBezTo>
                  <a:cubicBezTo>
                    <a:pt x="3087" y="3273"/>
                    <a:pt x="2075" y="3858"/>
                    <a:pt x="1038" y="4471"/>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 name="Freeform 7"/>
            <p:cNvSpPr>
              <a:spLocks noChangeArrowheads="1"/>
            </p:cNvSpPr>
            <p:nvPr/>
          </p:nvSpPr>
          <p:spPr bwMode="auto">
            <a:xfrm>
              <a:off x="1044013" y="1184259"/>
              <a:ext cx="1316724" cy="1220742"/>
            </a:xfrm>
            <a:custGeom>
              <a:avLst/>
              <a:gdLst>
                <a:gd name="T0" fmla="*/ 0 w 6230"/>
                <a:gd name="T1" fmla="*/ 3593 h 5776"/>
                <a:gd name="T2" fmla="*/ 6229 w 6230"/>
                <a:gd name="T3" fmla="*/ 0 h 5776"/>
                <a:gd name="T4" fmla="*/ 6229 w 6230"/>
                <a:gd name="T5" fmla="*/ 4338 h 5776"/>
                <a:gd name="T6" fmla="*/ 3780 w 6230"/>
                <a:gd name="T7" fmla="*/ 5775 h 5776"/>
                <a:gd name="T8" fmla="*/ 0 w 6230"/>
                <a:gd name="T9" fmla="*/ 3593 h 5776"/>
              </a:gdLst>
              <a:ahLst/>
              <a:cxnLst>
                <a:cxn ang="0">
                  <a:pos x="T0" y="T1"/>
                </a:cxn>
                <a:cxn ang="0">
                  <a:pos x="T2" y="T3"/>
                </a:cxn>
                <a:cxn ang="0">
                  <a:pos x="T4" y="T5"/>
                </a:cxn>
                <a:cxn ang="0">
                  <a:pos x="T6" y="T7"/>
                </a:cxn>
                <a:cxn ang="0">
                  <a:pos x="T8" y="T9"/>
                </a:cxn>
              </a:cxnLst>
              <a:rect l="0" t="0" r="r" b="b"/>
              <a:pathLst>
                <a:path w="6230" h="5776">
                  <a:moveTo>
                    <a:pt x="0" y="3593"/>
                  </a:moveTo>
                  <a:lnTo>
                    <a:pt x="6229" y="0"/>
                  </a:lnTo>
                  <a:lnTo>
                    <a:pt x="6229" y="4338"/>
                  </a:lnTo>
                  <a:lnTo>
                    <a:pt x="3780" y="5775"/>
                  </a:lnTo>
                  <a:lnTo>
                    <a:pt x="0" y="3593"/>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0" name="Group 9"/>
          <p:cNvGrpSpPr/>
          <p:nvPr/>
        </p:nvGrpSpPr>
        <p:grpSpPr>
          <a:xfrm>
            <a:off x="962409" y="2972278"/>
            <a:ext cx="1502165" cy="1518939"/>
            <a:chOff x="312499" y="1988458"/>
            <a:chExt cx="1502165" cy="1518939"/>
          </a:xfrm>
          <a:solidFill>
            <a:schemeClr val="bg2">
              <a:lumMod val="75000"/>
            </a:schemeClr>
          </a:solidFill>
        </p:grpSpPr>
        <p:sp>
          <p:nvSpPr>
            <p:cNvPr id="11" name="Freeform 2"/>
            <p:cNvSpPr>
              <a:spLocks noChangeArrowheads="1"/>
            </p:cNvSpPr>
            <p:nvPr/>
          </p:nvSpPr>
          <p:spPr bwMode="auto">
            <a:xfrm>
              <a:off x="312499" y="2264290"/>
              <a:ext cx="861043" cy="967275"/>
            </a:xfrm>
            <a:custGeom>
              <a:avLst/>
              <a:gdLst>
                <a:gd name="T0" fmla="*/ 4072 w 4073"/>
                <a:gd name="T1" fmla="*/ 4071 h 4578"/>
                <a:gd name="T2" fmla="*/ 4072 w 4073"/>
                <a:gd name="T3" fmla="*/ 4071 h 4578"/>
                <a:gd name="T4" fmla="*/ 3061 w 4073"/>
                <a:gd name="T5" fmla="*/ 4071 h 4578"/>
                <a:gd name="T6" fmla="*/ 3061 w 4073"/>
                <a:gd name="T7" fmla="*/ 4310 h 4578"/>
                <a:gd name="T8" fmla="*/ 2714 w 4073"/>
                <a:gd name="T9" fmla="*/ 4470 h 4578"/>
                <a:gd name="T10" fmla="*/ 159 w 4073"/>
                <a:gd name="T11" fmla="*/ 2500 h 4578"/>
                <a:gd name="T12" fmla="*/ 159 w 4073"/>
                <a:gd name="T13" fmla="*/ 2076 h 4578"/>
                <a:gd name="T14" fmla="*/ 2714 w 4073"/>
                <a:gd name="T15" fmla="*/ 107 h 4578"/>
                <a:gd name="T16" fmla="*/ 3061 w 4073"/>
                <a:gd name="T17" fmla="*/ 266 h 4578"/>
                <a:gd name="T18" fmla="*/ 3061 w 4073"/>
                <a:gd name="T19" fmla="*/ 505 h 4578"/>
                <a:gd name="T20" fmla="*/ 4072 w 4073"/>
                <a:gd name="T21" fmla="*/ 505 h 4578"/>
                <a:gd name="T22" fmla="*/ 4072 w 4073"/>
                <a:gd name="T23" fmla="*/ 4071 h 4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3" h="4578">
                  <a:moveTo>
                    <a:pt x="4072" y="4071"/>
                  </a:moveTo>
                  <a:lnTo>
                    <a:pt x="4072" y="4071"/>
                  </a:lnTo>
                  <a:cubicBezTo>
                    <a:pt x="3061" y="4071"/>
                    <a:pt x="3061" y="4071"/>
                    <a:pt x="3061" y="4071"/>
                  </a:cubicBezTo>
                  <a:cubicBezTo>
                    <a:pt x="3061" y="4310"/>
                    <a:pt x="3061" y="4310"/>
                    <a:pt x="3061" y="4310"/>
                  </a:cubicBezTo>
                  <a:cubicBezTo>
                    <a:pt x="3061" y="4497"/>
                    <a:pt x="2874" y="4577"/>
                    <a:pt x="2714" y="4470"/>
                  </a:cubicBezTo>
                  <a:cubicBezTo>
                    <a:pt x="159" y="2500"/>
                    <a:pt x="159" y="2500"/>
                    <a:pt x="159" y="2500"/>
                  </a:cubicBezTo>
                  <a:cubicBezTo>
                    <a:pt x="0" y="2368"/>
                    <a:pt x="0" y="2209"/>
                    <a:pt x="159" y="2076"/>
                  </a:cubicBezTo>
                  <a:cubicBezTo>
                    <a:pt x="2714" y="107"/>
                    <a:pt x="2714" y="107"/>
                    <a:pt x="2714" y="107"/>
                  </a:cubicBezTo>
                  <a:cubicBezTo>
                    <a:pt x="2874" y="0"/>
                    <a:pt x="3061" y="79"/>
                    <a:pt x="3061" y="266"/>
                  </a:cubicBezTo>
                  <a:cubicBezTo>
                    <a:pt x="3061" y="505"/>
                    <a:pt x="3061" y="505"/>
                    <a:pt x="3061" y="505"/>
                  </a:cubicBezTo>
                  <a:cubicBezTo>
                    <a:pt x="4072" y="505"/>
                    <a:pt x="4072" y="505"/>
                    <a:pt x="4072" y="505"/>
                  </a:cubicBezTo>
                  <a:cubicBezTo>
                    <a:pt x="4072" y="1703"/>
                    <a:pt x="4072" y="2874"/>
                    <a:pt x="4072" y="4071"/>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8"/>
            <p:cNvSpPr>
              <a:spLocks noChangeArrowheads="1"/>
            </p:cNvSpPr>
            <p:nvPr/>
          </p:nvSpPr>
          <p:spPr bwMode="auto">
            <a:xfrm>
              <a:off x="1021648" y="1988458"/>
              <a:ext cx="793016" cy="1518939"/>
            </a:xfrm>
            <a:custGeom>
              <a:avLst/>
              <a:gdLst>
                <a:gd name="T0" fmla="*/ 0 w 3754"/>
                <a:gd name="T1" fmla="*/ 7186 h 7187"/>
                <a:gd name="T2" fmla="*/ 0 w 3754"/>
                <a:gd name="T3" fmla="*/ 0 h 7187"/>
                <a:gd name="T4" fmla="*/ 3753 w 3754"/>
                <a:gd name="T5" fmla="*/ 2183 h 7187"/>
                <a:gd name="T6" fmla="*/ 3753 w 3754"/>
                <a:gd name="T7" fmla="*/ 5003 h 7187"/>
                <a:gd name="T8" fmla="*/ 0 w 3754"/>
                <a:gd name="T9" fmla="*/ 7186 h 7187"/>
              </a:gdLst>
              <a:ahLst/>
              <a:cxnLst>
                <a:cxn ang="0">
                  <a:pos x="T0" y="T1"/>
                </a:cxn>
                <a:cxn ang="0">
                  <a:pos x="T2" y="T3"/>
                </a:cxn>
                <a:cxn ang="0">
                  <a:pos x="T4" y="T5"/>
                </a:cxn>
                <a:cxn ang="0">
                  <a:pos x="T6" y="T7"/>
                </a:cxn>
                <a:cxn ang="0">
                  <a:pos x="T8" y="T9"/>
                </a:cxn>
              </a:cxnLst>
              <a:rect l="0" t="0" r="r" b="b"/>
              <a:pathLst>
                <a:path w="3754" h="7187">
                  <a:moveTo>
                    <a:pt x="0" y="7186"/>
                  </a:moveTo>
                  <a:lnTo>
                    <a:pt x="0" y="0"/>
                  </a:lnTo>
                  <a:lnTo>
                    <a:pt x="3753" y="2183"/>
                  </a:lnTo>
                  <a:lnTo>
                    <a:pt x="3753" y="5003"/>
                  </a:lnTo>
                  <a:lnTo>
                    <a:pt x="0" y="7186"/>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3" name="Group 12"/>
          <p:cNvGrpSpPr/>
          <p:nvPr/>
        </p:nvGrpSpPr>
        <p:grpSpPr>
          <a:xfrm>
            <a:off x="1693923" y="4074673"/>
            <a:ext cx="1316724" cy="1462096"/>
            <a:chOff x="1044013" y="3090853"/>
            <a:chExt cx="1316724" cy="1462096"/>
          </a:xfrm>
          <a:solidFill>
            <a:schemeClr val="bg2">
              <a:lumMod val="75000"/>
            </a:schemeClr>
          </a:solidFill>
        </p:grpSpPr>
        <p:sp>
          <p:nvSpPr>
            <p:cNvPr id="14" name="Freeform 3"/>
            <p:cNvSpPr>
              <a:spLocks noChangeArrowheads="1"/>
            </p:cNvSpPr>
            <p:nvPr/>
          </p:nvSpPr>
          <p:spPr bwMode="auto">
            <a:xfrm>
              <a:off x="1235045" y="3608038"/>
              <a:ext cx="872225" cy="944911"/>
            </a:xfrm>
            <a:custGeom>
              <a:avLst/>
              <a:gdLst>
                <a:gd name="T0" fmla="*/ 4125 w 4126"/>
                <a:gd name="T1" fmla="*/ 1784 h 4473"/>
                <a:gd name="T2" fmla="*/ 4125 w 4126"/>
                <a:gd name="T3" fmla="*/ 1784 h 4473"/>
                <a:gd name="T4" fmla="*/ 3619 w 4126"/>
                <a:gd name="T5" fmla="*/ 2662 h 4473"/>
                <a:gd name="T6" fmla="*/ 3832 w 4126"/>
                <a:gd name="T7" fmla="*/ 2795 h 4473"/>
                <a:gd name="T8" fmla="*/ 3779 w 4126"/>
                <a:gd name="T9" fmla="*/ 3168 h 4473"/>
                <a:gd name="T10" fmla="*/ 798 w 4126"/>
                <a:gd name="T11" fmla="*/ 4419 h 4473"/>
                <a:gd name="T12" fmla="*/ 452 w 4126"/>
                <a:gd name="T13" fmla="*/ 4206 h 4473"/>
                <a:gd name="T14" fmla="*/ 26 w 4126"/>
                <a:gd name="T15" fmla="*/ 986 h 4473"/>
                <a:gd name="T16" fmla="*/ 319 w 4126"/>
                <a:gd name="T17" fmla="*/ 773 h 4473"/>
                <a:gd name="T18" fmla="*/ 532 w 4126"/>
                <a:gd name="T19" fmla="*/ 879 h 4473"/>
                <a:gd name="T20" fmla="*/ 1038 w 4126"/>
                <a:gd name="T21" fmla="*/ 0 h 4473"/>
                <a:gd name="T22" fmla="*/ 4125 w 4126"/>
                <a:gd name="T23" fmla="*/ 1784 h 4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3">
                  <a:moveTo>
                    <a:pt x="4125" y="1784"/>
                  </a:moveTo>
                  <a:lnTo>
                    <a:pt x="4125" y="1784"/>
                  </a:lnTo>
                  <a:cubicBezTo>
                    <a:pt x="3619" y="2662"/>
                    <a:pt x="3619" y="2662"/>
                    <a:pt x="3619" y="2662"/>
                  </a:cubicBezTo>
                  <a:cubicBezTo>
                    <a:pt x="3832" y="2795"/>
                    <a:pt x="3832" y="2795"/>
                    <a:pt x="3832" y="2795"/>
                  </a:cubicBezTo>
                  <a:cubicBezTo>
                    <a:pt x="3991" y="2875"/>
                    <a:pt x="3965" y="3088"/>
                    <a:pt x="3779" y="3168"/>
                  </a:cubicBezTo>
                  <a:cubicBezTo>
                    <a:pt x="798" y="4419"/>
                    <a:pt x="798" y="4419"/>
                    <a:pt x="798" y="4419"/>
                  </a:cubicBezTo>
                  <a:cubicBezTo>
                    <a:pt x="611" y="4472"/>
                    <a:pt x="478" y="4392"/>
                    <a:pt x="452" y="4206"/>
                  </a:cubicBezTo>
                  <a:cubicBezTo>
                    <a:pt x="26" y="986"/>
                    <a:pt x="26" y="986"/>
                    <a:pt x="26" y="986"/>
                  </a:cubicBezTo>
                  <a:cubicBezTo>
                    <a:pt x="0" y="799"/>
                    <a:pt x="159" y="666"/>
                    <a:pt x="319" y="773"/>
                  </a:cubicBezTo>
                  <a:cubicBezTo>
                    <a:pt x="532" y="879"/>
                    <a:pt x="532" y="879"/>
                    <a:pt x="532" y="879"/>
                  </a:cubicBezTo>
                  <a:cubicBezTo>
                    <a:pt x="1038" y="0"/>
                    <a:pt x="1038" y="0"/>
                    <a:pt x="1038" y="0"/>
                  </a:cubicBezTo>
                  <a:cubicBezTo>
                    <a:pt x="2075" y="613"/>
                    <a:pt x="3087" y="1199"/>
                    <a:pt x="4125" y="1784"/>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9"/>
            <p:cNvSpPr>
              <a:spLocks noChangeArrowheads="1"/>
            </p:cNvSpPr>
            <p:nvPr/>
          </p:nvSpPr>
          <p:spPr bwMode="auto">
            <a:xfrm>
              <a:off x="1044013" y="3090853"/>
              <a:ext cx="1316724" cy="1220742"/>
            </a:xfrm>
            <a:custGeom>
              <a:avLst/>
              <a:gdLst>
                <a:gd name="T0" fmla="*/ 6229 w 6230"/>
                <a:gd name="T1" fmla="*/ 5776 h 5777"/>
                <a:gd name="T2" fmla="*/ 0 w 6230"/>
                <a:gd name="T3" fmla="*/ 2183 h 5777"/>
                <a:gd name="T4" fmla="*/ 3780 w 6230"/>
                <a:gd name="T5" fmla="*/ 0 h 5777"/>
                <a:gd name="T6" fmla="*/ 6229 w 6230"/>
                <a:gd name="T7" fmla="*/ 1437 h 5777"/>
                <a:gd name="T8" fmla="*/ 6229 w 6230"/>
                <a:gd name="T9" fmla="*/ 5776 h 5777"/>
              </a:gdLst>
              <a:ahLst/>
              <a:cxnLst>
                <a:cxn ang="0">
                  <a:pos x="T0" y="T1"/>
                </a:cxn>
                <a:cxn ang="0">
                  <a:pos x="T2" y="T3"/>
                </a:cxn>
                <a:cxn ang="0">
                  <a:pos x="T4" y="T5"/>
                </a:cxn>
                <a:cxn ang="0">
                  <a:pos x="T6" y="T7"/>
                </a:cxn>
                <a:cxn ang="0">
                  <a:pos x="T8" y="T9"/>
                </a:cxn>
              </a:cxnLst>
              <a:rect l="0" t="0" r="r" b="b"/>
              <a:pathLst>
                <a:path w="6230" h="5777">
                  <a:moveTo>
                    <a:pt x="6229" y="5776"/>
                  </a:moveTo>
                  <a:lnTo>
                    <a:pt x="0" y="2183"/>
                  </a:lnTo>
                  <a:lnTo>
                    <a:pt x="3780" y="0"/>
                  </a:lnTo>
                  <a:lnTo>
                    <a:pt x="6229" y="1437"/>
                  </a:lnTo>
                  <a:lnTo>
                    <a:pt x="6229" y="5776"/>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6" name="Group 15"/>
          <p:cNvGrpSpPr/>
          <p:nvPr/>
        </p:nvGrpSpPr>
        <p:grpSpPr>
          <a:xfrm>
            <a:off x="3065628" y="4074673"/>
            <a:ext cx="1316724" cy="1462096"/>
            <a:chOff x="2415718" y="3090853"/>
            <a:chExt cx="1316724" cy="1462096"/>
          </a:xfrm>
          <a:solidFill>
            <a:schemeClr val="accent3"/>
          </a:solidFill>
        </p:grpSpPr>
        <p:sp>
          <p:nvSpPr>
            <p:cNvPr id="17" name="Freeform 4"/>
            <p:cNvSpPr>
              <a:spLocks noChangeArrowheads="1"/>
            </p:cNvSpPr>
            <p:nvPr/>
          </p:nvSpPr>
          <p:spPr bwMode="auto">
            <a:xfrm>
              <a:off x="2669185" y="3608038"/>
              <a:ext cx="872225" cy="944911"/>
            </a:xfrm>
            <a:custGeom>
              <a:avLst/>
              <a:gdLst>
                <a:gd name="T0" fmla="*/ 3087 w 4126"/>
                <a:gd name="T1" fmla="*/ 0 h 4473"/>
                <a:gd name="T2" fmla="*/ 3087 w 4126"/>
                <a:gd name="T3" fmla="*/ 0 h 4473"/>
                <a:gd name="T4" fmla="*/ 3592 w 4126"/>
                <a:gd name="T5" fmla="*/ 879 h 4473"/>
                <a:gd name="T6" fmla="*/ 3805 w 4126"/>
                <a:gd name="T7" fmla="*/ 773 h 4473"/>
                <a:gd name="T8" fmla="*/ 4098 w 4126"/>
                <a:gd name="T9" fmla="*/ 986 h 4473"/>
                <a:gd name="T10" fmla="*/ 3672 w 4126"/>
                <a:gd name="T11" fmla="*/ 4206 h 4473"/>
                <a:gd name="T12" fmla="*/ 3327 w 4126"/>
                <a:gd name="T13" fmla="*/ 4419 h 4473"/>
                <a:gd name="T14" fmla="*/ 346 w 4126"/>
                <a:gd name="T15" fmla="*/ 3168 h 4473"/>
                <a:gd name="T16" fmla="*/ 292 w 4126"/>
                <a:gd name="T17" fmla="*/ 2795 h 4473"/>
                <a:gd name="T18" fmla="*/ 505 w 4126"/>
                <a:gd name="T19" fmla="*/ 2662 h 4473"/>
                <a:gd name="T20" fmla="*/ 0 w 4126"/>
                <a:gd name="T21" fmla="*/ 1784 h 4473"/>
                <a:gd name="T22" fmla="*/ 3087 w 4126"/>
                <a:gd name="T23" fmla="*/ 0 h 4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3">
                  <a:moveTo>
                    <a:pt x="3087" y="0"/>
                  </a:moveTo>
                  <a:lnTo>
                    <a:pt x="3087" y="0"/>
                  </a:lnTo>
                  <a:cubicBezTo>
                    <a:pt x="3592" y="879"/>
                    <a:pt x="3592" y="879"/>
                    <a:pt x="3592" y="879"/>
                  </a:cubicBezTo>
                  <a:cubicBezTo>
                    <a:pt x="3805" y="773"/>
                    <a:pt x="3805" y="773"/>
                    <a:pt x="3805" y="773"/>
                  </a:cubicBezTo>
                  <a:cubicBezTo>
                    <a:pt x="3965" y="666"/>
                    <a:pt x="4125" y="799"/>
                    <a:pt x="4098" y="986"/>
                  </a:cubicBezTo>
                  <a:cubicBezTo>
                    <a:pt x="3672" y="4206"/>
                    <a:pt x="3672" y="4206"/>
                    <a:pt x="3672" y="4206"/>
                  </a:cubicBezTo>
                  <a:cubicBezTo>
                    <a:pt x="3646" y="4392"/>
                    <a:pt x="3513" y="4472"/>
                    <a:pt x="3327" y="4419"/>
                  </a:cubicBezTo>
                  <a:cubicBezTo>
                    <a:pt x="346" y="3168"/>
                    <a:pt x="346" y="3168"/>
                    <a:pt x="346" y="3168"/>
                  </a:cubicBezTo>
                  <a:cubicBezTo>
                    <a:pt x="159" y="3088"/>
                    <a:pt x="133" y="2875"/>
                    <a:pt x="292" y="2795"/>
                  </a:cubicBezTo>
                  <a:cubicBezTo>
                    <a:pt x="505" y="2662"/>
                    <a:pt x="505" y="2662"/>
                    <a:pt x="505" y="2662"/>
                  </a:cubicBezTo>
                  <a:cubicBezTo>
                    <a:pt x="0" y="1784"/>
                    <a:pt x="0" y="1784"/>
                    <a:pt x="0" y="1784"/>
                  </a:cubicBezTo>
                  <a:cubicBezTo>
                    <a:pt x="1011" y="1199"/>
                    <a:pt x="2049" y="613"/>
                    <a:pt x="3087" y="0"/>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0"/>
            <p:cNvSpPr>
              <a:spLocks noChangeArrowheads="1"/>
            </p:cNvSpPr>
            <p:nvPr/>
          </p:nvSpPr>
          <p:spPr bwMode="auto">
            <a:xfrm>
              <a:off x="2415718" y="3090853"/>
              <a:ext cx="1316724" cy="1220742"/>
            </a:xfrm>
            <a:custGeom>
              <a:avLst/>
              <a:gdLst>
                <a:gd name="T0" fmla="*/ 6229 w 6230"/>
                <a:gd name="T1" fmla="*/ 2183 h 5777"/>
                <a:gd name="T2" fmla="*/ 0 w 6230"/>
                <a:gd name="T3" fmla="*/ 5776 h 5777"/>
                <a:gd name="T4" fmla="*/ 0 w 6230"/>
                <a:gd name="T5" fmla="*/ 1437 h 5777"/>
                <a:gd name="T6" fmla="*/ 2449 w 6230"/>
                <a:gd name="T7" fmla="*/ 0 h 5777"/>
                <a:gd name="T8" fmla="*/ 6229 w 6230"/>
                <a:gd name="T9" fmla="*/ 2183 h 5777"/>
              </a:gdLst>
              <a:ahLst/>
              <a:cxnLst>
                <a:cxn ang="0">
                  <a:pos x="T0" y="T1"/>
                </a:cxn>
                <a:cxn ang="0">
                  <a:pos x="T2" y="T3"/>
                </a:cxn>
                <a:cxn ang="0">
                  <a:pos x="T4" y="T5"/>
                </a:cxn>
                <a:cxn ang="0">
                  <a:pos x="T6" y="T7"/>
                </a:cxn>
                <a:cxn ang="0">
                  <a:pos x="T8" y="T9"/>
                </a:cxn>
              </a:cxnLst>
              <a:rect l="0" t="0" r="r" b="b"/>
              <a:pathLst>
                <a:path w="6230" h="5777">
                  <a:moveTo>
                    <a:pt x="6229" y="2183"/>
                  </a:moveTo>
                  <a:lnTo>
                    <a:pt x="0" y="5776"/>
                  </a:lnTo>
                  <a:lnTo>
                    <a:pt x="0" y="1437"/>
                  </a:lnTo>
                  <a:lnTo>
                    <a:pt x="2449" y="0"/>
                  </a:lnTo>
                  <a:lnTo>
                    <a:pt x="6229" y="2183"/>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9" name="Group 18"/>
          <p:cNvGrpSpPr/>
          <p:nvPr/>
        </p:nvGrpSpPr>
        <p:grpSpPr>
          <a:xfrm>
            <a:off x="3611700" y="2972278"/>
            <a:ext cx="1502166" cy="1518939"/>
            <a:chOff x="2961790" y="1988458"/>
            <a:chExt cx="1502166" cy="1518939"/>
          </a:xfrm>
          <a:solidFill>
            <a:schemeClr val="accent2"/>
          </a:solidFill>
        </p:grpSpPr>
        <p:sp>
          <p:nvSpPr>
            <p:cNvPr id="20" name="Freeform 5"/>
            <p:cNvSpPr>
              <a:spLocks noChangeArrowheads="1"/>
            </p:cNvSpPr>
            <p:nvPr/>
          </p:nvSpPr>
          <p:spPr bwMode="auto">
            <a:xfrm>
              <a:off x="3602913" y="2264290"/>
              <a:ext cx="861043" cy="967275"/>
            </a:xfrm>
            <a:custGeom>
              <a:avLst/>
              <a:gdLst>
                <a:gd name="T0" fmla="*/ 0 w 4073"/>
                <a:gd name="T1" fmla="*/ 505 h 4578"/>
                <a:gd name="T2" fmla="*/ 0 w 4073"/>
                <a:gd name="T3" fmla="*/ 505 h 4578"/>
                <a:gd name="T4" fmla="*/ 1011 w 4073"/>
                <a:gd name="T5" fmla="*/ 505 h 4578"/>
                <a:gd name="T6" fmla="*/ 1011 w 4073"/>
                <a:gd name="T7" fmla="*/ 266 h 4578"/>
                <a:gd name="T8" fmla="*/ 1357 w 4073"/>
                <a:gd name="T9" fmla="*/ 107 h 4578"/>
                <a:gd name="T10" fmla="*/ 3912 w 4073"/>
                <a:gd name="T11" fmla="*/ 2076 h 4578"/>
                <a:gd name="T12" fmla="*/ 3912 w 4073"/>
                <a:gd name="T13" fmla="*/ 2500 h 4578"/>
                <a:gd name="T14" fmla="*/ 1357 w 4073"/>
                <a:gd name="T15" fmla="*/ 4470 h 4578"/>
                <a:gd name="T16" fmla="*/ 1011 w 4073"/>
                <a:gd name="T17" fmla="*/ 4310 h 4578"/>
                <a:gd name="T18" fmla="*/ 1011 w 4073"/>
                <a:gd name="T19" fmla="*/ 4071 h 4578"/>
                <a:gd name="T20" fmla="*/ 0 w 4073"/>
                <a:gd name="T21" fmla="*/ 4071 h 4578"/>
                <a:gd name="T22" fmla="*/ 0 w 4073"/>
                <a:gd name="T23" fmla="*/ 505 h 4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3" h="4578">
                  <a:moveTo>
                    <a:pt x="0" y="505"/>
                  </a:moveTo>
                  <a:lnTo>
                    <a:pt x="0" y="505"/>
                  </a:lnTo>
                  <a:cubicBezTo>
                    <a:pt x="1011" y="505"/>
                    <a:pt x="1011" y="505"/>
                    <a:pt x="1011" y="505"/>
                  </a:cubicBezTo>
                  <a:cubicBezTo>
                    <a:pt x="1011" y="266"/>
                    <a:pt x="1011" y="266"/>
                    <a:pt x="1011" y="266"/>
                  </a:cubicBezTo>
                  <a:cubicBezTo>
                    <a:pt x="1011" y="79"/>
                    <a:pt x="1197" y="0"/>
                    <a:pt x="1357" y="107"/>
                  </a:cubicBezTo>
                  <a:cubicBezTo>
                    <a:pt x="3912" y="2076"/>
                    <a:pt x="3912" y="2076"/>
                    <a:pt x="3912" y="2076"/>
                  </a:cubicBezTo>
                  <a:cubicBezTo>
                    <a:pt x="4072" y="2209"/>
                    <a:pt x="4072" y="2368"/>
                    <a:pt x="3912" y="2500"/>
                  </a:cubicBezTo>
                  <a:cubicBezTo>
                    <a:pt x="1357" y="4470"/>
                    <a:pt x="1357" y="4470"/>
                    <a:pt x="1357" y="4470"/>
                  </a:cubicBezTo>
                  <a:cubicBezTo>
                    <a:pt x="1197" y="4577"/>
                    <a:pt x="1011" y="4497"/>
                    <a:pt x="1011" y="4310"/>
                  </a:cubicBezTo>
                  <a:cubicBezTo>
                    <a:pt x="1011" y="4071"/>
                    <a:pt x="1011" y="4071"/>
                    <a:pt x="1011" y="4071"/>
                  </a:cubicBezTo>
                  <a:cubicBezTo>
                    <a:pt x="0" y="4071"/>
                    <a:pt x="0" y="4071"/>
                    <a:pt x="0" y="4071"/>
                  </a:cubicBezTo>
                  <a:cubicBezTo>
                    <a:pt x="0" y="2874"/>
                    <a:pt x="0" y="1703"/>
                    <a:pt x="0" y="505"/>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1"/>
            <p:cNvSpPr>
              <a:spLocks noChangeArrowheads="1"/>
            </p:cNvSpPr>
            <p:nvPr/>
          </p:nvSpPr>
          <p:spPr bwMode="auto">
            <a:xfrm>
              <a:off x="2961790" y="1988458"/>
              <a:ext cx="793016" cy="1518939"/>
            </a:xfrm>
            <a:custGeom>
              <a:avLst/>
              <a:gdLst>
                <a:gd name="T0" fmla="*/ 3752 w 3753"/>
                <a:gd name="T1" fmla="*/ 0 h 7187"/>
                <a:gd name="T2" fmla="*/ 3752 w 3753"/>
                <a:gd name="T3" fmla="*/ 7186 h 7187"/>
                <a:gd name="T4" fmla="*/ 0 w 3753"/>
                <a:gd name="T5" fmla="*/ 5003 h 7187"/>
                <a:gd name="T6" fmla="*/ 0 w 3753"/>
                <a:gd name="T7" fmla="*/ 2183 h 7187"/>
                <a:gd name="T8" fmla="*/ 3752 w 3753"/>
                <a:gd name="T9" fmla="*/ 0 h 7187"/>
              </a:gdLst>
              <a:ahLst/>
              <a:cxnLst>
                <a:cxn ang="0">
                  <a:pos x="T0" y="T1"/>
                </a:cxn>
                <a:cxn ang="0">
                  <a:pos x="T2" y="T3"/>
                </a:cxn>
                <a:cxn ang="0">
                  <a:pos x="T4" y="T5"/>
                </a:cxn>
                <a:cxn ang="0">
                  <a:pos x="T6" y="T7"/>
                </a:cxn>
                <a:cxn ang="0">
                  <a:pos x="T8" y="T9"/>
                </a:cxn>
              </a:cxnLst>
              <a:rect l="0" t="0" r="r" b="b"/>
              <a:pathLst>
                <a:path w="3753" h="7187">
                  <a:moveTo>
                    <a:pt x="3752" y="0"/>
                  </a:moveTo>
                  <a:lnTo>
                    <a:pt x="3752" y="7186"/>
                  </a:lnTo>
                  <a:lnTo>
                    <a:pt x="0" y="5003"/>
                  </a:lnTo>
                  <a:lnTo>
                    <a:pt x="0" y="2183"/>
                  </a:lnTo>
                  <a:lnTo>
                    <a:pt x="3752" y="0"/>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22" name="Group 21"/>
          <p:cNvGrpSpPr/>
          <p:nvPr/>
        </p:nvGrpSpPr>
        <p:grpSpPr>
          <a:xfrm>
            <a:off x="3065628" y="1926726"/>
            <a:ext cx="1316724" cy="1462095"/>
            <a:chOff x="2415718" y="942906"/>
            <a:chExt cx="1316724" cy="1462095"/>
          </a:xfrm>
          <a:solidFill>
            <a:schemeClr val="accent1"/>
          </a:solidFill>
        </p:grpSpPr>
        <p:sp>
          <p:nvSpPr>
            <p:cNvPr id="23" name="Freeform 6"/>
            <p:cNvSpPr>
              <a:spLocks noChangeArrowheads="1"/>
            </p:cNvSpPr>
            <p:nvPr/>
          </p:nvSpPr>
          <p:spPr bwMode="auto">
            <a:xfrm>
              <a:off x="2669185" y="942906"/>
              <a:ext cx="872225" cy="944911"/>
            </a:xfrm>
            <a:custGeom>
              <a:avLst/>
              <a:gdLst>
                <a:gd name="T0" fmla="*/ 0 w 4126"/>
                <a:gd name="T1" fmla="*/ 2687 h 4472"/>
                <a:gd name="T2" fmla="*/ 0 w 4126"/>
                <a:gd name="T3" fmla="*/ 2687 h 4472"/>
                <a:gd name="T4" fmla="*/ 505 w 4126"/>
                <a:gd name="T5" fmla="*/ 1809 h 4472"/>
                <a:gd name="T6" fmla="*/ 292 w 4126"/>
                <a:gd name="T7" fmla="*/ 1677 h 4472"/>
                <a:gd name="T8" fmla="*/ 346 w 4126"/>
                <a:gd name="T9" fmla="*/ 1303 h 4472"/>
                <a:gd name="T10" fmla="*/ 3327 w 4126"/>
                <a:gd name="T11" fmla="*/ 52 h 4472"/>
                <a:gd name="T12" fmla="*/ 3672 w 4126"/>
                <a:gd name="T13" fmla="*/ 265 h 4472"/>
                <a:gd name="T14" fmla="*/ 4098 w 4126"/>
                <a:gd name="T15" fmla="*/ 3486 h 4472"/>
                <a:gd name="T16" fmla="*/ 3805 w 4126"/>
                <a:gd name="T17" fmla="*/ 3699 h 4472"/>
                <a:gd name="T18" fmla="*/ 3592 w 4126"/>
                <a:gd name="T19" fmla="*/ 3593 h 4472"/>
                <a:gd name="T20" fmla="*/ 3087 w 4126"/>
                <a:gd name="T21" fmla="*/ 4471 h 4472"/>
                <a:gd name="T22" fmla="*/ 0 w 4126"/>
                <a:gd name="T23" fmla="*/ 2687 h 4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2">
                  <a:moveTo>
                    <a:pt x="0" y="2687"/>
                  </a:moveTo>
                  <a:lnTo>
                    <a:pt x="0" y="2687"/>
                  </a:lnTo>
                  <a:cubicBezTo>
                    <a:pt x="505" y="1809"/>
                    <a:pt x="505" y="1809"/>
                    <a:pt x="505" y="1809"/>
                  </a:cubicBezTo>
                  <a:cubicBezTo>
                    <a:pt x="292" y="1677"/>
                    <a:pt x="292" y="1677"/>
                    <a:pt x="292" y="1677"/>
                  </a:cubicBezTo>
                  <a:cubicBezTo>
                    <a:pt x="133" y="1596"/>
                    <a:pt x="159" y="1384"/>
                    <a:pt x="346" y="1303"/>
                  </a:cubicBezTo>
                  <a:cubicBezTo>
                    <a:pt x="3327" y="52"/>
                    <a:pt x="3327" y="52"/>
                    <a:pt x="3327" y="52"/>
                  </a:cubicBezTo>
                  <a:cubicBezTo>
                    <a:pt x="3513" y="0"/>
                    <a:pt x="3646" y="80"/>
                    <a:pt x="3672" y="265"/>
                  </a:cubicBezTo>
                  <a:cubicBezTo>
                    <a:pt x="4098" y="3486"/>
                    <a:pt x="4098" y="3486"/>
                    <a:pt x="4098" y="3486"/>
                  </a:cubicBezTo>
                  <a:cubicBezTo>
                    <a:pt x="4125" y="3672"/>
                    <a:pt x="3965" y="3806"/>
                    <a:pt x="3805" y="3699"/>
                  </a:cubicBezTo>
                  <a:cubicBezTo>
                    <a:pt x="3592" y="3593"/>
                    <a:pt x="3592" y="3593"/>
                    <a:pt x="3592" y="3593"/>
                  </a:cubicBezTo>
                  <a:cubicBezTo>
                    <a:pt x="3087" y="4471"/>
                    <a:pt x="3087" y="4471"/>
                    <a:pt x="3087" y="4471"/>
                  </a:cubicBezTo>
                  <a:cubicBezTo>
                    <a:pt x="2049" y="3858"/>
                    <a:pt x="1037" y="3273"/>
                    <a:pt x="0" y="2687"/>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12"/>
            <p:cNvSpPr>
              <a:spLocks noChangeArrowheads="1"/>
            </p:cNvSpPr>
            <p:nvPr/>
          </p:nvSpPr>
          <p:spPr bwMode="auto">
            <a:xfrm>
              <a:off x="2415718" y="1184259"/>
              <a:ext cx="1316724" cy="1220742"/>
            </a:xfrm>
            <a:custGeom>
              <a:avLst/>
              <a:gdLst>
                <a:gd name="T0" fmla="*/ 0 w 6230"/>
                <a:gd name="T1" fmla="*/ 0 h 5776"/>
                <a:gd name="T2" fmla="*/ 6229 w 6230"/>
                <a:gd name="T3" fmla="*/ 3593 h 5776"/>
                <a:gd name="T4" fmla="*/ 2449 w 6230"/>
                <a:gd name="T5" fmla="*/ 5775 h 5776"/>
                <a:gd name="T6" fmla="*/ 0 w 6230"/>
                <a:gd name="T7" fmla="*/ 4338 h 5776"/>
                <a:gd name="T8" fmla="*/ 0 w 6230"/>
                <a:gd name="T9" fmla="*/ 0 h 5776"/>
              </a:gdLst>
              <a:ahLst/>
              <a:cxnLst>
                <a:cxn ang="0">
                  <a:pos x="T0" y="T1"/>
                </a:cxn>
                <a:cxn ang="0">
                  <a:pos x="T2" y="T3"/>
                </a:cxn>
                <a:cxn ang="0">
                  <a:pos x="T4" y="T5"/>
                </a:cxn>
                <a:cxn ang="0">
                  <a:pos x="T6" y="T7"/>
                </a:cxn>
                <a:cxn ang="0">
                  <a:pos x="T8" y="T9"/>
                </a:cxn>
              </a:cxnLst>
              <a:rect l="0" t="0" r="r" b="b"/>
              <a:pathLst>
                <a:path w="6230" h="5776">
                  <a:moveTo>
                    <a:pt x="0" y="0"/>
                  </a:moveTo>
                  <a:lnTo>
                    <a:pt x="6229" y="3593"/>
                  </a:lnTo>
                  <a:lnTo>
                    <a:pt x="2449" y="5775"/>
                  </a:lnTo>
                  <a:lnTo>
                    <a:pt x="0" y="4338"/>
                  </a:lnTo>
                  <a:lnTo>
                    <a:pt x="0" y="0"/>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25" name="Freeform 13"/>
          <p:cNvSpPr>
            <a:spLocks noChangeArrowheads="1"/>
          </p:cNvSpPr>
          <p:nvPr/>
        </p:nvSpPr>
        <p:spPr bwMode="auto">
          <a:xfrm>
            <a:off x="2520487" y="3135354"/>
            <a:ext cx="1035302" cy="1191855"/>
          </a:xfrm>
          <a:custGeom>
            <a:avLst/>
            <a:gdLst>
              <a:gd name="T0" fmla="*/ 2449 w 4897"/>
              <a:gd name="T1" fmla="*/ 0 h 5642"/>
              <a:gd name="T2" fmla="*/ 3672 w 4897"/>
              <a:gd name="T3" fmla="*/ 691 h 5642"/>
              <a:gd name="T4" fmla="*/ 4896 w 4897"/>
              <a:gd name="T5" fmla="*/ 1410 h 5642"/>
              <a:gd name="T6" fmla="*/ 4896 w 4897"/>
              <a:gd name="T7" fmla="*/ 2821 h 5642"/>
              <a:gd name="T8" fmla="*/ 4896 w 4897"/>
              <a:gd name="T9" fmla="*/ 4230 h 5642"/>
              <a:gd name="T10" fmla="*/ 3672 w 4897"/>
              <a:gd name="T11" fmla="*/ 4949 h 5642"/>
              <a:gd name="T12" fmla="*/ 2449 w 4897"/>
              <a:gd name="T13" fmla="*/ 5641 h 5642"/>
              <a:gd name="T14" fmla="*/ 1225 w 4897"/>
              <a:gd name="T15" fmla="*/ 4949 h 5642"/>
              <a:gd name="T16" fmla="*/ 0 w 4897"/>
              <a:gd name="T17" fmla="*/ 4230 h 5642"/>
              <a:gd name="T18" fmla="*/ 0 w 4897"/>
              <a:gd name="T19" fmla="*/ 2821 h 5642"/>
              <a:gd name="T20" fmla="*/ 0 w 4897"/>
              <a:gd name="T21" fmla="*/ 1410 h 5642"/>
              <a:gd name="T22" fmla="*/ 1225 w 4897"/>
              <a:gd name="T23" fmla="*/ 691 h 5642"/>
              <a:gd name="T24" fmla="*/ 2449 w 4897"/>
              <a:gd name="T25" fmla="*/ 0 h 5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97" h="5642">
                <a:moveTo>
                  <a:pt x="2449" y="0"/>
                </a:moveTo>
                <a:lnTo>
                  <a:pt x="3672" y="691"/>
                </a:lnTo>
                <a:lnTo>
                  <a:pt x="4896" y="1410"/>
                </a:lnTo>
                <a:lnTo>
                  <a:pt x="4896" y="2821"/>
                </a:lnTo>
                <a:lnTo>
                  <a:pt x="4896" y="4230"/>
                </a:lnTo>
                <a:lnTo>
                  <a:pt x="3672" y="4949"/>
                </a:lnTo>
                <a:lnTo>
                  <a:pt x="2449" y="5641"/>
                </a:lnTo>
                <a:lnTo>
                  <a:pt x="1225" y="4949"/>
                </a:lnTo>
                <a:lnTo>
                  <a:pt x="0" y="4230"/>
                </a:lnTo>
                <a:lnTo>
                  <a:pt x="0" y="2821"/>
                </a:lnTo>
                <a:lnTo>
                  <a:pt x="0" y="1410"/>
                </a:lnTo>
                <a:lnTo>
                  <a:pt x="1225" y="691"/>
                </a:lnTo>
                <a:lnTo>
                  <a:pt x="2449" y="0"/>
                </a:lnTo>
              </a:path>
            </a:pathLst>
          </a:custGeom>
          <a:solidFill>
            <a:schemeClr val="bg1">
              <a:lumMod val="75000"/>
            </a:schemeClr>
          </a:solid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Content Placeholder 2"/>
          <p:cNvSpPr txBox="1">
            <a:spLocks/>
          </p:cNvSpPr>
          <p:nvPr/>
        </p:nvSpPr>
        <p:spPr>
          <a:xfrm>
            <a:off x="5252477" y="2095141"/>
            <a:ext cx="2329130" cy="180035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accent1"/>
                </a:solidFill>
                <a:latin typeface="Roboto" panose="02000000000000000000" pitchFamily="2" charset="0"/>
                <a:ea typeface="Roboto" panose="02000000000000000000" pitchFamily="2" charset="0"/>
              </a:rPr>
              <a:t>01</a:t>
            </a:r>
          </a:p>
          <a:p>
            <a:pPr marL="0" indent="0" algn="ctr">
              <a:buNone/>
            </a:pPr>
            <a:r>
              <a:rPr lang="ar-SA" sz="2800" b="1" dirty="0">
                <a:solidFill>
                  <a:srgbClr val="1BA9E0"/>
                </a:solidFill>
              </a:rPr>
              <a:t>عوائق في المرسل أو </a:t>
            </a:r>
            <a:r>
              <a:rPr lang="ar-SA" sz="2800" b="1" dirty="0" smtClean="0">
                <a:solidFill>
                  <a:srgbClr val="1BA9E0"/>
                </a:solidFill>
              </a:rPr>
              <a:t>المصدر</a:t>
            </a:r>
            <a:endParaRPr lang="id-ID" sz="2800" b="1" dirty="0">
              <a:solidFill>
                <a:srgbClr val="1BA9E0"/>
              </a:solidFill>
              <a:latin typeface="Roboto" panose="02000000000000000000" pitchFamily="2" charset="0"/>
              <a:ea typeface="Roboto" panose="02000000000000000000" pitchFamily="2" charset="0"/>
            </a:endParaRPr>
          </a:p>
        </p:txBody>
      </p:sp>
      <p:sp>
        <p:nvSpPr>
          <p:cNvPr id="34" name="Content Placeholder 2"/>
          <p:cNvSpPr txBox="1">
            <a:spLocks/>
          </p:cNvSpPr>
          <p:nvPr/>
        </p:nvSpPr>
        <p:spPr>
          <a:xfrm>
            <a:off x="7461485" y="2092710"/>
            <a:ext cx="2004291" cy="1765104"/>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accent2"/>
                </a:solidFill>
                <a:latin typeface="Roboto" panose="02000000000000000000" pitchFamily="2" charset="0"/>
                <a:ea typeface="Roboto" panose="02000000000000000000" pitchFamily="2" charset="0"/>
              </a:rPr>
              <a:t>02</a:t>
            </a:r>
            <a:r>
              <a:rPr lang="id-ID" sz="1400" b="1" dirty="0" smtClean="0">
                <a:solidFill>
                  <a:schemeClr val="accent2"/>
                </a:solidFill>
                <a:latin typeface="Roboto" panose="02000000000000000000" pitchFamily="2" charset="0"/>
                <a:ea typeface="Roboto" panose="02000000000000000000" pitchFamily="2" charset="0"/>
              </a:rPr>
              <a:t> </a:t>
            </a:r>
          </a:p>
          <a:p>
            <a:pPr marL="0" indent="0" algn="ctr">
              <a:buNone/>
            </a:pPr>
            <a:r>
              <a:rPr lang="ar-SA" sz="2800" b="1" dirty="0">
                <a:solidFill>
                  <a:srgbClr val="00B993"/>
                </a:solidFill>
              </a:rPr>
              <a:t>عوائق في الرسالة</a:t>
            </a:r>
            <a:endParaRPr lang="id-ID" sz="2800" b="1" dirty="0" smtClean="0">
              <a:solidFill>
                <a:srgbClr val="00B993"/>
              </a:solidFill>
              <a:latin typeface="Roboto" panose="02000000000000000000" pitchFamily="2" charset="0"/>
              <a:ea typeface="Roboto" panose="02000000000000000000" pitchFamily="2" charset="0"/>
            </a:endParaRPr>
          </a:p>
        </p:txBody>
      </p:sp>
      <p:sp>
        <p:nvSpPr>
          <p:cNvPr id="35" name="Content Placeholder 2"/>
          <p:cNvSpPr txBox="1">
            <a:spLocks/>
          </p:cNvSpPr>
          <p:nvPr/>
        </p:nvSpPr>
        <p:spPr>
          <a:xfrm>
            <a:off x="9718158" y="2086741"/>
            <a:ext cx="1980455" cy="177107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accent3"/>
                </a:solidFill>
                <a:latin typeface="Roboto" panose="02000000000000000000" pitchFamily="2" charset="0"/>
                <a:ea typeface="Roboto" panose="02000000000000000000" pitchFamily="2" charset="0"/>
              </a:rPr>
              <a:t>03</a:t>
            </a:r>
            <a:r>
              <a:rPr lang="id-ID" sz="1400" b="1" dirty="0" smtClean="0">
                <a:solidFill>
                  <a:schemeClr val="accent3"/>
                </a:solidFill>
                <a:latin typeface="Roboto" panose="02000000000000000000" pitchFamily="2" charset="0"/>
                <a:ea typeface="Roboto" panose="02000000000000000000" pitchFamily="2" charset="0"/>
              </a:rPr>
              <a:t> </a:t>
            </a:r>
          </a:p>
          <a:p>
            <a:pPr marL="0" indent="0" algn="ctr">
              <a:buNone/>
            </a:pPr>
            <a:r>
              <a:rPr lang="ar-SA" sz="2800" b="1" dirty="0">
                <a:solidFill>
                  <a:srgbClr val="82B732"/>
                </a:solidFill>
              </a:rPr>
              <a:t>معوقات في قناة الاتصال أو الوسيل</a:t>
            </a:r>
            <a:endParaRPr lang="id-ID" sz="2800" dirty="0" smtClean="0">
              <a:solidFill>
                <a:srgbClr val="82B732"/>
              </a:solidFill>
              <a:latin typeface="Roboto" panose="02000000000000000000" pitchFamily="2" charset="0"/>
              <a:ea typeface="Roboto" panose="02000000000000000000" pitchFamily="2" charset="0"/>
            </a:endParaRPr>
          </a:p>
        </p:txBody>
      </p:sp>
      <p:sp>
        <p:nvSpPr>
          <p:cNvPr id="2" name="Footer Placeholder 1"/>
          <p:cNvSpPr>
            <a:spLocks noGrp="1"/>
          </p:cNvSpPr>
          <p:nvPr>
            <p:ph type="ftr" sz="quarter" idx="11"/>
          </p:nvPr>
        </p:nvSpPr>
        <p:spPr/>
        <p:txBody>
          <a:bodyPr/>
          <a:lstStyle/>
          <a:p>
            <a:r>
              <a:rPr lang="ar-SA" smtClean="0"/>
              <a:t>موسوعة تكنولوجيا التعليم</a:t>
            </a:r>
            <a:endParaRPr lang="id-ID"/>
          </a:p>
        </p:txBody>
      </p:sp>
    </p:spTree>
    <p:extLst>
      <p:ext uri="{BB962C8B-B14F-4D97-AF65-F5344CB8AC3E}">
        <p14:creationId xmlns:p14="http://schemas.microsoft.com/office/powerpoint/2010/main" val="21893648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childTnLst>
                                </p:cTn>
                              </p:par>
                            </p:childTnLst>
                          </p:cTn>
                        </p:par>
                        <p:par>
                          <p:cTn id="13" fill="hold">
                            <p:stCondLst>
                              <p:cond delay="1000"/>
                            </p:stCondLst>
                            <p:childTnLst>
                              <p:par>
                                <p:cTn id="14" presetID="53" presetClass="entr" presetSubtype="16" fill="hold" grpId="0" nodeType="afterEffect">
                                  <p:stCondLst>
                                    <p:cond delay="0"/>
                                  </p:stCondLst>
                                  <p:childTnLst>
                                    <p:set>
                                      <p:cBhvr>
                                        <p:cTn id="15" dur="1" fill="hold">
                                          <p:stCondLst>
                                            <p:cond delay="0"/>
                                          </p:stCondLst>
                                        </p:cTn>
                                        <p:tgtEl>
                                          <p:spTgt spid="25"/>
                                        </p:tgtEl>
                                        <p:attrNameLst>
                                          <p:attrName>style.visibility</p:attrName>
                                        </p:attrNameLst>
                                      </p:cBhvr>
                                      <p:to>
                                        <p:strVal val="visible"/>
                                      </p:to>
                                    </p:set>
                                    <p:anim calcmode="lin" valueType="num">
                                      <p:cBhvr>
                                        <p:cTn id="16" dur="500" fill="hold"/>
                                        <p:tgtEl>
                                          <p:spTgt spid="25"/>
                                        </p:tgtEl>
                                        <p:attrNameLst>
                                          <p:attrName>ppt_w</p:attrName>
                                        </p:attrNameLst>
                                      </p:cBhvr>
                                      <p:tavLst>
                                        <p:tav tm="0">
                                          <p:val>
                                            <p:fltVal val="0"/>
                                          </p:val>
                                        </p:tav>
                                        <p:tav tm="100000">
                                          <p:val>
                                            <p:strVal val="#ppt_w"/>
                                          </p:val>
                                        </p:tav>
                                      </p:tavLst>
                                    </p:anim>
                                    <p:anim calcmode="lin" valueType="num">
                                      <p:cBhvr>
                                        <p:cTn id="17" dur="500" fill="hold"/>
                                        <p:tgtEl>
                                          <p:spTgt spid="25"/>
                                        </p:tgtEl>
                                        <p:attrNameLst>
                                          <p:attrName>ppt_h</p:attrName>
                                        </p:attrNameLst>
                                      </p:cBhvr>
                                      <p:tavLst>
                                        <p:tav tm="0">
                                          <p:val>
                                            <p:fltVal val="0"/>
                                          </p:val>
                                        </p:tav>
                                        <p:tav tm="100000">
                                          <p:val>
                                            <p:strVal val="#ppt_h"/>
                                          </p:val>
                                        </p:tav>
                                      </p:tavLst>
                                    </p:anim>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250"/>
                                        <p:tgtEl>
                                          <p:spTgt spid="7"/>
                                        </p:tgtEl>
                                      </p:cBhvr>
                                    </p:animEffect>
                                  </p:childTnLst>
                                </p:cTn>
                              </p:par>
                            </p:childTnLst>
                          </p:cTn>
                        </p:par>
                        <p:par>
                          <p:cTn id="23" fill="hold">
                            <p:stCondLst>
                              <p:cond delay="1750"/>
                            </p:stCondLst>
                            <p:childTnLst>
                              <p:par>
                                <p:cTn id="24" presetID="10" presetClass="entr" presetSubtype="0"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250"/>
                                        <p:tgtEl>
                                          <p:spTgt spid="22"/>
                                        </p:tgtEl>
                                      </p:cBhvr>
                                    </p:animEffect>
                                  </p:childTnLst>
                                </p:cTn>
                              </p:par>
                            </p:childTnLst>
                          </p:cTn>
                        </p:par>
                        <p:par>
                          <p:cTn id="27" fill="hold">
                            <p:stCondLst>
                              <p:cond delay="2000"/>
                            </p:stCondLst>
                            <p:childTnLst>
                              <p:par>
                                <p:cTn id="28" presetID="10" presetClass="entr" presetSubtype="0" fill="hold" nodeType="after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250"/>
                                        <p:tgtEl>
                                          <p:spTgt spid="19"/>
                                        </p:tgtEl>
                                      </p:cBhvr>
                                    </p:animEffect>
                                  </p:childTnLst>
                                </p:cTn>
                              </p:par>
                            </p:childTnLst>
                          </p:cTn>
                        </p:par>
                        <p:par>
                          <p:cTn id="31" fill="hold">
                            <p:stCondLst>
                              <p:cond delay="2250"/>
                            </p:stCondLst>
                            <p:childTnLst>
                              <p:par>
                                <p:cTn id="32" presetID="10" presetClass="entr" presetSubtype="0" fill="hold"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250"/>
                                        <p:tgtEl>
                                          <p:spTgt spid="16"/>
                                        </p:tgtEl>
                                      </p:cBhvr>
                                    </p:animEffect>
                                  </p:childTnLst>
                                </p:cTn>
                              </p:par>
                            </p:childTnLst>
                          </p:cTn>
                        </p:par>
                        <p:par>
                          <p:cTn id="35" fill="hold">
                            <p:stCondLst>
                              <p:cond delay="2500"/>
                            </p:stCondLst>
                            <p:childTnLst>
                              <p:par>
                                <p:cTn id="36" presetID="10" presetClass="entr" presetSubtype="0" fill="hold"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250"/>
                                        <p:tgtEl>
                                          <p:spTgt spid="13"/>
                                        </p:tgtEl>
                                      </p:cBhvr>
                                    </p:animEffect>
                                  </p:childTnLst>
                                </p:cTn>
                              </p:par>
                            </p:childTnLst>
                          </p:cTn>
                        </p:par>
                        <p:par>
                          <p:cTn id="39" fill="hold">
                            <p:stCondLst>
                              <p:cond delay="2750"/>
                            </p:stCondLst>
                            <p:childTnLst>
                              <p:par>
                                <p:cTn id="40" presetID="10" presetClass="entr" presetSubtype="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250"/>
                                        <p:tgtEl>
                                          <p:spTgt spid="10"/>
                                        </p:tgtEl>
                                      </p:cBhvr>
                                    </p:animEffect>
                                  </p:childTnLst>
                                </p:cTn>
                              </p:par>
                              <p:par>
                                <p:cTn id="43" presetID="2" presetClass="entr" presetSubtype="4" fill="hold" grpId="0" nodeType="withEffect">
                                  <p:stCondLst>
                                    <p:cond delay="1000"/>
                                  </p:stCondLst>
                                  <p:childTnLst>
                                    <p:set>
                                      <p:cBhvr>
                                        <p:cTn id="44" dur="1" fill="hold">
                                          <p:stCondLst>
                                            <p:cond delay="0"/>
                                          </p:stCondLst>
                                        </p:cTn>
                                        <p:tgtEl>
                                          <p:spTgt spid="33"/>
                                        </p:tgtEl>
                                        <p:attrNameLst>
                                          <p:attrName>style.visibility</p:attrName>
                                        </p:attrNameLst>
                                      </p:cBhvr>
                                      <p:to>
                                        <p:strVal val="visible"/>
                                      </p:to>
                                    </p:set>
                                    <p:anim calcmode="lin" valueType="num">
                                      <p:cBhvr additive="base">
                                        <p:cTn id="45" dur="500" fill="hold"/>
                                        <p:tgtEl>
                                          <p:spTgt spid="33"/>
                                        </p:tgtEl>
                                        <p:attrNameLst>
                                          <p:attrName>ppt_x</p:attrName>
                                        </p:attrNameLst>
                                      </p:cBhvr>
                                      <p:tavLst>
                                        <p:tav tm="0">
                                          <p:val>
                                            <p:strVal val="#ppt_x"/>
                                          </p:val>
                                        </p:tav>
                                        <p:tav tm="100000">
                                          <p:val>
                                            <p:strVal val="#ppt_x"/>
                                          </p:val>
                                        </p:tav>
                                      </p:tavLst>
                                    </p:anim>
                                    <p:anim calcmode="lin" valueType="num">
                                      <p:cBhvr additive="base">
                                        <p:cTn id="46" dur="500" fill="hold"/>
                                        <p:tgtEl>
                                          <p:spTgt spid="33"/>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100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500" fill="hold"/>
                                        <p:tgtEl>
                                          <p:spTgt spid="34"/>
                                        </p:tgtEl>
                                        <p:attrNameLst>
                                          <p:attrName>ppt_x</p:attrName>
                                        </p:attrNameLst>
                                      </p:cBhvr>
                                      <p:tavLst>
                                        <p:tav tm="0">
                                          <p:val>
                                            <p:strVal val="#ppt_x"/>
                                          </p:val>
                                        </p:tav>
                                        <p:tav tm="100000">
                                          <p:val>
                                            <p:strVal val="#ppt_x"/>
                                          </p:val>
                                        </p:tav>
                                      </p:tavLst>
                                    </p:anim>
                                    <p:anim calcmode="lin" valueType="num">
                                      <p:cBhvr additive="base">
                                        <p:cTn id="50" dur="500" fill="hold"/>
                                        <p:tgtEl>
                                          <p:spTgt spid="34"/>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1000"/>
                                  </p:stCondLst>
                                  <p:childTnLst>
                                    <p:set>
                                      <p:cBhvr>
                                        <p:cTn id="52" dur="1" fill="hold">
                                          <p:stCondLst>
                                            <p:cond delay="0"/>
                                          </p:stCondLst>
                                        </p:cTn>
                                        <p:tgtEl>
                                          <p:spTgt spid="35"/>
                                        </p:tgtEl>
                                        <p:attrNameLst>
                                          <p:attrName>style.visibility</p:attrName>
                                        </p:attrNameLst>
                                      </p:cBhvr>
                                      <p:to>
                                        <p:strVal val="visible"/>
                                      </p:to>
                                    </p:set>
                                    <p:anim calcmode="lin" valueType="num">
                                      <p:cBhvr additive="base">
                                        <p:cTn id="53" dur="500" fill="hold"/>
                                        <p:tgtEl>
                                          <p:spTgt spid="35"/>
                                        </p:tgtEl>
                                        <p:attrNameLst>
                                          <p:attrName>ppt_x</p:attrName>
                                        </p:attrNameLst>
                                      </p:cBhvr>
                                      <p:tavLst>
                                        <p:tav tm="0">
                                          <p:val>
                                            <p:strVal val="#ppt_x"/>
                                          </p:val>
                                        </p:tav>
                                        <p:tav tm="100000">
                                          <p:val>
                                            <p:strVal val="#ppt_x"/>
                                          </p:val>
                                        </p:tav>
                                      </p:tavLst>
                                    </p:anim>
                                    <p:anim calcmode="lin" valueType="num">
                                      <p:cBhvr additive="base">
                                        <p:cTn id="54"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P spid="25" grpId="0" animBg="1"/>
      <p:bldP spid="33" grpId="0"/>
      <p:bldP spid="34" grpId="0"/>
      <p:bldP spid="35"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1107206" y="6422273"/>
            <a:ext cx="398035" cy="276999"/>
          </a:xfrm>
          <a:prstGeom prst="rect">
            <a:avLst/>
          </a:prstGeom>
        </p:spPr>
        <p:txBody>
          <a:bodyPr wrap="square">
            <a:spAutoFit/>
          </a:bodyPr>
          <a:lstStyle/>
          <a:p>
            <a:pPr algn="ctr"/>
            <a:fld id="{B6CDF4B4-146F-4CD0-B0FE-F3CF0468E44B}" type="slidenum">
              <a:rPr lang="id-ID" sz="1200" smtClean="0">
                <a:solidFill>
                  <a:schemeClr val="bg1"/>
                </a:solidFill>
                <a:latin typeface="Roboto" panose="02000000000000000000" pitchFamily="2" charset="0"/>
                <a:ea typeface="Roboto" panose="02000000000000000000" pitchFamily="2" charset="0"/>
                <a:cs typeface="Open Sans Light" panose="020B0306030504020204" pitchFamily="34" charset="0"/>
              </a:rPr>
              <a:pPr algn="ctr"/>
              <a:t>144</a:t>
            </a:fld>
            <a:endParaRPr lang="id-ID" sz="1600" dirty="0">
              <a:solidFill>
                <a:schemeClr val="bg1"/>
              </a:solidFill>
              <a:latin typeface="Roboto" panose="02000000000000000000" pitchFamily="2" charset="0"/>
              <a:ea typeface="Roboto" panose="02000000000000000000" pitchFamily="2" charset="0"/>
              <a:cs typeface="Open Sans Light" panose="020B0306030504020204" pitchFamily="34" charset="0"/>
            </a:endParaRPr>
          </a:p>
        </p:txBody>
      </p:sp>
      <p:sp>
        <p:nvSpPr>
          <p:cNvPr id="4" name="Content Placeholder 7"/>
          <p:cNvSpPr txBox="1">
            <a:spLocks/>
          </p:cNvSpPr>
          <p:nvPr/>
        </p:nvSpPr>
        <p:spPr>
          <a:xfrm>
            <a:off x="2281802" y="555275"/>
            <a:ext cx="6310457"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ar-SA" sz="4400" b="1" u="sng" dirty="0">
                <a:latin typeface="Arial Black" panose="020B0A04020102020204" pitchFamily="34" charset="0"/>
              </a:rPr>
              <a:t>معوقات الاتصال التعلي</a:t>
            </a:r>
            <a:endParaRPr lang="en-US" sz="4400" u="sng" dirty="0" smtClean="0">
              <a:solidFill>
                <a:schemeClr val="tx1">
                  <a:lumMod val="75000"/>
                </a:schemeClr>
              </a:solidFill>
              <a:latin typeface="Arial Black" panose="020B0A04020102020204" pitchFamily="34" charset="0"/>
              <a:ea typeface="Roboto" panose="02000000000000000000" pitchFamily="2" charset="0"/>
            </a:endParaRPr>
          </a:p>
        </p:txBody>
      </p:sp>
      <p:grpSp>
        <p:nvGrpSpPr>
          <p:cNvPr id="7" name="Group 6"/>
          <p:cNvGrpSpPr/>
          <p:nvPr/>
        </p:nvGrpSpPr>
        <p:grpSpPr>
          <a:xfrm>
            <a:off x="8709675" y="1650894"/>
            <a:ext cx="1316724" cy="1462095"/>
            <a:chOff x="1044013" y="942906"/>
            <a:chExt cx="1316724" cy="1462095"/>
          </a:xfrm>
          <a:solidFill>
            <a:schemeClr val="accent6"/>
          </a:solidFill>
        </p:grpSpPr>
        <p:sp>
          <p:nvSpPr>
            <p:cNvPr id="8" name="Freeform 1"/>
            <p:cNvSpPr>
              <a:spLocks noChangeArrowheads="1"/>
            </p:cNvSpPr>
            <p:nvPr/>
          </p:nvSpPr>
          <p:spPr bwMode="auto">
            <a:xfrm>
              <a:off x="1235045" y="942906"/>
              <a:ext cx="872225" cy="944911"/>
            </a:xfrm>
            <a:custGeom>
              <a:avLst/>
              <a:gdLst>
                <a:gd name="T0" fmla="*/ 1038 w 4126"/>
                <a:gd name="T1" fmla="*/ 4471 h 4472"/>
                <a:gd name="T2" fmla="*/ 1038 w 4126"/>
                <a:gd name="T3" fmla="*/ 4471 h 4472"/>
                <a:gd name="T4" fmla="*/ 532 w 4126"/>
                <a:gd name="T5" fmla="*/ 3593 h 4472"/>
                <a:gd name="T6" fmla="*/ 319 w 4126"/>
                <a:gd name="T7" fmla="*/ 3699 h 4472"/>
                <a:gd name="T8" fmla="*/ 26 w 4126"/>
                <a:gd name="T9" fmla="*/ 3486 h 4472"/>
                <a:gd name="T10" fmla="*/ 452 w 4126"/>
                <a:gd name="T11" fmla="*/ 265 h 4472"/>
                <a:gd name="T12" fmla="*/ 798 w 4126"/>
                <a:gd name="T13" fmla="*/ 52 h 4472"/>
                <a:gd name="T14" fmla="*/ 3779 w 4126"/>
                <a:gd name="T15" fmla="*/ 1303 h 4472"/>
                <a:gd name="T16" fmla="*/ 3832 w 4126"/>
                <a:gd name="T17" fmla="*/ 1677 h 4472"/>
                <a:gd name="T18" fmla="*/ 3619 w 4126"/>
                <a:gd name="T19" fmla="*/ 1809 h 4472"/>
                <a:gd name="T20" fmla="*/ 4125 w 4126"/>
                <a:gd name="T21" fmla="*/ 2687 h 4472"/>
                <a:gd name="T22" fmla="*/ 1038 w 4126"/>
                <a:gd name="T23" fmla="*/ 4471 h 4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2">
                  <a:moveTo>
                    <a:pt x="1038" y="4471"/>
                  </a:moveTo>
                  <a:lnTo>
                    <a:pt x="1038" y="4471"/>
                  </a:lnTo>
                  <a:cubicBezTo>
                    <a:pt x="532" y="3593"/>
                    <a:pt x="532" y="3593"/>
                    <a:pt x="532" y="3593"/>
                  </a:cubicBezTo>
                  <a:cubicBezTo>
                    <a:pt x="319" y="3699"/>
                    <a:pt x="319" y="3699"/>
                    <a:pt x="319" y="3699"/>
                  </a:cubicBezTo>
                  <a:cubicBezTo>
                    <a:pt x="159" y="3806"/>
                    <a:pt x="0" y="3672"/>
                    <a:pt x="26" y="3486"/>
                  </a:cubicBezTo>
                  <a:cubicBezTo>
                    <a:pt x="452" y="265"/>
                    <a:pt x="452" y="265"/>
                    <a:pt x="452" y="265"/>
                  </a:cubicBezTo>
                  <a:cubicBezTo>
                    <a:pt x="478" y="80"/>
                    <a:pt x="611" y="0"/>
                    <a:pt x="798" y="52"/>
                  </a:cubicBezTo>
                  <a:cubicBezTo>
                    <a:pt x="3779" y="1303"/>
                    <a:pt x="3779" y="1303"/>
                    <a:pt x="3779" y="1303"/>
                  </a:cubicBezTo>
                  <a:cubicBezTo>
                    <a:pt x="3965" y="1384"/>
                    <a:pt x="3991" y="1596"/>
                    <a:pt x="3832" y="1677"/>
                  </a:cubicBezTo>
                  <a:cubicBezTo>
                    <a:pt x="3619" y="1809"/>
                    <a:pt x="3619" y="1809"/>
                    <a:pt x="3619" y="1809"/>
                  </a:cubicBezTo>
                  <a:cubicBezTo>
                    <a:pt x="4125" y="2687"/>
                    <a:pt x="4125" y="2687"/>
                    <a:pt x="4125" y="2687"/>
                  </a:cubicBezTo>
                  <a:cubicBezTo>
                    <a:pt x="3087" y="3273"/>
                    <a:pt x="2075" y="3858"/>
                    <a:pt x="1038" y="4471"/>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 name="Freeform 7"/>
            <p:cNvSpPr>
              <a:spLocks noChangeArrowheads="1"/>
            </p:cNvSpPr>
            <p:nvPr/>
          </p:nvSpPr>
          <p:spPr bwMode="auto">
            <a:xfrm>
              <a:off x="1044013" y="1184259"/>
              <a:ext cx="1316724" cy="1220742"/>
            </a:xfrm>
            <a:custGeom>
              <a:avLst/>
              <a:gdLst>
                <a:gd name="T0" fmla="*/ 0 w 6230"/>
                <a:gd name="T1" fmla="*/ 3593 h 5776"/>
                <a:gd name="T2" fmla="*/ 6229 w 6230"/>
                <a:gd name="T3" fmla="*/ 0 h 5776"/>
                <a:gd name="T4" fmla="*/ 6229 w 6230"/>
                <a:gd name="T5" fmla="*/ 4338 h 5776"/>
                <a:gd name="T6" fmla="*/ 3780 w 6230"/>
                <a:gd name="T7" fmla="*/ 5775 h 5776"/>
                <a:gd name="T8" fmla="*/ 0 w 6230"/>
                <a:gd name="T9" fmla="*/ 3593 h 5776"/>
              </a:gdLst>
              <a:ahLst/>
              <a:cxnLst>
                <a:cxn ang="0">
                  <a:pos x="T0" y="T1"/>
                </a:cxn>
                <a:cxn ang="0">
                  <a:pos x="T2" y="T3"/>
                </a:cxn>
                <a:cxn ang="0">
                  <a:pos x="T4" y="T5"/>
                </a:cxn>
                <a:cxn ang="0">
                  <a:pos x="T6" y="T7"/>
                </a:cxn>
                <a:cxn ang="0">
                  <a:pos x="T8" y="T9"/>
                </a:cxn>
              </a:cxnLst>
              <a:rect l="0" t="0" r="r" b="b"/>
              <a:pathLst>
                <a:path w="6230" h="5776">
                  <a:moveTo>
                    <a:pt x="0" y="3593"/>
                  </a:moveTo>
                  <a:lnTo>
                    <a:pt x="6229" y="0"/>
                  </a:lnTo>
                  <a:lnTo>
                    <a:pt x="6229" y="4338"/>
                  </a:lnTo>
                  <a:lnTo>
                    <a:pt x="3780" y="5775"/>
                  </a:lnTo>
                  <a:lnTo>
                    <a:pt x="0" y="3593"/>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0" name="Group 9"/>
          <p:cNvGrpSpPr/>
          <p:nvPr/>
        </p:nvGrpSpPr>
        <p:grpSpPr>
          <a:xfrm>
            <a:off x="7978161" y="2696446"/>
            <a:ext cx="1502165" cy="1518939"/>
            <a:chOff x="312499" y="1988458"/>
            <a:chExt cx="1502165" cy="1518939"/>
          </a:xfrm>
          <a:solidFill>
            <a:schemeClr val="accent5"/>
          </a:solidFill>
        </p:grpSpPr>
        <p:sp>
          <p:nvSpPr>
            <p:cNvPr id="11" name="Freeform 2"/>
            <p:cNvSpPr>
              <a:spLocks noChangeArrowheads="1"/>
            </p:cNvSpPr>
            <p:nvPr/>
          </p:nvSpPr>
          <p:spPr bwMode="auto">
            <a:xfrm>
              <a:off x="312499" y="2264290"/>
              <a:ext cx="861043" cy="967275"/>
            </a:xfrm>
            <a:custGeom>
              <a:avLst/>
              <a:gdLst>
                <a:gd name="T0" fmla="*/ 4072 w 4073"/>
                <a:gd name="T1" fmla="*/ 4071 h 4578"/>
                <a:gd name="T2" fmla="*/ 4072 w 4073"/>
                <a:gd name="T3" fmla="*/ 4071 h 4578"/>
                <a:gd name="T4" fmla="*/ 3061 w 4073"/>
                <a:gd name="T5" fmla="*/ 4071 h 4578"/>
                <a:gd name="T6" fmla="*/ 3061 w 4073"/>
                <a:gd name="T7" fmla="*/ 4310 h 4578"/>
                <a:gd name="T8" fmla="*/ 2714 w 4073"/>
                <a:gd name="T9" fmla="*/ 4470 h 4578"/>
                <a:gd name="T10" fmla="*/ 159 w 4073"/>
                <a:gd name="T11" fmla="*/ 2500 h 4578"/>
                <a:gd name="T12" fmla="*/ 159 w 4073"/>
                <a:gd name="T13" fmla="*/ 2076 h 4578"/>
                <a:gd name="T14" fmla="*/ 2714 w 4073"/>
                <a:gd name="T15" fmla="*/ 107 h 4578"/>
                <a:gd name="T16" fmla="*/ 3061 w 4073"/>
                <a:gd name="T17" fmla="*/ 266 h 4578"/>
                <a:gd name="T18" fmla="*/ 3061 w 4073"/>
                <a:gd name="T19" fmla="*/ 505 h 4578"/>
                <a:gd name="T20" fmla="*/ 4072 w 4073"/>
                <a:gd name="T21" fmla="*/ 505 h 4578"/>
                <a:gd name="T22" fmla="*/ 4072 w 4073"/>
                <a:gd name="T23" fmla="*/ 4071 h 4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3" h="4578">
                  <a:moveTo>
                    <a:pt x="4072" y="4071"/>
                  </a:moveTo>
                  <a:lnTo>
                    <a:pt x="4072" y="4071"/>
                  </a:lnTo>
                  <a:cubicBezTo>
                    <a:pt x="3061" y="4071"/>
                    <a:pt x="3061" y="4071"/>
                    <a:pt x="3061" y="4071"/>
                  </a:cubicBezTo>
                  <a:cubicBezTo>
                    <a:pt x="3061" y="4310"/>
                    <a:pt x="3061" y="4310"/>
                    <a:pt x="3061" y="4310"/>
                  </a:cubicBezTo>
                  <a:cubicBezTo>
                    <a:pt x="3061" y="4497"/>
                    <a:pt x="2874" y="4577"/>
                    <a:pt x="2714" y="4470"/>
                  </a:cubicBezTo>
                  <a:cubicBezTo>
                    <a:pt x="159" y="2500"/>
                    <a:pt x="159" y="2500"/>
                    <a:pt x="159" y="2500"/>
                  </a:cubicBezTo>
                  <a:cubicBezTo>
                    <a:pt x="0" y="2368"/>
                    <a:pt x="0" y="2209"/>
                    <a:pt x="159" y="2076"/>
                  </a:cubicBezTo>
                  <a:cubicBezTo>
                    <a:pt x="2714" y="107"/>
                    <a:pt x="2714" y="107"/>
                    <a:pt x="2714" y="107"/>
                  </a:cubicBezTo>
                  <a:cubicBezTo>
                    <a:pt x="2874" y="0"/>
                    <a:pt x="3061" y="79"/>
                    <a:pt x="3061" y="266"/>
                  </a:cubicBezTo>
                  <a:cubicBezTo>
                    <a:pt x="3061" y="505"/>
                    <a:pt x="3061" y="505"/>
                    <a:pt x="3061" y="505"/>
                  </a:cubicBezTo>
                  <a:cubicBezTo>
                    <a:pt x="4072" y="505"/>
                    <a:pt x="4072" y="505"/>
                    <a:pt x="4072" y="505"/>
                  </a:cubicBezTo>
                  <a:cubicBezTo>
                    <a:pt x="4072" y="1703"/>
                    <a:pt x="4072" y="2874"/>
                    <a:pt x="4072" y="4071"/>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8"/>
            <p:cNvSpPr>
              <a:spLocks noChangeArrowheads="1"/>
            </p:cNvSpPr>
            <p:nvPr/>
          </p:nvSpPr>
          <p:spPr bwMode="auto">
            <a:xfrm>
              <a:off x="1021648" y="1988458"/>
              <a:ext cx="793016" cy="1518939"/>
            </a:xfrm>
            <a:custGeom>
              <a:avLst/>
              <a:gdLst>
                <a:gd name="T0" fmla="*/ 0 w 3754"/>
                <a:gd name="T1" fmla="*/ 7186 h 7187"/>
                <a:gd name="T2" fmla="*/ 0 w 3754"/>
                <a:gd name="T3" fmla="*/ 0 h 7187"/>
                <a:gd name="T4" fmla="*/ 3753 w 3754"/>
                <a:gd name="T5" fmla="*/ 2183 h 7187"/>
                <a:gd name="T6" fmla="*/ 3753 w 3754"/>
                <a:gd name="T7" fmla="*/ 5003 h 7187"/>
                <a:gd name="T8" fmla="*/ 0 w 3754"/>
                <a:gd name="T9" fmla="*/ 7186 h 7187"/>
              </a:gdLst>
              <a:ahLst/>
              <a:cxnLst>
                <a:cxn ang="0">
                  <a:pos x="T0" y="T1"/>
                </a:cxn>
                <a:cxn ang="0">
                  <a:pos x="T2" y="T3"/>
                </a:cxn>
                <a:cxn ang="0">
                  <a:pos x="T4" y="T5"/>
                </a:cxn>
                <a:cxn ang="0">
                  <a:pos x="T6" y="T7"/>
                </a:cxn>
                <a:cxn ang="0">
                  <a:pos x="T8" y="T9"/>
                </a:cxn>
              </a:cxnLst>
              <a:rect l="0" t="0" r="r" b="b"/>
              <a:pathLst>
                <a:path w="3754" h="7187">
                  <a:moveTo>
                    <a:pt x="0" y="7186"/>
                  </a:moveTo>
                  <a:lnTo>
                    <a:pt x="0" y="0"/>
                  </a:lnTo>
                  <a:lnTo>
                    <a:pt x="3753" y="2183"/>
                  </a:lnTo>
                  <a:lnTo>
                    <a:pt x="3753" y="5003"/>
                  </a:lnTo>
                  <a:lnTo>
                    <a:pt x="0" y="7186"/>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3" name="Group 12"/>
          <p:cNvGrpSpPr/>
          <p:nvPr/>
        </p:nvGrpSpPr>
        <p:grpSpPr>
          <a:xfrm>
            <a:off x="8709675" y="3798841"/>
            <a:ext cx="1316724" cy="1462096"/>
            <a:chOff x="1044013" y="3090853"/>
            <a:chExt cx="1316724" cy="1462096"/>
          </a:xfrm>
          <a:solidFill>
            <a:schemeClr val="accent4"/>
          </a:solidFill>
        </p:grpSpPr>
        <p:sp>
          <p:nvSpPr>
            <p:cNvPr id="14" name="Freeform 3"/>
            <p:cNvSpPr>
              <a:spLocks noChangeArrowheads="1"/>
            </p:cNvSpPr>
            <p:nvPr/>
          </p:nvSpPr>
          <p:spPr bwMode="auto">
            <a:xfrm>
              <a:off x="1235045" y="3608038"/>
              <a:ext cx="872225" cy="944911"/>
            </a:xfrm>
            <a:custGeom>
              <a:avLst/>
              <a:gdLst>
                <a:gd name="T0" fmla="*/ 4125 w 4126"/>
                <a:gd name="T1" fmla="*/ 1784 h 4473"/>
                <a:gd name="T2" fmla="*/ 4125 w 4126"/>
                <a:gd name="T3" fmla="*/ 1784 h 4473"/>
                <a:gd name="T4" fmla="*/ 3619 w 4126"/>
                <a:gd name="T5" fmla="*/ 2662 h 4473"/>
                <a:gd name="T6" fmla="*/ 3832 w 4126"/>
                <a:gd name="T7" fmla="*/ 2795 h 4473"/>
                <a:gd name="T8" fmla="*/ 3779 w 4126"/>
                <a:gd name="T9" fmla="*/ 3168 h 4473"/>
                <a:gd name="T10" fmla="*/ 798 w 4126"/>
                <a:gd name="T11" fmla="*/ 4419 h 4473"/>
                <a:gd name="T12" fmla="*/ 452 w 4126"/>
                <a:gd name="T13" fmla="*/ 4206 h 4473"/>
                <a:gd name="T14" fmla="*/ 26 w 4126"/>
                <a:gd name="T15" fmla="*/ 986 h 4473"/>
                <a:gd name="T16" fmla="*/ 319 w 4126"/>
                <a:gd name="T17" fmla="*/ 773 h 4473"/>
                <a:gd name="T18" fmla="*/ 532 w 4126"/>
                <a:gd name="T19" fmla="*/ 879 h 4473"/>
                <a:gd name="T20" fmla="*/ 1038 w 4126"/>
                <a:gd name="T21" fmla="*/ 0 h 4473"/>
                <a:gd name="T22" fmla="*/ 4125 w 4126"/>
                <a:gd name="T23" fmla="*/ 1784 h 4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3">
                  <a:moveTo>
                    <a:pt x="4125" y="1784"/>
                  </a:moveTo>
                  <a:lnTo>
                    <a:pt x="4125" y="1784"/>
                  </a:lnTo>
                  <a:cubicBezTo>
                    <a:pt x="3619" y="2662"/>
                    <a:pt x="3619" y="2662"/>
                    <a:pt x="3619" y="2662"/>
                  </a:cubicBezTo>
                  <a:cubicBezTo>
                    <a:pt x="3832" y="2795"/>
                    <a:pt x="3832" y="2795"/>
                    <a:pt x="3832" y="2795"/>
                  </a:cubicBezTo>
                  <a:cubicBezTo>
                    <a:pt x="3991" y="2875"/>
                    <a:pt x="3965" y="3088"/>
                    <a:pt x="3779" y="3168"/>
                  </a:cubicBezTo>
                  <a:cubicBezTo>
                    <a:pt x="798" y="4419"/>
                    <a:pt x="798" y="4419"/>
                    <a:pt x="798" y="4419"/>
                  </a:cubicBezTo>
                  <a:cubicBezTo>
                    <a:pt x="611" y="4472"/>
                    <a:pt x="478" y="4392"/>
                    <a:pt x="452" y="4206"/>
                  </a:cubicBezTo>
                  <a:cubicBezTo>
                    <a:pt x="26" y="986"/>
                    <a:pt x="26" y="986"/>
                    <a:pt x="26" y="986"/>
                  </a:cubicBezTo>
                  <a:cubicBezTo>
                    <a:pt x="0" y="799"/>
                    <a:pt x="159" y="666"/>
                    <a:pt x="319" y="773"/>
                  </a:cubicBezTo>
                  <a:cubicBezTo>
                    <a:pt x="532" y="879"/>
                    <a:pt x="532" y="879"/>
                    <a:pt x="532" y="879"/>
                  </a:cubicBezTo>
                  <a:cubicBezTo>
                    <a:pt x="1038" y="0"/>
                    <a:pt x="1038" y="0"/>
                    <a:pt x="1038" y="0"/>
                  </a:cubicBezTo>
                  <a:cubicBezTo>
                    <a:pt x="2075" y="613"/>
                    <a:pt x="3087" y="1199"/>
                    <a:pt x="4125" y="1784"/>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9"/>
            <p:cNvSpPr>
              <a:spLocks noChangeArrowheads="1"/>
            </p:cNvSpPr>
            <p:nvPr/>
          </p:nvSpPr>
          <p:spPr bwMode="auto">
            <a:xfrm>
              <a:off x="1044013" y="3090853"/>
              <a:ext cx="1316724" cy="1220742"/>
            </a:xfrm>
            <a:custGeom>
              <a:avLst/>
              <a:gdLst>
                <a:gd name="T0" fmla="*/ 6229 w 6230"/>
                <a:gd name="T1" fmla="*/ 5776 h 5777"/>
                <a:gd name="T2" fmla="*/ 0 w 6230"/>
                <a:gd name="T3" fmla="*/ 2183 h 5777"/>
                <a:gd name="T4" fmla="*/ 3780 w 6230"/>
                <a:gd name="T5" fmla="*/ 0 h 5777"/>
                <a:gd name="T6" fmla="*/ 6229 w 6230"/>
                <a:gd name="T7" fmla="*/ 1437 h 5777"/>
                <a:gd name="T8" fmla="*/ 6229 w 6230"/>
                <a:gd name="T9" fmla="*/ 5776 h 5777"/>
              </a:gdLst>
              <a:ahLst/>
              <a:cxnLst>
                <a:cxn ang="0">
                  <a:pos x="T0" y="T1"/>
                </a:cxn>
                <a:cxn ang="0">
                  <a:pos x="T2" y="T3"/>
                </a:cxn>
                <a:cxn ang="0">
                  <a:pos x="T4" y="T5"/>
                </a:cxn>
                <a:cxn ang="0">
                  <a:pos x="T6" y="T7"/>
                </a:cxn>
                <a:cxn ang="0">
                  <a:pos x="T8" y="T9"/>
                </a:cxn>
              </a:cxnLst>
              <a:rect l="0" t="0" r="r" b="b"/>
              <a:pathLst>
                <a:path w="6230" h="5777">
                  <a:moveTo>
                    <a:pt x="6229" y="5776"/>
                  </a:moveTo>
                  <a:lnTo>
                    <a:pt x="0" y="2183"/>
                  </a:lnTo>
                  <a:lnTo>
                    <a:pt x="3780" y="0"/>
                  </a:lnTo>
                  <a:lnTo>
                    <a:pt x="6229" y="1437"/>
                  </a:lnTo>
                  <a:lnTo>
                    <a:pt x="6229" y="5776"/>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6" name="Group 15"/>
          <p:cNvGrpSpPr/>
          <p:nvPr/>
        </p:nvGrpSpPr>
        <p:grpSpPr>
          <a:xfrm>
            <a:off x="10081380" y="3798841"/>
            <a:ext cx="1316724" cy="1462096"/>
            <a:chOff x="2415718" y="3090853"/>
            <a:chExt cx="1316724" cy="1462096"/>
          </a:xfrm>
          <a:solidFill>
            <a:schemeClr val="bg2">
              <a:lumMod val="75000"/>
            </a:schemeClr>
          </a:solidFill>
        </p:grpSpPr>
        <p:sp>
          <p:nvSpPr>
            <p:cNvPr id="17" name="Freeform 4"/>
            <p:cNvSpPr>
              <a:spLocks noChangeArrowheads="1"/>
            </p:cNvSpPr>
            <p:nvPr/>
          </p:nvSpPr>
          <p:spPr bwMode="auto">
            <a:xfrm>
              <a:off x="2669185" y="3608038"/>
              <a:ext cx="872225" cy="944911"/>
            </a:xfrm>
            <a:custGeom>
              <a:avLst/>
              <a:gdLst>
                <a:gd name="T0" fmla="*/ 3087 w 4126"/>
                <a:gd name="T1" fmla="*/ 0 h 4473"/>
                <a:gd name="T2" fmla="*/ 3087 w 4126"/>
                <a:gd name="T3" fmla="*/ 0 h 4473"/>
                <a:gd name="T4" fmla="*/ 3592 w 4126"/>
                <a:gd name="T5" fmla="*/ 879 h 4473"/>
                <a:gd name="T6" fmla="*/ 3805 w 4126"/>
                <a:gd name="T7" fmla="*/ 773 h 4473"/>
                <a:gd name="T8" fmla="*/ 4098 w 4126"/>
                <a:gd name="T9" fmla="*/ 986 h 4473"/>
                <a:gd name="T10" fmla="*/ 3672 w 4126"/>
                <a:gd name="T11" fmla="*/ 4206 h 4473"/>
                <a:gd name="T12" fmla="*/ 3327 w 4126"/>
                <a:gd name="T13" fmla="*/ 4419 h 4473"/>
                <a:gd name="T14" fmla="*/ 346 w 4126"/>
                <a:gd name="T15" fmla="*/ 3168 h 4473"/>
                <a:gd name="T16" fmla="*/ 292 w 4126"/>
                <a:gd name="T17" fmla="*/ 2795 h 4473"/>
                <a:gd name="T18" fmla="*/ 505 w 4126"/>
                <a:gd name="T19" fmla="*/ 2662 h 4473"/>
                <a:gd name="T20" fmla="*/ 0 w 4126"/>
                <a:gd name="T21" fmla="*/ 1784 h 4473"/>
                <a:gd name="T22" fmla="*/ 3087 w 4126"/>
                <a:gd name="T23" fmla="*/ 0 h 4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3">
                  <a:moveTo>
                    <a:pt x="3087" y="0"/>
                  </a:moveTo>
                  <a:lnTo>
                    <a:pt x="3087" y="0"/>
                  </a:lnTo>
                  <a:cubicBezTo>
                    <a:pt x="3592" y="879"/>
                    <a:pt x="3592" y="879"/>
                    <a:pt x="3592" y="879"/>
                  </a:cubicBezTo>
                  <a:cubicBezTo>
                    <a:pt x="3805" y="773"/>
                    <a:pt x="3805" y="773"/>
                    <a:pt x="3805" y="773"/>
                  </a:cubicBezTo>
                  <a:cubicBezTo>
                    <a:pt x="3965" y="666"/>
                    <a:pt x="4125" y="799"/>
                    <a:pt x="4098" y="986"/>
                  </a:cubicBezTo>
                  <a:cubicBezTo>
                    <a:pt x="3672" y="4206"/>
                    <a:pt x="3672" y="4206"/>
                    <a:pt x="3672" y="4206"/>
                  </a:cubicBezTo>
                  <a:cubicBezTo>
                    <a:pt x="3646" y="4392"/>
                    <a:pt x="3513" y="4472"/>
                    <a:pt x="3327" y="4419"/>
                  </a:cubicBezTo>
                  <a:cubicBezTo>
                    <a:pt x="346" y="3168"/>
                    <a:pt x="346" y="3168"/>
                    <a:pt x="346" y="3168"/>
                  </a:cubicBezTo>
                  <a:cubicBezTo>
                    <a:pt x="159" y="3088"/>
                    <a:pt x="133" y="2875"/>
                    <a:pt x="292" y="2795"/>
                  </a:cubicBezTo>
                  <a:cubicBezTo>
                    <a:pt x="505" y="2662"/>
                    <a:pt x="505" y="2662"/>
                    <a:pt x="505" y="2662"/>
                  </a:cubicBezTo>
                  <a:cubicBezTo>
                    <a:pt x="0" y="1784"/>
                    <a:pt x="0" y="1784"/>
                    <a:pt x="0" y="1784"/>
                  </a:cubicBezTo>
                  <a:cubicBezTo>
                    <a:pt x="1011" y="1199"/>
                    <a:pt x="2049" y="613"/>
                    <a:pt x="3087" y="0"/>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0"/>
            <p:cNvSpPr>
              <a:spLocks noChangeArrowheads="1"/>
            </p:cNvSpPr>
            <p:nvPr/>
          </p:nvSpPr>
          <p:spPr bwMode="auto">
            <a:xfrm>
              <a:off x="2415718" y="3090853"/>
              <a:ext cx="1316724" cy="1220742"/>
            </a:xfrm>
            <a:custGeom>
              <a:avLst/>
              <a:gdLst>
                <a:gd name="T0" fmla="*/ 6229 w 6230"/>
                <a:gd name="T1" fmla="*/ 2183 h 5777"/>
                <a:gd name="T2" fmla="*/ 0 w 6230"/>
                <a:gd name="T3" fmla="*/ 5776 h 5777"/>
                <a:gd name="T4" fmla="*/ 0 w 6230"/>
                <a:gd name="T5" fmla="*/ 1437 h 5777"/>
                <a:gd name="T6" fmla="*/ 2449 w 6230"/>
                <a:gd name="T7" fmla="*/ 0 h 5777"/>
                <a:gd name="T8" fmla="*/ 6229 w 6230"/>
                <a:gd name="T9" fmla="*/ 2183 h 5777"/>
              </a:gdLst>
              <a:ahLst/>
              <a:cxnLst>
                <a:cxn ang="0">
                  <a:pos x="T0" y="T1"/>
                </a:cxn>
                <a:cxn ang="0">
                  <a:pos x="T2" y="T3"/>
                </a:cxn>
                <a:cxn ang="0">
                  <a:pos x="T4" y="T5"/>
                </a:cxn>
                <a:cxn ang="0">
                  <a:pos x="T6" y="T7"/>
                </a:cxn>
                <a:cxn ang="0">
                  <a:pos x="T8" y="T9"/>
                </a:cxn>
              </a:cxnLst>
              <a:rect l="0" t="0" r="r" b="b"/>
              <a:pathLst>
                <a:path w="6230" h="5777">
                  <a:moveTo>
                    <a:pt x="6229" y="2183"/>
                  </a:moveTo>
                  <a:lnTo>
                    <a:pt x="0" y="5776"/>
                  </a:lnTo>
                  <a:lnTo>
                    <a:pt x="0" y="1437"/>
                  </a:lnTo>
                  <a:lnTo>
                    <a:pt x="2449" y="0"/>
                  </a:lnTo>
                  <a:lnTo>
                    <a:pt x="6229" y="2183"/>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9" name="Group 18"/>
          <p:cNvGrpSpPr/>
          <p:nvPr/>
        </p:nvGrpSpPr>
        <p:grpSpPr>
          <a:xfrm>
            <a:off x="10627452" y="2696446"/>
            <a:ext cx="1502166" cy="1518939"/>
            <a:chOff x="2961790" y="1988458"/>
            <a:chExt cx="1502166" cy="1518939"/>
          </a:xfrm>
          <a:solidFill>
            <a:schemeClr val="bg2">
              <a:lumMod val="75000"/>
            </a:schemeClr>
          </a:solidFill>
        </p:grpSpPr>
        <p:sp>
          <p:nvSpPr>
            <p:cNvPr id="20" name="Freeform 5"/>
            <p:cNvSpPr>
              <a:spLocks noChangeArrowheads="1"/>
            </p:cNvSpPr>
            <p:nvPr/>
          </p:nvSpPr>
          <p:spPr bwMode="auto">
            <a:xfrm>
              <a:off x="3602913" y="2264290"/>
              <a:ext cx="861043" cy="967275"/>
            </a:xfrm>
            <a:custGeom>
              <a:avLst/>
              <a:gdLst>
                <a:gd name="T0" fmla="*/ 0 w 4073"/>
                <a:gd name="T1" fmla="*/ 505 h 4578"/>
                <a:gd name="T2" fmla="*/ 0 w 4073"/>
                <a:gd name="T3" fmla="*/ 505 h 4578"/>
                <a:gd name="T4" fmla="*/ 1011 w 4073"/>
                <a:gd name="T5" fmla="*/ 505 h 4578"/>
                <a:gd name="T6" fmla="*/ 1011 w 4073"/>
                <a:gd name="T7" fmla="*/ 266 h 4578"/>
                <a:gd name="T8" fmla="*/ 1357 w 4073"/>
                <a:gd name="T9" fmla="*/ 107 h 4578"/>
                <a:gd name="T10" fmla="*/ 3912 w 4073"/>
                <a:gd name="T11" fmla="*/ 2076 h 4578"/>
                <a:gd name="T12" fmla="*/ 3912 w 4073"/>
                <a:gd name="T13" fmla="*/ 2500 h 4578"/>
                <a:gd name="T14" fmla="*/ 1357 w 4073"/>
                <a:gd name="T15" fmla="*/ 4470 h 4578"/>
                <a:gd name="T16" fmla="*/ 1011 w 4073"/>
                <a:gd name="T17" fmla="*/ 4310 h 4578"/>
                <a:gd name="T18" fmla="*/ 1011 w 4073"/>
                <a:gd name="T19" fmla="*/ 4071 h 4578"/>
                <a:gd name="T20" fmla="*/ 0 w 4073"/>
                <a:gd name="T21" fmla="*/ 4071 h 4578"/>
                <a:gd name="T22" fmla="*/ 0 w 4073"/>
                <a:gd name="T23" fmla="*/ 505 h 4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73" h="4578">
                  <a:moveTo>
                    <a:pt x="0" y="505"/>
                  </a:moveTo>
                  <a:lnTo>
                    <a:pt x="0" y="505"/>
                  </a:lnTo>
                  <a:cubicBezTo>
                    <a:pt x="1011" y="505"/>
                    <a:pt x="1011" y="505"/>
                    <a:pt x="1011" y="505"/>
                  </a:cubicBezTo>
                  <a:cubicBezTo>
                    <a:pt x="1011" y="266"/>
                    <a:pt x="1011" y="266"/>
                    <a:pt x="1011" y="266"/>
                  </a:cubicBezTo>
                  <a:cubicBezTo>
                    <a:pt x="1011" y="79"/>
                    <a:pt x="1197" y="0"/>
                    <a:pt x="1357" y="107"/>
                  </a:cubicBezTo>
                  <a:cubicBezTo>
                    <a:pt x="3912" y="2076"/>
                    <a:pt x="3912" y="2076"/>
                    <a:pt x="3912" y="2076"/>
                  </a:cubicBezTo>
                  <a:cubicBezTo>
                    <a:pt x="4072" y="2209"/>
                    <a:pt x="4072" y="2368"/>
                    <a:pt x="3912" y="2500"/>
                  </a:cubicBezTo>
                  <a:cubicBezTo>
                    <a:pt x="1357" y="4470"/>
                    <a:pt x="1357" y="4470"/>
                    <a:pt x="1357" y="4470"/>
                  </a:cubicBezTo>
                  <a:cubicBezTo>
                    <a:pt x="1197" y="4577"/>
                    <a:pt x="1011" y="4497"/>
                    <a:pt x="1011" y="4310"/>
                  </a:cubicBezTo>
                  <a:cubicBezTo>
                    <a:pt x="1011" y="4071"/>
                    <a:pt x="1011" y="4071"/>
                    <a:pt x="1011" y="4071"/>
                  </a:cubicBezTo>
                  <a:cubicBezTo>
                    <a:pt x="0" y="4071"/>
                    <a:pt x="0" y="4071"/>
                    <a:pt x="0" y="4071"/>
                  </a:cubicBezTo>
                  <a:cubicBezTo>
                    <a:pt x="0" y="2874"/>
                    <a:pt x="0" y="1703"/>
                    <a:pt x="0" y="505"/>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1"/>
            <p:cNvSpPr>
              <a:spLocks noChangeArrowheads="1"/>
            </p:cNvSpPr>
            <p:nvPr/>
          </p:nvSpPr>
          <p:spPr bwMode="auto">
            <a:xfrm>
              <a:off x="2961790" y="1988458"/>
              <a:ext cx="793016" cy="1518939"/>
            </a:xfrm>
            <a:custGeom>
              <a:avLst/>
              <a:gdLst>
                <a:gd name="T0" fmla="*/ 3752 w 3753"/>
                <a:gd name="T1" fmla="*/ 0 h 7187"/>
                <a:gd name="T2" fmla="*/ 3752 w 3753"/>
                <a:gd name="T3" fmla="*/ 7186 h 7187"/>
                <a:gd name="T4" fmla="*/ 0 w 3753"/>
                <a:gd name="T5" fmla="*/ 5003 h 7187"/>
                <a:gd name="T6" fmla="*/ 0 w 3753"/>
                <a:gd name="T7" fmla="*/ 2183 h 7187"/>
                <a:gd name="T8" fmla="*/ 3752 w 3753"/>
                <a:gd name="T9" fmla="*/ 0 h 7187"/>
              </a:gdLst>
              <a:ahLst/>
              <a:cxnLst>
                <a:cxn ang="0">
                  <a:pos x="T0" y="T1"/>
                </a:cxn>
                <a:cxn ang="0">
                  <a:pos x="T2" y="T3"/>
                </a:cxn>
                <a:cxn ang="0">
                  <a:pos x="T4" y="T5"/>
                </a:cxn>
                <a:cxn ang="0">
                  <a:pos x="T6" y="T7"/>
                </a:cxn>
                <a:cxn ang="0">
                  <a:pos x="T8" y="T9"/>
                </a:cxn>
              </a:cxnLst>
              <a:rect l="0" t="0" r="r" b="b"/>
              <a:pathLst>
                <a:path w="3753" h="7187">
                  <a:moveTo>
                    <a:pt x="3752" y="0"/>
                  </a:moveTo>
                  <a:lnTo>
                    <a:pt x="3752" y="7186"/>
                  </a:lnTo>
                  <a:lnTo>
                    <a:pt x="0" y="5003"/>
                  </a:lnTo>
                  <a:lnTo>
                    <a:pt x="0" y="2183"/>
                  </a:lnTo>
                  <a:lnTo>
                    <a:pt x="3752" y="0"/>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22" name="Group 21"/>
          <p:cNvGrpSpPr/>
          <p:nvPr/>
        </p:nvGrpSpPr>
        <p:grpSpPr>
          <a:xfrm>
            <a:off x="10081380" y="1650894"/>
            <a:ext cx="1316724" cy="1462095"/>
            <a:chOff x="2415718" y="942906"/>
            <a:chExt cx="1316724" cy="1462095"/>
          </a:xfrm>
          <a:solidFill>
            <a:schemeClr val="bg2">
              <a:lumMod val="75000"/>
            </a:schemeClr>
          </a:solidFill>
        </p:grpSpPr>
        <p:sp>
          <p:nvSpPr>
            <p:cNvPr id="23" name="Freeform 6"/>
            <p:cNvSpPr>
              <a:spLocks noChangeArrowheads="1"/>
            </p:cNvSpPr>
            <p:nvPr/>
          </p:nvSpPr>
          <p:spPr bwMode="auto">
            <a:xfrm>
              <a:off x="2669185" y="942906"/>
              <a:ext cx="872225" cy="944911"/>
            </a:xfrm>
            <a:custGeom>
              <a:avLst/>
              <a:gdLst>
                <a:gd name="T0" fmla="*/ 0 w 4126"/>
                <a:gd name="T1" fmla="*/ 2687 h 4472"/>
                <a:gd name="T2" fmla="*/ 0 w 4126"/>
                <a:gd name="T3" fmla="*/ 2687 h 4472"/>
                <a:gd name="T4" fmla="*/ 505 w 4126"/>
                <a:gd name="T5" fmla="*/ 1809 h 4472"/>
                <a:gd name="T6" fmla="*/ 292 w 4126"/>
                <a:gd name="T7" fmla="*/ 1677 h 4472"/>
                <a:gd name="T8" fmla="*/ 346 w 4126"/>
                <a:gd name="T9" fmla="*/ 1303 h 4472"/>
                <a:gd name="T10" fmla="*/ 3327 w 4126"/>
                <a:gd name="T11" fmla="*/ 52 h 4472"/>
                <a:gd name="T12" fmla="*/ 3672 w 4126"/>
                <a:gd name="T13" fmla="*/ 265 h 4472"/>
                <a:gd name="T14" fmla="*/ 4098 w 4126"/>
                <a:gd name="T15" fmla="*/ 3486 h 4472"/>
                <a:gd name="T16" fmla="*/ 3805 w 4126"/>
                <a:gd name="T17" fmla="*/ 3699 h 4472"/>
                <a:gd name="T18" fmla="*/ 3592 w 4126"/>
                <a:gd name="T19" fmla="*/ 3593 h 4472"/>
                <a:gd name="T20" fmla="*/ 3087 w 4126"/>
                <a:gd name="T21" fmla="*/ 4471 h 4472"/>
                <a:gd name="T22" fmla="*/ 0 w 4126"/>
                <a:gd name="T23" fmla="*/ 2687 h 4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6" h="4472">
                  <a:moveTo>
                    <a:pt x="0" y="2687"/>
                  </a:moveTo>
                  <a:lnTo>
                    <a:pt x="0" y="2687"/>
                  </a:lnTo>
                  <a:cubicBezTo>
                    <a:pt x="505" y="1809"/>
                    <a:pt x="505" y="1809"/>
                    <a:pt x="505" y="1809"/>
                  </a:cubicBezTo>
                  <a:cubicBezTo>
                    <a:pt x="292" y="1677"/>
                    <a:pt x="292" y="1677"/>
                    <a:pt x="292" y="1677"/>
                  </a:cubicBezTo>
                  <a:cubicBezTo>
                    <a:pt x="133" y="1596"/>
                    <a:pt x="159" y="1384"/>
                    <a:pt x="346" y="1303"/>
                  </a:cubicBezTo>
                  <a:cubicBezTo>
                    <a:pt x="3327" y="52"/>
                    <a:pt x="3327" y="52"/>
                    <a:pt x="3327" y="52"/>
                  </a:cubicBezTo>
                  <a:cubicBezTo>
                    <a:pt x="3513" y="0"/>
                    <a:pt x="3646" y="80"/>
                    <a:pt x="3672" y="265"/>
                  </a:cubicBezTo>
                  <a:cubicBezTo>
                    <a:pt x="4098" y="3486"/>
                    <a:pt x="4098" y="3486"/>
                    <a:pt x="4098" y="3486"/>
                  </a:cubicBezTo>
                  <a:cubicBezTo>
                    <a:pt x="4125" y="3672"/>
                    <a:pt x="3965" y="3806"/>
                    <a:pt x="3805" y="3699"/>
                  </a:cubicBezTo>
                  <a:cubicBezTo>
                    <a:pt x="3592" y="3593"/>
                    <a:pt x="3592" y="3593"/>
                    <a:pt x="3592" y="3593"/>
                  </a:cubicBezTo>
                  <a:cubicBezTo>
                    <a:pt x="3087" y="4471"/>
                    <a:pt x="3087" y="4471"/>
                    <a:pt x="3087" y="4471"/>
                  </a:cubicBezTo>
                  <a:cubicBezTo>
                    <a:pt x="2049" y="3858"/>
                    <a:pt x="1037" y="3273"/>
                    <a:pt x="0" y="2687"/>
                  </a:cubicBez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12"/>
            <p:cNvSpPr>
              <a:spLocks noChangeArrowheads="1"/>
            </p:cNvSpPr>
            <p:nvPr/>
          </p:nvSpPr>
          <p:spPr bwMode="auto">
            <a:xfrm>
              <a:off x="2415718" y="1184259"/>
              <a:ext cx="1316724" cy="1220742"/>
            </a:xfrm>
            <a:custGeom>
              <a:avLst/>
              <a:gdLst>
                <a:gd name="T0" fmla="*/ 0 w 6230"/>
                <a:gd name="T1" fmla="*/ 0 h 5776"/>
                <a:gd name="T2" fmla="*/ 6229 w 6230"/>
                <a:gd name="T3" fmla="*/ 3593 h 5776"/>
                <a:gd name="T4" fmla="*/ 2449 w 6230"/>
                <a:gd name="T5" fmla="*/ 5775 h 5776"/>
                <a:gd name="T6" fmla="*/ 0 w 6230"/>
                <a:gd name="T7" fmla="*/ 4338 h 5776"/>
                <a:gd name="T8" fmla="*/ 0 w 6230"/>
                <a:gd name="T9" fmla="*/ 0 h 5776"/>
              </a:gdLst>
              <a:ahLst/>
              <a:cxnLst>
                <a:cxn ang="0">
                  <a:pos x="T0" y="T1"/>
                </a:cxn>
                <a:cxn ang="0">
                  <a:pos x="T2" y="T3"/>
                </a:cxn>
                <a:cxn ang="0">
                  <a:pos x="T4" y="T5"/>
                </a:cxn>
                <a:cxn ang="0">
                  <a:pos x="T6" y="T7"/>
                </a:cxn>
                <a:cxn ang="0">
                  <a:pos x="T8" y="T9"/>
                </a:cxn>
              </a:cxnLst>
              <a:rect l="0" t="0" r="r" b="b"/>
              <a:pathLst>
                <a:path w="6230" h="5776">
                  <a:moveTo>
                    <a:pt x="0" y="0"/>
                  </a:moveTo>
                  <a:lnTo>
                    <a:pt x="6229" y="3593"/>
                  </a:lnTo>
                  <a:lnTo>
                    <a:pt x="2449" y="5775"/>
                  </a:lnTo>
                  <a:lnTo>
                    <a:pt x="0" y="4338"/>
                  </a:lnTo>
                  <a:lnTo>
                    <a:pt x="0" y="0"/>
                  </a:lnTo>
                </a:path>
              </a:pathLst>
            </a:custGeom>
            <a:grp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25" name="Freeform 13"/>
          <p:cNvSpPr>
            <a:spLocks noChangeArrowheads="1"/>
          </p:cNvSpPr>
          <p:nvPr/>
        </p:nvSpPr>
        <p:spPr bwMode="auto">
          <a:xfrm>
            <a:off x="9536239" y="2859522"/>
            <a:ext cx="1035302" cy="1191855"/>
          </a:xfrm>
          <a:custGeom>
            <a:avLst/>
            <a:gdLst>
              <a:gd name="T0" fmla="*/ 2449 w 4897"/>
              <a:gd name="T1" fmla="*/ 0 h 5642"/>
              <a:gd name="T2" fmla="*/ 3672 w 4897"/>
              <a:gd name="T3" fmla="*/ 691 h 5642"/>
              <a:gd name="T4" fmla="*/ 4896 w 4897"/>
              <a:gd name="T5" fmla="*/ 1410 h 5642"/>
              <a:gd name="T6" fmla="*/ 4896 w 4897"/>
              <a:gd name="T7" fmla="*/ 2821 h 5642"/>
              <a:gd name="T8" fmla="*/ 4896 w 4897"/>
              <a:gd name="T9" fmla="*/ 4230 h 5642"/>
              <a:gd name="T10" fmla="*/ 3672 w 4897"/>
              <a:gd name="T11" fmla="*/ 4949 h 5642"/>
              <a:gd name="T12" fmla="*/ 2449 w 4897"/>
              <a:gd name="T13" fmla="*/ 5641 h 5642"/>
              <a:gd name="T14" fmla="*/ 1225 w 4897"/>
              <a:gd name="T15" fmla="*/ 4949 h 5642"/>
              <a:gd name="T16" fmla="*/ 0 w 4897"/>
              <a:gd name="T17" fmla="*/ 4230 h 5642"/>
              <a:gd name="T18" fmla="*/ 0 w 4897"/>
              <a:gd name="T19" fmla="*/ 2821 h 5642"/>
              <a:gd name="T20" fmla="*/ 0 w 4897"/>
              <a:gd name="T21" fmla="*/ 1410 h 5642"/>
              <a:gd name="T22" fmla="*/ 1225 w 4897"/>
              <a:gd name="T23" fmla="*/ 691 h 5642"/>
              <a:gd name="T24" fmla="*/ 2449 w 4897"/>
              <a:gd name="T25" fmla="*/ 0 h 5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97" h="5642">
                <a:moveTo>
                  <a:pt x="2449" y="0"/>
                </a:moveTo>
                <a:lnTo>
                  <a:pt x="3672" y="691"/>
                </a:lnTo>
                <a:lnTo>
                  <a:pt x="4896" y="1410"/>
                </a:lnTo>
                <a:lnTo>
                  <a:pt x="4896" y="2821"/>
                </a:lnTo>
                <a:lnTo>
                  <a:pt x="4896" y="4230"/>
                </a:lnTo>
                <a:lnTo>
                  <a:pt x="3672" y="4949"/>
                </a:lnTo>
                <a:lnTo>
                  <a:pt x="2449" y="5641"/>
                </a:lnTo>
                <a:lnTo>
                  <a:pt x="1225" y="4949"/>
                </a:lnTo>
                <a:lnTo>
                  <a:pt x="0" y="4230"/>
                </a:lnTo>
                <a:lnTo>
                  <a:pt x="0" y="2821"/>
                </a:lnTo>
                <a:lnTo>
                  <a:pt x="0" y="1410"/>
                </a:lnTo>
                <a:lnTo>
                  <a:pt x="1225" y="691"/>
                </a:lnTo>
                <a:lnTo>
                  <a:pt x="2449" y="0"/>
                </a:lnTo>
              </a:path>
            </a:pathLst>
          </a:custGeom>
          <a:solidFill>
            <a:schemeClr val="bg1">
              <a:lumMod val="75000"/>
            </a:schemeClr>
          </a:solidFill>
          <a:ln>
            <a:noFill/>
          </a:ln>
          <a:effectLst/>
          <a:extLs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Content Placeholder 2"/>
          <p:cNvSpPr txBox="1">
            <a:spLocks/>
          </p:cNvSpPr>
          <p:nvPr/>
        </p:nvSpPr>
        <p:spPr>
          <a:xfrm>
            <a:off x="170596" y="3942655"/>
            <a:ext cx="2703555" cy="207074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accent4"/>
                </a:solidFill>
                <a:latin typeface="Roboto" panose="02000000000000000000" pitchFamily="2" charset="0"/>
                <a:ea typeface="Roboto" panose="02000000000000000000" pitchFamily="2" charset="0"/>
              </a:rPr>
              <a:t>04</a:t>
            </a:r>
            <a:r>
              <a:rPr lang="id-ID" sz="1400" b="1" dirty="0" smtClean="0">
                <a:solidFill>
                  <a:schemeClr val="accent4"/>
                </a:solidFill>
                <a:latin typeface="Roboto" panose="02000000000000000000" pitchFamily="2" charset="0"/>
                <a:ea typeface="Roboto" panose="02000000000000000000" pitchFamily="2" charset="0"/>
              </a:rPr>
              <a:t> </a:t>
            </a:r>
          </a:p>
          <a:p>
            <a:pPr marL="0" indent="0" algn="ctr">
              <a:buNone/>
            </a:pPr>
            <a:r>
              <a:rPr lang="ar-SA" sz="2800" b="1" dirty="0">
                <a:solidFill>
                  <a:srgbClr val="FFC000"/>
                </a:solidFill>
              </a:rPr>
              <a:t>معوقات في المستقبل أو الجمهور المستهدف</a:t>
            </a:r>
            <a:endParaRPr lang="id-ID" sz="2800" dirty="0" smtClean="0">
              <a:solidFill>
                <a:srgbClr val="FFC000"/>
              </a:solidFill>
              <a:latin typeface="Roboto" panose="02000000000000000000" pitchFamily="2" charset="0"/>
              <a:ea typeface="Roboto" panose="02000000000000000000" pitchFamily="2" charset="0"/>
            </a:endParaRPr>
          </a:p>
        </p:txBody>
      </p:sp>
      <p:sp>
        <p:nvSpPr>
          <p:cNvPr id="37" name="Content Placeholder 2"/>
          <p:cNvSpPr txBox="1">
            <a:spLocks/>
          </p:cNvSpPr>
          <p:nvPr/>
        </p:nvSpPr>
        <p:spPr>
          <a:xfrm>
            <a:off x="3368766" y="3928012"/>
            <a:ext cx="1760927" cy="1687764"/>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3200" b="1" dirty="0" smtClean="0">
                <a:solidFill>
                  <a:schemeClr val="accent5"/>
                </a:solidFill>
                <a:latin typeface="Roboto" panose="02000000000000000000" pitchFamily="2" charset="0"/>
                <a:ea typeface="Roboto" panose="02000000000000000000" pitchFamily="2" charset="0"/>
              </a:rPr>
              <a:t>05</a:t>
            </a:r>
          </a:p>
          <a:p>
            <a:pPr marL="0" indent="0" algn="ctr">
              <a:buNone/>
            </a:pPr>
            <a:r>
              <a:rPr lang="ar-SA" sz="2800" b="1" dirty="0">
                <a:solidFill>
                  <a:srgbClr val="F85D2C"/>
                </a:solidFill>
              </a:rPr>
              <a:t>معوقات في بيئة الاتصال</a:t>
            </a:r>
            <a:endParaRPr lang="id-ID" sz="2800" dirty="0" smtClean="0">
              <a:solidFill>
                <a:srgbClr val="F85D2C"/>
              </a:solidFill>
              <a:latin typeface="Roboto" panose="02000000000000000000" pitchFamily="2" charset="0"/>
              <a:ea typeface="Roboto" panose="02000000000000000000" pitchFamily="2" charset="0"/>
            </a:endParaRPr>
          </a:p>
        </p:txBody>
      </p:sp>
      <p:sp>
        <p:nvSpPr>
          <p:cNvPr id="38" name="Content Placeholder 2"/>
          <p:cNvSpPr txBox="1">
            <a:spLocks/>
          </p:cNvSpPr>
          <p:nvPr/>
        </p:nvSpPr>
        <p:spPr>
          <a:xfrm>
            <a:off x="5505317" y="3884301"/>
            <a:ext cx="1980455" cy="239145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3200" b="1" dirty="0" smtClean="0">
                <a:solidFill>
                  <a:schemeClr val="accent6"/>
                </a:solidFill>
                <a:latin typeface="Roboto" panose="02000000000000000000" pitchFamily="2" charset="0"/>
                <a:ea typeface="Roboto" panose="02000000000000000000" pitchFamily="2" charset="0"/>
              </a:rPr>
              <a:t>06</a:t>
            </a:r>
          </a:p>
          <a:p>
            <a:pPr marL="0" indent="0" algn="ctr">
              <a:buNone/>
            </a:pPr>
            <a:r>
              <a:rPr lang="ar-SA" sz="2800" b="1" dirty="0">
                <a:solidFill>
                  <a:srgbClr val="8E5BB4"/>
                </a:solidFill>
              </a:rPr>
              <a:t>معوقات الاستجابة أو التغذية الراجعة</a:t>
            </a:r>
            <a:endParaRPr lang="id-ID" sz="2800" dirty="0" smtClean="0">
              <a:solidFill>
                <a:srgbClr val="8E5BB4"/>
              </a:solidFill>
              <a:latin typeface="Roboto" panose="02000000000000000000" pitchFamily="2" charset="0"/>
              <a:ea typeface="Roboto" panose="02000000000000000000" pitchFamily="2" charset="0"/>
            </a:endParaRPr>
          </a:p>
        </p:txBody>
      </p:sp>
      <p:sp>
        <p:nvSpPr>
          <p:cNvPr id="2" name="Footer Placeholder 1"/>
          <p:cNvSpPr>
            <a:spLocks noGrp="1"/>
          </p:cNvSpPr>
          <p:nvPr>
            <p:ph type="ftr" sz="quarter" idx="11"/>
          </p:nvPr>
        </p:nvSpPr>
        <p:spPr/>
        <p:txBody>
          <a:bodyPr/>
          <a:lstStyle/>
          <a:p>
            <a:r>
              <a:rPr lang="ar-SA" smtClean="0"/>
              <a:t>موسوعة تكنولوجيا التعليم</a:t>
            </a:r>
            <a:endParaRPr lang="id-ID"/>
          </a:p>
        </p:txBody>
      </p:sp>
    </p:spTree>
    <p:extLst>
      <p:ext uri="{BB962C8B-B14F-4D97-AF65-F5344CB8AC3E}">
        <p14:creationId xmlns:p14="http://schemas.microsoft.com/office/powerpoint/2010/main" val="144872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childTnLst>
                                </p:cTn>
                              </p:par>
                            </p:childTnLst>
                          </p:cTn>
                        </p:par>
                        <p:par>
                          <p:cTn id="13" fill="hold">
                            <p:stCondLst>
                              <p:cond delay="1000"/>
                            </p:stCondLst>
                            <p:childTnLst>
                              <p:par>
                                <p:cTn id="14" presetID="53" presetClass="entr" presetSubtype="16" fill="hold" grpId="0" nodeType="afterEffect">
                                  <p:stCondLst>
                                    <p:cond delay="0"/>
                                  </p:stCondLst>
                                  <p:childTnLst>
                                    <p:set>
                                      <p:cBhvr>
                                        <p:cTn id="15" dur="1" fill="hold">
                                          <p:stCondLst>
                                            <p:cond delay="0"/>
                                          </p:stCondLst>
                                        </p:cTn>
                                        <p:tgtEl>
                                          <p:spTgt spid="25"/>
                                        </p:tgtEl>
                                        <p:attrNameLst>
                                          <p:attrName>style.visibility</p:attrName>
                                        </p:attrNameLst>
                                      </p:cBhvr>
                                      <p:to>
                                        <p:strVal val="visible"/>
                                      </p:to>
                                    </p:set>
                                    <p:anim calcmode="lin" valueType="num">
                                      <p:cBhvr>
                                        <p:cTn id="16" dur="500" fill="hold"/>
                                        <p:tgtEl>
                                          <p:spTgt spid="25"/>
                                        </p:tgtEl>
                                        <p:attrNameLst>
                                          <p:attrName>ppt_w</p:attrName>
                                        </p:attrNameLst>
                                      </p:cBhvr>
                                      <p:tavLst>
                                        <p:tav tm="0">
                                          <p:val>
                                            <p:fltVal val="0"/>
                                          </p:val>
                                        </p:tav>
                                        <p:tav tm="100000">
                                          <p:val>
                                            <p:strVal val="#ppt_w"/>
                                          </p:val>
                                        </p:tav>
                                      </p:tavLst>
                                    </p:anim>
                                    <p:anim calcmode="lin" valueType="num">
                                      <p:cBhvr>
                                        <p:cTn id="17" dur="500" fill="hold"/>
                                        <p:tgtEl>
                                          <p:spTgt spid="25"/>
                                        </p:tgtEl>
                                        <p:attrNameLst>
                                          <p:attrName>ppt_h</p:attrName>
                                        </p:attrNameLst>
                                      </p:cBhvr>
                                      <p:tavLst>
                                        <p:tav tm="0">
                                          <p:val>
                                            <p:fltVal val="0"/>
                                          </p:val>
                                        </p:tav>
                                        <p:tav tm="100000">
                                          <p:val>
                                            <p:strVal val="#ppt_h"/>
                                          </p:val>
                                        </p:tav>
                                      </p:tavLst>
                                    </p:anim>
                                    <p:animEffect transition="in" filter="fade">
                                      <p:cBhvr>
                                        <p:cTn id="18" dur="500"/>
                                        <p:tgtEl>
                                          <p:spTgt spid="25"/>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250"/>
                                        <p:tgtEl>
                                          <p:spTgt spid="7"/>
                                        </p:tgtEl>
                                      </p:cBhvr>
                                    </p:animEffect>
                                  </p:childTnLst>
                                </p:cTn>
                              </p:par>
                            </p:childTnLst>
                          </p:cTn>
                        </p:par>
                        <p:par>
                          <p:cTn id="23" fill="hold">
                            <p:stCondLst>
                              <p:cond delay="1750"/>
                            </p:stCondLst>
                            <p:childTnLst>
                              <p:par>
                                <p:cTn id="24" presetID="10" presetClass="entr" presetSubtype="0"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250"/>
                                        <p:tgtEl>
                                          <p:spTgt spid="22"/>
                                        </p:tgtEl>
                                      </p:cBhvr>
                                    </p:animEffect>
                                  </p:childTnLst>
                                </p:cTn>
                              </p:par>
                            </p:childTnLst>
                          </p:cTn>
                        </p:par>
                        <p:par>
                          <p:cTn id="27" fill="hold">
                            <p:stCondLst>
                              <p:cond delay="2000"/>
                            </p:stCondLst>
                            <p:childTnLst>
                              <p:par>
                                <p:cTn id="28" presetID="10" presetClass="entr" presetSubtype="0" fill="hold" nodeType="after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250"/>
                                        <p:tgtEl>
                                          <p:spTgt spid="19"/>
                                        </p:tgtEl>
                                      </p:cBhvr>
                                    </p:animEffect>
                                  </p:childTnLst>
                                </p:cTn>
                              </p:par>
                            </p:childTnLst>
                          </p:cTn>
                        </p:par>
                        <p:par>
                          <p:cTn id="31" fill="hold">
                            <p:stCondLst>
                              <p:cond delay="2250"/>
                            </p:stCondLst>
                            <p:childTnLst>
                              <p:par>
                                <p:cTn id="32" presetID="10" presetClass="entr" presetSubtype="0" fill="hold"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250"/>
                                        <p:tgtEl>
                                          <p:spTgt spid="16"/>
                                        </p:tgtEl>
                                      </p:cBhvr>
                                    </p:animEffect>
                                  </p:childTnLst>
                                </p:cTn>
                              </p:par>
                            </p:childTnLst>
                          </p:cTn>
                        </p:par>
                        <p:par>
                          <p:cTn id="35" fill="hold">
                            <p:stCondLst>
                              <p:cond delay="2500"/>
                            </p:stCondLst>
                            <p:childTnLst>
                              <p:par>
                                <p:cTn id="36" presetID="10" presetClass="entr" presetSubtype="0" fill="hold"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250"/>
                                        <p:tgtEl>
                                          <p:spTgt spid="13"/>
                                        </p:tgtEl>
                                      </p:cBhvr>
                                    </p:animEffect>
                                  </p:childTnLst>
                                </p:cTn>
                              </p:par>
                            </p:childTnLst>
                          </p:cTn>
                        </p:par>
                        <p:par>
                          <p:cTn id="39" fill="hold">
                            <p:stCondLst>
                              <p:cond delay="2750"/>
                            </p:stCondLst>
                            <p:childTnLst>
                              <p:par>
                                <p:cTn id="40" presetID="10" presetClass="entr" presetSubtype="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250"/>
                                        <p:tgtEl>
                                          <p:spTgt spid="10"/>
                                        </p:tgtEl>
                                      </p:cBhvr>
                                    </p:animEffect>
                                  </p:childTnLst>
                                </p:cTn>
                              </p:par>
                              <p:par>
                                <p:cTn id="43" presetID="2" presetClass="entr" presetSubtype="4" fill="hold" grpId="0" nodeType="withEffect">
                                  <p:stCondLst>
                                    <p:cond delay="1000"/>
                                  </p:stCondLst>
                                  <p:childTnLst>
                                    <p:set>
                                      <p:cBhvr>
                                        <p:cTn id="44" dur="1" fill="hold">
                                          <p:stCondLst>
                                            <p:cond delay="0"/>
                                          </p:stCondLst>
                                        </p:cTn>
                                        <p:tgtEl>
                                          <p:spTgt spid="36"/>
                                        </p:tgtEl>
                                        <p:attrNameLst>
                                          <p:attrName>style.visibility</p:attrName>
                                        </p:attrNameLst>
                                      </p:cBhvr>
                                      <p:to>
                                        <p:strVal val="visible"/>
                                      </p:to>
                                    </p:set>
                                    <p:anim calcmode="lin" valueType="num">
                                      <p:cBhvr additive="base">
                                        <p:cTn id="45" dur="500" fill="hold"/>
                                        <p:tgtEl>
                                          <p:spTgt spid="36"/>
                                        </p:tgtEl>
                                        <p:attrNameLst>
                                          <p:attrName>ppt_x</p:attrName>
                                        </p:attrNameLst>
                                      </p:cBhvr>
                                      <p:tavLst>
                                        <p:tav tm="0">
                                          <p:val>
                                            <p:strVal val="#ppt_x"/>
                                          </p:val>
                                        </p:tav>
                                        <p:tav tm="100000">
                                          <p:val>
                                            <p:strVal val="#ppt_x"/>
                                          </p:val>
                                        </p:tav>
                                      </p:tavLst>
                                    </p:anim>
                                    <p:anim calcmode="lin" valueType="num">
                                      <p:cBhvr additive="base">
                                        <p:cTn id="46" dur="500" fill="hold"/>
                                        <p:tgtEl>
                                          <p:spTgt spid="36"/>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1000"/>
                                  </p:stCondLst>
                                  <p:childTnLst>
                                    <p:set>
                                      <p:cBhvr>
                                        <p:cTn id="48" dur="1" fill="hold">
                                          <p:stCondLst>
                                            <p:cond delay="0"/>
                                          </p:stCondLst>
                                        </p:cTn>
                                        <p:tgtEl>
                                          <p:spTgt spid="37"/>
                                        </p:tgtEl>
                                        <p:attrNameLst>
                                          <p:attrName>style.visibility</p:attrName>
                                        </p:attrNameLst>
                                      </p:cBhvr>
                                      <p:to>
                                        <p:strVal val="visible"/>
                                      </p:to>
                                    </p:set>
                                    <p:anim calcmode="lin" valueType="num">
                                      <p:cBhvr additive="base">
                                        <p:cTn id="49" dur="500" fill="hold"/>
                                        <p:tgtEl>
                                          <p:spTgt spid="37"/>
                                        </p:tgtEl>
                                        <p:attrNameLst>
                                          <p:attrName>ppt_x</p:attrName>
                                        </p:attrNameLst>
                                      </p:cBhvr>
                                      <p:tavLst>
                                        <p:tav tm="0">
                                          <p:val>
                                            <p:strVal val="#ppt_x"/>
                                          </p:val>
                                        </p:tav>
                                        <p:tav tm="100000">
                                          <p:val>
                                            <p:strVal val="#ppt_x"/>
                                          </p:val>
                                        </p:tav>
                                      </p:tavLst>
                                    </p:anim>
                                    <p:anim calcmode="lin" valueType="num">
                                      <p:cBhvr additive="base">
                                        <p:cTn id="50" dur="500" fill="hold"/>
                                        <p:tgtEl>
                                          <p:spTgt spid="37"/>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1000"/>
                                  </p:stCondLst>
                                  <p:childTnLst>
                                    <p:set>
                                      <p:cBhvr>
                                        <p:cTn id="52" dur="1" fill="hold">
                                          <p:stCondLst>
                                            <p:cond delay="0"/>
                                          </p:stCondLst>
                                        </p:cTn>
                                        <p:tgtEl>
                                          <p:spTgt spid="38"/>
                                        </p:tgtEl>
                                        <p:attrNameLst>
                                          <p:attrName>style.visibility</p:attrName>
                                        </p:attrNameLst>
                                      </p:cBhvr>
                                      <p:to>
                                        <p:strVal val="visible"/>
                                      </p:to>
                                    </p:set>
                                    <p:anim calcmode="lin" valueType="num">
                                      <p:cBhvr additive="base">
                                        <p:cTn id="53" dur="500" fill="hold"/>
                                        <p:tgtEl>
                                          <p:spTgt spid="38"/>
                                        </p:tgtEl>
                                        <p:attrNameLst>
                                          <p:attrName>ppt_x</p:attrName>
                                        </p:attrNameLst>
                                      </p:cBhvr>
                                      <p:tavLst>
                                        <p:tav tm="0">
                                          <p:val>
                                            <p:strVal val="#ppt_x"/>
                                          </p:val>
                                        </p:tav>
                                        <p:tav tm="100000">
                                          <p:val>
                                            <p:strVal val="#ppt_x"/>
                                          </p:val>
                                        </p:tav>
                                      </p:tavLst>
                                    </p:anim>
                                    <p:anim calcmode="lin" valueType="num">
                                      <p:cBhvr additive="base">
                                        <p:cTn id="54"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P spid="25" grpId="0" animBg="1"/>
      <p:bldP spid="36" grpId="0"/>
      <p:bldP spid="37" grpId="0"/>
      <p:bldP spid="38"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3569" name="Picture 4"/>
          <p:cNvPicPr>
            <a:picLocks noChangeAspect="1"/>
          </p:cNvPicPr>
          <p:nvPr/>
        </p:nvPicPr>
        <p:blipFill>
          <a:blip r:embed="rId2"/>
          <a:srcRect/>
          <a:stretch>
            <a:fillRect/>
          </a:stretch>
        </p:blipFill>
        <p:spPr bwMode="auto">
          <a:xfrm>
            <a:off x="0" y="0"/>
            <a:ext cx="12192000" cy="6858000"/>
          </a:xfrm>
          <a:prstGeom prst="rect">
            <a:avLst/>
          </a:prstGeom>
          <a:noFill/>
          <a:ln w="9525">
            <a:noFill/>
            <a:miter lim="800000"/>
            <a:headEnd/>
            <a:tailEnd/>
          </a:ln>
        </p:spPr>
      </p:pic>
      <p:grpSp>
        <p:nvGrpSpPr>
          <p:cNvPr id="3" name="Group 2"/>
          <p:cNvGrpSpPr>
            <a:grpSpLocks/>
          </p:cNvGrpSpPr>
          <p:nvPr/>
        </p:nvGrpSpPr>
        <p:grpSpPr bwMode="auto">
          <a:xfrm>
            <a:off x="3257550" y="2897316"/>
            <a:ext cx="8707438" cy="1552445"/>
            <a:chOff x="7680543" y="5695424"/>
            <a:chExt cx="15211970" cy="3104175"/>
          </a:xfrm>
        </p:grpSpPr>
        <p:sp>
          <p:nvSpPr>
            <p:cNvPr id="4" name="Rectangle 3"/>
            <p:cNvSpPr/>
            <p:nvPr/>
          </p:nvSpPr>
          <p:spPr>
            <a:xfrm>
              <a:off x="7680543" y="5695424"/>
              <a:ext cx="15211970" cy="1723111"/>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800" b="1" u="sng" dirty="0">
                  <a:solidFill>
                    <a:srgbClr val="1B6AA3"/>
                  </a:solidFill>
                </a:rPr>
                <a:t>التصميم التعليمي – ما هو</a:t>
              </a:r>
              <a:endParaRPr lang="en-US" sz="4800" u="sng" dirty="0">
                <a:solidFill>
                  <a:srgbClr val="1B6AA3"/>
                </a:solidFill>
              </a:endParaRPr>
            </a:p>
          </p:txBody>
        </p:sp>
        <p:sp>
          <p:nvSpPr>
            <p:cNvPr id="5" name="Rectangle 4"/>
            <p:cNvSpPr/>
            <p:nvPr/>
          </p:nvSpPr>
          <p:spPr>
            <a:xfrm>
              <a:off x="7680543" y="7323563"/>
              <a:ext cx="15211970" cy="1476036"/>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dirty="0">
                  <a:solidFill>
                    <a:srgbClr val="F58F20"/>
                  </a:solidFill>
                </a:rPr>
                <a:t>الفصل </a:t>
              </a:r>
              <a:r>
                <a:rPr lang="ar-SA" sz="4000" b="1" dirty="0" smtClean="0">
                  <a:solidFill>
                    <a:srgbClr val="F58F20"/>
                  </a:solidFill>
                </a:rPr>
                <a:t>الرابع</a:t>
              </a:r>
              <a:endParaRPr lang="en-US" sz="4000"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accent1"/>
          </a:solidFill>
          <a:ln w="9525">
            <a:noFill/>
            <a:round/>
            <a:headEnd/>
            <a:tailEnd/>
          </a:ln>
        </p:spPr>
        <p:txBody>
          <a:bodyPr lIns="45720" tIns="22860" rIns="45720" bIns="22860"/>
          <a:lstStyle/>
          <a:p>
            <a:pPr eaLnBrk="0" hangingPunct="0"/>
            <a:endParaRPr lang="el-GR">
              <a:solidFill>
                <a:srgbClr val="000000"/>
              </a:solidFill>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1086770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3"/>
                                        </p:tgtEl>
                                        <p:attrNameLst>
                                          <p:attrName>style.visibility</p:attrName>
                                        </p:attrNameLst>
                                      </p:cBhvr>
                                      <p:to>
                                        <p:strVal val="visible"/>
                                      </p:to>
                                    </p:set>
                                    <p:animEffect transition="in" filter="wipe(right)">
                                      <p:cBhvr>
                                        <p:cTn id="14"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1" y="2323529"/>
            <a:ext cx="12191999" cy="769441"/>
          </a:xfrm>
          <a:prstGeom prst="rect">
            <a:avLst/>
          </a:prstGeom>
          <a:noFill/>
        </p:spPr>
        <p:txBody>
          <a:bodyPr wrap="square" rtlCol="0">
            <a:spAutoFit/>
          </a:bodyPr>
          <a:lstStyle/>
          <a:p>
            <a:pPr marL="0" lvl="0" indent="0" algn="ctr" rtl="1">
              <a:buNone/>
            </a:pPr>
            <a:r>
              <a:rPr lang="ar-SA" sz="4400" b="1" u="sng" dirty="0">
                <a:solidFill>
                  <a:schemeClr val="bg1"/>
                </a:solidFill>
              </a:rPr>
              <a:t>التطور التاريخي للتصميم التعليمي</a:t>
            </a:r>
            <a:endParaRPr lang="en-US" sz="4400" u="sng" dirty="0">
              <a:solidFill>
                <a:schemeClr val="bg1"/>
              </a:solidFill>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TextBox 19"/>
          <p:cNvSpPr txBox="1"/>
          <p:nvPr/>
        </p:nvSpPr>
        <p:spPr>
          <a:xfrm>
            <a:off x="1172309" y="4876973"/>
            <a:ext cx="10259092" cy="1067403"/>
          </a:xfrm>
          <a:prstGeom prst="rect">
            <a:avLst/>
          </a:prstGeom>
          <a:noFill/>
        </p:spPr>
        <p:txBody>
          <a:bodyPr wrap="square" rIns="144000" bIns="36000" numCol="1" spcCol="360000">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200" b="1" i="0" u="none" strike="noStrike" kern="0" cap="none" spc="0" normalizeH="0" baseline="0" noProof="0" dirty="0" smtClean="0">
                <a:ln>
                  <a:noFill/>
                </a:ln>
                <a:solidFill>
                  <a:prstClr val="black"/>
                </a:solidFill>
                <a:effectLst/>
                <a:uLnTx/>
                <a:uFillTx/>
              </a:rPr>
              <a:t>هل تطور البحث والتصميم التعليمي في العصور القديمة؟ حقيقة: ازدهار العرب المسلمين في العلوم.. والغرب غارق بالجهل</a:t>
            </a:r>
            <a:endParaRPr kumimoji="0" lang="en-US" sz="3200" b="0" i="0" u="none" strike="noStrike" kern="0" cap="none" spc="0" normalizeH="0" baseline="0" noProof="0" dirty="0" smtClean="0">
              <a:ln>
                <a:noFill/>
              </a:ln>
              <a:solidFill>
                <a:prstClr val="black"/>
              </a:solidFill>
              <a:effectLst/>
              <a:uLnTx/>
              <a:uFillTx/>
            </a:endParaRPr>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7960222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 name="Content Placeholder 7"/>
          <p:cNvSpPr txBox="1">
            <a:spLocks/>
          </p:cNvSpPr>
          <p:nvPr/>
        </p:nvSpPr>
        <p:spPr>
          <a:xfrm>
            <a:off x="518727" y="330059"/>
            <a:ext cx="11074559" cy="120032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rtl="1">
              <a:buNone/>
            </a:pPr>
            <a:r>
              <a:rPr lang="ar-SA" sz="3600" b="1" u="sng" dirty="0"/>
              <a:t>يوضح الشكل التالي الفرق بين التصميم التعليمي قبل السبعينيات وبعدها والتي أشير إليها في دراسة (دروزة، 1986):</a:t>
            </a:r>
            <a:endParaRPr lang="en-US" sz="3600" b="1" u="sng" dirty="0"/>
          </a:p>
        </p:txBody>
      </p:sp>
      <p:sp>
        <p:nvSpPr>
          <p:cNvPr id="412" name="Title 1"/>
          <p:cNvSpPr txBox="1">
            <a:spLocks/>
          </p:cNvSpPr>
          <p:nvPr/>
        </p:nvSpPr>
        <p:spPr>
          <a:xfrm>
            <a:off x="8888650" y="1792138"/>
            <a:ext cx="2891295" cy="36355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ar-SA" b="1" u="sng" dirty="0" smtClean="0">
                <a:solidFill>
                  <a:schemeClr val="tx1"/>
                </a:solidFill>
                <a:latin typeface="+mn-lt"/>
                <a:ea typeface="Roboto" panose="02000000000000000000" pitchFamily="2" charset="0"/>
              </a:rPr>
              <a:t>قبل السبعينات</a:t>
            </a:r>
            <a:endParaRPr lang="en-US" b="1" u="sng" dirty="0">
              <a:solidFill>
                <a:schemeClr val="tx1"/>
              </a:solidFill>
              <a:latin typeface="+mn-lt"/>
              <a:ea typeface="Roboto" panose="02000000000000000000" pitchFamily="2" charset="0"/>
            </a:endParaRPr>
          </a:p>
        </p:txBody>
      </p:sp>
      <p:grpSp>
        <p:nvGrpSpPr>
          <p:cNvPr id="17" name="Group 16"/>
          <p:cNvGrpSpPr/>
          <p:nvPr/>
        </p:nvGrpSpPr>
        <p:grpSpPr>
          <a:xfrm>
            <a:off x="6296327" y="2366620"/>
            <a:ext cx="4209191" cy="4368919"/>
            <a:chOff x="4411130" y="2337346"/>
            <a:chExt cx="2843659" cy="2951569"/>
          </a:xfrm>
        </p:grpSpPr>
        <p:sp>
          <p:nvSpPr>
            <p:cNvPr id="18" name="Oval 17"/>
            <p:cNvSpPr/>
            <p:nvPr/>
          </p:nvSpPr>
          <p:spPr>
            <a:xfrm rot="2700908">
              <a:off x="5001492" y="2881798"/>
              <a:ext cx="2159983" cy="2159983"/>
            </a:xfrm>
            <a:prstGeom prst="ellipse">
              <a:avLst/>
            </a:prstGeom>
            <a:noFill/>
            <a:ln w="101600" cmpd="thinThick">
              <a:solidFill>
                <a:schemeClr val="accent5"/>
              </a:solidFill>
            </a:ln>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19" name="Freeform 18"/>
            <p:cNvSpPr/>
            <p:nvPr/>
          </p:nvSpPr>
          <p:spPr>
            <a:xfrm rot="9364369">
              <a:off x="5750298" y="2337346"/>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FF0000"/>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 name="Freeform 20"/>
            <p:cNvSpPr/>
            <p:nvPr/>
          </p:nvSpPr>
          <p:spPr>
            <a:xfrm rot="2700000">
              <a:off x="4411130" y="3299473"/>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7030A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89159" tIns="289158" rIns="289160" bIns="289161" numCol="1" spcCol="1270" anchor="ctr" anchorCtr="0">
              <a:noAutofit/>
            </a:bodyPr>
            <a:lstStyle/>
            <a:p>
              <a:pPr lvl="0" algn="ctr" defTabSz="1111250">
                <a:lnSpc>
                  <a:spcPct val="90000"/>
                </a:lnSpc>
                <a:spcBef>
                  <a:spcPct val="0"/>
                </a:spcBef>
                <a:spcAft>
                  <a:spcPct val="35000"/>
                </a:spcAft>
              </a:pPr>
              <a:endParaRPr lang="id-ID" sz="2500" kern="1200"/>
            </a:p>
          </p:txBody>
        </p:sp>
        <p:sp>
          <p:nvSpPr>
            <p:cNvPr id="22" name="Freeform 21"/>
            <p:cNvSpPr/>
            <p:nvPr/>
          </p:nvSpPr>
          <p:spPr>
            <a:xfrm rot="16532094">
              <a:off x="5930688" y="3964814"/>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289160" tIns="289159" rIns="289159" bIns="289161" numCol="1" spcCol="1270" anchor="ctr" anchorCtr="0">
              <a:noAutofit/>
            </a:bodyPr>
            <a:lstStyle/>
            <a:p>
              <a:pPr lvl="0" algn="ctr" defTabSz="1111250">
                <a:lnSpc>
                  <a:spcPct val="90000"/>
                </a:lnSpc>
                <a:spcBef>
                  <a:spcPct val="0"/>
                </a:spcBef>
                <a:spcAft>
                  <a:spcPct val="35000"/>
                </a:spcAft>
              </a:pPr>
              <a:endParaRPr lang="id-ID" sz="2500" kern="1200"/>
            </a:p>
          </p:txBody>
        </p:sp>
        <p:sp>
          <p:nvSpPr>
            <p:cNvPr id="23" name="Freeform 22"/>
            <p:cNvSpPr/>
            <p:nvPr/>
          </p:nvSpPr>
          <p:spPr>
            <a:xfrm>
              <a:off x="5855693" y="3734800"/>
              <a:ext cx="432000" cy="432000"/>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8269" tIns="208269" rIns="208269" bIns="208269" numCol="1" spcCol="1270" anchor="ctr" anchorCtr="0">
              <a:noAutofit/>
            </a:bodyPr>
            <a:lstStyle/>
            <a:p>
              <a:pPr lvl="0" algn="ctr" defTabSz="2400300">
                <a:lnSpc>
                  <a:spcPct val="90000"/>
                </a:lnSpc>
                <a:spcBef>
                  <a:spcPct val="0"/>
                </a:spcBef>
                <a:spcAft>
                  <a:spcPct val="35000"/>
                </a:spcAft>
              </a:pPr>
              <a:endParaRPr lang="id-ID" sz="5400" kern="1200" dirty="0"/>
            </a:p>
          </p:txBody>
        </p:sp>
      </p:grpSp>
      <p:sp>
        <p:nvSpPr>
          <p:cNvPr id="24" name="Oval 23"/>
          <p:cNvSpPr/>
          <p:nvPr/>
        </p:nvSpPr>
        <p:spPr>
          <a:xfrm>
            <a:off x="6626361" y="4105535"/>
            <a:ext cx="1330392" cy="13303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7030A0"/>
                </a:solidFill>
                <a:latin typeface="Calibri" pitchFamily="34" charset="0"/>
                <a:ea typeface="Roboto" panose="02000000000000000000" pitchFamily="2" charset="0"/>
              </a:rPr>
              <a:t>المنهج</a:t>
            </a:r>
            <a:endParaRPr lang="id-ID" sz="2400" u="sng" dirty="0"/>
          </a:p>
        </p:txBody>
      </p:sp>
      <p:sp>
        <p:nvSpPr>
          <p:cNvPr id="33" name="Oval 32"/>
          <p:cNvSpPr/>
          <p:nvPr/>
        </p:nvSpPr>
        <p:spPr>
          <a:xfrm>
            <a:off x="8593143" y="2684953"/>
            <a:ext cx="1373292" cy="132326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FF0000"/>
                </a:solidFill>
                <a:latin typeface="Calibri" pitchFamily="34" charset="0"/>
                <a:ea typeface="Roboto" panose="02000000000000000000" pitchFamily="2" charset="0"/>
              </a:rPr>
              <a:t>المعلم</a:t>
            </a:r>
            <a:endParaRPr lang="id-ID" sz="2400" u="sng" dirty="0"/>
          </a:p>
        </p:txBody>
      </p:sp>
      <p:sp>
        <p:nvSpPr>
          <p:cNvPr id="34" name="Oval 33"/>
          <p:cNvSpPr/>
          <p:nvPr/>
        </p:nvSpPr>
        <p:spPr>
          <a:xfrm>
            <a:off x="8839642" y="5139668"/>
            <a:ext cx="1315249" cy="131524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FFC000"/>
                </a:solidFill>
                <a:latin typeface="Calibri" pitchFamily="34" charset="0"/>
                <a:ea typeface="Roboto" panose="02000000000000000000" pitchFamily="2" charset="0"/>
              </a:rPr>
              <a:t>المتعلم</a:t>
            </a:r>
            <a:endParaRPr lang="id-ID" sz="2400" u="sng" dirty="0"/>
          </a:p>
        </p:txBody>
      </p:sp>
      <p:grpSp>
        <p:nvGrpSpPr>
          <p:cNvPr id="65" name="Group 64"/>
          <p:cNvGrpSpPr/>
          <p:nvPr/>
        </p:nvGrpSpPr>
        <p:grpSpPr>
          <a:xfrm>
            <a:off x="895720" y="2238398"/>
            <a:ext cx="4209191" cy="4368919"/>
            <a:chOff x="4411130" y="2337346"/>
            <a:chExt cx="2843659" cy="2951569"/>
          </a:xfrm>
        </p:grpSpPr>
        <p:sp>
          <p:nvSpPr>
            <p:cNvPr id="66" name="Oval 65"/>
            <p:cNvSpPr/>
            <p:nvPr/>
          </p:nvSpPr>
          <p:spPr>
            <a:xfrm rot="2700908">
              <a:off x="5001492" y="2881798"/>
              <a:ext cx="2159983" cy="2159983"/>
            </a:xfrm>
            <a:prstGeom prst="ellipse">
              <a:avLst/>
            </a:prstGeom>
            <a:noFill/>
            <a:ln w="101600" cmpd="thinThick">
              <a:solidFill>
                <a:schemeClr val="accent5"/>
              </a:solidFill>
            </a:ln>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67" name="Freeform 66"/>
            <p:cNvSpPr/>
            <p:nvPr/>
          </p:nvSpPr>
          <p:spPr>
            <a:xfrm rot="9364369">
              <a:off x="5750298" y="2337346"/>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FF0000"/>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68" name="Freeform 67"/>
            <p:cNvSpPr/>
            <p:nvPr/>
          </p:nvSpPr>
          <p:spPr>
            <a:xfrm rot="2700000">
              <a:off x="4411130" y="3299473"/>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7030A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89159" tIns="289158" rIns="289160" bIns="289161" numCol="1" spcCol="1270" anchor="ctr" anchorCtr="0">
              <a:noAutofit/>
            </a:bodyPr>
            <a:lstStyle/>
            <a:p>
              <a:pPr lvl="0" algn="ctr" defTabSz="1111250">
                <a:lnSpc>
                  <a:spcPct val="90000"/>
                </a:lnSpc>
                <a:spcBef>
                  <a:spcPct val="0"/>
                </a:spcBef>
                <a:spcAft>
                  <a:spcPct val="35000"/>
                </a:spcAft>
              </a:pPr>
              <a:endParaRPr lang="id-ID" sz="2500" kern="1200"/>
            </a:p>
          </p:txBody>
        </p:sp>
        <p:sp>
          <p:nvSpPr>
            <p:cNvPr id="69" name="Freeform 68"/>
            <p:cNvSpPr/>
            <p:nvPr/>
          </p:nvSpPr>
          <p:spPr>
            <a:xfrm rot="16532094">
              <a:off x="5930688" y="3964814"/>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289160" tIns="289159" rIns="289159" bIns="289161" numCol="1" spcCol="1270" anchor="ctr" anchorCtr="0">
              <a:noAutofit/>
            </a:bodyPr>
            <a:lstStyle/>
            <a:p>
              <a:pPr lvl="0" algn="ctr" defTabSz="1111250">
                <a:lnSpc>
                  <a:spcPct val="90000"/>
                </a:lnSpc>
                <a:spcBef>
                  <a:spcPct val="0"/>
                </a:spcBef>
                <a:spcAft>
                  <a:spcPct val="35000"/>
                </a:spcAft>
              </a:pPr>
              <a:endParaRPr lang="id-ID" sz="2500" kern="1200"/>
            </a:p>
          </p:txBody>
        </p:sp>
        <p:sp>
          <p:nvSpPr>
            <p:cNvPr id="70" name="Freeform 69"/>
            <p:cNvSpPr/>
            <p:nvPr/>
          </p:nvSpPr>
          <p:spPr>
            <a:xfrm>
              <a:off x="5566962" y="3390796"/>
              <a:ext cx="964533" cy="964534"/>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8269" tIns="208269" rIns="208269" bIns="208269" numCol="1" spcCol="1270" anchor="ctr" anchorCtr="0">
              <a:noAutofit/>
            </a:bodyPr>
            <a:lstStyle/>
            <a:p>
              <a:pPr lvl="0" algn="ctr" defTabSz="2400300">
                <a:lnSpc>
                  <a:spcPct val="90000"/>
                </a:lnSpc>
                <a:spcBef>
                  <a:spcPct val="0"/>
                </a:spcBef>
                <a:spcAft>
                  <a:spcPct val="35000"/>
                </a:spcAft>
              </a:pPr>
              <a:r>
                <a:rPr lang="ar-SA" sz="2800" b="1" u="sng" kern="1200" dirty="0" smtClean="0"/>
                <a:t>تصميم التعليم</a:t>
              </a:r>
              <a:endParaRPr lang="id-ID" sz="2800" b="1" u="sng" kern="1200" dirty="0"/>
            </a:p>
          </p:txBody>
        </p:sp>
      </p:grpSp>
      <p:sp>
        <p:nvSpPr>
          <p:cNvPr id="71" name="Oval 70"/>
          <p:cNvSpPr/>
          <p:nvPr/>
        </p:nvSpPr>
        <p:spPr>
          <a:xfrm>
            <a:off x="1225754" y="3977313"/>
            <a:ext cx="1330392" cy="13303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7030A0"/>
                </a:solidFill>
                <a:latin typeface="Calibri" pitchFamily="34" charset="0"/>
                <a:ea typeface="Roboto" panose="02000000000000000000" pitchFamily="2" charset="0"/>
              </a:rPr>
              <a:t>المنهج</a:t>
            </a:r>
            <a:endParaRPr lang="id-ID" sz="2400" u="sng" dirty="0"/>
          </a:p>
        </p:txBody>
      </p:sp>
      <p:sp>
        <p:nvSpPr>
          <p:cNvPr id="72" name="Oval 71"/>
          <p:cNvSpPr/>
          <p:nvPr/>
        </p:nvSpPr>
        <p:spPr>
          <a:xfrm>
            <a:off x="3192536" y="2556731"/>
            <a:ext cx="1373292" cy="132326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FF0000"/>
                </a:solidFill>
                <a:latin typeface="Calibri" pitchFamily="34" charset="0"/>
                <a:ea typeface="Roboto" panose="02000000000000000000" pitchFamily="2" charset="0"/>
              </a:rPr>
              <a:t>المعلم</a:t>
            </a:r>
            <a:endParaRPr lang="id-ID" sz="2400" u="sng" dirty="0"/>
          </a:p>
        </p:txBody>
      </p:sp>
      <p:sp>
        <p:nvSpPr>
          <p:cNvPr id="73" name="Oval 72"/>
          <p:cNvSpPr/>
          <p:nvPr/>
        </p:nvSpPr>
        <p:spPr>
          <a:xfrm>
            <a:off x="3439035" y="5011446"/>
            <a:ext cx="1315249" cy="131524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400" b="1" u="sng" dirty="0">
                <a:solidFill>
                  <a:srgbClr val="FFC000"/>
                </a:solidFill>
                <a:latin typeface="Calibri" pitchFamily="34" charset="0"/>
                <a:ea typeface="Roboto" panose="02000000000000000000" pitchFamily="2" charset="0"/>
              </a:rPr>
              <a:t>المتعلم</a:t>
            </a:r>
            <a:endParaRPr lang="id-ID" sz="2400" u="sng" dirty="0"/>
          </a:p>
        </p:txBody>
      </p:sp>
      <p:sp>
        <p:nvSpPr>
          <p:cNvPr id="74" name="Title 1"/>
          <p:cNvSpPr txBox="1">
            <a:spLocks/>
          </p:cNvSpPr>
          <p:nvPr/>
        </p:nvSpPr>
        <p:spPr>
          <a:xfrm>
            <a:off x="301241" y="1792138"/>
            <a:ext cx="2891295" cy="36355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ar-SA" b="1" u="sng" dirty="0" smtClean="0">
                <a:solidFill>
                  <a:schemeClr val="tx1"/>
                </a:solidFill>
                <a:latin typeface="+mn-lt"/>
                <a:ea typeface="Roboto" panose="02000000000000000000" pitchFamily="2" charset="0"/>
              </a:rPr>
              <a:t>بعد السبعينات</a:t>
            </a:r>
            <a:endParaRPr lang="en-US" b="1" u="sng" dirty="0">
              <a:solidFill>
                <a:schemeClr val="tx1"/>
              </a:solidFill>
              <a:latin typeface="+mn-lt"/>
              <a:ea typeface="Roboto" panose="02000000000000000000" pitchFamily="2" charset="0"/>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9329878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11"/>
                                        </p:tgtEl>
                                        <p:attrNameLst>
                                          <p:attrName>style.visibility</p:attrName>
                                        </p:attrNameLst>
                                      </p:cBhvr>
                                      <p:to>
                                        <p:strVal val="visible"/>
                                      </p:to>
                                    </p:set>
                                  </p:childTnLst>
                                </p:cTn>
                              </p:par>
                            </p:childTnLst>
                          </p:cTn>
                        </p:par>
                        <p:par>
                          <p:cTn id="7" fill="hold">
                            <p:stCondLst>
                              <p:cond delay="0"/>
                            </p:stCondLst>
                            <p:childTnLst>
                              <p:par>
                                <p:cTn id="8" presetID="10" presetClass="entr" presetSubtype="0" fill="hold" grpId="0" nodeType="afterEffect">
                                  <p:stCondLst>
                                    <p:cond delay="0"/>
                                  </p:stCondLst>
                                  <p:childTnLst>
                                    <p:set>
                                      <p:cBhvr>
                                        <p:cTn id="9" dur="1" fill="hold">
                                          <p:stCondLst>
                                            <p:cond delay="0"/>
                                          </p:stCondLst>
                                        </p:cTn>
                                        <p:tgtEl>
                                          <p:spTgt spid="412"/>
                                        </p:tgtEl>
                                        <p:attrNameLst>
                                          <p:attrName>style.visibility</p:attrName>
                                        </p:attrNameLst>
                                      </p:cBhvr>
                                      <p:to>
                                        <p:strVal val="visible"/>
                                      </p:to>
                                    </p:set>
                                    <p:animEffect transition="in" filter="fade">
                                      <p:cBhvr>
                                        <p:cTn id="10" dur="500"/>
                                        <p:tgtEl>
                                          <p:spTgt spid="412"/>
                                        </p:tgtEl>
                                      </p:cBhvr>
                                    </p:animEffect>
                                  </p:childTnLst>
                                </p:cTn>
                              </p:par>
                              <p:par>
                                <p:cTn id="11" presetID="21" presetClass="entr" presetSubtype="1" fill="hold" nodeType="withEffect">
                                  <p:stCondLst>
                                    <p:cond delay="550"/>
                                  </p:stCondLst>
                                  <p:childTnLst>
                                    <p:set>
                                      <p:cBhvr>
                                        <p:cTn id="12" dur="1" fill="hold">
                                          <p:stCondLst>
                                            <p:cond delay="0"/>
                                          </p:stCondLst>
                                        </p:cTn>
                                        <p:tgtEl>
                                          <p:spTgt spid="17"/>
                                        </p:tgtEl>
                                        <p:attrNameLst>
                                          <p:attrName>style.visibility</p:attrName>
                                        </p:attrNameLst>
                                      </p:cBhvr>
                                      <p:to>
                                        <p:strVal val="visible"/>
                                      </p:to>
                                    </p:set>
                                    <p:animEffect transition="in" filter="wheel(1)">
                                      <p:cBhvr>
                                        <p:cTn id="13" dur="2000"/>
                                        <p:tgtEl>
                                          <p:spTgt spid="17"/>
                                        </p:tgtEl>
                                      </p:cBhvr>
                                    </p:animEffect>
                                  </p:childTnLst>
                                </p:cTn>
                              </p:par>
                            </p:childTnLst>
                          </p:cTn>
                        </p:par>
                        <p:par>
                          <p:cTn id="14" fill="hold">
                            <p:stCondLst>
                              <p:cond delay="2550"/>
                            </p:stCondLst>
                            <p:childTnLst>
                              <p:par>
                                <p:cTn id="15" presetID="10"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par>
                          <p:cTn id="18" fill="hold">
                            <p:stCondLst>
                              <p:cond delay="3050"/>
                            </p:stCondLst>
                            <p:childTnLst>
                              <p:par>
                                <p:cTn id="19" presetID="10" presetClass="entr" presetSubtype="0" fill="hold" grpId="0" nodeType="after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fade">
                                      <p:cBhvr>
                                        <p:cTn id="21" dur="500"/>
                                        <p:tgtEl>
                                          <p:spTgt spid="33"/>
                                        </p:tgtEl>
                                      </p:cBhvr>
                                    </p:animEffect>
                                  </p:childTnLst>
                                </p:cTn>
                              </p:par>
                            </p:childTnLst>
                          </p:cTn>
                        </p:par>
                        <p:par>
                          <p:cTn id="22" fill="hold">
                            <p:stCondLst>
                              <p:cond delay="3550"/>
                            </p:stCondLst>
                            <p:childTnLst>
                              <p:par>
                                <p:cTn id="23" presetID="10"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childTnLst>
                                </p:cTn>
                              </p:par>
                              <p:par>
                                <p:cTn id="26" presetID="21" presetClass="entr" presetSubtype="1" fill="hold" nodeType="withEffect">
                                  <p:stCondLst>
                                    <p:cond delay="550"/>
                                  </p:stCondLst>
                                  <p:childTnLst>
                                    <p:set>
                                      <p:cBhvr>
                                        <p:cTn id="27" dur="1" fill="hold">
                                          <p:stCondLst>
                                            <p:cond delay="0"/>
                                          </p:stCondLst>
                                        </p:cTn>
                                        <p:tgtEl>
                                          <p:spTgt spid="65"/>
                                        </p:tgtEl>
                                        <p:attrNameLst>
                                          <p:attrName>style.visibility</p:attrName>
                                        </p:attrNameLst>
                                      </p:cBhvr>
                                      <p:to>
                                        <p:strVal val="visible"/>
                                      </p:to>
                                    </p:set>
                                    <p:animEffect transition="in" filter="wheel(1)">
                                      <p:cBhvr>
                                        <p:cTn id="28" dur="2000"/>
                                        <p:tgtEl>
                                          <p:spTgt spid="65"/>
                                        </p:tgtEl>
                                      </p:cBhvr>
                                    </p:animEffect>
                                  </p:childTnLst>
                                </p:cTn>
                              </p:par>
                            </p:childTnLst>
                          </p:cTn>
                        </p:par>
                        <p:par>
                          <p:cTn id="29" fill="hold">
                            <p:stCondLst>
                              <p:cond delay="6100"/>
                            </p:stCondLst>
                            <p:childTnLst>
                              <p:par>
                                <p:cTn id="30" presetID="10" presetClass="entr" presetSubtype="0" fill="hold" grpId="0" nodeType="afterEffect">
                                  <p:stCondLst>
                                    <p:cond delay="0"/>
                                  </p:stCondLst>
                                  <p:childTnLst>
                                    <p:set>
                                      <p:cBhvr>
                                        <p:cTn id="31" dur="1" fill="hold">
                                          <p:stCondLst>
                                            <p:cond delay="0"/>
                                          </p:stCondLst>
                                        </p:cTn>
                                        <p:tgtEl>
                                          <p:spTgt spid="74"/>
                                        </p:tgtEl>
                                        <p:attrNameLst>
                                          <p:attrName>style.visibility</p:attrName>
                                        </p:attrNameLst>
                                      </p:cBhvr>
                                      <p:to>
                                        <p:strVal val="visible"/>
                                      </p:to>
                                    </p:set>
                                    <p:animEffect transition="in" filter="fade">
                                      <p:cBhvr>
                                        <p:cTn id="32" dur="500"/>
                                        <p:tgtEl>
                                          <p:spTgt spid="74"/>
                                        </p:tgtEl>
                                      </p:cBhvr>
                                    </p:animEffect>
                                  </p:childTnLst>
                                </p:cTn>
                              </p:par>
                            </p:childTnLst>
                          </p:cTn>
                        </p:par>
                        <p:par>
                          <p:cTn id="33" fill="hold">
                            <p:stCondLst>
                              <p:cond delay="6600"/>
                            </p:stCondLst>
                            <p:childTnLst>
                              <p:par>
                                <p:cTn id="34" presetID="10" presetClass="entr" presetSubtype="0" fill="hold" grpId="0" nodeType="afterEffect">
                                  <p:stCondLst>
                                    <p:cond delay="0"/>
                                  </p:stCondLst>
                                  <p:childTnLst>
                                    <p:set>
                                      <p:cBhvr>
                                        <p:cTn id="35" dur="1" fill="hold">
                                          <p:stCondLst>
                                            <p:cond delay="0"/>
                                          </p:stCondLst>
                                        </p:cTn>
                                        <p:tgtEl>
                                          <p:spTgt spid="71"/>
                                        </p:tgtEl>
                                        <p:attrNameLst>
                                          <p:attrName>style.visibility</p:attrName>
                                        </p:attrNameLst>
                                      </p:cBhvr>
                                      <p:to>
                                        <p:strVal val="visible"/>
                                      </p:to>
                                    </p:set>
                                    <p:animEffect transition="in" filter="fade">
                                      <p:cBhvr>
                                        <p:cTn id="36" dur="500"/>
                                        <p:tgtEl>
                                          <p:spTgt spid="71"/>
                                        </p:tgtEl>
                                      </p:cBhvr>
                                    </p:animEffect>
                                  </p:childTnLst>
                                </p:cTn>
                              </p:par>
                            </p:childTnLst>
                          </p:cTn>
                        </p:par>
                        <p:par>
                          <p:cTn id="37" fill="hold">
                            <p:stCondLst>
                              <p:cond delay="7100"/>
                            </p:stCondLst>
                            <p:childTnLst>
                              <p:par>
                                <p:cTn id="38" presetID="10" presetClass="entr" presetSubtype="0" fill="hold" grpId="0" nodeType="afterEffect">
                                  <p:stCondLst>
                                    <p:cond delay="0"/>
                                  </p:stCondLst>
                                  <p:childTnLst>
                                    <p:set>
                                      <p:cBhvr>
                                        <p:cTn id="39" dur="1" fill="hold">
                                          <p:stCondLst>
                                            <p:cond delay="0"/>
                                          </p:stCondLst>
                                        </p:cTn>
                                        <p:tgtEl>
                                          <p:spTgt spid="72"/>
                                        </p:tgtEl>
                                        <p:attrNameLst>
                                          <p:attrName>style.visibility</p:attrName>
                                        </p:attrNameLst>
                                      </p:cBhvr>
                                      <p:to>
                                        <p:strVal val="visible"/>
                                      </p:to>
                                    </p:set>
                                    <p:animEffect transition="in" filter="fade">
                                      <p:cBhvr>
                                        <p:cTn id="40" dur="500"/>
                                        <p:tgtEl>
                                          <p:spTgt spid="72"/>
                                        </p:tgtEl>
                                      </p:cBhvr>
                                    </p:animEffect>
                                  </p:childTnLst>
                                </p:cTn>
                              </p:par>
                            </p:childTnLst>
                          </p:cTn>
                        </p:par>
                        <p:par>
                          <p:cTn id="41" fill="hold">
                            <p:stCondLst>
                              <p:cond delay="7600"/>
                            </p:stCondLst>
                            <p:childTnLst>
                              <p:par>
                                <p:cTn id="42" presetID="10" presetClass="entr" presetSubtype="0" fill="hold" grpId="0" nodeType="afterEffect">
                                  <p:stCondLst>
                                    <p:cond delay="0"/>
                                  </p:stCondLst>
                                  <p:childTnLst>
                                    <p:set>
                                      <p:cBhvr>
                                        <p:cTn id="43" dur="1" fill="hold">
                                          <p:stCondLst>
                                            <p:cond delay="0"/>
                                          </p:stCondLst>
                                        </p:cTn>
                                        <p:tgtEl>
                                          <p:spTgt spid="73"/>
                                        </p:tgtEl>
                                        <p:attrNameLst>
                                          <p:attrName>style.visibility</p:attrName>
                                        </p:attrNameLst>
                                      </p:cBhvr>
                                      <p:to>
                                        <p:strVal val="visible"/>
                                      </p:to>
                                    </p:set>
                                    <p:animEffect transition="in" filter="fade">
                                      <p:cBhvr>
                                        <p:cTn id="44"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P spid="412" grpId="0"/>
      <p:bldP spid="24" grpId="0" animBg="1"/>
      <p:bldP spid="33" grpId="0" animBg="1"/>
      <p:bldP spid="34" grpId="0" animBg="1"/>
      <p:bldP spid="71" grpId="0" animBg="1"/>
      <p:bldP spid="72" grpId="0" animBg="1"/>
      <p:bldP spid="73" grpId="0" animBg="1"/>
      <p:bldP spid="74"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1" y="1493471"/>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TextBox 9"/>
          <p:cNvSpPr txBox="1"/>
          <p:nvPr/>
        </p:nvSpPr>
        <p:spPr>
          <a:xfrm>
            <a:off x="-1" y="2323529"/>
            <a:ext cx="12191999" cy="998671"/>
          </a:xfrm>
          <a:prstGeom prst="rect">
            <a:avLst/>
          </a:prstGeom>
          <a:noFill/>
        </p:spPr>
        <p:txBody>
          <a:bodyPr wrap="square" rtlCol="0">
            <a:spAutoFit/>
          </a:bodyPr>
          <a:lstStyle/>
          <a:p>
            <a:pPr algn="ctr" rtl="1" fontAlgn="auto">
              <a:lnSpc>
                <a:spcPct val="150000"/>
              </a:lnSpc>
              <a:spcAft>
                <a:spcPts val="0"/>
              </a:spcAft>
            </a:pPr>
            <a:r>
              <a:rPr lang="ar-SA" sz="4400" b="1" u="sng" dirty="0">
                <a:solidFill>
                  <a:schemeClr val="bg1"/>
                </a:solidFill>
              </a:rPr>
              <a:t>الغرض التعليمي وفوائده</a:t>
            </a:r>
            <a:endParaRPr lang="en-US" sz="4400" u="sng" dirty="0">
              <a:solidFill>
                <a:schemeClr val="bg1"/>
              </a:solidFill>
              <a:latin typeface="Calibri Light" panose="020F0302020204030204"/>
            </a:endParaRPr>
          </a:p>
        </p:txBody>
      </p:sp>
      <p:grpSp>
        <p:nvGrpSpPr>
          <p:cNvPr id="12" name="Group 11"/>
          <p:cNvGrpSpPr/>
          <p:nvPr/>
        </p:nvGrpSpPr>
        <p:grpSpPr>
          <a:xfrm>
            <a:off x="2155370" y="1419118"/>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0" y="4084029"/>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TextBox 19"/>
          <p:cNvSpPr txBox="1"/>
          <p:nvPr/>
        </p:nvSpPr>
        <p:spPr>
          <a:xfrm>
            <a:off x="1172309" y="4876973"/>
            <a:ext cx="10259092" cy="574961"/>
          </a:xfrm>
          <a:prstGeom prst="rect">
            <a:avLst/>
          </a:prstGeom>
          <a:noFill/>
        </p:spPr>
        <p:txBody>
          <a:bodyPr wrap="square" rIns="144000" bIns="36000" numCol="1" spcCol="360000">
            <a:spAutoFit/>
          </a:bodyPr>
          <a:lstStyle/>
          <a:p>
            <a:pPr rtl="1"/>
            <a:r>
              <a:rPr lang="ar-SA" sz="3200" b="1" dirty="0"/>
              <a:t>ويمكن تلخيص فوائد التصميم التعليمي بالآتي (الحيلة، 2003: 32-33): </a:t>
            </a:r>
            <a:endParaRPr lang="en-US" sz="3200" b="1" dirty="0"/>
          </a:p>
        </p:txBody>
      </p:sp>
      <p:sp>
        <p:nvSpPr>
          <p:cNvPr id="2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354417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0"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Content Placeholder 7"/>
          <p:cNvSpPr txBox="1">
            <a:spLocks/>
          </p:cNvSpPr>
          <p:nvPr/>
        </p:nvSpPr>
        <p:spPr>
          <a:xfrm>
            <a:off x="2860368" y="119709"/>
            <a:ext cx="6457719"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742950" indent="-742950" algn="ctr" rtl="1" fontAlgn="auto">
              <a:lnSpc>
                <a:spcPct val="150000"/>
              </a:lnSpc>
              <a:spcAft>
                <a:spcPts val="0"/>
              </a:spcAft>
              <a:buFont typeface="+mj-lt"/>
              <a:buAutoNum type="arabicPeriod" startAt="2"/>
            </a:pPr>
            <a:r>
              <a:rPr lang="ar-SA" sz="3600" b="1" u="sng" dirty="0"/>
              <a:t>الغرض التعليمي وفوائده</a:t>
            </a:r>
            <a:endParaRPr lang="en-US" sz="3600" u="sng" dirty="0" smtClean="0">
              <a:solidFill>
                <a:srgbClr val="E7E6E6">
                  <a:lumMod val="50000"/>
                </a:srgbClr>
              </a:solidFill>
              <a:latin typeface="Calibri Light" panose="020F0302020204030204"/>
            </a:endParaRPr>
          </a:p>
        </p:txBody>
      </p:sp>
      <p:cxnSp>
        <p:nvCxnSpPr>
          <p:cNvPr id="19" name="Straight Connector 18"/>
          <p:cNvCxnSpPr/>
          <p:nvPr/>
        </p:nvCxnSpPr>
        <p:spPr>
          <a:xfrm flipH="1">
            <a:off x="6151800" y="1043039"/>
            <a:ext cx="6154" cy="1428453"/>
          </a:xfrm>
          <a:prstGeom prst="line">
            <a:avLst/>
          </a:prstGeom>
          <a:ln w="101600" cmpd="dbl">
            <a:solidFill>
              <a:schemeClr val="bg2">
                <a:lumMod val="75000"/>
              </a:schemeClr>
            </a:solidFill>
            <a:prstDash val="solid"/>
            <a:head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781516" y="2831041"/>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27638"/>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337482" y="2458018"/>
            <a:ext cx="4849585" cy="223889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1" rtl="1"/>
            <a:r>
              <a:rPr lang="ar-SA" sz="3200" dirty="0">
                <a:solidFill>
                  <a:schemeClr val="tx1"/>
                </a:solidFill>
              </a:rPr>
              <a:t>يعمل على توجيه الانتباه نحو الأهداف التعليمية التربوية العامة والأهداف السلوكية الخاصة للمادة التعليمية</a:t>
            </a:r>
            <a:r>
              <a:rPr lang="ar-SA" sz="3200" dirty="0" smtClean="0">
                <a:solidFill>
                  <a:schemeClr val="tx1"/>
                </a:solidFill>
              </a:rPr>
              <a:t>.</a:t>
            </a:r>
            <a:endParaRPr lang="en-US" sz="3200" dirty="0">
              <a:solidFill>
                <a:schemeClr val="tx1"/>
              </a:solidFill>
            </a:endParaRPr>
          </a:p>
        </p:txBody>
      </p:sp>
      <p:sp>
        <p:nvSpPr>
          <p:cNvPr id="48" name="Content Placeholder 2"/>
          <p:cNvSpPr txBox="1">
            <a:spLocks/>
          </p:cNvSpPr>
          <p:nvPr/>
        </p:nvSpPr>
        <p:spPr>
          <a:xfrm>
            <a:off x="7876374" y="4257199"/>
            <a:ext cx="3982998" cy="17742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5B9BD5">
                  <a:lumMod val="75000"/>
                </a:srgbClr>
              </a:buClr>
              <a:defRPr/>
            </a:pPr>
            <a:r>
              <a:rPr lang="ar-SA" sz="3200" dirty="0"/>
              <a:t>يزيد من فرص نجاح المعلم في القيام بتدريس المادة التعليمية.</a:t>
            </a:r>
            <a:endParaRPr lang="id-ID" sz="3200" dirty="0">
              <a:ea typeface="Roboto" panose="02000000000000000000" pitchFamily="2" charset="0"/>
            </a:endParaRPr>
          </a:p>
        </p:txBody>
      </p:sp>
      <p:sp>
        <p:nvSpPr>
          <p:cNvPr id="51" name="Freeform 50"/>
          <p:cNvSpPr/>
          <p:nvPr/>
        </p:nvSpPr>
        <p:spPr>
          <a:xfrm>
            <a:off x="5823178" y="2615426"/>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800" dirty="0" smtClean="0">
                <a:solidFill>
                  <a:srgbClr val="FFC000"/>
                </a:solidFill>
                <a:latin typeface="FontAwesome" pitchFamily="2" charset="0"/>
              </a:rPr>
              <a:t></a:t>
            </a:r>
            <a:endParaRPr lang="id-ID" sz="4800" dirty="0">
              <a:solidFill>
                <a:srgbClr val="FFC000"/>
              </a:solidFill>
              <a:latin typeface="FontAwesome" pitchFamily="2" charset="0"/>
            </a:endParaRPr>
          </a:p>
        </p:txBody>
      </p:sp>
      <p:sp>
        <p:nvSpPr>
          <p:cNvPr id="52" name="Freeform 51"/>
          <p:cNvSpPr/>
          <p:nvPr/>
        </p:nvSpPr>
        <p:spPr>
          <a:xfrm>
            <a:off x="5830245" y="43955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400" dirty="0">
                <a:solidFill>
                  <a:srgbClr val="ED7D31"/>
                </a:solidFill>
                <a:latin typeface="FontAwesome" pitchFamily="2" charset="0"/>
              </a:rPr>
              <a:t></a:t>
            </a:r>
            <a:endParaRPr lang="id-ID" sz="4800" dirty="0">
              <a:solidFill>
                <a:srgbClr val="ED7D31"/>
              </a:solidFill>
              <a:latin typeface="FontAwesome" pitchFamily="2" charset="0"/>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6151800" y="4911184"/>
            <a:ext cx="6154" cy="1946816"/>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9839276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22" presetClass="entr" presetSubtype="1" fill="hold" nodeType="withEffect">
                                  <p:stCondLst>
                                    <p:cond delay="250"/>
                                  </p:stCondLst>
                                  <p:childTnLst>
                                    <p:set>
                                      <p:cBhvr>
                                        <p:cTn id="9" dur="1" fill="hold">
                                          <p:stCondLst>
                                            <p:cond delay="0"/>
                                          </p:stCondLst>
                                        </p:cTn>
                                        <p:tgtEl>
                                          <p:spTgt spid="19"/>
                                        </p:tgtEl>
                                        <p:attrNameLst>
                                          <p:attrName>style.visibility</p:attrName>
                                        </p:attrNameLst>
                                      </p:cBhvr>
                                      <p:to>
                                        <p:strVal val="visible"/>
                                      </p:to>
                                    </p:set>
                                    <p:animEffect transition="in" filter="wipe(up)">
                                      <p:cBhvr>
                                        <p:cTn id="10" dur="500"/>
                                        <p:tgtEl>
                                          <p:spTgt spid="19"/>
                                        </p:tgtEl>
                                      </p:cBhvr>
                                    </p:animEffect>
                                  </p:childTnLst>
                                </p:cTn>
                              </p:par>
                              <p:par>
                                <p:cTn id="11" presetID="53" presetClass="entr" presetSubtype="16" fill="hold" grpId="0" nodeType="withEffect">
                                  <p:stCondLst>
                                    <p:cond delay="750"/>
                                  </p:stCondLst>
                                  <p:childTnLst>
                                    <p:set>
                                      <p:cBhvr>
                                        <p:cTn id="12" dur="1" fill="hold">
                                          <p:stCondLst>
                                            <p:cond delay="0"/>
                                          </p:stCondLst>
                                        </p:cTn>
                                        <p:tgtEl>
                                          <p:spTgt spid="51"/>
                                        </p:tgtEl>
                                        <p:attrNameLst>
                                          <p:attrName>style.visibility</p:attrName>
                                        </p:attrNameLst>
                                      </p:cBhvr>
                                      <p:to>
                                        <p:strVal val="visible"/>
                                      </p:to>
                                    </p:set>
                                    <p:anim calcmode="lin" valueType="num">
                                      <p:cBhvr>
                                        <p:cTn id="13" dur="500" fill="hold"/>
                                        <p:tgtEl>
                                          <p:spTgt spid="51"/>
                                        </p:tgtEl>
                                        <p:attrNameLst>
                                          <p:attrName>ppt_w</p:attrName>
                                        </p:attrNameLst>
                                      </p:cBhvr>
                                      <p:tavLst>
                                        <p:tav tm="0">
                                          <p:val>
                                            <p:fltVal val="0"/>
                                          </p:val>
                                        </p:tav>
                                        <p:tav tm="100000">
                                          <p:val>
                                            <p:strVal val="#ppt_w"/>
                                          </p:val>
                                        </p:tav>
                                      </p:tavLst>
                                    </p:anim>
                                    <p:anim calcmode="lin" valueType="num">
                                      <p:cBhvr>
                                        <p:cTn id="14" dur="500" fill="hold"/>
                                        <p:tgtEl>
                                          <p:spTgt spid="51"/>
                                        </p:tgtEl>
                                        <p:attrNameLst>
                                          <p:attrName>ppt_h</p:attrName>
                                        </p:attrNameLst>
                                      </p:cBhvr>
                                      <p:tavLst>
                                        <p:tav tm="0">
                                          <p:val>
                                            <p:fltVal val="0"/>
                                          </p:val>
                                        </p:tav>
                                        <p:tav tm="100000">
                                          <p:val>
                                            <p:strVal val="#ppt_h"/>
                                          </p:val>
                                        </p:tav>
                                      </p:tavLst>
                                    </p:anim>
                                    <p:animEffect transition="in" filter="fade">
                                      <p:cBhvr>
                                        <p:cTn id="15" dur="500"/>
                                        <p:tgtEl>
                                          <p:spTgt spid="51"/>
                                        </p:tgtEl>
                                      </p:cBhvr>
                                    </p:animEffect>
                                  </p:childTnLst>
                                </p:cTn>
                              </p:par>
                              <p:par>
                                <p:cTn id="16" presetID="22" presetClass="entr" presetSubtype="2" fill="hold" nodeType="withEffect">
                                  <p:stCondLst>
                                    <p:cond delay="1000"/>
                                  </p:stCondLst>
                                  <p:childTnLst>
                                    <p:set>
                                      <p:cBhvr>
                                        <p:cTn id="17" dur="1" fill="hold">
                                          <p:stCondLst>
                                            <p:cond delay="0"/>
                                          </p:stCondLst>
                                        </p:cTn>
                                        <p:tgtEl>
                                          <p:spTgt spid="23"/>
                                        </p:tgtEl>
                                        <p:attrNameLst>
                                          <p:attrName>style.visibility</p:attrName>
                                        </p:attrNameLst>
                                      </p:cBhvr>
                                      <p:to>
                                        <p:strVal val="visible"/>
                                      </p:to>
                                    </p:set>
                                    <p:animEffect transition="in" filter="wipe(right)">
                                      <p:cBhvr>
                                        <p:cTn id="18" dur="500"/>
                                        <p:tgtEl>
                                          <p:spTgt spid="23"/>
                                        </p:tgtEl>
                                      </p:cBhvr>
                                    </p:animEffect>
                                  </p:childTnLst>
                                </p:cTn>
                              </p:par>
                              <p:par>
                                <p:cTn id="19" presetID="22" presetClass="entr" presetSubtype="2" fill="hold" grpId="0" nodeType="withEffect">
                                  <p:stCondLst>
                                    <p:cond delay="1250"/>
                                  </p:stCondLst>
                                  <p:childTnLst>
                                    <p:set>
                                      <p:cBhvr>
                                        <p:cTn id="20" dur="1" fill="hold">
                                          <p:stCondLst>
                                            <p:cond delay="0"/>
                                          </p:stCondLst>
                                        </p:cTn>
                                        <p:tgtEl>
                                          <p:spTgt spid="39"/>
                                        </p:tgtEl>
                                        <p:attrNameLst>
                                          <p:attrName>style.visibility</p:attrName>
                                        </p:attrNameLst>
                                      </p:cBhvr>
                                      <p:to>
                                        <p:strVal val="visible"/>
                                      </p:to>
                                    </p:set>
                                    <p:animEffect transition="in" filter="wipe(right)">
                                      <p:cBhvr>
                                        <p:cTn id="21" dur="500"/>
                                        <p:tgtEl>
                                          <p:spTgt spid="39"/>
                                        </p:tgtEl>
                                      </p:cBhvr>
                                    </p:animEffect>
                                  </p:childTnLst>
                                </p:cTn>
                              </p:par>
                              <p:par>
                                <p:cTn id="22" presetID="22" presetClass="entr" presetSubtype="1" fill="hold" nodeType="withEffect">
                                  <p:stCondLst>
                                    <p:cond delay="1750"/>
                                  </p:stCondLst>
                                  <p:childTnLst>
                                    <p:set>
                                      <p:cBhvr>
                                        <p:cTn id="23" dur="1" fill="hold">
                                          <p:stCondLst>
                                            <p:cond delay="0"/>
                                          </p:stCondLst>
                                        </p:cTn>
                                        <p:tgtEl>
                                          <p:spTgt spid="26"/>
                                        </p:tgtEl>
                                        <p:attrNameLst>
                                          <p:attrName>style.visibility</p:attrName>
                                        </p:attrNameLst>
                                      </p:cBhvr>
                                      <p:to>
                                        <p:strVal val="visible"/>
                                      </p:to>
                                    </p:set>
                                    <p:animEffect transition="in" filter="wipe(up)">
                                      <p:cBhvr>
                                        <p:cTn id="24" dur="500"/>
                                        <p:tgtEl>
                                          <p:spTgt spid="26"/>
                                        </p:tgtEl>
                                      </p:cBhvr>
                                    </p:animEffect>
                                  </p:childTnLst>
                                </p:cTn>
                              </p:par>
                              <p:par>
                                <p:cTn id="25" presetID="53" presetClass="entr" presetSubtype="16" fill="hold" grpId="0" nodeType="withEffect">
                                  <p:stCondLst>
                                    <p:cond delay="2000"/>
                                  </p:stCondLst>
                                  <p:childTnLst>
                                    <p:set>
                                      <p:cBhvr>
                                        <p:cTn id="26" dur="1" fill="hold">
                                          <p:stCondLst>
                                            <p:cond delay="0"/>
                                          </p:stCondLst>
                                        </p:cTn>
                                        <p:tgtEl>
                                          <p:spTgt spid="52"/>
                                        </p:tgtEl>
                                        <p:attrNameLst>
                                          <p:attrName>style.visibility</p:attrName>
                                        </p:attrNameLst>
                                      </p:cBhvr>
                                      <p:to>
                                        <p:strVal val="visible"/>
                                      </p:to>
                                    </p:set>
                                    <p:anim calcmode="lin" valueType="num">
                                      <p:cBhvr>
                                        <p:cTn id="27" dur="500" fill="hold"/>
                                        <p:tgtEl>
                                          <p:spTgt spid="52"/>
                                        </p:tgtEl>
                                        <p:attrNameLst>
                                          <p:attrName>ppt_w</p:attrName>
                                        </p:attrNameLst>
                                      </p:cBhvr>
                                      <p:tavLst>
                                        <p:tav tm="0">
                                          <p:val>
                                            <p:fltVal val="0"/>
                                          </p:val>
                                        </p:tav>
                                        <p:tav tm="100000">
                                          <p:val>
                                            <p:strVal val="#ppt_w"/>
                                          </p:val>
                                        </p:tav>
                                      </p:tavLst>
                                    </p:anim>
                                    <p:anim calcmode="lin" valueType="num">
                                      <p:cBhvr>
                                        <p:cTn id="28" dur="500" fill="hold"/>
                                        <p:tgtEl>
                                          <p:spTgt spid="52"/>
                                        </p:tgtEl>
                                        <p:attrNameLst>
                                          <p:attrName>ppt_h</p:attrName>
                                        </p:attrNameLst>
                                      </p:cBhvr>
                                      <p:tavLst>
                                        <p:tav tm="0">
                                          <p:val>
                                            <p:fltVal val="0"/>
                                          </p:val>
                                        </p:tav>
                                        <p:tav tm="100000">
                                          <p:val>
                                            <p:strVal val="#ppt_h"/>
                                          </p:val>
                                        </p:tav>
                                      </p:tavLst>
                                    </p:anim>
                                    <p:animEffect transition="in" filter="fade">
                                      <p:cBhvr>
                                        <p:cTn id="29" dur="500"/>
                                        <p:tgtEl>
                                          <p:spTgt spid="52"/>
                                        </p:tgtEl>
                                      </p:cBhvr>
                                    </p:animEffect>
                                  </p:childTnLst>
                                </p:cTn>
                              </p:par>
                              <p:par>
                                <p:cTn id="30" presetID="22" presetClass="entr" presetSubtype="8" fill="hold" nodeType="withEffect">
                                  <p:stCondLst>
                                    <p:cond delay="2500"/>
                                  </p:stCondLst>
                                  <p:childTnLst>
                                    <p:set>
                                      <p:cBhvr>
                                        <p:cTn id="31" dur="1" fill="hold">
                                          <p:stCondLst>
                                            <p:cond delay="0"/>
                                          </p:stCondLst>
                                        </p:cTn>
                                        <p:tgtEl>
                                          <p:spTgt spid="32"/>
                                        </p:tgtEl>
                                        <p:attrNameLst>
                                          <p:attrName>style.visibility</p:attrName>
                                        </p:attrNameLst>
                                      </p:cBhvr>
                                      <p:to>
                                        <p:strVal val="visible"/>
                                      </p:to>
                                    </p:set>
                                    <p:animEffect transition="in" filter="wipe(left)">
                                      <p:cBhvr>
                                        <p:cTn id="32" dur="500"/>
                                        <p:tgtEl>
                                          <p:spTgt spid="32"/>
                                        </p:tgtEl>
                                      </p:cBhvr>
                                    </p:animEffect>
                                  </p:childTnLst>
                                </p:cTn>
                              </p:par>
                              <p:par>
                                <p:cTn id="33" presetID="22" presetClass="entr" presetSubtype="8" fill="hold" grpId="0" nodeType="withEffect">
                                  <p:stCondLst>
                                    <p:cond delay="2750"/>
                                  </p:stCondLst>
                                  <p:childTnLst>
                                    <p:set>
                                      <p:cBhvr>
                                        <p:cTn id="34" dur="1" fill="hold">
                                          <p:stCondLst>
                                            <p:cond delay="0"/>
                                          </p:stCondLst>
                                        </p:cTn>
                                        <p:tgtEl>
                                          <p:spTgt spid="48"/>
                                        </p:tgtEl>
                                        <p:attrNameLst>
                                          <p:attrName>style.visibility</p:attrName>
                                        </p:attrNameLst>
                                      </p:cBhvr>
                                      <p:to>
                                        <p:strVal val="visible"/>
                                      </p:to>
                                    </p:set>
                                    <p:animEffect transition="in" filter="wipe(left)">
                                      <p:cBhvr>
                                        <p:cTn id="35" dur="500"/>
                                        <p:tgtEl>
                                          <p:spTgt spid="48"/>
                                        </p:tgtEl>
                                      </p:cBhvr>
                                    </p:animEffect>
                                  </p:childTnLst>
                                </p:cTn>
                              </p:par>
                              <p:par>
                                <p:cTn id="36" presetID="22" presetClass="entr" presetSubtype="1" fill="hold" nodeType="withEffect">
                                  <p:stCondLst>
                                    <p:cond delay="2750"/>
                                  </p:stCondLst>
                                  <p:childTnLst>
                                    <p:set>
                                      <p:cBhvr>
                                        <p:cTn id="37" dur="1" fill="hold">
                                          <p:stCondLst>
                                            <p:cond delay="0"/>
                                          </p:stCondLst>
                                        </p:cTn>
                                        <p:tgtEl>
                                          <p:spTgt spid="27"/>
                                        </p:tgtEl>
                                        <p:attrNameLst>
                                          <p:attrName>style.visibility</p:attrName>
                                        </p:attrNameLst>
                                      </p:cBhvr>
                                      <p:to>
                                        <p:strVal val="visible"/>
                                      </p:to>
                                    </p:set>
                                    <p:animEffect transition="in" filter="wipe(up)">
                                      <p:cBhvr>
                                        <p:cTn id="38"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39" grpId="0"/>
      <p:bldP spid="48" grpId="0"/>
      <p:bldP spid="51" grpId="0"/>
      <p:bldP spid="52"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556472" y="1114168"/>
            <a:ext cx="4501840" cy="2180842"/>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1" rtl="1"/>
            <a:r>
              <a:rPr lang="ar-SA" sz="2800" dirty="0">
                <a:solidFill>
                  <a:schemeClr val="tx1"/>
                </a:solidFill>
              </a:rPr>
              <a:t>توفير الوقت والجهد من خلال التخطيط والتصميم المسبق واستعمال الطرق التعليمية الفعالة التي تؤدي إلى تحقيق الأهداف المراد تحقيقها.</a:t>
            </a:r>
            <a:endParaRPr lang="en-US" sz="2800" dirty="0">
              <a:solidFill>
                <a:schemeClr val="tx1"/>
              </a:solidFill>
            </a:endParaRPr>
          </a:p>
        </p:txBody>
      </p:sp>
      <p:sp>
        <p:nvSpPr>
          <p:cNvPr id="53" name="Content Placeholder 2"/>
          <p:cNvSpPr txBox="1">
            <a:spLocks/>
          </p:cNvSpPr>
          <p:nvPr/>
        </p:nvSpPr>
        <p:spPr>
          <a:xfrm>
            <a:off x="7850974" y="2742472"/>
            <a:ext cx="398299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buClr>
                <a:srgbClr val="5B9BD5">
                  <a:lumMod val="75000"/>
                </a:srgbClr>
              </a:buClr>
              <a:defRPr/>
            </a:pPr>
            <a:r>
              <a:rPr lang="ar-SA" sz="3200" dirty="0"/>
              <a:t>تسهيل الاتصال والتفاعل بين مصممي البرامج التعليمية.</a:t>
            </a:r>
            <a:endParaRPr lang="id-ID" sz="3200"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a:solidFill>
                  <a:srgbClr val="FF0000"/>
                </a:solidFill>
                <a:latin typeface="FontAwesome" pitchFamily="2" charset="0"/>
              </a:rPr>
              <a:t></a:t>
            </a: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a:solidFill>
                  <a:srgbClr val="7030A0"/>
                </a:solidFill>
                <a:latin typeface="FontAwesome" pitchFamily="2" charset="0"/>
              </a:rPr>
              <a:t></a:t>
            </a:r>
            <a:endParaRPr lang="id-ID" sz="4400" dirty="0">
              <a:solidFill>
                <a:srgbClr val="7030A0"/>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53348" y="4887434"/>
            <a:ext cx="452368" cy="830997"/>
          </a:xfrm>
          <a:prstGeom prst="rect">
            <a:avLst/>
          </a:prstGeom>
        </p:spPr>
        <p:txBody>
          <a:bodyPr wrap="none">
            <a:spAutoFit/>
          </a:bodyPr>
          <a:lstStyle/>
          <a:p>
            <a:pPr algn="ctr" fontAlgn="auto">
              <a:spcBef>
                <a:spcPts val="0"/>
              </a:spcBef>
              <a:spcAft>
                <a:spcPts val="0"/>
              </a:spcAft>
            </a:pPr>
            <a:r>
              <a:rPr lang="id-ID" sz="4800" dirty="0">
                <a:solidFill>
                  <a:srgbClr val="5B9BD5"/>
                </a:solidFill>
                <a:latin typeface="FontAwesome" pitchFamily="2" charset="0"/>
                <a:cs typeface="+mn-cs"/>
              </a:rPr>
              <a:t></a:t>
            </a:r>
            <a:endParaRPr lang="id-ID" sz="4800" dirty="0">
              <a:solidFill>
                <a:srgbClr val="5B9BD5"/>
              </a:solidFill>
              <a:latin typeface="Calibri" panose="020F0502020204030204"/>
              <a:cs typeface="+mn-cs"/>
            </a:endParaRPr>
          </a:p>
        </p:txBody>
      </p:sp>
      <p:cxnSp>
        <p:nvCxnSpPr>
          <p:cNvPr id="58" name="Straight Connector 57"/>
          <p:cNvCxnSpPr/>
          <p:nvPr/>
        </p:nvCxnSpPr>
        <p:spPr>
          <a:xfrm>
            <a:off x="4872886"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391886" y="4887434"/>
            <a:ext cx="4282087" cy="145126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buClr>
                <a:srgbClr val="5B9BD5">
                  <a:lumMod val="75000"/>
                </a:srgbClr>
              </a:buClr>
              <a:defRPr/>
            </a:pPr>
            <a:r>
              <a:rPr lang="ar-SA" sz="3200" dirty="0"/>
              <a:t>التقليل من التوتر بين المعلمين من جراء التخبط في اتباع الطرق التعليمية العشوائية. </a:t>
            </a:r>
            <a:endParaRPr lang="id-ID" sz="3200"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5031184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80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500"/>
                                        <p:tgtEl>
                                          <p:spTgt spid="44"/>
                                        </p:tgtEl>
                                      </p:cBhvr>
                                    </p:animEffect>
                                  </p:childTnLst>
                                </p:cTn>
                              </p:par>
                              <p:par>
                                <p:cTn id="8" presetID="53" presetClass="entr" presetSubtype="16" fill="hold" grpId="0" nodeType="withEffect">
                                  <p:stCondLst>
                                    <p:cond delay="13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2" fill="hold" nodeType="withEffect">
                                  <p:stCondLst>
                                    <p:cond delay="1800"/>
                                  </p:stCondLst>
                                  <p:childTnLst>
                                    <p:set>
                                      <p:cBhvr>
                                        <p:cTn id="14" dur="1" fill="hold">
                                          <p:stCondLst>
                                            <p:cond delay="0"/>
                                          </p:stCondLst>
                                        </p:cTn>
                                        <p:tgtEl>
                                          <p:spTgt spid="45"/>
                                        </p:tgtEl>
                                        <p:attrNameLst>
                                          <p:attrName>style.visibility</p:attrName>
                                        </p:attrNameLst>
                                      </p:cBhvr>
                                      <p:to>
                                        <p:strVal val="visible"/>
                                      </p:to>
                                    </p:set>
                                    <p:animEffect transition="in" filter="wipe(right)">
                                      <p:cBhvr>
                                        <p:cTn id="15" dur="500"/>
                                        <p:tgtEl>
                                          <p:spTgt spid="45"/>
                                        </p:tgtEl>
                                      </p:cBhvr>
                                    </p:animEffect>
                                  </p:childTnLst>
                                </p:cTn>
                              </p:par>
                              <p:par>
                                <p:cTn id="16" presetID="22" presetClass="entr" presetSubtype="2" fill="hold" grpId="0" nodeType="withEffect">
                                  <p:stCondLst>
                                    <p:cond delay="2300"/>
                                  </p:stCondLst>
                                  <p:childTnLst>
                                    <p:set>
                                      <p:cBhvr>
                                        <p:cTn id="17" dur="1" fill="hold">
                                          <p:stCondLst>
                                            <p:cond delay="0"/>
                                          </p:stCondLst>
                                        </p:cTn>
                                        <p:tgtEl>
                                          <p:spTgt spid="47"/>
                                        </p:tgtEl>
                                        <p:attrNameLst>
                                          <p:attrName>style.visibility</p:attrName>
                                        </p:attrNameLst>
                                      </p:cBhvr>
                                      <p:to>
                                        <p:strVal val="visible"/>
                                      </p:to>
                                    </p:set>
                                    <p:animEffect transition="in" filter="wipe(right)">
                                      <p:cBhvr>
                                        <p:cTn id="18" dur="600"/>
                                        <p:tgtEl>
                                          <p:spTgt spid="47"/>
                                        </p:tgtEl>
                                      </p:cBhvr>
                                    </p:animEffect>
                                  </p:childTnLst>
                                </p:cTn>
                              </p:par>
                              <p:par>
                                <p:cTn id="19" presetID="22" presetClass="entr" presetSubtype="1" fill="hold" nodeType="withEffect">
                                  <p:stCondLst>
                                    <p:cond delay="3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700"/>
                                        <p:tgtEl>
                                          <p:spTgt spid="56"/>
                                        </p:tgtEl>
                                      </p:cBhvr>
                                    </p:animEffect>
                                  </p:childTnLst>
                                </p:cTn>
                              </p:par>
                              <p:par>
                                <p:cTn id="22" presetID="53" presetClass="entr" presetSubtype="16" fill="hold" grpId="0" nodeType="withEffect">
                                  <p:stCondLst>
                                    <p:cond delay="36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8" fill="hold" nodeType="withEffect">
                                  <p:stCondLst>
                                    <p:cond delay="4100"/>
                                  </p:stCondLst>
                                  <p:childTnLst>
                                    <p:set>
                                      <p:cBhvr>
                                        <p:cTn id="28" dur="1" fill="hold">
                                          <p:stCondLst>
                                            <p:cond delay="0"/>
                                          </p:stCondLst>
                                        </p:cTn>
                                        <p:tgtEl>
                                          <p:spTgt spid="46"/>
                                        </p:tgtEl>
                                        <p:attrNameLst>
                                          <p:attrName>style.visibility</p:attrName>
                                        </p:attrNameLst>
                                      </p:cBhvr>
                                      <p:to>
                                        <p:strVal val="visible"/>
                                      </p:to>
                                    </p:set>
                                    <p:animEffect transition="in" filter="wipe(left)">
                                      <p:cBhvr>
                                        <p:cTn id="29" dur="400"/>
                                        <p:tgtEl>
                                          <p:spTgt spid="46"/>
                                        </p:tgtEl>
                                      </p:cBhvr>
                                    </p:animEffect>
                                  </p:childTnLst>
                                </p:cTn>
                              </p:par>
                              <p:par>
                                <p:cTn id="30" presetID="22" presetClass="entr" presetSubtype="8" fill="hold" grpId="0" nodeType="withEffect">
                                  <p:stCondLst>
                                    <p:cond delay="4500"/>
                                  </p:stCondLst>
                                  <p:childTnLst>
                                    <p:set>
                                      <p:cBhvr>
                                        <p:cTn id="31" dur="1" fill="hold">
                                          <p:stCondLst>
                                            <p:cond delay="0"/>
                                          </p:stCondLst>
                                        </p:cTn>
                                        <p:tgtEl>
                                          <p:spTgt spid="53"/>
                                        </p:tgtEl>
                                        <p:attrNameLst>
                                          <p:attrName>style.visibility</p:attrName>
                                        </p:attrNameLst>
                                      </p:cBhvr>
                                      <p:to>
                                        <p:strVal val="visible"/>
                                      </p:to>
                                    </p:set>
                                    <p:animEffect transition="in" filter="wipe(left)">
                                      <p:cBhvr>
                                        <p:cTn id="32" dur="700"/>
                                        <p:tgtEl>
                                          <p:spTgt spid="53"/>
                                        </p:tgtEl>
                                      </p:cBhvr>
                                    </p:animEffect>
                                  </p:childTnLst>
                                </p:cTn>
                              </p:par>
                              <p:par>
                                <p:cTn id="33" presetID="22" presetClass="entr" presetSubtype="1" fill="hold" nodeType="withEffect">
                                  <p:stCondLst>
                                    <p:cond delay="5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700"/>
                                        <p:tgtEl>
                                          <p:spTgt spid="57"/>
                                        </p:tgtEl>
                                      </p:cBhvr>
                                    </p:animEffect>
                                  </p:childTnLst>
                                </p:cTn>
                              </p:par>
                              <p:par>
                                <p:cTn id="36" presetID="53" presetClass="entr" presetSubtype="16" fill="hold" grpId="0" nodeType="withEffect">
                                  <p:stCondLst>
                                    <p:cond delay="56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2" fill="hold" nodeType="withEffect">
                                  <p:stCondLst>
                                    <p:cond delay="6100"/>
                                  </p:stCondLst>
                                  <p:childTnLst>
                                    <p:set>
                                      <p:cBhvr>
                                        <p:cTn id="42" dur="1" fill="hold">
                                          <p:stCondLst>
                                            <p:cond delay="0"/>
                                          </p:stCondLst>
                                        </p:cTn>
                                        <p:tgtEl>
                                          <p:spTgt spid="58"/>
                                        </p:tgtEl>
                                        <p:attrNameLst>
                                          <p:attrName>style.visibility</p:attrName>
                                        </p:attrNameLst>
                                      </p:cBhvr>
                                      <p:to>
                                        <p:strVal val="visible"/>
                                      </p:to>
                                    </p:set>
                                    <p:animEffect transition="in" filter="wipe(right)">
                                      <p:cBhvr>
                                        <p:cTn id="43" dur="500"/>
                                        <p:tgtEl>
                                          <p:spTgt spid="58"/>
                                        </p:tgtEl>
                                      </p:cBhvr>
                                    </p:animEffect>
                                  </p:childTnLst>
                                </p:cTn>
                              </p:par>
                              <p:par>
                                <p:cTn id="44" presetID="22" presetClass="entr" presetSubtype="2" fill="hold" grpId="0" nodeType="withEffect">
                                  <p:stCondLst>
                                    <p:cond delay="6700"/>
                                  </p:stCondLst>
                                  <p:childTnLst>
                                    <p:set>
                                      <p:cBhvr>
                                        <p:cTn id="45" dur="1" fill="hold">
                                          <p:stCondLst>
                                            <p:cond delay="0"/>
                                          </p:stCondLst>
                                        </p:cTn>
                                        <p:tgtEl>
                                          <p:spTgt spid="59"/>
                                        </p:tgtEl>
                                        <p:attrNameLst>
                                          <p:attrName>style.visibility</p:attrName>
                                        </p:attrNameLst>
                                      </p:cBhvr>
                                      <p:to>
                                        <p:strVal val="visible"/>
                                      </p:to>
                                    </p:set>
                                    <p:animEffect transition="in" filter="wipe(right)">
                                      <p:cBhvr>
                                        <p:cTn id="46" dur="600"/>
                                        <p:tgtEl>
                                          <p:spTgt spid="59"/>
                                        </p:tgtEl>
                                      </p:cBhvr>
                                    </p:animEffect>
                                  </p:childTnLst>
                                </p:cTn>
                              </p:par>
                              <p:par>
                                <p:cTn id="47" presetID="22" presetClass="entr" presetSubtype="1" fill="hold" nodeType="withEffect">
                                  <p:stCondLst>
                                    <p:cond delay="72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8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ubtitle 2"/>
          <p:cNvSpPr txBox="1">
            <a:spLocks/>
          </p:cNvSpPr>
          <p:nvPr/>
        </p:nvSpPr>
        <p:spPr>
          <a:xfrm>
            <a:off x="11670686" y="6304132"/>
            <a:ext cx="377372" cy="313932"/>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fontAlgn="auto">
              <a:spcAft>
                <a:spcPts val="0"/>
              </a:spcAft>
            </a:pPr>
            <a:fld id="{5BC7B3C4-688C-4C03-84C4-F5EEB57CAA43}" type="slidenum">
              <a:rPr lang="id-ID" sz="1600" smtClean="0">
                <a:solidFill>
                  <a:prstClr val="white">
                    <a:lumMod val="95000"/>
                  </a:prstClr>
                </a:solidFill>
                <a:latin typeface="Calibri Light" panose="020F0302020204030204"/>
              </a:rPr>
              <a:pPr fontAlgn="auto">
                <a:spcAft>
                  <a:spcPts val="0"/>
                </a:spcAft>
              </a:pPr>
              <a:t>151</a:t>
            </a:fld>
            <a:endParaRPr lang="en-US" sz="1600" dirty="0">
              <a:solidFill>
                <a:prstClr val="white">
                  <a:lumMod val="95000"/>
                </a:prstClr>
              </a:solidFill>
              <a:latin typeface="Calibri Light" panose="020F0302020204030204"/>
            </a:endParaRPr>
          </a:p>
        </p:txBody>
      </p:sp>
      <p:sp>
        <p:nvSpPr>
          <p:cNvPr id="17" name="Content Placeholder 7"/>
          <p:cNvSpPr txBox="1">
            <a:spLocks/>
          </p:cNvSpPr>
          <p:nvPr/>
        </p:nvSpPr>
        <p:spPr>
          <a:xfrm>
            <a:off x="2867140" y="298191"/>
            <a:ext cx="6457719"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742950" lvl="0" indent="-742950" rtl="1">
              <a:buFont typeface="+mj-lt"/>
              <a:buAutoNum type="arabicPeriod" startAt="3"/>
            </a:pPr>
            <a:r>
              <a:rPr lang="ar-SA" sz="3600" b="1" u="sng" dirty="0"/>
              <a:t>أهمية التصميم التعليمي وعناصره</a:t>
            </a:r>
            <a:endParaRPr lang="en-US" sz="3600" u="sng" dirty="0"/>
          </a:p>
        </p:txBody>
      </p:sp>
      <p:cxnSp>
        <p:nvCxnSpPr>
          <p:cNvPr id="19" name="Straight Connector 18"/>
          <p:cNvCxnSpPr/>
          <p:nvPr/>
        </p:nvCxnSpPr>
        <p:spPr>
          <a:xfrm flipH="1">
            <a:off x="6151800" y="2093493"/>
            <a:ext cx="6154" cy="377999"/>
          </a:xfrm>
          <a:prstGeom prst="line">
            <a:avLst/>
          </a:prstGeom>
          <a:ln w="101600" cmpd="dbl">
            <a:solidFill>
              <a:schemeClr val="bg2">
                <a:lumMod val="75000"/>
              </a:schemeClr>
            </a:solidFill>
            <a:prstDash val="solid"/>
            <a:head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781516" y="2831041"/>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27638"/>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337482" y="2458018"/>
            <a:ext cx="4849585" cy="223889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1" rtl="1"/>
            <a:r>
              <a:rPr lang="ar-SA" sz="3200" dirty="0">
                <a:solidFill>
                  <a:schemeClr val="tx1"/>
                </a:solidFill>
              </a:rPr>
              <a:t>تعمل على تحسين الممارسات التربوية من خلال استعمال نظريات تعليمية أثناء القيام بعملية التعليم.</a:t>
            </a:r>
            <a:endParaRPr lang="en-US" sz="3200" dirty="0">
              <a:solidFill>
                <a:schemeClr val="tx1"/>
              </a:solidFill>
            </a:endParaRPr>
          </a:p>
        </p:txBody>
      </p:sp>
      <p:sp>
        <p:nvSpPr>
          <p:cNvPr id="48" name="Content Placeholder 2"/>
          <p:cNvSpPr txBox="1">
            <a:spLocks/>
          </p:cNvSpPr>
          <p:nvPr/>
        </p:nvSpPr>
        <p:spPr>
          <a:xfrm>
            <a:off x="7479425" y="4224831"/>
            <a:ext cx="3982998" cy="177428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a:r>
              <a:rPr lang="ar-SA" sz="3200" dirty="0"/>
              <a:t>إيجاد علاقة بين المبادئ النظرية والتطبيقية في المواقف التعليمية.</a:t>
            </a:r>
            <a:endParaRPr lang="en-US" sz="3200" dirty="0"/>
          </a:p>
        </p:txBody>
      </p:sp>
      <p:sp>
        <p:nvSpPr>
          <p:cNvPr id="51" name="Freeform 50"/>
          <p:cNvSpPr/>
          <p:nvPr/>
        </p:nvSpPr>
        <p:spPr>
          <a:xfrm>
            <a:off x="5823178" y="2615426"/>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800" dirty="0" smtClean="0">
                <a:solidFill>
                  <a:srgbClr val="FFC000"/>
                </a:solidFill>
                <a:latin typeface="FontAwesome" pitchFamily="2" charset="0"/>
              </a:rPr>
              <a:t></a:t>
            </a:r>
            <a:endParaRPr lang="id-ID" sz="4800" dirty="0">
              <a:solidFill>
                <a:srgbClr val="FFC000"/>
              </a:solidFill>
              <a:latin typeface="FontAwesome" pitchFamily="2" charset="0"/>
            </a:endParaRPr>
          </a:p>
        </p:txBody>
      </p:sp>
      <p:sp>
        <p:nvSpPr>
          <p:cNvPr id="52" name="Freeform 51"/>
          <p:cNvSpPr/>
          <p:nvPr/>
        </p:nvSpPr>
        <p:spPr>
          <a:xfrm>
            <a:off x="5830245" y="43955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400" dirty="0">
                <a:solidFill>
                  <a:srgbClr val="ED7D31"/>
                </a:solidFill>
                <a:latin typeface="FontAwesome" pitchFamily="2" charset="0"/>
              </a:rPr>
              <a:t></a:t>
            </a:r>
            <a:endParaRPr lang="id-ID" sz="4800" dirty="0">
              <a:solidFill>
                <a:srgbClr val="ED7D31"/>
              </a:solidFill>
              <a:latin typeface="FontAwesome" pitchFamily="2" charset="0"/>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157954" y="4911184"/>
            <a:ext cx="0" cy="1946816"/>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sp>
        <p:nvSpPr>
          <p:cNvPr id="25" name="Title 1"/>
          <p:cNvSpPr txBox="1">
            <a:spLocks/>
          </p:cNvSpPr>
          <p:nvPr/>
        </p:nvSpPr>
        <p:spPr>
          <a:xfrm>
            <a:off x="1471565" y="1207852"/>
            <a:ext cx="9909450" cy="475512"/>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rtl="1"/>
            <a:r>
              <a:rPr lang="ar-SA" b="1" dirty="0">
                <a:solidFill>
                  <a:srgbClr val="1B6AA3"/>
                </a:solidFill>
              </a:rPr>
              <a:t>وتكمن أهمية التصميم التعليمي في العملية التعليمية التعلمية بالآتي:</a:t>
            </a:r>
            <a:endParaRPr lang="en-US" b="1" dirty="0">
              <a:solidFill>
                <a:srgbClr val="1B6AA3"/>
              </a:solidFill>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12537466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par>
                                <p:cTn id="11" presetID="22" presetClass="entr" presetSubtype="1" fill="hold" nodeType="withEffect">
                                  <p:stCondLst>
                                    <p:cond delay="120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700"/>
                                        <p:tgtEl>
                                          <p:spTgt spid="19"/>
                                        </p:tgtEl>
                                      </p:cBhvr>
                                    </p:animEffect>
                                  </p:childTnLst>
                                </p:cTn>
                              </p:par>
                              <p:par>
                                <p:cTn id="14" presetID="53" presetClass="entr" presetSubtype="16" fill="hold" grpId="0" nodeType="withEffect">
                                  <p:stCondLst>
                                    <p:cond delay="1900"/>
                                  </p:stCondLst>
                                  <p:childTnLst>
                                    <p:set>
                                      <p:cBhvr>
                                        <p:cTn id="15" dur="1" fill="hold">
                                          <p:stCondLst>
                                            <p:cond delay="0"/>
                                          </p:stCondLst>
                                        </p:cTn>
                                        <p:tgtEl>
                                          <p:spTgt spid="51"/>
                                        </p:tgtEl>
                                        <p:attrNameLst>
                                          <p:attrName>style.visibility</p:attrName>
                                        </p:attrNameLst>
                                      </p:cBhvr>
                                      <p:to>
                                        <p:strVal val="visible"/>
                                      </p:to>
                                    </p:set>
                                    <p:anim calcmode="lin" valueType="num">
                                      <p:cBhvr>
                                        <p:cTn id="16" dur="500" fill="hold"/>
                                        <p:tgtEl>
                                          <p:spTgt spid="51"/>
                                        </p:tgtEl>
                                        <p:attrNameLst>
                                          <p:attrName>ppt_w</p:attrName>
                                        </p:attrNameLst>
                                      </p:cBhvr>
                                      <p:tavLst>
                                        <p:tav tm="0">
                                          <p:val>
                                            <p:fltVal val="0"/>
                                          </p:val>
                                        </p:tav>
                                        <p:tav tm="100000">
                                          <p:val>
                                            <p:strVal val="#ppt_w"/>
                                          </p:val>
                                        </p:tav>
                                      </p:tavLst>
                                    </p:anim>
                                    <p:anim calcmode="lin" valueType="num">
                                      <p:cBhvr>
                                        <p:cTn id="17" dur="500" fill="hold"/>
                                        <p:tgtEl>
                                          <p:spTgt spid="51"/>
                                        </p:tgtEl>
                                        <p:attrNameLst>
                                          <p:attrName>ppt_h</p:attrName>
                                        </p:attrNameLst>
                                      </p:cBhvr>
                                      <p:tavLst>
                                        <p:tav tm="0">
                                          <p:val>
                                            <p:fltVal val="0"/>
                                          </p:val>
                                        </p:tav>
                                        <p:tav tm="100000">
                                          <p:val>
                                            <p:strVal val="#ppt_h"/>
                                          </p:val>
                                        </p:tav>
                                      </p:tavLst>
                                    </p:anim>
                                    <p:animEffect transition="in" filter="fade">
                                      <p:cBhvr>
                                        <p:cTn id="18" dur="500"/>
                                        <p:tgtEl>
                                          <p:spTgt spid="51"/>
                                        </p:tgtEl>
                                      </p:cBhvr>
                                    </p:animEffect>
                                  </p:childTnLst>
                                </p:cTn>
                              </p:par>
                              <p:par>
                                <p:cTn id="19" presetID="22" presetClass="entr" presetSubtype="2" fill="hold" nodeType="withEffect">
                                  <p:stCondLst>
                                    <p:cond delay="2300"/>
                                  </p:stCondLst>
                                  <p:childTnLst>
                                    <p:set>
                                      <p:cBhvr>
                                        <p:cTn id="20" dur="1" fill="hold">
                                          <p:stCondLst>
                                            <p:cond delay="0"/>
                                          </p:stCondLst>
                                        </p:cTn>
                                        <p:tgtEl>
                                          <p:spTgt spid="23"/>
                                        </p:tgtEl>
                                        <p:attrNameLst>
                                          <p:attrName>style.visibility</p:attrName>
                                        </p:attrNameLst>
                                      </p:cBhvr>
                                      <p:to>
                                        <p:strVal val="visible"/>
                                      </p:to>
                                    </p:set>
                                    <p:animEffect transition="in" filter="wipe(right)">
                                      <p:cBhvr>
                                        <p:cTn id="21" dur="500"/>
                                        <p:tgtEl>
                                          <p:spTgt spid="23"/>
                                        </p:tgtEl>
                                      </p:cBhvr>
                                    </p:animEffect>
                                  </p:childTnLst>
                                </p:cTn>
                              </p:par>
                              <p:par>
                                <p:cTn id="22" presetID="22" presetClass="entr" presetSubtype="2" fill="hold" grpId="0" nodeType="withEffect">
                                  <p:stCondLst>
                                    <p:cond delay="2700"/>
                                  </p:stCondLst>
                                  <p:childTnLst>
                                    <p:set>
                                      <p:cBhvr>
                                        <p:cTn id="23" dur="1" fill="hold">
                                          <p:stCondLst>
                                            <p:cond delay="0"/>
                                          </p:stCondLst>
                                        </p:cTn>
                                        <p:tgtEl>
                                          <p:spTgt spid="39"/>
                                        </p:tgtEl>
                                        <p:attrNameLst>
                                          <p:attrName>style.visibility</p:attrName>
                                        </p:attrNameLst>
                                      </p:cBhvr>
                                      <p:to>
                                        <p:strVal val="visible"/>
                                      </p:to>
                                    </p:set>
                                    <p:animEffect transition="in" filter="wipe(right)">
                                      <p:cBhvr>
                                        <p:cTn id="24" dur="500"/>
                                        <p:tgtEl>
                                          <p:spTgt spid="39"/>
                                        </p:tgtEl>
                                      </p:cBhvr>
                                    </p:animEffect>
                                  </p:childTnLst>
                                </p:cTn>
                              </p:par>
                              <p:par>
                                <p:cTn id="25" presetID="22" presetClass="entr" presetSubtype="1" fill="hold" nodeType="withEffect">
                                  <p:stCondLst>
                                    <p:cond delay="3200"/>
                                  </p:stCondLst>
                                  <p:childTnLst>
                                    <p:set>
                                      <p:cBhvr>
                                        <p:cTn id="26" dur="1" fill="hold">
                                          <p:stCondLst>
                                            <p:cond delay="0"/>
                                          </p:stCondLst>
                                        </p:cTn>
                                        <p:tgtEl>
                                          <p:spTgt spid="26"/>
                                        </p:tgtEl>
                                        <p:attrNameLst>
                                          <p:attrName>style.visibility</p:attrName>
                                        </p:attrNameLst>
                                      </p:cBhvr>
                                      <p:to>
                                        <p:strVal val="visible"/>
                                      </p:to>
                                    </p:set>
                                    <p:animEffect transition="in" filter="wipe(up)">
                                      <p:cBhvr>
                                        <p:cTn id="27" dur="600"/>
                                        <p:tgtEl>
                                          <p:spTgt spid="26"/>
                                        </p:tgtEl>
                                      </p:cBhvr>
                                    </p:animEffect>
                                  </p:childTnLst>
                                </p:cTn>
                              </p:par>
                              <p:par>
                                <p:cTn id="28" presetID="53" presetClass="entr" presetSubtype="16" fill="hold" grpId="0" nodeType="withEffect">
                                  <p:stCondLst>
                                    <p:cond delay="3800"/>
                                  </p:stCondLst>
                                  <p:childTnLst>
                                    <p:set>
                                      <p:cBhvr>
                                        <p:cTn id="29" dur="1" fill="hold">
                                          <p:stCondLst>
                                            <p:cond delay="0"/>
                                          </p:stCondLst>
                                        </p:cTn>
                                        <p:tgtEl>
                                          <p:spTgt spid="52"/>
                                        </p:tgtEl>
                                        <p:attrNameLst>
                                          <p:attrName>style.visibility</p:attrName>
                                        </p:attrNameLst>
                                      </p:cBhvr>
                                      <p:to>
                                        <p:strVal val="visible"/>
                                      </p:to>
                                    </p:set>
                                    <p:anim calcmode="lin" valueType="num">
                                      <p:cBhvr>
                                        <p:cTn id="30" dur="500" fill="hold"/>
                                        <p:tgtEl>
                                          <p:spTgt spid="52"/>
                                        </p:tgtEl>
                                        <p:attrNameLst>
                                          <p:attrName>ppt_w</p:attrName>
                                        </p:attrNameLst>
                                      </p:cBhvr>
                                      <p:tavLst>
                                        <p:tav tm="0">
                                          <p:val>
                                            <p:fltVal val="0"/>
                                          </p:val>
                                        </p:tav>
                                        <p:tav tm="100000">
                                          <p:val>
                                            <p:strVal val="#ppt_w"/>
                                          </p:val>
                                        </p:tav>
                                      </p:tavLst>
                                    </p:anim>
                                    <p:anim calcmode="lin" valueType="num">
                                      <p:cBhvr>
                                        <p:cTn id="31" dur="500" fill="hold"/>
                                        <p:tgtEl>
                                          <p:spTgt spid="52"/>
                                        </p:tgtEl>
                                        <p:attrNameLst>
                                          <p:attrName>ppt_h</p:attrName>
                                        </p:attrNameLst>
                                      </p:cBhvr>
                                      <p:tavLst>
                                        <p:tav tm="0">
                                          <p:val>
                                            <p:fltVal val="0"/>
                                          </p:val>
                                        </p:tav>
                                        <p:tav tm="100000">
                                          <p:val>
                                            <p:strVal val="#ppt_h"/>
                                          </p:val>
                                        </p:tav>
                                      </p:tavLst>
                                    </p:anim>
                                    <p:animEffect transition="in" filter="fade">
                                      <p:cBhvr>
                                        <p:cTn id="32" dur="500"/>
                                        <p:tgtEl>
                                          <p:spTgt spid="52"/>
                                        </p:tgtEl>
                                      </p:cBhvr>
                                    </p:animEffect>
                                  </p:childTnLst>
                                </p:cTn>
                              </p:par>
                              <p:par>
                                <p:cTn id="33" presetID="22" presetClass="entr" presetSubtype="8" fill="hold" nodeType="withEffect">
                                  <p:stCondLst>
                                    <p:cond delay="4200"/>
                                  </p:stCondLst>
                                  <p:childTnLst>
                                    <p:set>
                                      <p:cBhvr>
                                        <p:cTn id="34" dur="1" fill="hold">
                                          <p:stCondLst>
                                            <p:cond delay="0"/>
                                          </p:stCondLst>
                                        </p:cTn>
                                        <p:tgtEl>
                                          <p:spTgt spid="32"/>
                                        </p:tgtEl>
                                        <p:attrNameLst>
                                          <p:attrName>style.visibility</p:attrName>
                                        </p:attrNameLst>
                                      </p:cBhvr>
                                      <p:to>
                                        <p:strVal val="visible"/>
                                      </p:to>
                                    </p:set>
                                    <p:animEffect transition="in" filter="wipe(left)">
                                      <p:cBhvr>
                                        <p:cTn id="35" dur="500"/>
                                        <p:tgtEl>
                                          <p:spTgt spid="32"/>
                                        </p:tgtEl>
                                      </p:cBhvr>
                                    </p:animEffect>
                                  </p:childTnLst>
                                </p:cTn>
                              </p:par>
                              <p:par>
                                <p:cTn id="36" presetID="22" presetClass="entr" presetSubtype="8" fill="hold" grpId="0" nodeType="withEffect">
                                  <p:stCondLst>
                                    <p:cond delay="4700"/>
                                  </p:stCondLst>
                                  <p:childTnLst>
                                    <p:set>
                                      <p:cBhvr>
                                        <p:cTn id="37" dur="1" fill="hold">
                                          <p:stCondLst>
                                            <p:cond delay="0"/>
                                          </p:stCondLst>
                                        </p:cTn>
                                        <p:tgtEl>
                                          <p:spTgt spid="48"/>
                                        </p:tgtEl>
                                        <p:attrNameLst>
                                          <p:attrName>style.visibility</p:attrName>
                                        </p:attrNameLst>
                                      </p:cBhvr>
                                      <p:to>
                                        <p:strVal val="visible"/>
                                      </p:to>
                                    </p:set>
                                    <p:animEffect transition="in" filter="wipe(left)">
                                      <p:cBhvr>
                                        <p:cTn id="38" dur="600"/>
                                        <p:tgtEl>
                                          <p:spTgt spid="48"/>
                                        </p:tgtEl>
                                      </p:cBhvr>
                                    </p:animEffect>
                                  </p:childTnLst>
                                </p:cTn>
                              </p:par>
                              <p:par>
                                <p:cTn id="39" presetID="22" presetClass="entr" presetSubtype="1" fill="hold" nodeType="withEffect">
                                  <p:stCondLst>
                                    <p:cond delay="5200"/>
                                  </p:stCondLst>
                                  <p:childTnLst>
                                    <p:set>
                                      <p:cBhvr>
                                        <p:cTn id="40" dur="1" fill="hold">
                                          <p:stCondLst>
                                            <p:cond delay="0"/>
                                          </p:stCondLst>
                                        </p:cTn>
                                        <p:tgtEl>
                                          <p:spTgt spid="27"/>
                                        </p:tgtEl>
                                        <p:attrNameLst>
                                          <p:attrName>style.visibility</p:attrName>
                                        </p:attrNameLst>
                                      </p:cBhvr>
                                      <p:to>
                                        <p:strVal val="visible"/>
                                      </p:to>
                                    </p:set>
                                    <p:animEffect transition="in" filter="wipe(up)">
                                      <p:cBhvr>
                                        <p:cTn id="4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39" grpId="0"/>
      <p:bldP spid="48" grpId="0"/>
      <p:bldP spid="51" grpId="0"/>
      <p:bldP spid="52" grpId="0"/>
      <p:bldP spid="25"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556472" y="1114168"/>
            <a:ext cx="4501840" cy="11625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lvl="1" rtl="1"/>
            <a:r>
              <a:rPr lang="ar-SA" sz="2800" dirty="0">
                <a:solidFill>
                  <a:schemeClr val="tx1"/>
                </a:solidFill>
              </a:rPr>
              <a:t>استعمال الوسائل والأجهزة والأدوات التعليمية بطريقة جيده.</a:t>
            </a:r>
            <a:endParaRPr lang="en-US" sz="2800" dirty="0">
              <a:solidFill>
                <a:schemeClr val="tx1"/>
              </a:solidFill>
            </a:endParaRPr>
          </a:p>
        </p:txBody>
      </p:sp>
      <p:sp>
        <p:nvSpPr>
          <p:cNvPr id="53" name="Content Placeholder 2"/>
          <p:cNvSpPr txBox="1">
            <a:spLocks/>
          </p:cNvSpPr>
          <p:nvPr/>
        </p:nvSpPr>
        <p:spPr>
          <a:xfrm>
            <a:off x="7850974" y="2742472"/>
            <a:ext cx="3982998"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توفير الجهد والوقت</a:t>
            </a:r>
            <a:endParaRPr lang="id-ID" sz="3200"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a:solidFill>
                  <a:srgbClr val="FF0000"/>
                </a:solidFill>
                <a:latin typeface="FontAwesome" pitchFamily="2" charset="0"/>
              </a:rPr>
              <a:t></a:t>
            </a: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a:solidFill>
                  <a:srgbClr val="7030A0"/>
                </a:solidFill>
                <a:latin typeface="FontAwesome" pitchFamily="2" charset="0"/>
              </a:rPr>
              <a:t></a:t>
            </a:r>
            <a:endParaRPr lang="id-ID" sz="4400" dirty="0">
              <a:solidFill>
                <a:srgbClr val="7030A0"/>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53348" y="4887434"/>
            <a:ext cx="452368" cy="830997"/>
          </a:xfrm>
          <a:prstGeom prst="rect">
            <a:avLst/>
          </a:prstGeom>
        </p:spPr>
        <p:txBody>
          <a:bodyPr wrap="none">
            <a:spAutoFit/>
          </a:bodyPr>
          <a:lstStyle/>
          <a:p>
            <a:pPr algn="ctr" fontAlgn="auto">
              <a:spcBef>
                <a:spcPts val="0"/>
              </a:spcBef>
              <a:spcAft>
                <a:spcPts val="0"/>
              </a:spcAft>
            </a:pPr>
            <a:r>
              <a:rPr lang="id-ID" sz="4800" dirty="0">
                <a:solidFill>
                  <a:srgbClr val="5B9BD5"/>
                </a:solidFill>
                <a:latin typeface="FontAwesome" pitchFamily="2" charset="0"/>
                <a:cs typeface="+mn-cs"/>
              </a:rPr>
              <a:t></a:t>
            </a:r>
            <a:endParaRPr lang="id-ID" sz="4800" dirty="0">
              <a:solidFill>
                <a:srgbClr val="5B9BD5"/>
              </a:solidFill>
              <a:latin typeface="Calibri" panose="020F0502020204030204"/>
              <a:cs typeface="+mn-cs"/>
            </a:endParaRPr>
          </a:p>
        </p:txBody>
      </p:sp>
      <p:cxnSp>
        <p:nvCxnSpPr>
          <p:cNvPr id="58" name="Straight Connector 57"/>
          <p:cNvCxnSpPr/>
          <p:nvPr/>
        </p:nvCxnSpPr>
        <p:spPr>
          <a:xfrm>
            <a:off x="4872886"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391886" y="4887434"/>
            <a:ext cx="4282087" cy="145126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توضيح دور المعلم في تسهيل عملية التعلم</a:t>
            </a:r>
            <a:endParaRPr lang="id-ID" sz="3200" dirty="0">
              <a:solidFill>
                <a:prstClr val="white">
                  <a:lumMod val="75000"/>
                </a:prstClr>
              </a:solidFill>
              <a:ea typeface="Roboto" panose="02000000000000000000" pitchFamily="2" charset="0"/>
            </a:endParaRPr>
          </a:p>
        </p:txBody>
      </p:sp>
      <p:cxnSp>
        <p:nvCxnSpPr>
          <p:cNvPr id="60" name="Straight Connector 59"/>
          <p:cNvCxnSpPr/>
          <p:nvPr/>
        </p:nvCxnSpPr>
        <p:spPr>
          <a:xfrm>
            <a:off x="6151800" y="5689403"/>
            <a:ext cx="0" cy="11685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30506272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80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500"/>
                                        <p:tgtEl>
                                          <p:spTgt spid="44"/>
                                        </p:tgtEl>
                                      </p:cBhvr>
                                    </p:animEffect>
                                  </p:childTnLst>
                                </p:cTn>
                              </p:par>
                              <p:par>
                                <p:cTn id="8" presetID="53" presetClass="entr" presetSubtype="16" fill="hold" grpId="0" nodeType="withEffect">
                                  <p:stCondLst>
                                    <p:cond delay="13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2" fill="hold" nodeType="withEffect">
                                  <p:stCondLst>
                                    <p:cond delay="1800"/>
                                  </p:stCondLst>
                                  <p:childTnLst>
                                    <p:set>
                                      <p:cBhvr>
                                        <p:cTn id="14" dur="1" fill="hold">
                                          <p:stCondLst>
                                            <p:cond delay="0"/>
                                          </p:stCondLst>
                                        </p:cTn>
                                        <p:tgtEl>
                                          <p:spTgt spid="45"/>
                                        </p:tgtEl>
                                        <p:attrNameLst>
                                          <p:attrName>style.visibility</p:attrName>
                                        </p:attrNameLst>
                                      </p:cBhvr>
                                      <p:to>
                                        <p:strVal val="visible"/>
                                      </p:to>
                                    </p:set>
                                    <p:animEffect transition="in" filter="wipe(right)">
                                      <p:cBhvr>
                                        <p:cTn id="15" dur="500"/>
                                        <p:tgtEl>
                                          <p:spTgt spid="45"/>
                                        </p:tgtEl>
                                      </p:cBhvr>
                                    </p:animEffect>
                                  </p:childTnLst>
                                </p:cTn>
                              </p:par>
                              <p:par>
                                <p:cTn id="16" presetID="22" presetClass="entr" presetSubtype="2" fill="hold" grpId="0" nodeType="withEffect">
                                  <p:stCondLst>
                                    <p:cond delay="2300"/>
                                  </p:stCondLst>
                                  <p:childTnLst>
                                    <p:set>
                                      <p:cBhvr>
                                        <p:cTn id="17" dur="1" fill="hold">
                                          <p:stCondLst>
                                            <p:cond delay="0"/>
                                          </p:stCondLst>
                                        </p:cTn>
                                        <p:tgtEl>
                                          <p:spTgt spid="47"/>
                                        </p:tgtEl>
                                        <p:attrNameLst>
                                          <p:attrName>style.visibility</p:attrName>
                                        </p:attrNameLst>
                                      </p:cBhvr>
                                      <p:to>
                                        <p:strVal val="visible"/>
                                      </p:to>
                                    </p:set>
                                    <p:animEffect transition="in" filter="wipe(right)">
                                      <p:cBhvr>
                                        <p:cTn id="18" dur="600"/>
                                        <p:tgtEl>
                                          <p:spTgt spid="47"/>
                                        </p:tgtEl>
                                      </p:cBhvr>
                                    </p:animEffect>
                                  </p:childTnLst>
                                </p:cTn>
                              </p:par>
                              <p:par>
                                <p:cTn id="19" presetID="22" presetClass="entr" presetSubtype="1" fill="hold" nodeType="withEffect">
                                  <p:stCondLst>
                                    <p:cond delay="3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700"/>
                                        <p:tgtEl>
                                          <p:spTgt spid="56"/>
                                        </p:tgtEl>
                                      </p:cBhvr>
                                    </p:animEffect>
                                  </p:childTnLst>
                                </p:cTn>
                              </p:par>
                              <p:par>
                                <p:cTn id="22" presetID="53" presetClass="entr" presetSubtype="16" fill="hold" grpId="0" nodeType="withEffect">
                                  <p:stCondLst>
                                    <p:cond delay="36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8" fill="hold" nodeType="withEffect">
                                  <p:stCondLst>
                                    <p:cond delay="4100"/>
                                  </p:stCondLst>
                                  <p:childTnLst>
                                    <p:set>
                                      <p:cBhvr>
                                        <p:cTn id="28" dur="1" fill="hold">
                                          <p:stCondLst>
                                            <p:cond delay="0"/>
                                          </p:stCondLst>
                                        </p:cTn>
                                        <p:tgtEl>
                                          <p:spTgt spid="46"/>
                                        </p:tgtEl>
                                        <p:attrNameLst>
                                          <p:attrName>style.visibility</p:attrName>
                                        </p:attrNameLst>
                                      </p:cBhvr>
                                      <p:to>
                                        <p:strVal val="visible"/>
                                      </p:to>
                                    </p:set>
                                    <p:animEffect transition="in" filter="wipe(left)">
                                      <p:cBhvr>
                                        <p:cTn id="29" dur="400"/>
                                        <p:tgtEl>
                                          <p:spTgt spid="46"/>
                                        </p:tgtEl>
                                      </p:cBhvr>
                                    </p:animEffect>
                                  </p:childTnLst>
                                </p:cTn>
                              </p:par>
                              <p:par>
                                <p:cTn id="30" presetID="22" presetClass="entr" presetSubtype="8" fill="hold" grpId="0" nodeType="withEffect">
                                  <p:stCondLst>
                                    <p:cond delay="4500"/>
                                  </p:stCondLst>
                                  <p:childTnLst>
                                    <p:set>
                                      <p:cBhvr>
                                        <p:cTn id="31" dur="1" fill="hold">
                                          <p:stCondLst>
                                            <p:cond delay="0"/>
                                          </p:stCondLst>
                                        </p:cTn>
                                        <p:tgtEl>
                                          <p:spTgt spid="53"/>
                                        </p:tgtEl>
                                        <p:attrNameLst>
                                          <p:attrName>style.visibility</p:attrName>
                                        </p:attrNameLst>
                                      </p:cBhvr>
                                      <p:to>
                                        <p:strVal val="visible"/>
                                      </p:to>
                                    </p:set>
                                    <p:animEffect transition="in" filter="wipe(left)">
                                      <p:cBhvr>
                                        <p:cTn id="32" dur="700"/>
                                        <p:tgtEl>
                                          <p:spTgt spid="53"/>
                                        </p:tgtEl>
                                      </p:cBhvr>
                                    </p:animEffect>
                                  </p:childTnLst>
                                </p:cTn>
                              </p:par>
                              <p:par>
                                <p:cTn id="33" presetID="22" presetClass="entr" presetSubtype="1" fill="hold" nodeType="withEffect">
                                  <p:stCondLst>
                                    <p:cond delay="5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700"/>
                                        <p:tgtEl>
                                          <p:spTgt spid="57"/>
                                        </p:tgtEl>
                                      </p:cBhvr>
                                    </p:animEffect>
                                  </p:childTnLst>
                                </p:cTn>
                              </p:par>
                              <p:par>
                                <p:cTn id="36" presetID="53" presetClass="entr" presetSubtype="16" fill="hold" grpId="0" nodeType="withEffect">
                                  <p:stCondLst>
                                    <p:cond delay="56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2" fill="hold" nodeType="withEffect">
                                  <p:stCondLst>
                                    <p:cond delay="6100"/>
                                  </p:stCondLst>
                                  <p:childTnLst>
                                    <p:set>
                                      <p:cBhvr>
                                        <p:cTn id="42" dur="1" fill="hold">
                                          <p:stCondLst>
                                            <p:cond delay="0"/>
                                          </p:stCondLst>
                                        </p:cTn>
                                        <p:tgtEl>
                                          <p:spTgt spid="58"/>
                                        </p:tgtEl>
                                        <p:attrNameLst>
                                          <p:attrName>style.visibility</p:attrName>
                                        </p:attrNameLst>
                                      </p:cBhvr>
                                      <p:to>
                                        <p:strVal val="visible"/>
                                      </p:to>
                                    </p:set>
                                    <p:animEffect transition="in" filter="wipe(right)">
                                      <p:cBhvr>
                                        <p:cTn id="43" dur="500"/>
                                        <p:tgtEl>
                                          <p:spTgt spid="58"/>
                                        </p:tgtEl>
                                      </p:cBhvr>
                                    </p:animEffect>
                                  </p:childTnLst>
                                </p:cTn>
                              </p:par>
                              <p:par>
                                <p:cTn id="44" presetID="22" presetClass="entr" presetSubtype="2" fill="hold" grpId="0" nodeType="withEffect">
                                  <p:stCondLst>
                                    <p:cond delay="6700"/>
                                  </p:stCondLst>
                                  <p:childTnLst>
                                    <p:set>
                                      <p:cBhvr>
                                        <p:cTn id="45" dur="1" fill="hold">
                                          <p:stCondLst>
                                            <p:cond delay="0"/>
                                          </p:stCondLst>
                                        </p:cTn>
                                        <p:tgtEl>
                                          <p:spTgt spid="59"/>
                                        </p:tgtEl>
                                        <p:attrNameLst>
                                          <p:attrName>style.visibility</p:attrName>
                                        </p:attrNameLst>
                                      </p:cBhvr>
                                      <p:to>
                                        <p:strVal val="visible"/>
                                      </p:to>
                                    </p:set>
                                    <p:animEffect transition="in" filter="wipe(right)">
                                      <p:cBhvr>
                                        <p:cTn id="46" dur="600"/>
                                        <p:tgtEl>
                                          <p:spTgt spid="59"/>
                                        </p:tgtEl>
                                      </p:cBhvr>
                                    </p:animEffect>
                                  </p:childTnLst>
                                </p:cTn>
                              </p:par>
                              <p:par>
                                <p:cTn id="47" presetID="22" presetClass="entr" presetSubtype="1" fill="hold" nodeType="withEffect">
                                  <p:stCondLst>
                                    <p:cond delay="72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8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6529169" y="1357512"/>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699636" y="3136295"/>
            <a:ext cx="1080000" cy="3215"/>
          </a:xfrm>
          <a:prstGeom prst="line">
            <a:avLst/>
          </a:prstGeom>
          <a:ln w="25400">
            <a:solidFill>
              <a:schemeClr val="bg1">
                <a:lumMod val="75000"/>
              </a:schemeClr>
            </a:solidFill>
            <a:prstDash val="solid"/>
            <a:headEnd type="oval" w="lg" len="lg"/>
            <a:tailEnd type="oval" w="med" len="med"/>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7687687" y="1038825"/>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تفاعل المتعلم مع المادة الدراسية</a:t>
            </a:r>
            <a:endParaRPr lang="id-ID" sz="3200" dirty="0">
              <a:ea typeface="Roboto" panose="02000000000000000000" pitchFamily="2" charset="0"/>
            </a:endParaRPr>
          </a:p>
        </p:txBody>
      </p:sp>
      <p:sp>
        <p:nvSpPr>
          <p:cNvPr id="53" name="Content Placeholder 2"/>
          <p:cNvSpPr txBox="1">
            <a:spLocks/>
          </p:cNvSpPr>
          <p:nvPr/>
        </p:nvSpPr>
        <p:spPr>
          <a:xfrm>
            <a:off x="506187" y="2942788"/>
            <a:ext cx="4144704"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اعتماد المتعلم على جهده الذاتي أثناء عملية التعلم.</a:t>
            </a:r>
            <a:endParaRPr lang="id-ID" sz="3200"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smtClean="0">
                <a:solidFill>
                  <a:srgbClr val="70AD47"/>
                </a:solidFill>
                <a:latin typeface="FontAwesome" pitchFamily="2" charset="0"/>
              </a:rPr>
              <a:t></a:t>
            </a:r>
            <a:endParaRPr lang="id-ID" sz="4000" dirty="0">
              <a:solidFill>
                <a:srgbClr val="70AD47"/>
              </a:solidFill>
              <a:latin typeface="FontAwesome" pitchFamily="2" charset="0"/>
            </a:endParaRP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3200" dirty="0">
                <a:solidFill>
                  <a:srgbClr val="FFC000">
                    <a:lumMod val="75000"/>
                  </a:srgbClr>
                </a:solidFill>
                <a:latin typeface="FontAwesome" pitchFamily="2" charset="0"/>
              </a:rPr>
              <a:t></a:t>
            </a:r>
            <a:endParaRPr lang="id-ID" sz="4400" dirty="0">
              <a:solidFill>
                <a:srgbClr val="FFC000">
                  <a:lumMod val="75000"/>
                </a:srgbClr>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3274" cy="11837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88341" y="4725421"/>
            <a:ext cx="734496" cy="707886"/>
          </a:xfrm>
          <a:prstGeom prst="rect">
            <a:avLst/>
          </a:prstGeom>
        </p:spPr>
        <p:txBody>
          <a:bodyPr wrap="none">
            <a:spAutoFit/>
          </a:bodyPr>
          <a:lstStyle/>
          <a:p>
            <a:pPr fontAlgn="auto">
              <a:spcBef>
                <a:spcPts val="0"/>
              </a:spcBef>
              <a:spcAft>
                <a:spcPts val="0"/>
              </a:spcAft>
            </a:pPr>
            <a:r>
              <a:rPr lang="id-ID" sz="4000" dirty="0">
                <a:solidFill>
                  <a:srgbClr val="ED7D31">
                    <a:lumMod val="50000"/>
                  </a:srgbClr>
                </a:solidFill>
                <a:latin typeface="FontAwesome" pitchFamily="2" charset="0"/>
                <a:cs typeface="+mn-cs"/>
              </a:rPr>
              <a:t></a:t>
            </a:r>
            <a:endParaRPr lang="id-ID" sz="4800" dirty="0">
              <a:solidFill>
                <a:srgbClr val="ED7D31">
                  <a:lumMod val="50000"/>
                </a:srgbClr>
              </a:solidFill>
              <a:latin typeface="Calibri" panose="020F0502020204030204"/>
              <a:cs typeface="+mn-cs"/>
            </a:endParaRPr>
          </a:p>
        </p:txBody>
      </p:sp>
      <p:cxnSp>
        <p:nvCxnSpPr>
          <p:cNvPr id="58" name="Straight Connector 57"/>
          <p:cNvCxnSpPr/>
          <p:nvPr/>
        </p:nvCxnSpPr>
        <p:spPr>
          <a:xfrm>
            <a:off x="6516325" y="4855467"/>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8028369" y="4272525"/>
            <a:ext cx="3809845" cy="1767660"/>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تفريغ المعلم للقيام بواجبات تربوية أخرى إضافة إلى التعليم كتصميم الدروس وإنتاج الوسائل</a:t>
            </a:r>
            <a:endParaRPr lang="id-ID" sz="3200" dirty="0">
              <a:solidFill>
                <a:prstClr val="white">
                  <a:lumMod val="75000"/>
                </a:prstClr>
              </a:solidFill>
              <a:ea typeface="Roboto" panose="02000000000000000000" pitchFamily="2" charset="0"/>
            </a:endParaRPr>
          </a:p>
        </p:txBody>
      </p:sp>
      <p:cxnSp>
        <p:nvCxnSpPr>
          <p:cNvPr id="60" name="Straight Connector 59"/>
          <p:cNvCxnSpPr/>
          <p:nvPr/>
        </p:nvCxnSpPr>
        <p:spPr>
          <a:xfrm>
            <a:off x="6161228" y="5433307"/>
            <a:ext cx="0" cy="1424693"/>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34315138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600"/>
                                        <p:tgtEl>
                                          <p:spTgt spid="44"/>
                                        </p:tgtEl>
                                      </p:cBhvr>
                                    </p:animEffect>
                                  </p:childTnLst>
                                </p:cTn>
                              </p:par>
                              <p:par>
                                <p:cTn id="8" presetID="53" presetClass="entr" presetSubtype="16" fill="hold" grpId="0" nodeType="withEffect">
                                  <p:stCondLst>
                                    <p:cond delay="6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8" fill="hold" nodeType="withEffect">
                                  <p:stCondLst>
                                    <p:cond delay="1000"/>
                                  </p:stCondLst>
                                  <p:childTnLst>
                                    <p:set>
                                      <p:cBhvr>
                                        <p:cTn id="14" dur="1" fill="hold">
                                          <p:stCondLst>
                                            <p:cond delay="0"/>
                                          </p:stCondLst>
                                        </p:cTn>
                                        <p:tgtEl>
                                          <p:spTgt spid="45"/>
                                        </p:tgtEl>
                                        <p:attrNameLst>
                                          <p:attrName>style.visibility</p:attrName>
                                        </p:attrNameLst>
                                      </p:cBhvr>
                                      <p:to>
                                        <p:strVal val="visible"/>
                                      </p:to>
                                    </p:set>
                                    <p:animEffect transition="in" filter="wipe(left)">
                                      <p:cBhvr>
                                        <p:cTn id="15" dur="500"/>
                                        <p:tgtEl>
                                          <p:spTgt spid="45"/>
                                        </p:tgtEl>
                                      </p:cBhvr>
                                    </p:animEffect>
                                  </p:childTnLst>
                                </p:cTn>
                              </p:par>
                              <p:par>
                                <p:cTn id="16" presetID="22" presetClass="entr" presetSubtype="8" fill="hold" grpId="0" nodeType="withEffect">
                                  <p:stCondLst>
                                    <p:cond delay="1400"/>
                                  </p:stCondLst>
                                  <p:childTnLst>
                                    <p:set>
                                      <p:cBhvr>
                                        <p:cTn id="17" dur="1" fill="hold">
                                          <p:stCondLst>
                                            <p:cond delay="0"/>
                                          </p:stCondLst>
                                        </p:cTn>
                                        <p:tgtEl>
                                          <p:spTgt spid="47"/>
                                        </p:tgtEl>
                                        <p:attrNameLst>
                                          <p:attrName>style.visibility</p:attrName>
                                        </p:attrNameLst>
                                      </p:cBhvr>
                                      <p:to>
                                        <p:strVal val="visible"/>
                                      </p:to>
                                    </p:set>
                                    <p:animEffect transition="in" filter="wipe(left)">
                                      <p:cBhvr>
                                        <p:cTn id="18" dur="600"/>
                                        <p:tgtEl>
                                          <p:spTgt spid="47"/>
                                        </p:tgtEl>
                                      </p:cBhvr>
                                    </p:animEffect>
                                  </p:childTnLst>
                                </p:cTn>
                              </p:par>
                              <p:par>
                                <p:cTn id="19" presetID="22" presetClass="entr" presetSubtype="1" fill="hold" nodeType="withEffect">
                                  <p:stCondLst>
                                    <p:cond delay="19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600"/>
                                        <p:tgtEl>
                                          <p:spTgt spid="56"/>
                                        </p:tgtEl>
                                      </p:cBhvr>
                                    </p:animEffect>
                                  </p:childTnLst>
                                </p:cTn>
                              </p:par>
                              <p:par>
                                <p:cTn id="22" presetID="53" presetClass="entr" presetSubtype="16" fill="hold" grpId="0" nodeType="withEffect">
                                  <p:stCondLst>
                                    <p:cond delay="25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2" fill="hold" nodeType="withEffect">
                                  <p:stCondLst>
                                    <p:cond delay="3000"/>
                                  </p:stCondLst>
                                  <p:childTnLst>
                                    <p:set>
                                      <p:cBhvr>
                                        <p:cTn id="28" dur="1" fill="hold">
                                          <p:stCondLst>
                                            <p:cond delay="0"/>
                                          </p:stCondLst>
                                        </p:cTn>
                                        <p:tgtEl>
                                          <p:spTgt spid="46"/>
                                        </p:tgtEl>
                                        <p:attrNameLst>
                                          <p:attrName>style.visibility</p:attrName>
                                        </p:attrNameLst>
                                      </p:cBhvr>
                                      <p:to>
                                        <p:strVal val="visible"/>
                                      </p:to>
                                    </p:set>
                                    <p:animEffect transition="in" filter="wipe(right)">
                                      <p:cBhvr>
                                        <p:cTn id="29" dur="500"/>
                                        <p:tgtEl>
                                          <p:spTgt spid="46"/>
                                        </p:tgtEl>
                                      </p:cBhvr>
                                    </p:animEffect>
                                  </p:childTnLst>
                                </p:cTn>
                              </p:par>
                              <p:par>
                                <p:cTn id="30" presetID="22" presetClass="entr" presetSubtype="2" fill="hold" grpId="0" nodeType="withEffect">
                                  <p:stCondLst>
                                    <p:cond delay="3500"/>
                                  </p:stCondLst>
                                  <p:childTnLst>
                                    <p:set>
                                      <p:cBhvr>
                                        <p:cTn id="31" dur="1" fill="hold">
                                          <p:stCondLst>
                                            <p:cond delay="0"/>
                                          </p:stCondLst>
                                        </p:cTn>
                                        <p:tgtEl>
                                          <p:spTgt spid="53"/>
                                        </p:tgtEl>
                                        <p:attrNameLst>
                                          <p:attrName>style.visibility</p:attrName>
                                        </p:attrNameLst>
                                      </p:cBhvr>
                                      <p:to>
                                        <p:strVal val="visible"/>
                                      </p:to>
                                    </p:set>
                                    <p:animEffect transition="in" filter="wipe(right)">
                                      <p:cBhvr>
                                        <p:cTn id="32" dur="600"/>
                                        <p:tgtEl>
                                          <p:spTgt spid="53"/>
                                        </p:tgtEl>
                                      </p:cBhvr>
                                    </p:animEffect>
                                  </p:childTnLst>
                                </p:cTn>
                              </p:par>
                              <p:par>
                                <p:cTn id="33" presetID="22" presetClass="entr" presetSubtype="1" fill="hold" nodeType="withEffect">
                                  <p:stCondLst>
                                    <p:cond delay="41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600"/>
                                        <p:tgtEl>
                                          <p:spTgt spid="57"/>
                                        </p:tgtEl>
                                      </p:cBhvr>
                                    </p:animEffect>
                                  </p:childTnLst>
                                </p:cTn>
                              </p:par>
                              <p:par>
                                <p:cTn id="36" presetID="53" presetClass="entr" presetSubtype="16" fill="hold" grpId="0" nodeType="withEffect">
                                  <p:stCondLst>
                                    <p:cond delay="47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8" fill="hold" nodeType="withEffect">
                                  <p:stCondLst>
                                    <p:cond delay="5200"/>
                                  </p:stCondLst>
                                  <p:childTnLst>
                                    <p:set>
                                      <p:cBhvr>
                                        <p:cTn id="42" dur="1" fill="hold">
                                          <p:stCondLst>
                                            <p:cond delay="0"/>
                                          </p:stCondLst>
                                        </p:cTn>
                                        <p:tgtEl>
                                          <p:spTgt spid="58"/>
                                        </p:tgtEl>
                                        <p:attrNameLst>
                                          <p:attrName>style.visibility</p:attrName>
                                        </p:attrNameLst>
                                      </p:cBhvr>
                                      <p:to>
                                        <p:strVal val="visible"/>
                                      </p:to>
                                    </p:set>
                                    <p:animEffect transition="in" filter="wipe(left)">
                                      <p:cBhvr>
                                        <p:cTn id="43" dur="500"/>
                                        <p:tgtEl>
                                          <p:spTgt spid="58"/>
                                        </p:tgtEl>
                                      </p:cBhvr>
                                    </p:animEffect>
                                  </p:childTnLst>
                                </p:cTn>
                              </p:par>
                              <p:par>
                                <p:cTn id="44" presetID="22" presetClass="entr" presetSubtype="8" fill="hold" grpId="0" nodeType="withEffect">
                                  <p:stCondLst>
                                    <p:cond delay="5700"/>
                                  </p:stCondLst>
                                  <p:childTnLst>
                                    <p:set>
                                      <p:cBhvr>
                                        <p:cTn id="45" dur="1" fill="hold">
                                          <p:stCondLst>
                                            <p:cond delay="0"/>
                                          </p:stCondLst>
                                        </p:cTn>
                                        <p:tgtEl>
                                          <p:spTgt spid="59"/>
                                        </p:tgtEl>
                                        <p:attrNameLst>
                                          <p:attrName>style.visibility</p:attrName>
                                        </p:attrNameLst>
                                      </p:cBhvr>
                                      <p:to>
                                        <p:strVal val="visible"/>
                                      </p:to>
                                    </p:set>
                                    <p:animEffect transition="in" filter="wipe(left)">
                                      <p:cBhvr>
                                        <p:cTn id="46" dur="500"/>
                                        <p:tgtEl>
                                          <p:spTgt spid="59"/>
                                        </p:tgtEl>
                                      </p:cBhvr>
                                    </p:animEffect>
                                  </p:childTnLst>
                                </p:cTn>
                              </p:par>
                              <p:par>
                                <p:cTn id="47" presetID="22" presetClass="entr" presetSubtype="1" fill="hold" nodeType="withEffect">
                                  <p:stCondLst>
                                    <p:cond delay="62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6529169" y="1357512"/>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699636" y="3136295"/>
            <a:ext cx="1080000" cy="3215"/>
          </a:xfrm>
          <a:prstGeom prst="line">
            <a:avLst/>
          </a:prstGeom>
          <a:ln w="25400">
            <a:solidFill>
              <a:schemeClr val="bg1">
                <a:lumMod val="75000"/>
              </a:schemeClr>
            </a:solidFill>
            <a:prstDash val="solid"/>
            <a:headEnd type="oval" w="lg" len="lg"/>
            <a:tailEnd type="oval" w="med" len="med"/>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7671359" y="452270"/>
            <a:ext cx="4166855" cy="3205330"/>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يسهم التصميم التعليمي في نمو التغير الإيجابي لدى التلاميذ من حيث طريقة التفكير لديهم ومعرفة المهارات المختلفة من خلال تفاعل جهود التلاميذ أنفسهم وجهود معلمهم.</a:t>
            </a:r>
            <a:endParaRPr lang="id-ID" sz="3200" dirty="0">
              <a:ea typeface="Roboto" panose="02000000000000000000" pitchFamily="2" charset="0"/>
            </a:endParaRPr>
          </a:p>
        </p:txBody>
      </p:sp>
      <p:sp>
        <p:nvSpPr>
          <p:cNvPr id="53" name="Content Placeholder 2"/>
          <p:cNvSpPr txBox="1">
            <a:spLocks/>
          </p:cNvSpPr>
          <p:nvPr/>
        </p:nvSpPr>
        <p:spPr>
          <a:xfrm>
            <a:off x="317646" y="2629149"/>
            <a:ext cx="4144704" cy="19715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التغذية الراجعة فرصة لتعزيز أو تعميق أو توضيح التعلم وهذه النظرة يعتمدها مصممو التعليم</a:t>
            </a:r>
            <a:endParaRPr lang="id-ID" sz="3200" dirty="0">
              <a:solidFill>
                <a:prstClr val="white">
                  <a:lumMod val="75000"/>
                </a:prst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4000" dirty="0" smtClean="0">
                <a:solidFill>
                  <a:srgbClr val="70AD47"/>
                </a:solidFill>
                <a:latin typeface="FontAwesome" pitchFamily="2" charset="0"/>
              </a:rPr>
              <a:t></a:t>
            </a:r>
            <a:endParaRPr lang="id-ID" sz="4000" dirty="0">
              <a:solidFill>
                <a:srgbClr val="70AD47"/>
              </a:solidFill>
              <a:latin typeface="FontAwesome" pitchFamily="2" charset="0"/>
            </a:endParaRP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fontAlgn="auto">
              <a:lnSpc>
                <a:spcPct val="90000"/>
              </a:lnSpc>
              <a:spcAft>
                <a:spcPct val="35000"/>
              </a:spcAft>
            </a:pPr>
            <a:r>
              <a:rPr lang="id-ID" sz="3200" dirty="0">
                <a:solidFill>
                  <a:srgbClr val="FFC000">
                    <a:lumMod val="75000"/>
                  </a:srgbClr>
                </a:solidFill>
                <a:latin typeface="FontAwesome" pitchFamily="2" charset="0"/>
              </a:rPr>
              <a:t></a:t>
            </a:r>
            <a:endParaRPr lang="id-ID" sz="4400" dirty="0">
              <a:solidFill>
                <a:srgbClr val="FFC000">
                  <a:lumMod val="75000"/>
                </a:srgbClr>
              </a:solidFill>
              <a:latin typeface="FontAwesome" pitchFamily="2" charset="0"/>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3274" cy="1183797"/>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988341" y="4725421"/>
            <a:ext cx="734496" cy="707886"/>
          </a:xfrm>
          <a:prstGeom prst="rect">
            <a:avLst/>
          </a:prstGeom>
        </p:spPr>
        <p:txBody>
          <a:bodyPr wrap="none">
            <a:spAutoFit/>
          </a:bodyPr>
          <a:lstStyle/>
          <a:p>
            <a:pPr fontAlgn="auto">
              <a:spcBef>
                <a:spcPts val="0"/>
              </a:spcBef>
              <a:spcAft>
                <a:spcPts val="0"/>
              </a:spcAft>
            </a:pPr>
            <a:r>
              <a:rPr lang="id-ID" sz="4000" dirty="0">
                <a:solidFill>
                  <a:srgbClr val="ED7D31">
                    <a:lumMod val="50000"/>
                  </a:srgbClr>
                </a:solidFill>
                <a:latin typeface="FontAwesome" pitchFamily="2" charset="0"/>
                <a:cs typeface="+mn-cs"/>
              </a:rPr>
              <a:t></a:t>
            </a:r>
            <a:endParaRPr lang="id-ID" sz="4800" dirty="0">
              <a:solidFill>
                <a:srgbClr val="ED7D31">
                  <a:lumMod val="50000"/>
                </a:srgbClr>
              </a:solidFill>
              <a:latin typeface="Calibri" panose="020F0502020204030204"/>
              <a:cs typeface="+mn-cs"/>
            </a:endParaRPr>
          </a:p>
        </p:txBody>
      </p:sp>
      <p:cxnSp>
        <p:nvCxnSpPr>
          <p:cNvPr id="58" name="Straight Connector 57"/>
          <p:cNvCxnSpPr/>
          <p:nvPr/>
        </p:nvCxnSpPr>
        <p:spPr>
          <a:xfrm>
            <a:off x="6516325" y="4855467"/>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7849863" y="4593723"/>
            <a:ext cx="3809845" cy="1160782"/>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buClr>
                <a:srgbClr val="5B9BD5">
                  <a:lumMod val="75000"/>
                </a:srgbClr>
              </a:buClr>
              <a:defRPr/>
            </a:pPr>
            <a:r>
              <a:rPr lang="ar-SA" sz="3200" dirty="0"/>
              <a:t>التقويم السليم لتعلم الطلبة وعمل المعلم</a:t>
            </a:r>
            <a:endParaRPr lang="id-ID" sz="3200" dirty="0">
              <a:solidFill>
                <a:prstClr val="white">
                  <a:lumMod val="75000"/>
                </a:prstClr>
              </a:solidFill>
              <a:ea typeface="Roboto" panose="02000000000000000000" pitchFamily="2" charset="0"/>
            </a:endParaRPr>
          </a:p>
        </p:txBody>
      </p:sp>
      <p:cxnSp>
        <p:nvCxnSpPr>
          <p:cNvPr id="60" name="Straight Connector 59"/>
          <p:cNvCxnSpPr/>
          <p:nvPr/>
        </p:nvCxnSpPr>
        <p:spPr>
          <a:xfrm flipH="1">
            <a:off x="6151800" y="5433307"/>
            <a:ext cx="9428" cy="1424693"/>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id-ID">
              <a:solidFill>
                <a:prstClr val="black">
                  <a:tint val="75000"/>
                </a:prstClr>
              </a:solidFill>
            </a:endParaRPr>
          </a:p>
        </p:txBody>
      </p:sp>
    </p:spTree>
    <p:extLst>
      <p:ext uri="{BB962C8B-B14F-4D97-AF65-F5344CB8AC3E}">
        <p14:creationId xmlns:p14="http://schemas.microsoft.com/office/powerpoint/2010/main" val="25651899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600"/>
                                        <p:tgtEl>
                                          <p:spTgt spid="44"/>
                                        </p:tgtEl>
                                      </p:cBhvr>
                                    </p:animEffect>
                                  </p:childTnLst>
                                </p:cTn>
                              </p:par>
                              <p:par>
                                <p:cTn id="8" presetID="53" presetClass="entr" presetSubtype="16" fill="hold" grpId="0" nodeType="withEffect">
                                  <p:stCondLst>
                                    <p:cond delay="5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8" fill="hold" nodeType="withEffect">
                                  <p:stCondLst>
                                    <p:cond delay="1000"/>
                                  </p:stCondLst>
                                  <p:childTnLst>
                                    <p:set>
                                      <p:cBhvr>
                                        <p:cTn id="14" dur="1" fill="hold">
                                          <p:stCondLst>
                                            <p:cond delay="0"/>
                                          </p:stCondLst>
                                        </p:cTn>
                                        <p:tgtEl>
                                          <p:spTgt spid="45"/>
                                        </p:tgtEl>
                                        <p:attrNameLst>
                                          <p:attrName>style.visibility</p:attrName>
                                        </p:attrNameLst>
                                      </p:cBhvr>
                                      <p:to>
                                        <p:strVal val="visible"/>
                                      </p:to>
                                    </p:set>
                                    <p:animEffect transition="in" filter="wipe(left)">
                                      <p:cBhvr>
                                        <p:cTn id="15" dur="500"/>
                                        <p:tgtEl>
                                          <p:spTgt spid="45"/>
                                        </p:tgtEl>
                                      </p:cBhvr>
                                    </p:animEffect>
                                  </p:childTnLst>
                                </p:cTn>
                              </p:par>
                              <p:par>
                                <p:cTn id="16" presetID="22" presetClass="entr" presetSubtype="8" fill="hold" grpId="0" nodeType="withEffect">
                                  <p:stCondLst>
                                    <p:cond delay="1400"/>
                                  </p:stCondLst>
                                  <p:childTnLst>
                                    <p:set>
                                      <p:cBhvr>
                                        <p:cTn id="17" dur="1" fill="hold">
                                          <p:stCondLst>
                                            <p:cond delay="0"/>
                                          </p:stCondLst>
                                        </p:cTn>
                                        <p:tgtEl>
                                          <p:spTgt spid="47"/>
                                        </p:tgtEl>
                                        <p:attrNameLst>
                                          <p:attrName>style.visibility</p:attrName>
                                        </p:attrNameLst>
                                      </p:cBhvr>
                                      <p:to>
                                        <p:strVal val="visible"/>
                                      </p:to>
                                    </p:set>
                                    <p:animEffect transition="in" filter="wipe(left)">
                                      <p:cBhvr>
                                        <p:cTn id="18" dur="600"/>
                                        <p:tgtEl>
                                          <p:spTgt spid="47"/>
                                        </p:tgtEl>
                                      </p:cBhvr>
                                    </p:animEffect>
                                  </p:childTnLst>
                                </p:cTn>
                              </p:par>
                              <p:par>
                                <p:cTn id="19" presetID="22" presetClass="entr" presetSubtype="1" fill="hold" nodeType="withEffect">
                                  <p:stCondLst>
                                    <p:cond delay="2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600"/>
                                        <p:tgtEl>
                                          <p:spTgt spid="56"/>
                                        </p:tgtEl>
                                      </p:cBhvr>
                                    </p:animEffect>
                                  </p:childTnLst>
                                </p:cTn>
                              </p:par>
                              <p:par>
                                <p:cTn id="22" presetID="53" presetClass="entr" presetSubtype="16" fill="hold" grpId="0" nodeType="withEffect">
                                  <p:stCondLst>
                                    <p:cond delay="25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2" fill="hold" nodeType="withEffect">
                                  <p:stCondLst>
                                    <p:cond delay="3000"/>
                                  </p:stCondLst>
                                  <p:childTnLst>
                                    <p:set>
                                      <p:cBhvr>
                                        <p:cTn id="28" dur="1" fill="hold">
                                          <p:stCondLst>
                                            <p:cond delay="0"/>
                                          </p:stCondLst>
                                        </p:cTn>
                                        <p:tgtEl>
                                          <p:spTgt spid="46"/>
                                        </p:tgtEl>
                                        <p:attrNameLst>
                                          <p:attrName>style.visibility</p:attrName>
                                        </p:attrNameLst>
                                      </p:cBhvr>
                                      <p:to>
                                        <p:strVal val="visible"/>
                                      </p:to>
                                    </p:set>
                                    <p:animEffect transition="in" filter="wipe(right)">
                                      <p:cBhvr>
                                        <p:cTn id="29" dur="500"/>
                                        <p:tgtEl>
                                          <p:spTgt spid="46"/>
                                        </p:tgtEl>
                                      </p:cBhvr>
                                    </p:animEffect>
                                  </p:childTnLst>
                                </p:cTn>
                              </p:par>
                              <p:par>
                                <p:cTn id="30" presetID="22" presetClass="entr" presetSubtype="2" fill="hold" grpId="0" nodeType="withEffect">
                                  <p:stCondLst>
                                    <p:cond delay="3500"/>
                                  </p:stCondLst>
                                  <p:childTnLst>
                                    <p:set>
                                      <p:cBhvr>
                                        <p:cTn id="31" dur="1" fill="hold">
                                          <p:stCondLst>
                                            <p:cond delay="0"/>
                                          </p:stCondLst>
                                        </p:cTn>
                                        <p:tgtEl>
                                          <p:spTgt spid="53"/>
                                        </p:tgtEl>
                                        <p:attrNameLst>
                                          <p:attrName>style.visibility</p:attrName>
                                        </p:attrNameLst>
                                      </p:cBhvr>
                                      <p:to>
                                        <p:strVal val="visible"/>
                                      </p:to>
                                    </p:set>
                                    <p:animEffect transition="in" filter="wipe(right)">
                                      <p:cBhvr>
                                        <p:cTn id="32" dur="500"/>
                                        <p:tgtEl>
                                          <p:spTgt spid="53"/>
                                        </p:tgtEl>
                                      </p:cBhvr>
                                    </p:animEffect>
                                  </p:childTnLst>
                                </p:cTn>
                              </p:par>
                              <p:par>
                                <p:cTn id="33" presetID="22" presetClass="entr" presetSubtype="1" fill="hold" nodeType="withEffect">
                                  <p:stCondLst>
                                    <p:cond delay="4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600"/>
                                        <p:tgtEl>
                                          <p:spTgt spid="57"/>
                                        </p:tgtEl>
                                      </p:cBhvr>
                                    </p:animEffect>
                                  </p:childTnLst>
                                </p:cTn>
                              </p:par>
                              <p:par>
                                <p:cTn id="36" presetID="53" presetClass="entr" presetSubtype="16" fill="hold" grpId="0" nodeType="withEffect">
                                  <p:stCondLst>
                                    <p:cond delay="45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8" fill="hold" nodeType="withEffect">
                                  <p:stCondLst>
                                    <p:cond delay="5000"/>
                                  </p:stCondLst>
                                  <p:childTnLst>
                                    <p:set>
                                      <p:cBhvr>
                                        <p:cTn id="42" dur="1" fill="hold">
                                          <p:stCondLst>
                                            <p:cond delay="0"/>
                                          </p:stCondLst>
                                        </p:cTn>
                                        <p:tgtEl>
                                          <p:spTgt spid="58"/>
                                        </p:tgtEl>
                                        <p:attrNameLst>
                                          <p:attrName>style.visibility</p:attrName>
                                        </p:attrNameLst>
                                      </p:cBhvr>
                                      <p:to>
                                        <p:strVal val="visible"/>
                                      </p:to>
                                    </p:set>
                                    <p:animEffect transition="in" filter="wipe(left)">
                                      <p:cBhvr>
                                        <p:cTn id="43" dur="500"/>
                                        <p:tgtEl>
                                          <p:spTgt spid="58"/>
                                        </p:tgtEl>
                                      </p:cBhvr>
                                    </p:animEffect>
                                  </p:childTnLst>
                                </p:cTn>
                              </p:par>
                              <p:par>
                                <p:cTn id="44" presetID="22" presetClass="entr" presetSubtype="8" fill="hold" grpId="0" nodeType="withEffect">
                                  <p:stCondLst>
                                    <p:cond delay="5400"/>
                                  </p:stCondLst>
                                  <p:childTnLst>
                                    <p:set>
                                      <p:cBhvr>
                                        <p:cTn id="45" dur="1" fill="hold">
                                          <p:stCondLst>
                                            <p:cond delay="0"/>
                                          </p:stCondLst>
                                        </p:cTn>
                                        <p:tgtEl>
                                          <p:spTgt spid="59"/>
                                        </p:tgtEl>
                                        <p:attrNameLst>
                                          <p:attrName>style.visibility</p:attrName>
                                        </p:attrNameLst>
                                      </p:cBhvr>
                                      <p:to>
                                        <p:strVal val="visible"/>
                                      </p:to>
                                    </p:set>
                                    <p:animEffect transition="in" filter="wipe(left)">
                                      <p:cBhvr>
                                        <p:cTn id="46" dur="500"/>
                                        <p:tgtEl>
                                          <p:spTgt spid="59"/>
                                        </p:tgtEl>
                                      </p:cBhvr>
                                    </p:animEffect>
                                  </p:childTnLst>
                                </p:cTn>
                              </p:par>
                              <p:par>
                                <p:cTn id="47" presetID="22" presetClass="entr" presetSubtype="1" fill="hold" nodeType="withEffect">
                                  <p:stCondLst>
                                    <p:cond delay="58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6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5313483" y="2204541"/>
            <a:ext cx="739737" cy="73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1</a:t>
            </a:r>
            <a:endParaRPr lang="id-ID" sz="2800" b="1" dirty="0">
              <a:solidFill>
                <a:prstClr val="white"/>
              </a:solidFill>
            </a:endParaRPr>
          </a:p>
        </p:txBody>
      </p:sp>
      <p:sp>
        <p:nvSpPr>
          <p:cNvPr id="116" name="Rectangle 115"/>
          <p:cNvSpPr/>
          <p:nvPr/>
        </p:nvSpPr>
        <p:spPr>
          <a:xfrm>
            <a:off x="5313484" y="3816041"/>
            <a:ext cx="739737" cy="73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2</a:t>
            </a:r>
            <a:endParaRPr lang="id-ID" sz="2800" b="1" dirty="0">
              <a:solidFill>
                <a:prstClr val="white"/>
              </a:solidFill>
            </a:endParaRPr>
          </a:p>
        </p:txBody>
      </p:sp>
      <p:sp>
        <p:nvSpPr>
          <p:cNvPr id="117" name="Rectangle 116"/>
          <p:cNvSpPr/>
          <p:nvPr/>
        </p:nvSpPr>
        <p:spPr>
          <a:xfrm>
            <a:off x="5313484" y="5363356"/>
            <a:ext cx="739737" cy="73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3</a:t>
            </a:r>
            <a:endParaRPr lang="id-ID" sz="2800" b="1" dirty="0">
              <a:solidFill>
                <a:prstClr val="white"/>
              </a:solidFill>
            </a:endParaRPr>
          </a:p>
        </p:txBody>
      </p:sp>
      <p:sp>
        <p:nvSpPr>
          <p:cNvPr id="120" name="TextBox 119"/>
          <p:cNvSpPr txBox="1"/>
          <p:nvPr/>
        </p:nvSpPr>
        <p:spPr>
          <a:xfrm>
            <a:off x="6408564" y="1958650"/>
            <a:ext cx="5395682" cy="1384995"/>
          </a:xfrm>
          <a:prstGeom prst="rect">
            <a:avLst/>
          </a:prstGeom>
          <a:noFill/>
        </p:spPr>
        <p:txBody>
          <a:bodyPr wrap="square" rtlCol="0">
            <a:spAutoFit/>
          </a:bodyPr>
          <a:lstStyle/>
          <a:p>
            <a:pPr algn="ctr" defTabSz="914217" fontAlgn="auto">
              <a:spcBef>
                <a:spcPts val="0"/>
              </a:spcBef>
              <a:spcAft>
                <a:spcPts val="0"/>
              </a:spcAft>
            </a:pPr>
            <a:r>
              <a:rPr lang="ar-SA" sz="2800" b="1" dirty="0"/>
              <a:t>"البدء بتحديد حاجات المتعلمين، وصياغة الأهداف العامة، وتحديد الأولويات والمعوقات التي ينبغي التعرف عليها وتنظيمها</a:t>
            </a:r>
            <a:endParaRPr lang="en-US" sz="2800" b="1" dirty="0">
              <a:solidFill>
                <a:srgbClr val="445469"/>
              </a:solidFill>
              <a:latin typeface="Lato Light"/>
              <a:cs typeface="Lato Light"/>
            </a:endParaRPr>
          </a:p>
        </p:txBody>
      </p:sp>
      <p:sp>
        <p:nvSpPr>
          <p:cNvPr id="126" name="TextBox 125"/>
          <p:cNvSpPr txBox="1"/>
          <p:nvPr/>
        </p:nvSpPr>
        <p:spPr>
          <a:xfrm>
            <a:off x="6955971" y="3881435"/>
            <a:ext cx="4159702" cy="954107"/>
          </a:xfrm>
          <a:prstGeom prst="rect">
            <a:avLst/>
          </a:prstGeom>
          <a:noFill/>
        </p:spPr>
        <p:txBody>
          <a:bodyPr wrap="square" rtlCol="0">
            <a:spAutoFit/>
          </a:bodyPr>
          <a:lstStyle/>
          <a:p>
            <a:pPr algn="ctr" defTabSz="914217" fontAlgn="auto">
              <a:spcBef>
                <a:spcPts val="0"/>
              </a:spcBef>
              <a:spcAft>
                <a:spcPts val="0"/>
              </a:spcAft>
            </a:pPr>
            <a:r>
              <a:rPr lang="ar-SA" sz="2800" b="1" dirty="0"/>
              <a:t>اختيار المواضيع الرئيسية أو مهام العمل</a:t>
            </a:r>
            <a:endParaRPr lang="en-US" sz="2800" b="1" dirty="0">
              <a:solidFill>
                <a:srgbClr val="445469"/>
              </a:solidFill>
              <a:latin typeface="Lato Light"/>
              <a:cs typeface="+mn-cs"/>
            </a:endParaRPr>
          </a:p>
        </p:txBody>
      </p:sp>
      <p:sp>
        <p:nvSpPr>
          <p:cNvPr id="129" name="TextBox 128"/>
          <p:cNvSpPr txBox="1"/>
          <p:nvPr/>
        </p:nvSpPr>
        <p:spPr>
          <a:xfrm>
            <a:off x="7298002" y="5363356"/>
            <a:ext cx="3616806" cy="658835"/>
          </a:xfrm>
          <a:prstGeom prst="rect">
            <a:avLst/>
          </a:prstGeom>
          <a:noFill/>
        </p:spPr>
        <p:txBody>
          <a:bodyPr wrap="square" rtlCol="0">
            <a:spAutoFit/>
          </a:bodyPr>
          <a:lstStyle/>
          <a:p>
            <a:pPr algn="ctr" defTabSz="914217" fontAlgn="auto">
              <a:lnSpc>
                <a:spcPct val="150000"/>
              </a:lnSpc>
              <a:spcBef>
                <a:spcPts val="0"/>
              </a:spcBef>
              <a:spcAft>
                <a:spcPts val="0"/>
              </a:spcAft>
            </a:pPr>
            <a:r>
              <a:rPr lang="ar-SA" sz="2800" b="1" dirty="0"/>
              <a:t>تحديد خصائص المتعلمين</a:t>
            </a:r>
            <a:endParaRPr lang="en-US" sz="2800" b="1" dirty="0">
              <a:solidFill>
                <a:srgbClr val="445469"/>
              </a:solidFill>
              <a:latin typeface="Lato Light"/>
              <a:cs typeface="+mn-cs"/>
            </a:endParaRPr>
          </a:p>
        </p:txBody>
      </p:sp>
      <p:sp>
        <p:nvSpPr>
          <p:cNvPr id="179" name="AutoShape 122"/>
          <p:cNvSpPr>
            <a:spLocks/>
          </p:cNvSpPr>
          <p:nvPr/>
        </p:nvSpPr>
        <p:spPr bwMode="auto">
          <a:xfrm>
            <a:off x="6408564" y="2965560"/>
            <a:ext cx="407262" cy="44810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50789" tIns="50789" rIns="50789" bIns="50789" anchor="ctr"/>
          <a:lstStyle/>
          <a:p>
            <a:pPr defTabSz="457098" fontAlgn="auto">
              <a:spcBef>
                <a:spcPts val="0"/>
              </a:spcBef>
              <a:spcAft>
                <a:spcPts val="0"/>
              </a:spcAft>
              <a:defRPr/>
            </a:pPr>
            <a:endParaRPr lang="es-ES" sz="29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5" name="TextBox 44"/>
          <p:cNvSpPr txBox="1"/>
          <p:nvPr/>
        </p:nvSpPr>
        <p:spPr>
          <a:xfrm>
            <a:off x="783771" y="241509"/>
            <a:ext cx="10613572" cy="1338820"/>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2800" b="1" u="sng" dirty="0">
                <a:solidFill>
                  <a:schemeClr val="bg2">
                    <a:lumMod val="10000"/>
                  </a:schemeClr>
                </a:solidFill>
              </a:rPr>
              <a:t>ولأهمية التصميم التعليمي في العملية التعليمية التعلمية فإنه هناك عشرة عناصر أشار إليها كامب في نموذجه، ينبغي أن تلاقي اهتماماً في خطة التصميم التعليمي، وهي (الجوهري، 2013</a:t>
            </a:r>
            <a:r>
              <a:rPr lang="ar-SA" sz="2800" b="1" u="sng" dirty="0" smtClean="0">
                <a:solidFill>
                  <a:schemeClr val="bg2">
                    <a:lumMod val="10000"/>
                  </a:schemeClr>
                </a:solidFill>
              </a:rPr>
              <a:t>)</a:t>
            </a:r>
            <a:endParaRPr lang="id-ID" sz="2800" b="1" u="sng" dirty="0">
              <a:solidFill>
                <a:schemeClr val="bg2">
                  <a:lumMod val="10000"/>
                </a:schemeClr>
              </a:solidFill>
              <a:latin typeface="Lato Regular"/>
              <a:cs typeface="Lato Regular"/>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676087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500"/>
                                        <p:tgtEl>
                                          <p:spTgt spid="7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0"/>
                                        </p:tgtEl>
                                        <p:attrNameLst>
                                          <p:attrName>style.visibility</p:attrName>
                                        </p:attrNameLst>
                                      </p:cBhvr>
                                      <p:to>
                                        <p:strVal val="visible"/>
                                      </p:to>
                                    </p:set>
                                    <p:animEffect transition="in" filter="fade">
                                      <p:cBhvr>
                                        <p:cTn id="11" dur="500"/>
                                        <p:tgtEl>
                                          <p:spTgt spid="12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6"/>
                                        </p:tgtEl>
                                        <p:attrNameLst>
                                          <p:attrName>style.visibility</p:attrName>
                                        </p:attrNameLst>
                                      </p:cBhvr>
                                      <p:to>
                                        <p:strVal val="visible"/>
                                      </p:to>
                                    </p:set>
                                    <p:animEffect transition="in" filter="fade">
                                      <p:cBhvr>
                                        <p:cTn id="15" dur="500"/>
                                        <p:tgtEl>
                                          <p:spTgt spid="11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6"/>
                                        </p:tgtEl>
                                        <p:attrNameLst>
                                          <p:attrName>style.visibility</p:attrName>
                                        </p:attrNameLst>
                                      </p:cBhvr>
                                      <p:to>
                                        <p:strVal val="visible"/>
                                      </p:to>
                                    </p:set>
                                    <p:animEffect transition="in" filter="fade">
                                      <p:cBhvr>
                                        <p:cTn id="19" dur="500"/>
                                        <p:tgtEl>
                                          <p:spTgt spid="12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7"/>
                                        </p:tgtEl>
                                        <p:attrNameLst>
                                          <p:attrName>style.visibility</p:attrName>
                                        </p:attrNameLst>
                                      </p:cBhvr>
                                      <p:to>
                                        <p:strVal val="visible"/>
                                      </p:to>
                                    </p:set>
                                    <p:animEffect transition="in" filter="fade">
                                      <p:cBhvr>
                                        <p:cTn id="23" dur="500"/>
                                        <p:tgtEl>
                                          <p:spTgt spid="1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29"/>
                                        </p:tgtEl>
                                        <p:attrNameLst>
                                          <p:attrName>style.visibility</p:attrName>
                                        </p:attrNameLst>
                                      </p:cBhvr>
                                      <p:to>
                                        <p:strVal val="visible"/>
                                      </p:to>
                                    </p:set>
                                    <p:animEffect transition="in" filter="fade">
                                      <p:cBhvr>
                                        <p:cTn id="27"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116" grpId="0" animBg="1"/>
      <p:bldP spid="117" grpId="0" animBg="1"/>
      <p:bldP spid="120" grpId="0"/>
      <p:bldP spid="126" grpId="0"/>
      <p:bldP spid="129"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Rectangle 139"/>
          <p:cNvSpPr/>
          <p:nvPr/>
        </p:nvSpPr>
        <p:spPr>
          <a:xfrm>
            <a:off x="6100268" y="2146164"/>
            <a:ext cx="739737" cy="73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4</a:t>
            </a:r>
            <a:endParaRPr lang="id-ID" sz="2800" b="1" dirty="0">
              <a:solidFill>
                <a:prstClr val="white"/>
              </a:solidFill>
            </a:endParaRPr>
          </a:p>
        </p:txBody>
      </p:sp>
      <p:sp>
        <p:nvSpPr>
          <p:cNvPr id="141" name="Rectangle 140"/>
          <p:cNvSpPr/>
          <p:nvPr/>
        </p:nvSpPr>
        <p:spPr>
          <a:xfrm>
            <a:off x="6100268" y="3757038"/>
            <a:ext cx="739737" cy="73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5</a:t>
            </a:r>
            <a:endParaRPr lang="id-ID" sz="2800" b="1" dirty="0">
              <a:solidFill>
                <a:prstClr val="white"/>
              </a:solidFill>
            </a:endParaRPr>
          </a:p>
        </p:txBody>
      </p:sp>
      <p:sp>
        <p:nvSpPr>
          <p:cNvPr id="143" name="Rectangle 142"/>
          <p:cNvSpPr/>
          <p:nvPr/>
        </p:nvSpPr>
        <p:spPr>
          <a:xfrm>
            <a:off x="6100268" y="5164139"/>
            <a:ext cx="739737" cy="73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6</a:t>
            </a:r>
            <a:endParaRPr lang="id-ID" sz="2800" b="1" dirty="0">
              <a:solidFill>
                <a:prstClr val="white"/>
              </a:solidFill>
            </a:endParaRPr>
          </a:p>
        </p:txBody>
      </p:sp>
      <p:sp>
        <p:nvSpPr>
          <p:cNvPr id="156" name="TextBox 155"/>
          <p:cNvSpPr txBox="1"/>
          <p:nvPr/>
        </p:nvSpPr>
        <p:spPr>
          <a:xfrm>
            <a:off x="1226752" y="2085365"/>
            <a:ext cx="4804003" cy="954107"/>
          </a:xfrm>
          <a:prstGeom prst="rect">
            <a:avLst/>
          </a:prstGeom>
          <a:noFill/>
        </p:spPr>
        <p:txBody>
          <a:bodyPr wrap="square" rtlCol="0">
            <a:spAutoFit/>
          </a:bodyPr>
          <a:lstStyle/>
          <a:p>
            <a:pPr algn="ctr" defTabSz="914217" fontAlgn="auto">
              <a:spcBef>
                <a:spcPts val="0"/>
              </a:spcBef>
              <a:spcAft>
                <a:spcPts val="0"/>
              </a:spcAft>
            </a:pPr>
            <a:r>
              <a:rPr lang="ar-SA" sz="2800" b="1" dirty="0"/>
              <a:t>تحديد محتوى الموضوع، وتحليل المهام المتعلقة بصياغة الأهداف</a:t>
            </a:r>
            <a:endParaRPr lang="en-US" sz="2800" b="1" dirty="0">
              <a:solidFill>
                <a:srgbClr val="445469"/>
              </a:solidFill>
              <a:latin typeface="Lato Light"/>
              <a:cs typeface="Lato Light"/>
            </a:endParaRPr>
          </a:p>
        </p:txBody>
      </p:sp>
      <p:sp>
        <p:nvSpPr>
          <p:cNvPr id="171" name="TextBox 170"/>
          <p:cNvSpPr txBox="1"/>
          <p:nvPr/>
        </p:nvSpPr>
        <p:spPr>
          <a:xfrm>
            <a:off x="2176730" y="3865392"/>
            <a:ext cx="3854025" cy="523220"/>
          </a:xfrm>
          <a:prstGeom prst="rect">
            <a:avLst/>
          </a:prstGeom>
          <a:noFill/>
        </p:spPr>
        <p:txBody>
          <a:bodyPr wrap="square" rtlCol="0">
            <a:spAutoFit/>
          </a:bodyPr>
          <a:lstStyle/>
          <a:p>
            <a:pPr lvl="0" algn="ctr" rtl="1"/>
            <a:r>
              <a:rPr lang="ar-SA" sz="2800" b="1" dirty="0"/>
              <a:t>صياغة </a:t>
            </a:r>
            <a:r>
              <a:rPr lang="ar-SA" sz="2800" b="1" dirty="0" smtClean="0"/>
              <a:t>الأهداف</a:t>
            </a:r>
            <a:endParaRPr lang="en-US" sz="2800" b="1" dirty="0"/>
          </a:p>
        </p:txBody>
      </p:sp>
      <p:sp>
        <p:nvSpPr>
          <p:cNvPr id="177" name="TextBox 176"/>
          <p:cNvSpPr txBox="1"/>
          <p:nvPr/>
        </p:nvSpPr>
        <p:spPr>
          <a:xfrm>
            <a:off x="636814" y="5057049"/>
            <a:ext cx="5114247" cy="954107"/>
          </a:xfrm>
          <a:prstGeom prst="rect">
            <a:avLst/>
          </a:prstGeom>
          <a:noFill/>
        </p:spPr>
        <p:txBody>
          <a:bodyPr wrap="square" rtlCol="0">
            <a:spAutoFit/>
          </a:bodyPr>
          <a:lstStyle/>
          <a:p>
            <a:pPr algn="r" defTabSz="914217" fontAlgn="auto">
              <a:spcBef>
                <a:spcPts val="0"/>
              </a:spcBef>
              <a:spcAft>
                <a:spcPts val="0"/>
              </a:spcAft>
            </a:pPr>
            <a:r>
              <a:rPr lang="ar-SA" sz="2800" b="1" dirty="0"/>
              <a:t>تصميم الأنشطة التدريسية التي يتم من خلالها تحقيق الأهداف</a:t>
            </a:r>
            <a:endParaRPr lang="en-US" sz="2800" b="1" dirty="0">
              <a:solidFill>
                <a:srgbClr val="445469"/>
              </a:solidFill>
              <a:latin typeface="Lato Light"/>
              <a:cs typeface="Lato Light"/>
            </a:endParaRPr>
          </a:p>
        </p:txBody>
      </p:sp>
      <p:sp>
        <p:nvSpPr>
          <p:cNvPr id="45" name="TextBox 44"/>
          <p:cNvSpPr txBox="1"/>
          <p:nvPr/>
        </p:nvSpPr>
        <p:spPr>
          <a:xfrm>
            <a:off x="783771" y="241509"/>
            <a:ext cx="10613572" cy="1338820"/>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2800" b="1" u="sng" dirty="0">
                <a:solidFill>
                  <a:schemeClr val="bg2">
                    <a:lumMod val="10000"/>
                  </a:schemeClr>
                </a:solidFill>
              </a:rPr>
              <a:t>ولأهمية التصميم التعليمي في العملية التعليمية التعلمية فإنه هناك عشرة عناصر أشار إليها كامب في نموذجه، ينبغي أن تلاقي اهتماماً في خطة التصميم التعليمي، وهي (الجوهري، 2013</a:t>
            </a:r>
            <a:r>
              <a:rPr lang="ar-SA" sz="2800" b="1" u="sng" dirty="0" smtClean="0">
                <a:solidFill>
                  <a:schemeClr val="bg2">
                    <a:lumMod val="10000"/>
                  </a:schemeClr>
                </a:solidFill>
              </a:rPr>
              <a:t>)</a:t>
            </a:r>
            <a:endParaRPr lang="id-ID" sz="2800" b="1" u="sng" dirty="0">
              <a:solidFill>
                <a:schemeClr val="bg2">
                  <a:lumMod val="10000"/>
                </a:schemeClr>
              </a:solidFill>
              <a:latin typeface="Lato Regular"/>
              <a:cs typeface="Lato Regular"/>
            </a:endParaRPr>
          </a:p>
        </p:txBody>
      </p:sp>
      <p:sp>
        <p:nvSpPr>
          <p:cNvPr id="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43669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0"/>
                                        </p:tgtEl>
                                        <p:attrNameLst>
                                          <p:attrName>style.visibility</p:attrName>
                                        </p:attrNameLst>
                                      </p:cBhvr>
                                      <p:to>
                                        <p:strVal val="visible"/>
                                      </p:to>
                                    </p:set>
                                    <p:animEffect transition="in" filter="fade">
                                      <p:cBhvr>
                                        <p:cTn id="7" dur="500"/>
                                        <p:tgtEl>
                                          <p:spTgt spid="14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6"/>
                                        </p:tgtEl>
                                        <p:attrNameLst>
                                          <p:attrName>style.visibility</p:attrName>
                                        </p:attrNameLst>
                                      </p:cBhvr>
                                      <p:to>
                                        <p:strVal val="visible"/>
                                      </p:to>
                                    </p:set>
                                    <p:animEffect transition="in" filter="fade">
                                      <p:cBhvr>
                                        <p:cTn id="11" dur="500"/>
                                        <p:tgtEl>
                                          <p:spTgt spid="15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1"/>
                                        </p:tgtEl>
                                        <p:attrNameLst>
                                          <p:attrName>style.visibility</p:attrName>
                                        </p:attrNameLst>
                                      </p:cBhvr>
                                      <p:to>
                                        <p:strVal val="visible"/>
                                      </p:to>
                                    </p:set>
                                    <p:animEffect transition="in" filter="fade">
                                      <p:cBhvr>
                                        <p:cTn id="15" dur="500"/>
                                        <p:tgtEl>
                                          <p:spTgt spid="14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71"/>
                                        </p:tgtEl>
                                        <p:attrNameLst>
                                          <p:attrName>style.visibility</p:attrName>
                                        </p:attrNameLst>
                                      </p:cBhvr>
                                      <p:to>
                                        <p:strVal val="visible"/>
                                      </p:to>
                                    </p:set>
                                    <p:animEffect transition="in" filter="fade">
                                      <p:cBhvr>
                                        <p:cTn id="19" dur="500"/>
                                        <p:tgtEl>
                                          <p:spTgt spid="17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43"/>
                                        </p:tgtEl>
                                        <p:attrNameLst>
                                          <p:attrName>style.visibility</p:attrName>
                                        </p:attrNameLst>
                                      </p:cBhvr>
                                      <p:to>
                                        <p:strVal val="visible"/>
                                      </p:to>
                                    </p:set>
                                    <p:animEffect transition="in" filter="fade">
                                      <p:cBhvr>
                                        <p:cTn id="23" dur="500"/>
                                        <p:tgtEl>
                                          <p:spTgt spid="14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77"/>
                                        </p:tgtEl>
                                        <p:attrNameLst>
                                          <p:attrName>style.visibility</p:attrName>
                                        </p:attrNameLst>
                                      </p:cBhvr>
                                      <p:to>
                                        <p:strVal val="visible"/>
                                      </p:to>
                                    </p:set>
                                    <p:animEffect transition="in" filter="fade">
                                      <p:cBhvr>
                                        <p:cTn id="27" dur="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1" grpId="0" animBg="1"/>
      <p:bldP spid="143" grpId="0" animBg="1"/>
      <p:bldP spid="156" grpId="0"/>
      <p:bldP spid="171" grpId="0"/>
      <p:bldP spid="177"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5313483" y="2204541"/>
            <a:ext cx="739737" cy="7399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7</a:t>
            </a:r>
            <a:endParaRPr lang="id-ID" sz="2800" b="1" dirty="0">
              <a:solidFill>
                <a:prstClr val="white"/>
              </a:solidFill>
            </a:endParaRPr>
          </a:p>
        </p:txBody>
      </p:sp>
      <p:sp>
        <p:nvSpPr>
          <p:cNvPr id="116" name="Rectangle 115"/>
          <p:cNvSpPr/>
          <p:nvPr/>
        </p:nvSpPr>
        <p:spPr>
          <a:xfrm>
            <a:off x="5313482" y="3287178"/>
            <a:ext cx="739737" cy="7399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8</a:t>
            </a:r>
            <a:endParaRPr lang="id-ID" sz="2800" b="1" dirty="0">
              <a:solidFill>
                <a:prstClr val="white"/>
              </a:solidFill>
            </a:endParaRPr>
          </a:p>
        </p:txBody>
      </p:sp>
      <p:sp>
        <p:nvSpPr>
          <p:cNvPr id="117" name="Rectangle 116"/>
          <p:cNvSpPr/>
          <p:nvPr/>
        </p:nvSpPr>
        <p:spPr>
          <a:xfrm>
            <a:off x="5313484" y="4513010"/>
            <a:ext cx="739737" cy="7399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9</a:t>
            </a:r>
            <a:endParaRPr lang="id-ID" sz="2800" b="1" dirty="0">
              <a:solidFill>
                <a:prstClr val="white"/>
              </a:solidFill>
            </a:endParaRPr>
          </a:p>
        </p:txBody>
      </p:sp>
      <p:sp>
        <p:nvSpPr>
          <p:cNvPr id="120" name="TextBox 119"/>
          <p:cNvSpPr txBox="1"/>
          <p:nvPr/>
        </p:nvSpPr>
        <p:spPr>
          <a:xfrm>
            <a:off x="6408564" y="1958650"/>
            <a:ext cx="5395682" cy="954107"/>
          </a:xfrm>
          <a:prstGeom prst="rect">
            <a:avLst/>
          </a:prstGeom>
          <a:noFill/>
        </p:spPr>
        <p:txBody>
          <a:bodyPr wrap="square" rtlCol="0">
            <a:spAutoFit/>
          </a:bodyPr>
          <a:lstStyle/>
          <a:p>
            <a:pPr algn="ctr" defTabSz="914217" fontAlgn="auto">
              <a:spcBef>
                <a:spcPts val="0"/>
              </a:spcBef>
              <a:spcAft>
                <a:spcPts val="0"/>
              </a:spcAft>
            </a:pPr>
            <a:r>
              <a:rPr lang="ar-SA" sz="2800" b="1" dirty="0"/>
              <a:t>اختيار مصادر التعلم التي تساعد في تدعيم الأنشطة التدريسية والتعليمية</a:t>
            </a:r>
            <a:endParaRPr lang="en-US" sz="2800" b="1" dirty="0">
              <a:solidFill>
                <a:srgbClr val="445469"/>
              </a:solidFill>
              <a:latin typeface="Lato Light"/>
              <a:cs typeface="Lato Light"/>
            </a:endParaRPr>
          </a:p>
        </p:txBody>
      </p:sp>
      <p:sp>
        <p:nvSpPr>
          <p:cNvPr id="126" name="TextBox 125"/>
          <p:cNvSpPr txBox="1"/>
          <p:nvPr/>
        </p:nvSpPr>
        <p:spPr>
          <a:xfrm>
            <a:off x="6955971" y="3287178"/>
            <a:ext cx="4159702" cy="954107"/>
          </a:xfrm>
          <a:prstGeom prst="rect">
            <a:avLst/>
          </a:prstGeom>
          <a:noFill/>
        </p:spPr>
        <p:txBody>
          <a:bodyPr wrap="square" rtlCol="0">
            <a:spAutoFit/>
          </a:bodyPr>
          <a:lstStyle/>
          <a:p>
            <a:pPr algn="ctr" defTabSz="914217" fontAlgn="auto">
              <a:spcBef>
                <a:spcPts val="0"/>
              </a:spcBef>
              <a:spcAft>
                <a:spcPts val="0"/>
              </a:spcAft>
            </a:pPr>
            <a:r>
              <a:rPr lang="ar-SA" sz="2800" b="1" dirty="0"/>
              <a:t>تحديد الخدمات المساندة اللازمة لتطوير الأنشطة</a:t>
            </a:r>
            <a:endParaRPr lang="en-US" sz="2800" b="1" dirty="0">
              <a:solidFill>
                <a:srgbClr val="445469"/>
              </a:solidFill>
              <a:latin typeface="Lato Light"/>
              <a:cs typeface="+mn-cs"/>
            </a:endParaRPr>
          </a:p>
        </p:txBody>
      </p:sp>
      <p:sp>
        <p:nvSpPr>
          <p:cNvPr id="129" name="TextBox 128"/>
          <p:cNvSpPr txBox="1"/>
          <p:nvPr/>
        </p:nvSpPr>
        <p:spPr>
          <a:xfrm>
            <a:off x="7298002" y="4615706"/>
            <a:ext cx="3616806" cy="658835"/>
          </a:xfrm>
          <a:prstGeom prst="rect">
            <a:avLst/>
          </a:prstGeom>
          <a:noFill/>
        </p:spPr>
        <p:txBody>
          <a:bodyPr wrap="square" rtlCol="0">
            <a:spAutoFit/>
          </a:bodyPr>
          <a:lstStyle/>
          <a:p>
            <a:pPr algn="ctr" defTabSz="914217" fontAlgn="auto">
              <a:lnSpc>
                <a:spcPct val="150000"/>
              </a:lnSpc>
              <a:spcBef>
                <a:spcPts val="0"/>
              </a:spcBef>
              <a:spcAft>
                <a:spcPts val="0"/>
              </a:spcAft>
            </a:pPr>
            <a:r>
              <a:rPr lang="ar-SA" sz="2800" b="1" dirty="0"/>
              <a:t>إعداد أساليب التقويم وأدواته.</a:t>
            </a:r>
            <a:endParaRPr lang="en-US" sz="2800" b="1" dirty="0">
              <a:solidFill>
                <a:srgbClr val="445469"/>
              </a:solidFill>
              <a:latin typeface="Lato Light"/>
              <a:cs typeface="+mn-cs"/>
            </a:endParaRPr>
          </a:p>
        </p:txBody>
      </p:sp>
      <p:sp>
        <p:nvSpPr>
          <p:cNvPr id="179" name="AutoShape 122"/>
          <p:cNvSpPr>
            <a:spLocks/>
          </p:cNvSpPr>
          <p:nvPr/>
        </p:nvSpPr>
        <p:spPr bwMode="auto">
          <a:xfrm>
            <a:off x="6408564" y="2965560"/>
            <a:ext cx="407262" cy="44810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50789" tIns="50789" rIns="50789" bIns="50789" anchor="ctr"/>
          <a:lstStyle/>
          <a:p>
            <a:pPr defTabSz="457098" fontAlgn="auto">
              <a:spcBef>
                <a:spcPts val="0"/>
              </a:spcBef>
              <a:spcAft>
                <a:spcPts val="0"/>
              </a:spcAft>
              <a:defRPr/>
            </a:pPr>
            <a:endParaRPr lang="es-ES" sz="29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5" name="TextBox 44"/>
          <p:cNvSpPr txBox="1"/>
          <p:nvPr/>
        </p:nvSpPr>
        <p:spPr>
          <a:xfrm>
            <a:off x="783771" y="241509"/>
            <a:ext cx="10613572" cy="1338820"/>
          </a:xfrm>
          <a:prstGeom prst="rect">
            <a:avLst/>
          </a:prstGeom>
          <a:noFill/>
        </p:spPr>
        <p:txBody>
          <a:bodyPr wrap="square" lIns="45711" tIns="22856" rIns="45711" bIns="22856" rtlCol="0">
            <a:spAutoFit/>
          </a:bodyPr>
          <a:lstStyle/>
          <a:p>
            <a:pPr algn="ctr" defTabSz="914217" fontAlgn="auto">
              <a:spcBef>
                <a:spcPts val="0"/>
              </a:spcBef>
              <a:spcAft>
                <a:spcPts val="0"/>
              </a:spcAft>
            </a:pPr>
            <a:r>
              <a:rPr lang="ar-SA" sz="2800" b="1" u="sng" dirty="0"/>
              <a:t>ولأهمية التصميم التعليمي في العملية التعليمية التعلمية فإنه هناك عشرة عناصر أشار إليها كامب في نموذجه، ينبغي أن تلاقي اهتماماً في خطة التصميم التعليمي، وهي (الجوهري، 2013</a:t>
            </a:r>
            <a:r>
              <a:rPr lang="ar-SA" sz="2800" b="1" u="sng" dirty="0" smtClean="0"/>
              <a:t>)</a:t>
            </a:r>
            <a:endParaRPr lang="id-ID" sz="2800" b="1" u="sng" dirty="0">
              <a:solidFill>
                <a:srgbClr val="445469"/>
              </a:solidFill>
              <a:latin typeface="Lato Regular"/>
              <a:cs typeface="Lato Regular"/>
            </a:endParaRPr>
          </a:p>
        </p:txBody>
      </p:sp>
      <p:sp>
        <p:nvSpPr>
          <p:cNvPr id="10" name="Rectangle 9"/>
          <p:cNvSpPr/>
          <p:nvPr/>
        </p:nvSpPr>
        <p:spPr>
          <a:xfrm>
            <a:off x="5313484" y="5625602"/>
            <a:ext cx="739737" cy="7399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defTabSz="914217" fontAlgn="auto">
              <a:spcBef>
                <a:spcPts val="0"/>
              </a:spcBef>
              <a:spcAft>
                <a:spcPts val="0"/>
              </a:spcAft>
            </a:pPr>
            <a:r>
              <a:rPr lang="el-GR" sz="2800" b="1" dirty="0" smtClean="0">
                <a:solidFill>
                  <a:prstClr val="white"/>
                </a:solidFill>
              </a:rPr>
              <a:t>10</a:t>
            </a:r>
            <a:endParaRPr lang="id-ID" sz="2800" b="1" dirty="0">
              <a:solidFill>
                <a:prstClr val="white"/>
              </a:solidFill>
            </a:endParaRPr>
          </a:p>
        </p:txBody>
      </p:sp>
      <p:sp>
        <p:nvSpPr>
          <p:cNvPr id="11" name="TextBox 10"/>
          <p:cNvSpPr txBox="1"/>
          <p:nvPr/>
        </p:nvSpPr>
        <p:spPr>
          <a:xfrm>
            <a:off x="6798568" y="5733956"/>
            <a:ext cx="4317105" cy="523220"/>
          </a:xfrm>
          <a:prstGeom prst="rect">
            <a:avLst/>
          </a:prstGeom>
          <a:noFill/>
        </p:spPr>
        <p:txBody>
          <a:bodyPr wrap="square" rtlCol="0">
            <a:spAutoFit/>
          </a:bodyPr>
          <a:lstStyle/>
          <a:p>
            <a:pPr lvl="0" algn="ctr" rtl="1"/>
            <a:r>
              <a:rPr lang="ar-SA" sz="2800" b="1" dirty="0"/>
              <a:t>تحديد الاختبارات القبلية وتصميمها</a:t>
            </a:r>
            <a:endParaRPr lang="en-US" sz="2800" b="1" dirty="0"/>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447919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500"/>
                                        <p:tgtEl>
                                          <p:spTgt spid="7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0"/>
                                        </p:tgtEl>
                                        <p:attrNameLst>
                                          <p:attrName>style.visibility</p:attrName>
                                        </p:attrNameLst>
                                      </p:cBhvr>
                                      <p:to>
                                        <p:strVal val="visible"/>
                                      </p:to>
                                    </p:set>
                                    <p:animEffect transition="in" filter="fade">
                                      <p:cBhvr>
                                        <p:cTn id="11" dur="500"/>
                                        <p:tgtEl>
                                          <p:spTgt spid="12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6"/>
                                        </p:tgtEl>
                                        <p:attrNameLst>
                                          <p:attrName>style.visibility</p:attrName>
                                        </p:attrNameLst>
                                      </p:cBhvr>
                                      <p:to>
                                        <p:strVal val="visible"/>
                                      </p:to>
                                    </p:set>
                                    <p:animEffect transition="in" filter="fade">
                                      <p:cBhvr>
                                        <p:cTn id="15" dur="500"/>
                                        <p:tgtEl>
                                          <p:spTgt spid="11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6"/>
                                        </p:tgtEl>
                                        <p:attrNameLst>
                                          <p:attrName>style.visibility</p:attrName>
                                        </p:attrNameLst>
                                      </p:cBhvr>
                                      <p:to>
                                        <p:strVal val="visible"/>
                                      </p:to>
                                    </p:set>
                                    <p:animEffect transition="in" filter="fade">
                                      <p:cBhvr>
                                        <p:cTn id="19" dur="500"/>
                                        <p:tgtEl>
                                          <p:spTgt spid="12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7"/>
                                        </p:tgtEl>
                                        <p:attrNameLst>
                                          <p:attrName>style.visibility</p:attrName>
                                        </p:attrNameLst>
                                      </p:cBhvr>
                                      <p:to>
                                        <p:strVal val="visible"/>
                                      </p:to>
                                    </p:set>
                                    <p:animEffect transition="in" filter="fade">
                                      <p:cBhvr>
                                        <p:cTn id="23" dur="500"/>
                                        <p:tgtEl>
                                          <p:spTgt spid="1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29"/>
                                        </p:tgtEl>
                                        <p:attrNameLst>
                                          <p:attrName>style.visibility</p:attrName>
                                        </p:attrNameLst>
                                      </p:cBhvr>
                                      <p:to>
                                        <p:strVal val="visible"/>
                                      </p:to>
                                    </p:set>
                                    <p:animEffect transition="in" filter="fade">
                                      <p:cBhvr>
                                        <p:cTn id="27" dur="500"/>
                                        <p:tgtEl>
                                          <p:spTgt spid="129"/>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116" grpId="0" animBg="1"/>
      <p:bldP spid="117" grpId="0" animBg="1"/>
      <p:bldP spid="120" grpId="0"/>
      <p:bldP spid="126" grpId="0"/>
      <p:bldP spid="129" grpId="0"/>
      <p:bldP spid="10" grpId="0" animBg="1"/>
      <p:bldP spid="11"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1815177"/>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531940" y="4824521"/>
            <a:ext cx="11133191" cy="1569660"/>
          </a:xfrm>
          <a:prstGeom prst="rect">
            <a:avLst/>
          </a:prstGeom>
          <a:noFill/>
        </p:spPr>
        <p:txBody>
          <a:bodyPr wrap="square" rtlCol="0">
            <a:spAutoFit/>
          </a:bodyPr>
          <a:lstStyle/>
          <a:p>
            <a:pPr algn="ctr" fontAlgn="auto">
              <a:spcBef>
                <a:spcPts val="0"/>
              </a:spcBef>
              <a:spcAft>
                <a:spcPts val="0"/>
              </a:spcAft>
            </a:pPr>
            <a:r>
              <a:rPr lang="ar-SA" sz="3200" b="1" dirty="0">
                <a:solidFill>
                  <a:prstClr val="black"/>
                </a:solidFill>
              </a:rPr>
              <a:t>تدور جميع نماذج تصميم التعليم على اختلافها حول المراحل الخمسه الرئيسة لنموذج أدي </a:t>
            </a:r>
            <a:r>
              <a:rPr lang="en-US" sz="3200" b="1" dirty="0" smtClean="0">
                <a:solidFill>
                  <a:prstClr val="black"/>
                </a:solidFill>
              </a:rPr>
              <a:t> ADDIE Model</a:t>
            </a:r>
            <a:r>
              <a:rPr lang="ar-JO" sz="3200" b="1" dirty="0" smtClean="0">
                <a:solidFill>
                  <a:prstClr val="black"/>
                </a:solidFill>
              </a:rPr>
              <a:t> </a:t>
            </a:r>
            <a:r>
              <a:rPr lang="ar-SA" sz="3200" b="1" dirty="0">
                <a:solidFill>
                  <a:prstClr val="black"/>
                </a:solidFill>
              </a:rPr>
              <a:t>وسيتم عرض لتلك المراحل بشكل تفصيلي بالشكل الآتي</a:t>
            </a:r>
            <a:endParaRPr lang="en-US" sz="32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859169"/>
            <a:ext cx="12191999" cy="707886"/>
          </a:xfrm>
          <a:prstGeom prst="rect">
            <a:avLst/>
          </a:prstGeom>
          <a:noFill/>
        </p:spPr>
        <p:txBody>
          <a:bodyPr wrap="square" rtlCol="0">
            <a:spAutoFit/>
          </a:bodyPr>
          <a:lstStyle/>
          <a:p>
            <a:pPr algn="ctr" fontAlgn="auto">
              <a:spcBef>
                <a:spcPts val="0"/>
              </a:spcBef>
              <a:spcAft>
                <a:spcPts val="0"/>
              </a:spcAft>
            </a:pPr>
            <a:r>
              <a:rPr lang="ar-SA" sz="4000" b="1" u="sng" dirty="0">
                <a:solidFill>
                  <a:prstClr val="white"/>
                </a:solidFill>
              </a:rPr>
              <a:t>خطوات مراحل التصميم التعليمي</a:t>
            </a:r>
            <a:endParaRPr lang="en-US" sz="4000" u="sng" dirty="0">
              <a:solidFill>
                <a:prstClr val="white"/>
              </a:solidFill>
              <a:latin typeface="Lato" panose="020F0502020204030203" pitchFamily="34" charset="0"/>
              <a:cs typeface="Lato" panose="020F0502020204030203" pitchFamily="34" charset="0"/>
            </a:endParaRPr>
          </a:p>
        </p:txBody>
      </p:sp>
      <p:grpSp>
        <p:nvGrpSpPr>
          <p:cNvPr id="12" name="Group 11"/>
          <p:cNvGrpSpPr/>
          <p:nvPr/>
        </p:nvGrpSpPr>
        <p:grpSpPr>
          <a:xfrm>
            <a:off x="2155371" y="1729361"/>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1" y="4394272"/>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607056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762906" y="1227576"/>
            <a:ext cx="1106333" cy="1149602"/>
            <a:chOff x="5380317" y="2017057"/>
            <a:chExt cx="1532964" cy="1592918"/>
          </a:xfrm>
          <a:solidFill>
            <a:srgbClr val="0087B2"/>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6135388" y="1531902"/>
            <a:ext cx="338554" cy="646331"/>
          </a:xfrm>
          <a:prstGeom prst="rect">
            <a:avLst/>
          </a:prstGeom>
        </p:spPr>
        <p:txBody>
          <a:bodyPr wrap="none">
            <a:spAutoFit/>
          </a:bodyPr>
          <a:lstStyle/>
          <a:p>
            <a:pPr algn="ctr" defTabSz="914294" fontAlgn="auto">
              <a:spcBef>
                <a:spcPts val="0"/>
              </a:spcBef>
              <a:spcAft>
                <a:spcPts val="0"/>
              </a:spcAft>
            </a:pPr>
            <a:r>
              <a:rPr lang="el-GR" sz="3600" b="1" dirty="0" smtClean="0">
                <a:solidFill>
                  <a:prstClr val="white"/>
                </a:solidFill>
                <a:latin typeface="FontAwesome" pitchFamily="2" charset="0"/>
                <a:cs typeface="+mn-cs"/>
              </a:rPr>
              <a:t>1</a:t>
            </a:r>
            <a:endParaRPr lang="ru-RU" sz="3600" b="1" dirty="0">
              <a:solidFill>
                <a:prstClr val="white"/>
              </a:solidFill>
              <a:latin typeface="Calibri" panose="020F0502020204030204"/>
              <a:cs typeface="+mn-cs"/>
            </a:endParaRPr>
          </a:p>
        </p:txBody>
      </p:sp>
      <p:sp>
        <p:nvSpPr>
          <p:cNvPr id="17" name="TextBox 16"/>
          <p:cNvSpPr txBox="1"/>
          <p:nvPr/>
        </p:nvSpPr>
        <p:spPr>
          <a:xfrm>
            <a:off x="3221965" y="2748113"/>
            <a:ext cx="5849663" cy="646331"/>
          </a:xfrm>
          <a:prstGeom prst="rect">
            <a:avLst/>
          </a:prstGeom>
          <a:noFill/>
        </p:spPr>
        <p:txBody>
          <a:bodyPr wrap="square" rtlCol="0">
            <a:spAutoFit/>
          </a:bodyPr>
          <a:lstStyle/>
          <a:p>
            <a:pPr algn="ctr" fontAlgn="auto">
              <a:spcBef>
                <a:spcPts val="0"/>
              </a:spcBef>
              <a:spcAft>
                <a:spcPts val="0"/>
              </a:spcAft>
            </a:pPr>
            <a:r>
              <a:rPr lang="ar-SA" sz="3600" b="1" u="sng" dirty="0">
                <a:solidFill>
                  <a:srgbClr val="0087B2"/>
                </a:solidFill>
              </a:rPr>
              <a:t>مرحلة</a:t>
            </a:r>
            <a:r>
              <a:rPr lang="ar-SA" sz="3600" u="sng" dirty="0">
                <a:solidFill>
                  <a:srgbClr val="0087B2"/>
                </a:solidFill>
              </a:rPr>
              <a:t> </a:t>
            </a:r>
            <a:r>
              <a:rPr lang="ar-SA" sz="3600" b="1" u="sng" dirty="0">
                <a:solidFill>
                  <a:srgbClr val="0087B2"/>
                </a:solidFill>
              </a:rPr>
              <a:t>التحليل</a:t>
            </a:r>
            <a:endParaRPr lang="en-US" sz="3600" u="sng" dirty="0">
              <a:solidFill>
                <a:srgbClr val="0087B2"/>
              </a:solidFill>
              <a:latin typeface="Lato" panose="020F0502020204030203" pitchFamily="34" charset="0"/>
              <a:cs typeface="Lato" panose="020F0502020204030203" pitchFamily="34" charset="0"/>
            </a:endParaRPr>
          </a:p>
        </p:txBody>
      </p:sp>
      <p:sp>
        <p:nvSpPr>
          <p:cNvPr id="18" name="Rectangle 17"/>
          <p:cNvSpPr/>
          <p:nvPr/>
        </p:nvSpPr>
        <p:spPr>
          <a:xfrm>
            <a:off x="914400" y="3765379"/>
            <a:ext cx="10137913" cy="2246769"/>
          </a:xfrm>
          <a:prstGeom prst="rect">
            <a:avLst/>
          </a:prstGeom>
        </p:spPr>
        <p:txBody>
          <a:bodyPr wrap="square">
            <a:spAutoFit/>
          </a:bodyPr>
          <a:lstStyle/>
          <a:p>
            <a:pPr algn="ctr" fontAlgn="auto">
              <a:spcBef>
                <a:spcPts val="0"/>
              </a:spcBef>
              <a:spcAft>
                <a:spcPts val="0"/>
              </a:spcAft>
            </a:pPr>
            <a:r>
              <a:rPr lang="ar-SA" sz="2800" b="1" dirty="0" smtClean="0"/>
              <a:t> </a:t>
            </a:r>
            <a:r>
              <a:rPr lang="ar-SA" sz="2800" b="1" dirty="0"/>
              <a:t>تمثل مرحلة التحليل حجر الأساس لجميع المراحل الأخرى لتصميم التعليم، وخلال هذه المرحلة يجب أن يتم تحليل الحاجات، وتحديد المشكلة، ومصدرها، والحلول الممكنة لها، والفئة المستهدفة، وتحليل المحتوى، فهي مرحلة يمكن استخدام أساليب البحث فيها</a:t>
            </a:r>
            <a:r>
              <a:rPr lang="ar-SA" sz="2800" b="1" dirty="0" smtClean="0"/>
              <a:t>.</a:t>
            </a:r>
            <a:endParaRPr lang="en-US" sz="2800" b="1" dirty="0" smtClean="0"/>
          </a:p>
          <a:p>
            <a:pPr algn="ctr" fontAlgn="auto">
              <a:spcBef>
                <a:spcPts val="0"/>
              </a:spcBef>
              <a:spcAft>
                <a:spcPts val="0"/>
              </a:spcAft>
            </a:pPr>
            <a:r>
              <a:rPr lang="ar-SA" sz="2800" b="1" dirty="0">
                <a:solidFill>
                  <a:srgbClr val="000000"/>
                </a:solidFill>
                <a:ea typeface="Arial Unicode MS" panose="020B0604020202020204" pitchFamily="34" charset="-128"/>
                <a:cs typeface="Simplified Arabic" panose="02020603050405020304" pitchFamily="18" charset="-78"/>
              </a:rPr>
              <a:t>وسنقوم بعرض تلك المراحل بشكل مفصل كالآتي: </a:t>
            </a:r>
            <a:endParaRPr lang="en-US" sz="2800" b="1" dirty="0"/>
          </a:p>
          <a:p>
            <a:pPr algn="ctr" fontAlgn="auto">
              <a:spcBef>
                <a:spcPts val="0"/>
              </a:spcBef>
              <a:spcAft>
                <a:spcPts val="0"/>
              </a:spcAft>
            </a:pPr>
            <a:endParaRPr lang="en-US" sz="2800" b="1" dirty="0">
              <a:solidFill>
                <a:prstClr val="black">
                  <a:lumMod val="75000"/>
                  <a:lumOff val="25000"/>
                </a:prstClr>
              </a:solidFill>
              <a:latin typeface="Lato" panose="020F0502020204030203" pitchFamily="34" charset="0"/>
              <a:cs typeface="Lato" panose="020F0502020204030203" pitchFamily="34" charset="0"/>
            </a:endParaRPr>
          </a:p>
        </p:txBody>
      </p:sp>
      <p:sp>
        <p:nvSpPr>
          <p:cNvPr id="10" name="Rectangle 9"/>
          <p:cNvSpPr/>
          <p:nvPr/>
        </p:nvSpPr>
        <p:spPr>
          <a:xfrm flipV="1">
            <a:off x="4683107" y="5579165"/>
            <a:ext cx="2698707"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52676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0"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520959" y="1551962"/>
            <a:ext cx="11233150" cy="405130"/>
          </a:xfrm>
        </p:spPr>
        <p:txBody>
          <a:bodyPr>
            <a:noAutofit/>
          </a:bodyPr>
          <a:lstStyle/>
          <a:p>
            <a:pPr algn="ctr" rtl="1"/>
            <a:r>
              <a:rPr lang="ar-SA" sz="4000" u="sng" dirty="0">
                <a:solidFill>
                  <a:srgbClr val="FF0000"/>
                </a:solidFill>
              </a:rPr>
              <a:t>أ-</a:t>
            </a:r>
            <a:r>
              <a:rPr lang="el-GR" sz="4000" u="sng" dirty="0">
                <a:solidFill>
                  <a:srgbClr val="FF0000"/>
                </a:solidFill>
              </a:rPr>
              <a:t> </a:t>
            </a:r>
            <a:r>
              <a:rPr lang="ar-SA" sz="4000" u="sng" dirty="0">
                <a:solidFill>
                  <a:srgbClr val="FF0000"/>
                </a:solidFill>
              </a:rPr>
              <a:t>مرحلة تحديد الحاجات التعليمية:</a:t>
            </a:r>
            <a:endParaRPr lang="el-GR" sz="4000" u="sng" dirty="0">
              <a:solidFill>
                <a:srgbClr val="FF0000"/>
              </a:solidFill>
            </a:endParaRPr>
          </a:p>
        </p:txBody>
      </p:sp>
      <p:grpSp>
        <p:nvGrpSpPr>
          <p:cNvPr id="2" name="Group 1"/>
          <p:cNvGrpSpPr/>
          <p:nvPr/>
        </p:nvGrpSpPr>
        <p:grpSpPr>
          <a:xfrm>
            <a:off x="2998779" y="4022730"/>
            <a:ext cx="6432096" cy="5460539"/>
            <a:chOff x="2998779" y="4022730"/>
            <a:chExt cx="6432096" cy="5460539"/>
          </a:xfrm>
        </p:grpSpPr>
        <p:grpSp>
          <p:nvGrpSpPr>
            <p:cNvPr id="78" name="Group 77"/>
            <p:cNvGrpSpPr/>
            <p:nvPr/>
          </p:nvGrpSpPr>
          <p:grpSpPr>
            <a:xfrm>
              <a:off x="3001506" y="4022730"/>
              <a:ext cx="6417587" cy="5460539"/>
              <a:chOff x="2463604" y="3901176"/>
              <a:chExt cx="6417587" cy="5460539"/>
            </a:xfrm>
          </p:grpSpPr>
          <p:sp>
            <p:nvSpPr>
              <p:cNvPr id="12" name="Block Arc 11"/>
              <p:cNvSpPr/>
              <p:nvPr/>
            </p:nvSpPr>
            <p:spPr>
              <a:xfrm>
                <a:off x="2463604" y="4020457"/>
                <a:ext cx="5341258" cy="5341258"/>
              </a:xfrm>
              <a:prstGeom prst="blockArc">
                <a:avLst>
                  <a:gd name="adj1" fmla="val 10503525"/>
                  <a:gd name="adj2" fmla="val 15722144"/>
                  <a:gd name="adj3" fmla="val 1269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black"/>
                  </a:solidFill>
                </a:endParaRPr>
              </a:p>
            </p:txBody>
          </p:sp>
          <p:sp>
            <p:nvSpPr>
              <p:cNvPr id="22" name="Block Arc 21"/>
              <p:cNvSpPr/>
              <p:nvPr/>
            </p:nvSpPr>
            <p:spPr>
              <a:xfrm flipH="1">
                <a:off x="3539933" y="4015739"/>
                <a:ext cx="5341258" cy="5341258"/>
              </a:xfrm>
              <a:prstGeom prst="blockArc">
                <a:avLst>
                  <a:gd name="adj1" fmla="val 10503525"/>
                  <a:gd name="adj2" fmla="val 15722144"/>
                  <a:gd name="adj3" fmla="val 1269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black"/>
                  </a:solidFill>
                </a:endParaRPr>
              </a:p>
            </p:txBody>
          </p:sp>
          <p:grpSp>
            <p:nvGrpSpPr>
              <p:cNvPr id="77" name="Group 76"/>
              <p:cNvGrpSpPr/>
              <p:nvPr/>
            </p:nvGrpSpPr>
            <p:grpSpPr>
              <a:xfrm>
                <a:off x="4836756" y="3901176"/>
                <a:ext cx="1704025" cy="1160553"/>
                <a:chOff x="4836756" y="3901176"/>
                <a:chExt cx="1704025" cy="1160553"/>
              </a:xfrm>
            </p:grpSpPr>
            <p:grpSp>
              <p:nvGrpSpPr>
                <p:cNvPr id="64" name="Group 63"/>
                <p:cNvGrpSpPr/>
                <p:nvPr/>
              </p:nvGrpSpPr>
              <p:grpSpPr>
                <a:xfrm>
                  <a:off x="5134233" y="4631676"/>
                  <a:ext cx="736392" cy="430053"/>
                  <a:chOff x="5134233" y="4631676"/>
                  <a:chExt cx="736392" cy="430053"/>
                </a:xfrm>
              </p:grpSpPr>
              <p:sp>
                <p:nvSpPr>
                  <p:cNvPr id="14" name="Freeform 31"/>
                  <p:cNvSpPr>
                    <a:spLocks/>
                  </p:cNvSpPr>
                  <p:nvPr/>
                </p:nvSpPr>
                <p:spPr bwMode="auto">
                  <a:xfrm>
                    <a:off x="5428791" y="4643459"/>
                    <a:ext cx="341687" cy="347580"/>
                  </a:xfrm>
                  <a:custGeom>
                    <a:avLst/>
                    <a:gdLst>
                      <a:gd name="T0" fmla="*/ 23 w 24"/>
                      <a:gd name="T1" fmla="*/ 7 h 24"/>
                      <a:gd name="T2" fmla="*/ 24 w 24"/>
                      <a:gd name="T3" fmla="*/ 3 h 24"/>
                      <a:gd name="T4" fmla="*/ 22 w 24"/>
                      <a:gd name="T5" fmla="*/ 1 h 24"/>
                      <a:gd name="T6" fmla="*/ 20 w 24"/>
                      <a:gd name="T7" fmla="*/ 0 h 24"/>
                      <a:gd name="T8" fmla="*/ 16 w 24"/>
                      <a:gd name="T9" fmla="*/ 2 h 24"/>
                      <a:gd name="T10" fmla="*/ 0 w 24"/>
                      <a:gd name="T11" fmla="*/ 22 h 24"/>
                      <a:gd name="T12" fmla="*/ 8 w 24"/>
                      <a:gd name="T13" fmla="*/ 24 h 24"/>
                      <a:gd name="T14" fmla="*/ 8 w 24"/>
                      <a:gd name="T15" fmla="*/ 24 h 24"/>
                      <a:gd name="T16" fmla="*/ 21 w 24"/>
                      <a:gd name="T17" fmla="*/ 9 h 24"/>
                      <a:gd name="T18" fmla="*/ 23 w 24"/>
                      <a:gd name="T1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3" y="7"/>
                        </a:moveTo>
                        <a:cubicBezTo>
                          <a:pt x="23" y="6"/>
                          <a:pt x="24" y="5"/>
                          <a:pt x="24" y="3"/>
                        </a:cubicBezTo>
                        <a:cubicBezTo>
                          <a:pt x="23" y="2"/>
                          <a:pt x="23" y="2"/>
                          <a:pt x="22" y="1"/>
                        </a:cubicBezTo>
                        <a:cubicBezTo>
                          <a:pt x="22" y="0"/>
                          <a:pt x="21" y="0"/>
                          <a:pt x="20" y="0"/>
                        </a:cubicBezTo>
                        <a:cubicBezTo>
                          <a:pt x="18" y="0"/>
                          <a:pt x="17" y="1"/>
                          <a:pt x="16" y="2"/>
                        </a:cubicBezTo>
                        <a:cubicBezTo>
                          <a:pt x="0" y="22"/>
                          <a:pt x="0" y="22"/>
                          <a:pt x="0" y="22"/>
                        </a:cubicBezTo>
                        <a:cubicBezTo>
                          <a:pt x="3" y="23"/>
                          <a:pt x="5" y="23"/>
                          <a:pt x="8" y="24"/>
                        </a:cubicBezTo>
                        <a:cubicBezTo>
                          <a:pt x="8" y="24"/>
                          <a:pt x="8" y="24"/>
                          <a:pt x="8" y="24"/>
                        </a:cubicBezTo>
                        <a:cubicBezTo>
                          <a:pt x="21" y="9"/>
                          <a:pt x="21" y="9"/>
                          <a:pt x="21" y="9"/>
                        </a:cubicBezTo>
                        <a:cubicBezTo>
                          <a:pt x="21" y="8"/>
                          <a:pt x="22" y="7"/>
                          <a:pt x="23" y="7"/>
                        </a:cubicBez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fontAlgn="auto">
                      <a:spcBef>
                        <a:spcPts val="0"/>
                      </a:spcBef>
                      <a:spcAft>
                        <a:spcPts val="0"/>
                      </a:spcAft>
                    </a:pPr>
                    <a:endParaRPr lang="id-ID" sz="1600">
                      <a:solidFill>
                        <a:srgbClr val="E7E6E6"/>
                      </a:solidFill>
                      <a:latin typeface="Roboto Lt"/>
                    </a:endParaRPr>
                  </a:p>
                </p:txBody>
              </p:sp>
              <p:sp>
                <p:nvSpPr>
                  <p:cNvPr id="15" name="Freeform 32"/>
                  <p:cNvSpPr>
                    <a:spLocks/>
                  </p:cNvSpPr>
                  <p:nvPr/>
                </p:nvSpPr>
                <p:spPr bwMode="auto">
                  <a:xfrm>
                    <a:off x="5257946" y="4631676"/>
                    <a:ext cx="300447" cy="300451"/>
                  </a:xfrm>
                  <a:custGeom>
                    <a:avLst/>
                    <a:gdLst>
                      <a:gd name="T0" fmla="*/ 21 w 21"/>
                      <a:gd name="T1" fmla="*/ 4 h 21"/>
                      <a:gd name="T2" fmla="*/ 19 w 21"/>
                      <a:gd name="T3" fmla="*/ 1 h 21"/>
                      <a:gd name="T4" fmla="*/ 17 w 21"/>
                      <a:gd name="T5" fmla="*/ 0 h 21"/>
                      <a:gd name="T6" fmla="*/ 13 w 21"/>
                      <a:gd name="T7" fmla="*/ 2 h 21"/>
                      <a:gd name="T8" fmla="*/ 0 w 21"/>
                      <a:gd name="T9" fmla="*/ 18 h 21"/>
                      <a:gd name="T10" fmla="*/ 8 w 21"/>
                      <a:gd name="T11" fmla="*/ 21 h 21"/>
                      <a:gd name="T12" fmla="*/ 20 w 21"/>
                      <a:gd name="T13" fmla="*/ 7 h 21"/>
                      <a:gd name="T14" fmla="*/ 21 w 21"/>
                      <a:gd name="T15" fmla="*/ 4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1" y="4"/>
                        </a:moveTo>
                        <a:cubicBezTo>
                          <a:pt x="21" y="2"/>
                          <a:pt x="20" y="1"/>
                          <a:pt x="19" y="1"/>
                        </a:cubicBezTo>
                        <a:cubicBezTo>
                          <a:pt x="19" y="0"/>
                          <a:pt x="18" y="0"/>
                          <a:pt x="17" y="0"/>
                        </a:cubicBezTo>
                        <a:cubicBezTo>
                          <a:pt x="16" y="0"/>
                          <a:pt x="14" y="1"/>
                          <a:pt x="13" y="2"/>
                        </a:cubicBezTo>
                        <a:cubicBezTo>
                          <a:pt x="0" y="18"/>
                          <a:pt x="0" y="18"/>
                          <a:pt x="0" y="18"/>
                        </a:cubicBezTo>
                        <a:cubicBezTo>
                          <a:pt x="3" y="19"/>
                          <a:pt x="5" y="20"/>
                          <a:pt x="8" y="21"/>
                        </a:cubicBezTo>
                        <a:cubicBezTo>
                          <a:pt x="20" y="7"/>
                          <a:pt x="20" y="7"/>
                          <a:pt x="20" y="7"/>
                        </a:cubicBezTo>
                        <a:cubicBezTo>
                          <a:pt x="21" y="6"/>
                          <a:pt x="21" y="5"/>
                          <a:pt x="21" y="4"/>
                        </a:cubicBez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fontAlgn="auto">
                      <a:spcBef>
                        <a:spcPts val="0"/>
                      </a:spcBef>
                      <a:spcAft>
                        <a:spcPts val="0"/>
                      </a:spcAft>
                    </a:pPr>
                    <a:endParaRPr lang="id-ID" sz="1600">
                      <a:solidFill>
                        <a:srgbClr val="E7E6E6"/>
                      </a:solidFill>
                      <a:latin typeface="Roboto Lt"/>
                    </a:endParaRPr>
                  </a:p>
                </p:txBody>
              </p:sp>
              <p:sp>
                <p:nvSpPr>
                  <p:cNvPr id="16" name="Freeform 33"/>
                  <p:cNvSpPr>
                    <a:spLocks/>
                  </p:cNvSpPr>
                  <p:nvPr/>
                </p:nvSpPr>
                <p:spPr bwMode="auto">
                  <a:xfrm>
                    <a:off x="5599632" y="4790736"/>
                    <a:ext cx="270993" cy="259211"/>
                  </a:xfrm>
                  <a:custGeom>
                    <a:avLst/>
                    <a:gdLst>
                      <a:gd name="T0" fmla="*/ 14 w 19"/>
                      <a:gd name="T1" fmla="*/ 0 h 18"/>
                      <a:gd name="T2" fmla="*/ 13 w 19"/>
                      <a:gd name="T3" fmla="*/ 0 h 18"/>
                      <a:gd name="T4" fmla="*/ 0 w 19"/>
                      <a:gd name="T5" fmla="*/ 16 h 18"/>
                      <a:gd name="T6" fmla="*/ 9 w 19"/>
                      <a:gd name="T7" fmla="*/ 18 h 18"/>
                      <a:gd name="T8" fmla="*/ 17 w 19"/>
                      <a:gd name="T9" fmla="*/ 8 h 18"/>
                      <a:gd name="T10" fmla="*/ 17 w 19"/>
                      <a:gd name="T11" fmla="*/ 7 h 18"/>
                      <a:gd name="T12" fmla="*/ 18 w 19"/>
                      <a:gd name="T13" fmla="*/ 6 h 18"/>
                      <a:gd name="T14" fmla="*/ 17 w 19"/>
                      <a:gd name="T15" fmla="*/ 1 h 18"/>
                      <a:gd name="T16" fmla="*/ 14 w 1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14" y="0"/>
                        </a:moveTo>
                        <a:cubicBezTo>
                          <a:pt x="14" y="0"/>
                          <a:pt x="13" y="0"/>
                          <a:pt x="13" y="0"/>
                        </a:cubicBezTo>
                        <a:cubicBezTo>
                          <a:pt x="0" y="16"/>
                          <a:pt x="0" y="16"/>
                          <a:pt x="0" y="16"/>
                        </a:cubicBezTo>
                        <a:cubicBezTo>
                          <a:pt x="3" y="16"/>
                          <a:pt x="6" y="17"/>
                          <a:pt x="9" y="18"/>
                        </a:cubicBezTo>
                        <a:cubicBezTo>
                          <a:pt x="17" y="8"/>
                          <a:pt x="17" y="8"/>
                          <a:pt x="17" y="8"/>
                        </a:cubicBezTo>
                        <a:cubicBezTo>
                          <a:pt x="17" y="7"/>
                          <a:pt x="17" y="7"/>
                          <a:pt x="17" y="7"/>
                        </a:cubicBezTo>
                        <a:cubicBezTo>
                          <a:pt x="18" y="6"/>
                          <a:pt x="18" y="6"/>
                          <a:pt x="18" y="6"/>
                        </a:cubicBezTo>
                        <a:cubicBezTo>
                          <a:pt x="19" y="5"/>
                          <a:pt x="19" y="2"/>
                          <a:pt x="17" y="1"/>
                        </a:cubicBezTo>
                        <a:cubicBezTo>
                          <a:pt x="16" y="0"/>
                          <a:pt x="15" y="0"/>
                          <a:pt x="14" y="0"/>
                        </a:cubicBez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fontAlgn="auto">
                      <a:spcBef>
                        <a:spcPts val="0"/>
                      </a:spcBef>
                      <a:spcAft>
                        <a:spcPts val="0"/>
                      </a:spcAft>
                    </a:pPr>
                    <a:endParaRPr lang="id-ID" sz="1600">
                      <a:solidFill>
                        <a:srgbClr val="E7E6E6"/>
                      </a:solidFill>
                      <a:latin typeface="Roboto Lt"/>
                    </a:endParaRPr>
                  </a:p>
                </p:txBody>
              </p:sp>
              <p:sp>
                <p:nvSpPr>
                  <p:cNvPr id="17" name="Freeform 34"/>
                  <p:cNvSpPr>
                    <a:spLocks/>
                  </p:cNvSpPr>
                  <p:nvPr/>
                </p:nvSpPr>
                <p:spPr bwMode="auto">
                  <a:xfrm>
                    <a:off x="5134233" y="4720042"/>
                    <a:ext cx="153170" cy="141388"/>
                  </a:xfrm>
                  <a:custGeom>
                    <a:avLst/>
                    <a:gdLst>
                      <a:gd name="T0" fmla="*/ 9 w 11"/>
                      <a:gd name="T1" fmla="*/ 1 h 10"/>
                      <a:gd name="T2" fmla="*/ 6 w 11"/>
                      <a:gd name="T3" fmla="*/ 0 h 10"/>
                      <a:gd name="T4" fmla="*/ 6 w 11"/>
                      <a:gd name="T5" fmla="*/ 0 h 10"/>
                      <a:gd name="T6" fmla="*/ 0 w 11"/>
                      <a:gd name="T7" fmla="*/ 7 h 10"/>
                      <a:gd name="T8" fmla="*/ 5 w 11"/>
                      <a:gd name="T9" fmla="*/ 10 h 10"/>
                      <a:gd name="T10" fmla="*/ 10 w 11"/>
                      <a:gd name="T11" fmla="*/ 4 h 10"/>
                      <a:gd name="T12" fmla="*/ 9 w 11"/>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9" y="1"/>
                        </a:moveTo>
                        <a:cubicBezTo>
                          <a:pt x="8" y="0"/>
                          <a:pt x="7" y="0"/>
                          <a:pt x="6" y="0"/>
                        </a:cubicBezTo>
                        <a:cubicBezTo>
                          <a:pt x="6" y="0"/>
                          <a:pt x="6" y="0"/>
                          <a:pt x="6" y="0"/>
                        </a:cubicBezTo>
                        <a:cubicBezTo>
                          <a:pt x="0" y="7"/>
                          <a:pt x="0" y="7"/>
                          <a:pt x="0" y="7"/>
                        </a:cubicBezTo>
                        <a:cubicBezTo>
                          <a:pt x="2" y="8"/>
                          <a:pt x="3" y="9"/>
                          <a:pt x="5" y="10"/>
                        </a:cubicBezTo>
                        <a:cubicBezTo>
                          <a:pt x="10" y="4"/>
                          <a:pt x="10" y="4"/>
                          <a:pt x="10" y="4"/>
                        </a:cubicBezTo>
                        <a:cubicBezTo>
                          <a:pt x="11" y="4"/>
                          <a:pt x="10" y="2"/>
                          <a:pt x="9" y="1"/>
                        </a:cubicBez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fontAlgn="auto">
                      <a:spcBef>
                        <a:spcPts val="0"/>
                      </a:spcBef>
                      <a:spcAft>
                        <a:spcPts val="0"/>
                      </a:spcAft>
                    </a:pPr>
                    <a:endParaRPr lang="id-ID" sz="1600">
                      <a:solidFill>
                        <a:srgbClr val="E7E6E6"/>
                      </a:solidFill>
                      <a:latin typeface="Roboto Lt"/>
                    </a:endParaRPr>
                  </a:p>
                </p:txBody>
              </p:sp>
              <p:sp>
                <p:nvSpPr>
                  <p:cNvPr id="18" name="Freeform 35"/>
                  <p:cNvSpPr>
                    <a:spLocks/>
                  </p:cNvSpPr>
                  <p:nvPr/>
                </p:nvSpPr>
                <p:spPr bwMode="auto">
                  <a:xfrm>
                    <a:off x="5782260" y="4991035"/>
                    <a:ext cx="58911" cy="70694"/>
                  </a:xfrm>
                  <a:custGeom>
                    <a:avLst/>
                    <a:gdLst>
                      <a:gd name="T0" fmla="*/ 0 w 4"/>
                      <a:gd name="T1" fmla="*/ 5 h 5"/>
                      <a:gd name="T2" fmla="*/ 0 w 4"/>
                      <a:gd name="T3" fmla="*/ 5 h 5"/>
                      <a:gd name="T4" fmla="*/ 4 w 4"/>
                      <a:gd name="T5" fmla="*/ 4 h 5"/>
                      <a:gd name="T6" fmla="*/ 4 w 4"/>
                      <a:gd name="T7" fmla="*/ 0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cubicBezTo>
                          <a:pt x="0" y="5"/>
                          <a:pt x="0" y="5"/>
                          <a:pt x="0" y="5"/>
                        </a:cubicBezTo>
                        <a:cubicBezTo>
                          <a:pt x="2" y="5"/>
                          <a:pt x="4" y="4"/>
                          <a:pt x="4" y="4"/>
                        </a:cubicBezTo>
                        <a:cubicBezTo>
                          <a:pt x="4" y="0"/>
                          <a:pt x="4" y="0"/>
                          <a:pt x="4" y="0"/>
                        </a:cubicBezTo>
                        <a:lnTo>
                          <a:pt x="0" y="5"/>
                        </a:ln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r" fontAlgn="auto">
                      <a:spcBef>
                        <a:spcPts val="0"/>
                      </a:spcBef>
                      <a:spcAft>
                        <a:spcPts val="0"/>
                      </a:spcAft>
                    </a:pPr>
                    <a:endParaRPr lang="id-ID" sz="1600">
                      <a:solidFill>
                        <a:srgbClr val="E7E6E6"/>
                      </a:solidFill>
                      <a:latin typeface="Roboto Lt"/>
                    </a:endParaRPr>
                  </a:p>
                </p:txBody>
              </p:sp>
            </p:grpSp>
            <p:sp>
              <p:nvSpPr>
                <p:cNvPr id="70" name="Freeform 69"/>
                <p:cNvSpPr>
                  <a:spLocks/>
                </p:cNvSpPr>
                <p:nvPr/>
              </p:nvSpPr>
              <p:spPr bwMode="auto">
                <a:xfrm>
                  <a:off x="5392843" y="3901176"/>
                  <a:ext cx="1147938" cy="870078"/>
                </a:xfrm>
                <a:custGeom>
                  <a:avLst/>
                  <a:gdLst>
                    <a:gd name="connsiteX0" fmla="*/ 409734 w 1147938"/>
                    <a:gd name="connsiteY0" fmla="*/ 0 h 870078"/>
                    <a:gd name="connsiteX1" fmla="*/ 494506 w 1147938"/>
                    <a:gd name="connsiteY1" fmla="*/ 29002 h 870078"/>
                    <a:gd name="connsiteX2" fmla="*/ 861854 w 1147938"/>
                    <a:gd name="connsiteY2" fmla="*/ 217519 h 870078"/>
                    <a:gd name="connsiteX3" fmla="*/ 875983 w 1147938"/>
                    <a:gd name="connsiteY3" fmla="*/ 232021 h 870078"/>
                    <a:gd name="connsiteX4" fmla="*/ 1084216 w 1147938"/>
                    <a:gd name="connsiteY4" fmla="*/ 154303 h 870078"/>
                    <a:gd name="connsiteX5" fmla="*/ 1147938 w 1147938"/>
                    <a:gd name="connsiteY5" fmla="*/ 130520 h 870078"/>
                    <a:gd name="connsiteX6" fmla="*/ 1056436 w 1147938"/>
                    <a:gd name="connsiteY6" fmla="*/ 752974 h 870078"/>
                    <a:gd name="connsiteX7" fmla="*/ 1040009 w 1147938"/>
                    <a:gd name="connsiteY7" fmla="*/ 761092 h 870078"/>
                    <a:gd name="connsiteX8" fmla="*/ 819468 w 1147938"/>
                    <a:gd name="connsiteY8" fmla="*/ 870078 h 870078"/>
                    <a:gd name="connsiteX9" fmla="*/ 805339 w 1147938"/>
                    <a:gd name="connsiteY9" fmla="*/ 594553 h 870078"/>
                    <a:gd name="connsiteX10" fmla="*/ 635794 w 1147938"/>
                    <a:gd name="connsiteY10" fmla="*/ 420538 h 870078"/>
                    <a:gd name="connsiteX11" fmla="*/ 466249 w 1147938"/>
                    <a:gd name="connsiteY11" fmla="*/ 275525 h 870078"/>
                    <a:gd name="connsiteX12" fmla="*/ 381476 w 1147938"/>
                    <a:gd name="connsiteY12" fmla="*/ 232021 h 870078"/>
                    <a:gd name="connsiteX13" fmla="*/ 324961 w 1147938"/>
                    <a:gd name="connsiteY13" fmla="*/ 203018 h 870078"/>
                    <a:gd name="connsiteX14" fmla="*/ 296704 w 1147938"/>
                    <a:gd name="connsiteY14" fmla="*/ 188517 h 870078"/>
                    <a:gd name="connsiteX15" fmla="*/ 282575 w 1147938"/>
                    <a:gd name="connsiteY15" fmla="*/ 217519 h 870078"/>
                    <a:gd name="connsiteX16" fmla="*/ 98901 w 1147938"/>
                    <a:gd name="connsiteY16" fmla="*/ 478543 h 870078"/>
                    <a:gd name="connsiteX17" fmla="*/ 28258 w 1147938"/>
                    <a:gd name="connsiteY17" fmla="*/ 507546 h 870078"/>
                    <a:gd name="connsiteX18" fmla="*/ 14129 w 1147938"/>
                    <a:gd name="connsiteY18" fmla="*/ 493044 h 870078"/>
                    <a:gd name="connsiteX19" fmla="*/ 28258 w 1147938"/>
                    <a:gd name="connsiteY19" fmla="*/ 348031 h 870078"/>
                    <a:gd name="connsiteX20" fmla="*/ 84773 w 1147938"/>
                    <a:gd name="connsiteY20" fmla="*/ 174015 h 870078"/>
                    <a:gd name="connsiteX21" fmla="*/ 339090 w 1147938"/>
                    <a:gd name="connsiteY21" fmla="*/ 29002 h 870078"/>
                    <a:gd name="connsiteX22" fmla="*/ 409734 w 1147938"/>
                    <a:gd name="connsiteY22" fmla="*/ 0 h 870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47938" h="870078">
                      <a:moveTo>
                        <a:pt x="409734" y="0"/>
                      </a:moveTo>
                      <a:cubicBezTo>
                        <a:pt x="437991" y="0"/>
                        <a:pt x="466249" y="14501"/>
                        <a:pt x="494506" y="29002"/>
                      </a:cubicBezTo>
                      <a:cubicBezTo>
                        <a:pt x="621665" y="87008"/>
                        <a:pt x="833596" y="188517"/>
                        <a:pt x="861854" y="217519"/>
                      </a:cubicBezTo>
                      <a:cubicBezTo>
                        <a:pt x="861854" y="217519"/>
                        <a:pt x="861854" y="217519"/>
                        <a:pt x="875983" y="232021"/>
                      </a:cubicBezTo>
                      <a:cubicBezTo>
                        <a:pt x="875983" y="232021"/>
                        <a:pt x="875983" y="232021"/>
                        <a:pt x="1084216" y="154303"/>
                      </a:cubicBezTo>
                      <a:lnTo>
                        <a:pt x="1147938" y="130520"/>
                      </a:lnTo>
                      <a:lnTo>
                        <a:pt x="1056436" y="752974"/>
                      </a:lnTo>
                      <a:lnTo>
                        <a:pt x="1040009" y="761092"/>
                      </a:lnTo>
                      <a:cubicBezTo>
                        <a:pt x="986364" y="787602"/>
                        <a:pt x="914837" y="822949"/>
                        <a:pt x="819468" y="870078"/>
                      </a:cubicBezTo>
                      <a:cubicBezTo>
                        <a:pt x="819468" y="812073"/>
                        <a:pt x="819468" y="710564"/>
                        <a:pt x="805339" y="594553"/>
                      </a:cubicBezTo>
                      <a:cubicBezTo>
                        <a:pt x="777081" y="522047"/>
                        <a:pt x="706438" y="478543"/>
                        <a:pt x="635794" y="420538"/>
                      </a:cubicBezTo>
                      <a:cubicBezTo>
                        <a:pt x="579279" y="377034"/>
                        <a:pt x="522764" y="333530"/>
                        <a:pt x="466249" y="275525"/>
                      </a:cubicBezTo>
                      <a:cubicBezTo>
                        <a:pt x="452120" y="261023"/>
                        <a:pt x="409734" y="246522"/>
                        <a:pt x="381476" y="232021"/>
                      </a:cubicBezTo>
                      <a:cubicBezTo>
                        <a:pt x="353219" y="217519"/>
                        <a:pt x="339090" y="217519"/>
                        <a:pt x="324961" y="203018"/>
                      </a:cubicBezTo>
                      <a:cubicBezTo>
                        <a:pt x="324961" y="203018"/>
                        <a:pt x="324961" y="203018"/>
                        <a:pt x="296704" y="188517"/>
                      </a:cubicBezTo>
                      <a:cubicBezTo>
                        <a:pt x="296704" y="188517"/>
                        <a:pt x="296704" y="188517"/>
                        <a:pt x="282575" y="217519"/>
                      </a:cubicBezTo>
                      <a:cubicBezTo>
                        <a:pt x="282575" y="217519"/>
                        <a:pt x="211931" y="406036"/>
                        <a:pt x="98901" y="478543"/>
                      </a:cubicBezTo>
                      <a:cubicBezTo>
                        <a:pt x="84773" y="493044"/>
                        <a:pt x="56515" y="507546"/>
                        <a:pt x="28258" y="507546"/>
                      </a:cubicBezTo>
                      <a:cubicBezTo>
                        <a:pt x="14129" y="507546"/>
                        <a:pt x="14129" y="493044"/>
                        <a:pt x="14129" y="493044"/>
                      </a:cubicBezTo>
                      <a:cubicBezTo>
                        <a:pt x="0" y="493044"/>
                        <a:pt x="-14129" y="464042"/>
                        <a:pt x="28258" y="348031"/>
                      </a:cubicBezTo>
                      <a:cubicBezTo>
                        <a:pt x="28258" y="348031"/>
                        <a:pt x="28258" y="348031"/>
                        <a:pt x="84773" y="174015"/>
                      </a:cubicBezTo>
                      <a:cubicBezTo>
                        <a:pt x="84773" y="174015"/>
                        <a:pt x="84773" y="174015"/>
                        <a:pt x="339090" y="29002"/>
                      </a:cubicBezTo>
                      <a:cubicBezTo>
                        <a:pt x="339090" y="29002"/>
                        <a:pt x="367348" y="0"/>
                        <a:pt x="409734" y="0"/>
                      </a:cubicBezTo>
                      <a:close/>
                    </a:path>
                  </a:pathLst>
                </a:custGeom>
                <a:solidFill>
                  <a:srgbClr val="E5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algn="r" fontAlgn="auto">
                    <a:spcBef>
                      <a:spcPts val="0"/>
                    </a:spcBef>
                    <a:spcAft>
                      <a:spcPts val="0"/>
                    </a:spcAft>
                  </a:pPr>
                  <a:endParaRPr lang="id-ID" sz="1600">
                    <a:solidFill>
                      <a:srgbClr val="E7E6E6"/>
                    </a:solidFill>
                    <a:latin typeface="Roboto Lt"/>
                  </a:endParaRPr>
                </a:p>
              </p:txBody>
            </p:sp>
            <p:sp>
              <p:nvSpPr>
                <p:cNvPr id="71" name="Freeform 70"/>
                <p:cNvSpPr>
                  <a:spLocks/>
                </p:cNvSpPr>
                <p:nvPr/>
              </p:nvSpPr>
              <p:spPr bwMode="auto">
                <a:xfrm rot="21323560">
                  <a:off x="4836756" y="3924567"/>
                  <a:ext cx="1331858" cy="1097999"/>
                </a:xfrm>
                <a:custGeom>
                  <a:avLst/>
                  <a:gdLst>
                    <a:gd name="connsiteX0" fmla="*/ 650499 w 1331858"/>
                    <a:gd name="connsiteY0" fmla="*/ 0 h 1097999"/>
                    <a:gd name="connsiteX1" fmla="*/ 763470 w 1331858"/>
                    <a:gd name="connsiteY1" fmla="*/ 28895 h 1097999"/>
                    <a:gd name="connsiteX2" fmla="*/ 608134 w 1331858"/>
                    <a:gd name="connsiteY2" fmla="*/ 130026 h 1097999"/>
                    <a:gd name="connsiteX3" fmla="*/ 551649 w 1331858"/>
                    <a:gd name="connsiteY3" fmla="*/ 317842 h 1097999"/>
                    <a:gd name="connsiteX4" fmla="*/ 537528 w 1331858"/>
                    <a:gd name="connsiteY4" fmla="*/ 505657 h 1097999"/>
                    <a:gd name="connsiteX5" fmla="*/ 594013 w 1331858"/>
                    <a:gd name="connsiteY5" fmla="*/ 534552 h 1097999"/>
                    <a:gd name="connsiteX6" fmla="*/ 692863 w 1331858"/>
                    <a:gd name="connsiteY6" fmla="*/ 505657 h 1097999"/>
                    <a:gd name="connsiteX7" fmla="*/ 890563 w 1331858"/>
                    <a:gd name="connsiteY7" fmla="*/ 245605 h 1097999"/>
                    <a:gd name="connsiteX8" fmla="*/ 932927 w 1331858"/>
                    <a:gd name="connsiteY8" fmla="*/ 260052 h 1097999"/>
                    <a:gd name="connsiteX9" fmla="*/ 1003534 w 1331858"/>
                    <a:gd name="connsiteY9" fmla="*/ 303394 h 1097999"/>
                    <a:gd name="connsiteX10" fmla="*/ 1158870 w 1331858"/>
                    <a:gd name="connsiteY10" fmla="*/ 433421 h 1097999"/>
                    <a:gd name="connsiteX11" fmla="*/ 1314206 w 1331858"/>
                    <a:gd name="connsiteY11" fmla="*/ 592341 h 1097999"/>
                    <a:gd name="connsiteX12" fmla="*/ 1328328 w 1331858"/>
                    <a:gd name="connsiteY12" fmla="*/ 939078 h 1097999"/>
                    <a:gd name="connsiteX13" fmla="*/ 1328328 w 1331858"/>
                    <a:gd name="connsiteY13" fmla="*/ 953525 h 1097999"/>
                    <a:gd name="connsiteX14" fmla="*/ 1271842 w 1331858"/>
                    <a:gd name="connsiteY14" fmla="*/ 967973 h 1097999"/>
                    <a:gd name="connsiteX15" fmla="*/ 1271842 w 1331858"/>
                    <a:gd name="connsiteY15" fmla="*/ 837946 h 1097999"/>
                    <a:gd name="connsiteX16" fmla="*/ 1243599 w 1331858"/>
                    <a:gd name="connsiteY16" fmla="*/ 635684 h 1097999"/>
                    <a:gd name="connsiteX17" fmla="*/ 1017656 w 1331858"/>
                    <a:gd name="connsiteY17" fmla="*/ 404526 h 1097999"/>
                    <a:gd name="connsiteX18" fmla="*/ 989413 w 1331858"/>
                    <a:gd name="connsiteY18" fmla="*/ 433421 h 1097999"/>
                    <a:gd name="connsiteX19" fmla="*/ 1215356 w 1331858"/>
                    <a:gd name="connsiteY19" fmla="*/ 650131 h 1097999"/>
                    <a:gd name="connsiteX20" fmla="*/ 1229477 w 1331858"/>
                    <a:gd name="connsiteY20" fmla="*/ 837946 h 1097999"/>
                    <a:gd name="connsiteX21" fmla="*/ 1229478 w 1331858"/>
                    <a:gd name="connsiteY21" fmla="*/ 982420 h 1097999"/>
                    <a:gd name="connsiteX22" fmla="*/ 1158871 w 1331858"/>
                    <a:gd name="connsiteY22" fmla="*/ 1025762 h 1097999"/>
                    <a:gd name="connsiteX23" fmla="*/ 1144749 w 1331858"/>
                    <a:gd name="connsiteY23" fmla="*/ 1025762 h 1097999"/>
                    <a:gd name="connsiteX24" fmla="*/ 1144749 w 1331858"/>
                    <a:gd name="connsiteY24" fmla="*/ 794604 h 1097999"/>
                    <a:gd name="connsiteX25" fmla="*/ 1130627 w 1331858"/>
                    <a:gd name="connsiteY25" fmla="*/ 765710 h 1097999"/>
                    <a:gd name="connsiteX26" fmla="*/ 947049 w 1331858"/>
                    <a:gd name="connsiteY26" fmla="*/ 577894 h 1097999"/>
                    <a:gd name="connsiteX27" fmla="*/ 918806 w 1331858"/>
                    <a:gd name="connsiteY27" fmla="*/ 606789 h 1097999"/>
                    <a:gd name="connsiteX28" fmla="*/ 1088264 w 1331858"/>
                    <a:gd name="connsiteY28" fmla="*/ 780157 h 1097999"/>
                    <a:gd name="connsiteX29" fmla="*/ 1102385 w 1331858"/>
                    <a:gd name="connsiteY29" fmla="*/ 809052 h 1097999"/>
                    <a:gd name="connsiteX30" fmla="*/ 1102385 w 1331858"/>
                    <a:gd name="connsiteY30" fmla="*/ 1040210 h 1097999"/>
                    <a:gd name="connsiteX31" fmla="*/ 1031777 w 1331858"/>
                    <a:gd name="connsiteY31" fmla="*/ 1097999 h 1097999"/>
                    <a:gd name="connsiteX32" fmla="*/ 1017656 w 1331858"/>
                    <a:gd name="connsiteY32" fmla="*/ 1097999 h 1097999"/>
                    <a:gd name="connsiteX33" fmla="*/ 1017656 w 1331858"/>
                    <a:gd name="connsiteY33" fmla="*/ 1011315 h 1097999"/>
                    <a:gd name="connsiteX34" fmla="*/ 1031777 w 1331858"/>
                    <a:gd name="connsiteY34" fmla="*/ 982420 h 1097999"/>
                    <a:gd name="connsiteX35" fmla="*/ 1017656 w 1331858"/>
                    <a:gd name="connsiteY35" fmla="*/ 823499 h 1097999"/>
                    <a:gd name="connsiteX36" fmla="*/ 947049 w 1331858"/>
                    <a:gd name="connsiteY36" fmla="*/ 794604 h 1097999"/>
                    <a:gd name="connsiteX37" fmla="*/ 947049 w 1331858"/>
                    <a:gd name="connsiteY37" fmla="*/ 751262 h 1097999"/>
                    <a:gd name="connsiteX38" fmla="*/ 918806 w 1331858"/>
                    <a:gd name="connsiteY38" fmla="*/ 679026 h 1097999"/>
                    <a:gd name="connsiteX39" fmla="*/ 848199 w 1331858"/>
                    <a:gd name="connsiteY39" fmla="*/ 650131 h 1097999"/>
                    <a:gd name="connsiteX40" fmla="*/ 749349 w 1331858"/>
                    <a:gd name="connsiteY40" fmla="*/ 707920 h 1097999"/>
                    <a:gd name="connsiteX41" fmla="*/ 735227 w 1331858"/>
                    <a:gd name="connsiteY41" fmla="*/ 707920 h 1097999"/>
                    <a:gd name="connsiteX42" fmla="*/ 706985 w 1331858"/>
                    <a:gd name="connsiteY42" fmla="*/ 664578 h 1097999"/>
                    <a:gd name="connsiteX43" fmla="*/ 636377 w 1331858"/>
                    <a:gd name="connsiteY43" fmla="*/ 635684 h 1097999"/>
                    <a:gd name="connsiteX44" fmla="*/ 537527 w 1331858"/>
                    <a:gd name="connsiteY44" fmla="*/ 679026 h 1097999"/>
                    <a:gd name="connsiteX45" fmla="*/ 452799 w 1331858"/>
                    <a:gd name="connsiteY45" fmla="*/ 780157 h 1097999"/>
                    <a:gd name="connsiteX46" fmla="*/ 424556 w 1331858"/>
                    <a:gd name="connsiteY46" fmla="*/ 751262 h 1097999"/>
                    <a:gd name="connsiteX47" fmla="*/ 353949 w 1331858"/>
                    <a:gd name="connsiteY47" fmla="*/ 722368 h 1097999"/>
                    <a:gd name="connsiteX48" fmla="*/ 311584 w 1331858"/>
                    <a:gd name="connsiteY48" fmla="*/ 751262 h 1097999"/>
                    <a:gd name="connsiteX49" fmla="*/ 240977 w 1331858"/>
                    <a:gd name="connsiteY49" fmla="*/ 837947 h 1097999"/>
                    <a:gd name="connsiteX50" fmla="*/ 226856 w 1331858"/>
                    <a:gd name="connsiteY50" fmla="*/ 794604 h 1097999"/>
                    <a:gd name="connsiteX51" fmla="*/ 226856 w 1331858"/>
                    <a:gd name="connsiteY51" fmla="*/ 780157 h 1097999"/>
                    <a:gd name="connsiteX52" fmla="*/ 83876 w 1331858"/>
                    <a:gd name="connsiteY52" fmla="*/ 713112 h 1097999"/>
                    <a:gd name="connsiteX53" fmla="*/ 40804 w 1331858"/>
                    <a:gd name="connsiteY53" fmla="*/ 692915 h 1097999"/>
                    <a:gd name="connsiteX54" fmla="*/ 0 w 1331858"/>
                    <a:gd name="connsiteY54" fmla="*/ 71248 h 1097999"/>
                    <a:gd name="connsiteX55" fmla="*/ 22757 w 1331858"/>
                    <a:gd name="connsiteY55" fmla="*/ 81492 h 1097999"/>
                    <a:gd name="connsiteX56" fmla="*/ 226856 w 1331858"/>
                    <a:gd name="connsiteY56" fmla="*/ 173368 h 1097999"/>
                    <a:gd name="connsiteX57" fmla="*/ 226856 w 1331858"/>
                    <a:gd name="connsiteY57" fmla="*/ 158921 h 1097999"/>
                    <a:gd name="connsiteX58" fmla="*/ 650499 w 1331858"/>
                    <a:gd name="connsiteY58" fmla="*/ 0 h 109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331858" h="1097999">
                      <a:moveTo>
                        <a:pt x="650499" y="0"/>
                      </a:moveTo>
                      <a:cubicBezTo>
                        <a:pt x="692863" y="0"/>
                        <a:pt x="735228" y="14447"/>
                        <a:pt x="763470" y="28895"/>
                      </a:cubicBezTo>
                      <a:cubicBezTo>
                        <a:pt x="763470" y="28895"/>
                        <a:pt x="763470" y="28895"/>
                        <a:pt x="608134" y="130026"/>
                      </a:cubicBezTo>
                      <a:cubicBezTo>
                        <a:pt x="608134" y="130026"/>
                        <a:pt x="608134" y="130026"/>
                        <a:pt x="551649" y="317842"/>
                      </a:cubicBezTo>
                      <a:cubicBezTo>
                        <a:pt x="509284" y="418973"/>
                        <a:pt x="509284" y="476763"/>
                        <a:pt x="537528" y="505657"/>
                      </a:cubicBezTo>
                      <a:cubicBezTo>
                        <a:pt x="537528" y="520104"/>
                        <a:pt x="565770" y="534552"/>
                        <a:pt x="594013" y="534552"/>
                      </a:cubicBezTo>
                      <a:cubicBezTo>
                        <a:pt x="636377" y="534552"/>
                        <a:pt x="678742" y="505658"/>
                        <a:pt x="692863" y="505657"/>
                      </a:cubicBezTo>
                      <a:cubicBezTo>
                        <a:pt x="791713" y="447868"/>
                        <a:pt x="862320" y="303394"/>
                        <a:pt x="890563" y="245605"/>
                      </a:cubicBezTo>
                      <a:cubicBezTo>
                        <a:pt x="904685" y="260052"/>
                        <a:pt x="918806" y="260052"/>
                        <a:pt x="932927" y="260052"/>
                      </a:cubicBezTo>
                      <a:cubicBezTo>
                        <a:pt x="961171" y="274500"/>
                        <a:pt x="989413" y="288947"/>
                        <a:pt x="1003534" y="303394"/>
                      </a:cubicBezTo>
                      <a:cubicBezTo>
                        <a:pt x="1045899" y="346736"/>
                        <a:pt x="1116506" y="390079"/>
                        <a:pt x="1158870" y="433421"/>
                      </a:cubicBezTo>
                      <a:cubicBezTo>
                        <a:pt x="1229477" y="491210"/>
                        <a:pt x="1300085" y="534552"/>
                        <a:pt x="1314206" y="592341"/>
                      </a:cubicBezTo>
                      <a:cubicBezTo>
                        <a:pt x="1342449" y="794605"/>
                        <a:pt x="1328328" y="939078"/>
                        <a:pt x="1328328" y="939078"/>
                      </a:cubicBezTo>
                      <a:cubicBezTo>
                        <a:pt x="1328328" y="939078"/>
                        <a:pt x="1328328" y="939078"/>
                        <a:pt x="1328328" y="953525"/>
                      </a:cubicBezTo>
                      <a:cubicBezTo>
                        <a:pt x="1314206" y="967973"/>
                        <a:pt x="1300085" y="967973"/>
                        <a:pt x="1271842" y="967973"/>
                      </a:cubicBezTo>
                      <a:cubicBezTo>
                        <a:pt x="1271842" y="953525"/>
                        <a:pt x="1271842" y="895736"/>
                        <a:pt x="1271842" y="837946"/>
                      </a:cubicBezTo>
                      <a:cubicBezTo>
                        <a:pt x="1271842" y="736815"/>
                        <a:pt x="1257721" y="664578"/>
                        <a:pt x="1243599" y="635684"/>
                      </a:cubicBezTo>
                      <a:cubicBezTo>
                        <a:pt x="1215356" y="548999"/>
                        <a:pt x="1017656" y="404526"/>
                        <a:pt x="1017656" y="404526"/>
                      </a:cubicBezTo>
                      <a:cubicBezTo>
                        <a:pt x="1017656" y="404526"/>
                        <a:pt x="1017656" y="404526"/>
                        <a:pt x="989413" y="433421"/>
                      </a:cubicBezTo>
                      <a:cubicBezTo>
                        <a:pt x="1045899" y="476763"/>
                        <a:pt x="1187114" y="592341"/>
                        <a:pt x="1215356" y="650131"/>
                      </a:cubicBezTo>
                      <a:cubicBezTo>
                        <a:pt x="1215356" y="664578"/>
                        <a:pt x="1229477" y="722368"/>
                        <a:pt x="1229477" y="837946"/>
                      </a:cubicBezTo>
                      <a:cubicBezTo>
                        <a:pt x="1229478" y="910183"/>
                        <a:pt x="1229478" y="982420"/>
                        <a:pt x="1229478" y="982420"/>
                      </a:cubicBezTo>
                      <a:cubicBezTo>
                        <a:pt x="1229478" y="996868"/>
                        <a:pt x="1215356" y="1025762"/>
                        <a:pt x="1158871" y="1025762"/>
                      </a:cubicBezTo>
                      <a:cubicBezTo>
                        <a:pt x="1158871" y="1025762"/>
                        <a:pt x="1158871" y="1025762"/>
                        <a:pt x="1144749" y="1025762"/>
                      </a:cubicBezTo>
                      <a:cubicBezTo>
                        <a:pt x="1144749" y="982420"/>
                        <a:pt x="1158871" y="866841"/>
                        <a:pt x="1144749" y="794604"/>
                      </a:cubicBezTo>
                      <a:cubicBezTo>
                        <a:pt x="1130627" y="780157"/>
                        <a:pt x="1130627" y="780157"/>
                        <a:pt x="1130627" y="765710"/>
                      </a:cubicBezTo>
                      <a:cubicBezTo>
                        <a:pt x="1102385" y="693473"/>
                        <a:pt x="961170" y="592342"/>
                        <a:pt x="947049" y="577894"/>
                      </a:cubicBezTo>
                      <a:cubicBezTo>
                        <a:pt x="947049" y="577894"/>
                        <a:pt x="947049" y="577894"/>
                        <a:pt x="918806" y="606789"/>
                      </a:cubicBezTo>
                      <a:cubicBezTo>
                        <a:pt x="961170" y="650131"/>
                        <a:pt x="1074142" y="736815"/>
                        <a:pt x="1088264" y="780157"/>
                      </a:cubicBezTo>
                      <a:cubicBezTo>
                        <a:pt x="1088264" y="794605"/>
                        <a:pt x="1102385" y="794605"/>
                        <a:pt x="1102385" y="809052"/>
                      </a:cubicBezTo>
                      <a:cubicBezTo>
                        <a:pt x="1116506" y="881288"/>
                        <a:pt x="1102385" y="1011315"/>
                        <a:pt x="1102385" y="1040210"/>
                      </a:cubicBezTo>
                      <a:cubicBezTo>
                        <a:pt x="1102385" y="1054657"/>
                        <a:pt x="1074142" y="1097999"/>
                        <a:pt x="1031777" y="1097999"/>
                      </a:cubicBezTo>
                      <a:cubicBezTo>
                        <a:pt x="1017656" y="1097999"/>
                        <a:pt x="1017656" y="1097999"/>
                        <a:pt x="1017656" y="1097999"/>
                      </a:cubicBezTo>
                      <a:cubicBezTo>
                        <a:pt x="1017656" y="1097999"/>
                        <a:pt x="1017656" y="1097999"/>
                        <a:pt x="1017656" y="1011315"/>
                      </a:cubicBezTo>
                      <a:cubicBezTo>
                        <a:pt x="1017656" y="1011315"/>
                        <a:pt x="1017656" y="1011315"/>
                        <a:pt x="1031777" y="982420"/>
                      </a:cubicBezTo>
                      <a:cubicBezTo>
                        <a:pt x="1074142" y="939078"/>
                        <a:pt x="1060020" y="866841"/>
                        <a:pt x="1017656" y="823499"/>
                      </a:cubicBezTo>
                      <a:cubicBezTo>
                        <a:pt x="989413" y="809052"/>
                        <a:pt x="975292" y="794605"/>
                        <a:pt x="947049" y="794604"/>
                      </a:cubicBezTo>
                      <a:cubicBezTo>
                        <a:pt x="947049" y="780157"/>
                        <a:pt x="961170" y="765710"/>
                        <a:pt x="947049" y="751262"/>
                      </a:cubicBezTo>
                      <a:cubicBezTo>
                        <a:pt x="947049" y="722367"/>
                        <a:pt x="932928" y="693473"/>
                        <a:pt x="918806" y="679026"/>
                      </a:cubicBezTo>
                      <a:cubicBezTo>
                        <a:pt x="890563" y="664578"/>
                        <a:pt x="876442" y="650131"/>
                        <a:pt x="848199" y="650131"/>
                      </a:cubicBezTo>
                      <a:cubicBezTo>
                        <a:pt x="805834" y="650131"/>
                        <a:pt x="777592" y="664578"/>
                        <a:pt x="749349" y="707920"/>
                      </a:cubicBezTo>
                      <a:cubicBezTo>
                        <a:pt x="749349" y="707920"/>
                        <a:pt x="749349" y="707920"/>
                        <a:pt x="735227" y="707920"/>
                      </a:cubicBezTo>
                      <a:cubicBezTo>
                        <a:pt x="735227" y="693473"/>
                        <a:pt x="721106" y="679026"/>
                        <a:pt x="706985" y="664578"/>
                      </a:cubicBezTo>
                      <a:cubicBezTo>
                        <a:pt x="692863" y="650131"/>
                        <a:pt x="664620" y="635683"/>
                        <a:pt x="636377" y="635684"/>
                      </a:cubicBezTo>
                      <a:cubicBezTo>
                        <a:pt x="594013" y="635684"/>
                        <a:pt x="565770" y="650131"/>
                        <a:pt x="537527" y="679026"/>
                      </a:cubicBezTo>
                      <a:cubicBezTo>
                        <a:pt x="537527" y="679026"/>
                        <a:pt x="537527" y="679026"/>
                        <a:pt x="452799" y="780157"/>
                      </a:cubicBezTo>
                      <a:cubicBezTo>
                        <a:pt x="452799" y="780157"/>
                        <a:pt x="438677" y="765710"/>
                        <a:pt x="424556" y="751262"/>
                      </a:cubicBezTo>
                      <a:cubicBezTo>
                        <a:pt x="410434" y="736815"/>
                        <a:pt x="382191" y="722367"/>
                        <a:pt x="353949" y="722368"/>
                      </a:cubicBezTo>
                      <a:cubicBezTo>
                        <a:pt x="339827" y="722368"/>
                        <a:pt x="311584" y="736815"/>
                        <a:pt x="311584" y="751262"/>
                      </a:cubicBezTo>
                      <a:cubicBezTo>
                        <a:pt x="311584" y="751262"/>
                        <a:pt x="311584" y="751262"/>
                        <a:pt x="240977" y="837947"/>
                      </a:cubicBezTo>
                      <a:cubicBezTo>
                        <a:pt x="226856" y="823499"/>
                        <a:pt x="226856" y="809052"/>
                        <a:pt x="226856" y="794604"/>
                      </a:cubicBezTo>
                      <a:cubicBezTo>
                        <a:pt x="226856" y="794604"/>
                        <a:pt x="226856" y="794604"/>
                        <a:pt x="226856" y="780157"/>
                      </a:cubicBezTo>
                      <a:cubicBezTo>
                        <a:pt x="226856" y="780157"/>
                        <a:pt x="226856" y="780157"/>
                        <a:pt x="83876" y="713112"/>
                      </a:cubicBezTo>
                      <a:lnTo>
                        <a:pt x="40804" y="692915"/>
                      </a:lnTo>
                      <a:lnTo>
                        <a:pt x="0" y="71248"/>
                      </a:lnTo>
                      <a:lnTo>
                        <a:pt x="22757" y="81492"/>
                      </a:lnTo>
                      <a:cubicBezTo>
                        <a:pt x="72403" y="103840"/>
                        <a:pt x="138597" y="133638"/>
                        <a:pt x="226856" y="173368"/>
                      </a:cubicBezTo>
                      <a:cubicBezTo>
                        <a:pt x="226856" y="173368"/>
                        <a:pt x="226856" y="173368"/>
                        <a:pt x="226856" y="158921"/>
                      </a:cubicBezTo>
                      <a:cubicBezTo>
                        <a:pt x="226856" y="158921"/>
                        <a:pt x="466920" y="14447"/>
                        <a:pt x="650499" y="0"/>
                      </a:cubicBezTo>
                      <a:close/>
                    </a:path>
                  </a:pathLst>
                </a:custGeom>
                <a:solidFill>
                  <a:srgbClr val="F8B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algn="r" fontAlgn="auto">
                    <a:spcBef>
                      <a:spcPts val="0"/>
                    </a:spcBef>
                    <a:spcAft>
                      <a:spcPts val="0"/>
                    </a:spcAft>
                  </a:pPr>
                  <a:endParaRPr lang="id-ID" sz="1600">
                    <a:solidFill>
                      <a:srgbClr val="E7E6E6"/>
                    </a:solidFill>
                    <a:latin typeface="Roboto Lt"/>
                  </a:endParaRPr>
                </a:p>
              </p:txBody>
            </p:sp>
            <p:sp>
              <p:nvSpPr>
                <p:cNvPr id="72" name="Freeform 120"/>
                <p:cNvSpPr>
                  <a:spLocks/>
                </p:cNvSpPr>
                <p:nvPr/>
              </p:nvSpPr>
              <p:spPr bwMode="auto">
                <a:xfrm rot="1168347">
                  <a:off x="5405542" y="4290747"/>
                  <a:ext cx="57185" cy="85998"/>
                </a:xfrm>
                <a:custGeom>
                  <a:avLst/>
                  <a:gdLst>
                    <a:gd name="T0" fmla="*/ 2 w 91"/>
                    <a:gd name="T1" fmla="*/ 12 h 70"/>
                    <a:gd name="T2" fmla="*/ 1 w 91"/>
                    <a:gd name="T3" fmla="*/ 31 h 70"/>
                    <a:gd name="T4" fmla="*/ 34 w 91"/>
                    <a:gd name="T5" fmla="*/ 68 h 70"/>
                    <a:gd name="T6" fmla="*/ 54 w 91"/>
                    <a:gd name="T7" fmla="*/ 69 h 70"/>
                    <a:gd name="T8" fmla="*/ 90 w 91"/>
                    <a:gd name="T9" fmla="*/ 35 h 70"/>
                    <a:gd name="T10" fmla="*/ 91 w 91"/>
                    <a:gd name="T11" fmla="*/ 16 h 70"/>
                    <a:gd name="T12" fmla="*/ 79 w 91"/>
                    <a:gd name="T13" fmla="*/ 3 h 70"/>
                    <a:gd name="T14" fmla="*/ 15 w 91"/>
                    <a:gd name="T15" fmla="*/ 0 h 70"/>
                    <a:gd name="T16" fmla="*/ 2 w 91"/>
                    <a:gd name="T17" fmla="*/ 1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70">
                      <a:moveTo>
                        <a:pt x="2" y="12"/>
                      </a:moveTo>
                      <a:cubicBezTo>
                        <a:pt x="1" y="31"/>
                        <a:pt x="1" y="31"/>
                        <a:pt x="1" y="31"/>
                      </a:cubicBezTo>
                      <a:cubicBezTo>
                        <a:pt x="0" y="51"/>
                        <a:pt x="15" y="67"/>
                        <a:pt x="34" y="68"/>
                      </a:cubicBezTo>
                      <a:cubicBezTo>
                        <a:pt x="54" y="69"/>
                        <a:pt x="54" y="69"/>
                        <a:pt x="54" y="69"/>
                      </a:cubicBezTo>
                      <a:cubicBezTo>
                        <a:pt x="73" y="70"/>
                        <a:pt x="89" y="55"/>
                        <a:pt x="90" y="35"/>
                      </a:cubicBezTo>
                      <a:cubicBezTo>
                        <a:pt x="91" y="16"/>
                        <a:pt x="91" y="16"/>
                        <a:pt x="91" y="16"/>
                      </a:cubicBezTo>
                      <a:cubicBezTo>
                        <a:pt x="91" y="9"/>
                        <a:pt x="86" y="3"/>
                        <a:pt x="79" y="3"/>
                      </a:cubicBezTo>
                      <a:cubicBezTo>
                        <a:pt x="15" y="0"/>
                        <a:pt x="15" y="0"/>
                        <a:pt x="15" y="0"/>
                      </a:cubicBezTo>
                      <a:cubicBezTo>
                        <a:pt x="8" y="0"/>
                        <a:pt x="2" y="5"/>
                        <a:pt x="2" y="12"/>
                      </a:cubicBezTo>
                      <a:close/>
                    </a:path>
                  </a:pathLst>
                </a:custGeom>
                <a:solidFill>
                  <a:srgbClr val="FDE2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73" name="Freeform 123"/>
                <p:cNvSpPr>
                  <a:spLocks/>
                </p:cNvSpPr>
                <p:nvPr/>
              </p:nvSpPr>
              <p:spPr bwMode="auto">
                <a:xfrm rot="13043079">
                  <a:off x="5457048" y="4659178"/>
                  <a:ext cx="88124" cy="61491"/>
                </a:xfrm>
                <a:custGeom>
                  <a:avLst/>
                  <a:gdLst>
                    <a:gd name="T0" fmla="*/ 2 w 105"/>
                    <a:gd name="T1" fmla="*/ 13 h 73"/>
                    <a:gd name="T2" fmla="*/ 1 w 105"/>
                    <a:gd name="T3" fmla="*/ 31 h 73"/>
                    <a:gd name="T4" fmla="*/ 38 w 105"/>
                    <a:gd name="T5" fmla="*/ 71 h 73"/>
                    <a:gd name="T6" fmla="*/ 64 w 105"/>
                    <a:gd name="T7" fmla="*/ 72 h 73"/>
                    <a:gd name="T8" fmla="*/ 104 w 105"/>
                    <a:gd name="T9" fmla="*/ 36 h 73"/>
                    <a:gd name="T10" fmla="*/ 104 w 105"/>
                    <a:gd name="T11" fmla="*/ 18 h 73"/>
                    <a:gd name="T12" fmla="*/ 91 w 105"/>
                    <a:gd name="T13" fmla="*/ 3 h 73"/>
                    <a:gd name="T14" fmla="*/ 17 w 105"/>
                    <a:gd name="T15" fmla="*/ 0 h 73"/>
                    <a:gd name="T16" fmla="*/ 2 w 105"/>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73">
                      <a:moveTo>
                        <a:pt x="2" y="13"/>
                      </a:moveTo>
                      <a:cubicBezTo>
                        <a:pt x="1" y="31"/>
                        <a:pt x="1" y="31"/>
                        <a:pt x="1" y="31"/>
                      </a:cubicBezTo>
                      <a:cubicBezTo>
                        <a:pt x="0" y="52"/>
                        <a:pt x="17" y="70"/>
                        <a:pt x="38" y="71"/>
                      </a:cubicBezTo>
                      <a:cubicBezTo>
                        <a:pt x="64" y="72"/>
                        <a:pt x="64" y="72"/>
                        <a:pt x="64" y="72"/>
                      </a:cubicBezTo>
                      <a:cubicBezTo>
                        <a:pt x="85" y="73"/>
                        <a:pt x="103" y="57"/>
                        <a:pt x="104" y="36"/>
                      </a:cubicBezTo>
                      <a:cubicBezTo>
                        <a:pt x="104" y="18"/>
                        <a:pt x="104" y="18"/>
                        <a:pt x="104" y="18"/>
                      </a:cubicBezTo>
                      <a:cubicBezTo>
                        <a:pt x="105" y="10"/>
                        <a:pt x="99" y="4"/>
                        <a:pt x="91" y="3"/>
                      </a:cubicBezTo>
                      <a:cubicBezTo>
                        <a:pt x="17" y="0"/>
                        <a:pt x="17" y="0"/>
                        <a:pt x="17" y="0"/>
                      </a:cubicBezTo>
                      <a:cubicBezTo>
                        <a:pt x="9" y="0"/>
                        <a:pt x="2" y="6"/>
                        <a:pt x="2" y="13"/>
                      </a:cubicBezTo>
                      <a:close/>
                    </a:path>
                  </a:pathLst>
                </a:custGeom>
                <a:solidFill>
                  <a:srgbClr val="FDE2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74" name="Freeform 123"/>
                <p:cNvSpPr>
                  <a:spLocks/>
                </p:cNvSpPr>
                <p:nvPr/>
              </p:nvSpPr>
              <p:spPr bwMode="auto">
                <a:xfrm rot="12484674">
                  <a:off x="5663548" y="4670854"/>
                  <a:ext cx="80850" cy="75463"/>
                </a:xfrm>
                <a:custGeom>
                  <a:avLst/>
                  <a:gdLst>
                    <a:gd name="T0" fmla="*/ 2 w 105"/>
                    <a:gd name="T1" fmla="*/ 13 h 73"/>
                    <a:gd name="T2" fmla="*/ 1 w 105"/>
                    <a:gd name="T3" fmla="*/ 31 h 73"/>
                    <a:gd name="T4" fmla="*/ 38 w 105"/>
                    <a:gd name="T5" fmla="*/ 71 h 73"/>
                    <a:gd name="T6" fmla="*/ 64 w 105"/>
                    <a:gd name="T7" fmla="*/ 72 h 73"/>
                    <a:gd name="T8" fmla="*/ 104 w 105"/>
                    <a:gd name="T9" fmla="*/ 36 h 73"/>
                    <a:gd name="T10" fmla="*/ 104 w 105"/>
                    <a:gd name="T11" fmla="*/ 18 h 73"/>
                    <a:gd name="T12" fmla="*/ 91 w 105"/>
                    <a:gd name="T13" fmla="*/ 3 h 73"/>
                    <a:gd name="T14" fmla="*/ 17 w 105"/>
                    <a:gd name="T15" fmla="*/ 0 h 73"/>
                    <a:gd name="T16" fmla="*/ 2 w 105"/>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73">
                      <a:moveTo>
                        <a:pt x="2" y="13"/>
                      </a:moveTo>
                      <a:cubicBezTo>
                        <a:pt x="1" y="31"/>
                        <a:pt x="1" y="31"/>
                        <a:pt x="1" y="31"/>
                      </a:cubicBezTo>
                      <a:cubicBezTo>
                        <a:pt x="0" y="52"/>
                        <a:pt x="17" y="70"/>
                        <a:pt x="38" y="71"/>
                      </a:cubicBezTo>
                      <a:cubicBezTo>
                        <a:pt x="64" y="72"/>
                        <a:pt x="64" y="72"/>
                        <a:pt x="64" y="72"/>
                      </a:cubicBezTo>
                      <a:cubicBezTo>
                        <a:pt x="85" y="73"/>
                        <a:pt x="103" y="57"/>
                        <a:pt x="104" y="36"/>
                      </a:cubicBezTo>
                      <a:cubicBezTo>
                        <a:pt x="104" y="18"/>
                        <a:pt x="104" y="18"/>
                        <a:pt x="104" y="18"/>
                      </a:cubicBezTo>
                      <a:cubicBezTo>
                        <a:pt x="105" y="10"/>
                        <a:pt x="99" y="4"/>
                        <a:pt x="91" y="3"/>
                      </a:cubicBezTo>
                      <a:cubicBezTo>
                        <a:pt x="17" y="0"/>
                        <a:pt x="17" y="0"/>
                        <a:pt x="17" y="0"/>
                      </a:cubicBezTo>
                      <a:cubicBezTo>
                        <a:pt x="9" y="0"/>
                        <a:pt x="2" y="6"/>
                        <a:pt x="2" y="13"/>
                      </a:cubicBezTo>
                      <a:close/>
                    </a:path>
                  </a:pathLst>
                </a:custGeom>
                <a:solidFill>
                  <a:srgbClr val="FDE2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75" name="Freeform 123"/>
                <p:cNvSpPr>
                  <a:spLocks/>
                </p:cNvSpPr>
                <p:nvPr/>
              </p:nvSpPr>
              <p:spPr bwMode="auto">
                <a:xfrm rot="13043079">
                  <a:off x="5781317" y="4820037"/>
                  <a:ext cx="67545" cy="63307"/>
                </a:xfrm>
                <a:custGeom>
                  <a:avLst/>
                  <a:gdLst>
                    <a:gd name="T0" fmla="*/ 2 w 105"/>
                    <a:gd name="T1" fmla="*/ 13 h 73"/>
                    <a:gd name="T2" fmla="*/ 1 w 105"/>
                    <a:gd name="T3" fmla="*/ 31 h 73"/>
                    <a:gd name="T4" fmla="*/ 38 w 105"/>
                    <a:gd name="T5" fmla="*/ 71 h 73"/>
                    <a:gd name="T6" fmla="*/ 64 w 105"/>
                    <a:gd name="T7" fmla="*/ 72 h 73"/>
                    <a:gd name="T8" fmla="*/ 104 w 105"/>
                    <a:gd name="T9" fmla="*/ 36 h 73"/>
                    <a:gd name="T10" fmla="*/ 104 w 105"/>
                    <a:gd name="T11" fmla="*/ 18 h 73"/>
                    <a:gd name="T12" fmla="*/ 91 w 105"/>
                    <a:gd name="T13" fmla="*/ 3 h 73"/>
                    <a:gd name="T14" fmla="*/ 17 w 105"/>
                    <a:gd name="T15" fmla="*/ 0 h 73"/>
                    <a:gd name="T16" fmla="*/ 2 w 105"/>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73">
                      <a:moveTo>
                        <a:pt x="2" y="13"/>
                      </a:moveTo>
                      <a:cubicBezTo>
                        <a:pt x="1" y="31"/>
                        <a:pt x="1" y="31"/>
                        <a:pt x="1" y="31"/>
                      </a:cubicBezTo>
                      <a:cubicBezTo>
                        <a:pt x="0" y="52"/>
                        <a:pt x="17" y="70"/>
                        <a:pt x="38" y="71"/>
                      </a:cubicBezTo>
                      <a:cubicBezTo>
                        <a:pt x="64" y="72"/>
                        <a:pt x="64" y="72"/>
                        <a:pt x="64" y="72"/>
                      </a:cubicBezTo>
                      <a:cubicBezTo>
                        <a:pt x="85" y="73"/>
                        <a:pt x="103" y="57"/>
                        <a:pt x="104" y="36"/>
                      </a:cubicBezTo>
                      <a:cubicBezTo>
                        <a:pt x="104" y="18"/>
                        <a:pt x="104" y="18"/>
                        <a:pt x="104" y="18"/>
                      </a:cubicBezTo>
                      <a:cubicBezTo>
                        <a:pt x="105" y="10"/>
                        <a:pt x="99" y="4"/>
                        <a:pt x="91" y="3"/>
                      </a:cubicBezTo>
                      <a:cubicBezTo>
                        <a:pt x="17" y="0"/>
                        <a:pt x="17" y="0"/>
                        <a:pt x="17" y="0"/>
                      </a:cubicBezTo>
                      <a:cubicBezTo>
                        <a:pt x="9" y="0"/>
                        <a:pt x="2" y="6"/>
                        <a:pt x="2" y="13"/>
                      </a:cubicBezTo>
                      <a:close/>
                    </a:path>
                  </a:pathLst>
                </a:custGeom>
                <a:solidFill>
                  <a:srgbClr val="FDE2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sp>
              <p:nvSpPr>
                <p:cNvPr id="76" name="Freeform 123"/>
                <p:cNvSpPr>
                  <a:spLocks/>
                </p:cNvSpPr>
                <p:nvPr/>
              </p:nvSpPr>
              <p:spPr bwMode="auto">
                <a:xfrm rot="13043079">
                  <a:off x="5205752" y="4738044"/>
                  <a:ext cx="56993" cy="45719"/>
                </a:xfrm>
                <a:custGeom>
                  <a:avLst/>
                  <a:gdLst>
                    <a:gd name="T0" fmla="*/ 2 w 105"/>
                    <a:gd name="T1" fmla="*/ 13 h 73"/>
                    <a:gd name="T2" fmla="*/ 1 w 105"/>
                    <a:gd name="T3" fmla="*/ 31 h 73"/>
                    <a:gd name="T4" fmla="*/ 38 w 105"/>
                    <a:gd name="T5" fmla="*/ 71 h 73"/>
                    <a:gd name="T6" fmla="*/ 64 w 105"/>
                    <a:gd name="T7" fmla="*/ 72 h 73"/>
                    <a:gd name="T8" fmla="*/ 104 w 105"/>
                    <a:gd name="T9" fmla="*/ 36 h 73"/>
                    <a:gd name="T10" fmla="*/ 104 w 105"/>
                    <a:gd name="T11" fmla="*/ 18 h 73"/>
                    <a:gd name="T12" fmla="*/ 91 w 105"/>
                    <a:gd name="T13" fmla="*/ 3 h 73"/>
                    <a:gd name="T14" fmla="*/ 17 w 105"/>
                    <a:gd name="T15" fmla="*/ 0 h 73"/>
                    <a:gd name="T16" fmla="*/ 2 w 105"/>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73">
                      <a:moveTo>
                        <a:pt x="2" y="13"/>
                      </a:moveTo>
                      <a:cubicBezTo>
                        <a:pt x="1" y="31"/>
                        <a:pt x="1" y="31"/>
                        <a:pt x="1" y="31"/>
                      </a:cubicBezTo>
                      <a:cubicBezTo>
                        <a:pt x="0" y="52"/>
                        <a:pt x="17" y="70"/>
                        <a:pt x="38" y="71"/>
                      </a:cubicBezTo>
                      <a:cubicBezTo>
                        <a:pt x="64" y="72"/>
                        <a:pt x="64" y="72"/>
                        <a:pt x="64" y="72"/>
                      </a:cubicBezTo>
                      <a:cubicBezTo>
                        <a:pt x="85" y="73"/>
                        <a:pt x="103" y="57"/>
                        <a:pt x="104" y="36"/>
                      </a:cubicBezTo>
                      <a:cubicBezTo>
                        <a:pt x="104" y="18"/>
                        <a:pt x="104" y="18"/>
                        <a:pt x="104" y="18"/>
                      </a:cubicBezTo>
                      <a:cubicBezTo>
                        <a:pt x="105" y="10"/>
                        <a:pt x="99" y="4"/>
                        <a:pt x="91" y="3"/>
                      </a:cubicBezTo>
                      <a:cubicBezTo>
                        <a:pt x="17" y="0"/>
                        <a:pt x="17" y="0"/>
                        <a:pt x="17" y="0"/>
                      </a:cubicBezTo>
                      <a:cubicBezTo>
                        <a:pt x="9" y="0"/>
                        <a:pt x="2" y="6"/>
                        <a:pt x="2" y="13"/>
                      </a:cubicBezTo>
                      <a:close/>
                    </a:path>
                  </a:pathLst>
                </a:custGeom>
                <a:solidFill>
                  <a:srgbClr val="FDE2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Roboto Lt"/>
                  </a:endParaRPr>
                </a:p>
              </p:txBody>
            </p:sp>
          </p:grpSp>
        </p:grpSp>
        <p:sp>
          <p:nvSpPr>
            <p:cNvPr id="82" name="Freeform 81"/>
            <p:cNvSpPr/>
            <p:nvPr/>
          </p:nvSpPr>
          <p:spPr>
            <a:xfrm>
              <a:off x="2998779" y="4142752"/>
              <a:ext cx="2343137" cy="2874902"/>
            </a:xfrm>
            <a:custGeom>
              <a:avLst/>
              <a:gdLst>
                <a:gd name="connsiteX0" fmla="*/ 2300734 w 2343137"/>
                <a:gd name="connsiteY0" fmla="*/ 0 h 2874902"/>
                <a:gd name="connsiteX1" fmla="*/ 2343137 w 2343137"/>
                <a:gd name="connsiteY1" fmla="*/ 303080 h 2874902"/>
                <a:gd name="connsiteX2" fmla="*/ 2191941 w 2343137"/>
                <a:gd name="connsiteY2" fmla="*/ 331800 h 2874902"/>
                <a:gd name="connsiteX3" fmla="*/ 362557 w 2343137"/>
                <a:gd name="connsiteY3" fmla="*/ 2627762 h 2874902"/>
                <a:gd name="connsiteX4" fmla="*/ 370666 w 2343137"/>
                <a:gd name="connsiteY4" fmla="*/ 2843726 h 2874902"/>
                <a:gd name="connsiteX5" fmla="*/ 10061 w 2343137"/>
                <a:gd name="connsiteY5" fmla="*/ 2874902 h 2874902"/>
                <a:gd name="connsiteX6" fmla="*/ 2300734 w 2343137"/>
                <a:gd name="connsiteY6" fmla="*/ 0 h 287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3137" h="2874902">
                  <a:moveTo>
                    <a:pt x="2300734" y="0"/>
                  </a:moveTo>
                  <a:lnTo>
                    <a:pt x="2343137" y="303080"/>
                  </a:lnTo>
                  <a:lnTo>
                    <a:pt x="2191941" y="331800"/>
                  </a:lnTo>
                  <a:cubicBezTo>
                    <a:pt x="1130656" y="587784"/>
                    <a:pt x="375043" y="1536113"/>
                    <a:pt x="362557" y="2627762"/>
                  </a:cubicBezTo>
                  <a:lnTo>
                    <a:pt x="370666" y="2843726"/>
                  </a:lnTo>
                  <a:lnTo>
                    <a:pt x="10061" y="2874902"/>
                  </a:lnTo>
                  <a:cubicBezTo>
                    <a:pt x="-112268" y="1459964"/>
                    <a:pt x="894217" y="196778"/>
                    <a:pt x="2300734"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black"/>
                </a:solidFill>
              </a:endParaRPr>
            </a:p>
          </p:txBody>
        </p:sp>
        <p:sp>
          <p:nvSpPr>
            <p:cNvPr id="83" name="Freeform 82"/>
            <p:cNvSpPr/>
            <p:nvPr/>
          </p:nvSpPr>
          <p:spPr>
            <a:xfrm flipH="1">
              <a:off x="7087738" y="4146527"/>
              <a:ext cx="2343137" cy="2874902"/>
            </a:xfrm>
            <a:custGeom>
              <a:avLst/>
              <a:gdLst>
                <a:gd name="connsiteX0" fmla="*/ 2300734 w 2343137"/>
                <a:gd name="connsiteY0" fmla="*/ 0 h 2874902"/>
                <a:gd name="connsiteX1" fmla="*/ 2343137 w 2343137"/>
                <a:gd name="connsiteY1" fmla="*/ 303080 h 2874902"/>
                <a:gd name="connsiteX2" fmla="*/ 2191941 w 2343137"/>
                <a:gd name="connsiteY2" fmla="*/ 331800 h 2874902"/>
                <a:gd name="connsiteX3" fmla="*/ 362557 w 2343137"/>
                <a:gd name="connsiteY3" fmla="*/ 2627762 h 2874902"/>
                <a:gd name="connsiteX4" fmla="*/ 370666 w 2343137"/>
                <a:gd name="connsiteY4" fmla="*/ 2843726 h 2874902"/>
                <a:gd name="connsiteX5" fmla="*/ 10061 w 2343137"/>
                <a:gd name="connsiteY5" fmla="*/ 2874902 h 2874902"/>
                <a:gd name="connsiteX6" fmla="*/ 2300734 w 2343137"/>
                <a:gd name="connsiteY6" fmla="*/ 0 h 287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3137" h="2874902">
                  <a:moveTo>
                    <a:pt x="2300734" y="0"/>
                  </a:moveTo>
                  <a:lnTo>
                    <a:pt x="2343137" y="303080"/>
                  </a:lnTo>
                  <a:lnTo>
                    <a:pt x="2191941" y="331800"/>
                  </a:lnTo>
                  <a:cubicBezTo>
                    <a:pt x="1130656" y="587784"/>
                    <a:pt x="375043" y="1536113"/>
                    <a:pt x="362557" y="2627762"/>
                  </a:cubicBezTo>
                  <a:lnTo>
                    <a:pt x="370666" y="2843726"/>
                  </a:lnTo>
                  <a:lnTo>
                    <a:pt x="10061" y="2874902"/>
                  </a:lnTo>
                  <a:cubicBezTo>
                    <a:pt x="-112268" y="1459964"/>
                    <a:pt x="894217" y="196778"/>
                    <a:pt x="2300734" y="0"/>
                  </a:cubicBezTo>
                  <a:close/>
                </a:path>
              </a:pathLst>
            </a:custGeom>
            <a:solidFill>
              <a:schemeClr val="accent3">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black"/>
                </a:solidFill>
              </a:endParaRPr>
            </a:p>
          </p:txBody>
        </p:sp>
      </p:grpSp>
      <p:grpSp>
        <p:nvGrpSpPr>
          <p:cNvPr id="25" name="Group 24"/>
          <p:cNvGrpSpPr/>
          <p:nvPr/>
        </p:nvGrpSpPr>
        <p:grpSpPr>
          <a:xfrm flipH="1">
            <a:off x="3237418" y="4434345"/>
            <a:ext cx="750590" cy="783911"/>
            <a:chOff x="7379423" y="1799778"/>
            <a:chExt cx="750590" cy="783911"/>
          </a:xfrm>
        </p:grpSpPr>
        <p:sp>
          <p:nvSpPr>
            <p:cNvPr id="26" name="Shape 2175"/>
            <p:cNvSpPr/>
            <p:nvPr/>
          </p:nvSpPr>
          <p:spPr>
            <a:xfrm rot="10800000" flipH="1" flipV="1">
              <a:off x="8130013" y="1799778"/>
              <a:ext cx="0" cy="783911"/>
            </a:xfrm>
            <a:prstGeom prst="line">
              <a:avLst/>
            </a:prstGeom>
            <a:noFill/>
            <a:ln w="12700" cap="flat">
              <a:solidFill>
                <a:schemeClr val="accent1"/>
              </a:solidFill>
              <a:prstDash val="solid"/>
              <a:miter lim="400000"/>
            </a:ln>
            <a:effectLst/>
          </p:spPr>
          <p:txBody>
            <a:bodyPr wrap="square" lIns="50800" tIns="50800" rIns="50800" bIns="50800" numCol="1" anchor="ctr">
              <a:noAutofit/>
            </a:bodyPr>
            <a:lstStyle/>
            <a:p>
              <a:pPr fontAlgn="auto">
                <a:spcBef>
                  <a:spcPts val="0"/>
                </a:spcBef>
                <a:spcAft>
                  <a:spcPts val="0"/>
                </a:spcAft>
                <a:defRPr sz="3200">
                  <a:solidFill>
                    <a:srgbClr val="000000"/>
                  </a:solidFill>
                  <a:latin typeface="Helvetica Light"/>
                  <a:ea typeface="Helvetica Light"/>
                  <a:cs typeface="Helvetica Light"/>
                  <a:sym typeface="Helvetica Light"/>
                </a:defRPr>
              </a:pPr>
              <a:endParaRPr sz="3200">
                <a:solidFill>
                  <a:srgbClr val="000000"/>
                </a:solidFill>
                <a:latin typeface="Source Sans Pro Light" panose="020B0403030403020204" pitchFamily="34" charset="0"/>
                <a:ea typeface="Helvetica Light"/>
                <a:cs typeface="Helvetica Light"/>
                <a:sym typeface="Helvetica Light"/>
              </a:endParaRPr>
            </a:p>
          </p:txBody>
        </p:sp>
        <p:cxnSp>
          <p:nvCxnSpPr>
            <p:cNvPr id="27" name="Straight Connector 26"/>
            <p:cNvCxnSpPr/>
            <p:nvPr/>
          </p:nvCxnSpPr>
          <p:spPr>
            <a:xfrm>
              <a:off x="7403043" y="2196497"/>
              <a:ext cx="726010" cy="0"/>
            </a:xfrm>
            <a:prstGeom prst="line">
              <a:avLst/>
            </a:prstGeom>
            <a:ln w="1270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 name="Oval 27"/>
            <p:cNvSpPr/>
            <p:nvPr/>
          </p:nvSpPr>
          <p:spPr>
            <a:xfrm rot="10800000">
              <a:off x="7379423" y="2141316"/>
              <a:ext cx="100836" cy="100836"/>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400">
                <a:solidFill>
                  <a:prstClr val="white"/>
                </a:solidFill>
              </a:endParaRPr>
            </a:p>
          </p:txBody>
        </p:sp>
      </p:grpSp>
      <p:sp>
        <p:nvSpPr>
          <p:cNvPr id="30" name="TextBox 29"/>
          <p:cNvSpPr txBox="1"/>
          <p:nvPr/>
        </p:nvSpPr>
        <p:spPr>
          <a:xfrm>
            <a:off x="467118" y="4465413"/>
            <a:ext cx="2636725" cy="984885"/>
          </a:xfrm>
          <a:prstGeom prst="rect">
            <a:avLst/>
          </a:prstGeom>
          <a:noFill/>
        </p:spPr>
        <p:txBody>
          <a:bodyPr wrap="square" lIns="0" tIns="0" rIns="0" bIns="0" rtlCol="0">
            <a:spAutoFit/>
          </a:bodyPr>
          <a:lstStyle/>
          <a:p>
            <a:pPr algn="ctr" fontAlgn="auto">
              <a:spcBef>
                <a:spcPts val="0"/>
              </a:spcBef>
              <a:spcAft>
                <a:spcPts val="0"/>
              </a:spcAft>
            </a:pPr>
            <a:r>
              <a:rPr lang="ar-SA" sz="3200" b="1" dirty="0">
                <a:solidFill>
                  <a:srgbClr val="E9233C"/>
                </a:solidFill>
              </a:rPr>
              <a:t>ماذا يعرف الطلبة الآن؟</a:t>
            </a:r>
            <a:endParaRPr lang="id-ID" sz="3200" dirty="0">
              <a:solidFill>
                <a:srgbClr val="E9233C"/>
              </a:solidFill>
              <a:latin typeface="Roboto"/>
              <a:cs typeface="Clear Sans" panose="020B0503030202020304" pitchFamily="34" charset="0"/>
            </a:endParaRPr>
          </a:p>
        </p:txBody>
      </p:sp>
      <p:grpSp>
        <p:nvGrpSpPr>
          <p:cNvPr id="31" name="Group 30"/>
          <p:cNvGrpSpPr/>
          <p:nvPr/>
        </p:nvGrpSpPr>
        <p:grpSpPr>
          <a:xfrm>
            <a:off x="8402828" y="4465413"/>
            <a:ext cx="750590" cy="783911"/>
            <a:chOff x="7379423" y="1799778"/>
            <a:chExt cx="750590" cy="783911"/>
          </a:xfrm>
        </p:grpSpPr>
        <p:sp>
          <p:nvSpPr>
            <p:cNvPr id="32" name="Shape 2175"/>
            <p:cNvSpPr/>
            <p:nvPr/>
          </p:nvSpPr>
          <p:spPr>
            <a:xfrm rot="10800000" flipH="1" flipV="1">
              <a:off x="8130013" y="1799778"/>
              <a:ext cx="0" cy="783911"/>
            </a:xfrm>
            <a:prstGeom prst="line">
              <a:avLst/>
            </a:prstGeom>
            <a:noFill/>
            <a:ln w="12700" cap="flat">
              <a:solidFill>
                <a:schemeClr val="accent4"/>
              </a:solidFill>
              <a:prstDash val="solid"/>
              <a:miter lim="400000"/>
            </a:ln>
            <a:effectLst/>
          </p:spPr>
          <p:txBody>
            <a:bodyPr wrap="square" lIns="50800" tIns="50800" rIns="50800" bIns="50800" numCol="1" anchor="ctr">
              <a:noAutofit/>
            </a:bodyPr>
            <a:lstStyle/>
            <a:p>
              <a:pPr fontAlgn="auto">
                <a:spcBef>
                  <a:spcPts val="0"/>
                </a:spcBef>
                <a:spcAft>
                  <a:spcPts val="0"/>
                </a:spcAft>
                <a:defRPr sz="3200">
                  <a:solidFill>
                    <a:srgbClr val="000000"/>
                  </a:solidFill>
                  <a:latin typeface="Helvetica Light"/>
                  <a:ea typeface="Helvetica Light"/>
                  <a:cs typeface="Helvetica Light"/>
                  <a:sym typeface="Helvetica Light"/>
                </a:defRPr>
              </a:pPr>
              <a:endParaRPr sz="3200">
                <a:solidFill>
                  <a:srgbClr val="000000"/>
                </a:solidFill>
                <a:latin typeface="Source Sans Pro Light" panose="020B0403030403020204" pitchFamily="34" charset="0"/>
                <a:ea typeface="Helvetica Light"/>
                <a:cs typeface="Helvetica Light"/>
                <a:sym typeface="Helvetica Light"/>
              </a:endParaRPr>
            </a:p>
          </p:txBody>
        </p:sp>
        <p:cxnSp>
          <p:nvCxnSpPr>
            <p:cNvPr id="33" name="Straight Connector 32"/>
            <p:cNvCxnSpPr/>
            <p:nvPr/>
          </p:nvCxnSpPr>
          <p:spPr>
            <a:xfrm>
              <a:off x="7403043" y="2196497"/>
              <a:ext cx="726010" cy="0"/>
            </a:xfrm>
            <a:prstGeom prst="line">
              <a:avLst/>
            </a:prstGeom>
            <a:ln w="12700">
              <a:solidFill>
                <a:schemeClr val="accent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rot="10800000">
              <a:off x="7379423" y="2141316"/>
              <a:ext cx="100836" cy="100836"/>
            </a:xfrm>
            <a:prstGeom prst="ellipse">
              <a:avLst/>
            </a:prstGeom>
            <a:solidFill>
              <a:schemeClr val="bg2"/>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id-ID" sz="2400">
                <a:solidFill>
                  <a:prstClr val="white"/>
                </a:solidFill>
              </a:endParaRPr>
            </a:p>
          </p:txBody>
        </p:sp>
      </p:grpSp>
      <p:sp>
        <p:nvSpPr>
          <p:cNvPr id="36" name="TextBox 35"/>
          <p:cNvSpPr txBox="1"/>
          <p:nvPr/>
        </p:nvSpPr>
        <p:spPr>
          <a:xfrm>
            <a:off x="9285246" y="4314508"/>
            <a:ext cx="2608105" cy="984885"/>
          </a:xfrm>
          <a:prstGeom prst="rect">
            <a:avLst/>
          </a:prstGeom>
          <a:noFill/>
        </p:spPr>
        <p:txBody>
          <a:bodyPr wrap="square" lIns="0" tIns="0" rIns="0" bIns="0" rtlCol="0">
            <a:spAutoFit/>
          </a:bodyPr>
          <a:lstStyle/>
          <a:p>
            <a:pPr algn="ctr" rtl="1"/>
            <a:r>
              <a:rPr lang="ar-SA" sz="3200" b="1" dirty="0">
                <a:solidFill>
                  <a:srgbClr val="3392E2"/>
                </a:solidFill>
              </a:rPr>
              <a:t>وماذا يجب على الطلبة أن يتعلموا؟</a:t>
            </a:r>
            <a:endParaRPr lang="en-US" sz="3200" dirty="0">
              <a:solidFill>
                <a:srgbClr val="3392E2"/>
              </a:solidFill>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2288409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wipe(right)">
                                      <p:cBhvr>
                                        <p:cTn id="11" dur="500"/>
                                        <p:tgtEl>
                                          <p:spTgt spid="2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500"/>
                                        <p:tgtEl>
                                          <p:spTgt spid="30"/>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wipe(left)">
                                      <p:cBhvr>
                                        <p:cTn id="19" dur="500"/>
                                        <p:tgtEl>
                                          <p:spTgt spid="3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6"/>
                                        </p:tgtEl>
                                        <p:attrNameLst>
                                          <p:attrName>style.visibility</p:attrName>
                                        </p:attrNameLst>
                                      </p:cBhvr>
                                      <p:to>
                                        <p:strVal val="visible"/>
                                      </p:to>
                                    </p:set>
                                    <p:animEffect transition="in" filter="fade">
                                      <p:cBhvr>
                                        <p:cTn id="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6"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365760" y="726267"/>
            <a:ext cx="12192000" cy="669094"/>
          </a:xfrm>
          <a:prstGeom prst="rect">
            <a:avLst/>
          </a:prstGeom>
        </p:spPr>
        <p:txBody>
          <a:bodyPr wrap="square">
            <a:spAutoFit/>
          </a:bodyPr>
          <a:lstStyle/>
          <a:p>
            <a:pPr algn="r" fontAlgn="auto">
              <a:lnSpc>
                <a:spcPct val="150000"/>
              </a:lnSpc>
              <a:spcBef>
                <a:spcPts val="0"/>
              </a:spcBef>
              <a:spcAft>
                <a:spcPts val="0"/>
              </a:spcAft>
            </a:pPr>
            <a:r>
              <a:rPr lang="ar-SA" sz="2800" dirty="0"/>
              <a:t>ويجب أن يراعي المصمم التعليمي معايير كتابة الأهداف التعليمية وهي</a:t>
            </a:r>
            <a:r>
              <a:rPr lang="ar-JO" sz="2800" dirty="0"/>
              <a:t>:</a:t>
            </a:r>
            <a:endParaRPr lang="en-US" sz="2800" dirty="0">
              <a:solidFill>
                <a:srgbClr val="17406D">
                  <a:lumMod val="50000"/>
                </a:srgbClr>
              </a:solidFill>
              <a:latin typeface="Calibri" panose="020F0502020204030204"/>
            </a:endParaRPr>
          </a:p>
        </p:txBody>
      </p:sp>
      <p:sp>
        <p:nvSpPr>
          <p:cNvPr id="8" name="TextBox 7"/>
          <p:cNvSpPr txBox="1"/>
          <p:nvPr/>
        </p:nvSpPr>
        <p:spPr>
          <a:xfrm>
            <a:off x="0" y="181090"/>
            <a:ext cx="12192000" cy="707886"/>
          </a:xfrm>
          <a:prstGeom prst="rect">
            <a:avLst/>
          </a:prstGeom>
          <a:noFill/>
        </p:spPr>
        <p:txBody>
          <a:bodyPr wrap="square" rtlCol="0">
            <a:spAutoFit/>
          </a:bodyPr>
          <a:lstStyle/>
          <a:p>
            <a:pPr algn="ctr" rtl="1"/>
            <a:r>
              <a:rPr lang="ar-SA" sz="4000" b="1" u="sng" dirty="0">
                <a:solidFill>
                  <a:srgbClr val="FF0000"/>
                </a:solidFill>
              </a:rPr>
              <a:t>ب- مرحلة تحديد الأهداف العامة:</a:t>
            </a:r>
            <a:endParaRPr lang="en-US" sz="4000" u="sng" dirty="0">
              <a:solidFill>
                <a:srgbClr val="FF0000"/>
              </a:solidFill>
            </a:endParaRPr>
          </a:p>
        </p:txBody>
      </p:sp>
      <p:sp>
        <p:nvSpPr>
          <p:cNvPr id="10" name="TextBox 9"/>
          <p:cNvSpPr txBox="1"/>
          <p:nvPr/>
        </p:nvSpPr>
        <p:spPr>
          <a:xfrm>
            <a:off x="6827520" y="1824445"/>
            <a:ext cx="4923930" cy="1815882"/>
          </a:xfrm>
          <a:prstGeom prst="rect">
            <a:avLst/>
          </a:prstGeom>
          <a:noFill/>
        </p:spPr>
        <p:txBody>
          <a:bodyPr wrap="square" rtlCol="0">
            <a:spAutoFit/>
          </a:bodyPr>
          <a:lstStyle/>
          <a:p>
            <a:pPr algn="ctr" fontAlgn="auto">
              <a:spcBef>
                <a:spcPts val="0"/>
              </a:spcBef>
              <a:spcAft>
                <a:spcPts val="0"/>
              </a:spcAft>
            </a:pPr>
            <a:r>
              <a:rPr lang="ar-SA" sz="2800" b="1" dirty="0"/>
              <a:t>يجب أن ينص الهدف بشكل صريح على المعرفة أو المهارة التي سيتعلمها الطالب وهذه الخطوة تساعد المعلم على التخطيط لتحقيق الهدف</a:t>
            </a:r>
            <a:endParaRPr lang="en-US" sz="2800" b="1" dirty="0">
              <a:solidFill>
                <a:srgbClr val="17406D">
                  <a:lumMod val="50000"/>
                </a:srgbClr>
              </a:solidFill>
              <a:latin typeface="Bebas Neue" panose="020B0606020202050201" pitchFamily="34" charset="0"/>
            </a:endParaRPr>
          </a:p>
        </p:txBody>
      </p:sp>
      <p:sp>
        <p:nvSpPr>
          <p:cNvPr id="3" name="Rectangle 2"/>
          <p:cNvSpPr/>
          <p:nvPr/>
        </p:nvSpPr>
        <p:spPr>
          <a:xfrm>
            <a:off x="6096000" y="1306286"/>
            <a:ext cx="45719" cy="4775200"/>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 name="Oval 3"/>
          <p:cNvSpPr/>
          <p:nvPr/>
        </p:nvSpPr>
        <p:spPr>
          <a:xfrm>
            <a:off x="5730240" y="2159475"/>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a:solidFill>
                  <a:prstClr val="white"/>
                </a:solidFill>
              </a:rPr>
              <a:t>1</a:t>
            </a:r>
            <a:endParaRPr lang="en-US" b="1" dirty="0">
              <a:solidFill>
                <a:prstClr val="white"/>
              </a:solidFill>
            </a:endParaRPr>
          </a:p>
        </p:txBody>
      </p:sp>
      <p:sp>
        <p:nvSpPr>
          <p:cNvPr id="11" name="Oval 10"/>
          <p:cNvSpPr/>
          <p:nvPr/>
        </p:nvSpPr>
        <p:spPr>
          <a:xfrm>
            <a:off x="5730240" y="3248335"/>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2</a:t>
            </a:r>
            <a:endParaRPr lang="en-US" b="1" dirty="0">
              <a:solidFill>
                <a:prstClr val="white"/>
              </a:solidFill>
            </a:endParaRPr>
          </a:p>
        </p:txBody>
      </p:sp>
      <p:sp>
        <p:nvSpPr>
          <p:cNvPr id="12" name="Oval 11"/>
          <p:cNvSpPr/>
          <p:nvPr/>
        </p:nvSpPr>
        <p:spPr>
          <a:xfrm>
            <a:off x="5730240" y="4337195"/>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3</a:t>
            </a:r>
            <a:endParaRPr lang="en-US" b="1" dirty="0">
              <a:solidFill>
                <a:prstClr val="white"/>
              </a:solidFill>
            </a:endParaRPr>
          </a:p>
        </p:txBody>
      </p:sp>
      <p:sp>
        <p:nvSpPr>
          <p:cNvPr id="15" name="TextBox 14"/>
          <p:cNvSpPr txBox="1"/>
          <p:nvPr/>
        </p:nvSpPr>
        <p:spPr>
          <a:xfrm>
            <a:off x="6658468" y="4252353"/>
            <a:ext cx="4923930" cy="954107"/>
          </a:xfrm>
          <a:prstGeom prst="rect">
            <a:avLst/>
          </a:prstGeom>
          <a:noFill/>
        </p:spPr>
        <p:txBody>
          <a:bodyPr wrap="square" rtlCol="0">
            <a:spAutoFit/>
          </a:bodyPr>
          <a:lstStyle/>
          <a:p>
            <a:pPr algn="ctr" fontAlgn="auto">
              <a:spcBef>
                <a:spcPts val="0"/>
              </a:spcBef>
              <a:spcAft>
                <a:spcPts val="0"/>
              </a:spcAft>
            </a:pPr>
            <a:r>
              <a:rPr lang="ar-SA" sz="2800" b="1" dirty="0"/>
              <a:t>يجب أن يتناسب الهدف مع المستوى التعليمي للطالب</a:t>
            </a:r>
            <a:endParaRPr lang="en-US" sz="2800" b="1" dirty="0">
              <a:solidFill>
                <a:srgbClr val="17406D">
                  <a:lumMod val="50000"/>
                </a:srgbClr>
              </a:solidFill>
              <a:latin typeface="Bebas Neue" panose="020B0606020202050201" pitchFamily="34" charset="0"/>
            </a:endParaRPr>
          </a:p>
        </p:txBody>
      </p:sp>
      <p:sp>
        <p:nvSpPr>
          <p:cNvPr id="17" name="TextBox 16"/>
          <p:cNvSpPr txBox="1"/>
          <p:nvPr/>
        </p:nvSpPr>
        <p:spPr>
          <a:xfrm>
            <a:off x="655321" y="3148858"/>
            <a:ext cx="4923930" cy="954107"/>
          </a:xfrm>
          <a:prstGeom prst="rect">
            <a:avLst/>
          </a:prstGeom>
          <a:noFill/>
        </p:spPr>
        <p:txBody>
          <a:bodyPr wrap="square" rtlCol="0">
            <a:spAutoFit/>
          </a:bodyPr>
          <a:lstStyle/>
          <a:p>
            <a:pPr algn="ctr" fontAlgn="auto">
              <a:spcBef>
                <a:spcPts val="0"/>
              </a:spcBef>
              <a:spcAft>
                <a:spcPts val="0"/>
              </a:spcAft>
            </a:pPr>
            <a:r>
              <a:rPr lang="ar-SA" sz="2800" b="1" dirty="0"/>
              <a:t>يجب أن يكون الهدف على ارتباط وثيق بحاجات الطالب</a:t>
            </a:r>
            <a:endParaRPr lang="en-US" sz="2800" b="1" dirty="0">
              <a:solidFill>
                <a:srgbClr val="17406D">
                  <a:lumMod val="50000"/>
                </a:srgbClr>
              </a:solidFill>
              <a:latin typeface="Bebas Neue" panose="020B0606020202050201" pitchFamily="34" charset="0"/>
            </a:endParaRPr>
          </a:p>
        </p:txBody>
      </p:sp>
      <p:sp>
        <p:nvSpPr>
          <p:cNvPr id="21" name="Oval 20"/>
          <p:cNvSpPr/>
          <p:nvPr/>
        </p:nvSpPr>
        <p:spPr>
          <a:xfrm>
            <a:off x="6036944" y="1269862"/>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9318860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341841" y="735090"/>
            <a:ext cx="12192000" cy="669094"/>
          </a:xfrm>
          <a:prstGeom prst="rect">
            <a:avLst/>
          </a:prstGeom>
        </p:spPr>
        <p:txBody>
          <a:bodyPr wrap="square">
            <a:spAutoFit/>
          </a:bodyPr>
          <a:lstStyle/>
          <a:p>
            <a:pPr algn="r" fontAlgn="auto">
              <a:lnSpc>
                <a:spcPct val="150000"/>
              </a:lnSpc>
              <a:spcBef>
                <a:spcPts val="0"/>
              </a:spcBef>
              <a:spcAft>
                <a:spcPts val="0"/>
              </a:spcAft>
            </a:pPr>
            <a:r>
              <a:rPr lang="ar-SA" sz="2800" dirty="0"/>
              <a:t>ويجب أن يراعي المصمم التعليمي معايير كتابة الأهداف التعليمية وهي</a:t>
            </a:r>
            <a:r>
              <a:rPr lang="ar-JO" sz="2800" dirty="0"/>
              <a:t>:</a:t>
            </a:r>
            <a:endParaRPr lang="en-US" sz="2800" dirty="0">
              <a:solidFill>
                <a:srgbClr val="17406D">
                  <a:lumMod val="50000"/>
                </a:srgbClr>
              </a:solidFill>
              <a:latin typeface="Calibri" panose="020F0502020204030204"/>
            </a:endParaRPr>
          </a:p>
        </p:txBody>
      </p:sp>
      <p:sp>
        <p:nvSpPr>
          <p:cNvPr id="8" name="TextBox 7"/>
          <p:cNvSpPr txBox="1"/>
          <p:nvPr/>
        </p:nvSpPr>
        <p:spPr>
          <a:xfrm>
            <a:off x="29120" y="205792"/>
            <a:ext cx="12192000" cy="707886"/>
          </a:xfrm>
          <a:prstGeom prst="rect">
            <a:avLst/>
          </a:prstGeom>
          <a:noFill/>
        </p:spPr>
        <p:txBody>
          <a:bodyPr wrap="square" rtlCol="0">
            <a:spAutoFit/>
          </a:bodyPr>
          <a:lstStyle/>
          <a:p>
            <a:pPr algn="ctr" rtl="1"/>
            <a:r>
              <a:rPr lang="ar-SA" sz="4000" b="1" u="sng" dirty="0">
                <a:solidFill>
                  <a:srgbClr val="FF0000"/>
                </a:solidFill>
              </a:rPr>
              <a:t>ب- مرحلة تحديد الأهداف العامة:</a:t>
            </a:r>
            <a:endParaRPr lang="en-US" sz="4000" u="sng" dirty="0">
              <a:solidFill>
                <a:srgbClr val="FF0000"/>
              </a:solidFill>
            </a:endParaRPr>
          </a:p>
        </p:txBody>
      </p:sp>
      <p:sp>
        <p:nvSpPr>
          <p:cNvPr id="10" name="TextBox 9"/>
          <p:cNvSpPr txBox="1"/>
          <p:nvPr/>
        </p:nvSpPr>
        <p:spPr>
          <a:xfrm>
            <a:off x="6827520" y="2533655"/>
            <a:ext cx="4923930" cy="954107"/>
          </a:xfrm>
          <a:prstGeom prst="rect">
            <a:avLst/>
          </a:prstGeom>
          <a:noFill/>
        </p:spPr>
        <p:txBody>
          <a:bodyPr wrap="square" rtlCol="0">
            <a:spAutoFit/>
          </a:bodyPr>
          <a:lstStyle/>
          <a:p>
            <a:pPr algn="ctr" fontAlgn="auto">
              <a:spcBef>
                <a:spcPts val="0"/>
              </a:spcBef>
              <a:spcAft>
                <a:spcPts val="0"/>
              </a:spcAft>
            </a:pPr>
            <a:r>
              <a:rPr lang="ar-SA" sz="2800" b="1" dirty="0"/>
              <a:t>يجب أن يعكس الهدف المحتوى التعليمي الذي سيقدم للطالب</a:t>
            </a:r>
            <a:endParaRPr lang="en-US" sz="2800" b="1" dirty="0">
              <a:solidFill>
                <a:srgbClr val="17406D">
                  <a:lumMod val="50000"/>
                </a:srgbClr>
              </a:solidFill>
              <a:latin typeface="Bebas Neue" panose="020B0606020202050201" pitchFamily="34" charset="0"/>
            </a:endParaRPr>
          </a:p>
        </p:txBody>
      </p:sp>
      <p:sp>
        <p:nvSpPr>
          <p:cNvPr id="3" name="Rectangle 2"/>
          <p:cNvSpPr/>
          <p:nvPr/>
        </p:nvSpPr>
        <p:spPr>
          <a:xfrm>
            <a:off x="6096000" y="1398535"/>
            <a:ext cx="45719" cy="4811888"/>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 name="Oval 3"/>
          <p:cNvSpPr/>
          <p:nvPr/>
        </p:nvSpPr>
        <p:spPr>
          <a:xfrm>
            <a:off x="5750933" y="2494528"/>
            <a:ext cx="731520" cy="7315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4</a:t>
            </a:r>
            <a:endParaRPr lang="en-US" b="1" dirty="0">
              <a:solidFill>
                <a:prstClr val="white"/>
              </a:solidFill>
            </a:endParaRPr>
          </a:p>
        </p:txBody>
      </p:sp>
      <p:sp>
        <p:nvSpPr>
          <p:cNvPr id="11" name="Oval 10"/>
          <p:cNvSpPr/>
          <p:nvPr/>
        </p:nvSpPr>
        <p:spPr>
          <a:xfrm>
            <a:off x="5750933" y="4302549"/>
            <a:ext cx="731520" cy="7315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5</a:t>
            </a:r>
            <a:endParaRPr lang="en-US" b="1" dirty="0">
              <a:solidFill>
                <a:prstClr val="white"/>
              </a:solidFill>
            </a:endParaRPr>
          </a:p>
        </p:txBody>
      </p:sp>
      <p:sp>
        <p:nvSpPr>
          <p:cNvPr id="17" name="TextBox 16"/>
          <p:cNvSpPr txBox="1"/>
          <p:nvPr/>
        </p:nvSpPr>
        <p:spPr>
          <a:xfrm>
            <a:off x="712102" y="4025738"/>
            <a:ext cx="4923930" cy="1384995"/>
          </a:xfrm>
          <a:prstGeom prst="rect">
            <a:avLst/>
          </a:prstGeom>
          <a:noFill/>
        </p:spPr>
        <p:txBody>
          <a:bodyPr wrap="square" rtlCol="0">
            <a:spAutoFit/>
          </a:bodyPr>
          <a:lstStyle/>
          <a:p>
            <a:pPr algn="ctr" fontAlgn="auto">
              <a:spcBef>
                <a:spcPts val="0"/>
              </a:spcBef>
              <a:spcAft>
                <a:spcPts val="0"/>
              </a:spcAft>
            </a:pPr>
            <a:r>
              <a:rPr lang="ar-SA" sz="2800" b="1" dirty="0"/>
              <a:t>يجب أن يراعي المصمم عند كتابة الأهداف البيئة التعليمية التي سيقدم فيها الهدف</a:t>
            </a:r>
            <a:endParaRPr lang="en-US" sz="2800" b="1" dirty="0">
              <a:solidFill>
                <a:srgbClr val="17406D">
                  <a:lumMod val="50000"/>
                </a:srgbClr>
              </a:solidFill>
              <a:latin typeface="Bebas Neue" panose="020B0606020202050201" pitchFamily="34" charset="0"/>
            </a:endParaRPr>
          </a:p>
        </p:txBody>
      </p:sp>
      <p:sp>
        <p:nvSpPr>
          <p:cNvPr id="21" name="Oval 20"/>
          <p:cNvSpPr/>
          <p:nvPr/>
        </p:nvSpPr>
        <p:spPr>
          <a:xfrm>
            <a:off x="6036944" y="1269862"/>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6" name="Oval 15"/>
          <p:cNvSpPr/>
          <p:nvPr/>
        </p:nvSpPr>
        <p:spPr>
          <a:xfrm>
            <a:off x="6033680" y="6210423"/>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021978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341841" y="735090"/>
            <a:ext cx="12192000" cy="669094"/>
          </a:xfrm>
          <a:prstGeom prst="rect">
            <a:avLst/>
          </a:prstGeom>
        </p:spPr>
        <p:txBody>
          <a:bodyPr wrap="square">
            <a:spAutoFit/>
          </a:bodyPr>
          <a:lstStyle/>
          <a:p>
            <a:pPr algn="r" fontAlgn="auto">
              <a:lnSpc>
                <a:spcPct val="150000"/>
              </a:lnSpc>
              <a:spcBef>
                <a:spcPts val="0"/>
              </a:spcBef>
              <a:spcAft>
                <a:spcPts val="0"/>
              </a:spcAft>
            </a:pPr>
            <a:r>
              <a:rPr lang="ar-SA" sz="2800" dirty="0"/>
              <a:t>ويجب أن يراعي المصمم التعليمي معايير كتابة الأهداف التعليمية وهي</a:t>
            </a:r>
            <a:r>
              <a:rPr lang="ar-JO" sz="2800" dirty="0"/>
              <a:t>:</a:t>
            </a:r>
            <a:endParaRPr lang="en-US" sz="2800" dirty="0">
              <a:solidFill>
                <a:srgbClr val="17406D">
                  <a:lumMod val="50000"/>
                </a:srgbClr>
              </a:solidFill>
              <a:latin typeface="Calibri" panose="020F0502020204030204"/>
            </a:endParaRPr>
          </a:p>
        </p:txBody>
      </p:sp>
      <p:sp>
        <p:nvSpPr>
          <p:cNvPr id="8" name="TextBox 7"/>
          <p:cNvSpPr txBox="1"/>
          <p:nvPr/>
        </p:nvSpPr>
        <p:spPr>
          <a:xfrm>
            <a:off x="29120" y="205792"/>
            <a:ext cx="12192000" cy="707886"/>
          </a:xfrm>
          <a:prstGeom prst="rect">
            <a:avLst/>
          </a:prstGeom>
          <a:noFill/>
        </p:spPr>
        <p:txBody>
          <a:bodyPr wrap="square" rtlCol="0">
            <a:spAutoFit/>
          </a:bodyPr>
          <a:lstStyle/>
          <a:p>
            <a:pPr algn="ctr" rtl="1"/>
            <a:r>
              <a:rPr lang="ar-SA" sz="4000" b="1" u="sng" dirty="0">
                <a:solidFill>
                  <a:srgbClr val="FF0000"/>
                </a:solidFill>
              </a:rPr>
              <a:t>ب- مرحلة تحديد الأهداف العامة:</a:t>
            </a:r>
            <a:endParaRPr lang="en-US" sz="4000" u="sng" dirty="0">
              <a:solidFill>
                <a:srgbClr val="FF0000"/>
              </a:solidFill>
            </a:endParaRPr>
          </a:p>
        </p:txBody>
      </p:sp>
      <p:sp>
        <p:nvSpPr>
          <p:cNvPr id="3" name="Rectangle 2"/>
          <p:cNvSpPr/>
          <p:nvPr/>
        </p:nvSpPr>
        <p:spPr>
          <a:xfrm>
            <a:off x="6096000" y="1398535"/>
            <a:ext cx="45719" cy="4811888"/>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p:nvSpPr>
        <p:spPr>
          <a:xfrm>
            <a:off x="5754159" y="2139108"/>
            <a:ext cx="731520" cy="7315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6</a:t>
            </a:r>
            <a:endParaRPr lang="en-US" b="1" dirty="0">
              <a:solidFill>
                <a:prstClr val="white"/>
              </a:solidFill>
            </a:endParaRPr>
          </a:p>
        </p:txBody>
      </p:sp>
      <p:sp>
        <p:nvSpPr>
          <p:cNvPr id="15" name="TextBox 14"/>
          <p:cNvSpPr txBox="1"/>
          <p:nvPr/>
        </p:nvSpPr>
        <p:spPr>
          <a:xfrm>
            <a:off x="6661694" y="2139108"/>
            <a:ext cx="4923930" cy="1384995"/>
          </a:xfrm>
          <a:prstGeom prst="rect">
            <a:avLst/>
          </a:prstGeom>
          <a:noFill/>
        </p:spPr>
        <p:txBody>
          <a:bodyPr wrap="square" rtlCol="0">
            <a:spAutoFit/>
          </a:bodyPr>
          <a:lstStyle/>
          <a:p>
            <a:pPr algn="ctr" fontAlgn="auto">
              <a:spcBef>
                <a:spcPts val="0"/>
              </a:spcBef>
              <a:spcAft>
                <a:spcPts val="0"/>
              </a:spcAft>
            </a:pPr>
            <a:r>
              <a:rPr lang="ar-SA" sz="2800" b="1" dirty="0"/>
              <a:t>يجب أن يراعي المصمم الفترة الزمنية المخصصة للتعلم عند تحديد الأهداف التعليمية</a:t>
            </a:r>
            <a:endParaRPr lang="en-US" sz="2800" b="1" dirty="0">
              <a:solidFill>
                <a:srgbClr val="17406D">
                  <a:lumMod val="50000"/>
                </a:srgbClr>
              </a:solidFill>
              <a:latin typeface="Bebas Neue" panose="020B0606020202050201" pitchFamily="34" charset="0"/>
            </a:endParaRPr>
          </a:p>
        </p:txBody>
      </p:sp>
      <p:sp>
        <p:nvSpPr>
          <p:cNvPr id="21" name="Oval 20"/>
          <p:cNvSpPr/>
          <p:nvPr/>
        </p:nvSpPr>
        <p:spPr>
          <a:xfrm>
            <a:off x="6036944" y="1269862"/>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3" name="Oval 12"/>
          <p:cNvSpPr/>
          <p:nvPr/>
        </p:nvSpPr>
        <p:spPr>
          <a:xfrm>
            <a:off x="5754159" y="4478405"/>
            <a:ext cx="731520" cy="73152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l-GR" b="1" dirty="0" smtClean="0">
                <a:solidFill>
                  <a:prstClr val="white"/>
                </a:solidFill>
              </a:rPr>
              <a:t>7</a:t>
            </a:r>
            <a:endParaRPr lang="en-US" b="1" dirty="0">
              <a:solidFill>
                <a:prstClr val="white"/>
              </a:solidFill>
            </a:endParaRPr>
          </a:p>
        </p:txBody>
      </p:sp>
      <p:sp>
        <p:nvSpPr>
          <p:cNvPr id="14" name="TextBox 13"/>
          <p:cNvSpPr txBox="1"/>
          <p:nvPr/>
        </p:nvSpPr>
        <p:spPr>
          <a:xfrm>
            <a:off x="268941" y="3556994"/>
            <a:ext cx="5312429" cy="2246769"/>
          </a:xfrm>
          <a:prstGeom prst="rect">
            <a:avLst/>
          </a:prstGeom>
          <a:noFill/>
        </p:spPr>
        <p:txBody>
          <a:bodyPr wrap="square" rtlCol="0">
            <a:spAutoFit/>
          </a:bodyPr>
          <a:lstStyle/>
          <a:p>
            <a:pPr algn="ctr" fontAlgn="auto">
              <a:spcBef>
                <a:spcPts val="0"/>
              </a:spcBef>
              <a:spcAft>
                <a:spcPts val="0"/>
              </a:spcAft>
            </a:pPr>
            <a:r>
              <a:rPr lang="ar-SA" sz="2800" b="1" dirty="0"/>
              <a:t>يجب على المصمم مراجعة الأهداف وتجربتها على عينة من الفئة المستهدفة قبل تطبيقها فعلياً في ميدان التعليم للتأكد من صحة الأهداف ومناسبتها للظروف التعليمية والوقت لتنفيذها</a:t>
            </a:r>
            <a:endParaRPr lang="en-US" sz="2800" b="1" dirty="0">
              <a:solidFill>
                <a:srgbClr val="17406D">
                  <a:lumMod val="50000"/>
                </a:srgbClr>
              </a:solidFill>
              <a:latin typeface="Bebas Neue" panose="020B0606020202050201" pitchFamily="34" charset="0"/>
            </a:endParaRPr>
          </a:p>
        </p:txBody>
      </p:sp>
      <p:sp>
        <p:nvSpPr>
          <p:cNvPr id="16" name="Oval 15"/>
          <p:cNvSpPr/>
          <p:nvPr/>
        </p:nvSpPr>
        <p:spPr>
          <a:xfrm>
            <a:off x="6033680" y="6210423"/>
            <a:ext cx="182880" cy="18288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195289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fill="hold"/>
                                        <p:tgtEl>
                                          <p:spTgt spid="13"/>
                                        </p:tgtEl>
                                        <p:attrNameLst>
                                          <p:attrName>ppt_x</p:attrName>
                                        </p:attrNameLst>
                                      </p:cBhvr>
                                      <p:tavLst>
                                        <p:tav tm="0">
                                          <p:val>
                                            <p:strVal val="#ppt_x"/>
                                          </p:val>
                                        </p:tav>
                                        <p:tav tm="100000">
                                          <p:val>
                                            <p:strVal val="#ppt_x"/>
                                          </p:val>
                                        </p:tav>
                                      </p:tavLst>
                                    </p:anim>
                                    <p:anim calcmode="lin" valueType="num">
                                      <p:cBhvr additive="base">
                                        <p:cTn id="13"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l-GR" sz="3600" dirty="0" smtClean="0">
                <a:solidFill>
                  <a:prstClr val="white"/>
                </a:solidFill>
                <a:latin typeface="FontAwesome" pitchFamily="2" charset="0"/>
                <a:cs typeface="+mn-cs"/>
              </a:rPr>
              <a:t>1</a:t>
            </a:r>
            <a:endParaRPr lang="ru-RU" sz="3600" dirty="0">
              <a:solidFill>
                <a:prstClr val="white"/>
              </a:solidFill>
              <a:latin typeface="Calibri" panose="020F0502020204030204"/>
              <a:cs typeface="+mn-cs"/>
            </a:endParaRPr>
          </a:p>
        </p:txBody>
      </p:sp>
      <p:sp>
        <p:nvSpPr>
          <p:cNvPr id="18" name="Rectangle 17"/>
          <p:cNvSpPr/>
          <p:nvPr/>
        </p:nvSpPr>
        <p:spPr>
          <a:xfrm>
            <a:off x="939157" y="2329812"/>
            <a:ext cx="10137913" cy="3046988"/>
          </a:xfrm>
          <a:prstGeom prst="rect">
            <a:avLst/>
          </a:prstGeom>
        </p:spPr>
        <p:txBody>
          <a:bodyPr wrap="square">
            <a:spAutoFit/>
          </a:bodyPr>
          <a:lstStyle/>
          <a:p>
            <a:pPr algn="ctr" rtl="1"/>
            <a:r>
              <a:rPr lang="ar-SA" sz="3200" b="1" u="sng" dirty="0">
                <a:solidFill>
                  <a:srgbClr val="FF0000"/>
                </a:solidFill>
              </a:rPr>
              <a:t>ج- مرحلة تحليل المحتوى التعليمي أو المهمة</a:t>
            </a:r>
            <a:r>
              <a:rPr lang="ar-SA" sz="3200" b="1" u="sng" dirty="0" smtClean="0">
                <a:solidFill>
                  <a:srgbClr val="FF0000"/>
                </a:solidFill>
              </a:rPr>
              <a:t>:</a:t>
            </a:r>
            <a:endParaRPr lang="en-US" sz="3200" b="1" u="sng" dirty="0" smtClean="0">
              <a:solidFill>
                <a:srgbClr val="FF0000"/>
              </a:solidFill>
            </a:endParaRPr>
          </a:p>
          <a:p>
            <a:pPr algn="ctr" rtl="1"/>
            <a:endParaRPr lang="el-GR" sz="3200" b="1" u="sng" dirty="0" smtClean="0">
              <a:solidFill>
                <a:srgbClr val="FF0000"/>
              </a:solidFill>
            </a:endParaRPr>
          </a:p>
          <a:p>
            <a:pPr algn="ctr" rtl="1"/>
            <a:r>
              <a:rPr lang="ar-SA" sz="3200" dirty="0"/>
              <a:t>تساعد هذه الخطوة على تحديد المهام الفرعية التي يجب أن يقوم بها المتعلم لتحقيق الهدف التعليمي، وعلى المتعلم اكتسابها أو تعلمها قبل أن يتمكن من تعلم المهمة الرئيسية، حيث يسهل تعلم المهمة الثانوية أو الفرعية تعلم المهمة الرئيسية.</a:t>
            </a:r>
            <a:endParaRPr lang="en-US" sz="3200" dirty="0"/>
          </a:p>
        </p:txBody>
      </p:sp>
      <p:sp>
        <p:nvSpPr>
          <p:cNvPr id="10" name="Rectangle 9"/>
          <p:cNvSpPr/>
          <p:nvPr/>
        </p:nvSpPr>
        <p:spPr>
          <a:xfrm flipV="1">
            <a:off x="4966719" y="5376800"/>
            <a:ext cx="2698707"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157441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0"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l-GR" sz="3600" dirty="0" smtClean="0">
                <a:solidFill>
                  <a:prstClr val="white"/>
                </a:solidFill>
                <a:latin typeface="FontAwesome" pitchFamily="2" charset="0"/>
                <a:cs typeface="+mn-cs"/>
              </a:rPr>
              <a:t>1</a:t>
            </a:r>
            <a:endParaRPr lang="ru-RU" sz="3600" dirty="0">
              <a:solidFill>
                <a:prstClr val="white"/>
              </a:solidFill>
              <a:latin typeface="Calibri" panose="020F0502020204030204"/>
              <a:cs typeface="+mn-cs"/>
            </a:endParaRPr>
          </a:p>
        </p:txBody>
      </p:sp>
      <p:sp>
        <p:nvSpPr>
          <p:cNvPr id="18" name="Rectangle 17"/>
          <p:cNvSpPr/>
          <p:nvPr/>
        </p:nvSpPr>
        <p:spPr>
          <a:xfrm>
            <a:off x="939157" y="2501658"/>
            <a:ext cx="10137913" cy="2554545"/>
          </a:xfrm>
          <a:prstGeom prst="rect">
            <a:avLst/>
          </a:prstGeom>
        </p:spPr>
        <p:txBody>
          <a:bodyPr wrap="square">
            <a:spAutoFit/>
          </a:bodyPr>
          <a:lstStyle/>
          <a:p>
            <a:pPr algn="ctr" rtl="1"/>
            <a:r>
              <a:rPr lang="ar-SA" sz="3200" b="1" u="sng" dirty="0" smtClean="0">
                <a:solidFill>
                  <a:srgbClr val="FF0000"/>
                </a:solidFill>
              </a:rPr>
              <a:t>دـ </a:t>
            </a:r>
            <a:r>
              <a:rPr lang="ar-SA" sz="3200" b="1" u="sng" dirty="0">
                <a:solidFill>
                  <a:srgbClr val="FF0000"/>
                </a:solidFill>
              </a:rPr>
              <a:t>تحليل خصائص المتعلمين</a:t>
            </a:r>
            <a:r>
              <a:rPr lang="ar-SA" sz="3200" b="1" u="sng" dirty="0" smtClean="0">
                <a:solidFill>
                  <a:srgbClr val="FF0000"/>
                </a:solidFill>
              </a:rPr>
              <a:t>:</a:t>
            </a:r>
            <a:endParaRPr lang="en-US" sz="3200" b="1" u="sng" dirty="0" smtClean="0">
              <a:solidFill>
                <a:srgbClr val="FF0000"/>
              </a:solidFill>
            </a:endParaRPr>
          </a:p>
          <a:p>
            <a:pPr algn="ctr" rtl="1"/>
            <a:endParaRPr lang="en-US" sz="3200" b="1" u="sng" dirty="0">
              <a:solidFill>
                <a:srgbClr val="FF0000"/>
              </a:solidFill>
            </a:endParaRPr>
          </a:p>
          <a:p>
            <a:pPr algn="ctr" rtl="1"/>
            <a:r>
              <a:rPr lang="ar-SA" sz="3200" dirty="0"/>
              <a:t>إن عملية تحليل خصائص المتعلمين لا تعد أساسية حيث لا يتم إجراؤها دائماً، على الرغم من فائدتها في التعرف على خصائص الطلبة قبل القيام بتصميم الدرس</a:t>
            </a:r>
            <a:endParaRPr lang="en-US" sz="3200" dirty="0"/>
          </a:p>
        </p:txBody>
      </p:sp>
      <p:sp>
        <p:nvSpPr>
          <p:cNvPr id="10" name="Rectangle 9"/>
          <p:cNvSpPr/>
          <p:nvPr/>
        </p:nvSpPr>
        <p:spPr>
          <a:xfrm flipV="1">
            <a:off x="4658759" y="5056203"/>
            <a:ext cx="2698707"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044544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0"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l-GR" sz="3600" dirty="0" smtClean="0">
                <a:solidFill>
                  <a:prstClr val="white"/>
                </a:solidFill>
                <a:latin typeface="FontAwesome" pitchFamily="2" charset="0"/>
                <a:cs typeface="+mn-cs"/>
              </a:rPr>
              <a:t>1</a:t>
            </a:r>
            <a:endParaRPr lang="ru-RU" sz="3600" dirty="0">
              <a:solidFill>
                <a:prstClr val="white"/>
              </a:solidFill>
              <a:latin typeface="Calibri" panose="020F0502020204030204"/>
              <a:cs typeface="+mn-cs"/>
            </a:endParaRPr>
          </a:p>
        </p:txBody>
      </p:sp>
      <p:sp>
        <p:nvSpPr>
          <p:cNvPr id="18" name="Rectangle 17"/>
          <p:cNvSpPr/>
          <p:nvPr/>
        </p:nvSpPr>
        <p:spPr>
          <a:xfrm>
            <a:off x="939157" y="2385796"/>
            <a:ext cx="10137913" cy="2062103"/>
          </a:xfrm>
          <a:prstGeom prst="rect">
            <a:avLst/>
          </a:prstGeom>
        </p:spPr>
        <p:txBody>
          <a:bodyPr wrap="square">
            <a:spAutoFit/>
          </a:bodyPr>
          <a:lstStyle/>
          <a:p>
            <a:pPr algn="ctr" rtl="1"/>
            <a:r>
              <a:rPr lang="ar-SA" sz="3200" b="1" u="sng" dirty="0">
                <a:solidFill>
                  <a:srgbClr val="FF0000"/>
                </a:solidFill>
              </a:rPr>
              <a:t>هـ - مرحلة تحليل بيئة التعلم</a:t>
            </a:r>
            <a:r>
              <a:rPr lang="ar-SA" sz="3200" b="1" u="sng" dirty="0" smtClean="0">
                <a:solidFill>
                  <a:srgbClr val="FF0000"/>
                </a:solidFill>
              </a:rPr>
              <a:t>:</a:t>
            </a:r>
            <a:endParaRPr lang="en-US" sz="3200" b="1" u="sng" dirty="0" smtClean="0">
              <a:solidFill>
                <a:srgbClr val="FF0000"/>
              </a:solidFill>
            </a:endParaRPr>
          </a:p>
          <a:p>
            <a:pPr algn="ctr" rtl="1"/>
            <a:endParaRPr lang="en-US" sz="3200" b="1" u="sng" dirty="0">
              <a:solidFill>
                <a:srgbClr val="FF0000"/>
              </a:solidFill>
            </a:endParaRPr>
          </a:p>
          <a:p>
            <a:pPr algn="ctr" rtl="1"/>
            <a:r>
              <a:rPr lang="ar-SA" sz="3200" b="1" dirty="0"/>
              <a:t>يبدأ المصمم في هذه المرحلة تحليل السياق أي مكان وزمان تطبيق المنتج التعليمي</a:t>
            </a:r>
            <a:endParaRPr lang="en-US" sz="3200" b="1" dirty="0"/>
          </a:p>
        </p:txBody>
      </p:sp>
      <p:sp>
        <p:nvSpPr>
          <p:cNvPr id="10" name="Rectangle 9"/>
          <p:cNvSpPr/>
          <p:nvPr/>
        </p:nvSpPr>
        <p:spPr>
          <a:xfrm flipV="1">
            <a:off x="4658759" y="4447899"/>
            <a:ext cx="2698707" cy="45719"/>
          </a:xfrm>
          <a:prstGeom prst="rect">
            <a:avLst/>
          </a:prstGeom>
          <a:solidFill>
            <a:srgbClr val="0087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1578753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0"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762906" y="844113"/>
            <a:ext cx="1106333" cy="1149602"/>
            <a:chOff x="5380317" y="2017057"/>
            <a:chExt cx="1532964" cy="1592918"/>
          </a:xfrm>
          <a:solidFill>
            <a:srgbClr val="C00000"/>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6146794" y="1109205"/>
            <a:ext cx="338554" cy="646331"/>
          </a:xfrm>
          <a:prstGeom prst="rect">
            <a:avLst/>
          </a:prstGeom>
        </p:spPr>
        <p:txBody>
          <a:bodyPr wrap="none">
            <a:spAutoFit/>
          </a:bodyPr>
          <a:lstStyle/>
          <a:p>
            <a:pPr algn="ctr" defTabSz="914294" fontAlgn="auto">
              <a:spcBef>
                <a:spcPts val="0"/>
              </a:spcBef>
              <a:spcAft>
                <a:spcPts val="0"/>
              </a:spcAft>
            </a:pPr>
            <a:r>
              <a:rPr lang="el-GR" sz="3600" b="1" dirty="0" smtClean="0">
                <a:solidFill>
                  <a:prstClr val="white"/>
                </a:solidFill>
                <a:latin typeface="FontAwesome" pitchFamily="2" charset="0"/>
                <a:cs typeface="+mn-cs"/>
              </a:rPr>
              <a:t>2</a:t>
            </a:r>
            <a:endParaRPr lang="ru-RU" sz="3600" b="1" dirty="0">
              <a:solidFill>
                <a:prstClr val="white"/>
              </a:solidFill>
              <a:latin typeface="Calibri" panose="020F0502020204030204"/>
              <a:cs typeface="+mn-cs"/>
            </a:endParaRPr>
          </a:p>
        </p:txBody>
      </p:sp>
      <p:sp>
        <p:nvSpPr>
          <p:cNvPr id="17" name="TextBox 16"/>
          <p:cNvSpPr txBox="1"/>
          <p:nvPr/>
        </p:nvSpPr>
        <p:spPr>
          <a:xfrm>
            <a:off x="3391240" y="2290837"/>
            <a:ext cx="5849663" cy="646331"/>
          </a:xfrm>
          <a:prstGeom prst="rect">
            <a:avLst/>
          </a:prstGeom>
          <a:noFill/>
        </p:spPr>
        <p:txBody>
          <a:bodyPr wrap="square" rtlCol="0">
            <a:spAutoFit/>
          </a:bodyPr>
          <a:lstStyle/>
          <a:p>
            <a:pPr algn="ctr" fontAlgn="auto">
              <a:spcBef>
                <a:spcPts val="0"/>
              </a:spcBef>
              <a:spcAft>
                <a:spcPts val="0"/>
              </a:spcAft>
            </a:pPr>
            <a:r>
              <a:rPr lang="ar-SA" sz="3600" b="1" u="sng" dirty="0">
                <a:solidFill>
                  <a:srgbClr val="C00000"/>
                </a:solidFill>
              </a:rPr>
              <a:t>مرحلة التصميم</a:t>
            </a:r>
            <a:endParaRPr lang="en-US" sz="3600" u="sng" dirty="0">
              <a:solidFill>
                <a:srgbClr val="C00000"/>
              </a:solidFill>
              <a:latin typeface="Lato" panose="020F0502020204030203" pitchFamily="34" charset="0"/>
              <a:cs typeface="Lato" panose="020F0502020204030203" pitchFamily="34" charset="0"/>
            </a:endParaRPr>
          </a:p>
        </p:txBody>
      </p:sp>
      <p:sp>
        <p:nvSpPr>
          <p:cNvPr id="18" name="Rectangle 17"/>
          <p:cNvSpPr/>
          <p:nvPr/>
        </p:nvSpPr>
        <p:spPr>
          <a:xfrm>
            <a:off x="963504" y="3320829"/>
            <a:ext cx="10137913" cy="2062103"/>
          </a:xfrm>
          <a:prstGeom prst="rect">
            <a:avLst/>
          </a:prstGeom>
        </p:spPr>
        <p:txBody>
          <a:bodyPr wrap="square">
            <a:spAutoFit/>
          </a:bodyPr>
          <a:lstStyle/>
          <a:p>
            <a:pPr algn="ctr" rtl="1"/>
            <a:r>
              <a:rPr lang="ar-SA" sz="3200" b="1" dirty="0"/>
              <a:t>وهي عملية ترجمة التحليل إلى خطوات واضحة قابلة للتنفيذ وذلك عن طريق وضع المخططات والمسودات الأولية لتطوير المنتج التعليمي، وتتضمن هذه المرحلة الأساليب والإجراءات التي تتعلق بكيفية تنفيذ عمليتي التعليم والتعلم، وتعد هذه المرحلة خريطة الطريق للمراحل اللاحقة، </a:t>
            </a:r>
            <a:endParaRPr lang="en-US" sz="3200" b="1" dirty="0"/>
          </a:p>
        </p:txBody>
      </p:sp>
      <p:sp>
        <p:nvSpPr>
          <p:cNvPr id="3" name="Rectangle 2"/>
          <p:cNvSpPr/>
          <p:nvPr/>
        </p:nvSpPr>
        <p:spPr>
          <a:xfrm>
            <a:off x="5199441" y="5399351"/>
            <a:ext cx="2014331" cy="45719"/>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689576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3"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4240327" y="3547697"/>
            <a:ext cx="2165350" cy="2165350"/>
            <a:chOff x="4240327" y="3547697"/>
            <a:chExt cx="2165350" cy="2165350"/>
          </a:xfrm>
        </p:grpSpPr>
        <p:sp>
          <p:nvSpPr>
            <p:cNvPr id="44" name="Freeform 7"/>
            <p:cNvSpPr>
              <a:spLocks/>
            </p:cNvSpPr>
            <p:nvPr/>
          </p:nvSpPr>
          <p:spPr bwMode="auto">
            <a:xfrm rot="18900000">
              <a:off x="4240327" y="3547697"/>
              <a:ext cx="2165350" cy="2165350"/>
            </a:xfrm>
            <a:custGeom>
              <a:avLst/>
              <a:gdLst>
                <a:gd name="T0" fmla="*/ 814 w 1143"/>
                <a:gd name="T1" fmla="*/ 656 h 1143"/>
                <a:gd name="T2" fmla="*/ 866 w 1143"/>
                <a:gd name="T3" fmla="*/ 781 h 1143"/>
                <a:gd name="T4" fmla="*/ 969 w 1143"/>
                <a:gd name="T5" fmla="*/ 745 h 1143"/>
                <a:gd name="T6" fmla="*/ 1143 w 1143"/>
                <a:gd name="T7" fmla="*/ 572 h 1143"/>
                <a:gd name="T8" fmla="*/ 968 w 1143"/>
                <a:gd name="T9" fmla="*/ 397 h 1143"/>
                <a:gd name="T10" fmla="*/ 932 w 1143"/>
                <a:gd name="T11" fmla="*/ 294 h 1143"/>
                <a:gd name="T12" fmla="*/ 1057 w 1143"/>
                <a:gd name="T13" fmla="*/ 243 h 1143"/>
                <a:gd name="T14" fmla="*/ 896 w 1143"/>
                <a:gd name="T15" fmla="*/ 83 h 1143"/>
                <a:gd name="T16" fmla="*/ 845 w 1143"/>
                <a:gd name="T17" fmla="*/ 207 h 1143"/>
                <a:gd name="T18" fmla="*/ 743 w 1143"/>
                <a:gd name="T19" fmla="*/ 172 h 1143"/>
                <a:gd name="T20" fmla="*/ 571 w 1143"/>
                <a:gd name="T21" fmla="*/ 0 h 1143"/>
                <a:gd name="T22" fmla="*/ 0 w 1143"/>
                <a:gd name="T23" fmla="*/ 572 h 1143"/>
                <a:gd name="T24" fmla="*/ 184 w 1143"/>
                <a:gd name="T25" fmla="*/ 755 h 1143"/>
                <a:gd name="T26" fmla="*/ 227 w 1143"/>
                <a:gd name="T27" fmla="*/ 798 h 1143"/>
                <a:gd name="T28" fmla="*/ 384 w 1143"/>
                <a:gd name="T29" fmla="*/ 956 h 1143"/>
                <a:gd name="T30" fmla="*/ 396 w 1143"/>
                <a:gd name="T31" fmla="*/ 969 h 1143"/>
                <a:gd name="T32" fmla="*/ 571 w 1143"/>
                <a:gd name="T33" fmla="*/ 1143 h 1143"/>
                <a:gd name="T34" fmla="*/ 571 w 1143"/>
                <a:gd name="T35" fmla="*/ 1143 h 1143"/>
                <a:gd name="T36" fmla="*/ 745 w 1143"/>
                <a:gd name="T37" fmla="*/ 970 h 1143"/>
                <a:gd name="T38" fmla="*/ 765 w 1143"/>
                <a:gd name="T39" fmla="*/ 949 h 1143"/>
                <a:gd name="T40" fmla="*/ 764 w 1143"/>
                <a:gd name="T41" fmla="*/ 949 h 1143"/>
                <a:gd name="T42" fmla="*/ 780 w 1143"/>
                <a:gd name="T43" fmla="*/ 867 h 1143"/>
                <a:gd name="T44" fmla="*/ 655 w 1143"/>
                <a:gd name="T45" fmla="*/ 815 h 1143"/>
                <a:gd name="T46" fmla="*/ 814 w 1143"/>
                <a:gd name="T47" fmla="*/ 656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43" h="1143">
                  <a:moveTo>
                    <a:pt x="814" y="656"/>
                  </a:moveTo>
                  <a:cubicBezTo>
                    <a:pt x="871" y="697"/>
                    <a:pt x="847" y="730"/>
                    <a:pt x="866" y="781"/>
                  </a:cubicBezTo>
                  <a:cubicBezTo>
                    <a:pt x="877" y="807"/>
                    <a:pt x="907" y="808"/>
                    <a:pt x="969" y="745"/>
                  </a:cubicBezTo>
                  <a:cubicBezTo>
                    <a:pt x="1143" y="572"/>
                    <a:pt x="1143" y="572"/>
                    <a:pt x="1143" y="572"/>
                  </a:cubicBezTo>
                  <a:cubicBezTo>
                    <a:pt x="968" y="397"/>
                    <a:pt x="968" y="397"/>
                    <a:pt x="968" y="397"/>
                  </a:cubicBezTo>
                  <a:cubicBezTo>
                    <a:pt x="905" y="334"/>
                    <a:pt x="905" y="304"/>
                    <a:pt x="932" y="294"/>
                  </a:cubicBezTo>
                  <a:cubicBezTo>
                    <a:pt x="983" y="275"/>
                    <a:pt x="1016" y="300"/>
                    <a:pt x="1057" y="243"/>
                  </a:cubicBezTo>
                  <a:cubicBezTo>
                    <a:pt x="1127" y="147"/>
                    <a:pt x="993" y="12"/>
                    <a:pt x="896" y="83"/>
                  </a:cubicBezTo>
                  <a:cubicBezTo>
                    <a:pt x="840" y="124"/>
                    <a:pt x="864" y="157"/>
                    <a:pt x="845" y="207"/>
                  </a:cubicBezTo>
                  <a:cubicBezTo>
                    <a:pt x="835" y="234"/>
                    <a:pt x="805" y="234"/>
                    <a:pt x="743" y="172"/>
                  </a:cubicBezTo>
                  <a:cubicBezTo>
                    <a:pt x="571" y="0"/>
                    <a:pt x="571" y="0"/>
                    <a:pt x="571" y="0"/>
                  </a:cubicBezTo>
                  <a:cubicBezTo>
                    <a:pt x="0" y="572"/>
                    <a:pt x="0" y="572"/>
                    <a:pt x="0" y="572"/>
                  </a:cubicBezTo>
                  <a:cubicBezTo>
                    <a:pt x="184" y="755"/>
                    <a:pt x="184" y="755"/>
                    <a:pt x="184" y="755"/>
                  </a:cubicBezTo>
                  <a:cubicBezTo>
                    <a:pt x="227" y="798"/>
                    <a:pt x="227" y="798"/>
                    <a:pt x="227" y="798"/>
                  </a:cubicBezTo>
                  <a:cubicBezTo>
                    <a:pt x="384" y="956"/>
                    <a:pt x="384" y="956"/>
                    <a:pt x="384" y="956"/>
                  </a:cubicBezTo>
                  <a:cubicBezTo>
                    <a:pt x="388" y="960"/>
                    <a:pt x="392" y="964"/>
                    <a:pt x="396" y="969"/>
                  </a:cubicBezTo>
                  <a:cubicBezTo>
                    <a:pt x="571" y="1143"/>
                    <a:pt x="571" y="1143"/>
                    <a:pt x="571" y="1143"/>
                  </a:cubicBezTo>
                  <a:cubicBezTo>
                    <a:pt x="571" y="1143"/>
                    <a:pt x="571" y="1143"/>
                    <a:pt x="571" y="1143"/>
                  </a:cubicBezTo>
                  <a:cubicBezTo>
                    <a:pt x="745" y="970"/>
                    <a:pt x="745" y="970"/>
                    <a:pt x="745" y="970"/>
                  </a:cubicBezTo>
                  <a:cubicBezTo>
                    <a:pt x="765" y="949"/>
                    <a:pt x="765" y="949"/>
                    <a:pt x="765" y="949"/>
                  </a:cubicBezTo>
                  <a:cubicBezTo>
                    <a:pt x="764" y="949"/>
                    <a:pt x="764" y="949"/>
                    <a:pt x="764" y="949"/>
                  </a:cubicBezTo>
                  <a:cubicBezTo>
                    <a:pt x="807" y="900"/>
                    <a:pt x="804" y="876"/>
                    <a:pt x="780" y="867"/>
                  </a:cubicBezTo>
                  <a:cubicBezTo>
                    <a:pt x="729" y="848"/>
                    <a:pt x="697" y="872"/>
                    <a:pt x="655" y="815"/>
                  </a:cubicBezTo>
                  <a:cubicBezTo>
                    <a:pt x="584" y="718"/>
                    <a:pt x="717" y="585"/>
                    <a:pt x="814" y="656"/>
                  </a:cubicBezTo>
                  <a:close/>
                </a:path>
              </a:pathLst>
            </a:custGeom>
            <a:solidFill>
              <a:srgbClr val="D43E0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endParaRPr>
            </a:p>
          </p:txBody>
        </p:sp>
        <p:sp>
          <p:nvSpPr>
            <p:cNvPr id="103" name="TextBox 102"/>
            <p:cNvSpPr txBox="1">
              <a:spLocks noChangeAspect="1"/>
            </p:cNvSpPr>
            <p:nvPr/>
          </p:nvSpPr>
          <p:spPr>
            <a:xfrm>
              <a:off x="4980696" y="4378846"/>
              <a:ext cx="467965" cy="467965"/>
            </a:xfrm>
            <a:prstGeom prst="rect">
              <a:avLst/>
            </a:prstGeom>
            <a:noFill/>
          </p:spPr>
          <p:txBody>
            <a:bodyPr wrap="none" lIns="0" tIns="0" rIns="0" bIns="0" rtlCol="0" anchor="ctr" anchorCtr="0">
              <a:noAutofit/>
            </a:bodyPr>
            <a:lstStyle/>
            <a:p>
              <a:pPr algn="ctr" defTabSz="914294" fontAlgn="auto">
                <a:spcBef>
                  <a:spcPts val="0"/>
                </a:spcBef>
                <a:spcAft>
                  <a:spcPts val="0"/>
                </a:spcAft>
              </a:pPr>
              <a:r>
                <a:rPr lang="en-US" sz="2800" dirty="0">
                  <a:solidFill>
                    <a:prstClr val="white"/>
                  </a:solidFill>
                  <a:latin typeface="FontAwesome" pitchFamily="2" charset="0"/>
                </a:rPr>
                <a:t></a:t>
              </a:r>
              <a:endParaRPr lang="ru-RU" sz="2800" dirty="0">
                <a:solidFill>
                  <a:prstClr val="white"/>
                </a:solidFill>
                <a:latin typeface="Calibri" panose="020F0502020204030204"/>
              </a:endParaRPr>
            </a:p>
          </p:txBody>
        </p:sp>
      </p:grpSp>
      <p:grpSp>
        <p:nvGrpSpPr>
          <p:cNvPr id="3" name="Group 2"/>
          <p:cNvGrpSpPr/>
          <p:nvPr/>
        </p:nvGrpSpPr>
        <p:grpSpPr>
          <a:xfrm>
            <a:off x="5771462" y="2019689"/>
            <a:ext cx="2165350" cy="2165350"/>
            <a:chOff x="5771462" y="2019689"/>
            <a:chExt cx="2165350" cy="2165350"/>
          </a:xfrm>
        </p:grpSpPr>
        <p:sp>
          <p:nvSpPr>
            <p:cNvPr id="45" name="Freeform 7"/>
            <p:cNvSpPr>
              <a:spLocks/>
            </p:cNvSpPr>
            <p:nvPr/>
          </p:nvSpPr>
          <p:spPr bwMode="auto">
            <a:xfrm rot="8100000">
              <a:off x="5771462" y="2019689"/>
              <a:ext cx="2165350" cy="2165350"/>
            </a:xfrm>
            <a:custGeom>
              <a:avLst/>
              <a:gdLst>
                <a:gd name="T0" fmla="*/ 814 w 1143"/>
                <a:gd name="T1" fmla="*/ 656 h 1143"/>
                <a:gd name="T2" fmla="*/ 866 w 1143"/>
                <a:gd name="T3" fmla="*/ 781 h 1143"/>
                <a:gd name="T4" fmla="*/ 969 w 1143"/>
                <a:gd name="T5" fmla="*/ 745 h 1143"/>
                <a:gd name="T6" fmla="*/ 1143 w 1143"/>
                <a:gd name="T7" fmla="*/ 572 h 1143"/>
                <a:gd name="T8" fmla="*/ 968 w 1143"/>
                <a:gd name="T9" fmla="*/ 397 h 1143"/>
                <a:gd name="T10" fmla="*/ 932 w 1143"/>
                <a:gd name="T11" fmla="*/ 294 h 1143"/>
                <a:gd name="T12" fmla="*/ 1057 w 1143"/>
                <a:gd name="T13" fmla="*/ 243 h 1143"/>
                <a:gd name="T14" fmla="*/ 896 w 1143"/>
                <a:gd name="T15" fmla="*/ 83 h 1143"/>
                <a:gd name="T16" fmla="*/ 845 w 1143"/>
                <a:gd name="T17" fmla="*/ 207 h 1143"/>
                <a:gd name="T18" fmla="*/ 743 w 1143"/>
                <a:gd name="T19" fmla="*/ 172 h 1143"/>
                <a:gd name="T20" fmla="*/ 571 w 1143"/>
                <a:gd name="T21" fmla="*/ 0 h 1143"/>
                <a:gd name="T22" fmla="*/ 0 w 1143"/>
                <a:gd name="T23" fmla="*/ 572 h 1143"/>
                <a:gd name="T24" fmla="*/ 184 w 1143"/>
                <a:gd name="T25" fmla="*/ 755 h 1143"/>
                <a:gd name="T26" fmla="*/ 227 w 1143"/>
                <a:gd name="T27" fmla="*/ 798 h 1143"/>
                <a:gd name="T28" fmla="*/ 384 w 1143"/>
                <a:gd name="T29" fmla="*/ 956 h 1143"/>
                <a:gd name="T30" fmla="*/ 396 w 1143"/>
                <a:gd name="T31" fmla="*/ 969 h 1143"/>
                <a:gd name="T32" fmla="*/ 571 w 1143"/>
                <a:gd name="T33" fmla="*/ 1143 h 1143"/>
                <a:gd name="T34" fmla="*/ 571 w 1143"/>
                <a:gd name="T35" fmla="*/ 1143 h 1143"/>
                <a:gd name="T36" fmla="*/ 745 w 1143"/>
                <a:gd name="T37" fmla="*/ 970 h 1143"/>
                <a:gd name="T38" fmla="*/ 765 w 1143"/>
                <a:gd name="T39" fmla="*/ 949 h 1143"/>
                <a:gd name="T40" fmla="*/ 764 w 1143"/>
                <a:gd name="T41" fmla="*/ 949 h 1143"/>
                <a:gd name="T42" fmla="*/ 780 w 1143"/>
                <a:gd name="T43" fmla="*/ 867 h 1143"/>
                <a:gd name="T44" fmla="*/ 655 w 1143"/>
                <a:gd name="T45" fmla="*/ 815 h 1143"/>
                <a:gd name="T46" fmla="*/ 814 w 1143"/>
                <a:gd name="T47" fmla="*/ 656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43" h="1143">
                  <a:moveTo>
                    <a:pt x="814" y="656"/>
                  </a:moveTo>
                  <a:cubicBezTo>
                    <a:pt x="871" y="697"/>
                    <a:pt x="847" y="730"/>
                    <a:pt x="866" y="781"/>
                  </a:cubicBezTo>
                  <a:cubicBezTo>
                    <a:pt x="877" y="807"/>
                    <a:pt x="907" y="808"/>
                    <a:pt x="969" y="745"/>
                  </a:cubicBezTo>
                  <a:cubicBezTo>
                    <a:pt x="1143" y="572"/>
                    <a:pt x="1143" y="572"/>
                    <a:pt x="1143" y="572"/>
                  </a:cubicBezTo>
                  <a:cubicBezTo>
                    <a:pt x="968" y="397"/>
                    <a:pt x="968" y="397"/>
                    <a:pt x="968" y="397"/>
                  </a:cubicBezTo>
                  <a:cubicBezTo>
                    <a:pt x="905" y="334"/>
                    <a:pt x="905" y="304"/>
                    <a:pt x="932" y="294"/>
                  </a:cubicBezTo>
                  <a:cubicBezTo>
                    <a:pt x="983" y="275"/>
                    <a:pt x="1016" y="300"/>
                    <a:pt x="1057" y="243"/>
                  </a:cubicBezTo>
                  <a:cubicBezTo>
                    <a:pt x="1127" y="147"/>
                    <a:pt x="993" y="12"/>
                    <a:pt x="896" y="83"/>
                  </a:cubicBezTo>
                  <a:cubicBezTo>
                    <a:pt x="840" y="124"/>
                    <a:pt x="864" y="157"/>
                    <a:pt x="845" y="207"/>
                  </a:cubicBezTo>
                  <a:cubicBezTo>
                    <a:pt x="835" y="234"/>
                    <a:pt x="805" y="234"/>
                    <a:pt x="743" y="172"/>
                  </a:cubicBezTo>
                  <a:cubicBezTo>
                    <a:pt x="571" y="0"/>
                    <a:pt x="571" y="0"/>
                    <a:pt x="571" y="0"/>
                  </a:cubicBezTo>
                  <a:cubicBezTo>
                    <a:pt x="0" y="572"/>
                    <a:pt x="0" y="572"/>
                    <a:pt x="0" y="572"/>
                  </a:cubicBezTo>
                  <a:cubicBezTo>
                    <a:pt x="184" y="755"/>
                    <a:pt x="184" y="755"/>
                    <a:pt x="184" y="755"/>
                  </a:cubicBezTo>
                  <a:cubicBezTo>
                    <a:pt x="227" y="798"/>
                    <a:pt x="227" y="798"/>
                    <a:pt x="227" y="798"/>
                  </a:cubicBezTo>
                  <a:cubicBezTo>
                    <a:pt x="384" y="956"/>
                    <a:pt x="384" y="956"/>
                    <a:pt x="384" y="956"/>
                  </a:cubicBezTo>
                  <a:cubicBezTo>
                    <a:pt x="388" y="960"/>
                    <a:pt x="392" y="964"/>
                    <a:pt x="396" y="969"/>
                  </a:cubicBezTo>
                  <a:cubicBezTo>
                    <a:pt x="571" y="1143"/>
                    <a:pt x="571" y="1143"/>
                    <a:pt x="571" y="1143"/>
                  </a:cubicBezTo>
                  <a:cubicBezTo>
                    <a:pt x="571" y="1143"/>
                    <a:pt x="571" y="1143"/>
                    <a:pt x="571" y="1143"/>
                  </a:cubicBezTo>
                  <a:cubicBezTo>
                    <a:pt x="745" y="970"/>
                    <a:pt x="745" y="970"/>
                    <a:pt x="745" y="970"/>
                  </a:cubicBezTo>
                  <a:cubicBezTo>
                    <a:pt x="765" y="949"/>
                    <a:pt x="765" y="949"/>
                    <a:pt x="765" y="949"/>
                  </a:cubicBezTo>
                  <a:cubicBezTo>
                    <a:pt x="764" y="949"/>
                    <a:pt x="764" y="949"/>
                    <a:pt x="764" y="949"/>
                  </a:cubicBezTo>
                  <a:cubicBezTo>
                    <a:pt x="807" y="900"/>
                    <a:pt x="804" y="876"/>
                    <a:pt x="780" y="867"/>
                  </a:cubicBezTo>
                  <a:cubicBezTo>
                    <a:pt x="729" y="848"/>
                    <a:pt x="697" y="872"/>
                    <a:pt x="655" y="815"/>
                  </a:cubicBezTo>
                  <a:cubicBezTo>
                    <a:pt x="584" y="718"/>
                    <a:pt x="717" y="585"/>
                    <a:pt x="814" y="656"/>
                  </a:cubicBezTo>
                  <a:close/>
                </a:path>
              </a:pathLst>
            </a:custGeom>
            <a:solidFill>
              <a:srgbClr val="FE830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endParaRPr>
            </a:p>
          </p:txBody>
        </p:sp>
        <p:sp>
          <p:nvSpPr>
            <p:cNvPr id="100" name="TextBox 99"/>
            <p:cNvSpPr txBox="1">
              <a:spLocks noChangeAspect="1"/>
            </p:cNvSpPr>
            <p:nvPr/>
          </p:nvSpPr>
          <p:spPr>
            <a:xfrm>
              <a:off x="6795506" y="2865114"/>
              <a:ext cx="467965" cy="467965"/>
            </a:xfrm>
            <a:prstGeom prst="rect">
              <a:avLst/>
            </a:prstGeom>
            <a:noFill/>
          </p:spPr>
          <p:txBody>
            <a:bodyPr wrap="none" lIns="0" tIns="0" rIns="0" bIns="0" rtlCol="0" anchor="ctr" anchorCtr="0">
              <a:noAutofit/>
            </a:bodyPr>
            <a:lstStyle/>
            <a:p>
              <a:pPr algn="ctr" defTabSz="914294" fontAlgn="auto">
                <a:spcBef>
                  <a:spcPts val="0"/>
                </a:spcBef>
                <a:spcAft>
                  <a:spcPts val="0"/>
                </a:spcAft>
              </a:pPr>
              <a:r>
                <a:rPr lang="en-US" sz="2800" dirty="0">
                  <a:solidFill>
                    <a:prstClr val="white"/>
                  </a:solidFill>
                  <a:latin typeface="FontAwesome" pitchFamily="2" charset="0"/>
                </a:rPr>
                <a:t></a:t>
              </a:r>
              <a:endParaRPr lang="ru-RU" sz="2800" dirty="0">
                <a:solidFill>
                  <a:prstClr val="white"/>
                </a:solidFill>
                <a:latin typeface="Calibri" panose="020F0502020204030204"/>
              </a:endParaRPr>
            </a:p>
          </p:txBody>
        </p:sp>
      </p:grpSp>
      <p:grpSp>
        <p:nvGrpSpPr>
          <p:cNvPr id="2" name="Group 1"/>
          <p:cNvGrpSpPr/>
          <p:nvPr/>
        </p:nvGrpSpPr>
        <p:grpSpPr>
          <a:xfrm>
            <a:off x="4316528" y="2102377"/>
            <a:ext cx="2012950" cy="2011363"/>
            <a:chOff x="4316528" y="2102377"/>
            <a:chExt cx="2012950" cy="2011363"/>
          </a:xfrm>
        </p:grpSpPr>
        <p:sp>
          <p:nvSpPr>
            <p:cNvPr id="42" name="Freeform 6"/>
            <p:cNvSpPr>
              <a:spLocks/>
            </p:cNvSpPr>
            <p:nvPr/>
          </p:nvSpPr>
          <p:spPr bwMode="auto">
            <a:xfrm rot="18900000">
              <a:off x="4316528" y="2102377"/>
              <a:ext cx="2012950" cy="2011363"/>
            </a:xfrm>
            <a:custGeom>
              <a:avLst/>
              <a:gdLst>
                <a:gd name="T0" fmla="*/ 378 w 1062"/>
                <a:gd name="T1" fmla="*/ 908 h 1062"/>
                <a:gd name="T2" fmla="*/ 335 w 1062"/>
                <a:gd name="T3" fmla="*/ 852 h 1062"/>
                <a:gd name="T4" fmla="*/ 372 w 1062"/>
                <a:gd name="T5" fmla="*/ 845 h 1062"/>
                <a:gd name="T6" fmla="*/ 470 w 1062"/>
                <a:gd name="T7" fmla="*/ 791 h 1062"/>
                <a:gd name="T8" fmla="*/ 451 w 1062"/>
                <a:gd name="T9" fmla="*/ 611 h 1062"/>
                <a:gd name="T10" fmla="*/ 271 w 1062"/>
                <a:gd name="T11" fmla="*/ 592 h 1062"/>
                <a:gd name="T12" fmla="*/ 217 w 1062"/>
                <a:gd name="T13" fmla="*/ 690 h 1062"/>
                <a:gd name="T14" fmla="*/ 210 w 1062"/>
                <a:gd name="T15" fmla="*/ 727 h 1062"/>
                <a:gd name="T16" fmla="*/ 173 w 1062"/>
                <a:gd name="T17" fmla="*/ 703 h 1062"/>
                <a:gd name="T18" fmla="*/ 164 w 1062"/>
                <a:gd name="T19" fmla="*/ 694 h 1062"/>
                <a:gd name="T20" fmla="*/ 0 w 1062"/>
                <a:gd name="T21" fmla="*/ 531 h 1062"/>
                <a:gd name="T22" fmla="*/ 155 w 1062"/>
                <a:gd name="T23" fmla="*/ 376 h 1062"/>
                <a:gd name="T24" fmla="*/ 167 w 1062"/>
                <a:gd name="T25" fmla="*/ 365 h 1062"/>
                <a:gd name="T26" fmla="*/ 167 w 1062"/>
                <a:gd name="T27" fmla="*/ 365 h 1062"/>
                <a:gd name="T28" fmla="*/ 532 w 1062"/>
                <a:gd name="T29" fmla="*/ 0 h 1062"/>
                <a:gd name="T30" fmla="*/ 1062 w 1062"/>
                <a:gd name="T31" fmla="*/ 531 h 1062"/>
                <a:gd name="T32" fmla="*/ 911 w 1062"/>
                <a:gd name="T33" fmla="*/ 682 h 1062"/>
                <a:gd name="T34" fmla="*/ 857 w 1062"/>
                <a:gd name="T35" fmla="*/ 753 h 1062"/>
                <a:gd name="T36" fmla="*/ 865 w 1062"/>
                <a:gd name="T37" fmla="*/ 819 h 1062"/>
                <a:gd name="T38" fmla="*/ 886 w 1062"/>
                <a:gd name="T39" fmla="*/ 832 h 1062"/>
                <a:gd name="T40" fmla="*/ 940 w 1062"/>
                <a:gd name="T41" fmla="*/ 843 h 1062"/>
                <a:gd name="T42" fmla="*/ 986 w 1062"/>
                <a:gd name="T43" fmla="*/ 860 h 1062"/>
                <a:gd name="T44" fmla="*/ 997 w 1062"/>
                <a:gd name="T45" fmla="*/ 873 h 1062"/>
                <a:gd name="T46" fmla="*/ 982 w 1062"/>
                <a:gd name="T47" fmla="*/ 979 h 1062"/>
                <a:gd name="T48" fmla="*/ 877 w 1062"/>
                <a:gd name="T49" fmla="*/ 993 h 1062"/>
                <a:gd name="T50" fmla="*/ 864 w 1062"/>
                <a:gd name="T51" fmla="*/ 982 h 1062"/>
                <a:gd name="T52" fmla="*/ 847 w 1062"/>
                <a:gd name="T53" fmla="*/ 936 h 1062"/>
                <a:gd name="T54" fmla="*/ 836 w 1062"/>
                <a:gd name="T55" fmla="*/ 882 h 1062"/>
                <a:gd name="T56" fmla="*/ 822 w 1062"/>
                <a:gd name="T57" fmla="*/ 861 h 1062"/>
                <a:gd name="T58" fmla="*/ 686 w 1062"/>
                <a:gd name="T59" fmla="*/ 907 h 1062"/>
                <a:gd name="T60" fmla="*/ 531 w 1062"/>
                <a:gd name="T61" fmla="*/ 1062 h 1062"/>
                <a:gd name="T62" fmla="*/ 378 w 1062"/>
                <a:gd name="T63" fmla="*/ 908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2" h="1062">
                  <a:moveTo>
                    <a:pt x="378" y="908"/>
                  </a:moveTo>
                  <a:cubicBezTo>
                    <a:pt x="346" y="876"/>
                    <a:pt x="337" y="859"/>
                    <a:pt x="335" y="852"/>
                  </a:cubicBezTo>
                  <a:cubicBezTo>
                    <a:pt x="348" y="848"/>
                    <a:pt x="360" y="847"/>
                    <a:pt x="372" y="845"/>
                  </a:cubicBezTo>
                  <a:cubicBezTo>
                    <a:pt x="402" y="842"/>
                    <a:pt x="436" y="839"/>
                    <a:pt x="470" y="791"/>
                  </a:cubicBezTo>
                  <a:cubicBezTo>
                    <a:pt x="510" y="737"/>
                    <a:pt x="502" y="663"/>
                    <a:pt x="451" y="611"/>
                  </a:cubicBezTo>
                  <a:cubicBezTo>
                    <a:pt x="399" y="560"/>
                    <a:pt x="326" y="552"/>
                    <a:pt x="271" y="592"/>
                  </a:cubicBezTo>
                  <a:cubicBezTo>
                    <a:pt x="223" y="627"/>
                    <a:pt x="220" y="660"/>
                    <a:pt x="217" y="690"/>
                  </a:cubicBezTo>
                  <a:cubicBezTo>
                    <a:pt x="216" y="703"/>
                    <a:pt x="215" y="715"/>
                    <a:pt x="210" y="727"/>
                  </a:cubicBezTo>
                  <a:cubicBezTo>
                    <a:pt x="205" y="726"/>
                    <a:pt x="193" y="720"/>
                    <a:pt x="173" y="703"/>
                  </a:cubicBezTo>
                  <a:cubicBezTo>
                    <a:pt x="164" y="694"/>
                    <a:pt x="164" y="694"/>
                    <a:pt x="164" y="694"/>
                  </a:cubicBezTo>
                  <a:cubicBezTo>
                    <a:pt x="0" y="531"/>
                    <a:pt x="0" y="531"/>
                    <a:pt x="0" y="531"/>
                  </a:cubicBezTo>
                  <a:cubicBezTo>
                    <a:pt x="155" y="376"/>
                    <a:pt x="155" y="376"/>
                    <a:pt x="155" y="376"/>
                  </a:cubicBezTo>
                  <a:cubicBezTo>
                    <a:pt x="159" y="372"/>
                    <a:pt x="163" y="369"/>
                    <a:pt x="167" y="365"/>
                  </a:cubicBezTo>
                  <a:cubicBezTo>
                    <a:pt x="167" y="365"/>
                    <a:pt x="167" y="365"/>
                    <a:pt x="167" y="365"/>
                  </a:cubicBezTo>
                  <a:cubicBezTo>
                    <a:pt x="532" y="0"/>
                    <a:pt x="532" y="0"/>
                    <a:pt x="532" y="0"/>
                  </a:cubicBezTo>
                  <a:cubicBezTo>
                    <a:pt x="1062" y="531"/>
                    <a:pt x="1062" y="531"/>
                    <a:pt x="1062" y="531"/>
                  </a:cubicBezTo>
                  <a:cubicBezTo>
                    <a:pt x="911" y="682"/>
                    <a:pt x="911" y="682"/>
                    <a:pt x="911" y="682"/>
                  </a:cubicBezTo>
                  <a:cubicBezTo>
                    <a:pt x="884" y="710"/>
                    <a:pt x="866" y="733"/>
                    <a:pt x="857" y="753"/>
                  </a:cubicBezTo>
                  <a:cubicBezTo>
                    <a:pt x="842" y="788"/>
                    <a:pt x="855" y="809"/>
                    <a:pt x="865" y="819"/>
                  </a:cubicBezTo>
                  <a:cubicBezTo>
                    <a:pt x="870" y="824"/>
                    <a:pt x="877" y="829"/>
                    <a:pt x="886" y="832"/>
                  </a:cubicBezTo>
                  <a:cubicBezTo>
                    <a:pt x="906" y="840"/>
                    <a:pt x="925" y="841"/>
                    <a:pt x="940" y="843"/>
                  </a:cubicBezTo>
                  <a:cubicBezTo>
                    <a:pt x="960" y="845"/>
                    <a:pt x="972" y="846"/>
                    <a:pt x="986" y="860"/>
                  </a:cubicBezTo>
                  <a:cubicBezTo>
                    <a:pt x="990" y="864"/>
                    <a:pt x="993" y="868"/>
                    <a:pt x="997" y="873"/>
                  </a:cubicBezTo>
                  <a:cubicBezTo>
                    <a:pt x="1025" y="912"/>
                    <a:pt x="1007" y="954"/>
                    <a:pt x="982" y="979"/>
                  </a:cubicBezTo>
                  <a:cubicBezTo>
                    <a:pt x="958" y="1003"/>
                    <a:pt x="916" y="1022"/>
                    <a:pt x="877" y="993"/>
                  </a:cubicBezTo>
                  <a:cubicBezTo>
                    <a:pt x="872" y="990"/>
                    <a:pt x="867" y="986"/>
                    <a:pt x="864" y="982"/>
                  </a:cubicBezTo>
                  <a:cubicBezTo>
                    <a:pt x="850" y="968"/>
                    <a:pt x="849" y="957"/>
                    <a:pt x="847" y="936"/>
                  </a:cubicBezTo>
                  <a:cubicBezTo>
                    <a:pt x="845" y="921"/>
                    <a:pt x="843" y="903"/>
                    <a:pt x="836" y="882"/>
                  </a:cubicBezTo>
                  <a:cubicBezTo>
                    <a:pt x="832" y="874"/>
                    <a:pt x="828" y="866"/>
                    <a:pt x="822" y="861"/>
                  </a:cubicBezTo>
                  <a:cubicBezTo>
                    <a:pt x="777" y="816"/>
                    <a:pt x="708" y="885"/>
                    <a:pt x="686" y="907"/>
                  </a:cubicBezTo>
                  <a:cubicBezTo>
                    <a:pt x="531" y="1062"/>
                    <a:pt x="531" y="1062"/>
                    <a:pt x="531" y="1062"/>
                  </a:cubicBezTo>
                  <a:lnTo>
                    <a:pt x="378" y="908"/>
                  </a:lnTo>
                  <a:close/>
                </a:path>
              </a:pathLst>
            </a:custGeom>
            <a:solidFill>
              <a:srgbClr val="0087B1"/>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endParaRPr>
            </a:p>
          </p:txBody>
        </p:sp>
        <p:sp>
          <p:nvSpPr>
            <p:cNvPr id="101" name="TextBox 100"/>
            <p:cNvSpPr txBox="1">
              <a:spLocks noChangeAspect="1"/>
            </p:cNvSpPr>
            <p:nvPr/>
          </p:nvSpPr>
          <p:spPr>
            <a:xfrm>
              <a:off x="5143182" y="2679395"/>
              <a:ext cx="467965" cy="467965"/>
            </a:xfrm>
            <a:prstGeom prst="rect">
              <a:avLst/>
            </a:prstGeom>
            <a:noFill/>
          </p:spPr>
          <p:txBody>
            <a:bodyPr wrap="none" lIns="0" tIns="0" rIns="0" bIns="0" rtlCol="0" anchor="ctr" anchorCtr="0">
              <a:noAutofit/>
            </a:bodyPr>
            <a:lstStyle/>
            <a:p>
              <a:pPr algn="ctr" defTabSz="914294" fontAlgn="auto">
                <a:spcBef>
                  <a:spcPts val="0"/>
                </a:spcBef>
                <a:spcAft>
                  <a:spcPts val="0"/>
                </a:spcAft>
              </a:pPr>
              <a:r>
                <a:rPr lang="en-US" sz="2800" dirty="0">
                  <a:solidFill>
                    <a:prstClr val="white"/>
                  </a:solidFill>
                  <a:latin typeface="FontAwesome" pitchFamily="2" charset="0"/>
                </a:rPr>
                <a:t></a:t>
              </a:r>
              <a:endParaRPr lang="ru-RU" sz="2800" dirty="0">
                <a:solidFill>
                  <a:prstClr val="white"/>
                </a:solidFill>
                <a:latin typeface="Calibri" panose="020F0502020204030204"/>
              </a:endParaRPr>
            </a:p>
          </p:txBody>
        </p:sp>
      </p:grpSp>
      <p:grpSp>
        <p:nvGrpSpPr>
          <p:cNvPr id="5" name="Group 4"/>
          <p:cNvGrpSpPr/>
          <p:nvPr/>
        </p:nvGrpSpPr>
        <p:grpSpPr>
          <a:xfrm>
            <a:off x="5847660" y="3621498"/>
            <a:ext cx="2012950" cy="2011363"/>
            <a:chOff x="5847660" y="3621498"/>
            <a:chExt cx="2012950" cy="2011363"/>
          </a:xfrm>
        </p:grpSpPr>
        <p:sp>
          <p:nvSpPr>
            <p:cNvPr id="47" name="Freeform 6"/>
            <p:cNvSpPr>
              <a:spLocks/>
            </p:cNvSpPr>
            <p:nvPr/>
          </p:nvSpPr>
          <p:spPr bwMode="auto">
            <a:xfrm rot="8100000">
              <a:off x="5847660" y="3621498"/>
              <a:ext cx="2012950" cy="2011363"/>
            </a:xfrm>
            <a:custGeom>
              <a:avLst/>
              <a:gdLst>
                <a:gd name="T0" fmla="*/ 378 w 1062"/>
                <a:gd name="T1" fmla="*/ 908 h 1062"/>
                <a:gd name="T2" fmla="*/ 335 w 1062"/>
                <a:gd name="T3" fmla="*/ 852 h 1062"/>
                <a:gd name="T4" fmla="*/ 372 w 1062"/>
                <a:gd name="T5" fmla="*/ 845 h 1062"/>
                <a:gd name="T6" fmla="*/ 470 w 1062"/>
                <a:gd name="T7" fmla="*/ 791 h 1062"/>
                <a:gd name="T8" fmla="*/ 451 w 1062"/>
                <a:gd name="T9" fmla="*/ 611 h 1062"/>
                <a:gd name="T10" fmla="*/ 271 w 1062"/>
                <a:gd name="T11" fmla="*/ 592 h 1062"/>
                <a:gd name="T12" fmla="*/ 217 w 1062"/>
                <a:gd name="T13" fmla="*/ 690 h 1062"/>
                <a:gd name="T14" fmla="*/ 210 w 1062"/>
                <a:gd name="T15" fmla="*/ 727 h 1062"/>
                <a:gd name="T16" fmla="*/ 173 w 1062"/>
                <a:gd name="T17" fmla="*/ 703 h 1062"/>
                <a:gd name="T18" fmla="*/ 164 w 1062"/>
                <a:gd name="T19" fmla="*/ 694 h 1062"/>
                <a:gd name="T20" fmla="*/ 0 w 1062"/>
                <a:gd name="T21" fmla="*/ 531 h 1062"/>
                <a:gd name="T22" fmla="*/ 155 w 1062"/>
                <a:gd name="T23" fmla="*/ 376 h 1062"/>
                <a:gd name="T24" fmla="*/ 167 w 1062"/>
                <a:gd name="T25" fmla="*/ 365 h 1062"/>
                <a:gd name="T26" fmla="*/ 167 w 1062"/>
                <a:gd name="T27" fmla="*/ 365 h 1062"/>
                <a:gd name="T28" fmla="*/ 532 w 1062"/>
                <a:gd name="T29" fmla="*/ 0 h 1062"/>
                <a:gd name="T30" fmla="*/ 1062 w 1062"/>
                <a:gd name="T31" fmla="*/ 531 h 1062"/>
                <a:gd name="T32" fmla="*/ 911 w 1062"/>
                <a:gd name="T33" fmla="*/ 682 h 1062"/>
                <a:gd name="T34" fmla="*/ 857 w 1062"/>
                <a:gd name="T35" fmla="*/ 753 h 1062"/>
                <a:gd name="T36" fmla="*/ 865 w 1062"/>
                <a:gd name="T37" fmla="*/ 819 h 1062"/>
                <a:gd name="T38" fmla="*/ 886 w 1062"/>
                <a:gd name="T39" fmla="*/ 832 h 1062"/>
                <a:gd name="T40" fmla="*/ 940 w 1062"/>
                <a:gd name="T41" fmla="*/ 843 h 1062"/>
                <a:gd name="T42" fmla="*/ 986 w 1062"/>
                <a:gd name="T43" fmla="*/ 860 h 1062"/>
                <a:gd name="T44" fmla="*/ 997 w 1062"/>
                <a:gd name="T45" fmla="*/ 873 h 1062"/>
                <a:gd name="T46" fmla="*/ 982 w 1062"/>
                <a:gd name="T47" fmla="*/ 979 h 1062"/>
                <a:gd name="T48" fmla="*/ 877 w 1062"/>
                <a:gd name="T49" fmla="*/ 993 h 1062"/>
                <a:gd name="T50" fmla="*/ 864 w 1062"/>
                <a:gd name="T51" fmla="*/ 982 h 1062"/>
                <a:gd name="T52" fmla="*/ 847 w 1062"/>
                <a:gd name="T53" fmla="*/ 936 h 1062"/>
                <a:gd name="T54" fmla="*/ 836 w 1062"/>
                <a:gd name="T55" fmla="*/ 882 h 1062"/>
                <a:gd name="T56" fmla="*/ 822 w 1062"/>
                <a:gd name="T57" fmla="*/ 861 h 1062"/>
                <a:gd name="T58" fmla="*/ 686 w 1062"/>
                <a:gd name="T59" fmla="*/ 907 h 1062"/>
                <a:gd name="T60" fmla="*/ 531 w 1062"/>
                <a:gd name="T61" fmla="*/ 1062 h 1062"/>
                <a:gd name="T62" fmla="*/ 378 w 1062"/>
                <a:gd name="T63" fmla="*/ 908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2" h="1062">
                  <a:moveTo>
                    <a:pt x="378" y="908"/>
                  </a:moveTo>
                  <a:cubicBezTo>
                    <a:pt x="346" y="876"/>
                    <a:pt x="337" y="859"/>
                    <a:pt x="335" y="852"/>
                  </a:cubicBezTo>
                  <a:cubicBezTo>
                    <a:pt x="348" y="848"/>
                    <a:pt x="360" y="847"/>
                    <a:pt x="372" y="845"/>
                  </a:cubicBezTo>
                  <a:cubicBezTo>
                    <a:pt x="402" y="842"/>
                    <a:pt x="436" y="839"/>
                    <a:pt x="470" y="791"/>
                  </a:cubicBezTo>
                  <a:cubicBezTo>
                    <a:pt x="510" y="737"/>
                    <a:pt x="502" y="663"/>
                    <a:pt x="451" y="611"/>
                  </a:cubicBezTo>
                  <a:cubicBezTo>
                    <a:pt x="399" y="560"/>
                    <a:pt x="326" y="552"/>
                    <a:pt x="271" y="592"/>
                  </a:cubicBezTo>
                  <a:cubicBezTo>
                    <a:pt x="223" y="627"/>
                    <a:pt x="220" y="660"/>
                    <a:pt x="217" y="690"/>
                  </a:cubicBezTo>
                  <a:cubicBezTo>
                    <a:pt x="216" y="703"/>
                    <a:pt x="215" y="715"/>
                    <a:pt x="210" y="727"/>
                  </a:cubicBezTo>
                  <a:cubicBezTo>
                    <a:pt x="205" y="726"/>
                    <a:pt x="193" y="720"/>
                    <a:pt x="173" y="703"/>
                  </a:cubicBezTo>
                  <a:cubicBezTo>
                    <a:pt x="164" y="694"/>
                    <a:pt x="164" y="694"/>
                    <a:pt x="164" y="694"/>
                  </a:cubicBezTo>
                  <a:cubicBezTo>
                    <a:pt x="0" y="531"/>
                    <a:pt x="0" y="531"/>
                    <a:pt x="0" y="531"/>
                  </a:cubicBezTo>
                  <a:cubicBezTo>
                    <a:pt x="155" y="376"/>
                    <a:pt x="155" y="376"/>
                    <a:pt x="155" y="376"/>
                  </a:cubicBezTo>
                  <a:cubicBezTo>
                    <a:pt x="159" y="372"/>
                    <a:pt x="163" y="369"/>
                    <a:pt x="167" y="365"/>
                  </a:cubicBezTo>
                  <a:cubicBezTo>
                    <a:pt x="167" y="365"/>
                    <a:pt x="167" y="365"/>
                    <a:pt x="167" y="365"/>
                  </a:cubicBezTo>
                  <a:cubicBezTo>
                    <a:pt x="532" y="0"/>
                    <a:pt x="532" y="0"/>
                    <a:pt x="532" y="0"/>
                  </a:cubicBezTo>
                  <a:cubicBezTo>
                    <a:pt x="1062" y="531"/>
                    <a:pt x="1062" y="531"/>
                    <a:pt x="1062" y="531"/>
                  </a:cubicBezTo>
                  <a:cubicBezTo>
                    <a:pt x="911" y="682"/>
                    <a:pt x="911" y="682"/>
                    <a:pt x="911" y="682"/>
                  </a:cubicBezTo>
                  <a:cubicBezTo>
                    <a:pt x="884" y="710"/>
                    <a:pt x="866" y="733"/>
                    <a:pt x="857" y="753"/>
                  </a:cubicBezTo>
                  <a:cubicBezTo>
                    <a:pt x="842" y="788"/>
                    <a:pt x="855" y="809"/>
                    <a:pt x="865" y="819"/>
                  </a:cubicBezTo>
                  <a:cubicBezTo>
                    <a:pt x="870" y="824"/>
                    <a:pt x="877" y="829"/>
                    <a:pt x="886" y="832"/>
                  </a:cubicBezTo>
                  <a:cubicBezTo>
                    <a:pt x="906" y="840"/>
                    <a:pt x="925" y="841"/>
                    <a:pt x="940" y="843"/>
                  </a:cubicBezTo>
                  <a:cubicBezTo>
                    <a:pt x="960" y="845"/>
                    <a:pt x="972" y="846"/>
                    <a:pt x="986" y="860"/>
                  </a:cubicBezTo>
                  <a:cubicBezTo>
                    <a:pt x="990" y="864"/>
                    <a:pt x="993" y="868"/>
                    <a:pt x="997" y="873"/>
                  </a:cubicBezTo>
                  <a:cubicBezTo>
                    <a:pt x="1025" y="912"/>
                    <a:pt x="1007" y="954"/>
                    <a:pt x="982" y="979"/>
                  </a:cubicBezTo>
                  <a:cubicBezTo>
                    <a:pt x="958" y="1003"/>
                    <a:pt x="916" y="1022"/>
                    <a:pt x="877" y="993"/>
                  </a:cubicBezTo>
                  <a:cubicBezTo>
                    <a:pt x="872" y="990"/>
                    <a:pt x="867" y="986"/>
                    <a:pt x="864" y="982"/>
                  </a:cubicBezTo>
                  <a:cubicBezTo>
                    <a:pt x="850" y="968"/>
                    <a:pt x="849" y="957"/>
                    <a:pt x="847" y="936"/>
                  </a:cubicBezTo>
                  <a:cubicBezTo>
                    <a:pt x="845" y="921"/>
                    <a:pt x="843" y="903"/>
                    <a:pt x="836" y="882"/>
                  </a:cubicBezTo>
                  <a:cubicBezTo>
                    <a:pt x="832" y="874"/>
                    <a:pt x="828" y="866"/>
                    <a:pt x="822" y="861"/>
                  </a:cubicBezTo>
                  <a:cubicBezTo>
                    <a:pt x="777" y="816"/>
                    <a:pt x="708" y="885"/>
                    <a:pt x="686" y="907"/>
                  </a:cubicBezTo>
                  <a:cubicBezTo>
                    <a:pt x="531" y="1062"/>
                    <a:pt x="531" y="1062"/>
                    <a:pt x="531" y="1062"/>
                  </a:cubicBezTo>
                  <a:lnTo>
                    <a:pt x="378" y="908"/>
                  </a:lnTo>
                  <a:close/>
                </a:path>
              </a:pathLst>
            </a:custGeom>
            <a:solidFill>
              <a:srgbClr val="A1BB22"/>
            </a:solidFill>
            <a:ln>
              <a:noFill/>
            </a:ln>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id-ID">
                <a:solidFill>
                  <a:prstClr val="black"/>
                </a:solidFill>
                <a:latin typeface="Calibri" panose="020F0502020204030204"/>
              </a:endParaRPr>
            </a:p>
          </p:txBody>
        </p:sp>
        <p:sp>
          <p:nvSpPr>
            <p:cNvPr id="102" name="TextBox 101"/>
            <p:cNvSpPr txBox="1">
              <a:spLocks noChangeAspect="1"/>
            </p:cNvSpPr>
            <p:nvPr/>
          </p:nvSpPr>
          <p:spPr>
            <a:xfrm>
              <a:off x="6620153" y="4636000"/>
              <a:ext cx="467965" cy="467965"/>
            </a:xfrm>
            <a:prstGeom prst="rect">
              <a:avLst/>
            </a:prstGeom>
            <a:noFill/>
          </p:spPr>
          <p:txBody>
            <a:bodyPr wrap="none" lIns="0" tIns="0" rIns="0" bIns="0" rtlCol="0" anchor="ctr" anchorCtr="0">
              <a:noAutofit/>
            </a:bodyPr>
            <a:lstStyle/>
            <a:p>
              <a:pPr algn="ctr" defTabSz="914294" fontAlgn="auto">
                <a:spcBef>
                  <a:spcPts val="0"/>
                </a:spcBef>
                <a:spcAft>
                  <a:spcPts val="0"/>
                </a:spcAft>
              </a:pPr>
              <a:r>
                <a:rPr lang="en-US" sz="2800" dirty="0">
                  <a:solidFill>
                    <a:prstClr val="white"/>
                  </a:solidFill>
                  <a:latin typeface="FontAwesome" pitchFamily="2" charset="0"/>
                </a:rPr>
                <a:t></a:t>
              </a:r>
              <a:endParaRPr lang="ru-RU" sz="2800" dirty="0">
                <a:solidFill>
                  <a:prstClr val="white"/>
                </a:solidFill>
                <a:latin typeface="Calibri" panose="020F0502020204030204"/>
              </a:endParaRPr>
            </a:p>
          </p:txBody>
        </p:sp>
      </p:grpSp>
      <p:sp>
        <p:nvSpPr>
          <p:cNvPr id="6" name="Text Placeholder 5"/>
          <p:cNvSpPr>
            <a:spLocks noGrp="1"/>
          </p:cNvSpPr>
          <p:nvPr>
            <p:ph type="body" sz="quarter" idx="10"/>
          </p:nvPr>
        </p:nvSpPr>
        <p:spPr/>
        <p:txBody>
          <a:bodyPr/>
          <a:lstStyle/>
          <a:p>
            <a:pPr algn="ctr" fontAlgn="auto">
              <a:spcBef>
                <a:spcPts val="0"/>
              </a:spcBef>
              <a:spcAft>
                <a:spcPts val="0"/>
              </a:spcAft>
            </a:pPr>
            <a:r>
              <a:rPr lang="ar-SA" b="1" u="sng" dirty="0">
                <a:solidFill>
                  <a:srgbClr val="C00000"/>
                </a:solidFill>
              </a:rPr>
              <a:t>مرحلة التصميم</a:t>
            </a:r>
            <a:endParaRPr lang="en-US" u="sng" dirty="0">
              <a:solidFill>
                <a:srgbClr val="C00000"/>
              </a:solidFill>
              <a:latin typeface="Lato" panose="020F0502020204030203" pitchFamily="34" charset="0"/>
              <a:cs typeface="Lato" panose="020F0502020204030203" pitchFamily="34" charset="0"/>
            </a:endParaRPr>
          </a:p>
        </p:txBody>
      </p:sp>
      <p:sp>
        <p:nvSpPr>
          <p:cNvPr id="7" name="Text Placeholder 6"/>
          <p:cNvSpPr>
            <a:spLocks noGrp="1"/>
          </p:cNvSpPr>
          <p:nvPr>
            <p:ph type="body" sz="quarter" idx="11"/>
          </p:nvPr>
        </p:nvSpPr>
        <p:spPr>
          <a:xfrm>
            <a:off x="531941" y="1062864"/>
            <a:ext cx="10984556" cy="305229"/>
          </a:xfrm>
        </p:spPr>
        <p:txBody>
          <a:bodyPr/>
          <a:lstStyle/>
          <a:p>
            <a:pPr algn="ctr"/>
            <a:r>
              <a:rPr lang="ar-SA" sz="2400" b="1" dirty="0">
                <a:solidFill>
                  <a:schemeClr val="tx1"/>
                </a:solidFill>
              </a:rPr>
              <a:t>وتشمل مخرجاتها ما يلي:</a:t>
            </a:r>
            <a:endParaRPr lang="en-US" sz="2400" b="1" dirty="0">
              <a:solidFill>
                <a:schemeClr val="tx1"/>
              </a:solidFill>
            </a:endParaRPr>
          </a:p>
        </p:txBody>
      </p:sp>
      <p:grpSp>
        <p:nvGrpSpPr>
          <p:cNvPr id="9" name="Group 8"/>
          <p:cNvGrpSpPr/>
          <p:nvPr/>
        </p:nvGrpSpPr>
        <p:grpSpPr>
          <a:xfrm>
            <a:off x="7514430" y="2993823"/>
            <a:ext cx="685021" cy="210546"/>
            <a:chOff x="7514430" y="2993823"/>
            <a:chExt cx="685021" cy="210546"/>
          </a:xfrm>
        </p:grpSpPr>
        <p:sp>
          <p:nvSpPr>
            <p:cNvPr id="4" name="Oval 3"/>
            <p:cNvSpPr/>
            <p:nvPr/>
          </p:nvSpPr>
          <p:spPr>
            <a:xfrm>
              <a:off x="7514430" y="2993823"/>
              <a:ext cx="210546" cy="210546"/>
            </a:xfrm>
            <a:prstGeom prst="ellipse">
              <a:avLst/>
            </a:prstGeom>
            <a:solidFill>
              <a:srgbClr val="FE830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3" name="Straight Connector 12"/>
            <p:cNvCxnSpPr/>
            <p:nvPr/>
          </p:nvCxnSpPr>
          <p:spPr>
            <a:xfrm>
              <a:off x="7670813" y="3098672"/>
              <a:ext cx="528638" cy="0"/>
            </a:xfrm>
            <a:prstGeom prst="line">
              <a:avLst/>
            </a:prstGeom>
            <a:ln w="38100">
              <a:solidFill>
                <a:srgbClr val="FE8301"/>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7460267" y="4530869"/>
            <a:ext cx="688074" cy="210546"/>
            <a:chOff x="7460267" y="4530869"/>
            <a:chExt cx="688074" cy="210546"/>
          </a:xfrm>
        </p:grpSpPr>
        <p:sp>
          <p:nvSpPr>
            <p:cNvPr id="97" name="Oval 96"/>
            <p:cNvSpPr/>
            <p:nvPr/>
          </p:nvSpPr>
          <p:spPr>
            <a:xfrm>
              <a:off x="7460267" y="4530869"/>
              <a:ext cx="210546" cy="210546"/>
            </a:xfrm>
            <a:prstGeom prst="ellipse">
              <a:avLst/>
            </a:prstGeom>
            <a:solidFill>
              <a:srgbClr val="A1BB22"/>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06" name="Straight Connector 105"/>
            <p:cNvCxnSpPr/>
            <p:nvPr/>
          </p:nvCxnSpPr>
          <p:spPr>
            <a:xfrm>
              <a:off x="7619703" y="4642967"/>
              <a:ext cx="528638" cy="0"/>
            </a:xfrm>
            <a:prstGeom prst="line">
              <a:avLst/>
            </a:prstGeom>
            <a:ln w="38100">
              <a:solidFill>
                <a:srgbClr val="A1BB22"/>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4028798" y="2993823"/>
            <a:ext cx="688073" cy="210546"/>
            <a:chOff x="4028798" y="2993823"/>
            <a:chExt cx="688073" cy="210546"/>
          </a:xfrm>
        </p:grpSpPr>
        <p:sp>
          <p:nvSpPr>
            <p:cNvPr id="99" name="Oval 98"/>
            <p:cNvSpPr/>
            <p:nvPr/>
          </p:nvSpPr>
          <p:spPr>
            <a:xfrm>
              <a:off x="4506325" y="2993823"/>
              <a:ext cx="210546" cy="210546"/>
            </a:xfrm>
            <a:prstGeom prst="ellipse">
              <a:avLst/>
            </a:prstGeom>
            <a:solidFill>
              <a:srgbClr val="0087B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07" name="Straight Connector 106"/>
            <p:cNvCxnSpPr/>
            <p:nvPr/>
          </p:nvCxnSpPr>
          <p:spPr>
            <a:xfrm>
              <a:off x="4028798" y="3101708"/>
              <a:ext cx="528638" cy="0"/>
            </a:xfrm>
            <a:prstGeom prst="line">
              <a:avLst/>
            </a:prstGeom>
            <a:ln w="38100">
              <a:solidFill>
                <a:srgbClr val="0087B1"/>
              </a:solidFill>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3977687" y="4508561"/>
            <a:ext cx="685022" cy="210546"/>
            <a:chOff x="3977687" y="4508561"/>
            <a:chExt cx="685022" cy="210546"/>
          </a:xfrm>
        </p:grpSpPr>
        <p:sp>
          <p:nvSpPr>
            <p:cNvPr id="98" name="Oval 97"/>
            <p:cNvSpPr/>
            <p:nvPr/>
          </p:nvSpPr>
          <p:spPr>
            <a:xfrm>
              <a:off x="4452163" y="4508561"/>
              <a:ext cx="210546" cy="210546"/>
            </a:xfrm>
            <a:prstGeom prst="ellipse">
              <a:avLst/>
            </a:prstGeom>
            <a:solidFill>
              <a:srgbClr val="D43E01"/>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108" name="Straight Connector 107"/>
            <p:cNvCxnSpPr/>
            <p:nvPr/>
          </p:nvCxnSpPr>
          <p:spPr>
            <a:xfrm>
              <a:off x="3977687" y="4612828"/>
              <a:ext cx="528638" cy="0"/>
            </a:xfrm>
            <a:prstGeom prst="line">
              <a:avLst/>
            </a:prstGeom>
            <a:ln w="38100">
              <a:solidFill>
                <a:srgbClr val="D43E01"/>
              </a:solidFill>
            </a:ln>
          </p:spPr>
          <p:style>
            <a:lnRef idx="1">
              <a:schemeClr val="accent1"/>
            </a:lnRef>
            <a:fillRef idx="0">
              <a:schemeClr val="accent1"/>
            </a:fillRef>
            <a:effectRef idx="0">
              <a:schemeClr val="accent1"/>
            </a:effectRef>
            <a:fontRef idx="minor">
              <a:schemeClr val="tx1"/>
            </a:fontRef>
          </p:style>
        </p:cxnSp>
      </p:grpSp>
      <p:sp>
        <p:nvSpPr>
          <p:cNvPr id="110" name="TextBox 109"/>
          <p:cNvSpPr txBox="1"/>
          <p:nvPr/>
        </p:nvSpPr>
        <p:spPr>
          <a:xfrm>
            <a:off x="8043585" y="2604617"/>
            <a:ext cx="3884512" cy="1077218"/>
          </a:xfrm>
          <a:prstGeom prst="rect">
            <a:avLst/>
          </a:prstGeom>
          <a:noFill/>
        </p:spPr>
        <p:txBody>
          <a:bodyPr wrap="square" rtlCol="0">
            <a:spAutoFit/>
          </a:bodyPr>
          <a:lstStyle/>
          <a:p>
            <a:pPr algn="ctr" fontAlgn="auto">
              <a:spcBef>
                <a:spcPts val="0"/>
              </a:spcBef>
              <a:spcAft>
                <a:spcPts val="0"/>
              </a:spcAft>
            </a:pPr>
            <a:r>
              <a:rPr lang="ar-SA" sz="3200" dirty="0"/>
              <a:t>صياغة الأهداف التعليمية سلوكياً وترتيب تتابعها</a:t>
            </a:r>
            <a:endParaRPr lang="en-US" sz="3200" b="1" dirty="0">
              <a:solidFill>
                <a:srgbClr val="FE8301"/>
              </a:solidFill>
              <a:latin typeface="Lato Black" panose="020F0A02020204030203" pitchFamily="34" charset="0"/>
            </a:endParaRPr>
          </a:p>
        </p:txBody>
      </p:sp>
      <p:sp>
        <p:nvSpPr>
          <p:cNvPr id="112" name="TextBox 111"/>
          <p:cNvSpPr txBox="1"/>
          <p:nvPr/>
        </p:nvSpPr>
        <p:spPr>
          <a:xfrm>
            <a:off x="8284078" y="4117616"/>
            <a:ext cx="3394763" cy="1077218"/>
          </a:xfrm>
          <a:prstGeom prst="rect">
            <a:avLst/>
          </a:prstGeom>
          <a:noFill/>
        </p:spPr>
        <p:txBody>
          <a:bodyPr wrap="square" rtlCol="0">
            <a:spAutoFit/>
          </a:bodyPr>
          <a:lstStyle/>
          <a:p>
            <a:pPr algn="ctr" fontAlgn="auto">
              <a:spcBef>
                <a:spcPts val="0"/>
              </a:spcBef>
              <a:spcAft>
                <a:spcPts val="0"/>
              </a:spcAft>
            </a:pPr>
            <a:r>
              <a:rPr lang="ar-SA" sz="3200" dirty="0"/>
              <a:t>تصميم الأنشطة وتسلسل التعلم</a:t>
            </a:r>
            <a:endParaRPr lang="en-US" sz="3200" b="1" dirty="0">
              <a:solidFill>
                <a:srgbClr val="A1BB22"/>
              </a:solidFill>
              <a:latin typeface="Lato Black" panose="020F0A02020204030203" pitchFamily="34" charset="0"/>
            </a:endParaRPr>
          </a:p>
        </p:txBody>
      </p:sp>
      <p:sp>
        <p:nvSpPr>
          <p:cNvPr id="114" name="TextBox 113"/>
          <p:cNvSpPr txBox="1"/>
          <p:nvPr/>
        </p:nvSpPr>
        <p:spPr>
          <a:xfrm>
            <a:off x="296800" y="2560629"/>
            <a:ext cx="3683795" cy="1077218"/>
          </a:xfrm>
          <a:prstGeom prst="rect">
            <a:avLst/>
          </a:prstGeom>
          <a:noFill/>
        </p:spPr>
        <p:txBody>
          <a:bodyPr wrap="square" rtlCol="0">
            <a:spAutoFit/>
          </a:bodyPr>
          <a:lstStyle/>
          <a:p>
            <a:pPr algn="ctr" fontAlgn="auto">
              <a:spcBef>
                <a:spcPts val="0"/>
              </a:spcBef>
              <a:spcAft>
                <a:spcPts val="0"/>
              </a:spcAft>
            </a:pPr>
            <a:r>
              <a:rPr lang="ar-SA" sz="3200" dirty="0"/>
              <a:t>اختيار نوع الوسيلة التعليمية المناسبة لكل هدف</a:t>
            </a:r>
            <a:endParaRPr lang="en-US" sz="3200" b="1" dirty="0">
              <a:solidFill>
                <a:srgbClr val="0087B1"/>
              </a:solidFill>
              <a:latin typeface="Lato Black" panose="020F0A02020204030203" pitchFamily="34" charset="0"/>
            </a:endParaRPr>
          </a:p>
        </p:txBody>
      </p:sp>
      <p:sp>
        <p:nvSpPr>
          <p:cNvPr id="116" name="TextBox 115"/>
          <p:cNvSpPr txBox="1"/>
          <p:nvPr/>
        </p:nvSpPr>
        <p:spPr>
          <a:xfrm>
            <a:off x="239846" y="4055976"/>
            <a:ext cx="3776186" cy="1569660"/>
          </a:xfrm>
          <a:prstGeom prst="rect">
            <a:avLst/>
          </a:prstGeom>
          <a:noFill/>
        </p:spPr>
        <p:txBody>
          <a:bodyPr wrap="square" rtlCol="0">
            <a:spAutoFit/>
          </a:bodyPr>
          <a:lstStyle/>
          <a:p>
            <a:pPr algn="ctr" fontAlgn="auto">
              <a:spcBef>
                <a:spcPts val="0"/>
              </a:spcBef>
              <a:spcAft>
                <a:spcPts val="0"/>
              </a:spcAft>
            </a:pPr>
            <a:r>
              <a:rPr lang="ar-SA" sz="3200" dirty="0"/>
              <a:t>تحديد الإستراتيجية التعليمية المناسبة لإيصال المحتوى وتحقيق الأهداف</a:t>
            </a:r>
            <a:endParaRPr lang="en-US" sz="3200" b="1" dirty="0">
              <a:solidFill>
                <a:srgbClr val="D43E01"/>
              </a:solidFill>
              <a:latin typeface="Lato Black" panose="020F0A02020204030203" pitchFamily="34" charset="0"/>
            </a:endParaRPr>
          </a:p>
        </p:txBody>
      </p:sp>
      <p:sp>
        <p:nvSpPr>
          <p:cNvPr id="3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9696650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par>
                                <p:cTn id="10" presetID="53" presetClass="entr" presetSubtype="16" fill="hold" nodeType="withEffect">
                                  <p:stCondLst>
                                    <p:cond delay="25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par>
                                <p:cTn id="15" presetID="53" presetClass="entr" presetSubtype="16" fill="hold" nodeType="withEffect">
                                  <p:stCondLst>
                                    <p:cond delay="50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nodeType="withEffect">
                                  <p:stCondLst>
                                    <p:cond delay="75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childTnLst>
                          </p:cTn>
                        </p:par>
                        <p:par>
                          <p:cTn id="25" fill="hold">
                            <p:stCondLst>
                              <p:cond delay="1250"/>
                            </p:stCondLst>
                            <p:childTnLst>
                              <p:par>
                                <p:cTn id="26" presetID="1" presetClass="entr" presetSubtype="0" fill="hold" nodeType="afterEffect">
                                  <p:stCondLst>
                                    <p:cond delay="250"/>
                                  </p:stCondLst>
                                  <p:childTnLst>
                                    <p:set>
                                      <p:cBhvr>
                                        <p:cTn id="27" dur="1" fill="hold">
                                          <p:stCondLst>
                                            <p:cond delay="0"/>
                                          </p:stCondLst>
                                        </p:cTn>
                                        <p:tgtEl>
                                          <p:spTgt spid="9"/>
                                        </p:tgtEl>
                                        <p:attrNameLst>
                                          <p:attrName>style.visibility</p:attrName>
                                        </p:attrNameLst>
                                      </p:cBhvr>
                                      <p:to>
                                        <p:strVal val="visible"/>
                                      </p:to>
                                    </p:set>
                                  </p:childTnLst>
                                </p:cTn>
                              </p:par>
                            </p:childTnLst>
                          </p:cTn>
                        </p:par>
                        <p:par>
                          <p:cTn id="28" fill="hold">
                            <p:stCondLst>
                              <p:cond delay="1500"/>
                            </p:stCondLst>
                            <p:childTnLst>
                              <p:par>
                                <p:cTn id="29" presetID="1" presetClass="entr" presetSubtype="0" fill="hold" grpId="0" nodeType="afterEffect">
                                  <p:stCondLst>
                                    <p:cond delay="250"/>
                                  </p:stCondLst>
                                  <p:childTnLst>
                                    <p:set>
                                      <p:cBhvr>
                                        <p:cTn id="30" dur="1" fill="hold">
                                          <p:stCondLst>
                                            <p:cond delay="0"/>
                                          </p:stCondLst>
                                        </p:cTn>
                                        <p:tgtEl>
                                          <p:spTgt spid="110"/>
                                        </p:tgtEl>
                                        <p:attrNameLst>
                                          <p:attrName>style.visibility</p:attrName>
                                        </p:attrNameLst>
                                      </p:cBhvr>
                                      <p:to>
                                        <p:strVal val="visible"/>
                                      </p:to>
                                    </p:set>
                                  </p:childTnLst>
                                </p:cTn>
                              </p:par>
                            </p:childTnLst>
                          </p:cTn>
                        </p:par>
                        <p:par>
                          <p:cTn id="31" fill="hold">
                            <p:stCondLst>
                              <p:cond delay="1750"/>
                            </p:stCondLst>
                            <p:childTnLst>
                              <p:par>
                                <p:cTn id="32" presetID="1" presetClass="entr" presetSubtype="0" fill="hold" nodeType="afterEffect">
                                  <p:stCondLst>
                                    <p:cond delay="250"/>
                                  </p:stCondLst>
                                  <p:childTnLst>
                                    <p:set>
                                      <p:cBhvr>
                                        <p:cTn id="33" dur="1" fill="hold">
                                          <p:stCondLst>
                                            <p:cond delay="0"/>
                                          </p:stCondLst>
                                        </p:cTn>
                                        <p:tgtEl>
                                          <p:spTgt spid="10"/>
                                        </p:tgtEl>
                                        <p:attrNameLst>
                                          <p:attrName>style.visibility</p:attrName>
                                        </p:attrNameLst>
                                      </p:cBhvr>
                                      <p:to>
                                        <p:strVal val="visible"/>
                                      </p:to>
                                    </p:set>
                                  </p:childTnLst>
                                </p:cTn>
                              </p:par>
                            </p:childTnLst>
                          </p:cTn>
                        </p:par>
                        <p:par>
                          <p:cTn id="34" fill="hold">
                            <p:stCondLst>
                              <p:cond delay="2000"/>
                            </p:stCondLst>
                            <p:childTnLst>
                              <p:par>
                                <p:cTn id="35" presetID="1" presetClass="entr" presetSubtype="0" fill="hold" grpId="0" nodeType="afterEffect">
                                  <p:stCondLst>
                                    <p:cond delay="250"/>
                                  </p:stCondLst>
                                  <p:childTnLst>
                                    <p:set>
                                      <p:cBhvr>
                                        <p:cTn id="36" dur="1" fill="hold">
                                          <p:stCondLst>
                                            <p:cond delay="0"/>
                                          </p:stCondLst>
                                        </p:cTn>
                                        <p:tgtEl>
                                          <p:spTgt spid="112"/>
                                        </p:tgtEl>
                                        <p:attrNameLst>
                                          <p:attrName>style.visibility</p:attrName>
                                        </p:attrNameLst>
                                      </p:cBhvr>
                                      <p:to>
                                        <p:strVal val="visible"/>
                                      </p:to>
                                    </p:set>
                                  </p:childTnLst>
                                </p:cTn>
                              </p:par>
                            </p:childTnLst>
                          </p:cTn>
                        </p:par>
                        <p:par>
                          <p:cTn id="37" fill="hold">
                            <p:stCondLst>
                              <p:cond delay="2250"/>
                            </p:stCondLst>
                            <p:childTnLst>
                              <p:par>
                                <p:cTn id="38" presetID="1" presetClass="entr" presetSubtype="0" fill="hold" nodeType="afterEffect">
                                  <p:stCondLst>
                                    <p:cond delay="250"/>
                                  </p:stCondLst>
                                  <p:childTnLst>
                                    <p:set>
                                      <p:cBhvr>
                                        <p:cTn id="39" dur="1" fill="hold">
                                          <p:stCondLst>
                                            <p:cond delay="0"/>
                                          </p:stCondLst>
                                        </p:cTn>
                                        <p:tgtEl>
                                          <p:spTgt spid="11"/>
                                        </p:tgtEl>
                                        <p:attrNameLst>
                                          <p:attrName>style.visibility</p:attrName>
                                        </p:attrNameLst>
                                      </p:cBhvr>
                                      <p:to>
                                        <p:strVal val="visible"/>
                                      </p:to>
                                    </p:set>
                                  </p:childTnLst>
                                </p:cTn>
                              </p:par>
                            </p:childTnLst>
                          </p:cTn>
                        </p:par>
                        <p:par>
                          <p:cTn id="40" fill="hold">
                            <p:stCondLst>
                              <p:cond delay="2500"/>
                            </p:stCondLst>
                            <p:childTnLst>
                              <p:par>
                                <p:cTn id="41" presetID="1" presetClass="entr" presetSubtype="0" fill="hold" grpId="0" nodeType="afterEffect">
                                  <p:stCondLst>
                                    <p:cond delay="250"/>
                                  </p:stCondLst>
                                  <p:childTnLst>
                                    <p:set>
                                      <p:cBhvr>
                                        <p:cTn id="42" dur="1" fill="hold">
                                          <p:stCondLst>
                                            <p:cond delay="0"/>
                                          </p:stCondLst>
                                        </p:cTn>
                                        <p:tgtEl>
                                          <p:spTgt spid="116"/>
                                        </p:tgtEl>
                                        <p:attrNameLst>
                                          <p:attrName>style.visibility</p:attrName>
                                        </p:attrNameLst>
                                      </p:cBhvr>
                                      <p:to>
                                        <p:strVal val="visible"/>
                                      </p:to>
                                    </p:set>
                                  </p:childTnLst>
                                </p:cTn>
                              </p:par>
                            </p:childTnLst>
                          </p:cTn>
                        </p:par>
                        <p:par>
                          <p:cTn id="43" fill="hold">
                            <p:stCondLst>
                              <p:cond delay="2750"/>
                            </p:stCondLst>
                            <p:childTnLst>
                              <p:par>
                                <p:cTn id="44" presetID="1" presetClass="entr" presetSubtype="0" fill="hold" nodeType="afterEffect">
                                  <p:stCondLst>
                                    <p:cond delay="250"/>
                                  </p:stCondLst>
                                  <p:childTnLst>
                                    <p:set>
                                      <p:cBhvr>
                                        <p:cTn id="45" dur="1" fill="hold">
                                          <p:stCondLst>
                                            <p:cond delay="0"/>
                                          </p:stCondLst>
                                        </p:cTn>
                                        <p:tgtEl>
                                          <p:spTgt spid="12"/>
                                        </p:tgtEl>
                                        <p:attrNameLst>
                                          <p:attrName>style.visibility</p:attrName>
                                        </p:attrNameLst>
                                      </p:cBhvr>
                                      <p:to>
                                        <p:strVal val="visible"/>
                                      </p:to>
                                    </p:set>
                                  </p:childTnLst>
                                </p:cTn>
                              </p:par>
                            </p:childTnLst>
                          </p:cTn>
                        </p:par>
                        <p:par>
                          <p:cTn id="46" fill="hold">
                            <p:stCondLst>
                              <p:cond delay="3000"/>
                            </p:stCondLst>
                            <p:childTnLst>
                              <p:par>
                                <p:cTn id="47" presetID="1" presetClass="entr" presetSubtype="0" fill="hold" grpId="0" nodeType="afterEffect">
                                  <p:stCondLst>
                                    <p:cond delay="250"/>
                                  </p:stCondLst>
                                  <p:childTnLst>
                                    <p:set>
                                      <p:cBhvr>
                                        <p:cTn id="48"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2" grpId="0"/>
      <p:bldP spid="114" grpId="0"/>
      <p:bldP spid="116"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566368" y="390755"/>
            <a:ext cx="1106333" cy="1149602"/>
            <a:chOff x="5380317" y="2017057"/>
            <a:chExt cx="1532964" cy="1592918"/>
          </a:xfrm>
          <a:solidFill>
            <a:srgbClr val="00B050"/>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l-GR" sz="3600" b="1" dirty="0" smtClean="0">
                <a:solidFill>
                  <a:prstClr val="white"/>
                </a:solidFill>
                <a:latin typeface="FontAwesome" pitchFamily="2" charset="0"/>
                <a:cs typeface="+mn-cs"/>
              </a:rPr>
              <a:t>3</a:t>
            </a:r>
            <a:endParaRPr lang="ru-RU" sz="3600" b="1" dirty="0">
              <a:solidFill>
                <a:prstClr val="white"/>
              </a:solidFill>
              <a:latin typeface="Calibri" panose="020F0502020204030204"/>
              <a:cs typeface="+mn-cs"/>
            </a:endParaRPr>
          </a:p>
        </p:txBody>
      </p:sp>
      <p:sp>
        <p:nvSpPr>
          <p:cNvPr id="17" name="TextBox 16"/>
          <p:cNvSpPr txBox="1"/>
          <p:nvPr/>
        </p:nvSpPr>
        <p:spPr>
          <a:xfrm>
            <a:off x="3107630" y="2063433"/>
            <a:ext cx="5849663" cy="646331"/>
          </a:xfrm>
          <a:prstGeom prst="rect">
            <a:avLst/>
          </a:prstGeom>
          <a:noFill/>
        </p:spPr>
        <p:txBody>
          <a:bodyPr wrap="square" rtlCol="0">
            <a:spAutoFit/>
          </a:bodyPr>
          <a:lstStyle/>
          <a:p>
            <a:pPr algn="ctr" fontAlgn="auto">
              <a:spcBef>
                <a:spcPts val="0"/>
              </a:spcBef>
              <a:spcAft>
                <a:spcPts val="0"/>
              </a:spcAft>
            </a:pPr>
            <a:r>
              <a:rPr lang="ar-SA" sz="3600" b="1" u="sng" dirty="0">
                <a:solidFill>
                  <a:srgbClr val="00B050"/>
                </a:solidFill>
              </a:rPr>
              <a:t>مرحلة التطوير والإنتاج</a:t>
            </a:r>
            <a:endParaRPr lang="en-US" sz="3600" u="sng" dirty="0">
              <a:solidFill>
                <a:srgbClr val="00B050"/>
              </a:solidFill>
              <a:latin typeface="Lato" panose="020F0502020204030203" pitchFamily="34" charset="0"/>
              <a:cs typeface="Lato" panose="020F0502020204030203" pitchFamily="34" charset="0"/>
            </a:endParaRPr>
          </a:p>
        </p:txBody>
      </p:sp>
      <p:sp>
        <p:nvSpPr>
          <p:cNvPr id="18" name="Rectangle 17"/>
          <p:cNvSpPr/>
          <p:nvPr/>
        </p:nvSpPr>
        <p:spPr>
          <a:xfrm>
            <a:off x="804478" y="3362142"/>
            <a:ext cx="10137913" cy="1077218"/>
          </a:xfrm>
          <a:prstGeom prst="rect">
            <a:avLst/>
          </a:prstGeom>
        </p:spPr>
        <p:txBody>
          <a:bodyPr wrap="square">
            <a:spAutoFit/>
          </a:bodyPr>
          <a:lstStyle/>
          <a:p>
            <a:pPr algn="ctr" rtl="1"/>
            <a:r>
              <a:rPr lang="ar-SA" sz="3200" b="1" dirty="0"/>
              <a:t>يتم في مرحلة التطوير تحويل التصاميم والمخططات المكتوبة أو المرسومة إلى مواد تعليمية حقيقة</a:t>
            </a:r>
            <a:endParaRPr lang="en-US" sz="3200" b="1" dirty="0"/>
          </a:p>
        </p:txBody>
      </p:sp>
      <p:sp>
        <p:nvSpPr>
          <p:cNvPr id="3" name="Rectangle 2"/>
          <p:cNvSpPr/>
          <p:nvPr/>
        </p:nvSpPr>
        <p:spPr>
          <a:xfrm>
            <a:off x="5199441" y="4659066"/>
            <a:ext cx="2014331" cy="45719"/>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918173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3"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566368" y="390755"/>
            <a:ext cx="1106333" cy="1149602"/>
            <a:chOff x="5380317" y="2017057"/>
            <a:chExt cx="1532964" cy="1592918"/>
          </a:xfrm>
          <a:solidFill>
            <a:schemeClr val="accent2"/>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n-US" sz="3600" b="1" dirty="0" smtClean="0">
                <a:solidFill>
                  <a:prstClr val="white"/>
                </a:solidFill>
                <a:latin typeface="FontAwesome" pitchFamily="2" charset="0"/>
                <a:cs typeface="+mn-cs"/>
              </a:rPr>
              <a:t>4</a:t>
            </a:r>
            <a:endParaRPr lang="ru-RU" sz="3600" b="1" dirty="0">
              <a:solidFill>
                <a:prstClr val="white"/>
              </a:solidFill>
              <a:latin typeface="Calibri" panose="020F0502020204030204"/>
              <a:cs typeface="+mn-cs"/>
            </a:endParaRPr>
          </a:p>
        </p:txBody>
      </p:sp>
      <p:sp>
        <p:nvSpPr>
          <p:cNvPr id="17" name="TextBox 16"/>
          <p:cNvSpPr txBox="1"/>
          <p:nvPr/>
        </p:nvSpPr>
        <p:spPr>
          <a:xfrm>
            <a:off x="3107630" y="2063433"/>
            <a:ext cx="5849663" cy="646331"/>
          </a:xfrm>
          <a:prstGeom prst="rect">
            <a:avLst/>
          </a:prstGeom>
          <a:noFill/>
        </p:spPr>
        <p:txBody>
          <a:bodyPr wrap="square" rtlCol="0">
            <a:spAutoFit/>
          </a:bodyPr>
          <a:lstStyle/>
          <a:p>
            <a:pPr algn="ctr" rtl="1" fontAlgn="auto">
              <a:spcBef>
                <a:spcPts val="0"/>
              </a:spcBef>
              <a:spcAft>
                <a:spcPts val="0"/>
              </a:spcAft>
            </a:pPr>
            <a:r>
              <a:rPr lang="ar-SA" sz="3600" b="1" u="sng" dirty="0">
                <a:solidFill>
                  <a:srgbClr val="ED7D31"/>
                </a:solidFill>
              </a:rPr>
              <a:t>مرحلة التنفيذ (</a:t>
            </a:r>
            <a:r>
              <a:rPr lang="ar-SA" sz="3600" b="1" u="sng" dirty="0" smtClean="0">
                <a:solidFill>
                  <a:srgbClr val="ED7D31"/>
                </a:solidFill>
              </a:rPr>
              <a:t>التطبيق</a:t>
            </a:r>
            <a:r>
              <a:rPr lang="en-US" sz="3600" b="1" u="sng" dirty="0" smtClean="0">
                <a:solidFill>
                  <a:srgbClr val="ED7D31"/>
                </a:solidFill>
              </a:rPr>
              <a:t>(</a:t>
            </a:r>
            <a:endParaRPr lang="en-US" sz="3600" u="sng" dirty="0">
              <a:solidFill>
                <a:srgbClr val="ED7D31"/>
              </a:solidFill>
              <a:latin typeface="Lato" panose="020F0502020204030203" pitchFamily="34" charset="0"/>
              <a:cs typeface="Lato" panose="020F0502020204030203" pitchFamily="34" charset="0"/>
            </a:endParaRPr>
          </a:p>
        </p:txBody>
      </p:sp>
      <p:sp>
        <p:nvSpPr>
          <p:cNvPr id="18" name="Rectangle 17"/>
          <p:cNvSpPr/>
          <p:nvPr/>
        </p:nvSpPr>
        <p:spPr>
          <a:xfrm>
            <a:off x="908562" y="3184975"/>
            <a:ext cx="10137913" cy="2062103"/>
          </a:xfrm>
          <a:prstGeom prst="rect">
            <a:avLst/>
          </a:prstGeom>
        </p:spPr>
        <p:txBody>
          <a:bodyPr wrap="square">
            <a:spAutoFit/>
          </a:bodyPr>
          <a:lstStyle/>
          <a:p>
            <a:pPr algn="ctr" rtl="1"/>
            <a:r>
              <a:rPr lang="ar-SA" sz="3200" b="1" dirty="0"/>
              <a:t>في هذه المرحلة يتم فيها عملية تطبيق البرنامج المصمم في الواقع بشكل فعال وبدء التدريس، سواء كان ذلك في الصف الدراسي التقليدي، أو بالتعلم الإلكتروني والتعليم عن بعد أو الحقائب التعليمية أو غيرها باستخدام المواد التعليمية المعدة مسبقاً</a:t>
            </a:r>
            <a:endParaRPr lang="en-US" sz="3200" b="1" dirty="0"/>
          </a:p>
        </p:txBody>
      </p:sp>
      <p:sp>
        <p:nvSpPr>
          <p:cNvPr id="3" name="Rectangle 2"/>
          <p:cNvSpPr/>
          <p:nvPr/>
        </p:nvSpPr>
        <p:spPr>
          <a:xfrm>
            <a:off x="5199441" y="5283974"/>
            <a:ext cx="2014331" cy="45719"/>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2794441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3"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566368" y="390755"/>
            <a:ext cx="1106333" cy="1149602"/>
            <a:chOff x="5380317" y="2017057"/>
            <a:chExt cx="1532964" cy="1592918"/>
          </a:xfrm>
          <a:solidFill>
            <a:srgbClr val="7030A0"/>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5977519" y="642391"/>
            <a:ext cx="338554" cy="646331"/>
          </a:xfrm>
          <a:prstGeom prst="rect">
            <a:avLst/>
          </a:prstGeom>
        </p:spPr>
        <p:txBody>
          <a:bodyPr wrap="none">
            <a:spAutoFit/>
          </a:bodyPr>
          <a:lstStyle/>
          <a:p>
            <a:pPr algn="ctr" defTabSz="914294" fontAlgn="auto">
              <a:spcBef>
                <a:spcPts val="0"/>
              </a:spcBef>
              <a:spcAft>
                <a:spcPts val="0"/>
              </a:spcAft>
            </a:pPr>
            <a:r>
              <a:rPr lang="en-US" sz="3600" b="1" dirty="0" smtClean="0">
                <a:solidFill>
                  <a:prstClr val="white"/>
                </a:solidFill>
                <a:latin typeface="FontAwesome" pitchFamily="2" charset="0"/>
                <a:cs typeface="+mn-cs"/>
              </a:rPr>
              <a:t>5</a:t>
            </a:r>
            <a:endParaRPr lang="ru-RU" sz="3600" b="1" dirty="0">
              <a:solidFill>
                <a:prstClr val="white"/>
              </a:solidFill>
              <a:latin typeface="Calibri" panose="020F0502020204030204"/>
              <a:cs typeface="+mn-cs"/>
            </a:endParaRPr>
          </a:p>
        </p:txBody>
      </p:sp>
      <p:sp>
        <p:nvSpPr>
          <p:cNvPr id="17" name="TextBox 16"/>
          <p:cNvSpPr txBox="1"/>
          <p:nvPr/>
        </p:nvSpPr>
        <p:spPr>
          <a:xfrm>
            <a:off x="3107630" y="2063433"/>
            <a:ext cx="5849663" cy="646331"/>
          </a:xfrm>
          <a:prstGeom prst="rect">
            <a:avLst/>
          </a:prstGeom>
          <a:noFill/>
        </p:spPr>
        <p:txBody>
          <a:bodyPr wrap="square" rtlCol="0">
            <a:spAutoFit/>
          </a:bodyPr>
          <a:lstStyle/>
          <a:p>
            <a:pPr algn="ctr" rtl="1" fontAlgn="auto">
              <a:spcBef>
                <a:spcPts val="0"/>
              </a:spcBef>
              <a:spcAft>
                <a:spcPts val="0"/>
              </a:spcAft>
            </a:pPr>
            <a:r>
              <a:rPr lang="ar-SA" sz="3600" b="1" u="sng" dirty="0">
                <a:solidFill>
                  <a:srgbClr val="7030A0"/>
                </a:solidFill>
              </a:rPr>
              <a:t>مرحلة التقويم</a:t>
            </a:r>
            <a:endParaRPr lang="en-US" sz="3600" u="sng" dirty="0">
              <a:solidFill>
                <a:srgbClr val="7030A0"/>
              </a:solidFill>
              <a:latin typeface="Lato" panose="020F0502020204030203" pitchFamily="34" charset="0"/>
              <a:cs typeface="Lato" panose="020F0502020204030203" pitchFamily="34" charset="0"/>
            </a:endParaRPr>
          </a:p>
        </p:txBody>
      </p:sp>
      <p:sp>
        <p:nvSpPr>
          <p:cNvPr id="18" name="Rectangle 17"/>
          <p:cNvSpPr/>
          <p:nvPr/>
        </p:nvSpPr>
        <p:spPr>
          <a:xfrm>
            <a:off x="567560" y="3315361"/>
            <a:ext cx="10478916" cy="1569660"/>
          </a:xfrm>
          <a:prstGeom prst="rect">
            <a:avLst/>
          </a:prstGeom>
        </p:spPr>
        <p:txBody>
          <a:bodyPr wrap="square">
            <a:spAutoFit/>
          </a:bodyPr>
          <a:lstStyle/>
          <a:p>
            <a:pPr algn="ctr" rtl="1"/>
            <a:r>
              <a:rPr lang="ar-SA" sz="3200" b="1" dirty="0"/>
              <a:t>يتم في هذه المرحلة قياس مدى كفاءة التدريس وفاعليته، والحقيقة أن التقويم يتم خلال جميع مراحل عملية تصميم التعليم، أي خلال المراحل الأربعة السابقة وبينها وبعد التنفيذ، وقد يكون التقويم تكوينياً أو ختامياً. </a:t>
            </a:r>
            <a:endParaRPr lang="en-US" sz="3200" b="1" dirty="0"/>
          </a:p>
        </p:txBody>
      </p:sp>
      <p:sp>
        <p:nvSpPr>
          <p:cNvPr id="3" name="Rectangle 2"/>
          <p:cNvSpPr/>
          <p:nvPr/>
        </p:nvSpPr>
        <p:spPr>
          <a:xfrm>
            <a:off x="5199441" y="5144924"/>
            <a:ext cx="2014331" cy="45719"/>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5173703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3"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algn="ctr" rtl="1" fontAlgn="auto">
              <a:spcBef>
                <a:spcPts val="0"/>
              </a:spcBef>
              <a:spcAft>
                <a:spcPts val="0"/>
              </a:spcAft>
            </a:pPr>
            <a:r>
              <a:rPr lang="ar-SA" sz="4400" u="sng" dirty="0">
                <a:solidFill>
                  <a:srgbClr val="7030A0"/>
                </a:solidFill>
              </a:rPr>
              <a:t>مرحلة التقويم</a:t>
            </a:r>
            <a:endParaRPr lang="en-US" sz="4400" u="sng" dirty="0">
              <a:solidFill>
                <a:srgbClr val="7030A0"/>
              </a:solidFill>
              <a:latin typeface="Lato" panose="020F0502020204030203" pitchFamily="34" charset="0"/>
              <a:cs typeface="Lato" panose="020F0502020204030203" pitchFamily="34" charset="0"/>
            </a:endParaRPr>
          </a:p>
        </p:txBody>
      </p:sp>
      <p:sp>
        <p:nvSpPr>
          <p:cNvPr id="3" name="Text Placeholder 2"/>
          <p:cNvSpPr>
            <a:spLocks noGrp="1"/>
          </p:cNvSpPr>
          <p:nvPr>
            <p:ph type="body" idx="1"/>
          </p:nvPr>
        </p:nvSpPr>
        <p:spPr>
          <a:xfrm>
            <a:off x="479425" y="1154764"/>
            <a:ext cx="11233150" cy="431820"/>
          </a:xfrm>
        </p:spPr>
        <p:txBody>
          <a:bodyPr>
            <a:noAutofit/>
          </a:bodyPr>
          <a:lstStyle/>
          <a:p>
            <a:pPr algn="r" rtl="1"/>
            <a:r>
              <a:rPr lang="ar-SA" sz="2800" dirty="0">
                <a:solidFill>
                  <a:schemeClr val="tx1"/>
                </a:solidFill>
              </a:rPr>
              <a:t>ويقصد بهما:</a:t>
            </a:r>
            <a:endParaRPr lang="en-US" sz="2800" dirty="0">
              <a:solidFill>
                <a:schemeClr val="tx1"/>
              </a:solidFill>
            </a:endParaRPr>
          </a:p>
        </p:txBody>
      </p:sp>
      <p:sp>
        <p:nvSpPr>
          <p:cNvPr id="50" name="Oval 49"/>
          <p:cNvSpPr/>
          <p:nvPr/>
        </p:nvSpPr>
        <p:spPr>
          <a:xfrm>
            <a:off x="6670780" y="3741691"/>
            <a:ext cx="283163" cy="283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sp>
        <p:nvSpPr>
          <p:cNvPr id="47" name="Oval 46"/>
          <p:cNvSpPr/>
          <p:nvPr/>
        </p:nvSpPr>
        <p:spPr>
          <a:xfrm>
            <a:off x="5638940" y="2153470"/>
            <a:ext cx="283163" cy="2831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AU">
              <a:solidFill>
                <a:prstClr val="white"/>
              </a:solidFill>
            </a:endParaRPr>
          </a:p>
        </p:txBody>
      </p:sp>
      <p:grpSp>
        <p:nvGrpSpPr>
          <p:cNvPr id="23" name="Group 17"/>
          <p:cNvGrpSpPr/>
          <p:nvPr/>
        </p:nvGrpSpPr>
        <p:grpSpPr>
          <a:xfrm flipH="1">
            <a:off x="2548290" y="1845703"/>
            <a:ext cx="3087757" cy="861802"/>
            <a:chOff x="3047999" y="2196251"/>
            <a:chExt cx="2662589" cy="796834"/>
          </a:xfrm>
        </p:grpSpPr>
        <p:sp>
          <p:nvSpPr>
            <p:cNvPr id="24" name="Rounded Rectangle 23"/>
            <p:cNvSpPr/>
            <p:nvPr/>
          </p:nvSpPr>
          <p:spPr bwMode="auto">
            <a:xfrm>
              <a:off x="3616180" y="2242087"/>
              <a:ext cx="2094408" cy="750998"/>
            </a:xfrm>
            <a:prstGeom prst="roundRect">
              <a:avLst/>
            </a:prstGeom>
            <a:solidFill>
              <a:schemeClr val="accent1">
                <a:lumMod val="7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25" name="Rounded Rectangle 24"/>
            <p:cNvSpPr/>
            <p:nvPr/>
          </p:nvSpPr>
          <p:spPr bwMode="auto">
            <a:xfrm>
              <a:off x="3581401" y="2196251"/>
              <a:ext cx="2094408" cy="750998"/>
            </a:xfrm>
            <a:prstGeom prst="round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fontAlgn="auto">
                <a:spcBef>
                  <a:spcPts val="0"/>
                </a:spcBef>
                <a:spcAft>
                  <a:spcPts val="0"/>
                </a:spcAft>
              </a:pPr>
              <a:r>
                <a:rPr lang="ar-SA" sz="2800" b="1" dirty="0">
                  <a:solidFill>
                    <a:schemeClr val="bg1"/>
                  </a:solidFill>
                </a:rPr>
                <a:t>التقويم التكويني</a:t>
              </a:r>
              <a:endParaRPr lang="en-US" sz="2800" dirty="0">
                <a:solidFill>
                  <a:schemeClr val="bg1"/>
                </a:solidFill>
                <a:latin typeface="Roboto"/>
                <a:ea typeface="Fira Sans SemiBold Italic" panose="00000700000000000000" pitchFamily="50" charset="0"/>
              </a:endParaRPr>
            </a:p>
          </p:txBody>
        </p:sp>
        <p:grpSp>
          <p:nvGrpSpPr>
            <p:cNvPr id="26" name="Group 22"/>
            <p:cNvGrpSpPr/>
            <p:nvPr/>
          </p:nvGrpSpPr>
          <p:grpSpPr>
            <a:xfrm rot="16200000">
              <a:off x="3369279" y="2174269"/>
              <a:ext cx="195640" cy="838200"/>
              <a:chOff x="3686186" y="1166322"/>
              <a:chExt cx="152400" cy="652944"/>
            </a:xfrm>
          </p:grpSpPr>
          <p:sp>
            <p:nvSpPr>
              <p:cNvPr id="27" name="Oval 26"/>
              <p:cNvSpPr/>
              <p:nvPr/>
            </p:nvSpPr>
            <p:spPr>
              <a:xfrm>
                <a:off x="3686186" y="1666867"/>
                <a:ext cx="152400" cy="15239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28" name="Rounded Rectangle 27"/>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grpSp>
        <p:nvGrpSpPr>
          <p:cNvPr id="41" name="Group 17"/>
          <p:cNvGrpSpPr/>
          <p:nvPr/>
        </p:nvGrpSpPr>
        <p:grpSpPr>
          <a:xfrm>
            <a:off x="6932127" y="3434831"/>
            <a:ext cx="3061252" cy="861802"/>
            <a:chOff x="3047999" y="2196251"/>
            <a:chExt cx="2662589" cy="796834"/>
          </a:xfrm>
        </p:grpSpPr>
        <p:sp>
          <p:nvSpPr>
            <p:cNvPr id="42" name="Rounded Rectangle 41"/>
            <p:cNvSpPr/>
            <p:nvPr/>
          </p:nvSpPr>
          <p:spPr bwMode="auto">
            <a:xfrm>
              <a:off x="3616180" y="2242087"/>
              <a:ext cx="2094408" cy="750998"/>
            </a:xfrm>
            <a:prstGeom prst="roundRect">
              <a:avLst/>
            </a:prstGeom>
            <a:solidFill>
              <a:schemeClr val="accent3">
                <a:lumMod val="75000"/>
                <a:lumOff val="2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fontAlgn="auto">
                <a:spcBef>
                  <a:spcPts val="0"/>
                </a:spcBef>
                <a:spcAft>
                  <a:spcPts val="0"/>
                </a:spcAft>
              </a:pPr>
              <a:endParaRPr lang="en-US" b="1" dirty="0">
                <a:solidFill>
                  <a:prstClr val="white"/>
                </a:solidFill>
                <a:latin typeface="Roboto Lt"/>
              </a:endParaRPr>
            </a:p>
          </p:txBody>
        </p:sp>
        <p:sp>
          <p:nvSpPr>
            <p:cNvPr id="43" name="Rounded Rectangle 42"/>
            <p:cNvSpPr/>
            <p:nvPr/>
          </p:nvSpPr>
          <p:spPr bwMode="auto">
            <a:xfrm>
              <a:off x="3581401" y="2196251"/>
              <a:ext cx="2094408" cy="750998"/>
            </a:xfrm>
            <a:prstGeom prst="round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r" fontAlgn="auto">
                <a:spcBef>
                  <a:spcPts val="0"/>
                </a:spcBef>
                <a:spcAft>
                  <a:spcPts val="0"/>
                </a:spcAft>
              </a:pPr>
              <a:r>
                <a:rPr lang="ar-SA" sz="2800" b="1" dirty="0">
                  <a:solidFill>
                    <a:schemeClr val="bg1"/>
                  </a:solidFill>
                </a:rPr>
                <a:t>التقويم الختامي</a:t>
              </a:r>
              <a:endParaRPr lang="en-US" sz="2800" dirty="0">
                <a:solidFill>
                  <a:schemeClr val="bg1"/>
                </a:solidFill>
                <a:latin typeface="Roboto"/>
                <a:ea typeface="Fira Sans SemiBold Italic" panose="00000700000000000000" pitchFamily="50" charset="0"/>
              </a:endParaRPr>
            </a:p>
          </p:txBody>
        </p:sp>
        <p:grpSp>
          <p:nvGrpSpPr>
            <p:cNvPr id="44" name="Group 22"/>
            <p:cNvGrpSpPr/>
            <p:nvPr/>
          </p:nvGrpSpPr>
          <p:grpSpPr>
            <a:xfrm rot="16200000">
              <a:off x="3369279" y="2174269"/>
              <a:ext cx="195640" cy="838200"/>
              <a:chOff x="3686186" y="1166322"/>
              <a:chExt cx="152400" cy="652944"/>
            </a:xfrm>
          </p:grpSpPr>
          <p:sp>
            <p:nvSpPr>
              <p:cNvPr id="45" name="Oval 44"/>
              <p:cNvSpPr/>
              <p:nvPr/>
            </p:nvSpPr>
            <p:spPr>
              <a:xfrm>
                <a:off x="3686186" y="1666867"/>
                <a:ext cx="152400" cy="152399"/>
              </a:xfrm>
              <a:prstGeom prst="ellipse">
                <a:avLst/>
              </a:prstGeom>
              <a:solidFill>
                <a:schemeClr val="accent3">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sp>
            <p:nvSpPr>
              <p:cNvPr id="46" name="Rounded Rectangle 45"/>
              <p:cNvSpPr/>
              <p:nvPr/>
            </p:nvSpPr>
            <p:spPr>
              <a:xfrm>
                <a:off x="3737893" y="1166322"/>
                <a:ext cx="48984" cy="610899"/>
              </a:xfrm>
              <a:prstGeom prst="roundRect">
                <a:avLst>
                  <a:gd name="adj" fmla="val 38542"/>
                </a:avLst>
              </a:prstGeom>
              <a:gradFill>
                <a:gsLst>
                  <a:gs pos="2000">
                    <a:schemeClr val="tx1">
                      <a:lumMod val="50000"/>
                      <a:lumOff val="50000"/>
                    </a:schemeClr>
                  </a:gs>
                  <a:gs pos="100000">
                    <a:schemeClr val="bg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1600" dirty="0">
                  <a:solidFill>
                    <a:prstClr val="white"/>
                  </a:solidFill>
                </a:endParaRPr>
              </a:p>
            </p:txBody>
          </p:sp>
        </p:grpSp>
      </p:grpSp>
      <p:sp>
        <p:nvSpPr>
          <p:cNvPr id="54" name="TextBox 53"/>
          <p:cNvSpPr txBox="1"/>
          <p:nvPr/>
        </p:nvSpPr>
        <p:spPr>
          <a:xfrm>
            <a:off x="4195482" y="4443595"/>
            <a:ext cx="7856193" cy="2154436"/>
          </a:xfrm>
          <a:prstGeom prst="rect">
            <a:avLst/>
          </a:prstGeom>
          <a:noFill/>
        </p:spPr>
        <p:txBody>
          <a:bodyPr wrap="square" lIns="0" tIns="0" rIns="0" bIns="0" rtlCol="0">
            <a:spAutoFit/>
          </a:bodyPr>
          <a:lstStyle/>
          <a:p>
            <a:pPr algn="ctr" fontAlgn="auto">
              <a:spcBef>
                <a:spcPts val="0"/>
              </a:spcBef>
              <a:spcAft>
                <a:spcPts val="0"/>
              </a:spcAft>
            </a:pPr>
            <a:r>
              <a:rPr lang="ar-SA" sz="2800" b="1" dirty="0"/>
              <a:t>ويكون في العادة بعد الاستخدام الفعلي للبرنامج التعليمي أو الوسيلة التعليمية، ويقيم هذا النوع الفاعلية الكلية للتدريس، ويستفاد من التقويم النهائي في اتخاذ قرار حول شراء أو إجراء تعديل في البرنامج التعليمي أو الاستمرار في التدريس بهذه الطريقة أو التوقف عنه</a:t>
            </a:r>
            <a:endParaRPr lang="en-AU" sz="2800" b="1" dirty="0">
              <a:solidFill>
                <a:prstClr val="black">
                  <a:lumMod val="50000"/>
                  <a:lumOff val="50000"/>
                </a:prstClr>
              </a:solidFill>
              <a:latin typeface="Roboto Lt"/>
            </a:endParaRPr>
          </a:p>
        </p:txBody>
      </p:sp>
      <p:sp>
        <p:nvSpPr>
          <p:cNvPr id="55" name="TextBox 54"/>
          <p:cNvSpPr txBox="1"/>
          <p:nvPr/>
        </p:nvSpPr>
        <p:spPr>
          <a:xfrm>
            <a:off x="28682" y="2755441"/>
            <a:ext cx="5461286" cy="1292662"/>
          </a:xfrm>
          <a:prstGeom prst="rect">
            <a:avLst/>
          </a:prstGeom>
          <a:noFill/>
        </p:spPr>
        <p:txBody>
          <a:bodyPr wrap="square" lIns="0" tIns="0" rIns="0" bIns="0" rtlCol="0">
            <a:spAutoFit/>
          </a:bodyPr>
          <a:lstStyle/>
          <a:p>
            <a:pPr algn="ctr" fontAlgn="auto">
              <a:spcBef>
                <a:spcPts val="0"/>
              </a:spcBef>
              <a:spcAft>
                <a:spcPts val="0"/>
              </a:spcAft>
            </a:pPr>
            <a:r>
              <a:rPr lang="ar-SA" sz="2800" b="1" dirty="0"/>
              <a:t>وهو تقويم مستمر أثناء كل مرحلة وبين المراحل المختلفة، ويهدف إلى تحسين إنتاج الوسيلة التعليمية قبل وضعها بصيغتها النهائية</a:t>
            </a:r>
            <a:endParaRPr lang="en-AU" sz="2800" b="1" dirty="0">
              <a:solidFill>
                <a:prstClr val="black">
                  <a:lumMod val="50000"/>
                  <a:lumOff val="50000"/>
                </a:prstClr>
              </a:solidFill>
              <a:latin typeface="Roboto Lt"/>
            </a:endParaRPr>
          </a:p>
        </p:txBody>
      </p:sp>
      <p:sp>
        <p:nvSpPr>
          <p:cNvPr id="4" name="Footer Placeholder 3"/>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5912898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500"/>
                                  </p:stCondLst>
                                  <p:childTnLst>
                                    <p:set>
                                      <p:cBhvr>
                                        <p:cTn id="9" dur="1" fill="hold">
                                          <p:stCondLst>
                                            <p:cond delay="0"/>
                                          </p:stCondLst>
                                        </p:cTn>
                                        <p:tgtEl>
                                          <p:spTgt spid="47"/>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nodeType="afterEffect">
                                  <p:stCondLst>
                                    <p:cond delay="500"/>
                                  </p:stCondLst>
                                  <p:childTnLst>
                                    <p:set>
                                      <p:cBhvr>
                                        <p:cTn id="12" dur="1" fill="hold">
                                          <p:stCondLst>
                                            <p:cond delay="0"/>
                                          </p:stCondLst>
                                        </p:cTn>
                                        <p:tgtEl>
                                          <p:spTgt spid="23"/>
                                        </p:tgtEl>
                                        <p:attrNameLst>
                                          <p:attrName>style.visibility</p:attrName>
                                        </p:attrNameLst>
                                      </p:cBhvr>
                                      <p:to>
                                        <p:strVal val="visible"/>
                                      </p:to>
                                    </p:set>
                                  </p:childTnLst>
                                </p:cTn>
                              </p:par>
                            </p:childTnLst>
                          </p:cTn>
                        </p:par>
                        <p:par>
                          <p:cTn id="13" fill="hold">
                            <p:stCondLst>
                              <p:cond delay="1000"/>
                            </p:stCondLst>
                            <p:childTnLst>
                              <p:par>
                                <p:cTn id="14" presetID="1" presetClass="entr" presetSubtype="0" fill="hold" grpId="0" nodeType="afterEffect">
                                  <p:stCondLst>
                                    <p:cond delay="500"/>
                                  </p:stCondLst>
                                  <p:childTnLst>
                                    <p:set>
                                      <p:cBhvr>
                                        <p:cTn id="15" dur="1" fill="hold">
                                          <p:stCondLst>
                                            <p:cond delay="0"/>
                                          </p:stCondLst>
                                        </p:cTn>
                                        <p:tgtEl>
                                          <p:spTgt spid="55"/>
                                        </p:tgtEl>
                                        <p:attrNameLst>
                                          <p:attrName>style.visibility</p:attrName>
                                        </p:attrNameLst>
                                      </p:cBhvr>
                                      <p:to>
                                        <p:strVal val="visible"/>
                                      </p:to>
                                    </p:set>
                                  </p:childTnLst>
                                </p:cTn>
                              </p:par>
                            </p:childTnLst>
                          </p:cTn>
                        </p:par>
                        <p:par>
                          <p:cTn id="16" fill="hold">
                            <p:stCondLst>
                              <p:cond delay="1500"/>
                            </p:stCondLst>
                            <p:childTnLst>
                              <p:par>
                                <p:cTn id="17" presetID="1" presetClass="entr" presetSubtype="0" fill="hold" grpId="0" nodeType="afterEffect">
                                  <p:stCondLst>
                                    <p:cond delay="500"/>
                                  </p:stCondLst>
                                  <p:childTnLst>
                                    <p:set>
                                      <p:cBhvr>
                                        <p:cTn id="18" dur="1" fill="hold">
                                          <p:stCondLst>
                                            <p:cond delay="0"/>
                                          </p:stCondLst>
                                        </p:cTn>
                                        <p:tgtEl>
                                          <p:spTgt spid="50"/>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nodeType="afterEffect">
                                  <p:stCondLst>
                                    <p:cond delay="500"/>
                                  </p:stCondLst>
                                  <p:childTnLst>
                                    <p:set>
                                      <p:cBhvr>
                                        <p:cTn id="21" dur="1" fill="hold">
                                          <p:stCondLst>
                                            <p:cond delay="0"/>
                                          </p:stCondLst>
                                        </p:cTn>
                                        <p:tgtEl>
                                          <p:spTgt spid="41"/>
                                        </p:tgtEl>
                                        <p:attrNameLst>
                                          <p:attrName>style.visibility</p:attrName>
                                        </p:attrNameLst>
                                      </p:cBhvr>
                                      <p:to>
                                        <p:strVal val="visible"/>
                                      </p:to>
                                    </p:set>
                                  </p:childTnLst>
                                </p:cTn>
                              </p:par>
                            </p:childTnLst>
                          </p:cTn>
                        </p:par>
                        <p:par>
                          <p:cTn id="22" fill="hold">
                            <p:stCondLst>
                              <p:cond delay="2500"/>
                            </p:stCondLst>
                            <p:childTnLst>
                              <p:par>
                                <p:cTn id="23" presetID="1" presetClass="entr" presetSubtype="0" fill="hold" grpId="0" nodeType="afterEffect">
                                  <p:stCondLst>
                                    <p:cond delay="500"/>
                                  </p:stCondLst>
                                  <p:childTnLst>
                                    <p:set>
                                      <p:cBhvr>
                                        <p:cTn id="24"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0" grpId="0" animBg="1"/>
      <p:bldP spid="47" grpId="0" animBg="1"/>
      <p:bldP spid="54" grpId="0"/>
      <p:bldP spid="55"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5762906" y="759640"/>
            <a:ext cx="1106333" cy="1149602"/>
            <a:chOff x="5380317" y="2017057"/>
            <a:chExt cx="1532964" cy="1592918"/>
          </a:xfrm>
          <a:solidFill>
            <a:schemeClr val="tx1"/>
          </a:solidFill>
        </p:grpSpPr>
        <p:sp>
          <p:nvSpPr>
            <p:cNvPr id="2" name="Oval 1"/>
            <p:cNvSpPr/>
            <p:nvPr/>
          </p:nvSpPr>
          <p:spPr>
            <a:xfrm>
              <a:off x="5380317" y="2017057"/>
              <a:ext cx="1532964" cy="153296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3" name="Diamond 12"/>
            <p:cNvSpPr/>
            <p:nvPr/>
          </p:nvSpPr>
          <p:spPr>
            <a:xfrm>
              <a:off x="6026149" y="3441700"/>
              <a:ext cx="241300" cy="16827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grpSp>
      <p:sp>
        <p:nvSpPr>
          <p:cNvPr id="16" name="Rectangle 15"/>
          <p:cNvSpPr/>
          <p:nvPr/>
        </p:nvSpPr>
        <p:spPr>
          <a:xfrm>
            <a:off x="6146795" y="952041"/>
            <a:ext cx="338554" cy="646331"/>
          </a:xfrm>
          <a:prstGeom prst="rect">
            <a:avLst/>
          </a:prstGeom>
        </p:spPr>
        <p:txBody>
          <a:bodyPr wrap="none">
            <a:spAutoFit/>
          </a:bodyPr>
          <a:lstStyle/>
          <a:p>
            <a:pPr algn="ctr" defTabSz="914294" fontAlgn="auto">
              <a:spcBef>
                <a:spcPts val="0"/>
              </a:spcBef>
              <a:spcAft>
                <a:spcPts val="0"/>
              </a:spcAft>
            </a:pPr>
            <a:r>
              <a:rPr lang="en-US" sz="3600" b="1" dirty="0" smtClean="0">
                <a:solidFill>
                  <a:prstClr val="white"/>
                </a:solidFill>
                <a:latin typeface="FontAwesome" pitchFamily="2" charset="0"/>
                <a:cs typeface="+mn-cs"/>
              </a:rPr>
              <a:t>6</a:t>
            </a:r>
            <a:endParaRPr lang="ru-RU" sz="3600" b="1" dirty="0">
              <a:solidFill>
                <a:prstClr val="white"/>
              </a:solidFill>
              <a:latin typeface="Calibri" panose="020F0502020204030204"/>
              <a:cs typeface="+mn-cs"/>
            </a:endParaRPr>
          </a:p>
        </p:txBody>
      </p:sp>
      <p:sp>
        <p:nvSpPr>
          <p:cNvPr id="17" name="TextBox 16"/>
          <p:cNvSpPr txBox="1"/>
          <p:nvPr/>
        </p:nvSpPr>
        <p:spPr>
          <a:xfrm>
            <a:off x="3107630" y="2063433"/>
            <a:ext cx="5849663" cy="646331"/>
          </a:xfrm>
          <a:prstGeom prst="rect">
            <a:avLst/>
          </a:prstGeom>
          <a:noFill/>
        </p:spPr>
        <p:txBody>
          <a:bodyPr wrap="square" rtlCol="0">
            <a:spAutoFit/>
          </a:bodyPr>
          <a:lstStyle/>
          <a:p>
            <a:pPr algn="ctr" rtl="1" fontAlgn="auto">
              <a:spcBef>
                <a:spcPts val="0"/>
              </a:spcBef>
              <a:spcAft>
                <a:spcPts val="0"/>
              </a:spcAft>
            </a:pPr>
            <a:r>
              <a:rPr lang="ar-SA" sz="3600" b="1" u="sng" dirty="0" smtClean="0"/>
              <a:t> </a:t>
            </a:r>
            <a:r>
              <a:rPr lang="ar-SA" sz="3600" b="1" u="sng" dirty="0"/>
              <a:t>مرحلة النشر</a:t>
            </a:r>
            <a:endParaRPr lang="en-US" sz="3600" u="sng" dirty="0">
              <a:solidFill>
                <a:srgbClr val="7030A0"/>
              </a:solidFill>
              <a:latin typeface="Lato" panose="020F0502020204030203" pitchFamily="34" charset="0"/>
              <a:cs typeface="Lato" panose="020F0502020204030203" pitchFamily="34" charset="0"/>
            </a:endParaRPr>
          </a:p>
        </p:txBody>
      </p:sp>
      <p:sp>
        <p:nvSpPr>
          <p:cNvPr id="18" name="Rectangle 17"/>
          <p:cNvSpPr/>
          <p:nvPr/>
        </p:nvSpPr>
        <p:spPr>
          <a:xfrm>
            <a:off x="908562" y="3036932"/>
            <a:ext cx="10137913" cy="2062103"/>
          </a:xfrm>
          <a:prstGeom prst="rect">
            <a:avLst/>
          </a:prstGeom>
        </p:spPr>
        <p:txBody>
          <a:bodyPr wrap="square">
            <a:spAutoFit/>
          </a:bodyPr>
          <a:lstStyle/>
          <a:p>
            <a:pPr algn="ctr" rtl="1"/>
            <a:r>
              <a:rPr lang="ar-SA" sz="3200" b="1" dirty="0"/>
              <a:t>بعد إجراء التعديلات المقترحة والناتجة من التجريب، والتأكد من أن جميع</a:t>
            </a:r>
            <a:r>
              <a:rPr lang="en-US" sz="3200" b="1" dirty="0"/>
              <a:t> </a:t>
            </a:r>
            <a:r>
              <a:rPr lang="ar-SA" sz="3200" b="1" dirty="0"/>
              <a:t>الإجراءات قد تمت بشكل سليم يتم العمل على تحرير البرمجية وإنتاجها بحيث</a:t>
            </a:r>
            <a:r>
              <a:rPr lang="en-US" sz="3200" b="1" dirty="0"/>
              <a:t> </a:t>
            </a:r>
            <a:r>
              <a:rPr lang="ar-SA" sz="3200" b="1" dirty="0"/>
              <a:t>يتم استصدار نسخ للمستخدمين/ المتعلمين يمكنهم تشغيلها دون إضافة تعديلات</a:t>
            </a:r>
            <a:r>
              <a:rPr lang="en-US" sz="3200" b="1" dirty="0"/>
              <a:t> </a:t>
            </a:r>
            <a:r>
              <a:rPr lang="ar-SA" sz="3200" b="1" dirty="0"/>
              <a:t>أو تغييرات عليها</a:t>
            </a:r>
            <a:r>
              <a:rPr lang="en-US" sz="3200" b="1" dirty="0"/>
              <a:t>.</a:t>
            </a:r>
          </a:p>
        </p:txBody>
      </p:sp>
      <p:sp>
        <p:nvSpPr>
          <p:cNvPr id="3" name="Rectangle 2"/>
          <p:cNvSpPr/>
          <p:nvPr/>
        </p:nvSpPr>
        <p:spPr>
          <a:xfrm>
            <a:off x="5199441" y="5299485"/>
            <a:ext cx="2014331"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7384667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25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250"/>
                            </p:stCondLst>
                            <p:childTnLst>
                              <p:par>
                                <p:cTn id="18" presetID="10" presetClass="entr" presetSubtype="0"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3"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1937" name="Picture 4"/>
          <p:cNvPicPr>
            <a:picLocks noChangeAspect="1"/>
          </p:cNvPicPr>
          <p:nvPr/>
        </p:nvPicPr>
        <p:blipFill>
          <a:blip r:embed="rId2"/>
          <a:srcRect/>
          <a:stretch>
            <a:fillRect/>
          </a:stretch>
        </p:blipFill>
        <p:spPr bwMode="auto">
          <a:xfrm>
            <a:off x="0" y="0"/>
            <a:ext cx="12192000" cy="6858000"/>
          </a:xfrm>
          <a:prstGeom prst="rect">
            <a:avLst/>
          </a:prstGeom>
          <a:noFill/>
          <a:ln w="9525">
            <a:solidFill>
              <a:schemeClr val="accent1"/>
            </a:solidFill>
            <a:miter lim="800000"/>
            <a:headEnd/>
            <a:tailEnd/>
          </a:ln>
        </p:spPr>
      </p:pic>
      <p:sp>
        <p:nvSpPr>
          <p:cNvPr id="4" name="TextBox 3"/>
          <p:cNvSpPr txBox="1"/>
          <p:nvPr/>
        </p:nvSpPr>
        <p:spPr>
          <a:xfrm>
            <a:off x="2364400" y="382229"/>
            <a:ext cx="7463199" cy="646331"/>
          </a:xfrm>
          <a:prstGeom prst="rect">
            <a:avLst/>
          </a:prstGeom>
          <a:noFill/>
        </p:spPr>
        <p:txBody>
          <a:bodyPr wrap="square" rtlCol="0">
            <a:spAutoFit/>
          </a:bodyPr>
          <a:lstStyle/>
          <a:p>
            <a:pPr algn="ctr" rtl="1"/>
            <a:r>
              <a:rPr lang="ar-SA" sz="3600" b="1" u="sng" dirty="0">
                <a:solidFill>
                  <a:srgbClr val="FF0000"/>
                </a:solidFill>
              </a:rPr>
              <a:t>الفرق بين تصميم التعليم وتصميم التدريس</a:t>
            </a:r>
            <a:endParaRPr lang="en-US" sz="3600" u="sng" dirty="0">
              <a:solidFill>
                <a:srgbClr val="FF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6576" y="1028560"/>
            <a:ext cx="10358846" cy="5359659"/>
          </a:xfrm>
          <a:prstGeom prst="rect">
            <a:avLst/>
          </a:prstGeom>
        </p:spPr>
      </p:pic>
      <p:sp>
        <p:nvSpPr>
          <p:cNvPr id="2" name="Footer Placeholder 1"/>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22244205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1815177"/>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531940" y="4824521"/>
            <a:ext cx="11133191" cy="584775"/>
          </a:xfrm>
          <a:prstGeom prst="rect">
            <a:avLst/>
          </a:prstGeom>
          <a:noFill/>
        </p:spPr>
        <p:txBody>
          <a:bodyPr wrap="square" rtlCol="0">
            <a:spAutoFit/>
          </a:bodyPr>
          <a:lstStyle/>
          <a:p>
            <a:pPr algn="ctr" fontAlgn="auto">
              <a:spcBef>
                <a:spcPts val="0"/>
              </a:spcBef>
              <a:spcAft>
                <a:spcPts val="0"/>
              </a:spcAft>
            </a:pPr>
            <a:r>
              <a:rPr lang="ar-SA" sz="3200" b="1" dirty="0"/>
              <a:t>هناك أنواع لنماذج التصميم التعليمي:</a:t>
            </a:r>
            <a:endParaRPr lang="en-US" sz="3200" b="1" dirty="0">
              <a:solidFill>
                <a:prstClr val="black">
                  <a:lumMod val="75000"/>
                  <a:lumOff val="25000"/>
                </a:prstClr>
              </a:solidFill>
              <a:latin typeface="Lato" panose="020F0502020204030203" pitchFamily="34" charset="0"/>
            </a:endParaRPr>
          </a:p>
        </p:txBody>
      </p:sp>
      <p:sp>
        <p:nvSpPr>
          <p:cNvPr id="10" name="TextBox 9"/>
          <p:cNvSpPr txBox="1"/>
          <p:nvPr/>
        </p:nvSpPr>
        <p:spPr>
          <a:xfrm>
            <a:off x="0" y="2859169"/>
            <a:ext cx="12191999" cy="769441"/>
          </a:xfrm>
          <a:prstGeom prst="rect">
            <a:avLst/>
          </a:prstGeom>
          <a:noFill/>
        </p:spPr>
        <p:txBody>
          <a:bodyPr wrap="square" rtlCol="0">
            <a:spAutoFit/>
          </a:bodyPr>
          <a:lstStyle/>
          <a:p>
            <a:pPr algn="ctr" fontAlgn="auto">
              <a:spcBef>
                <a:spcPts val="0"/>
              </a:spcBef>
              <a:spcAft>
                <a:spcPts val="0"/>
              </a:spcAft>
            </a:pPr>
            <a:r>
              <a:rPr lang="ar-SA" sz="4400" b="1" u="sng" dirty="0">
                <a:solidFill>
                  <a:schemeClr val="bg1"/>
                </a:solidFill>
              </a:rPr>
              <a:t>نماذج التصميم التعليمي</a:t>
            </a:r>
            <a:endParaRPr lang="en-US" sz="4400" u="sng" dirty="0">
              <a:solidFill>
                <a:schemeClr val="bg1"/>
              </a:solidFill>
              <a:latin typeface="Lato" panose="020F0502020204030203" pitchFamily="34" charset="0"/>
              <a:cs typeface="Lato" panose="020F0502020204030203" pitchFamily="34" charset="0"/>
            </a:endParaRPr>
          </a:p>
        </p:txBody>
      </p:sp>
      <p:grpSp>
        <p:nvGrpSpPr>
          <p:cNvPr id="12" name="Group 11"/>
          <p:cNvGrpSpPr/>
          <p:nvPr/>
        </p:nvGrpSpPr>
        <p:grpSpPr>
          <a:xfrm>
            <a:off x="2155371" y="1729361"/>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16" name="Group 15"/>
          <p:cNvGrpSpPr/>
          <p:nvPr/>
        </p:nvGrpSpPr>
        <p:grpSpPr>
          <a:xfrm>
            <a:off x="2155371" y="4394272"/>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2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941211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anim calcmode="lin" valueType="num">
                                      <p:cBhvr>
                                        <p:cTn id="14" dur="1000" fill="hold"/>
                                        <p:tgtEl>
                                          <p:spTgt spid="12"/>
                                        </p:tgtEl>
                                        <p:attrNameLst>
                                          <p:attrName>ppt_x</p:attrName>
                                        </p:attrNameLst>
                                      </p:cBhvr>
                                      <p:tavLst>
                                        <p:tav tm="0">
                                          <p:val>
                                            <p:strVal val="#ppt_x"/>
                                          </p:val>
                                        </p:tav>
                                        <p:tav tm="100000">
                                          <p:val>
                                            <p:strVal val="#ppt_x"/>
                                          </p:val>
                                        </p:tav>
                                      </p:tavLst>
                                    </p:anim>
                                    <p:anim calcmode="lin" valueType="num">
                                      <p:cBhvr>
                                        <p:cTn id="15" dur="1000" fill="hold"/>
                                        <p:tgtEl>
                                          <p:spTgt spid="1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1000"/>
                                        <p:tgtEl>
                                          <p:spTgt spid="16"/>
                                        </p:tgtEl>
                                      </p:cBhvr>
                                    </p:animEffect>
                                    <p:anim calcmode="lin" valueType="num">
                                      <p:cBhvr>
                                        <p:cTn id="19" dur="1000" fill="hold"/>
                                        <p:tgtEl>
                                          <p:spTgt spid="16"/>
                                        </p:tgtEl>
                                        <p:attrNameLst>
                                          <p:attrName>ppt_x</p:attrName>
                                        </p:attrNameLst>
                                      </p:cBhvr>
                                      <p:tavLst>
                                        <p:tav tm="0">
                                          <p:val>
                                            <p:strVal val="#ppt_x"/>
                                          </p:val>
                                        </p:tav>
                                        <p:tav tm="100000">
                                          <p:val>
                                            <p:strVal val="#ppt_x"/>
                                          </p:val>
                                        </p:tav>
                                      </p:tavLst>
                                    </p:anim>
                                    <p:anim calcmode="lin" valueType="num">
                                      <p:cBhvr>
                                        <p:cTn id="20" dur="1000" fill="hold"/>
                                        <p:tgtEl>
                                          <p:spTgt spid="16"/>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6146799" y="-2499"/>
            <a:ext cx="0" cy="6847799"/>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15565" y="156435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253460" y="1163273"/>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p:nvSpPr>
        <p:spPr>
          <a:xfrm>
            <a:off x="6006971" y="1488978"/>
            <a:ext cx="150756" cy="150756"/>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4" name="Straight Connector 33"/>
          <p:cNvCxnSpPr/>
          <p:nvPr/>
        </p:nvCxnSpPr>
        <p:spPr>
          <a:xfrm>
            <a:off x="6207115" y="3769497"/>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089152" y="3368414"/>
            <a:ext cx="802166" cy="802166"/>
          </a:xfrm>
          <a:prstGeom prst="teardrop">
            <a:avLst/>
          </a:prstGeom>
          <a:noFill/>
          <a:ln w="57150">
            <a:solidFill>
              <a:srgbClr val="FF86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Oval 35"/>
          <p:cNvSpPr/>
          <p:nvPr/>
        </p:nvSpPr>
        <p:spPr>
          <a:xfrm>
            <a:off x="5999361" y="3694119"/>
            <a:ext cx="150756" cy="150756"/>
          </a:xfrm>
          <a:prstGeom prst="ellipse">
            <a:avLst/>
          </a:prstGeom>
          <a:solidFill>
            <a:srgbClr val="FF86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9" name="Straight Connector 48"/>
          <p:cNvCxnSpPr/>
          <p:nvPr/>
        </p:nvCxnSpPr>
        <p:spPr>
          <a:xfrm>
            <a:off x="5352625" y="5316601"/>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290520" y="4915518"/>
            <a:ext cx="802166" cy="802166"/>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Oval 50"/>
          <p:cNvSpPr/>
          <p:nvPr/>
        </p:nvSpPr>
        <p:spPr>
          <a:xfrm>
            <a:off x="6044031" y="5241223"/>
            <a:ext cx="150756" cy="150756"/>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TextBox 18"/>
          <p:cNvSpPr txBox="1"/>
          <p:nvPr/>
        </p:nvSpPr>
        <p:spPr>
          <a:xfrm>
            <a:off x="4318366" y="1352573"/>
            <a:ext cx="672353" cy="461665"/>
          </a:xfrm>
          <a:prstGeom prst="rect">
            <a:avLst/>
          </a:prstGeom>
          <a:noFill/>
        </p:spPr>
        <p:txBody>
          <a:bodyPr wrap="square" rtlCol="0">
            <a:spAutoFit/>
          </a:bodyPr>
          <a:lstStyle/>
          <a:p>
            <a:pPr algn="ctr" fontAlgn="auto">
              <a:spcBef>
                <a:spcPts val="0"/>
              </a:spcBef>
              <a:spcAft>
                <a:spcPts val="0"/>
              </a:spcAft>
            </a:pPr>
            <a:r>
              <a:rPr lang="en-US" sz="2400" dirty="0" smtClean="0">
                <a:solidFill>
                  <a:srgbClr val="0087B1"/>
                </a:solidFill>
                <a:latin typeface="FontAwesome" pitchFamily="2" charset="0"/>
                <a:cs typeface="+mn-cs"/>
              </a:rPr>
              <a:t></a:t>
            </a:r>
            <a:endParaRPr lang="ru-RU" sz="2400" dirty="0">
              <a:solidFill>
                <a:srgbClr val="0087B1"/>
              </a:solidFill>
              <a:latin typeface="Calibri" panose="020F0502020204030204"/>
              <a:cs typeface="+mn-cs"/>
            </a:endParaRPr>
          </a:p>
        </p:txBody>
      </p:sp>
      <p:sp>
        <p:nvSpPr>
          <p:cNvPr id="55" name="TextBox 54"/>
          <p:cNvSpPr txBox="1"/>
          <p:nvPr/>
        </p:nvSpPr>
        <p:spPr>
          <a:xfrm>
            <a:off x="7154057" y="3545014"/>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FF8601"/>
                </a:solidFill>
                <a:latin typeface="FontAwesome" pitchFamily="2" charset="0"/>
                <a:cs typeface="+mn-cs"/>
              </a:rPr>
              <a:t></a:t>
            </a:r>
            <a:endParaRPr lang="ru-RU" sz="2400" dirty="0">
              <a:solidFill>
                <a:srgbClr val="FF8601"/>
              </a:solidFill>
              <a:latin typeface="Calibri" panose="020F0502020204030204"/>
              <a:cs typeface="+mn-cs"/>
            </a:endParaRPr>
          </a:p>
        </p:txBody>
      </p:sp>
      <p:sp>
        <p:nvSpPr>
          <p:cNvPr id="56" name="TextBox 55"/>
          <p:cNvSpPr txBox="1"/>
          <p:nvPr/>
        </p:nvSpPr>
        <p:spPr>
          <a:xfrm>
            <a:off x="4346140" y="5104818"/>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A1BB22"/>
                </a:solidFill>
                <a:latin typeface="FontAwesome" pitchFamily="2" charset="0"/>
                <a:cs typeface="+mn-cs"/>
              </a:rPr>
              <a:t></a:t>
            </a:r>
            <a:endParaRPr lang="ru-RU" sz="2400" dirty="0">
              <a:solidFill>
                <a:srgbClr val="A1BB22"/>
              </a:solidFill>
              <a:latin typeface="Calibri" panose="020F0502020204030204"/>
              <a:cs typeface="+mn-cs"/>
            </a:endParaRPr>
          </a:p>
        </p:txBody>
      </p:sp>
      <p:sp>
        <p:nvSpPr>
          <p:cNvPr id="20" name="TextBox 19"/>
          <p:cNvSpPr txBox="1"/>
          <p:nvPr/>
        </p:nvSpPr>
        <p:spPr>
          <a:xfrm>
            <a:off x="6289261" y="99713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8" name="TextBox 57"/>
          <p:cNvSpPr txBox="1"/>
          <p:nvPr/>
        </p:nvSpPr>
        <p:spPr>
          <a:xfrm>
            <a:off x="5276108" y="3322515"/>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2</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9" name="TextBox 58"/>
          <p:cNvSpPr txBox="1"/>
          <p:nvPr/>
        </p:nvSpPr>
        <p:spPr>
          <a:xfrm>
            <a:off x="6321542" y="4786955"/>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3</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1" name="TextBox 60"/>
          <p:cNvSpPr txBox="1"/>
          <p:nvPr/>
        </p:nvSpPr>
        <p:spPr>
          <a:xfrm>
            <a:off x="6844223" y="1168683"/>
            <a:ext cx="3848100" cy="523220"/>
          </a:xfrm>
          <a:prstGeom prst="rect">
            <a:avLst/>
          </a:prstGeom>
          <a:noFill/>
        </p:spPr>
        <p:txBody>
          <a:bodyPr wrap="square" rtlCol="0">
            <a:spAutoFit/>
          </a:bodyPr>
          <a:lstStyle/>
          <a:p>
            <a:pPr fontAlgn="auto">
              <a:spcBef>
                <a:spcPts val="0"/>
              </a:spcBef>
              <a:spcAft>
                <a:spcPts val="0"/>
              </a:spcAft>
            </a:pPr>
            <a:r>
              <a:rPr lang="ar-SA" sz="2800" b="1" u="sng" dirty="0"/>
              <a:t>التصميم المصغر</a:t>
            </a:r>
            <a:endParaRPr lang="en-US" sz="2800" u="sng" dirty="0">
              <a:solidFill>
                <a:prstClr val="black">
                  <a:lumMod val="85000"/>
                  <a:lumOff val="15000"/>
                </a:prstClr>
              </a:solidFill>
              <a:latin typeface="Lato" panose="020F0502020204030203" pitchFamily="34" charset="0"/>
              <a:cs typeface="Lato" panose="020F0502020204030203" pitchFamily="34" charset="0"/>
            </a:endParaRPr>
          </a:p>
        </p:txBody>
      </p:sp>
      <p:sp>
        <p:nvSpPr>
          <p:cNvPr id="62" name="TextBox 61"/>
          <p:cNvSpPr txBox="1"/>
          <p:nvPr/>
        </p:nvSpPr>
        <p:spPr>
          <a:xfrm>
            <a:off x="6741209" y="1665506"/>
            <a:ext cx="5302745" cy="954107"/>
          </a:xfrm>
          <a:prstGeom prst="rect">
            <a:avLst/>
          </a:prstGeom>
          <a:noFill/>
        </p:spPr>
        <p:txBody>
          <a:bodyPr wrap="square" rtlCol="0">
            <a:spAutoFit/>
          </a:bodyPr>
          <a:lstStyle/>
          <a:p>
            <a:pPr algn="ctr" fontAlgn="auto">
              <a:spcBef>
                <a:spcPts val="0"/>
              </a:spcBef>
              <a:spcAft>
                <a:spcPts val="0"/>
              </a:spcAft>
            </a:pPr>
            <a:r>
              <a:rPr lang="ar-SA" sz="2800" dirty="0"/>
              <a:t>مثل تصميم الدروس، ومن نماذج المستوى المصغر (جيرلاك وأيلي، وكمب).</a:t>
            </a:r>
            <a:endParaRPr lang="en-US" sz="2800" dirty="0">
              <a:solidFill>
                <a:prstClr val="white">
                  <a:lumMod val="65000"/>
                </a:prstClr>
              </a:solidFill>
              <a:latin typeface="Lato Light" panose="020F0402020204030203" pitchFamily="34" charset="0"/>
              <a:cs typeface="Lato Light" panose="020F0402020204030203" pitchFamily="34" charset="0"/>
            </a:endParaRPr>
          </a:p>
        </p:txBody>
      </p:sp>
      <p:sp>
        <p:nvSpPr>
          <p:cNvPr id="63" name="TextBox 62"/>
          <p:cNvSpPr txBox="1"/>
          <p:nvPr/>
        </p:nvSpPr>
        <p:spPr>
          <a:xfrm>
            <a:off x="1467465" y="2847004"/>
            <a:ext cx="3848100" cy="523220"/>
          </a:xfrm>
          <a:prstGeom prst="rect">
            <a:avLst/>
          </a:prstGeom>
          <a:noFill/>
        </p:spPr>
        <p:txBody>
          <a:bodyPr wrap="square" rtlCol="0">
            <a:spAutoFit/>
          </a:bodyPr>
          <a:lstStyle/>
          <a:p>
            <a:pPr algn="r" fontAlgn="auto">
              <a:spcBef>
                <a:spcPts val="0"/>
              </a:spcBef>
              <a:spcAft>
                <a:spcPts val="0"/>
              </a:spcAft>
            </a:pPr>
            <a:r>
              <a:rPr lang="ar-SA" sz="2800" b="1" u="sng" dirty="0"/>
              <a:t>التصميم الشامل</a:t>
            </a:r>
            <a:r>
              <a:rPr lang="ar-SA" sz="2800" u="sng" dirty="0"/>
              <a:t> </a:t>
            </a:r>
            <a:r>
              <a:rPr lang="ar-SA" sz="2800" b="1" u="sng" dirty="0"/>
              <a:t>أو المكبر</a:t>
            </a:r>
            <a:endParaRPr lang="en-US" sz="2800" u="sng" dirty="0">
              <a:solidFill>
                <a:prstClr val="black">
                  <a:lumMod val="85000"/>
                  <a:lumOff val="15000"/>
                </a:prstClr>
              </a:solidFill>
              <a:latin typeface="Lato" panose="020F0502020204030203" pitchFamily="34" charset="0"/>
              <a:cs typeface="Lato" panose="020F0502020204030203" pitchFamily="34" charset="0"/>
            </a:endParaRPr>
          </a:p>
        </p:txBody>
      </p:sp>
      <p:sp>
        <p:nvSpPr>
          <p:cNvPr id="64" name="TextBox 63"/>
          <p:cNvSpPr txBox="1"/>
          <p:nvPr/>
        </p:nvSpPr>
        <p:spPr>
          <a:xfrm>
            <a:off x="203426" y="3336361"/>
            <a:ext cx="4922168" cy="954107"/>
          </a:xfrm>
          <a:prstGeom prst="rect">
            <a:avLst/>
          </a:prstGeom>
          <a:noFill/>
        </p:spPr>
        <p:txBody>
          <a:bodyPr wrap="square" rtlCol="0">
            <a:spAutoFit/>
          </a:bodyPr>
          <a:lstStyle/>
          <a:p>
            <a:pPr algn="r" fontAlgn="auto">
              <a:spcBef>
                <a:spcPts val="0"/>
              </a:spcBef>
              <a:spcAft>
                <a:spcPts val="0"/>
              </a:spcAft>
            </a:pPr>
            <a:r>
              <a:rPr lang="ar-SA" sz="2800" dirty="0"/>
              <a:t>مثل تصميم المقررات والمناهج وبرامج التدريب مثل: نموذج (دك وكاري).</a:t>
            </a:r>
            <a:endParaRPr lang="en-US" sz="2800" dirty="0">
              <a:solidFill>
                <a:prstClr val="white">
                  <a:lumMod val="65000"/>
                </a:prstClr>
              </a:solidFill>
              <a:latin typeface="Lato Light" panose="020F0402020204030203" pitchFamily="34" charset="0"/>
              <a:cs typeface="Lato Light" panose="020F0402020204030203" pitchFamily="34" charset="0"/>
            </a:endParaRPr>
          </a:p>
        </p:txBody>
      </p:sp>
      <p:sp>
        <p:nvSpPr>
          <p:cNvPr id="65" name="TextBox 64"/>
          <p:cNvSpPr txBox="1"/>
          <p:nvPr/>
        </p:nvSpPr>
        <p:spPr>
          <a:xfrm>
            <a:off x="6902992" y="4919601"/>
            <a:ext cx="3848100" cy="523220"/>
          </a:xfrm>
          <a:prstGeom prst="rect">
            <a:avLst/>
          </a:prstGeom>
          <a:noFill/>
        </p:spPr>
        <p:txBody>
          <a:bodyPr wrap="square" rtlCol="0">
            <a:spAutoFit/>
          </a:bodyPr>
          <a:lstStyle/>
          <a:p>
            <a:pPr fontAlgn="auto">
              <a:spcBef>
                <a:spcPts val="0"/>
              </a:spcBef>
              <a:spcAft>
                <a:spcPts val="0"/>
              </a:spcAft>
            </a:pPr>
            <a:r>
              <a:rPr lang="ar-SA" sz="2800" b="1" u="sng" dirty="0"/>
              <a:t>تصميم الوحدات التعليمية</a:t>
            </a:r>
            <a:endParaRPr lang="en-US" sz="2800" u="sng" dirty="0">
              <a:solidFill>
                <a:prstClr val="black">
                  <a:lumMod val="85000"/>
                  <a:lumOff val="15000"/>
                </a:prstClr>
              </a:solidFill>
              <a:latin typeface="Lato" panose="020F0502020204030203" pitchFamily="34" charset="0"/>
              <a:cs typeface="Lato" panose="020F0502020204030203" pitchFamily="34" charset="0"/>
            </a:endParaRPr>
          </a:p>
        </p:txBody>
      </p:sp>
      <p:sp>
        <p:nvSpPr>
          <p:cNvPr id="66" name="TextBox 65"/>
          <p:cNvSpPr txBox="1"/>
          <p:nvPr/>
        </p:nvSpPr>
        <p:spPr>
          <a:xfrm>
            <a:off x="6997050" y="5433905"/>
            <a:ext cx="3848100" cy="523220"/>
          </a:xfrm>
          <a:prstGeom prst="rect">
            <a:avLst/>
          </a:prstGeom>
          <a:noFill/>
        </p:spPr>
        <p:txBody>
          <a:bodyPr wrap="square" rtlCol="0">
            <a:spAutoFit/>
          </a:bodyPr>
          <a:lstStyle/>
          <a:p>
            <a:pPr rtl="1"/>
            <a:r>
              <a:rPr lang="ar-SA" sz="2800" dirty="0"/>
              <a:t>مثل: تصميم الحقائب التدريبية.</a:t>
            </a:r>
            <a:endParaRPr lang="en-US" sz="2800" dirty="0"/>
          </a:p>
        </p:txBody>
      </p:sp>
      <p:sp>
        <p:nvSpPr>
          <p:cNvPr id="25"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3315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3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500"/>
                                        <p:tgtEl>
                                          <p:spTgt spid="62"/>
                                        </p:tgtEl>
                                      </p:cBhvr>
                                    </p:animEffect>
                                  </p:childTnLst>
                                </p:cTn>
                              </p:par>
                              <p:par>
                                <p:cTn id="35" presetID="53" presetClass="entr" presetSubtype="16" fill="hold" grpId="0" nodeType="withEffect">
                                  <p:stCondLst>
                                    <p:cond delay="750"/>
                                  </p:stCondLst>
                                  <p:childTnLst>
                                    <p:set>
                                      <p:cBhvr>
                                        <p:cTn id="36" dur="1" fill="hold">
                                          <p:stCondLst>
                                            <p:cond delay="0"/>
                                          </p:stCondLst>
                                        </p:cTn>
                                        <p:tgtEl>
                                          <p:spTgt spid="36"/>
                                        </p:tgtEl>
                                        <p:attrNameLst>
                                          <p:attrName>style.visibility</p:attrName>
                                        </p:attrNameLst>
                                      </p:cBhvr>
                                      <p:to>
                                        <p:strVal val="visible"/>
                                      </p:to>
                                    </p:set>
                                    <p:anim calcmode="lin" valueType="num">
                                      <p:cBhvr>
                                        <p:cTn id="37" dur="500" fill="hold"/>
                                        <p:tgtEl>
                                          <p:spTgt spid="36"/>
                                        </p:tgtEl>
                                        <p:attrNameLst>
                                          <p:attrName>ppt_w</p:attrName>
                                        </p:attrNameLst>
                                      </p:cBhvr>
                                      <p:tavLst>
                                        <p:tav tm="0">
                                          <p:val>
                                            <p:fltVal val="0"/>
                                          </p:val>
                                        </p:tav>
                                        <p:tav tm="100000">
                                          <p:val>
                                            <p:strVal val="#ppt_w"/>
                                          </p:val>
                                        </p:tav>
                                      </p:tavLst>
                                    </p:anim>
                                    <p:anim calcmode="lin" valueType="num">
                                      <p:cBhvr>
                                        <p:cTn id="38" dur="500" fill="hold"/>
                                        <p:tgtEl>
                                          <p:spTgt spid="36"/>
                                        </p:tgtEl>
                                        <p:attrNameLst>
                                          <p:attrName>ppt_h</p:attrName>
                                        </p:attrNameLst>
                                      </p:cBhvr>
                                      <p:tavLst>
                                        <p:tav tm="0">
                                          <p:val>
                                            <p:fltVal val="0"/>
                                          </p:val>
                                        </p:tav>
                                        <p:tav tm="100000">
                                          <p:val>
                                            <p:strVal val="#ppt_h"/>
                                          </p:val>
                                        </p:tav>
                                      </p:tavLst>
                                    </p:anim>
                                    <p:animEffect transition="in" filter="fade">
                                      <p:cBhvr>
                                        <p:cTn id="39" dur="500"/>
                                        <p:tgtEl>
                                          <p:spTgt spid="36"/>
                                        </p:tgtEl>
                                      </p:cBhvr>
                                    </p:animEffect>
                                  </p:childTnLst>
                                </p:cTn>
                              </p:par>
                              <p:par>
                                <p:cTn id="40" presetID="22" presetClass="entr" presetSubtype="8" fill="hold" nodeType="withEffect">
                                  <p:stCondLst>
                                    <p:cond delay="1000"/>
                                  </p:stCondLst>
                                  <p:childTnLst>
                                    <p:set>
                                      <p:cBhvr>
                                        <p:cTn id="41" dur="1" fill="hold">
                                          <p:stCondLst>
                                            <p:cond delay="0"/>
                                          </p:stCondLst>
                                        </p:cTn>
                                        <p:tgtEl>
                                          <p:spTgt spid="34"/>
                                        </p:tgtEl>
                                        <p:attrNameLst>
                                          <p:attrName>style.visibility</p:attrName>
                                        </p:attrNameLst>
                                      </p:cBhvr>
                                      <p:to>
                                        <p:strVal val="visible"/>
                                      </p:to>
                                    </p:set>
                                    <p:animEffect transition="in" filter="wipe(left)">
                                      <p:cBhvr>
                                        <p:cTn id="42" dur="500"/>
                                        <p:tgtEl>
                                          <p:spTgt spid="34"/>
                                        </p:tgtEl>
                                      </p:cBhvr>
                                    </p:animEffect>
                                  </p:childTnLst>
                                </p:cTn>
                              </p:par>
                              <p:par>
                                <p:cTn id="43" presetID="53" presetClass="entr" presetSubtype="16" fill="hold" grpId="0" nodeType="withEffect">
                                  <p:stCondLst>
                                    <p:cond delay="1000"/>
                                  </p:stCondLst>
                                  <p:childTnLst>
                                    <p:set>
                                      <p:cBhvr>
                                        <p:cTn id="44" dur="1" fill="hold">
                                          <p:stCondLst>
                                            <p:cond delay="0"/>
                                          </p:stCondLst>
                                        </p:cTn>
                                        <p:tgtEl>
                                          <p:spTgt spid="35"/>
                                        </p:tgtEl>
                                        <p:attrNameLst>
                                          <p:attrName>style.visibility</p:attrName>
                                        </p:attrNameLst>
                                      </p:cBhvr>
                                      <p:to>
                                        <p:strVal val="visible"/>
                                      </p:to>
                                    </p:set>
                                    <p:anim calcmode="lin" valueType="num">
                                      <p:cBhvr>
                                        <p:cTn id="45" dur="500" fill="hold"/>
                                        <p:tgtEl>
                                          <p:spTgt spid="35"/>
                                        </p:tgtEl>
                                        <p:attrNameLst>
                                          <p:attrName>ppt_w</p:attrName>
                                        </p:attrNameLst>
                                      </p:cBhvr>
                                      <p:tavLst>
                                        <p:tav tm="0">
                                          <p:val>
                                            <p:fltVal val="0"/>
                                          </p:val>
                                        </p:tav>
                                        <p:tav tm="100000">
                                          <p:val>
                                            <p:strVal val="#ppt_w"/>
                                          </p:val>
                                        </p:tav>
                                      </p:tavLst>
                                    </p:anim>
                                    <p:anim calcmode="lin" valueType="num">
                                      <p:cBhvr>
                                        <p:cTn id="46" dur="500" fill="hold"/>
                                        <p:tgtEl>
                                          <p:spTgt spid="35"/>
                                        </p:tgtEl>
                                        <p:attrNameLst>
                                          <p:attrName>ppt_h</p:attrName>
                                        </p:attrNameLst>
                                      </p:cBhvr>
                                      <p:tavLst>
                                        <p:tav tm="0">
                                          <p:val>
                                            <p:fltVal val="0"/>
                                          </p:val>
                                        </p:tav>
                                        <p:tav tm="100000">
                                          <p:val>
                                            <p:strVal val="#ppt_h"/>
                                          </p:val>
                                        </p:tav>
                                      </p:tavLst>
                                    </p:anim>
                                    <p:animEffect transition="in" filter="fade">
                                      <p:cBhvr>
                                        <p:cTn id="47" dur="500"/>
                                        <p:tgtEl>
                                          <p:spTgt spid="35"/>
                                        </p:tgtEl>
                                      </p:cBhvr>
                                    </p:animEffect>
                                  </p:childTnLst>
                                </p:cTn>
                              </p:par>
                              <p:par>
                                <p:cTn id="48" presetID="53" presetClass="entr" presetSubtype="16" fill="hold" grpId="0" nodeType="withEffect">
                                  <p:stCondLst>
                                    <p:cond delay="1000"/>
                                  </p:stCondLst>
                                  <p:childTnLst>
                                    <p:set>
                                      <p:cBhvr>
                                        <p:cTn id="49" dur="1" fill="hold">
                                          <p:stCondLst>
                                            <p:cond delay="0"/>
                                          </p:stCondLst>
                                        </p:cTn>
                                        <p:tgtEl>
                                          <p:spTgt spid="55"/>
                                        </p:tgtEl>
                                        <p:attrNameLst>
                                          <p:attrName>style.visibility</p:attrName>
                                        </p:attrNameLst>
                                      </p:cBhvr>
                                      <p:to>
                                        <p:strVal val="visible"/>
                                      </p:to>
                                    </p:set>
                                    <p:anim calcmode="lin" valueType="num">
                                      <p:cBhvr>
                                        <p:cTn id="50" dur="500" fill="hold"/>
                                        <p:tgtEl>
                                          <p:spTgt spid="55"/>
                                        </p:tgtEl>
                                        <p:attrNameLst>
                                          <p:attrName>ppt_w</p:attrName>
                                        </p:attrNameLst>
                                      </p:cBhvr>
                                      <p:tavLst>
                                        <p:tav tm="0">
                                          <p:val>
                                            <p:fltVal val="0"/>
                                          </p:val>
                                        </p:tav>
                                        <p:tav tm="100000">
                                          <p:val>
                                            <p:strVal val="#ppt_w"/>
                                          </p:val>
                                        </p:tav>
                                      </p:tavLst>
                                    </p:anim>
                                    <p:anim calcmode="lin" valueType="num">
                                      <p:cBhvr>
                                        <p:cTn id="51" dur="500" fill="hold"/>
                                        <p:tgtEl>
                                          <p:spTgt spid="55"/>
                                        </p:tgtEl>
                                        <p:attrNameLst>
                                          <p:attrName>ppt_h</p:attrName>
                                        </p:attrNameLst>
                                      </p:cBhvr>
                                      <p:tavLst>
                                        <p:tav tm="0">
                                          <p:val>
                                            <p:fltVal val="0"/>
                                          </p:val>
                                        </p:tav>
                                        <p:tav tm="100000">
                                          <p:val>
                                            <p:strVal val="#ppt_h"/>
                                          </p:val>
                                        </p:tav>
                                      </p:tavLst>
                                    </p:anim>
                                    <p:animEffect transition="in" filter="fade">
                                      <p:cBhvr>
                                        <p:cTn id="52" dur="500"/>
                                        <p:tgtEl>
                                          <p:spTgt spid="55"/>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58"/>
                                        </p:tgtEl>
                                        <p:attrNameLst>
                                          <p:attrName>style.visibility</p:attrName>
                                        </p:attrNameLst>
                                      </p:cBhvr>
                                      <p:to>
                                        <p:strVal val="visible"/>
                                      </p:to>
                                    </p:set>
                                    <p:animEffect transition="in" filter="fade">
                                      <p:cBhvr>
                                        <p:cTn id="58" dur="500"/>
                                        <p:tgtEl>
                                          <p:spTgt spid="58"/>
                                        </p:tgtEl>
                                      </p:cBhvr>
                                    </p:animEffect>
                                  </p:childTnLst>
                                </p:cTn>
                              </p:par>
                              <p:par>
                                <p:cTn id="59" presetID="10" presetClass="entr" presetSubtype="0" fill="hold" grpId="0" nodeType="withEffect">
                                  <p:stCondLst>
                                    <p:cond delay="10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500"/>
                                        <p:tgtEl>
                                          <p:spTgt spid="63"/>
                                        </p:tgtEl>
                                      </p:cBhvr>
                                    </p:animEffect>
                                  </p:childTnLst>
                                </p:cTn>
                              </p:par>
                              <p:par>
                                <p:cTn id="62" presetID="53" presetClass="entr" presetSubtype="16" fill="hold" grpId="0" nodeType="withEffect">
                                  <p:stCondLst>
                                    <p:cond delay="1250"/>
                                  </p:stCondLst>
                                  <p:childTnLst>
                                    <p:set>
                                      <p:cBhvr>
                                        <p:cTn id="63" dur="1" fill="hold">
                                          <p:stCondLst>
                                            <p:cond delay="0"/>
                                          </p:stCondLst>
                                        </p:cTn>
                                        <p:tgtEl>
                                          <p:spTgt spid="51"/>
                                        </p:tgtEl>
                                        <p:attrNameLst>
                                          <p:attrName>style.visibility</p:attrName>
                                        </p:attrNameLst>
                                      </p:cBhvr>
                                      <p:to>
                                        <p:strVal val="visible"/>
                                      </p:to>
                                    </p:set>
                                    <p:anim calcmode="lin" valueType="num">
                                      <p:cBhvr>
                                        <p:cTn id="64" dur="500" fill="hold"/>
                                        <p:tgtEl>
                                          <p:spTgt spid="51"/>
                                        </p:tgtEl>
                                        <p:attrNameLst>
                                          <p:attrName>ppt_w</p:attrName>
                                        </p:attrNameLst>
                                      </p:cBhvr>
                                      <p:tavLst>
                                        <p:tav tm="0">
                                          <p:val>
                                            <p:fltVal val="0"/>
                                          </p:val>
                                        </p:tav>
                                        <p:tav tm="100000">
                                          <p:val>
                                            <p:strVal val="#ppt_w"/>
                                          </p:val>
                                        </p:tav>
                                      </p:tavLst>
                                    </p:anim>
                                    <p:anim calcmode="lin" valueType="num">
                                      <p:cBhvr>
                                        <p:cTn id="65" dur="500" fill="hold"/>
                                        <p:tgtEl>
                                          <p:spTgt spid="51"/>
                                        </p:tgtEl>
                                        <p:attrNameLst>
                                          <p:attrName>ppt_h</p:attrName>
                                        </p:attrNameLst>
                                      </p:cBhvr>
                                      <p:tavLst>
                                        <p:tav tm="0">
                                          <p:val>
                                            <p:fltVal val="0"/>
                                          </p:val>
                                        </p:tav>
                                        <p:tav tm="100000">
                                          <p:val>
                                            <p:strVal val="#ppt_h"/>
                                          </p:val>
                                        </p:tav>
                                      </p:tavLst>
                                    </p:anim>
                                    <p:animEffect transition="in" filter="fade">
                                      <p:cBhvr>
                                        <p:cTn id="66" dur="500"/>
                                        <p:tgtEl>
                                          <p:spTgt spid="51"/>
                                        </p:tgtEl>
                                      </p:cBhvr>
                                    </p:animEffect>
                                  </p:childTnLst>
                                </p:cTn>
                              </p:par>
                              <p:par>
                                <p:cTn id="67" presetID="22" presetClass="entr" presetSubtype="2" fill="hold" nodeType="withEffect">
                                  <p:stCondLst>
                                    <p:cond delay="1500"/>
                                  </p:stCondLst>
                                  <p:childTnLst>
                                    <p:set>
                                      <p:cBhvr>
                                        <p:cTn id="68" dur="1" fill="hold">
                                          <p:stCondLst>
                                            <p:cond delay="0"/>
                                          </p:stCondLst>
                                        </p:cTn>
                                        <p:tgtEl>
                                          <p:spTgt spid="49"/>
                                        </p:tgtEl>
                                        <p:attrNameLst>
                                          <p:attrName>style.visibility</p:attrName>
                                        </p:attrNameLst>
                                      </p:cBhvr>
                                      <p:to>
                                        <p:strVal val="visible"/>
                                      </p:to>
                                    </p:set>
                                    <p:animEffect transition="in" filter="wipe(right)">
                                      <p:cBhvr>
                                        <p:cTn id="69" dur="500"/>
                                        <p:tgtEl>
                                          <p:spTgt spid="49"/>
                                        </p:tgtEl>
                                      </p:cBhvr>
                                    </p:animEffect>
                                  </p:childTnLst>
                                </p:cTn>
                              </p:par>
                              <p:par>
                                <p:cTn id="70" presetID="53" presetClass="entr" presetSubtype="16" fill="hold" grpId="0" nodeType="withEffect">
                                  <p:stCondLst>
                                    <p:cond delay="1500"/>
                                  </p:stCondLst>
                                  <p:childTnLst>
                                    <p:set>
                                      <p:cBhvr>
                                        <p:cTn id="71" dur="1" fill="hold">
                                          <p:stCondLst>
                                            <p:cond delay="0"/>
                                          </p:stCondLst>
                                        </p:cTn>
                                        <p:tgtEl>
                                          <p:spTgt spid="50"/>
                                        </p:tgtEl>
                                        <p:attrNameLst>
                                          <p:attrName>style.visibility</p:attrName>
                                        </p:attrNameLst>
                                      </p:cBhvr>
                                      <p:to>
                                        <p:strVal val="visible"/>
                                      </p:to>
                                    </p:set>
                                    <p:anim calcmode="lin" valueType="num">
                                      <p:cBhvr>
                                        <p:cTn id="72" dur="500" fill="hold"/>
                                        <p:tgtEl>
                                          <p:spTgt spid="50"/>
                                        </p:tgtEl>
                                        <p:attrNameLst>
                                          <p:attrName>ppt_w</p:attrName>
                                        </p:attrNameLst>
                                      </p:cBhvr>
                                      <p:tavLst>
                                        <p:tav tm="0">
                                          <p:val>
                                            <p:fltVal val="0"/>
                                          </p:val>
                                        </p:tav>
                                        <p:tav tm="100000">
                                          <p:val>
                                            <p:strVal val="#ppt_w"/>
                                          </p:val>
                                        </p:tav>
                                      </p:tavLst>
                                    </p:anim>
                                    <p:anim calcmode="lin" valueType="num">
                                      <p:cBhvr>
                                        <p:cTn id="73" dur="500" fill="hold"/>
                                        <p:tgtEl>
                                          <p:spTgt spid="50"/>
                                        </p:tgtEl>
                                        <p:attrNameLst>
                                          <p:attrName>ppt_h</p:attrName>
                                        </p:attrNameLst>
                                      </p:cBhvr>
                                      <p:tavLst>
                                        <p:tav tm="0">
                                          <p:val>
                                            <p:fltVal val="0"/>
                                          </p:val>
                                        </p:tav>
                                        <p:tav tm="100000">
                                          <p:val>
                                            <p:strVal val="#ppt_h"/>
                                          </p:val>
                                        </p:tav>
                                      </p:tavLst>
                                    </p:anim>
                                    <p:animEffect transition="in" filter="fade">
                                      <p:cBhvr>
                                        <p:cTn id="74" dur="500"/>
                                        <p:tgtEl>
                                          <p:spTgt spid="50"/>
                                        </p:tgtEl>
                                      </p:cBhvr>
                                    </p:animEffect>
                                  </p:childTnLst>
                                </p:cTn>
                              </p:par>
                              <p:par>
                                <p:cTn id="75" presetID="53" presetClass="entr" presetSubtype="16" fill="hold" grpId="0" nodeType="withEffect">
                                  <p:stCondLst>
                                    <p:cond delay="1500"/>
                                  </p:stCondLst>
                                  <p:childTnLst>
                                    <p:set>
                                      <p:cBhvr>
                                        <p:cTn id="76" dur="1" fill="hold">
                                          <p:stCondLst>
                                            <p:cond delay="0"/>
                                          </p:stCondLst>
                                        </p:cTn>
                                        <p:tgtEl>
                                          <p:spTgt spid="56"/>
                                        </p:tgtEl>
                                        <p:attrNameLst>
                                          <p:attrName>style.visibility</p:attrName>
                                        </p:attrNameLst>
                                      </p:cBhvr>
                                      <p:to>
                                        <p:strVal val="visible"/>
                                      </p:to>
                                    </p:set>
                                    <p:anim calcmode="lin" valueType="num">
                                      <p:cBhvr>
                                        <p:cTn id="77" dur="500" fill="hold"/>
                                        <p:tgtEl>
                                          <p:spTgt spid="56"/>
                                        </p:tgtEl>
                                        <p:attrNameLst>
                                          <p:attrName>ppt_w</p:attrName>
                                        </p:attrNameLst>
                                      </p:cBhvr>
                                      <p:tavLst>
                                        <p:tav tm="0">
                                          <p:val>
                                            <p:fltVal val="0"/>
                                          </p:val>
                                        </p:tav>
                                        <p:tav tm="100000">
                                          <p:val>
                                            <p:strVal val="#ppt_w"/>
                                          </p:val>
                                        </p:tav>
                                      </p:tavLst>
                                    </p:anim>
                                    <p:anim calcmode="lin" valueType="num">
                                      <p:cBhvr>
                                        <p:cTn id="78" dur="500" fill="hold"/>
                                        <p:tgtEl>
                                          <p:spTgt spid="56"/>
                                        </p:tgtEl>
                                        <p:attrNameLst>
                                          <p:attrName>ppt_h</p:attrName>
                                        </p:attrNameLst>
                                      </p:cBhvr>
                                      <p:tavLst>
                                        <p:tav tm="0">
                                          <p:val>
                                            <p:fltVal val="0"/>
                                          </p:val>
                                        </p:tav>
                                        <p:tav tm="100000">
                                          <p:val>
                                            <p:strVal val="#ppt_h"/>
                                          </p:val>
                                        </p:tav>
                                      </p:tavLst>
                                    </p:anim>
                                    <p:animEffect transition="in" filter="fade">
                                      <p:cBhvr>
                                        <p:cTn id="79" dur="500"/>
                                        <p:tgtEl>
                                          <p:spTgt spid="56"/>
                                        </p:tgtEl>
                                      </p:cBhvr>
                                    </p:animEffect>
                                  </p:childTnLst>
                                </p:cTn>
                              </p:par>
                              <p:par>
                                <p:cTn id="80" presetID="10" presetClass="entr" presetSubtype="0" fill="hold" grpId="0" nodeType="withEffect">
                                  <p:stCondLst>
                                    <p:cond delay="1500"/>
                                  </p:stCondLst>
                                  <p:childTnLst>
                                    <p:set>
                                      <p:cBhvr>
                                        <p:cTn id="81" dur="1" fill="hold">
                                          <p:stCondLst>
                                            <p:cond delay="0"/>
                                          </p:stCondLst>
                                        </p:cTn>
                                        <p:tgtEl>
                                          <p:spTgt spid="59"/>
                                        </p:tgtEl>
                                        <p:attrNameLst>
                                          <p:attrName>style.visibility</p:attrName>
                                        </p:attrNameLst>
                                      </p:cBhvr>
                                      <p:to>
                                        <p:strVal val="visible"/>
                                      </p:to>
                                    </p:set>
                                    <p:animEffect transition="in" filter="fade">
                                      <p:cBhvr>
                                        <p:cTn id="82" dur="500"/>
                                        <p:tgtEl>
                                          <p:spTgt spid="59"/>
                                        </p:tgtEl>
                                      </p:cBhvr>
                                    </p:animEffect>
                                  </p:childTnLst>
                                </p:cTn>
                              </p:par>
                              <p:par>
                                <p:cTn id="83" presetID="10" presetClass="entr" presetSubtype="0" fill="hold" grpId="0" nodeType="withEffect">
                                  <p:stCondLst>
                                    <p:cond delay="1500"/>
                                  </p:stCondLst>
                                  <p:childTnLst>
                                    <p:set>
                                      <p:cBhvr>
                                        <p:cTn id="84" dur="1" fill="hold">
                                          <p:stCondLst>
                                            <p:cond delay="0"/>
                                          </p:stCondLst>
                                        </p:cTn>
                                        <p:tgtEl>
                                          <p:spTgt spid="65"/>
                                        </p:tgtEl>
                                        <p:attrNameLst>
                                          <p:attrName>style.visibility</p:attrName>
                                        </p:attrNameLst>
                                      </p:cBhvr>
                                      <p:to>
                                        <p:strVal val="visible"/>
                                      </p:to>
                                    </p:set>
                                    <p:animEffect transition="in" filter="fade">
                                      <p:cBhvr>
                                        <p:cTn id="85" dur="500"/>
                                        <p:tgtEl>
                                          <p:spTgt spid="65"/>
                                        </p:tgtEl>
                                      </p:cBhvr>
                                    </p:animEffect>
                                  </p:childTnLst>
                                </p:cTn>
                              </p:par>
                              <p:par>
                                <p:cTn id="86" presetID="10" presetClass="entr" presetSubtype="0" fill="hold" grpId="0" nodeType="withEffect">
                                  <p:stCondLst>
                                    <p:cond delay="150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19" grpId="0"/>
      <p:bldP spid="55" grpId="0"/>
      <p:bldP spid="56" grpId="0"/>
      <p:bldP spid="20" grpId="0"/>
      <p:bldP spid="58" grpId="0"/>
      <p:bldP spid="59" grpId="0"/>
      <p:bldP spid="61" grpId="0"/>
      <p:bldP spid="62" grpId="0"/>
      <p:bldP spid="63" grpId="0"/>
      <p:bldP spid="64" grpId="0"/>
      <p:bldP spid="65" grpId="0"/>
      <p:bldP spid="66"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9425" y="1315587"/>
            <a:ext cx="11233150" cy="405130"/>
          </a:xfrm>
        </p:spPr>
        <p:txBody>
          <a:bodyPr>
            <a:noAutofit/>
          </a:bodyPr>
          <a:lstStyle/>
          <a:p>
            <a:pPr algn="r" rtl="1" fontAlgn="auto">
              <a:spcBef>
                <a:spcPts val="0"/>
              </a:spcBef>
              <a:spcAft>
                <a:spcPts val="0"/>
              </a:spcAft>
            </a:pPr>
            <a:r>
              <a:rPr lang="ar-SA" sz="3200" dirty="0">
                <a:solidFill>
                  <a:schemeClr val="tx1"/>
                </a:solidFill>
              </a:rPr>
              <a:t>سنقوم بعرض بعض نماذج التصميم التعليمي، وتحديد مدى نجاح تلك النماذج:</a:t>
            </a:r>
            <a:endParaRPr lang="en-US" sz="3200" u="sng" dirty="0">
              <a:solidFill>
                <a:schemeClr val="tx1"/>
              </a:solidFill>
              <a:latin typeface="Lato" panose="020F0502020204030203" pitchFamily="34" charset="0"/>
              <a:cs typeface="Lato" panose="020F0502020204030203" pitchFamily="34" charset="0"/>
            </a:endParaRPr>
          </a:p>
        </p:txBody>
      </p:sp>
      <p:sp>
        <p:nvSpPr>
          <p:cNvPr id="55" name="TextBox 54"/>
          <p:cNvSpPr txBox="1"/>
          <p:nvPr/>
        </p:nvSpPr>
        <p:spPr>
          <a:xfrm>
            <a:off x="1324304" y="2680138"/>
            <a:ext cx="8838350" cy="2092881"/>
          </a:xfrm>
          <a:prstGeom prst="rect">
            <a:avLst/>
          </a:prstGeom>
          <a:noFill/>
        </p:spPr>
        <p:txBody>
          <a:bodyPr wrap="square" lIns="0" tIns="0" rIns="0" bIns="0" rtlCol="0">
            <a:spAutoFit/>
          </a:bodyPr>
          <a:lstStyle/>
          <a:p>
            <a:pPr algn="ctr" rtl="1" fontAlgn="auto">
              <a:spcBef>
                <a:spcPts val="0"/>
              </a:spcBef>
              <a:spcAft>
                <a:spcPts val="0"/>
              </a:spcAft>
            </a:pPr>
            <a:r>
              <a:rPr lang="ar-SA" sz="4000" b="1" u="sng" dirty="0" smtClean="0">
                <a:solidFill>
                  <a:srgbClr val="E9233C"/>
                </a:solidFill>
              </a:rPr>
              <a:t>أ- النموذج </a:t>
            </a:r>
            <a:r>
              <a:rPr lang="ar-SA" sz="4000" b="1" u="sng" dirty="0">
                <a:solidFill>
                  <a:srgbClr val="E9233C"/>
                </a:solidFill>
              </a:rPr>
              <a:t>العام لتصميم </a:t>
            </a:r>
            <a:r>
              <a:rPr lang="ar-SA" sz="4000" b="1" u="sng" dirty="0" smtClean="0">
                <a:solidFill>
                  <a:srgbClr val="E9233C"/>
                </a:solidFill>
              </a:rPr>
              <a:t>التعليم </a:t>
            </a:r>
            <a:r>
              <a:rPr lang="ar-SA" sz="4000" b="1" u="sng" dirty="0">
                <a:solidFill>
                  <a:srgbClr val="E9233C"/>
                </a:solidFill>
              </a:rPr>
              <a:t>Model </a:t>
            </a:r>
            <a:r>
              <a:rPr lang="ar-SA" sz="4000" b="1" u="sng" dirty="0" smtClean="0">
                <a:solidFill>
                  <a:srgbClr val="E9233C"/>
                </a:solidFill>
              </a:rPr>
              <a:t>ADDIE</a:t>
            </a:r>
            <a:endParaRPr lang="en-US" sz="4000" b="1" u="sng" dirty="0" smtClean="0">
              <a:solidFill>
                <a:srgbClr val="E9233C"/>
              </a:solidFill>
            </a:endParaRPr>
          </a:p>
          <a:p>
            <a:pPr algn="ctr" rtl="1" fontAlgn="auto">
              <a:spcBef>
                <a:spcPts val="0"/>
              </a:spcBef>
              <a:spcAft>
                <a:spcPts val="0"/>
              </a:spcAft>
            </a:pPr>
            <a:endParaRPr lang="en-US" sz="3200" b="1" dirty="0" smtClean="0"/>
          </a:p>
          <a:p>
            <a:pPr algn="ctr" rtl="1" fontAlgn="auto">
              <a:spcBef>
                <a:spcPts val="0"/>
              </a:spcBef>
              <a:spcAft>
                <a:spcPts val="0"/>
              </a:spcAft>
            </a:pPr>
            <a:r>
              <a:rPr lang="ar-SA" sz="3200" b="1" dirty="0" smtClean="0"/>
              <a:t>ويتكون </a:t>
            </a:r>
            <a:r>
              <a:rPr lang="ar-SA" sz="3200" b="1" dirty="0"/>
              <a:t>النموذج العام لتصميم التعليم ADDIE Model من خمس مراحل رئيسة يستمد النموذج اسمه منها، وهي كالآتي</a:t>
            </a:r>
            <a:endParaRPr lang="en-AU" sz="3200" b="1" dirty="0">
              <a:solidFill>
                <a:prstClr val="black">
                  <a:lumMod val="50000"/>
                  <a:lumOff val="50000"/>
                </a:prstClr>
              </a:solidFill>
              <a:latin typeface="Roboto Lt"/>
            </a:endParaRPr>
          </a:p>
        </p:txBody>
      </p:sp>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7874859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Block Arc 4"/>
          <p:cNvSpPr/>
          <p:nvPr/>
        </p:nvSpPr>
        <p:spPr>
          <a:xfrm>
            <a:off x="1814734" y="2562737"/>
            <a:ext cx="1857222" cy="1857222"/>
          </a:xfrm>
          <a:prstGeom prst="blockArc">
            <a:avLst>
              <a:gd name="adj1" fmla="val 10800000"/>
              <a:gd name="adj2" fmla="val 21595040"/>
              <a:gd name="adj3" fmla="val 1034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black"/>
              </a:solidFill>
            </a:endParaRPr>
          </a:p>
        </p:txBody>
      </p:sp>
      <p:sp>
        <p:nvSpPr>
          <p:cNvPr id="6" name="Oval 5"/>
          <p:cNvSpPr/>
          <p:nvPr/>
        </p:nvSpPr>
        <p:spPr>
          <a:xfrm>
            <a:off x="2286145" y="3030194"/>
            <a:ext cx="914400" cy="914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 name="TextBox 6"/>
          <p:cNvSpPr txBox="1"/>
          <p:nvPr/>
        </p:nvSpPr>
        <p:spPr>
          <a:xfrm>
            <a:off x="2296640" y="3133451"/>
            <a:ext cx="893190" cy="707886"/>
          </a:xfrm>
          <a:prstGeom prst="rect">
            <a:avLst/>
          </a:prstGeom>
          <a:noFill/>
        </p:spPr>
        <p:txBody>
          <a:bodyPr wrap="square" rtlCol="0">
            <a:spAutoFit/>
          </a:bodyPr>
          <a:lstStyle/>
          <a:p>
            <a:pPr algn="ctr" fontAlgn="auto">
              <a:spcBef>
                <a:spcPts val="0"/>
              </a:spcBef>
              <a:spcAft>
                <a:spcPts val="0"/>
              </a:spcAft>
            </a:pPr>
            <a:r>
              <a:rPr lang="el-GR" sz="4000" dirty="0">
                <a:solidFill>
                  <a:prstClr val="white"/>
                </a:solidFill>
                <a:latin typeface="Calibri Light" panose="020F0302020204030204"/>
              </a:rPr>
              <a:t>1</a:t>
            </a:r>
            <a:endParaRPr lang="en-US" sz="4000" dirty="0">
              <a:solidFill>
                <a:prstClr val="white"/>
              </a:solidFill>
              <a:latin typeface="Calibri Light" panose="020F0302020204030204"/>
            </a:endParaRPr>
          </a:p>
        </p:txBody>
      </p:sp>
      <p:cxnSp>
        <p:nvCxnSpPr>
          <p:cNvPr id="10" name="Straight Connector 9"/>
          <p:cNvCxnSpPr/>
          <p:nvPr/>
        </p:nvCxnSpPr>
        <p:spPr>
          <a:xfrm flipV="1">
            <a:off x="2743232" y="4060701"/>
            <a:ext cx="0" cy="572664"/>
          </a:xfrm>
          <a:prstGeom prst="line">
            <a:avLst/>
          </a:prstGeom>
          <a:ln w="28575" cap="rnd">
            <a:solidFill>
              <a:schemeClr val="bg1">
                <a:lumMod val="8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2" name="Block Arc 11"/>
          <p:cNvSpPr/>
          <p:nvPr/>
        </p:nvSpPr>
        <p:spPr>
          <a:xfrm flipV="1">
            <a:off x="3479315" y="2543793"/>
            <a:ext cx="1857222" cy="1857222"/>
          </a:xfrm>
          <a:prstGeom prst="blockArc">
            <a:avLst>
              <a:gd name="adj1" fmla="val 10800000"/>
              <a:gd name="adj2" fmla="val 21595040"/>
              <a:gd name="adj3" fmla="val 1034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13" name="Oval 12"/>
          <p:cNvSpPr/>
          <p:nvPr/>
        </p:nvSpPr>
        <p:spPr>
          <a:xfrm>
            <a:off x="3918110" y="3015204"/>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TextBox 13"/>
          <p:cNvSpPr txBox="1"/>
          <p:nvPr/>
        </p:nvSpPr>
        <p:spPr>
          <a:xfrm>
            <a:off x="3928605" y="3118461"/>
            <a:ext cx="893190" cy="707886"/>
          </a:xfrm>
          <a:prstGeom prst="rect">
            <a:avLst/>
          </a:prstGeom>
          <a:noFill/>
        </p:spPr>
        <p:txBody>
          <a:bodyPr wrap="square" rtlCol="0">
            <a:spAutoFit/>
          </a:bodyPr>
          <a:lstStyle/>
          <a:p>
            <a:pPr algn="ctr" fontAlgn="auto">
              <a:spcBef>
                <a:spcPts val="0"/>
              </a:spcBef>
              <a:spcAft>
                <a:spcPts val="0"/>
              </a:spcAft>
            </a:pPr>
            <a:r>
              <a:rPr lang="el-GR" sz="4000" dirty="0" smtClean="0">
                <a:solidFill>
                  <a:prstClr val="white"/>
                </a:solidFill>
                <a:latin typeface="FontAwesome" pitchFamily="2" charset="0"/>
              </a:rPr>
              <a:t>2</a:t>
            </a:r>
            <a:endParaRPr lang="en-US" sz="4000" dirty="0">
              <a:solidFill>
                <a:prstClr val="white"/>
              </a:solidFill>
              <a:latin typeface="Calibri Light" panose="020F0302020204030204"/>
            </a:endParaRPr>
          </a:p>
        </p:txBody>
      </p:sp>
      <p:cxnSp>
        <p:nvCxnSpPr>
          <p:cNvPr id="15" name="Straight Connector 14"/>
          <p:cNvCxnSpPr/>
          <p:nvPr/>
        </p:nvCxnSpPr>
        <p:spPr>
          <a:xfrm>
            <a:off x="4375562" y="2263621"/>
            <a:ext cx="0" cy="629019"/>
          </a:xfrm>
          <a:prstGeom prst="line">
            <a:avLst/>
          </a:prstGeom>
          <a:ln w="28575" cap="rnd">
            <a:solidFill>
              <a:schemeClr val="bg1">
                <a:lumMod val="8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3295204" y="1222576"/>
            <a:ext cx="2103120" cy="1077218"/>
          </a:xfrm>
          <a:prstGeom prst="rect">
            <a:avLst/>
          </a:prstGeom>
          <a:noFill/>
        </p:spPr>
        <p:txBody>
          <a:bodyPr wrap="square" rtlCol="0">
            <a:spAutoFit/>
          </a:bodyPr>
          <a:lstStyle/>
          <a:p>
            <a:pPr algn="ctr" fontAlgn="auto">
              <a:spcBef>
                <a:spcPts val="0"/>
              </a:spcBef>
              <a:spcAft>
                <a:spcPts val="0"/>
              </a:spcAft>
            </a:pPr>
            <a:r>
              <a:rPr lang="ar-SA" sz="3200" dirty="0"/>
              <a:t>التصميم </a:t>
            </a:r>
            <a:r>
              <a:rPr lang="en-US" sz="3200" b="1" dirty="0"/>
              <a:t>D</a:t>
            </a:r>
            <a:r>
              <a:rPr lang="en-US" sz="3200" dirty="0"/>
              <a:t>esign</a:t>
            </a:r>
            <a:endParaRPr lang="en-US" sz="3200" b="1" dirty="0" smtClean="0">
              <a:solidFill>
                <a:prstClr val="black">
                  <a:lumMod val="75000"/>
                  <a:lumOff val="25000"/>
                </a:prstClr>
              </a:solidFill>
              <a:latin typeface="Raleway" panose="020B0503030101060003" pitchFamily="34" charset="0"/>
            </a:endParaRPr>
          </a:p>
        </p:txBody>
      </p:sp>
      <p:sp>
        <p:nvSpPr>
          <p:cNvPr id="19" name="Block Arc 18"/>
          <p:cNvSpPr/>
          <p:nvPr/>
        </p:nvSpPr>
        <p:spPr>
          <a:xfrm>
            <a:off x="5143897" y="2562737"/>
            <a:ext cx="1857222" cy="1857222"/>
          </a:xfrm>
          <a:prstGeom prst="blockArc">
            <a:avLst>
              <a:gd name="adj1" fmla="val 10800000"/>
              <a:gd name="adj2" fmla="val 21595040"/>
              <a:gd name="adj3" fmla="val 1034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0" name="Oval 19"/>
          <p:cNvSpPr/>
          <p:nvPr/>
        </p:nvSpPr>
        <p:spPr>
          <a:xfrm>
            <a:off x="5613975" y="3030194"/>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1" name="TextBox 20"/>
          <p:cNvSpPr txBox="1"/>
          <p:nvPr/>
        </p:nvSpPr>
        <p:spPr>
          <a:xfrm>
            <a:off x="5624470" y="3133451"/>
            <a:ext cx="893190" cy="707886"/>
          </a:xfrm>
          <a:prstGeom prst="rect">
            <a:avLst/>
          </a:prstGeom>
          <a:noFill/>
        </p:spPr>
        <p:txBody>
          <a:bodyPr wrap="square" rtlCol="0">
            <a:spAutoFit/>
          </a:bodyPr>
          <a:lstStyle/>
          <a:p>
            <a:pPr algn="ctr" fontAlgn="auto">
              <a:spcBef>
                <a:spcPts val="0"/>
              </a:spcBef>
              <a:spcAft>
                <a:spcPts val="0"/>
              </a:spcAft>
            </a:pPr>
            <a:r>
              <a:rPr lang="en-US" sz="4000" dirty="0" smtClean="0">
                <a:solidFill>
                  <a:prstClr val="white"/>
                </a:solidFill>
                <a:latin typeface="FontAwesome" pitchFamily="2" charset="0"/>
              </a:rPr>
              <a:t></a:t>
            </a:r>
            <a:endParaRPr lang="en-US" sz="4000" dirty="0">
              <a:solidFill>
                <a:prstClr val="white"/>
              </a:solidFill>
              <a:latin typeface="Calibri Light" panose="020F0302020204030204"/>
            </a:endParaRPr>
          </a:p>
        </p:txBody>
      </p:sp>
      <p:cxnSp>
        <p:nvCxnSpPr>
          <p:cNvPr id="24" name="Straight Connector 23"/>
          <p:cNvCxnSpPr/>
          <p:nvPr/>
        </p:nvCxnSpPr>
        <p:spPr>
          <a:xfrm flipV="1">
            <a:off x="6071062" y="4070226"/>
            <a:ext cx="0" cy="572664"/>
          </a:xfrm>
          <a:prstGeom prst="line">
            <a:avLst/>
          </a:prstGeom>
          <a:ln w="28575" cap="rnd">
            <a:solidFill>
              <a:schemeClr val="bg1">
                <a:lumMod val="8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6" name="Block Arc 25"/>
          <p:cNvSpPr/>
          <p:nvPr/>
        </p:nvSpPr>
        <p:spPr>
          <a:xfrm>
            <a:off x="8473279" y="2562737"/>
            <a:ext cx="1857222" cy="1857222"/>
          </a:xfrm>
          <a:prstGeom prst="blockArc">
            <a:avLst>
              <a:gd name="adj1" fmla="val 10800000"/>
              <a:gd name="adj2" fmla="val 21595040"/>
              <a:gd name="adj3" fmla="val 1034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27" name="Oval 26"/>
          <p:cNvSpPr/>
          <p:nvPr/>
        </p:nvSpPr>
        <p:spPr>
          <a:xfrm>
            <a:off x="8941940" y="3030194"/>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28" name="TextBox 27"/>
          <p:cNvSpPr txBox="1"/>
          <p:nvPr/>
        </p:nvSpPr>
        <p:spPr>
          <a:xfrm>
            <a:off x="8952435" y="3133451"/>
            <a:ext cx="893190" cy="707886"/>
          </a:xfrm>
          <a:prstGeom prst="rect">
            <a:avLst/>
          </a:prstGeom>
          <a:noFill/>
        </p:spPr>
        <p:txBody>
          <a:bodyPr wrap="square" rtlCol="0">
            <a:spAutoFit/>
          </a:bodyPr>
          <a:lstStyle/>
          <a:p>
            <a:pPr algn="ctr" fontAlgn="auto">
              <a:spcBef>
                <a:spcPts val="0"/>
              </a:spcBef>
              <a:spcAft>
                <a:spcPts val="0"/>
              </a:spcAft>
            </a:pPr>
            <a:r>
              <a:rPr lang="en-US" sz="4000" dirty="0" smtClean="0">
                <a:solidFill>
                  <a:prstClr val="white"/>
                </a:solidFill>
                <a:latin typeface="FontAwesome" pitchFamily="2" charset="0"/>
              </a:rPr>
              <a:t></a:t>
            </a:r>
            <a:endParaRPr lang="en-US" sz="4000" dirty="0">
              <a:solidFill>
                <a:prstClr val="white"/>
              </a:solidFill>
              <a:latin typeface="Calibri Light" panose="020F0302020204030204"/>
            </a:endParaRPr>
          </a:p>
        </p:txBody>
      </p:sp>
      <p:cxnSp>
        <p:nvCxnSpPr>
          <p:cNvPr id="31" name="Straight Connector 30"/>
          <p:cNvCxnSpPr/>
          <p:nvPr/>
        </p:nvCxnSpPr>
        <p:spPr>
          <a:xfrm flipV="1">
            <a:off x="9399027" y="4070226"/>
            <a:ext cx="0" cy="572664"/>
          </a:xfrm>
          <a:prstGeom prst="line">
            <a:avLst/>
          </a:prstGeom>
          <a:ln w="28575" cap="rnd">
            <a:solidFill>
              <a:schemeClr val="bg1">
                <a:lumMod val="8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3" name="Block Arc 32"/>
          <p:cNvSpPr/>
          <p:nvPr/>
        </p:nvSpPr>
        <p:spPr>
          <a:xfrm flipV="1">
            <a:off x="6808697" y="2543793"/>
            <a:ext cx="1857222" cy="1857222"/>
          </a:xfrm>
          <a:prstGeom prst="blockArc">
            <a:avLst>
              <a:gd name="adj1" fmla="val 10800000"/>
              <a:gd name="adj2" fmla="val 21595040"/>
              <a:gd name="adj3" fmla="val 1034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black"/>
              </a:solidFill>
            </a:endParaRPr>
          </a:p>
        </p:txBody>
      </p:sp>
      <p:sp>
        <p:nvSpPr>
          <p:cNvPr id="34" name="Oval 33"/>
          <p:cNvSpPr/>
          <p:nvPr/>
        </p:nvSpPr>
        <p:spPr>
          <a:xfrm>
            <a:off x="7279747" y="3015204"/>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5" name="TextBox 34"/>
          <p:cNvSpPr txBox="1"/>
          <p:nvPr/>
        </p:nvSpPr>
        <p:spPr>
          <a:xfrm>
            <a:off x="7290242" y="3118461"/>
            <a:ext cx="893190" cy="707886"/>
          </a:xfrm>
          <a:prstGeom prst="rect">
            <a:avLst/>
          </a:prstGeom>
          <a:noFill/>
        </p:spPr>
        <p:txBody>
          <a:bodyPr wrap="square" rtlCol="0">
            <a:spAutoFit/>
          </a:bodyPr>
          <a:lstStyle/>
          <a:p>
            <a:pPr algn="ctr" fontAlgn="auto">
              <a:spcBef>
                <a:spcPts val="0"/>
              </a:spcBef>
              <a:spcAft>
                <a:spcPts val="0"/>
              </a:spcAft>
            </a:pPr>
            <a:r>
              <a:rPr lang="en-US" sz="4000" dirty="0" smtClean="0">
                <a:solidFill>
                  <a:prstClr val="white"/>
                </a:solidFill>
                <a:latin typeface="FontAwesome" pitchFamily="2" charset="0"/>
              </a:rPr>
              <a:t></a:t>
            </a:r>
            <a:endParaRPr lang="en-US" sz="4000" dirty="0">
              <a:solidFill>
                <a:prstClr val="white"/>
              </a:solidFill>
              <a:latin typeface="Calibri Light" panose="020F0302020204030204"/>
            </a:endParaRPr>
          </a:p>
        </p:txBody>
      </p:sp>
      <p:cxnSp>
        <p:nvCxnSpPr>
          <p:cNvPr id="36" name="Straight Connector 35"/>
          <p:cNvCxnSpPr/>
          <p:nvPr/>
        </p:nvCxnSpPr>
        <p:spPr>
          <a:xfrm>
            <a:off x="7737199" y="2263621"/>
            <a:ext cx="0" cy="629019"/>
          </a:xfrm>
          <a:prstGeom prst="line">
            <a:avLst/>
          </a:prstGeom>
          <a:ln w="28575" cap="rnd">
            <a:solidFill>
              <a:schemeClr val="bg1">
                <a:lumMod val="8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5921874" y="1095727"/>
            <a:ext cx="3399888" cy="1077218"/>
          </a:xfrm>
          <a:prstGeom prst="rect">
            <a:avLst/>
          </a:prstGeom>
          <a:noFill/>
        </p:spPr>
        <p:txBody>
          <a:bodyPr wrap="square" rtlCol="0">
            <a:spAutoFit/>
          </a:bodyPr>
          <a:lstStyle/>
          <a:p>
            <a:pPr algn="ctr" fontAlgn="auto">
              <a:spcBef>
                <a:spcPts val="0"/>
              </a:spcBef>
              <a:spcAft>
                <a:spcPts val="0"/>
              </a:spcAft>
            </a:pPr>
            <a:r>
              <a:rPr lang="ar-SA" sz="3200" dirty="0"/>
              <a:t>التنفيذ </a:t>
            </a:r>
            <a:endParaRPr lang="ar-SA" sz="3200" dirty="0" smtClean="0"/>
          </a:p>
          <a:p>
            <a:pPr algn="ctr" fontAlgn="auto">
              <a:spcBef>
                <a:spcPts val="0"/>
              </a:spcBef>
              <a:spcAft>
                <a:spcPts val="0"/>
              </a:spcAft>
            </a:pPr>
            <a:r>
              <a:rPr lang="en-US" sz="3200" b="1" dirty="0"/>
              <a:t>I</a:t>
            </a:r>
            <a:r>
              <a:rPr lang="en-US" sz="3200" dirty="0"/>
              <a:t>mplementation</a:t>
            </a:r>
            <a:endParaRPr lang="en-US" sz="3200" b="1" dirty="0" smtClean="0">
              <a:solidFill>
                <a:prstClr val="black">
                  <a:lumMod val="75000"/>
                  <a:lumOff val="25000"/>
                </a:prstClr>
              </a:solidFill>
              <a:latin typeface="Raleway" panose="020B0503030101060003" pitchFamily="34" charset="0"/>
            </a:endParaRPr>
          </a:p>
        </p:txBody>
      </p:sp>
      <p:sp>
        <p:nvSpPr>
          <p:cNvPr id="45" name="TextBox 44"/>
          <p:cNvSpPr txBox="1"/>
          <p:nvPr/>
        </p:nvSpPr>
        <p:spPr>
          <a:xfrm>
            <a:off x="8665919" y="4692664"/>
            <a:ext cx="2103120" cy="1077218"/>
          </a:xfrm>
          <a:prstGeom prst="rect">
            <a:avLst/>
          </a:prstGeom>
          <a:noFill/>
        </p:spPr>
        <p:txBody>
          <a:bodyPr wrap="square" rtlCol="0">
            <a:spAutoFit/>
          </a:bodyPr>
          <a:lstStyle/>
          <a:p>
            <a:pPr algn="ctr" fontAlgn="auto">
              <a:spcBef>
                <a:spcPts val="0"/>
              </a:spcBef>
              <a:spcAft>
                <a:spcPts val="0"/>
              </a:spcAft>
            </a:pPr>
            <a:r>
              <a:rPr lang="ar-SA" sz="3200" dirty="0"/>
              <a:t>التقويم </a:t>
            </a:r>
            <a:r>
              <a:rPr lang="en-US" sz="3200" b="1" dirty="0"/>
              <a:t>E</a:t>
            </a:r>
            <a:r>
              <a:rPr lang="en-US" sz="3200" dirty="0"/>
              <a:t>valuation</a:t>
            </a:r>
            <a:endParaRPr lang="en-US" sz="3200" b="1" dirty="0" smtClean="0">
              <a:solidFill>
                <a:prstClr val="black">
                  <a:lumMod val="75000"/>
                  <a:lumOff val="25000"/>
                </a:prstClr>
              </a:solidFill>
              <a:latin typeface="Raleway" panose="020B0503030101060003" pitchFamily="34" charset="0"/>
            </a:endParaRPr>
          </a:p>
        </p:txBody>
      </p:sp>
      <p:sp>
        <p:nvSpPr>
          <p:cNvPr id="47" name="TextBox 46"/>
          <p:cNvSpPr txBox="1"/>
          <p:nvPr/>
        </p:nvSpPr>
        <p:spPr>
          <a:xfrm>
            <a:off x="4809670" y="4692664"/>
            <a:ext cx="2440940" cy="1077218"/>
          </a:xfrm>
          <a:prstGeom prst="rect">
            <a:avLst/>
          </a:prstGeom>
          <a:noFill/>
        </p:spPr>
        <p:txBody>
          <a:bodyPr wrap="square" rtlCol="0">
            <a:spAutoFit/>
          </a:bodyPr>
          <a:lstStyle/>
          <a:p>
            <a:pPr algn="ctr" fontAlgn="auto">
              <a:spcBef>
                <a:spcPts val="0"/>
              </a:spcBef>
              <a:spcAft>
                <a:spcPts val="0"/>
              </a:spcAft>
            </a:pPr>
            <a:r>
              <a:rPr lang="ar-SA" sz="3200" dirty="0"/>
              <a:t>التطوير </a:t>
            </a:r>
            <a:r>
              <a:rPr lang="en-US" sz="3200" b="1" dirty="0" smtClean="0"/>
              <a:t>D</a:t>
            </a:r>
            <a:r>
              <a:rPr lang="en-US" sz="3200" dirty="0" smtClean="0"/>
              <a:t>evelopment</a:t>
            </a:r>
            <a:endParaRPr lang="en-US" sz="3200" b="1" dirty="0" smtClean="0">
              <a:solidFill>
                <a:prstClr val="black">
                  <a:lumMod val="75000"/>
                  <a:lumOff val="25000"/>
                </a:prstClr>
              </a:solidFill>
              <a:latin typeface="Raleway" panose="020B0503030101060003" pitchFamily="34" charset="0"/>
            </a:endParaRPr>
          </a:p>
        </p:txBody>
      </p:sp>
      <p:sp>
        <p:nvSpPr>
          <p:cNvPr id="49" name="TextBox 48"/>
          <p:cNvSpPr txBox="1"/>
          <p:nvPr/>
        </p:nvSpPr>
        <p:spPr>
          <a:xfrm>
            <a:off x="1676432" y="4692664"/>
            <a:ext cx="2103120" cy="1077218"/>
          </a:xfrm>
          <a:prstGeom prst="rect">
            <a:avLst/>
          </a:prstGeom>
          <a:noFill/>
        </p:spPr>
        <p:txBody>
          <a:bodyPr wrap="square" rtlCol="0">
            <a:spAutoFit/>
          </a:bodyPr>
          <a:lstStyle/>
          <a:p>
            <a:pPr algn="ctr" fontAlgn="auto">
              <a:spcBef>
                <a:spcPts val="0"/>
              </a:spcBef>
              <a:spcAft>
                <a:spcPts val="0"/>
              </a:spcAft>
            </a:pPr>
            <a:r>
              <a:rPr lang="ar-SA" sz="3200" b="1" dirty="0"/>
              <a:t>التحليل </a:t>
            </a:r>
            <a:r>
              <a:rPr lang="en-US" sz="3200" b="1" dirty="0"/>
              <a:t>Analysis</a:t>
            </a:r>
            <a:endParaRPr lang="en-US" sz="3200" b="1" dirty="0" smtClean="0">
              <a:solidFill>
                <a:prstClr val="black">
                  <a:lumMod val="75000"/>
                  <a:lumOff val="25000"/>
                </a:prstClr>
              </a:solidFill>
              <a:latin typeface="Raleway" panose="020B0503030101060003" pitchFamily="34" charset="0"/>
            </a:endParaRPr>
          </a:p>
        </p:txBody>
      </p:sp>
      <p:sp>
        <p:nvSpPr>
          <p:cNvPr id="32" name="Title 2"/>
          <p:cNvSpPr txBox="1">
            <a:spLocks/>
          </p:cNvSpPr>
          <p:nvPr/>
        </p:nvSpPr>
        <p:spPr>
          <a:xfrm>
            <a:off x="1112975" y="334910"/>
            <a:ext cx="9022990" cy="356085"/>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ctr" rtl="1" fontAlgn="auto">
              <a:spcBef>
                <a:spcPts val="0"/>
              </a:spcBef>
              <a:spcAft>
                <a:spcPts val="0"/>
              </a:spcAft>
            </a:pPr>
            <a:r>
              <a:rPr lang="ar-SA" sz="4000" dirty="0"/>
              <a:t>أ- النموذج العام لتصميم التعليم Model ADDIE</a:t>
            </a:r>
            <a:endParaRPr lang="en-US" sz="4000" dirty="0"/>
          </a:p>
        </p:txBody>
      </p:sp>
      <p:sp>
        <p:nvSpPr>
          <p:cNvPr id="29"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3452659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fade">
                                      <p:cBhvr>
                                        <p:cTn id="19" dur="500"/>
                                        <p:tgtEl>
                                          <p:spTgt spid="49"/>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par>
                          <p:cTn id="36" fill="hold">
                            <p:stCondLst>
                              <p:cond delay="1000"/>
                            </p:stCondLst>
                            <p:childTnLst>
                              <p:par>
                                <p:cTn id="37" presetID="10" presetClass="entr" presetSubtype="0"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7"/>
                                        </p:tgtEl>
                                        <p:attrNameLst>
                                          <p:attrName>style.visibility</p:attrName>
                                        </p:attrNameLst>
                                      </p:cBhvr>
                                      <p:to>
                                        <p:strVal val="visible"/>
                                      </p:to>
                                    </p:set>
                                    <p:animEffect transition="in" filter="fade">
                                      <p:cBhvr>
                                        <p:cTn id="51" dur="500"/>
                                        <p:tgtEl>
                                          <p:spTgt spid="47"/>
                                        </p:tgtEl>
                                      </p:cBhvr>
                                    </p:animEffect>
                                  </p:childTnLst>
                                </p:cTn>
                              </p:par>
                            </p:childTnLst>
                          </p:cTn>
                        </p:par>
                        <p:par>
                          <p:cTn id="52" fill="hold">
                            <p:stCondLst>
                              <p:cond delay="1500"/>
                            </p:stCondLst>
                            <p:childTnLst>
                              <p:par>
                                <p:cTn id="53" presetID="10" presetClass="entr" presetSubtype="0" fill="hold" grpId="0" nodeType="afterEffect">
                                  <p:stCondLst>
                                    <p:cond delay="0"/>
                                  </p:stCondLst>
                                  <p:childTnLst>
                                    <p:set>
                                      <p:cBhvr>
                                        <p:cTn id="54" dur="1" fill="hold">
                                          <p:stCondLst>
                                            <p:cond delay="0"/>
                                          </p:stCondLst>
                                        </p:cTn>
                                        <p:tgtEl>
                                          <p:spTgt spid="33"/>
                                        </p:tgtEl>
                                        <p:attrNameLst>
                                          <p:attrName>style.visibility</p:attrName>
                                        </p:attrNameLst>
                                      </p:cBhvr>
                                      <p:to>
                                        <p:strVal val="visible"/>
                                      </p:to>
                                    </p:set>
                                    <p:animEffect transition="in" filter="fade">
                                      <p:cBhvr>
                                        <p:cTn id="55" dur="500"/>
                                        <p:tgtEl>
                                          <p:spTgt spid="33"/>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fade">
                                      <p:cBhvr>
                                        <p:cTn id="58" dur="500"/>
                                        <p:tgtEl>
                                          <p:spTgt spid="34"/>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par>
                                <p:cTn id="62" presetID="10" presetClass="entr" presetSubtype="0" fill="hold" nodeType="with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3"/>
                                        </p:tgtEl>
                                        <p:attrNameLst>
                                          <p:attrName>style.visibility</p:attrName>
                                        </p:attrNameLst>
                                      </p:cBhvr>
                                      <p:to>
                                        <p:strVal val="visible"/>
                                      </p:to>
                                    </p:set>
                                    <p:animEffect transition="in" filter="fade">
                                      <p:cBhvr>
                                        <p:cTn id="67" dur="500"/>
                                        <p:tgtEl>
                                          <p:spTgt spid="43"/>
                                        </p:tgtEl>
                                      </p:cBhvr>
                                    </p:animEffect>
                                  </p:childTnLst>
                                </p:cTn>
                              </p:par>
                            </p:childTnLst>
                          </p:cTn>
                        </p:par>
                        <p:par>
                          <p:cTn id="68" fill="hold">
                            <p:stCondLst>
                              <p:cond delay="2000"/>
                            </p:stCondLst>
                            <p:childTnLst>
                              <p:par>
                                <p:cTn id="69" presetID="10" presetClass="entr" presetSubtype="0" fill="hold" grpId="0" nodeType="afterEffect">
                                  <p:stCondLst>
                                    <p:cond delay="0"/>
                                  </p:stCondLst>
                                  <p:childTnLst>
                                    <p:set>
                                      <p:cBhvr>
                                        <p:cTn id="70" dur="1" fill="hold">
                                          <p:stCondLst>
                                            <p:cond delay="0"/>
                                          </p:stCondLst>
                                        </p:cTn>
                                        <p:tgtEl>
                                          <p:spTgt spid="26"/>
                                        </p:tgtEl>
                                        <p:attrNameLst>
                                          <p:attrName>style.visibility</p:attrName>
                                        </p:attrNameLst>
                                      </p:cBhvr>
                                      <p:to>
                                        <p:strVal val="visible"/>
                                      </p:to>
                                    </p:set>
                                    <p:animEffect transition="in" filter="fade">
                                      <p:cBhvr>
                                        <p:cTn id="71" dur="500"/>
                                        <p:tgtEl>
                                          <p:spTgt spid="2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par>
                                <p:cTn id="78" presetID="10" presetClass="entr" presetSubtype="0" fill="hold" nodeType="with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fade">
                                      <p:cBhvr>
                                        <p:cTn id="80" dur="500"/>
                                        <p:tgtEl>
                                          <p:spTgt spid="31"/>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5"/>
                                        </p:tgtEl>
                                        <p:attrNameLst>
                                          <p:attrName>style.visibility</p:attrName>
                                        </p:attrNameLst>
                                      </p:cBhvr>
                                      <p:to>
                                        <p:strVal val="visible"/>
                                      </p:to>
                                    </p:set>
                                    <p:animEffect transition="in" filter="fade">
                                      <p:cBhvr>
                                        <p:cTn id="83"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12" grpId="0" animBg="1"/>
      <p:bldP spid="13" grpId="0" animBg="1"/>
      <p:bldP spid="14" grpId="0"/>
      <p:bldP spid="16" grpId="0"/>
      <p:bldP spid="19" grpId="0" animBg="1"/>
      <p:bldP spid="20" grpId="0" animBg="1"/>
      <p:bldP spid="21" grpId="0"/>
      <p:bldP spid="26" grpId="0" animBg="1"/>
      <p:bldP spid="27" grpId="0" animBg="1"/>
      <p:bldP spid="28" grpId="0"/>
      <p:bldP spid="33" grpId="0" animBg="1"/>
      <p:bldP spid="34" grpId="0" animBg="1"/>
      <p:bldP spid="35" grpId="0"/>
      <p:bldP spid="43" grpId="0"/>
      <p:bldP spid="45" grpId="0"/>
      <p:bldP spid="47" grpId="0"/>
      <p:bldP spid="49"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982033" y="2241258"/>
            <a:ext cx="8448153" cy="2523768"/>
          </a:xfrm>
          <a:prstGeom prst="rect">
            <a:avLst/>
          </a:prstGeom>
          <a:noFill/>
        </p:spPr>
        <p:txBody>
          <a:bodyPr wrap="square" lIns="0" tIns="0" rIns="0" bIns="0" rtlCol="0">
            <a:spAutoFit/>
          </a:bodyPr>
          <a:lstStyle/>
          <a:p>
            <a:pPr algn="ctr" rtl="1" fontAlgn="auto">
              <a:spcBef>
                <a:spcPts val="0"/>
              </a:spcBef>
              <a:spcAft>
                <a:spcPts val="0"/>
              </a:spcAft>
            </a:pPr>
            <a:r>
              <a:rPr lang="ar-SA" sz="4000" b="1" u="sng" dirty="0" smtClean="0">
                <a:solidFill>
                  <a:schemeClr val="accent1"/>
                </a:solidFill>
              </a:rPr>
              <a:t>ب- نموذج </a:t>
            </a:r>
            <a:r>
              <a:rPr lang="ar-SA" sz="4000" b="1" u="sng" dirty="0">
                <a:solidFill>
                  <a:schemeClr val="accent1"/>
                </a:solidFill>
              </a:rPr>
              <a:t>ديك </a:t>
            </a:r>
            <a:r>
              <a:rPr lang="ar-SA" sz="4000" b="1" u="sng" dirty="0" smtClean="0">
                <a:solidFill>
                  <a:schemeClr val="accent1"/>
                </a:solidFill>
              </a:rPr>
              <a:t>وكيري</a:t>
            </a:r>
            <a:endParaRPr lang="en-US" sz="4000" b="1" u="sng" dirty="0" smtClean="0">
              <a:solidFill>
                <a:schemeClr val="accent1"/>
              </a:solidFill>
            </a:endParaRPr>
          </a:p>
          <a:p>
            <a:pPr algn="ctr" rtl="1" fontAlgn="auto">
              <a:spcBef>
                <a:spcPts val="0"/>
              </a:spcBef>
              <a:spcAft>
                <a:spcPts val="0"/>
              </a:spcAft>
            </a:pPr>
            <a:endParaRPr lang="ar-SA" sz="2800" b="1" u="sng" dirty="0" smtClean="0">
              <a:solidFill>
                <a:schemeClr val="accent1"/>
              </a:solidFill>
            </a:endParaRPr>
          </a:p>
          <a:p>
            <a:pPr algn="ctr" rtl="1" fontAlgn="auto">
              <a:spcBef>
                <a:spcPts val="0"/>
              </a:spcBef>
              <a:spcAft>
                <a:spcPts val="0"/>
              </a:spcAft>
            </a:pPr>
            <a:r>
              <a:rPr lang="ar-SA" sz="3200" b="1" dirty="0"/>
              <a:t>يعد نموذج ديك وكيري (</a:t>
            </a:r>
            <a:r>
              <a:rPr lang="en-US" sz="3200" b="1" dirty="0"/>
              <a:t>, 1990</a:t>
            </a:r>
            <a:r>
              <a:rPr lang="ar-SA" sz="3200" b="1" dirty="0"/>
              <a:t>Dick &amp; Carey) من نماذج التصميم التعليمي لتطوير (إنتاج– تقويم) المنظومات (مصادر التعلم كاملة) حيث يصنف من النماذج الشاملة. </a:t>
            </a:r>
            <a:endParaRPr lang="en-AU" sz="3200" b="1" dirty="0">
              <a:solidFill>
                <a:prstClr val="black">
                  <a:lumMod val="50000"/>
                  <a:lumOff val="50000"/>
                </a:prstClr>
              </a:solidFill>
              <a:latin typeface="Roboto L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4650395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1937" name="Picture 4"/>
          <p:cNvPicPr>
            <a:picLocks noChangeAspect="1"/>
          </p:cNvPicPr>
          <p:nvPr/>
        </p:nvPicPr>
        <p:blipFill>
          <a:blip r:embed="rId2"/>
          <a:srcRect/>
          <a:stretch>
            <a:fillRect/>
          </a:stretch>
        </p:blipFill>
        <p:spPr bwMode="auto">
          <a:xfrm>
            <a:off x="0" y="0"/>
            <a:ext cx="12192000" cy="6858000"/>
          </a:xfrm>
          <a:prstGeom prst="rect">
            <a:avLst/>
          </a:prstGeom>
          <a:noFill/>
          <a:ln w="9525">
            <a:solidFill>
              <a:schemeClr val="accent1"/>
            </a:solidFill>
            <a:miter lim="800000"/>
            <a:headEnd/>
            <a:tailEnd/>
          </a:ln>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90099" y="0"/>
            <a:ext cx="8611802" cy="6400800"/>
          </a:xfrm>
          <a:prstGeom prst="rect">
            <a:avLst/>
          </a:prstGeom>
        </p:spPr>
      </p:pic>
      <p:sp>
        <p:nvSpPr>
          <p:cNvPr id="3" name="Footer Placeholder 2"/>
          <p:cNvSpPr>
            <a:spLocks noGrp="1"/>
          </p:cNvSpPr>
          <p:nvPr>
            <p:ph type="ftr" sz="quarter" idx="11"/>
          </p:nvPr>
        </p:nvSpPr>
        <p:spPr/>
        <p:txBody>
          <a:bodyPr/>
          <a:lstStyle/>
          <a:p>
            <a:pPr>
              <a:defRPr/>
            </a:pPr>
            <a:r>
              <a:rPr lang="ar-SA" altLang="en-US" smtClean="0"/>
              <a:t>موسوعة تكنولوجيا التعليم</a:t>
            </a:r>
            <a:endParaRPr lang="en-US" altLang="en-US"/>
          </a:p>
        </p:txBody>
      </p:sp>
    </p:spTree>
    <p:extLst>
      <p:ext uri="{BB962C8B-B14F-4D97-AF65-F5344CB8AC3E}">
        <p14:creationId xmlns:p14="http://schemas.microsoft.com/office/powerpoint/2010/main" val="7187585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09890" y="2097407"/>
            <a:ext cx="9950761" cy="2954655"/>
          </a:xfrm>
          <a:prstGeom prst="rect">
            <a:avLst/>
          </a:prstGeom>
          <a:noFill/>
        </p:spPr>
        <p:txBody>
          <a:bodyPr wrap="square" lIns="0" tIns="0" rIns="0" bIns="0" rtlCol="0">
            <a:spAutoFit/>
          </a:bodyPr>
          <a:lstStyle/>
          <a:p>
            <a:pPr lvl="2" algn="ctr" rtl="1"/>
            <a:r>
              <a:rPr lang="ar-SA" sz="4000" b="1" u="sng" dirty="0">
                <a:solidFill>
                  <a:schemeClr val="accent1"/>
                </a:solidFill>
              </a:rPr>
              <a:t>نموذج جون كيلر </a:t>
            </a:r>
            <a:r>
              <a:rPr lang="en-US" sz="4000" b="1" u="sng" dirty="0">
                <a:solidFill>
                  <a:schemeClr val="accent1"/>
                </a:solidFill>
              </a:rPr>
              <a:t>ARCS</a:t>
            </a:r>
          </a:p>
          <a:p>
            <a:pPr algn="ctr" rtl="1" fontAlgn="auto">
              <a:spcBef>
                <a:spcPts val="0"/>
              </a:spcBef>
              <a:spcAft>
                <a:spcPts val="0"/>
              </a:spcAft>
            </a:pPr>
            <a:endParaRPr lang="ar-SA" sz="2400" dirty="0" smtClean="0"/>
          </a:p>
          <a:p>
            <a:pPr algn="ctr" rtl="1" fontAlgn="auto">
              <a:spcBef>
                <a:spcPts val="0"/>
              </a:spcBef>
              <a:spcAft>
                <a:spcPts val="0"/>
              </a:spcAft>
            </a:pPr>
            <a:r>
              <a:rPr lang="ar-SA" sz="3200" b="1" dirty="0"/>
              <a:t>يعد نموذج جون كيلر من نماذج التعليم المتخصصة في تحفيز المتعلم، ولنموذج كيلر أهمية خاصة في التعلم المدمج، حيث أنه ينطلق من حقيقة واضحة ينبه التربويين والمصممين التعليميين بها؛ وهي أن المتعلم يحتاج إلى الدافعية في كل مرحلة من مراحل تعلم المقرر الدراسي. </a:t>
            </a:r>
            <a:endParaRPr lang="en-AU" sz="3200" b="1" dirty="0">
              <a:solidFill>
                <a:prstClr val="black">
                  <a:lumMod val="50000"/>
                  <a:lumOff val="50000"/>
                </a:prstClr>
              </a:solidFill>
              <a:latin typeface="Roboto Lt"/>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Oval 37"/>
          <p:cNvSpPr/>
          <p:nvPr/>
        </p:nvSpPr>
        <p:spPr>
          <a:xfrm>
            <a:off x="2612445" y="277094"/>
            <a:ext cx="3610132" cy="3610132"/>
          </a:xfrm>
          <a:prstGeom prst="ellipse">
            <a:avLst/>
          </a:prstGeom>
          <a:solidFill>
            <a:srgbClr val="0087B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r>
              <a:rPr lang="en-US" sz="2400" b="1" dirty="0" smtClean="0">
                <a:solidFill>
                  <a:prstClr val="white"/>
                </a:solidFill>
                <a:latin typeface="Lato Black" panose="020F0A02020204030203" pitchFamily="34" charset="0"/>
              </a:rPr>
              <a:t>Attention</a:t>
            </a:r>
          </a:p>
          <a:p>
            <a:pPr algn="ctr" fontAlgn="auto">
              <a:spcBef>
                <a:spcPts val="0"/>
              </a:spcBef>
              <a:spcAft>
                <a:spcPts val="0"/>
              </a:spcAft>
            </a:pPr>
            <a:r>
              <a:rPr lang="ar-AE" sz="2400" b="1" dirty="0" smtClean="0">
                <a:solidFill>
                  <a:prstClr val="white"/>
                </a:solidFill>
                <a:latin typeface="Lato Black" panose="020F0A02020204030203" pitchFamily="34" charset="0"/>
              </a:rPr>
              <a:t>الانتباه</a:t>
            </a:r>
            <a:endParaRPr lang="en-US" sz="2400" b="1" dirty="0">
              <a:solidFill>
                <a:prstClr val="white"/>
              </a:solidFill>
              <a:latin typeface="Lato Black" panose="020F0A02020204030203" pitchFamily="34" charset="0"/>
            </a:endParaRPr>
          </a:p>
        </p:txBody>
      </p:sp>
      <p:sp>
        <p:nvSpPr>
          <p:cNvPr id="42" name="Oval 41"/>
          <p:cNvSpPr/>
          <p:nvPr/>
        </p:nvSpPr>
        <p:spPr>
          <a:xfrm>
            <a:off x="5839361" y="277094"/>
            <a:ext cx="3610132" cy="3610132"/>
          </a:xfrm>
          <a:prstGeom prst="ellipse">
            <a:avLst/>
          </a:prstGeom>
          <a:solidFill>
            <a:srgbClr val="FE830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b="1" dirty="0" smtClean="0">
                <a:solidFill>
                  <a:prstClr val="white"/>
                </a:solidFill>
                <a:latin typeface="Lato Black" panose="020F0A02020204030203" pitchFamily="34" charset="0"/>
              </a:rPr>
              <a:t>Relevance</a:t>
            </a:r>
          </a:p>
          <a:p>
            <a:pPr algn="ctr" fontAlgn="auto">
              <a:spcBef>
                <a:spcPts val="0"/>
              </a:spcBef>
              <a:spcAft>
                <a:spcPts val="0"/>
              </a:spcAft>
            </a:pPr>
            <a:r>
              <a:rPr lang="ar-AE" sz="2400" b="1" dirty="0" smtClean="0">
                <a:solidFill>
                  <a:prstClr val="white"/>
                </a:solidFill>
                <a:latin typeface="Lato Black" panose="020F0A02020204030203" pitchFamily="34" charset="0"/>
              </a:rPr>
              <a:t>الصلة</a:t>
            </a:r>
            <a:endParaRPr lang="en-US" sz="2400" b="1" dirty="0">
              <a:solidFill>
                <a:prstClr val="white"/>
              </a:solidFill>
              <a:latin typeface="Lato Black" panose="020F0A02020204030203" pitchFamily="34" charset="0"/>
            </a:endParaRPr>
          </a:p>
        </p:txBody>
      </p:sp>
      <p:sp>
        <p:nvSpPr>
          <p:cNvPr id="43" name="Oval 42"/>
          <p:cNvSpPr/>
          <p:nvPr/>
        </p:nvSpPr>
        <p:spPr>
          <a:xfrm>
            <a:off x="5839361" y="3221219"/>
            <a:ext cx="3610132" cy="3610132"/>
          </a:xfrm>
          <a:prstGeom prst="ellipse">
            <a:avLst/>
          </a:prstGeom>
          <a:solidFill>
            <a:srgbClr val="A1BB22">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smtClean="0">
              <a:solidFill>
                <a:prstClr val="white"/>
              </a:solidFill>
              <a:latin typeface="Lato Black" panose="020F0A02020204030203" pitchFamily="34" charset="0"/>
            </a:endParaRPr>
          </a:p>
          <a:p>
            <a:pPr algn="ctr" fontAlgn="auto">
              <a:spcBef>
                <a:spcPts val="0"/>
              </a:spcBef>
              <a:spcAft>
                <a:spcPts val="0"/>
              </a:spcAft>
            </a:pPr>
            <a:r>
              <a:rPr lang="en-US" sz="2400" b="1" dirty="0" smtClean="0">
                <a:solidFill>
                  <a:prstClr val="white"/>
                </a:solidFill>
                <a:latin typeface="Lato Black" panose="020F0A02020204030203" pitchFamily="34" charset="0"/>
              </a:rPr>
              <a:t>Confidence</a:t>
            </a:r>
          </a:p>
          <a:p>
            <a:pPr algn="ctr" fontAlgn="auto">
              <a:spcBef>
                <a:spcPts val="0"/>
              </a:spcBef>
              <a:spcAft>
                <a:spcPts val="0"/>
              </a:spcAft>
            </a:pPr>
            <a:r>
              <a:rPr lang="ar-AE" sz="2400" b="1" dirty="0" smtClean="0">
                <a:solidFill>
                  <a:prstClr val="white"/>
                </a:solidFill>
                <a:latin typeface="Lato Black" panose="020F0A02020204030203" pitchFamily="34" charset="0"/>
              </a:rPr>
              <a:t>الثقة</a:t>
            </a:r>
            <a:endParaRPr lang="en-US" sz="2400" b="1" dirty="0">
              <a:solidFill>
                <a:prstClr val="white"/>
              </a:solidFill>
              <a:latin typeface="Lato Black" panose="020F0A02020204030203" pitchFamily="34" charset="0"/>
            </a:endParaRPr>
          </a:p>
        </p:txBody>
      </p:sp>
      <p:sp>
        <p:nvSpPr>
          <p:cNvPr id="45" name="Oval 44"/>
          <p:cNvSpPr/>
          <p:nvPr/>
        </p:nvSpPr>
        <p:spPr>
          <a:xfrm>
            <a:off x="2301666" y="3221219"/>
            <a:ext cx="3610132" cy="3610132"/>
          </a:xfrm>
          <a:prstGeom prst="ellipse">
            <a:avLst/>
          </a:prstGeom>
          <a:solidFill>
            <a:srgbClr val="D43E01">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sz="2000" dirty="0" smtClean="0">
              <a:solidFill>
                <a:prstClr val="white"/>
              </a:solidFill>
              <a:latin typeface="Lato Black" panose="020F0A02020204030203" pitchFamily="34" charset="0"/>
            </a:endParaRPr>
          </a:p>
          <a:p>
            <a:pPr algn="ctr" fontAlgn="auto">
              <a:spcBef>
                <a:spcPts val="0"/>
              </a:spcBef>
              <a:spcAft>
                <a:spcPts val="0"/>
              </a:spcAft>
            </a:pPr>
            <a:r>
              <a:rPr lang="en-US" sz="2400" b="1" dirty="0" smtClean="0">
                <a:solidFill>
                  <a:prstClr val="white"/>
                </a:solidFill>
                <a:latin typeface="Lato Black" panose="020F0A02020204030203" pitchFamily="34" charset="0"/>
              </a:rPr>
              <a:t>Satisfaction</a:t>
            </a:r>
          </a:p>
          <a:p>
            <a:pPr algn="ctr" fontAlgn="auto">
              <a:spcBef>
                <a:spcPts val="0"/>
              </a:spcBef>
              <a:spcAft>
                <a:spcPts val="0"/>
              </a:spcAft>
            </a:pPr>
            <a:r>
              <a:rPr lang="ar-AE" sz="2400" b="1" dirty="0" smtClean="0">
                <a:solidFill>
                  <a:prstClr val="white"/>
                </a:solidFill>
                <a:latin typeface="Lato Black" panose="020F0A02020204030203" pitchFamily="34" charset="0"/>
              </a:rPr>
              <a:t>الرضا</a:t>
            </a:r>
            <a:endParaRPr lang="en-US" sz="2400" b="1" dirty="0">
              <a:solidFill>
                <a:prstClr val="white"/>
              </a:solidFill>
              <a:latin typeface="Lato Black" panose="020F0A02020204030203" pitchFamily="34" charset="0"/>
            </a:endParaRPr>
          </a:p>
        </p:txBody>
      </p:sp>
      <p:sp>
        <p:nvSpPr>
          <p:cNvPr id="9" name="Oval 8"/>
          <p:cNvSpPr/>
          <p:nvPr/>
        </p:nvSpPr>
        <p:spPr>
          <a:xfrm>
            <a:off x="2301666" y="552133"/>
            <a:ext cx="1055958" cy="1055958"/>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b="1" dirty="0" smtClean="0">
                <a:solidFill>
                  <a:prstClr val="white"/>
                </a:solidFill>
                <a:latin typeface="Lato Black" panose="020F0A02020204030203" pitchFamily="34" charset="0"/>
              </a:rPr>
              <a:t>A</a:t>
            </a:r>
            <a:endParaRPr lang="en-US" sz="2400" b="1" dirty="0">
              <a:solidFill>
                <a:prstClr val="white"/>
              </a:solidFill>
              <a:latin typeface="Lato Black" panose="020F0A02020204030203" pitchFamily="34" charset="0"/>
            </a:endParaRPr>
          </a:p>
        </p:txBody>
      </p:sp>
      <p:sp>
        <p:nvSpPr>
          <p:cNvPr id="46" name="Oval 45"/>
          <p:cNvSpPr/>
          <p:nvPr/>
        </p:nvSpPr>
        <p:spPr>
          <a:xfrm>
            <a:off x="8393535" y="552133"/>
            <a:ext cx="1055958" cy="1055958"/>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b="1" dirty="0" smtClean="0">
                <a:solidFill>
                  <a:prstClr val="white"/>
                </a:solidFill>
                <a:latin typeface="Lato Black" panose="020F0A02020204030203" pitchFamily="34" charset="0"/>
              </a:rPr>
              <a:t>R</a:t>
            </a:r>
            <a:endParaRPr lang="en-US" sz="2400" b="1" dirty="0">
              <a:solidFill>
                <a:prstClr val="white"/>
              </a:solidFill>
              <a:latin typeface="Lato Black" panose="020F0A02020204030203" pitchFamily="34" charset="0"/>
            </a:endParaRPr>
          </a:p>
        </p:txBody>
      </p:sp>
      <p:sp>
        <p:nvSpPr>
          <p:cNvPr id="50" name="Oval 49"/>
          <p:cNvSpPr/>
          <p:nvPr/>
        </p:nvSpPr>
        <p:spPr>
          <a:xfrm>
            <a:off x="1994816" y="5517572"/>
            <a:ext cx="1055958" cy="1055958"/>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b="1" dirty="0" smtClean="0">
                <a:solidFill>
                  <a:prstClr val="white"/>
                </a:solidFill>
                <a:latin typeface="Lato Black" panose="020F0A02020204030203" pitchFamily="34" charset="0"/>
              </a:rPr>
              <a:t>S</a:t>
            </a:r>
            <a:endParaRPr lang="en-US" sz="2400" b="1" dirty="0">
              <a:solidFill>
                <a:prstClr val="white"/>
              </a:solidFill>
              <a:latin typeface="Lato Black" panose="020F0A02020204030203" pitchFamily="34" charset="0"/>
            </a:endParaRPr>
          </a:p>
        </p:txBody>
      </p:sp>
      <p:sp>
        <p:nvSpPr>
          <p:cNvPr id="51" name="Oval 50"/>
          <p:cNvSpPr/>
          <p:nvPr/>
        </p:nvSpPr>
        <p:spPr>
          <a:xfrm>
            <a:off x="8393535" y="5517572"/>
            <a:ext cx="1055958" cy="1055958"/>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400" b="1" dirty="0" smtClean="0">
                <a:solidFill>
                  <a:prstClr val="white"/>
                </a:solidFill>
                <a:latin typeface="Lato Black" panose="020F0A02020204030203" pitchFamily="34" charset="0"/>
              </a:rPr>
              <a:t>C</a:t>
            </a:r>
            <a:endParaRPr lang="en-US" sz="2400" b="1" dirty="0">
              <a:solidFill>
                <a:prstClr val="white"/>
              </a:solidFill>
              <a:latin typeface="Lato Black" panose="020F0A02020204030203" pitchFamily="34" charset="0"/>
            </a:endParaRPr>
          </a:p>
        </p:txBody>
      </p:sp>
      <p:cxnSp>
        <p:nvCxnSpPr>
          <p:cNvPr id="21" name="Straight Connector 20"/>
          <p:cNvCxnSpPr/>
          <p:nvPr/>
        </p:nvCxnSpPr>
        <p:spPr>
          <a:xfrm flipV="1">
            <a:off x="9989765" y="6857859"/>
            <a:ext cx="609896" cy="141"/>
          </a:xfrm>
          <a:prstGeom prst="line">
            <a:avLst/>
          </a:prstGeom>
          <a:ln>
            <a:solidFill>
              <a:srgbClr val="E6E6E6"/>
            </a:solidFill>
          </a:ln>
        </p:spPr>
        <p:style>
          <a:lnRef idx="1">
            <a:schemeClr val="accent1"/>
          </a:lnRef>
          <a:fillRef idx="0">
            <a:schemeClr val="accent1"/>
          </a:fillRef>
          <a:effectRef idx="0">
            <a:schemeClr val="accent1"/>
          </a:effectRef>
          <a:fontRef idx="minor">
            <a:schemeClr val="tx1"/>
          </a:fontRef>
        </p:style>
      </p:cxnSp>
      <p:sp>
        <p:nvSpPr>
          <p:cNvPr id="39" name="Oval 8"/>
          <p:cNvSpPr/>
          <p:nvPr/>
        </p:nvSpPr>
        <p:spPr>
          <a:xfrm>
            <a:off x="3998383" y="2710317"/>
            <a:ext cx="3646044" cy="2315968"/>
          </a:xfrm>
          <a:prstGeom prst="ellipse">
            <a:avLst/>
          </a:prstGeom>
          <a:solidFill>
            <a:schemeClr val="tx1">
              <a:lumMod val="85000"/>
              <a:lumOff val="1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2800" b="1" dirty="0" smtClean="0">
                <a:solidFill>
                  <a:prstClr val="white"/>
                </a:solidFill>
                <a:latin typeface="Lato Black" panose="020F0A02020204030203" pitchFamily="34" charset="0"/>
              </a:rPr>
              <a:t>Learner</a:t>
            </a:r>
          </a:p>
          <a:p>
            <a:pPr algn="ctr" fontAlgn="auto">
              <a:spcBef>
                <a:spcPts val="0"/>
              </a:spcBef>
              <a:spcAft>
                <a:spcPts val="0"/>
              </a:spcAft>
            </a:pPr>
            <a:r>
              <a:rPr lang="en-US" sz="2800" b="1" dirty="0" smtClean="0">
                <a:solidFill>
                  <a:prstClr val="white"/>
                </a:solidFill>
                <a:latin typeface="Lato Black" panose="020F0A02020204030203" pitchFamily="34" charset="0"/>
              </a:rPr>
              <a:t>Motivation</a:t>
            </a:r>
          </a:p>
          <a:p>
            <a:pPr algn="ctr" fontAlgn="auto">
              <a:spcBef>
                <a:spcPts val="0"/>
              </a:spcBef>
              <a:spcAft>
                <a:spcPts val="0"/>
              </a:spcAft>
            </a:pPr>
            <a:r>
              <a:rPr lang="ar-AE" sz="2800" b="1" dirty="0" smtClean="0">
                <a:solidFill>
                  <a:prstClr val="white"/>
                </a:solidFill>
                <a:latin typeface="Lato Black" panose="020F0A02020204030203" pitchFamily="34" charset="0"/>
              </a:rPr>
              <a:t>دافعية المتعلم</a:t>
            </a:r>
            <a:endParaRPr lang="en-US" sz="2800" b="1" dirty="0">
              <a:solidFill>
                <a:prstClr val="white"/>
              </a:solidFill>
              <a:latin typeface="Lato Black" panose="020F0A02020204030203" pitchFamily="34" charset="0"/>
            </a:endParaRPr>
          </a:p>
        </p:txBody>
      </p:sp>
      <p:sp>
        <p:nvSpPr>
          <p:cNvPr id="12"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4212629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childTnLst>
                          </p:cTn>
                        </p:par>
                        <p:par>
                          <p:cTn id="15" fill="hold">
                            <p:stCondLst>
                              <p:cond delay="750"/>
                            </p:stCondLst>
                            <p:childTnLst>
                              <p:par>
                                <p:cTn id="16" presetID="53" presetClass="entr" presetSubtype="16" fill="hold" grpId="0" nodeType="after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p:cTn id="18" dur="500" fill="hold"/>
                                        <p:tgtEl>
                                          <p:spTgt spid="42"/>
                                        </p:tgtEl>
                                        <p:attrNameLst>
                                          <p:attrName>ppt_w</p:attrName>
                                        </p:attrNameLst>
                                      </p:cBhvr>
                                      <p:tavLst>
                                        <p:tav tm="0">
                                          <p:val>
                                            <p:fltVal val="0"/>
                                          </p:val>
                                        </p:tav>
                                        <p:tav tm="100000">
                                          <p:val>
                                            <p:strVal val="#ppt_w"/>
                                          </p:val>
                                        </p:tav>
                                      </p:tavLst>
                                    </p:anim>
                                    <p:anim calcmode="lin" valueType="num">
                                      <p:cBhvr>
                                        <p:cTn id="19" dur="500" fill="hold"/>
                                        <p:tgtEl>
                                          <p:spTgt spid="42"/>
                                        </p:tgtEl>
                                        <p:attrNameLst>
                                          <p:attrName>ppt_h</p:attrName>
                                        </p:attrNameLst>
                                      </p:cBhvr>
                                      <p:tavLst>
                                        <p:tav tm="0">
                                          <p:val>
                                            <p:fltVal val="0"/>
                                          </p:val>
                                        </p:tav>
                                        <p:tav tm="100000">
                                          <p:val>
                                            <p:strVal val="#ppt_h"/>
                                          </p:val>
                                        </p:tav>
                                      </p:tavLst>
                                    </p:anim>
                                    <p:animEffect transition="in" filter="fade">
                                      <p:cBhvr>
                                        <p:cTn id="20" dur="500"/>
                                        <p:tgtEl>
                                          <p:spTgt spid="42"/>
                                        </p:tgtEl>
                                      </p:cBhvr>
                                    </p:animEffect>
                                  </p:childTnLst>
                                </p:cTn>
                              </p:par>
                              <p:par>
                                <p:cTn id="21" presetID="53" presetClass="entr" presetSubtype="16" fill="hold" grpId="0" nodeType="withEffect">
                                  <p:stCondLst>
                                    <p:cond delay="250"/>
                                  </p:stCondLst>
                                  <p:childTnLst>
                                    <p:set>
                                      <p:cBhvr>
                                        <p:cTn id="22" dur="1" fill="hold">
                                          <p:stCondLst>
                                            <p:cond delay="0"/>
                                          </p:stCondLst>
                                        </p:cTn>
                                        <p:tgtEl>
                                          <p:spTgt spid="46"/>
                                        </p:tgtEl>
                                        <p:attrNameLst>
                                          <p:attrName>style.visibility</p:attrName>
                                        </p:attrNameLst>
                                      </p:cBhvr>
                                      <p:to>
                                        <p:strVal val="visible"/>
                                      </p:to>
                                    </p:set>
                                    <p:anim calcmode="lin" valueType="num">
                                      <p:cBhvr>
                                        <p:cTn id="23" dur="500" fill="hold"/>
                                        <p:tgtEl>
                                          <p:spTgt spid="46"/>
                                        </p:tgtEl>
                                        <p:attrNameLst>
                                          <p:attrName>ppt_w</p:attrName>
                                        </p:attrNameLst>
                                      </p:cBhvr>
                                      <p:tavLst>
                                        <p:tav tm="0">
                                          <p:val>
                                            <p:fltVal val="0"/>
                                          </p:val>
                                        </p:tav>
                                        <p:tav tm="100000">
                                          <p:val>
                                            <p:strVal val="#ppt_w"/>
                                          </p:val>
                                        </p:tav>
                                      </p:tavLst>
                                    </p:anim>
                                    <p:anim calcmode="lin" valueType="num">
                                      <p:cBhvr>
                                        <p:cTn id="24" dur="500" fill="hold"/>
                                        <p:tgtEl>
                                          <p:spTgt spid="46"/>
                                        </p:tgtEl>
                                        <p:attrNameLst>
                                          <p:attrName>ppt_h</p:attrName>
                                        </p:attrNameLst>
                                      </p:cBhvr>
                                      <p:tavLst>
                                        <p:tav tm="0">
                                          <p:val>
                                            <p:fltVal val="0"/>
                                          </p:val>
                                        </p:tav>
                                        <p:tav tm="100000">
                                          <p:val>
                                            <p:strVal val="#ppt_h"/>
                                          </p:val>
                                        </p:tav>
                                      </p:tavLst>
                                    </p:anim>
                                    <p:animEffect transition="in" filter="fade">
                                      <p:cBhvr>
                                        <p:cTn id="25" dur="500"/>
                                        <p:tgtEl>
                                          <p:spTgt spid="46"/>
                                        </p:tgtEl>
                                      </p:cBhvr>
                                    </p:animEffect>
                                  </p:childTnLst>
                                </p:cTn>
                              </p:par>
                            </p:childTnLst>
                          </p:cTn>
                        </p:par>
                        <p:par>
                          <p:cTn id="26" fill="hold">
                            <p:stCondLst>
                              <p:cond delay="1500"/>
                            </p:stCondLst>
                            <p:childTnLst>
                              <p:par>
                                <p:cTn id="27" presetID="53" presetClass="entr" presetSubtype="16" fill="hold" grpId="0" nodeType="afterEffect">
                                  <p:stCondLst>
                                    <p:cond delay="0"/>
                                  </p:stCondLst>
                                  <p:childTnLst>
                                    <p:set>
                                      <p:cBhvr>
                                        <p:cTn id="28" dur="1" fill="hold">
                                          <p:stCondLst>
                                            <p:cond delay="0"/>
                                          </p:stCondLst>
                                        </p:cTn>
                                        <p:tgtEl>
                                          <p:spTgt spid="43"/>
                                        </p:tgtEl>
                                        <p:attrNameLst>
                                          <p:attrName>style.visibility</p:attrName>
                                        </p:attrNameLst>
                                      </p:cBhvr>
                                      <p:to>
                                        <p:strVal val="visible"/>
                                      </p:to>
                                    </p:set>
                                    <p:anim calcmode="lin" valueType="num">
                                      <p:cBhvr>
                                        <p:cTn id="29" dur="500" fill="hold"/>
                                        <p:tgtEl>
                                          <p:spTgt spid="43"/>
                                        </p:tgtEl>
                                        <p:attrNameLst>
                                          <p:attrName>ppt_w</p:attrName>
                                        </p:attrNameLst>
                                      </p:cBhvr>
                                      <p:tavLst>
                                        <p:tav tm="0">
                                          <p:val>
                                            <p:fltVal val="0"/>
                                          </p:val>
                                        </p:tav>
                                        <p:tav tm="100000">
                                          <p:val>
                                            <p:strVal val="#ppt_w"/>
                                          </p:val>
                                        </p:tav>
                                      </p:tavLst>
                                    </p:anim>
                                    <p:anim calcmode="lin" valueType="num">
                                      <p:cBhvr>
                                        <p:cTn id="30" dur="500" fill="hold"/>
                                        <p:tgtEl>
                                          <p:spTgt spid="43"/>
                                        </p:tgtEl>
                                        <p:attrNameLst>
                                          <p:attrName>ppt_h</p:attrName>
                                        </p:attrNameLst>
                                      </p:cBhvr>
                                      <p:tavLst>
                                        <p:tav tm="0">
                                          <p:val>
                                            <p:fltVal val="0"/>
                                          </p:val>
                                        </p:tav>
                                        <p:tav tm="100000">
                                          <p:val>
                                            <p:strVal val="#ppt_h"/>
                                          </p:val>
                                        </p:tav>
                                      </p:tavLst>
                                    </p:anim>
                                    <p:animEffect transition="in" filter="fade">
                                      <p:cBhvr>
                                        <p:cTn id="31" dur="500"/>
                                        <p:tgtEl>
                                          <p:spTgt spid="43"/>
                                        </p:tgtEl>
                                      </p:cBhvr>
                                    </p:animEffect>
                                  </p:childTnLst>
                                </p:cTn>
                              </p:par>
                              <p:par>
                                <p:cTn id="32" presetID="53" presetClass="entr" presetSubtype="16" fill="hold" grpId="0" nodeType="withEffect">
                                  <p:stCondLst>
                                    <p:cond delay="250"/>
                                  </p:stCondLst>
                                  <p:childTnLst>
                                    <p:set>
                                      <p:cBhvr>
                                        <p:cTn id="33" dur="1" fill="hold">
                                          <p:stCondLst>
                                            <p:cond delay="0"/>
                                          </p:stCondLst>
                                        </p:cTn>
                                        <p:tgtEl>
                                          <p:spTgt spid="51"/>
                                        </p:tgtEl>
                                        <p:attrNameLst>
                                          <p:attrName>style.visibility</p:attrName>
                                        </p:attrNameLst>
                                      </p:cBhvr>
                                      <p:to>
                                        <p:strVal val="visible"/>
                                      </p:to>
                                    </p:set>
                                    <p:anim calcmode="lin" valueType="num">
                                      <p:cBhvr>
                                        <p:cTn id="34" dur="500" fill="hold"/>
                                        <p:tgtEl>
                                          <p:spTgt spid="51"/>
                                        </p:tgtEl>
                                        <p:attrNameLst>
                                          <p:attrName>ppt_w</p:attrName>
                                        </p:attrNameLst>
                                      </p:cBhvr>
                                      <p:tavLst>
                                        <p:tav tm="0">
                                          <p:val>
                                            <p:fltVal val="0"/>
                                          </p:val>
                                        </p:tav>
                                        <p:tav tm="100000">
                                          <p:val>
                                            <p:strVal val="#ppt_w"/>
                                          </p:val>
                                        </p:tav>
                                      </p:tavLst>
                                    </p:anim>
                                    <p:anim calcmode="lin" valueType="num">
                                      <p:cBhvr>
                                        <p:cTn id="35" dur="500" fill="hold"/>
                                        <p:tgtEl>
                                          <p:spTgt spid="51"/>
                                        </p:tgtEl>
                                        <p:attrNameLst>
                                          <p:attrName>ppt_h</p:attrName>
                                        </p:attrNameLst>
                                      </p:cBhvr>
                                      <p:tavLst>
                                        <p:tav tm="0">
                                          <p:val>
                                            <p:fltVal val="0"/>
                                          </p:val>
                                        </p:tav>
                                        <p:tav tm="100000">
                                          <p:val>
                                            <p:strVal val="#ppt_h"/>
                                          </p:val>
                                        </p:tav>
                                      </p:tavLst>
                                    </p:anim>
                                    <p:animEffect transition="in" filter="fade">
                                      <p:cBhvr>
                                        <p:cTn id="36" dur="500"/>
                                        <p:tgtEl>
                                          <p:spTgt spid="51"/>
                                        </p:tgtEl>
                                      </p:cBhvr>
                                    </p:animEffect>
                                  </p:childTnLst>
                                </p:cTn>
                              </p:par>
                            </p:childTnLst>
                          </p:cTn>
                        </p:par>
                        <p:par>
                          <p:cTn id="37" fill="hold">
                            <p:stCondLst>
                              <p:cond delay="2250"/>
                            </p:stCondLst>
                            <p:childTnLst>
                              <p:par>
                                <p:cTn id="38" presetID="53" presetClass="entr" presetSubtype="16"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 calcmode="lin" valueType="num">
                                      <p:cBhvr>
                                        <p:cTn id="40" dur="500" fill="hold"/>
                                        <p:tgtEl>
                                          <p:spTgt spid="45"/>
                                        </p:tgtEl>
                                        <p:attrNameLst>
                                          <p:attrName>ppt_w</p:attrName>
                                        </p:attrNameLst>
                                      </p:cBhvr>
                                      <p:tavLst>
                                        <p:tav tm="0">
                                          <p:val>
                                            <p:fltVal val="0"/>
                                          </p:val>
                                        </p:tav>
                                        <p:tav tm="100000">
                                          <p:val>
                                            <p:strVal val="#ppt_w"/>
                                          </p:val>
                                        </p:tav>
                                      </p:tavLst>
                                    </p:anim>
                                    <p:anim calcmode="lin" valueType="num">
                                      <p:cBhvr>
                                        <p:cTn id="41" dur="500" fill="hold"/>
                                        <p:tgtEl>
                                          <p:spTgt spid="45"/>
                                        </p:tgtEl>
                                        <p:attrNameLst>
                                          <p:attrName>ppt_h</p:attrName>
                                        </p:attrNameLst>
                                      </p:cBhvr>
                                      <p:tavLst>
                                        <p:tav tm="0">
                                          <p:val>
                                            <p:fltVal val="0"/>
                                          </p:val>
                                        </p:tav>
                                        <p:tav tm="100000">
                                          <p:val>
                                            <p:strVal val="#ppt_h"/>
                                          </p:val>
                                        </p:tav>
                                      </p:tavLst>
                                    </p:anim>
                                    <p:animEffect transition="in" filter="fade">
                                      <p:cBhvr>
                                        <p:cTn id="42" dur="500"/>
                                        <p:tgtEl>
                                          <p:spTgt spid="45"/>
                                        </p:tgtEl>
                                      </p:cBhvr>
                                    </p:animEffect>
                                  </p:childTnLst>
                                </p:cTn>
                              </p:par>
                              <p:par>
                                <p:cTn id="43" presetID="53" presetClass="entr" presetSubtype="16" fill="hold" grpId="0" nodeType="withEffect">
                                  <p:stCondLst>
                                    <p:cond delay="250"/>
                                  </p:stCondLst>
                                  <p:childTnLst>
                                    <p:set>
                                      <p:cBhvr>
                                        <p:cTn id="44" dur="1" fill="hold">
                                          <p:stCondLst>
                                            <p:cond delay="0"/>
                                          </p:stCondLst>
                                        </p:cTn>
                                        <p:tgtEl>
                                          <p:spTgt spid="50"/>
                                        </p:tgtEl>
                                        <p:attrNameLst>
                                          <p:attrName>style.visibility</p:attrName>
                                        </p:attrNameLst>
                                      </p:cBhvr>
                                      <p:to>
                                        <p:strVal val="visible"/>
                                      </p:to>
                                    </p:set>
                                    <p:anim calcmode="lin" valueType="num">
                                      <p:cBhvr>
                                        <p:cTn id="45" dur="500" fill="hold"/>
                                        <p:tgtEl>
                                          <p:spTgt spid="50"/>
                                        </p:tgtEl>
                                        <p:attrNameLst>
                                          <p:attrName>ppt_w</p:attrName>
                                        </p:attrNameLst>
                                      </p:cBhvr>
                                      <p:tavLst>
                                        <p:tav tm="0">
                                          <p:val>
                                            <p:fltVal val="0"/>
                                          </p:val>
                                        </p:tav>
                                        <p:tav tm="100000">
                                          <p:val>
                                            <p:strVal val="#ppt_w"/>
                                          </p:val>
                                        </p:tav>
                                      </p:tavLst>
                                    </p:anim>
                                    <p:anim calcmode="lin" valueType="num">
                                      <p:cBhvr>
                                        <p:cTn id="46" dur="500" fill="hold"/>
                                        <p:tgtEl>
                                          <p:spTgt spid="50"/>
                                        </p:tgtEl>
                                        <p:attrNameLst>
                                          <p:attrName>ppt_h</p:attrName>
                                        </p:attrNameLst>
                                      </p:cBhvr>
                                      <p:tavLst>
                                        <p:tav tm="0">
                                          <p:val>
                                            <p:fltVal val="0"/>
                                          </p:val>
                                        </p:tav>
                                        <p:tav tm="100000">
                                          <p:val>
                                            <p:strVal val="#ppt_h"/>
                                          </p:val>
                                        </p:tav>
                                      </p:tavLst>
                                    </p:anim>
                                    <p:animEffect transition="in" filter="fade">
                                      <p:cBhvr>
                                        <p:cTn id="47" dur="500"/>
                                        <p:tgtEl>
                                          <p:spTgt spid="50"/>
                                        </p:tgtEl>
                                      </p:cBhvr>
                                    </p:animEffect>
                                  </p:childTnLst>
                                </p:cTn>
                              </p:par>
                              <p:par>
                                <p:cTn id="48" presetID="53" presetClass="entr" presetSubtype="16" fill="hold" grpId="0" nodeType="withEffect">
                                  <p:stCondLst>
                                    <p:cond delay="250"/>
                                  </p:stCondLst>
                                  <p:childTnLst>
                                    <p:set>
                                      <p:cBhvr>
                                        <p:cTn id="49" dur="1" fill="hold">
                                          <p:stCondLst>
                                            <p:cond delay="0"/>
                                          </p:stCondLst>
                                        </p:cTn>
                                        <p:tgtEl>
                                          <p:spTgt spid="39"/>
                                        </p:tgtEl>
                                        <p:attrNameLst>
                                          <p:attrName>style.visibility</p:attrName>
                                        </p:attrNameLst>
                                      </p:cBhvr>
                                      <p:to>
                                        <p:strVal val="visible"/>
                                      </p:to>
                                    </p:set>
                                    <p:anim calcmode="lin" valueType="num">
                                      <p:cBhvr>
                                        <p:cTn id="50" dur="500" fill="hold"/>
                                        <p:tgtEl>
                                          <p:spTgt spid="39"/>
                                        </p:tgtEl>
                                        <p:attrNameLst>
                                          <p:attrName>ppt_w</p:attrName>
                                        </p:attrNameLst>
                                      </p:cBhvr>
                                      <p:tavLst>
                                        <p:tav tm="0">
                                          <p:val>
                                            <p:fltVal val="0"/>
                                          </p:val>
                                        </p:tav>
                                        <p:tav tm="100000">
                                          <p:val>
                                            <p:strVal val="#ppt_w"/>
                                          </p:val>
                                        </p:tav>
                                      </p:tavLst>
                                    </p:anim>
                                    <p:anim calcmode="lin" valueType="num">
                                      <p:cBhvr>
                                        <p:cTn id="51" dur="500" fill="hold"/>
                                        <p:tgtEl>
                                          <p:spTgt spid="39"/>
                                        </p:tgtEl>
                                        <p:attrNameLst>
                                          <p:attrName>ppt_h</p:attrName>
                                        </p:attrNameLst>
                                      </p:cBhvr>
                                      <p:tavLst>
                                        <p:tav tm="0">
                                          <p:val>
                                            <p:fltVal val="0"/>
                                          </p:val>
                                        </p:tav>
                                        <p:tav tm="100000">
                                          <p:val>
                                            <p:strVal val="#ppt_h"/>
                                          </p:val>
                                        </p:tav>
                                      </p:tavLst>
                                    </p:anim>
                                    <p:animEffect transition="in" filter="fad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43" grpId="0" animBg="1"/>
      <p:bldP spid="45" grpId="0" animBg="1"/>
      <p:bldP spid="9" grpId="0" animBg="1"/>
      <p:bldP spid="46" grpId="0" animBg="1"/>
      <p:bldP spid="50" grpId="0" animBg="1"/>
      <p:bldP spid="51" grpId="0" animBg="1"/>
      <p:bldP spid="39"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914400" y="1871416"/>
            <a:ext cx="10346251" cy="3570208"/>
          </a:xfrm>
          <a:prstGeom prst="rect">
            <a:avLst/>
          </a:prstGeom>
          <a:noFill/>
        </p:spPr>
        <p:txBody>
          <a:bodyPr wrap="square" lIns="0" tIns="0" rIns="0" bIns="0" rtlCol="0">
            <a:spAutoFit/>
          </a:bodyPr>
          <a:lstStyle/>
          <a:p>
            <a:pPr lvl="2" algn="ctr" rtl="1"/>
            <a:r>
              <a:rPr lang="ar-SA" sz="4000" b="1" u="sng" dirty="0" smtClean="0">
                <a:solidFill>
                  <a:srgbClr val="FF0000"/>
                </a:solidFill>
              </a:rPr>
              <a:t>نموذج العناصر التنظيمية لروجر كوفمان Kaufman Roger</a:t>
            </a:r>
          </a:p>
          <a:p>
            <a:pPr algn="ctr" rtl="1" fontAlgn="auto">
              <a:spcBef>
                <a:spcPts val="0"/>
              </a:spcBef>
              <a:spcAft>
                <a:spcPts val="0"/>
              </a:spcAft>
            </a:pPr>
            <a:endParaRPr lang="en-US" sz="2400" dirty="0" smtClean="0"/>
          </a:p>
          <a:p>
            <a:pPr algn="ctr" rtl="1"/>
            <a:r>
              <a:rPr lang="ar-SA" sz="3200" b="1" dirty="0" smtClean="0"/>
              <a:t>يعد العالم روجر كوفمان Kaufman أول من وضع نموذجاً دقيقا لتحديد الحاجات أطلق عليه اسم "فجوة في النتائج"، وقد بين أن النتائج أو النهايات "هي التي تكون نتيجة منتج مؤسسة ما أو عملية ما، وأن المدخلات هي وسيلة لتحقيق الغايات</a:t>
            </a:r>
            <a:endParaRPr lang="el-GR" sz="3200" b="1" dirty="0"/>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026110" y="2196520"/>
            <a:ext cx="9950761" cy="1600438"/>
          </a:xfrm>
          <a:prstGeom prst="rect">
            <a:avLst/>
          </a:prstGeom>
          <a:noFill/>
        </p:spPr>
        <p:txBody>
          <a:bodyPr wrap="square" lIns="0" tIns="0" rIns="0" bIns="0" rtlCol="0">
            <a:spAutoFit/>
          </a:bodyPr>
          <a:lstStyle/>
          <a:p>
            <a:pPr lvl="2" algn="ctr" rtl="1"/>
            <a:r>
              <a:rPr lang="ar-SA" sz="4000" b="1" u="sng" dirty="0" smtClean="0">
                <a:solidFill>
                  <a:srgbClr val="FF0000"/>
                </a:solidFill>
              </a:rPr>
              <a:t>نموذج جيرولد كمب Model Kemp</a:t>
            </a:r>
            <a:endParaRPr lang="en-US" sz="4000" b="1" u="sng" dirty="0" smtClean="0">
              <a:solidFill>
                <a:srgbClr val="FF0000"/>
              </a:solidFill>
            </a:endParaRPr>
          </a:p>
          <a:p>
            <a:pPr algn="ctr" rtl="1"/>
            <a:endParaRPr lang="en-US" sz="3200" dirty="0" smtClean="0"/>
          </a:p>
          <a:p>
            <a:pPr algn="ctr" rtl="1"/>
            <a:r>
              <a:rPr lang="ar-SA" sz="3200" b="1" dirty="0" smtClean="0"/>
              <a:t>يصمم البرنامج التعليمي ضمن ثمان خطوات لنموذج جيرولد كمب </a:t>
            </a:r>
            <a:endParaRPr lang="el-GR" sz="3200" b="1" dirty="0"/>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5"/>
          <p:cNvPicPr/>
          <p:nvPr/>
        </p:nvPicPr>
        <p:blipFill>
          <a:blip r:embed="rId2">
            <a:extLst>
              <a:ext uri="{28A0092B-C50C-407E-A947-70E740481C1C}">
                <a14:useLocalDpi xmlns:a14="http://schemas.microsoft.com/office/drawing/2010/main" val="0"/>
              </a:ext>
            </a:extLst>
          </a:blip>
          <a:srcRect/>
          <a:stretch>
            <a:fillRect/>
          </a:stretch>
        </p:blipFill>
        <p:spPr bwMode="auto">
          <a:xfrm>
            <a:off x="2223153" y="504496"/>
            <a:ext cx="7631257" cy="5975131"/>
          </a:xfrm>
          <a:prstGeom prst="rect">
            <a:avLst/>
          </a:prstGeom>
          <a:noFill/>
          <a:ln>
            <a:noFill/>
          </a:ln>
        </p:spPr>
      </p:pic>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09890" y="2219459"/>
            <a:ext cx="9950761" cy="2585323"/>
          </a:xfrm>
          <a:prstGeom prst="rect">
            <a:avLst/>
          </a:prstGeom>
          <a:noFill/>
        </p:spPr>
        <p:txBody>
          <a:bodyPr wrap="square" lIns="0" tIns="0" rIns="0" bIns="0" rtlCol="0">
            <a:spAutoFit/>
          </a:bodyPr>
          <a:lstStyle/>
          <a:p>
            <a:pPr lvl="2" algn="ctr" rtl="1"/>
            <a:r>
              <a:rPr lang="ar-SA" sz="4000" b="1" u="sng" dirty="0" smtClean="0">
                <a:solidFill>
                  <a:srgbClr val="FF0000"/>
                </a:solidFill>
              </a:rPr>
              <a:t>نموذج جيرلاك وايلي </a:t>
            </a:r>
            <a:endParaRPr lang="en-US" sz="4000" b="1" u="sng" dirty="0" smtClean="0">
              <a:solidFill>
                <a:srgbClr val="FF0000"/>
              </a:solidFill>
            </a:endParaRPr>
          </a:p>
          <a:p>
            <a:pPr algn="ctr" rtl="1"/>
            <a:endParaRPr lang="en-US" sz="3200" dirty="0" smtClean="0"/>
          </a:p>
          <a:p>
            <a:pPr algn="ctr" rtl="1"/>
            <a:r>
              <a:rPr lang="ar-SA" sz="3200" b="1" dirty="0" smtClean="0"/>
              <a:t>وضع جيرلاك وايلي 1980 نموذجاً لتخطيط البرامج التعليمية مركزاً على أن المعلم هو المنظم والموجه والمرشد والمقوم للعملية التعليمية، وليس مجرد الناقل لجوانب التعلم</a:t>
            </a: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8850" y="414068"/>
            <a:ext cx="11233150" cy="405130"/>
          </a:xfrm>
        </p:spPr>
        <p:txBody>
          <a:bodyPr>
            <a:noAutofit/>
          </a:bodyPr>
          <a:lstStyle/>
          <a:p>
            <a:pPr algn="r" rtl="1" fontAlgn="auto">
              <a:spcBef>
                <a:spcPts val="0"/>
              </a:spcBef>
              <a:spcAft>
                <a:spcPts val="0"/>
              </a:spcAft>
            </a:pPr>
            <a:r>
              <a:rPr lang="ar-SA" sz="3200" dirty="0" smtClean="0">
                <a:solidFill>
                  <a:schemeClr val="tx1"/>
                </a:solidFill>
              </a:rPr>
              <a:t>يتكون النموذج من الخطوات الموضحة في الشكل التالي:</a:t>
            </a:r>
            <a:endParaRPr lang="en-US" sz="3200" u="sng" dirty="0">
              <a:solidFill>
                <a:schemeClr val="tx1"/>
              </a:solidFill>
              <a:latin typeface="Lato" panose="020F0502020204030203" pitchFamily="34" charset="0"/>
              <a:cs typeface="Lato" panose="020F0502020204030203" pitchFamily="34" charset="0"/>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40081" y="819198"/>
            <a:ext cx="10771031" cy="5423944"/>
          </a:xfrm>
          <a:prstGeom prst="rect">
            <a:avLst/>
          </a:prstGeom>
        </p:spPr>
      </p:pic>
      <p:sp>
        <p:nvSpPr>
          <p:cNvPr id="3" name="Footer Placeholder 2"/>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AU">
              <a:solidFill>
                <a:prstClr val="black">
                  <a:tint val="75000"/>
                </a:prstClr>
              </a:solidFill>
            </a:endParaRPr>
          </a:p>
        </p:txBody>
      </p:sp>
    </p:spTree>
    <p:extLst>
      <p:ext uri="{BB962C8B-B14F-4D97-AF65-F5344CB8AC3E}">
        <p14:creationId xmlns:p14="http://schemas.microsoft.com/office/powerpoint/2010/main" val="24833564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3569" name="Picture 4"/>
          <p:cNvPicPr>
            <a:picLocks noChangeAspect="1"/>
          </p:cNvPicPr>
          <p:nvPr/>
        </p:nvPicPr>
        <p:blipFill>
          <a:blip r:embed="rId2"/>
          <a:srcRect/>
          <a:stretch>
            <a:fillRect/>
          </a:stretch>
        </p:blipFill>
        <p:spPr bwMode="auto">
          <a:xfrm>
            <a:off x="0" y="0"/>
            <a:ext cx="12192000" cy="6858000"/>
          </a:xfrm>
          <a:prstGeom prst="rect">
            <a:avLst/>
          </a:prstGeom>
          <a:noFill/>
          <a:ln w="9525">
            <a:noFill/>
            <a:miter lim="800000"/>
            <a:headEnd/>
            <a:tailEnd/>
          </a:ln>
        </p:spPr>
      </p:pic>
      <p:grpSp>
        <p:nvGrpSpPr>
          <p:cNvPr id="2" name="Group 2"/>
          <p:cNvGrpSpPr>
            <a:grpSpLocks/>
          </p:cNvGrpSpPr>
          <p:nvPr/>
        </p:nvGrpSpPr>
        <p:grpSpPr bwMode="auto">
          <a:xfrm>
            <a:off x="3257550" y="2897316"/>
            <a:ext cx="8707438" cy="1552445"/>
            <a:chOff x="7680543" y="5695424"/>
            <a:chExt cx="15211970" cy="3104175"/>
          </a:xfrm>
        </p:grpSpPr>
        <p:sp>
          <p:nvSpPr>
            <p:cNvPr id="4" name="Rectangle 3"/>
            <p:cNvSpPr/>
            <p:nvPr/>
          </p:nvSpPr>
          <p:spPr>
            <a:xfrm>
              <a:off x="7680543" y="5695424"/>
              <a:ext cx="15211970" cy="1723111"/>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a:r>
                <a:rPr lang="ar-SA" sz="4800" b="1" u="sng" dirty="0" smtClean="0">
                  <a:solidFill>
                    <a:srgbClr val="0070C0"/>
                  </a:solidFill>
                </a:rPr>
                <a:t>نظريات التعلم ونماذجه</a:t>
              </a:r>
              <a:endParaRPr lang="el-GR" sz="4800" u="sng" dirty="0">
                <a:solidFill>
                  <a:srgbClr val="0070C0"/>
                </a:solidFill>
              </a:endParaRPr>
            </a:p>
          </p:txBody>
        </p:sp>
        <p:sp>
          <p:nvSpPr>
            <p:cNvPr id="5" name="Rectangle 4"/>
            <p:cNvSpPr/>
            <p:nvPr/>
          </p:nvSpPr>
          <p:spPr>
            <a:xfrm>
              <a:off x="7680543" y="7323563"/>
              <a:ext cx="15211970" cy="1476036"/>
            </a:xfrm>
            <a:prstGeom prst="rect">
              <a:avLst/>
            </a:prstGeom>
            <a:noFill/>
            <a:ln w="6350" cmpd="sng">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anchor="ctr">
              <a:spAutoFit/>
            </a:bodyPr>
            <a:lstStyle/>
            <a:p>
              <a:pPr algn="ctr" rtl="1" eaLnBrk="0" hangingPunct="0">
                <a:defRPr/>
              </a:pPr>
              <a:r>
                <a:rPr lang="ar-SA" sz="4000" b="1" u="sng" dirty="0">
                  <a:solidFill>
                    <a:srgbClr val="F58F20"/>
                  </a:solidFill>
                </a:rPr>
                <a:t>الفصل </a:t>
              </a:r>
              <a:r>
                <a:rPr lang="ar-SA" sz="4000" b="1" u="sng" dirty="0" smtClean="0">
                  <a:solidFill>
                    <a:srgbClr val="F58F20"/>
                  </a:solidFill>
                </a:rPr>
                <a:t>الخامس</a:t>
              </a:r>
              <a:endParaRPr lang="en-US" sz="4000" u="sng" dirty="0">
                <a:solidFill>
                  <a:srgbClr val="F58F20"/>
                </a:solidFill>
              </a:endParaRPr>
            </a:p>
          </p:txBody>
        </p:sp>
      </p:grpSp>
      <p:cxnSp>
        <p:nvCxnSpPr>
          <p:cNvPr id="6" name="Straight Connector 5"/>
          <p:cNvCxnSpPr/>
          <p:nvPr/>
        </p:nvCxnSpPr>
        <p:spPr>
          <a:xfrm>
            <a:off x="3025775" y="2841625"/>
            <a:ext cx="0" cy="1474788"/>
          </a:xfrm>
          <a:prstGeom prst="line">
            <a:avLst/>
          </a:prstGeom>
          <a:ln w="57150" cmpd="sng">
            <a:solidFill>
              <a:srgbClr val="F58F20"/>
            </a:solidFill>
          </a:ln>
        </p:spPr>
        <p:style>
          <a:lnRef idx="2">
            <a:schemeClr val="accent1"/>
          </a:lnRef>
          <a:fillRef idx="0">
            <a:schemeClr val="accent1"/>
          </a:fillRef>
          <a:effectRef idx="1">
            <a:schemeClr val="accent1"/>
          </a:effectRef>
          <a:fontRef idx="minor">
            <a:schemeClr val="tx1"/>
          </a:fontRef>
        </p:style>
      </p:cxnSp>
      <p:sp>
        <p:nvSpPr>
          <p:cNvPr id="7" name="Freeform 178"/>
          <p:cNvSpPr>
            <a:spLocks noEditPoints="1"/>
          </p:cNvSpPr>
          <p:nvPr/>
        </p:nvSpPr>
        <p:spPr bwMode="auto">
          <a:xfrm>
            <a:off x="1389063" y="3009900"/>
            <a:ext cx="1347787" cy="1016000"/>
          </a:xfrm>
          <a:custGeom>
            <a:avLst/>
            <a:gdLst>
              <a:gd name="T0" fmla="*/ 1347787 w 158"/>
              <a:gd name="T1" fmla="*/ 1016000 h 119"/>
              <a:gd name="T2" fmla="*/ 0 w 158"/>
              <a:gd name="T3" fmla="*/ 1016000 h 119"/>
              <a:gd name="T4" fmla="*/ 0 w 158"/>
              <a:gd name="T5" fmla="*/ 0 h 119"/>
              <a:gd name="T6" fmla="*/ 76773 w 158"/>
              <a:gd name="T7" fmla="*/ 0 h 119"/>
              <a:gd name="T8" fmla="*/ 76773 w 158"/>
              <a:gd name="T9" fmla="*/ 922084 h 119"/>
              <a:gd name="T10" fmla="*/ 1347787 w 158"/>
              <a:gd name="T11" fmla="*/ 922084 h 119"/>
              <a:gd name="T12" fmla="*/ 1347787 w 158"/>
              <a:gd name="T13" fmla="*/ 1016000 h 119"/>
              <a:gd name="T14" fmla="*/ 426515 w 158"/>
              <a:gd name="T15" fmla="*/ 845244 h 119"/>
              <a:gd name="T16" fmla="*/ 247379 w 158"/>
              <a:gd name="T17" fmla="*/ 845244 h 119"/>
              <a:gd name="T18" fmla="*/ 247379 w 158"/>
              <a:gd name="T19" fmla="*/ 512269 h 119"/>
              <a:gd name="T20" fmla="*/ 426515 w 158"/>
              <a:gd name="T21" fmla="*/ 512269 h 119"/>
              <a:gd name="T22" fmla="*/ 426515 w 158"/>
              <a:gd name="T23" fmla="*/ 845244 h 119"/>
              <a:gd name="T24" fmla="*/ 665363 w 158"/>
              <a:gd name="T25" fmla="*/ 845244 h 119"/>
              <a:gd name="T26" fmla="*/ 503287 w 158"/>
              <a:gd name="T27" fmla="*/ 845244 h 119"/>
              <a:gd name="T28" fmla="*/ 503287 w 158"/>
              <a:gd name="T29" fmla="*/ 162219 h 119"/>
              <a:gd name="T30" fmla="*/ 665363 w 158"/>
              <a:gd name="T31" fmla="*/ 162219 h 119"/>
              <a:gd name="T32" fmla="*/ 665363 w 158"/>
              <a:gd name="T33" fmla="*/ 845244 h 119"/>
              <a:gd name="T34" fmla="*/ 929802 w 158"/>
              <a:gd name="T35" fmla="*/ 845244 h 119"/>
              <a:gd name="T36" fmla="*/ 759196 w 158"/>
              <a:gd name="T37" fmla="*/ 845244 h 119"/>
              <a:gd name="T38" fmla="*/ 759196 w 158"/>
              <a:gd name="T39" fmla="*/ 332975 h 119"/>
              <a:gd name="T40" fmla="*/ 929802 w 158"/>
              <a:gd name="T41" fmla="*/ 332975 h 119"/>
              <a:gd name="T42" fmla="*/ 929802 w 158"/>
              <a:gd name="T43" fmla="*/ 845244 h 119"/>
              <a:gd name="T44" fmla="*/ 1185711 w 158"/>
              <a:gd name="T45" fmla="*/ 845244 h 119"/>
              <a:gd name="T46" fmla="*/ 1015105 w 158"/>
              <a:gd name="T47" fmla="*/ 845244 h 119"/>
              <a:gd name="T48" fmla="*/ 1015105 w 158"/>
              <a:gd name="T49" fmla="*/ 93916 h 119"/>
              <a:gd name="T50" fmla="*/ 1185711 w 158"/>
              <a:gd name="T51" fmla="*/ 93916 h 119"/>
              <a:gd name="T52" fmla="*/ 1185711 w 158"/>
              <a:gd name="T53" fmla="*/ 845244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8"/>
              <a:gd name="T82" fmla="*/ 0 h 119"/>
              <a:gd name="T83" fmla="*/ 158 w 158"/>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rgbClr val="1C94D1"/>
          </a:solidFill>
          <a:ln w="9525">
            <a:noFill/>
            <a:round/>
            <a:headEnd/>
            <a:tailEnd/>
          </a:ln>
        </p:spPr>
        <p:txBody>
          <a:bodyPr lIns="45720" tIns="22860" rIns="45720" bIns="22860"/>
          <a:lstStyle/>
          <a:p>
            <a:pPr eaLnBrk="0" hangingPunct="0"/>
            <a:endParaRPr lang="el-GR">
              <a:solidFill>
                <a:srgbClr val="000000"/>
              </a:solidFill>
            </a:endParaRPr>
          </a:p>
        </p:txBody>
      </p:sp>
      <p:sp>
        <p:nvSpPr>
          <p:cNvPr id="3" name="Footer Placeholder 2"/>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1086770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249"/>
                                          </p:stCondLst>
                                        </p:cTn>
                                        <p:tgtEl>
                                          <p:spTgt spid="7"/>
                                        </p:tgtEl>
                                        <p:attrNameLst>
                                          <p:attrName>style.visibility</p:attrName>
                                        </p:attrNameLst>
                                      </p:cBhvr>
                                      <p:to>
                                        <p:strVal val="visible"/>
                                      </p:to>
                                    </p:set>
                                  </p:childTnLst>
                                </p:cTn>
                              </p:par>
                            </p:childTnLst>
                          </p:cTn>
                        </p:par>
                        <p:par>
                          <p:cTn id="7" fill="hold">
                            <p:stCondLst>
                              <p:cond delay="250"/>
                            </p:stCondLst>
                            <p:childTnLst>
                              <p:par>
                                <p:cTn id="8" presetID="22" presetClass="entr" presetSubtype="1" fill="hold" nodeType="after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childTnLst>
                          </p:cTn>
                        </p:par>
                        <p:par>
                          <p:cTn id="11" fill="hold">
                            <p:stCondLst>
                              <p:cond delay="750"/>
                            </p:stCondLst>
                            <p:childTnLst>
                              <p:par>
                                <p:cTn id="12" presetID="22" presetClass="entr" presetSubtype="2" fill="hold" nodeType="afterEffect">
                                  <p:stCondLst>
                                    <p:cond delay="250"/>
                                  </p:stCondLst>
                                  <p:childTnLst>
                                    <p:set>
                                      <p:cBhvr>
                                        <p:cTn id="13" dur="1" fill="hold">
                                          <p:stCondLst>
                                            <p:cond delay="0"/>
                                          </p:stCondLst>
                                        </p:cTn>
                                        <p:tgtEl>
                                          <p:spTgt spid="2"/>
                                        </p:tgtEl>
                                        <p:attrNameLst>
                                          <p:attrName>style.visibility</p:attrName>
                                        </p:attrNameLst>
                                      </p:cBhvr>
                                      <p:to>
                                        <p:strVal val="visible"/>
                                      </p:to>
                                    </p:set>
                                    <p:animEffect transition="in" filter="wipe(right)">
                                      <p:cBhvr>
                                        <p:cTn id="14" dur="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1815177"/>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531940" y="4796287"/>
            <a:ext cx="11133191" cy="1569660"/>
          </a:xfrm>
          <a:prstGeom prst="rect">
            <a:avLst/>
          </a:prstGeom>
          <a:noFill/>
        </p:spPr>
        <p:txBody>
          <a:bodyPr wrap="square" rtlCol="0">
            <a:spAutoFit/>
          </a:bodyPr>
          <a:lstStyle/>
          <a:p>
            <a:pPr algn="ctr" rtl="1"/>
            <a:r>
              <a:rPr lang="ar-JO" sz="3200" b="1" dirty="0" smtClean="0"/>
              <a:t>النظرية بأنها "مجموعة من الأبنية أو المفاهيم المتفاعله والتعاريف والافتراضات والقضايا التي تمثل وجهة نظر منتظمة لتفسير ظاهرة ما وذلك بإيجاد علاقات بين متغيرات بهدف تفسير الظاهرة والتنبؤ بها </a:t>
            </a:r>
            <a:endParaRPr lang="el-GR" sz="3200" b="1" dirty="0"/>
          </a:p>
        </p:txBody>
      </p:sp>
      <p:sp>
        <p:nvSpPr>
          <p:cNvPr id="10" name="TextBox 9"/>
          <p:cNvSpPr txBox="1"/>
          <p:nvPr/>
        </p:nvSpPr>
        <p:spPr>
          <a:xfrm>
            <a:off x="0" y="2859169"/>
            <a:ext cx="12191999" cy="707886"/>
          </a:xfrm>
          <a:prstGeom prst="rect">
            <a:avLst/>
          </a:prstGeom>
          <a:noFill/>
        </p:spPr>
        <p:txBody>
          <a:bodyPr wrap="square" rtlCol="0">
            <a:spAutoFit/>
          </a:bodyPr>
          <a:lstStyle/>
          <a:p>
            <a:pPr algn="ctr" fontAlgn="auto">
              <a:spcBef>
                <a:spcPts val="0"/>
              </a:spcBef>
              <a:spcAft>
                <a:spcPts val="0"/>
              </a:spcAft>
            </a:pPr>
            <a:r>
              <a:rPr lang="ar-SA" sz="4000" b="1" u="sng" dirty="0" smtClean="0">
                <a:solidFill>
                  <a:schemeClr val="bg1"/>
                </a:solidFill>
              </a:rPr>
              <a:t>نظريات التعلم وتكنولوجيا التعليم </a:t>
            </a:r>
            <a:endParaRPr lang="en-US" sz="4000" u="sng" dirty="0">
              <a:solidFill>
                <a:schemeClr val="bg1"/>
              </a:solidFill>
              <a:latin typeface="Lato" panose="020F0502020204030203" pitchFamily="34" charset="0"/>
              <a:cs typeface="Lato" panose="020F0502020204030203" pitchFamily="34" charset="0"/>
            </a:endParaRPr>
          </a:p>
        </p:txBody>
      </p:sp>
      <p:grpSp>
        <p:nvGrpSpPr>
          <p:cNvPr id="2" name="Group 11"/>
          <p:cNvGrpSpPr/>
          <p:nvPr/>
        </p:nvGrpSpPr>
        <p:grpSpPr>
          <a:xfrm>
            <a:off x="2155371" y="1729361"/>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 name="Group 15"/>
          <p:cNvGrpSpPr/>
          <p:nvPr/>
        </p:nvGrpSpPr>
        <p:grpSpPr>
          <a:xfrm>
            <a:off x="2155371" y="4394272"/>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941211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6408420" y="5730658"/>
            <a:ext cx="3972950" cy="368299"/>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sp>
        <p:nvSpPr>
          <p:cNvPr id="3" name="TextBox 2"/>
          <p:cNvSpPr txBox="1"/>
          <p:nvPr/>
        </p:nvSpPr>
        <p:spPr>
          <a:xfrm>
            <a:off x="985832" y="262731"/>
            <a:ext cx="10297519" cy="1077218"/>
          </a:xfrm>
          <a:prstGeom prst="rect">
            <a:avLst/>
          </a:prstGeom>
          <a:noFill/>
        </p:spPr>
        <p:txBody>
          <a:bodyPr wrap="square" rtlCol="0">
            <a:spAutoFit/>
          </a:bodyPr>
          <a:lstStyle/>
          <a:p>
            <a:pPr algn="ctr" rtl="1"/>
            <a:r>
              <a:rPr lang="ar-JO" sz="3200" b="1" dirty="0" smtClean="0"/>
              <a:t>ويمكن إبراز فوائد النظرية من خلال مكنون أهمية النظرية في الوظائف التي تضطلع بها في حقل المعرفة الإنسانية، والتي تتمثل بالآتي</a:t>
            </a:r>
            <a:r>
              <a:rPr lang="en-US" sz="3200" b="1" dirty="0" smtClean="0"/>
              <a:t>:</a:t>
            </a:r>
            <a:endParaRPr lang="el-GR" sz="3200" b="1" dirty="0"/>
          </a:p>
        </p:txBody>
      </p:sp>
      <p:sp>
        <p:nvSpPr>
          <p:cNvPr id="11" name="Rectangle 10"/>
          <p:cNvSpPr/>
          <p:nvPr/>
        </p:nvSpPr>
        <p:spPr>
          <a:xfrm>
            <a:off x="7775330" y="5730658"/>
            <a:ext cx="2606040" cy="3682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2" name="Group 4"/>
          <p:cNvGrpSpPr/>
          <p:nvPr/>
        </p:nvGrpSpPr>
        <p:grpSpPr>
          <a:xfrm>
            <a:off x="9078350" y="4447956"/>
            <a:ext cx="1825625" cy="1651000"/>
            <a:chOff x="9078350" y="4447956"/>
            <a:chExt cx="1825625" cy="1651000"/>
          </a:xfrm>
        </p:grpSpPr>
        <p:grpSp>
          <p:nvGrpSpPr>
            <p:cNvPr id="4" name="Group 4"/>
            <p:cNvGrpSpPr>
              <a:grpSpLocks noChangeAspect="1"/>
            </p:cNvGrpSpPr>
            <p:nvPr/>
          </p:nvGrpSpPr>
          <p:grpSpPr bwMode="auto">
            <a:xfrm>
              <a:off x="9078350" y="4447956"/>
              <a:ext cx="1825625" cy="1651000"/>
              <a:chOff x="3264" y="1641"/>
              <a:chExt cx="1150" cy="1040"/>
            </a:xfrm>
            <a:solidFill>
              <a:schemeClr val="accent1"/>
            </a:solidFill>
          </p:grpSpPr>
          <p:sp>
            <p:nvSpPr>
              <p:cNvPr id="8" name="Freeform 5"/>
              <p:cNvSpPr>
                <a:spLocks/>
              </p:cNvSpPr>
              <p:nvPr/>
            </p:nvSpPr>
            <p:spPr bwMode="auto">
              <a:xfrm>
                <a:off x="3264" y="1710"/>
                <a:ext cx="1145" cy="633"/>
              </a:xfrm>
              <a:custGeom>
                <a:avLst/>
                <a:gdLst>
                  <a:gd name="T0" fmla="*/ 1107 w 1145"/>
                  <a:gd name="T1" fmla="*/ 222 h 633"/>
                  <a:gd name="T2" fmla="*/ 1145 w 1145"/>
                  <a:gd name="T3" fmla="*/ 633 h 633"/>
                  <a:gd name="T4" fmla="*/ 0 w 1145"/>
                  <a:gd name="T5" fmla="*/ 593 h 633"/>
                  <a:gd name="T6" fmla="*/ 40 w 1145"/>
                  <a:gd name="T7" fmla="*/ 0 h 633"/>
                  <a:gd name="T8" fmla="*/ 1107 w 1145"/>
                  <a:gd name="T9" fmla="*/ 222 h 633"/>
                </a:gdLst>
                <a:ahLst/>
                <a:cxnLst>
                  <a:cxn ang="0">
                    <a:pos x="T0" y="T1"/>
                  </a:cxn>
                  <a:cxn ang="0">
                    <a:pos x="T2" y="T3"/>
                  </a:cxn>
                  <a:cxn ang="0">
                    <a:pos x="T4" y="T5"/>
                  </a:cxn>
                  <a:cxn ang="0">
                    <a:pos x="T6" y="T7"/>
                  </a:cxn>
                  <a:cxn ang="0">
                    <a:pos x="T8" y="T9"/>
                  </a:cxn>
                </a:cxnLst>
                <a:rect l="0" t="0" r="r" b="b"/>
                <a:pathLst>
                  <a:path w="1145" h="633">
                    <a:moveTo>
                      <a:pt x="1107" y="222"/>
                    </a:moveTo>
                    <a:lnTo>
                      <a:pt x="1145" y="633"/>
                    </a:lnTo>
                    <a:lnTo>
                      <a:pt x="0" y="593"/>
                    </a:lnTo>
                    <a:lnTo>
                      <a:pt x="40" y="0"/>
                    </a:lnTo>
                    <a:lnTo>
                      <a:pt x="1107" y="222"/>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9" name="Freeform 6"/>
              <p:cNvSpPr>
                <a:spLocks/>
              </p:cNvSpPr>
              <p:nvPr/>
            </p:nvSpPr>
            <p:spPr bwMode="auto">
              <a:xfrm>
                <a:off x="3264" y="1641"/>
                <a:ext cx="109" cy="662"/>
              </a:xfrm>
              <a:custGeom>
                <a:avLst/>
                <a:gdLst>
                  <a:gd name="T0" fmla="*/ 109 w 109"/>
                  <a:gd name="T1" fmla="*/ 0 h 662"/>
                  <a:gd name="T2" fmla="*/ 80 w 109"/>
                  <a:gd name="T3" fmla="*/ 538 h 662"/>
                  <a:gd name="T4" fmla="*/ 0 w 109"/>
                  <a:gd name="T5" fmla="*/ 662 h 662"/>
                  <a:gd name="T6" fmla="*/ 40 w 109"/>
                  <a:gd name="T7" fmla="*/ 69 h 662"/>
                  <a:gd name="T8" fmla="*/ 109 w 109"/>
                  <a:gd name="T9" fmla="*/ 0 h 662"/>
                </a:gdLst>
                <a:ahLst/>
                <a:cxnLst>
                  <a:cxn ang="0">
                    <a:pos x="T0" y="T1"/>
                  </a:cxn>
                  <a:cxn ang="0">
                    <a:pos x="T2" y="T3"/>
                  </a:cxn>
                  <a:cxn ang="0">
                    <a:pos x="T4" y="T5"/>
                  </a:cxn>
                  <a:cxn ang="0">
                    <a:pos x="T6" y="T7"/>
                  </a:cxn>
                  <a:cxn ang="0">
                    <a:pos x="T8" y="T9"/>
                  </a:cxn>
                </a:cxnLst>
                <a:rect l="0" t="0" r="r" b="b"/>
                <a:pathLst>
                  <a:path w="109" h="662">
                    <a:moveTo>
                      <a:pt x="109" y="0"/>
                    </a:moveTo>
                    <a:lnTo>
                      <a:pt x="80" y="538"/>
                    </a:lnTo>
                    <a:lnTo>
                      <a:pt x="0" y="662"/>
                    </a:lnTo>
                    <a:lnTo>
                      <a:pt x="40" y="69"/>
                    </a:lnTo>
                    <a:lnTo>
                      <a:pt x="109" y="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10" name="Freeform 7"/>
              <p:cNvSpPr>
                <a:spLocks/>
              </p:cNvSpPr>
              <p:nvPr/>
            </p:nvSpPr>
            <p:spPr bwMode="auto">
              <a:xfrm>
                <a:off x="4145" y="1932"/>
                <a:ext cx="269" cy="749"/>
              </a:xfrm>
              <a:custGeom>
                <a:avLst/>
                <a:gdLst>
                  <a:gd name="T0" fmla="*/ 269 w 269"/>
                  <a:gd name="T1" fmla="*/ 411 h 749"/>
                  <a:gd name="T2" fmla="*/ 0 w 269"/>
                  <a:gd name="T3" fmla="*/ 749 h 749"/>
                  <a:gd name="T4" fmla="*/ 226 w 269"/>
                  <a:gd name="T5" fmla="*/ 0 h 749"/>
                  <a:gd name="T6" fmla="*/ 269 w 269"/>
                  <a:gd name="T7" fmla="*/ 411 h 749"/>
                </a:gdLst>
                <a:ahLst/>
                <a:cxnLst>
                  <a:cxn ang="0">
                    <a:pos x="T0" y="T1"/>
                  </a:cxn>
                  <a:cxn ang="0">
                    <a:pos x="T2" y="T3"/>
                  </a:cxn>
                  <a:cxn ang="0">
                    <a:pos x="T4" y="T5"/>
                  </a:cxn>
                  <a:cxn ang="0">
                    <a:pos x="T6" y="T7"/>
                  </a:cxn>
                </a:cxnLst>
                <a:rect l="0" t="0" r="r" b="b"/>
                <a:pathLst>
                  <a:path w="269" h="749">
                    <a:moveTo>
                      <a:pt x="269" y="411"/>
                    </a:moveTo>
                    <a:lnTo>
                      <a:pt x="0" y="749"/>
                    </a:lnTo>
                    <a:lnTo>
                      <a:pt x="226" y="0"/>
                    </a:lnTo>
                    <a:lnTo>
                      <a:pt x="269" y="411"/>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grpSp>
        <p:sp>
          <p:nvSpPr>
            <p:cNvPr id="14" name="TextBox 13"/>
            <p:cNvSpPr txBox="1"/>
            <p:nvPr/>
          </p:nvSpPr>
          <p:spPr>
            <a:xfrm>
              <a:off x="9468528" y="4973418"/>
              <a:ext cx="1037331" cy="369332"/>
            </a:xfrm>
            <a:prstGeom prst="rect">
              <a:avLst/>
            </a:prstGeom>
            <a:noFill/>
          </p:spPr>
          <p:txBody>
            <a:bodyPr wrap="square" rtlCol="0">
              <a:spAutoFit/>
            </a:bodyPr>
            <a:lstStyle/>
            <a:p>
              <a:pPr algn="ctr" fontAlgn="auto">
                <a:spcBef>
                  <a:spcPts val="0"/>
                </a:spcBef>
                <a:spcAft>
                  <a:spcPts val="0"/>
                </a:spcAft>
              </a:pPr>
              <a:r>
                <a:rPr lang="en-GB"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3</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6" name="Rectangle 15"/>
          <p:cNvSpPr/>
          <p:nvPr/>
        </p:nvSpPr>
        <p:spPr>
          <a:xfrm>
            <a:off x="985832" y="5730658"/>
            <a:ext cx="3972950" cy="3682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sp>
        <p:nvSpPr>
          <p:cNvPr id="21" name="Rectangle 20"/>
          <p:cNvSpPr/>
          <p:nvPr/>
        </p:nvSpPr>
        <p:spPr>
          <a:xfrm>
            <a:off x="2075543" y="5730658"/>
            <a:ext cx="2883239" cy="368299"/>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5" name="Group 6"/>
          <p:cNvGrpSpPr/>
          <p:nvPr/>
        </p:nvGrpSpPr>
        <p:grpSpPr>
          <a:xfrm>
            <a:off x="3655762" y="4447956"/>
            <a:ext cx="1825625" cy="1651000"/>
            <a:chOff x="3655762" y="4447956"/>
            <a:chExt cx="1825625" cy="1651000"/>
          </a:xfrm>
        </p:grpSpPr>
        <p:grpSp>
          <p:nvGrpSpPr>
            <p:cNvPr id="6" name="Group 4"/>
            <p:cNvGrpSpPr>
              <a:grpSpLocks noChangeAspect="1"/>
            </p:cNvGrpSpPr>
            <p:nvPr/>
          </p:nvGrpSpPr>
          <p:grpSpPr bwMode="auto">
            <a:xfrm>
              <a:off x="3655762" y="4447956"/>
              <a:ext cx="1825625" cy="1651000"/>
              <a:chOff x="3264" y="1641"/>
              <a:chExt cx="1150" cy="1040"/>
            </a:xfrm>
            <a:solidFill>
              <a:schemeClr val="accent6">
                <a:lumMod val="75000"/>
              </a:schemeClr>
            </a:solidFill>
          </p:grpSpPr>
          <p:sp>
            <p:nvSpPr>
              <p:cNvPr id="18" name="Freeform 5"/>
              <p:cNvSpPr>
                <a:spLocks/>
              </p:cNvSpPr>
              <p:nvPr/>
            </p:nvSpPr>
            <p:spPr bwMode="auto">
              <a:xfrm>
                <a:off x="3264" y="1710"/>
                <a:ext cx="1145" cy="633"/>
              </a:xfrm>
              <a:custGeom>
                <a:avLst/>
                <a:gdLst>
                  <a:gd name="T0" fmla="*/ 1107 w 1145"/>
                  <a:gd name="T1" fmla="*/ 222 h 633"/>
                  <a:gd name="T2" fmla="*/ 1145 w 1145"/>
                  <a:gd name="T3" fmla="*/ 633 h 633"/>
                  <a:gd name="T4" fmla="*/ 0 w 1145"/>
                  <a:gd name="T5" fmla="*/ 593 h 633"/>
                  <a:gd name="T6" fmla="*/ 40 w 1145"/>
                  <a:gd name="T7" fmla="*/ 0 h 633"/>
                  <a:gd name="T8" fmla="*/ 1107 w 1145"/>
                  <a:gd name="T9" fmla="*/ 222 h 633"/>
                </a:gdLst>
                <a:ahLst/>
                <a:cxnLst>
                  <a:cxn ang="0">
                    <a:pos x="T0" y="T1"/>
                  </a:cxn>
                  <a:cxn ang="0">
                    <a:pos x="T2" y="T3"/>
                  </a:cxn>
                  <a:cxn ang="0">
                    <a:pos x="T4" y="T5"/>
                  </a:cxn>
                  <a:cxn ang="0">
                    <a:pos x="T6" y="T7"/>
                  </a:cxn>
                  <a:cxn ang="0">
                    <a:pos x="T8" y="T9"/>
                  </a:cxn>
                </a:cxnLst>
                <a:rect l="0" t="0" r="r" b="b"/>
                <a:pathLst>
                  <a:path w="1145" h="633">
                    <a:moveTo>
                      <a:pt x="1107" y="222"/>
                    </a:moveTo>
                    <a:lnTo>
                      <a:pt x="1145" y="633"/>
                    </a:lnTo>
                    <a:lnTo>
                      <a:pt x="0" y="593"/>
                    </a:lnTo>
                    <a:lnTo>
                      <a:pt x="40" y="0"/>
                    </a:lnTo>
                    <a:lnTo>
                      <a:pt x="1107" y="222"/>
                    </a:lnTo>
                    <a:close/>
                  </a:path>
                </a:pathLst>
              </a:custGeom>
              <a:gradFill flip="none" rotWithShape="1">
                <a:gsLst>
                  <a:gs pos="0">
                    <a:schemeClr val="accent6">
                      <a:lumMod val="75000"/>
                      <a:shade val="30000"/>
                      <a:satMod val="115000"/>
                    </a:schemeClr>
                  </a:gs>
                  <a:gs pos="50000">
                    <a:schemeClr val="accent6">
                      <a:lumMod val="75000"/>
                      <a:shade val="67500"/>
                      <a:satMod val="115000"/>
                    </a:schemeClr>
                  </a:gs>
                  <a:gs pos="100000">
                    <a:schemeClr val="accent6">
                      <a:lumMod val="75000"/>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19" name="Freeform 6"/>
              <p:cNvSpPr>
                <a:spLocks/>
              </p:cNvSpPr>
              <p:nvPr/>
            </p:nvSpPr>
            <p:spPr bwMode="auto">
              <a:xfrm>
                <a:off x="3264" y="1641"/>
                <a:ext cx="109" cy="662"/>
              </a:xfrm>
              <a:custGeom>
                <a:avLst/>
                <a:gdLst>
                  <a:gd name="T0" fmla="*/ 109 w 109"/>
                  <a:gd name="T1" fmla="*/ 0 h 662"/>
                  <a:gd name="T2" fmla="*/ 80 w 109"/>
                  <a:gd name="T3" fmla="*/ 538 h 662"/>
                  <a:gd name="T4" fmla="*/ 0 w 109"/>
                  <a:gd name="T5" fmla="*/ 662 h 662"/>
                  <a:gd name="T6" fmla="*/ 40 w 109"/>
                  <a:gd name="T7" fmla="*/ 69 h 662"/>
                  <a:gd name="T8" fmla="*/ 109 w 109"/>
                  <a:gd name="T9" fmla="*/ 0 h 662"/>
                </a:gdLst>
                <a:ahLst/>
                <a:cxnLst>
                  <a:cxn ang="0">
                    <a:pos x="T0" y="T1"/>
                  </a:cxn>
                  <a:cxn ang="0">
                    <a:pos x="T2" y="T3"/>
                  </a:cxn>
                  <a:cxn ang="0">
                    <a:pos x="T4" y="T5"/>
                  </a:cxn>
                  <a:cxn ang="0">
                    <a:pos x="T6" y="T7"/>
                  </a:cxn>
                  <a:cxn ang="0">
                    <a:pos x="T8" y="T9"/>
                  </a:cxn>
                </a:cxnLst>
                <a:rect l="0" t="0" r="r" b="b"/>
                <a:pathLst>
                  <a:path w="109" h="662">
                    <a:moveTo>
                      <a:pt x="109" y="0"/>
                    </a:moveTo>
                    <a:lnTo>
                      <a:pt x="80" y="538"/>
                    </a:lnTo>
                    <a:lnTo>
                      <a:pt x="0" y="662"/>
                    </a:lnTo>
                    <a:lnTo>
                      <a:pt x="40" y="69"/>
                    </a:lnTo>
                    <a:lnTo>
                      <a:pt x="109" y="0"/>
                    </a:lnTo>
                    <a:close/>
                  </a:path>
                </a:pathLst>
              </a:custGeom>
              <a:gradFill flip="none" rotWithShape="1">
                <a:gsLst>
                  <a:gs pos="0">
                    <a:schemeClr val="accent6">
                      <a:lumMod val="75000"/>
                      <a:shade val="30000"/>
                      <a:satMod val="115000"/>
                    </a:schemeClr>
                  </a:gs>
                  <a:gs pos="50000">
                    <a:schemeClr val="accent6">
                      <a:lumMod val="75000"/>
                      <a:shade val="67500"/>
                      <a:satMod val="115000"/>
                    </a:schemeClr>
                  </a:gs>
                  <a:gs pos="100000">
                    <a:schemeClr val="accent6">
                      <a:lumMod val="75000"/>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20" name="Freeform 7"/>
              <p:cNvSpPr>
                <a:spLocks/>
              </p:cNvSpPr>
              <p:nvPr/>
            </p:nvSpPr>
            <p:spPr bwMode="auto">
              <a:xfrm>
                <a:off x="4145" y="1932"/>
                <a:ext cx="269" cy="749"/>
              </a:xfrm>
              <a:custGeom>
                <a:avLst/>
                <a:gdLst>
                  <a:gd name="T0" fmla="*/ 269 w 269"/>
                  <a:gd name="T1" fmla="*/ 411 h 749"/>
                  <a:gd name="T2" fmla="*/ 0 w 269"/>
                  <a:gd name="T3" fmla="*/ 749 h 749"/>
                  <a:gd name="T4" fmla="*/ 226 w 269"/>
                  <a:gd name="T5" fmla="*/ 0 h 749"/>
                  <a:gd name="T6" fmla="*/ 269 w 269"/>
                  <a:gd name="T7" fmla="*/ 411 h 749"/>
                </a:gdLst>
                <a:ahLst/>
                <a:cxnLst>
                  <a:cxn ang="0">
                    <a:pos x="T0" y="T1"/>
                  </a:cxn>
                  <a:cxn ang="0">
                    <a:pos x="T2" y="T3"/>
                  </a:cxn>
                  <a:cxn ang="0">
                    <a:pos x="T4" y="T5"/>
                  </a:cxn>
                  <a:cxn ang="0">
                    <a:pos x="T6" y="T7"/>
                  </a:cxn>
                </a:cxnLst>
                <a:rect l="0" t="0" r="r" b="b"/>
                <a:pathLst>
                  <a:path w="269" h="749">
                    <a:moveTo>
                      <a:pt x="269" y="411"/>
                    </a:moveTo>
                    <a:lnTo>
                      <a:pt x="0" y="749"/>
                    </a:lnTo>
                    <a:lnTo>
                      <a:pt x="226" y="0"/>
                    </a:lnTo>
                    <a:lnTo>
                      <a:pt x="269" y="411"/>
                    </a:lnTo>
                    <a:close/>
                  </a:path>
                </a:pathLst>
              </a:custGeom>
              <a:gradFill flip="none" rotWithShape="1">
                <a:gsLst>
                  <a:gs pos="0">
                    <a:schemeClr val="accent6">
                      <a:lumMod val="75000"/>
                      <a:shade val="30000"/>
                      <a:satMod val="115000"/>
                    </a:schemeClr>
                  </a:gs>
                  <a:gs pos="50000">
                    <a:schemeClr val="accent6">
                      <a:lumMod val="75000"/>
                      <a:shade val="67500"/>
                      <a:satMod val="115000"/>
                    </a:schemeClr>
                  </a:gs>
                  <a:gs pos="100000">
                    <a:schemeClr val="accent6">
                      <a:lumMod val="75000"/>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grpSp>
        <p:sp>
          <p:nvSpPr>
            <p:cNvPr id="23" name="TextBox 22"/>
            <p:cNvSpPr txBox="1"/>
            <p:nvPr/>
          </p:nvSpPr>
          <p:spPr>
            <a:xfrm>
              <a:off x="4045940" y="4973418"/>
              <a:ext cx="1037331" cy="369332"/>
            </a:xfrm>
            <a:prstGeom prst="rect">
              <a:avLst/>
            </a:prstGeom>
            <a:noFill/>
          </p:spPr>
          <p:txBody>
            <a:bodyPr wrap="square" rtlCol="0">
              <a:spAutoFit/>
            </a:bodyPr>
            <a:lstStyle/>
            <a:p>
              <a:pPr algn="ctr" fontAlgn="auto">
                <a:spcBef>
                  <a:spcPts val="0"/>
                </a:spcBef>
                <a:spcAft>
                  <a:spcPts val="0"/>
                </a:spcAft>
              </a:pPr>
              <a:r>
                <a:rPr lang="en-GB"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4</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25" name="Rectangle 24"/>
          <p:cNvSpPr/>
          <p:nvPr/>
        </p:nvSpPr>
        <p:spPr>
          <a:xfrm>
            <a:off x="985832" y="3050285"/>
            <a:ext cx="3972950" cy="368299"/>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sp>
        <p:nvSpPr>
          <p:cNvPr id="30" name="Rectangle 29"/>
          <p:cNvSpPr/>
          <p:nvPr/>
        </p:nvSpPr>
        <p:spPr>
          <a:xfrm>
            <a:off x="1857829" y="3050285"/>
            <a:ext cx="3100953" cy="36829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7" name="Group 1"/>
          <p:cNvGrpSpPr/>
          <p:nvPr/>
        </p:nvGrpSpPr>
        <p:grpSpPr>
          <a:xfrm>
            <a:off x="4166586" y="2229545"/>
            <a:ext cx="1314801" cy="1189037"/>
            <a:chOff x="3655762" y="1767583"/>
            <a:chExt cx="1825625" cy="1651000"/>
          </a:xfrm>
        </p:grpSpPr>
        <p:grpSp>
          <p:nvGrpSpPr>
            <p:cNvPr id="17" name="Group 4"/>
            <p:cNvGrpSpPr>
              <a:grpSpLocks noChangeAspect="1"/>
            </p:cNvGrpSpPr>
            <p:nvPr/>
          </p:nvGrpSpPr>
          <p:grpSpPr bwMode="auto">
            <a:xfrm>
              <a:off x="3655762" y="1767583"/>
              <a:ext cx="1825625" cy="1651000"/>
              <a:chOff x="3264" y="1641"/>
              <a:chExt cx="1150" cy="1040"/>
            </a:xfrm>
          </p:grpSpPr>
          <p:sp>
            <p:nvSpPr>
              <p:cNvPr id="27" name="Freeform 5"/>
              <p:cNvSpPr>
                <a:spLocks/>
              </p:cNvSpPr>
              <p:nvPr/>
            </p:nvSpPr>
            <p:spPr bwMode="auto">
              <a:xfrm>
                <a:off x="3264" y="1710"/>
                <a:ext cx="1145" cy="633"/>
              </a:xfrm>
              <a:custGeom>
                <a:avLst/>
                <a:gdLst>
                  <a:gd name="T0" fmla="*/ 1107 w 1145"/>
                  <a:gd name="T1" fmla="*/ 222 h 633"/>
                  <a:gd name="T2" fmla="*/ 1145 w 1145"/>
                  <a:gd name="T3" fmla="*/ 633 h 633"/>
                  <a:gd name="T4" fmla="*/ 0 w 1145"/>
                  <a:gd name="T5" fmla="*/ 593 h 633"/>
                  <a:gd name="T6" fmla="*/ 40 w 1145"/>
                  <a:gd name="T7" fmla="*/ 0 h 633"/>
                  <a:gd name="T8" fmla="*/ 1107 w 1145"/>
                  <a:gd name="T9" fmla="*/ 222 h 633"/>
                </a:gdLst>
                <a:ahLst/>
                <a:cxnLst>
                  <a:cxn ang="0">
                    <a:pos x="T0" y="T1"/>
                  </a:cxn>
                  <a:cxn ang="0">
                    <a:pos x="T2" y="T3"/>
                  </a:cxn>
                  <a:cxn ang="0">
                    <a:pos x="T4" y="T5"/>
                  </a:cxn>
                  <a:cxn ang="0">
                    <a:pos x="T6" y="T7"/>
                  </a:cxn>
                  <a:cxn ang="0">
                    <a:pos x="T8" y="T9"/>
                  </a:cxn>
                </a:cxnLst>
                <a:rect l="0" t="0" r="r" b="b"/>
                <a:pathLst>
                  <a:path w="1145" h="633">
                    <a:moveTo>
                      <a:pt x="1107" y="222"/>
                    </a:moveTo>
                    <a:lnTo>
                      <a:pt x="1145" y="633"/>
                    </a:lnTo>
                    <a:lnTo>
                      <a:pt x="0" y="593"/>
                    </a:lnTo>
                    <a:lnTo>
                      <a:pt x="40" y="0"/>
                    </a:lnTo>
                    <a:lnTo>
                      <a:pt x="1107" y="222"/>
                    </a:lnTo>
                    <a:close/>
                  </a:path>
                </a:pathLst>
              </a:custGeom>
              <a:gradFill flip="none" rotWithShape="1">
                <a:gsLst>
                  <a:gs pos="0">
                    <a:srgbClr val="24D37F">
                      <a:shade val="30000"/>
                      <a:satMod val="115000"/>
                    </a:srgbClr>
                  </a:gs>
                  <a:gs pos="50000">
                    <a:srgbClr val="24D37F">
                      <a:shade val="67500"/>
                      <a:satMod val="115000"/>
                    </a:srgbClr>
                  </a:gs>
                  <a:gs pos="100000">
                    <a:srgbClr val="24D37F">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28" name="Freeform 6"/>
              <p:cNvSpPr>
                <a:spLocks/>
              </p:cNvSpPr>
              <p:nvPr/>
            </p:nvSpPr>
            <p:spPr bwMode="auto">
              <a:xfrm>
                <a:off x="3264" y="1641"/>
                <a:ext cx="109" cy="662"/>
              </a:xfrm>
              <a:custGeom>
                <a:avLst/>
                <a:gdLst>
                  <a:gd name="T0" fmla="*/ 109 w 109"/>
                  <a:gd name="T1" fmla="*/ 0 h 662"/>
                  <a:gd name="T2" fmla="*/ 80 w 109"/>
                  <a:gd name="T3" fmla="*/ 538 h 662"/>
                  <a:gd name="T4" fmla="*/ 0 w 109"/>
                  <a:gd name="T5" fmla="*/ 662 h 662"/>
                  <a:gd name="T6" fmla="*/ 40 w 109"/>
                  <a:gd name="T7" fmla="*/ 69 h 662"/>
                  <a:gd name="T8" fmla="*/ 109 w 109"/>
                  <a:gd name="T9" fmla="*/ 0 h 662"/>
                </a:gdLst>
                <a:ahLst/>
                <a:cxnLst>
                  <a:cxn ang="0">
                    <a:pos x="T0" y="T1"/>
                  </a:cxn>
                  <a:cxn ang="0">
                    <a:pos x="T2" y="T3"/>
                  </a:cxn>
                  <a:cxn ang="0">
                    <a:pos x="T4" y="T5"/>
                  </a:cxn>
                  <a:cxn ang="0">
                    <a:pos x="T6" y="T7"/>
                  </a:cxn>
                  <a:cxn ang="0">
                    <a:pos x="T8" y="T9"/>
                  </a:cxn>
                </a:cxnLst>
                <a:rect l="0" t="0" r="r" b="b"/>
                <a:pathLst>
                  <a:path w="109" h="662">
                    <a:moveTo>
                      <a:pt x="109" y="0"/>
                    </a:moveTo>
                    <a:lnTo>
                      <a:pt x="80" y="538"/>
                    </a:lnTo>
                    <a:lnTo>
                      <a:pt x="0" y="662"/>
                    </a:lnTo>
                    <a:lnTo>
                      <a:pt x="40" y="69"/>
                    </a:lnTo>
                    <a:lnTo>
                      <a:pt x="109" y="0"/>
                    </a:lnTo>
                    <a:close/>
                  </a:path>
                </a:pathLst>
              </a:custGeom>
              <a:gradFill flip="none" rotWithShape="1">
                <a:gsLst>
                  <a:gs pos="0">
                    <a:srgbClr val="24D37F">
                      <a:shade val="30000"/>
                      <a:satMod val="115000"/>
                    </a:srgbClr>
                  </a:gs>
                  <a:gs pos="50000">
                    <a:srgbClr val="24D37F">
                      <a:shade val="67500"/>
                      <a:satMod val="115000"/>
                    </a:srgbClr>
                  </a:gs>
                  <a:gs pos="100000">
                    <a:srgbClr val="24D37F">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29" name="Freeform 7"/>
              <p:cNvSpPr>
                <a:spLocks/>
              </p:cNvSpPr>
              <p:nvPr/>
            </p:nvSpPr>
            <p:spPr bwMode="auto">
              <a:xfrm>
                <a:off x="4145" y="1932"/>
                <a:ext cx="269" cy="749"/>
              </a:xfrm>
              <a:custGeom>
                <a:avLst/>
                <a:gdLst>
                  <a:gd name="T0" fmla="*/ 269 w 269"/>
                  <a:gd name="T1" fmla="*/ 411 h 749"/>
                  <a:gd name="T2" fmla="*/ 0 w 269"/>
                  <a:gd name="T3" fmla="*/ 749 h 749"/>
                  <a:gd name="T4" fmla="*/ 226 w 269"/>
                  <a:gd name="T5" fmla="*/ 0 h 749"/>
                  <a:gd name="T6" fmla="*/ 269 w 269"/>
                  <a:gd name="T7" fmla="*/ 411 h 749"/>
                </a:gdLst>
                <a:ahLst/>
                <a:cxnLst>
                  <a:cxn ang="0">
                    <a:pos x="T0" y="T1"/>
                  </a:cxn>
                  <a:cxn ang="0">
                    <a:pos x="T2" y="T3"/>
                  </a:cxn>
                  <a:cxn ang="0">
                    <a:pos x="T4" y="T5"/>
                  </a:cxn>
                  <a:cxn ang="0">
                    <a:pos x="T6" y="T7"/>
                  </a:cxn>
                </a:cxnLst>
                <a:rect l="0" t="0" r="r" b="b"/>
                <a:pathLst>
                  <a:path w="269" h="749">
                    <a:moveTo>
                      <a:pt x="269" y="411"/>
                    </a:moveTo>
                    <a:lnTo>
                      <a:pt x="0" y="749"/>
                    </a:lnTo>
                    <a:lnTo>
                      <a:pt x="226" y="0"/>
                    </a:lnTo>
                    <a:lnTo>
                      <a:pt x="269" y="411"/>
                    </a:lnTo>
                    <a:close/>
                  </a:path>
                </a:pathLst>
              </a:custGeom>
              <a:gradFill flip="none" rotWithShape="1">
                <a:gsLst>
                  <a:gs pos="0">
                    <a:srgbClr val="24D37F">
                      <a:shade val="30000"/>
                      <a:satMod val="115000"/>
                    </a:srgbClr>
                  </a:gs>
                  <a:gs pos="50000">
                    <a:srgbClr val="24D37F">
                      <a:shade val="67500"/>
                      <a:satMod val="115000"/>
                    </a:srgbClr>
                  </a:gs>
                  <a:gs pos="100000">
                    <a:srgbClr val="24D37F">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grpSp>
        <p:sp>
          <p:nvSpPr>
            <p:cNvPr id="32" name="TextBox 31"/>
            <p:cNvSpPr txBox="1"/>
            <p:nvPr/>
          </p:nvSpPr>
          <p:spPr>
            <a:xfrm>
              <a:off x="4045940" y="2293046"/>
              <a:ext cx="1037331" cy="512824"/>
            </a:xfrm>
            <a:prstGeom prst="rect">
              <a:avLst/>
            </a:prstGeom>
            <a:noFill/>
          </p:spPr>
          <p:txBody>
            <a:bodyPr wrap="square" rtlCol="0">
              <a:spAutoFit/>
            </a:bodyPr>
            <a:lstStyle/>
            <a:p>
              <a:pPr algn="ctr" fontAlgn="auto">
                <a:spcBef>
                  <a:spcPts val="0"/>
                </a:spcBef>
                <a:spcAft>
                  <a:spcPts val="0"/>
                </a:spcAft>
              </a:pPr>
              <a:r>
                <a:rPr lang="en-GB"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1</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3" name="Rectangle 32"/>
          <p:cNvSpPr/>
          <p:nvPr/>
        </p:nvSpPr>
        <p:spPr>
          <a:xfrm>
            <a:off x="178286" y="1728880"/>
            <a:ext cx="3988300" cy="1200329"/>
          </a:xfrm>
          <a:prstGeom prst="rect">
            <a:avLst/>
          </a:prstGeom>
        </p:spPr>
        <p:txBody>
          <a:bodyPr wrap="square">
            <a:spAutoFit/>
          </a:bodyPr>
          <a:lstStyle/>
          <a:p>
            <a:pPr lvl="0" algn="ctr" rtl="1"/>
            <a:r>
              <a:rPr lang="ar-JO" sz="2400" b="1" dirty="0" smtClean="0"/>
              <a:t>تعمل على تجميع الحقائق والمفاهيم والمبادئ وترتيبها في بناء منظم منسق مما يجعل منها ذات معنى وقيمة</a:t>
            </a:r>
            <a:r>
              <a:rPr lang="en-US" sz="2400" b="1" dirty="0" smtClean="0"/>
              <a:t>.</a:t>
            </a:r>
            <a:endParaRPr lang="el-GR" sz="2400" b="1" dirty="0"/>
          </a:p>
        </p:txBody>
      </p:sp>
      <p:sp>
        <p:nvSpPr>
          <p:cNvPr id="34" name="Rectangle 33"/>
          <p:cNvSpPr/>
          <p:nvPr/>
        </p:nvSpPr>
        <p:spPr>
          <a:xfrm>
            <a:off x="6408421" y="3053888"/>
            <a:ext cx="3972950" cy="368299"/>
          </a:xfrm>
          <a:prstGeom prst="rect">
            <a:avLst/>
          </a:prstGeom>
          <a:solidFill>
            <a:srgbClr val="FBD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sp>
        <p:nvSpPr>
          <p:cNvPr id="39" name="Rectangle 38"/>
          <p:cNvSpPr/>
          <p:nvPr/>
        </p:nvSpPr>
        <p:spPr>
          <a:xfrm>
            <a:off x="7011470" y="3053888"/>
            <a:ext cx="3369901" cy="368299"/>
          </a:xfrm>
          <a:prstGeom prst="rect">
            <a:avLst/>
          </a:prstGeom>
          <a:solidFill>
            <a:srgbClr val="F2664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IN">
              <a:solidFill>
                <a:prstClr val="white"/>
              </a:solidFill>
            </a:endParaRPr>
          </a:p>
        </p:txBody>
      </p:sp>
      <p:grpSp>
        <p:nvGrpSpPr>
          <p:cNvPr id="24" name="Group 3"/>
          <p:cNvGrpSpPr/>
          <p:nvPr/>
        </p:nvGrpSpPr>
        <p:grpSpPr>
          <a:xfrm>
            <a:off x="9078351" y="1771186"/>
            <a:ext cx="1825625" cy="1651000"/>
            <a:chOff x="9078351" y="1771186"/>
            <a:chExt cx="1825625" cy="1651000"/>
          </a:xfrm>
        </p:grpSpPr>
        <p:grpSp>
          <p:nvGrpSpPr>
            <p:cNvPr id="26" name="Group 4"/>
            <p:cNvGrpSpPr>
              <a:grpSpLocks noChangeAspect="1"/>
            </p:cNvGrpSpPr>
            <p:nvPr/>
          </p:nvGrpSpPr>
          <p:grpSpPr bwMode="auto">
            <a:xfrm>
              <a:off x="9078351" y="1771186"/>
              <a:ext cx="1825625" cy="1651000"/>
              <a:chOff x="3264" y="1641"/>
              <a:chExt cx="1150" cy="1040"/>
            </a:xfrm>
            <a:solidFill>
              <a:srgbClr val="F26649"/>
            </a:solidFill>
          </p:grpSpPr>
          <p:sp>
            <p:nvSpPr>
              <p:cNvPr id="36" name="Freeform 5"/>
              <p:cNvSpPr>
                <a:spLocks/>
              </p:cNvSpPr>
              <p:nvPr/>
            </p:nvSpPr>
            <p:spPr bwMode="auto">
              <a:xfrm>
                <a:off x="3264" y="1710"/>
                <a:ext cx="1145" cy="633"/>
              </a:xfrm>
              <a:custGeom>
                <a:avLst/>
                <a:gdLst>
                  <a:gd name="T0" fmla="*/ 1107 w 1145"/>
                  <a:gd name="T1" fmla="*/ 222 h 633"/>
                  <a:gd name="T2" fmla="*/ 1145 w 1145"/>
                  <a:gd name="T3" fmla="*/ 633 h 633"/>
                  <a:gd name="T4" fmla="*/ 0 w 1145"/>
                  <a:gd name="T5" fmla="*/ 593 h 633"/>
                  <a:gd name="T6" fmla="*/ 40 w 1145"/>
                  <a:gd name="T7" fmla="*/ 0 h 633"/>
                  <a:gd name="T8" fmla="*/ 1107 w 1145"/>
                  <a:gd name="T9" fmla="*/ 222 h 633"/>
                </a:gdLst>
                <a:ahLst/>
                <a:cxnLst>
                  <a:cxn ang="0">
                    <a:pos x="T0" y="T1"/>
                  </a:cxn>
                  <a:cxn ang="0">
                    <a:pos x="T2" y="T3"/>
                  </a:cxn>
                  <a:cxn ang="0">
                    <a:pos x="T4" y="T5"/>
                  </a:cxn>
                  <a:cxn ang="0">
                    <a:pos x="T6" y="T7"/>
                  </a:cxn>
                  <a:cxn ang="0">
                    <a:pos x="T8" y="T9"/>
                  </a:cxn>
                </a:cxnLst>
                <a:rect l="0" t="0" r="r" b="b"/>
                <a:pathLst>
                  <a:path w="1145" h="633">
                    <a:moveTo>
                      <a:pt x="1107" y="222"/>
                    </a:moveTo>
                    <a:lnTo>
                      <a:pt x="1145" y="633"/>
                    </a:lnTo>
                    <a:lnTo>
                      <a:pt x="0" y="593"/>
                    </a:lnTo>
                    <a:lnTo>
                      <a:pt x="40" y="0"/>
                    </a:lnTo>
                    <a:lnTo>
                      <a:pt x="1107" y="222"/>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37" name="Freeform 6"/>
              <p:cNvSpPr>
                <a:spLocks/>
              </p:cNvSpPr>
              <p:nvPr/>
            </p:nvSpPr>
            <p:spPr bwMode="auto">
              <a:xfrm>
                <a:off x="3264" y="1641"/>
                <a:ext cx="109" cy="662"/>
              </a:xfrm>
              <a:custGeom>
                <a:avLst/>
                <a:gdLst>
                  <a:gd name="T0" fmla="*/ 109 w 109"/>
                  <a:gd name="T1" fmla="*/ 0 h 662"/>
                  <a:gd name="T2" fmla="*/ 80 w 109"/>
                  <a:gd name="T3" fmla="*/ 538 h 662"/>
                  <a:gd name="T4" fmla="*/ 0 w 109"/>
                  <a:gd name="T5" fmla="*/ 662 h 662"/>
                  <a:gd name="T6" fmla="*/ 40 w 109"/>
                  <a:gd name="T7" fmla="*/ 69 h 662"/>
                  <a:gd name="T8" fmla="*/ 109 w 109"/>
                  <a:gd name="T9" fmla="*/ 0 h 662"/>
                </a:gdLst>
                <a:ahLst/>
                <a:cxnLst>
                  <a:cxn ang="0">
                    <a:pos x="T0" y="T1"/>
                  </a:cxn>
                  <a:cxn ang="0">
                    <a:pos x="T2" y="T3"/>
                  </a:cxn>
                  <a:cxn ang="0">
                    <a:pos x="T4" y="T5"/>
                  </a:cxn>
                  <a:cxn ang="0">
                    <a:pos x="T6" y="T7"/>
                  </a:cxn>
                  <a:cxn ang="0">
                    <a:pos x="T8" y="T9"/>
                  </a:cxn>
                </a:cxnLst>
                <a:rect l="0" t="0" r="r" b="b"/>
                <a:pathLst>
                  <a:path w="109" h="662">
                    <a:moveTo>
                      <a:pt x="109" y="0"/>
                    </a:moveTo>
                    <a:lnTo>
                      <a:pt x="80" y="538"/>
                    </a:lnTo>
                    <a:lnTo>
                      <a:pt x="0" y="662"/>
                    </a:lnTo>
                    <a:lnTo>
                      <a:pt x="40" y="69"/>
                    </a:lnTo>
                    <a:lnTo>
                      <a:pt x="109" y="0"/>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sp>
            <p:nvSpPr>
              <p:cNvPr id="38" name="Freeform 7"/>
              <p:cNvSpPr>
                <a:spLocks/>
              </p:cNvSpPr>
              <p:nvPr/>
            </p:nvSpPr>
            <p:spPr bwMode="auto">
              <a:xfrm>
                <a:off x="4145" y="1932"/>
                <a:ext cx="269" cy="749"/>
              </a:xfrm>
              <a:custGeom>
                <a:avLst/>
                <a:gdLst>
                  <a:gd name="T0" fmla="*/ 269 w 269"/>
                  <a:gd name="T1" fmla="*/ 411 h 749"/>
                  <a:gd name="T2" fmla="*/ 0 w 269"/>
                  <a:gd name="T3" fmla="*/ 749 h 749"/>
                  <a:gd name="T4" fmla="*/ 226 w 269"/>
                  <a:gd name="T5" fmla="*/ 0 h 749"/>
                  <a:gd name="T6" fmla="*/ 269 w 269"/>
                  <a:gd name="T7" fmla="*/ 411 h 749"/>
                </a:gdLst>
                <a:ahLst/>
                <a:cxnLst>
                  <a:cxn ang="0">
                    <a:pos x="T0" y="T1"/>
                  </a:cxn>
                  <a:cxn ang="0">
                    <a:pos x="T2" y="T3"/>
                  </a:cxn>
                  <a:cxn ang="0">
                    <a:pos x="T4" y="T5"/>
                  </a:cxn>
                  <a:cxn ang="0">
                    <a:pos x="T6" y="T7"/>
                  </a:cxn>
                </a:cxnLst>
                <a:rect l="0" t="0" r="r" b="b"/>
                <a:pathLst>
                  <a:path w="269" h="749">
                    <a:moveTo>
                      <a:pt x="269" y="411"/>
                    </a:moveTo>
                    <a:lnTo>
                      <a:pt x="0" y="749"/>
                    </a:lnTo>
                    <a:lnTo>
                      <a:pt x="226" y="0"/>
                    </a:lnTo>
                    <a:lnTo>
                      <a:pt x="269" y="411"/>
                    </a:lnTo>
                    <a:close/>
                  </a:path>
                </a:pathLst>
              </a:custGeom>
              <a:gradFill flip="none" rotWithShape="1">
                <a:gsLst>
                  <a:gs pos="0">
                    <a:srgbClr val="F26649">
                      <a:shade val="30000"/>
                      <a:satMod val="115000"/>
                    </a:srgbClr>
                  </a:gs>
                  <a:gs pos="50000">
                    <a:srgbClr val="F26649">
                      <a:shade val="67500"/>
                      <a:satMod val="115000"/>
                    </a:srgbClr>
                  </a:gs>
                  <a:gs pos="100000">
                    <a:srgbClr val="F26649">
                      <a:shade val="100000"/>
                      <a:satMod val="115000"/>
                    </a:srgb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IN">
                  <a:solidFill>
                    <a:prstClr val="black"/>
                  </a:solidFill>
                  <a:latin typeface="Calibri" panose="020F0502020204030204"/>
                  <a:cs typeface="+mn-cs"/>
                </a:endParaRPr>
              </a:p>
            </p:txBody>
          </p:sp>
        </p:grpSp>
        <p:sp>
          <p:nvSpPr>
            <p:cNvPr id="41" name="TextBox 40"/>
            <p:cNvSpPr txBox="1"/>
            <p:nvPr/>
          </p:nvSpPr>
          <p:spPr>
            <a:xfrm>
              <a:off x="9468529" y="2296648"/>
              <a:ext cx="1037331" cy="369332"/>
            </a:xfrm>
            <a:prstGeom prst="rect">
              <a:avLst/>
            </a:prstGeom>
            <a:noFill/>
          </p:spPr>
          <p:txBody>
            <a:bodyPr wrap="square" rtlCol="0">
              <a:spAutoFit/>
            </a:bodyPr>
            <a:lstStyle/>
            <a:p>
              <a:pPr algn="ctr" fontAlgn="auto">
                <a:spcBef>
                  <a:spcPts val="0"/>
                </a:spcBef>
                <a:spcAft>
                  <a:spcPts val="0"/>
                </a:spcAft>
              </a:pPr>
              <a:r>
                <a:rPr lang="en-GB" b="1" dirty="0" smtClean="0">
                  <a:solidFill>
                    <a:prstClr val="white"/>
                  </a:solidFill>
                  <a:latin typeface="Open Sans" panose="020B0606030504020204" pitchFamily="34" charset="0"/>
                  <a:ea typeface="Open Sans" panose="020B0606030504020204" pitchFamily="34" charset="0"/>
                  <a:cs typeface="Open Sans" panose="020B0606030504020204" pitchFamily="34" charset="0"/>
                </a:rPr>
                <a:t>2</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44" name="Rectangle 43"/>
          <p:cNvSpPr/>
          <p:nvPr/>
        </p:nvSpPr>
        <p:spPr>
          <a:xfrm>
            <a:off x="345059" y="4373253"/>
            <a:ext cx="3324388" cy="1200329"/>
          </a:xfrm>
          <a:prstGeom prst="rect">
            <a:avLst/>
          </a:prstGeom>
        </p:spPr>
        <p:txBody>
          <a:bodyPr wrap="square">
            <a:spAutoFit/>
          </a:bodyPr>
          <a:lstStyle/>
          <a:p>
            <a:pPr algn="ctr" fontAlgn="auto">
              <a:spcBef>
                <a:spcPts val="0"/>
              </a:spcBef>
              <a:spcAft>
                <a:spcPts val="0"/>
              </a:spcAft>
            </a:pPr>
            <a:r>
              <a:rPr lang="ar-JO" sz="2400" b="1" dirty="0" smtClean="0"/>
              <a:t>توجه الفكر العلمي: فهي بمثابة الموجه لإجراءات وعمليات البحث العلمي والاستدلال العقلي</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44"/>
          <p:cNvSpPr/>
          <p:nvPr/>
        </p:nvSpPr>
        <p:spPr>
          <a:xfrm>
            <a:off x="5918284" y="1804790"/>
            <a:ext cx="3333104" cy="1200329"/>
          </a:xfrm>
          <a:prstGeom prst="rect">
            <a:avLst/>
          </a:prstGeom>
        </p:spPr>
        <p:txBody>
          <a:bodyPr wrap="square">
            <a:spAutoFit/>
          </a:bodyPr>
          <a:lstStyle/>
          <a:p>
            <a:pPr algn="ctr" fontAlgn="auto">
              <a:spcBef>
                <a:spcPts val="0"/>
              </a:spcBef>
              <a:spcAft>
                <a:spcPts val="0"/>
              </a:spcAft>
            </a:pPr>
            <a:r>
              <a:rPr lang="ar-JO" sz="2400" b="1" dirty="0" smtClean="0"/>
              <a:t>تقدم توضيحاً وتفسيراً لعدد من الظواهر والأحداث الطبيعية والإنسانية والكونية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6" name="Rectangle 45"/>
          <p:cNvSpPr/>
          <p:nvPr/>
        </p:nvSpPr>
        <p:spPr>
          <a:xfrm>
            <a:off x="5970098" y="4447956"/>
            <a:ext cx="3108253" cy="1200329"/>
          </a:xfrm>
          <a:prstGeom prst="rect">
            <a:avLst/>
          </a:prstGeom>
        </p:spPr>
        <p:txBody>
          <a:bodyPr wrap="square">
            <a:spAutoFit/>
          </a:bodyPr>
          <a:lstStyle/>
          <a:p>
            <a:pPr algn="ctr" fontAlgn="auto">
              <a:spcBef>
                <a:spcPts val="0"/>
              </a:spcBef>
              <a:spcAft>
                <a:spcPts val="0"/>
              </a:spcAft>
            </a:pPr>
            <a:r>
              <a:rPr lang="ar-JO" sz="2400" b="1" dirty="0" smtClean="0"/>
              <a:t>تساعد في التنبؤ بالظواهر وتوقع حدوثها أو عدمه في ظل معطيات ومؤشرات معينة</a:t>
            </a:r>
            <a:endParaRPr lang="en-IN" sz="2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29893828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down)">
                                      <p:cBhvr>
                                        <p:cTn id="11" dur="500"/>
                                        <p:tgtEl>
                                          <p:spTgt spid="7"/>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wipe(right)">
                                      <p:cBhvr>
                                        <p:cTn id="15" dur="500"/>
                                        <p:tgtEl>
                                          <p:spTgt spid="25"/>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wipe(right)">
                                      <p:cBhvr>
                                        <p:cTn id="19" dur="500"/>
                                        <p:tgtEl>
                                          <p:spTgt spid="30"/>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anim calcmode="lin" valueType="num">
                                      <p:cBhvr>
                                        <p:cTn id="24" dur="500" fill="hold"/>
                                        <p:tgtEl>
                                          <p:spTgt spid="33"/>
                                        </p:tgtEl>
                                        <p:attrNameLst>
                                          <p:attrName>ppt_x</p:attrName>
                                        </p:attrNameLst>
                                      </p:cBhvr>
                                      <p:tavLst>
                                        <p:tav tm="0">
                                          <p:val>
                                            <p:strVal val="#ppt_x"/>
                                          </p:val>
                                        </p:tav>
                                        <p:tav tm="100000">
                                          <p:val>
                                            <p:strVal val="#ppt_x"/>
                                          </p:val>
                                        </p:tav>
                                      </p:tavLst>
                                    </p:anim>
                                    <p:anim calcmode="lin" valueType="num">
                                      <p:cBhvr>
                                        <p:cTn id="25" dur="500" fill="hold"/>
                                        <p:tgtEl>
                                          <p:spTgt spid="33"/>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wipe(down)">
                                      <p:cBhvr>
                                        <p:cTn id="29" dur="500"/>
                                        <p:tgtEl>
                                          <p:spTgt spid="24"/>
                                        </p:tgtEl>
                                      </p:cBhvr>
                                    </p:animEffect>
                                  </p:childTnLst>
                                </p:cTn>
                              </p:par>
                            </p:childTnLst>
                          </p:cTn>
                        </p:par>
                        <p:par>
                          <p:cTn id="30" fill="hold">
                            <p:stCondLst>
                              <p:cond delay="3000"/>
                            </p:stCondLst>
                            <p:childTnLst>
                              <p:par>
                                <p:cTn id="31" presetID="22" presetClass="entr" presetSubtype="2" fill="hold" grpId="0"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right)">
                                      <p:cBhvr>
                                        <p:cTn id="33" dur="500"/>
                                        <p:tgtEl>
                                          <p:spTgt spid="34"/>
                                        </p:tgtEl>
                                      </p:cBhvr>
                                    </p:animEffect>
                                  </p:childTnLst>
                                </p:cTn>
                              </p:par>
                            </p:childTnLst>
                          </p:cTn>
                        </p:par>
                        <p:par>
                          <p:cTn id="34" fill="hold">
                            <p:stCondLst>
                              <p:cond delay="3500"/>
                            </p:stCondLst>
                            <p:childTnLst>
                              <p:par>
                                <p:cTn id="35" presetID="22" presetClass="entr" presetSubtype="2" fill="hold" grpId="0" nodeType="after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wipe(right)">
                                      <p:cBhvr>
                                        <p:cTn id="37" dur="500"/>
                                        <p:tgtEl>
                                          <p:spTgt spid="39"/>
                                        </p:tgtEl>
                                      </p:cBhvr>
                                    </p:animEffect>
                                  </p:childTnLst>
                                </p:cTn>
                              </p:par>
                            </p:childTnLst>
                          </p:cTn>
                        </p:par>
                        <p:par>
                          <p:cTn id="38" fill="hold">
                            <p:stCondLst>
                              <p:cond delay="4000"/>
                            </p:stCondLst>
                            <p:childTnLst>
                              <p:par>
                                <p:cTn id="39" presetID="42" presetClass="entr" presetSubtype="0" fill="hold" grpId="0" nodeType="afterEffect">
                                  <p:stCondLst>
                                    <p:cond delay="0"/>
                                  </p:stCondLst>
                                  <p:childTnLst>
                                    <p:set>
                                      <p:cBhvr>
                                        <p:cTn id="40" dur="1" fill="hold">
                                          <p:stCondLst>
                                            <p:cond delay="0"/>
                                          </p:stCondLst>
                                        </p:cTn>
                                        <p:tgtEl>
                                          <p:spTgt spid="45"/>
                                        </p:tgtEl>
                                        <p:attrNameLst>
                                          <p:attrName>style.visibility</p:attrName>
                                        </p:attrNameLst>
                                      </p:cBhvr>
                                      <p:to>
                                        <p:strVal val="visible"/>
                                      </p:to>
                                    </p:set>
                                    <p:animEffect transition="in" filter="fade">
                                      <p:cBhvr>
                                        <p:cTn id="41" dur="500"/>
                                        <p:tgtEl>
                                          <p:spTgt spid="45"/>
                                        </p:tgtEl>
                                      </p:cBhvr>
                                    </p:animEffect>
                                    <p:anim calcmode="lin" valueType="num">
                                      <p:cBhvr>
                                        <p:cTn id="42" dur="500" fill="hold"/>
                                        <p:tgtEl>
                                          <p:spTgt spid="45"/>
                                        </p:tgtEl>
                                        <p:attrNameLst>
                                          <p:attrName>ppt_x</p:attrName>
                                        </p:attrNameLst>
                                      </p:cBhvr>
                                      <p:tavLst>
                                        <p:tav tm="0">
                                          <p:val>
                                            <p:strVal val="#ppt_x"/>
                                          </p:val>
                                        </p:tav>
                                        <p:tav tm="100000">
                                          <p:val>
                                            <p:strVal val="#ppt_x"/>
                                          </p:val>
                                        </p:tav>
                                      </p:tavLst>
                                    </p:anim>
                                    <p:anim calcmode="lin" valueType="num">
                                      <p:cBhvr>
                                        <p:cTn id="43" dur="500" fill="hold"/>
                                        <p:tgtEl>
                                          <p:spTgt spid="45"/>
                                        </p:tgtEl>
                                        <p:attrNameLst>
                                          <p:attrName>ppt_y</p:attrName>
                                        </p:attrNameLst>
                                      </p:cBhvr>
                                      <p:tavLst>
                                        <p:tav tm="0">
                                          <p:val>
                                            <p:strVal val="#ppt_y+.1"/>
                                          </p:val>
                                        </p:tav>
                                        <p:tav tm="100000">
                                          <p:val>
                                            <p:strVal val="#ppt_y"/>
                                          </p:val>
                                        </p:tav>
                                      </p:tavLst>
                                    </p:anim>
                                  </p:childTnLst>
                                </p:cTn>
                              </p:par>
                            </p:childTnLst>
                          </p:cTn>
                        </p:par>
                        <p:par>
                          <p:cTn id="44" fill="hold">
                            <p:stCondLst>
                              <p:cond delay="4500"/>
                            </p:stCondLst>
                            <p:childTnLst>
                              <p:par>
                                <p:cTn id="45" presetID="22" presetClass="entr" presetSubtype="4" fill="hold" nodeType="after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wipe(down)">
                                      <p:cBhvr>
                                        <p:cTn id="47" dur="500"/>
                                        <p:tgtEl>
                                          <p:spTgt spid="2"/>
                                        </p:tgtEl>
                                      </p:cBhvr>
                                    </p:animEffect>
                                  </p:childTnLst>
                                </p:cTn>
                              </p:par>
                            </p:childTnLst>
                          </p:cTn>
                        </p:par>
                        <p:par>
                          <p:cTn id="48" fill="hold">
                            <p:stCondLst>
                              <p:cond delay="5000"/>
                            </p:stCondLst>
                            <p:childTnLst>
                              <p:par>
                                <p:cTn id="49" presetID="22" presetClass="entr" presetSubtype="2" fill="hold" grpId="0"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wipe(right)">
                                      <p:cBhvr>
                                        <p:cTn id="51" dur="500"/>
                                        <p:tgtEl>
                                          <p:spTgt spid="12"/>
                                        </p:tgtEl>
                                      </p:cBhvr>
                                    </p:animEffect>
                                  </p:childTnLst>
                                </p:cTn>
                              </p:par>
                            </p:childTnLst>
                          </p:cTn>
                        </p:par>
                        <p:par>
                          <p:cTn id="52" fill="hold">
                            <p:stCondLst>
                              <p:cond delay="5500"/>
                            </p:stCondLst>
                            <p:childTnLst>
                              <p:par>
                                <p:cTn id="53" presetID="22" presetClass="entr" presetSubtype="2" fill="hold" grpId="0"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wipe(right)">
                                      <p:cBhvr>
                                        <p:cTn id="55" dur="500"/>
                                        <p:tgtEl>
                                          <p:spTgt spid="11"/>
                                        </p:tgtEl>
                                      </p:cBhvr>
                                    </p:animEffect>
                                  </p:childTnLst>
                                </p:cTn>
                              </p:par>
                            </p:childTnLst>
                          </p:cTn>
                        </p:par>
                        <p:par>
                          <p:cTn id="56" fill="hold">
                            <p:stCondLst>
                              <p:cond delay="6000"/>
                            </p:stCondLst>
                            <p:childTnLst>
                              <p:par>
                                <p:cTn id="57" presetID="42" presetClass="entr" presetSubtype="0" fill="hold" grpId="0" nodeType="after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fade">
                                      <p:cBhvr>
                                        <p:cTn id="59" dur="500"/>
                                        <p:tgtEl>
                                          <p:spTgt spid="46"/>
                                        </p:tgtEl>
                                      </p:cBhvr>
                                    </p:animEffect>
                                    <p:anim calcmode="lin" valueType="num">
                                      <p:cBhvr>
                                        <p:cTn id="60" dur="500" fill="hold"/>
                                        <p:tgtEl>
                                          <p:spTgt spid="46"/>
                                        </p:tgtEl>
                                        <p:attrNameLst>
                                          <p:attrName>ppt_x</p:attrName>
                                        </p:attrNameLst>
                                      </p:cBhvr>
                                      <p:tavLst>
                                        <p:tav tm="0">
                                          <p:val>
                                            <p:strVal val="#ppt_x"/>
                                          </p:val>
                                        </p:tav>
                                        <p:tav tm="100000">
                                          <p:val>
                                            <p:strVal val="#ppt_x"/>
                                          </p:val>
                                        </p:tav>
                                      </p:tavLst>
                                    </p:anim>
                                    <p:anim calcmode="lin" valueType="num">
                                      <p:cBhvr>
                                        <p:cTn id="61" dur="500" fill="hold"/>
                                        <p:tgtEl>
                                          <p:spTgt spid="46"/>
                                        </p:tgtEl>
                                        <p:attrNameLst>
                                          <p:attrName>ppt_y</p:attrName>
                                        </p:attrNameLst>
                                      </p:cBhvr>
                                      <p:tavLst>
                                        <p:tav tm="0">
                                          <p:val>
                                            <p:strVal val="#ppt_y+.1"/>
                                          </p:val>
                                        </p:tav>
                                        <p:tav tm="100000">
                                          <p:val>
                                            <p:strVal val="#ppt_y"/>
                                          </p:val>
                                        </p:tav>
                                      </p:tavLst>
                                    </p:anim>
                                  </p:childTnLst>
                                </p:cTn>
                              </p:par>
                            </p:childTnLst>
                          </p:cTn>
                        </p:par>
                        <p:par>
                          <p:cTn id="62" fill="hold">
                            <p:stCondLst>
                              <p:cond delay="6500"/>
                            </p:stCondLst>
                            <p:childTnLst>
                              <p:par>
                                <p:cTn id="63" presetID="22" presetClass="entr" presetSubtype="4" fill="hold" nodeType="after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wipe(down)">
                                      <p:cBhvr>
                                        <p:cTn id="65" dur="500"/>
                                        <p:tgtEl>
                                          <p:spTgt spid="5"/>
                                        </p:tgtEl>
                                      </p:cBhvr>
                                    </p:animEffect>
                                  </p:childTnLst>
                                </p:cTn>
                              </p:par>
                            </p:childTnLst>
                          </p:cTn>
                        </p:par>
                        <p:par>
                          <p:cTn id="66" fill="hold">
                            <p:stCondLst>
                              <p:cond delay="7000"/>
                            </p:stCondLst>
                            <p:childTnLst>
                              <p:par>
                                <p:cTn id="67" presetID="22" presetClass="entr" presetSubtype="2"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wipe(right)">
                                      <p:cBhvr>
                                        <p:cTn id="69" dur="500"/>
                                        <p:tgtEl>
                                          <p:spTgt spid="16"/>
                                        </p:tgtEl>
                                      </p:cBhvr>
                                    </p:animEffect>
                                  </p:childTnLst>
                                </p:cTn>
                              </p:par>
                            </p:childTnLst>
                          </p:cTn>
                        </p:par>
                        <p:par>
                          <p:cTn id="70" fill="hold">
                            <p:stCondLst>
                              <p:cond delay="7500"/>
                            </p:stCondLst>
                            <p:childTnLst>
                              <p:par>
                                <p:cTn id="71" presetID="22" presetClass="entr" presetSubtype="2"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wipe(right)">
                                      <p:cBhvr>
                                        <p:cTn id="73" dur="500"/>
                                        <p:tgtEl>
                                          <p:spTgt spid="21"/>
                                        </p:tgtEl>
                                      </p:cBhvr>
                                    </p:animEffect>
                                  </p:childTnLst>
                                </p:cTn>
                              </p:par>
                            </p:childTnLst>
                          </p:cTn>
                        </p:par>
                        <p:par>
                          <p:cTn id="74" fill="hold">
                            <p:stCondLst>
                              <p:cond delay="8000"/>
                            </p:stCondLst>
                            <p:childTnLst>
                              <p:par>
                                <p:cTn id="75" presetID="42" presetClass="entr" presetSubtype="0" fill="hold" grpId="0"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anim calcmode="lin" valueType="num">
                                      <p:cBhvr>
                                        <p:cTn id="78" dur="500" fill="hold"/>
                                        <p:tgtEl>
                                          <p:spTgt spid="44"/>
                                        </p:tgtEl>
                                        <p:attrNameLst>
                                          <p:attrName>ppt_x</p:attrName>
                                        </p:attrNameLst>
                                      </p:cBhvr>
                                      <p:tavLst>
                                        <p:tav tm="0">
                                          <p:val>
                                            <p:strVal val="#ppt_x"/>
                                          </p:val>
                                        </p:tav>
                                        <p:tav tm="100000">
                                          <p:val>
                                            <p:strVal val="#ppt_x"/>
                                          </p:val>
                                        </p:tav>
                                      </p:tavLst>
                                    </p:anim>
                                    <p:anim calcmode="lin" valueType="num">
                                      <p:cBhvr>
                                        <p:cTn id="79" dur="500" fill="hold"/>
                                        <p:tgtEl>
                                          <p:spTgt spid="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3" grpId="0"/>
      <p:bldP spid="11" grpId="0" animBg="1"/>
      <p:bldP spid="16" grpId="0" animBg="1"/>
      <p:bldP spid="21" grpId="0" animBg="1"/>
      <p:bldP spid="25" grpId="0" animBg="1"/>
      <p:bldP spid="30" grpId="0" animBg="1"/>
      <p:bldP spid="33" grpId="0"/>
      <p:bldP spid="34" grpId="0" animBg="1"/>
      <p:bldP spid="39" grpId="0" animBg="1"/>
      <p:bldP spid="44" grpId="0"/>
      <p:bldP spid="45" grpId="0"/>
      <p:bldP spid="46"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7953555" y="1502431"/>
            <a:ext cx="3433993" cy="8209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TextBox 4"/>
          <p:cNvSpPr txBox="1"/>
          <p:nvPr/>
        </p:nvSpPr>
        <p:spPr>
          <a:xfrm>
            <a:off x="8358157" y="1620502"/>
            <a:ext cx="2624787" cy="584775"/>
          </a:xfrm>
          <a:prstGeom prst="rect">
            <a:avLst/>
          </a:prstGeom>
          <a:noFill/>
        </p:spPr>
        <p:txBody>
          <a:bodyPr wrap="square" rtlCol="0">
            <a:spAutoFit/>
          </a:bodyPr>
          <a:lstStyle/>
          <a:p>
            <a:pPr algn="ctr" fontAlgn="auto">
              <a:spcBef>
                <a:spcPts val="0"/>
              </a:spcBef>
              <a:spcAft>
                <a:spcPts val="0"/>
              </a:spcAft>
            </a:pPr>
            <a:r>
              <a:rPr lang="ar-SA" sz="3200" b="1" u="sng" dirty="0" smtClean="0">
                <a:solidFill>
                  <a:schemeClr val="bg1"/>
                </a:solidFill>
              </a:rPr>
              <a:t>النظرية السلوكية</a:t>
            </a:r>
            <a:endParaRPr lang="en-US" sz="3200" b="1" u="sng" dirty="0" smtClean="0">
              <a:solidFill>
                <a:schemeClr val="bg1"/>
              </a:solidFill>
              <a:latin typeface="Raleway" panose="020B0503030101060003" pitchFamily="34" charset="0"/>
              <a:cs typeface="+mn-cs"/>
            </a:endParaRPr>
          </a:p>
        </p:txBody>
      </p:sp>
      <p:sp>
        <p:nvSpPr>
          <p:cNvPr id="11" name="Title 2"/>
          <p:cNvSpPr txBox="1">
            <a:spLocks/>
          </p:cNvSpPr>
          <p:nvPr/>
        </p:nvSpPr>
        <p:spPr>
          <a:xfrm>
            <a:off x="638355" y="460209"/>
            <a:ext cx="11059064" cy="71298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ctr" rtl="1"/>
            <a:r>
              <a:rPr lang="ar-JO" sz="4000" u="sng" dirty="0" smtClean="0"/>
              <a:t>وسيتم عرض النظريات التقليدية والحديثة في ظل تكنولوجيا التعليم كما في الشكل الآتي:</a:t>
            </a:r>
            <a:endParaRPr lang="el-GR" sz="4000" u="sng" dirty="0"/>
          </a:p>
        </p:txBody>
      </p:sp>
      <p:pic>
        <p:nvPicPr>
          <p:cNvPr id="2" name="Picture 1"/>
          <p:cNvPicPr>
            <a:picLocks noChangeAspect="1"/>
          </p:cNvPicPr>
          <p:nvPr/>
        </p:nvPicPr>
        <p:blipFill>
          <a:blip r:embed="rId2"/>
          <a:stretch>
            <a:fillRect/>
          </a:stretch>
        </p:blipFill>
        <p:spPr>
          <a:xfrm>
            <a:off x="565371" y="931779"/>
            <a:ext cx="2123362" cy="5926221"/>
          </a:xfrm>
          <a:prstGeom prst="rect">
            <a:avLst/>
          </a:prstGeom>
        </p:spPr>
      </p:pic>
      <p:sp>
        <p:nvSpPr>
          <p:cNvPr id="14" name="Text Placeholder 3"/>
          <p:cNvSpPr txBox="1">
            <a:spLocks/>
          </p:cNvSpPr>
          <p:nvPr/>
        </p:nvSpPr>
        <p:spPr>
          <a:xfrm>
            <a:off x="2688733" y="2595203"/>
            <a:ext cx="8698815" cy="2881222"/>
          </a:xfrm>
          <a:prstGeom prst="rect">
            <a:avLst/>
          </a:prstGeom>
        </p:spPr>
        <p:txBody>
          <a:bodyPr/>
          <a:lstStyle/>
          <a:p>
            <a:pPr algn="ctr" rtl="1"/>
            <a:r>
              <a:rPr lang="ar-JO" sz="2800" b="1" dirty="0" smtClean="0"/>
              <a:t>النظرية السلوكية من علمائها واتسـون وثرنديك وبافلوف وسكنر، أكدوا على أن التعلم يحصل بملاحظة التغيرات في سلوك المتعلم عن طريق استجابتة للمؤثرات من خلال المعززات والمحفزات في بيئة مهيئه لحدوث التعلم، حيث إن الاستجابات تحدث بعد الحصـول على التغذية الراجعة على شكل معززات وتكرارها، فالتعلم في النظرية السلوكية يرتبط بالتغير في سلوك المتعلم</a:t>
            </a:r>
            <a:r>
              <a:rPr lang="en-US" sz="2800" b="1" dirty="0" smtClean="0"/>
              <a:t>. </a:t>
            </a:r>
            <a:endParaRPr lang="el-GR" sz="2800" b="1" dirty="0"/>
          </a:p>
        </p:txBody>
      </p:sp>
      <p:sp>
        <p:nvSpPr>
          <p:cNvPr id="15" name="Freeform 11"/>
          <p:cNvSpPr/>
          <p:nvPr/>
        </p:nvSpPr>
        <p:spPr>
          <a:xfrm rot="9340997">
            <a:off x="2302623" y="5065871"/>
            <a:ext cx="3558710" cy="1108602"/>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6" name="Isosceles Triangle 9"/>
          <p:cNvSpPr/>
          <p:nvPr/>
        </p:nvSpPr>
        <p:spPr>
          <a:xfrm rot="2110876">
            <a:off x="562345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 name="Footer Placeholder 2"/>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284600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2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750"/>
                            </p:stCondLst>
                            <p:childTnLst>
                              <p:par>
                                <p:cTn id="13" presetID="10" presetClass="entr" presetSubtype="0" fill="hold" grpId="0" nodeType="afterEffect">
                                  <p:stCondLst>
                                    <p:cond delay="25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2500"/>
                            </p:stCondLst>
                            <p:childTnLst>
                              <p:par>
                                <p:cTn id="17" presetID="10" presetClass="entr" presetSubtype="0" fill="hold" grpId="0" nodeType="afterEffect">
                                  <p:stCondLst>
                                    <p:cond delay="25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325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3750"/>
                            </p:stCondLst>
                            <p:childTnLst>
                              <p:par>
                                <p:cTn id="25" presetID="10" presetClass="entr" presetSubtype="0"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par>
                          <p:cTn id="28" fill="hold">
                            <p:stCondLst>
                              <p:cond delay="4250"/>
                            </p:stCondLst>
                            <p:childTnLst>
                              <p:par>
                                <p:cTn id="29" presetID="10" presetClass="entr" presetSubtype="0" fill="hold" grpId="0" nodeType="afterEffect">
                                  <p:stCondLst>
                                    <p:cond delay="25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p:bldP spid="11" grpId="0"/>
      <p:bldP spid="14" grpId="0"/>
      <p:bldP spid="15" grpId="0" animBg="1"/>
      <p:bldP spid="1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7953555" y="1245618"/>
            <a:ext cx="3433993" cy="8209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TextBox 4"/>
          <p:cNvSpPr txBox="1"/>
          <p:nvPr/>
        </p:nvSpPr>
        <p:spPr>
          <a:xfrm>
            <a:off x="8452210" y="1378243"/>
            <a:ext cx="2624787" cy="584775"/>
          </a:xfrm>
          <a:prstGeom prst="rect">
            <a:avLst/>
          </a:prstGeom>
          <a:noFill/>
        </p:spPr>
        <p:txBody>
          <a:bodyPr wrap="square" rtlCol="0">
            <a:spAutoFit/>
          </a:bodyPr>
          <a:lstStyle/>
          <a:p>
            <a:pPr algn="ctr" fontAlgn="auto">
              <a:spcBef>
                <a:spcPts val="0"/>
              </a:spcBef>
              <a:spcAft>
                <a:spcPts val="0"/>
              </a:spcAft>
            </a:pPr>
            <a:r>
              <a:rPr lang="ar-SA" sz="3200" b="1" u="sng" dirty="0" smtClean="0">
                <a:solidFill>
                  <a:schemeClr val="bg1"/>
                </a:solidFill>
              </a:rPr>
              <a:t>النظرية المعرفية</a:t>
            </a:r>
            <a:endParaRPr lang="en-US" sz="3200" b="1" u="sng" dirty="0" smtClean="0">
              <a:solidFill>
                <a:schemeClr val="bg1"/>
              </a:solidFill>
              <a:latin typeface="Raleway" panose="020B0503030101060003" pitchFamily="34" charset="0"/>
              <a:cs typeface="+mn-cs"/>
            </a:endParaRPr>
          </a:p>
        </p:txBody>
      </p:sp>
      <p:sp>
        <p:nvSpPr>
          <p:cNvPr id="11" name="Title 2"/>
          <p:cNvSpPr txBox="1">
            <a:spLocks/>
          </p:cNvSpPr>
          <p:nvPr/>
        </p:nvSpPr>
        <p:spPr>
          <a:xfrm>
            <a:off x="638355" y="460209"/>
            <a:ext cx="11059064" cy="712983"/>
          </a:xfrm>
          <a:prstGeom prst="rect">
            <a:avLst/>
          </a:prstGeom>
        </p:spPr>
        <p:txBody>
          <a:bodyPr vert="horz" lIns="0" tIns="0" rIns="0" bIns="0" rtlCol="0" anchor="ctr">
            <a:noAutofit/>
          </a:bodyPr>
          <a:lstStyle>
            <a:lvl1pPr algn="l" defTabSz="457200" rtl="0" eaLnBrk="1" latinLnBrk="0" hangingPunct="1">
              <a:spcBef>
                <a:spcPct val="0"/>
              </a:spcBef>
              <a:buNone/>
              <a:defRPr sz="1400" b="1" kern="1200">
                <a:solidFill>
                  <a:schemeClr val="tx1"/>
                </a:solidFill>
                <a:latin typeface="Raleway"/>
                <a:ea typeface="+mj-ea"/>
                <a:cs typeface="Raleway"/>
              </a:defRPr>
            </a:lvl1pPr>
          </a:lstStyle>
          <a:p>
            <a:pPr algn="ctr" rtl="1"/>
            <a:r>
              <a:rPr lang="ar-JO" sz="3200" dirty="0" smtClean="0"/>
              <a:t>وسيتم عرض النظريات التقليدية والحديثة في ظل تكنولوجيا التعليم كما في الشكل الآتي:</a:t>
            </a:r>
            <a:endParaRPr lang="el-GR" sz="3200" dirty="0"/>
          </a:p>
        </p:txBody>
      </p:sp>
      <p:pic>
        <p:nvPicPr>
          <p:cNvPr id="2" name="Picture 1"/>
          <p:cNvPicPr>
            <a:picLocks noChangeAspect="1"/>
          </p:cNvPicPr>
          <p:nvPr/>
        </p:nvPicPr>
        <p:blipFill>
          <a:blip r:embed="rId2"/>
          <a:stretch>
            <a:fillRect/>
          </a:stretch>
        </p:blipFill>
        <p:spPr>
          <a:xfrm>
            <a:off x="565371" y="931779"/>
            <a:ext cx="2123362" cy="5926221"/>
          </a:xfrm>
          <a:prstGeom prst="rect">
            <a:avLst/>
          </a:prstGeom>
        </p:spPr>
      </p:pic>
      <p:sp>
        <p:nvSpPr>
          <p:cNvPr id="14" name="Text Placeholder 3"/>
          <p:cNvSpPr txBox="1">
            <a:spLocks/>
          </p:cNvSpPr>
          <p:nvPr/>
        </p:nvSpPr>
        <p:spPr>
          <a:xfrm>
            <a:off x="3071004" y="2792798"/>
            <a:ext cx="8316544" cy="2043371"/>
          </a:xfrm>
          <a:prstGeom prst="rect">
            <a:avLst/>
          </a:prstGeom>
        </p:spPr>
        <p:txBody>
          <a:bodyPr/>
          <a:lstStyle/>
          <a:p>
            <a:pPr algn="ctr" rtl="1"/>
            <a:r>
              <a:rPr lang="ar-JO" sz="2800" b="1" dirty="0" smtClean="0"/>
              <a:t>إن النظرية المعرفية جاءت بعد النظرية السلوكيـة كجزء من تحول عام في وضع نظريات علم النفس بدءاً من الستينيات، ولتؤكد على أن اكتساب المعرفة تتحقق بمساعدة المتعلمين على استخدام العمليات العقلية في تنظيم وربط المعلومات الجديدة</a:t>
            </a:r>
            <a:endParaRPr lang="el-GR" sz="2800" b="1" dirty="0"/>
          </a:p>
        </p:txBody>
      </p:sp>
      <p:sp>
        <p:nvSpPr>
          <p:cNvPr id="15" name="Freeform 11"/>
          <p:cNvSpPr/>
          <p:nvPr/>
        </p:nvSpPr>
        <p:spPr>
          <a:xfrm rot="9340997">
            <a:off x="2302623" y="5065871"/>
            <a:ext cx="3558710" cy="1108602"/>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6" name="Isosceles Triangle 9"/>
          <p:cNvSpPr/>
          <p:nvPr/>
        </p:nvSpPr>
        <p:spPr>
          <a:xfrm rot="2110876">
            <a:off x="563535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 name="Footer Placeholder 2"/>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284600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3000"/>
                            </p:stCondLst>
                            <p:childTnLst>
                              <p:par>
                                <p:cTn id="21" presetID="10" presetClass="entr" presetSubtype="0" fill="hold" grpId="0" nodeType="afterEffect">
                                  <p:stCondLst>
                                    <p:cond delay="25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3750"/>
                            </p:stCondLst>
                            <p:childTnLst>
                              <p:par>
                                <p:cTn id="25" presetID="10" presetClass="entr" presetSubtype="0"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par>
                          <p:cTn id="28" fill="hold">
                            <p:stCondLst>
                              <p:cond delay="4250"/>
                            </p:stCondLst>
                            <p:childTnLst>
                              <p:par>
                                <p:cTn id="29" presetID="10" presetClass="entr" presetSubtype="0" fill="hold" grpId="0" nodeType="afterEffect">
                                  <p:stCondLst>
                                    <p:cond delay="25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p:bldP spid="11" grpId="0"/>
      <p:bldP spid="14" grpId="0"/>
      <p:bldP spid="15" grpId="0" animBg="1"/>
      <p:bldP spid="16"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Autofit/>
          </a:bodyPr>
          <a:lstStyle/>
          <a:p>
            <a:pPr algn="ctr" rtl="1"/>
            <a:r>
              <a:rPr lang="ar-SA" sz="3600" dirty="0" smtClean="0">
                <a:solidFill>
                  <a:schemeClr val="tx1"/>
                </a:solidFill>
              </a:rPr>
              <a:t>النظرية البنائية </a:t>
            </a:r>
            <a:endParaRPr lang="el-GR" sz="3600" dirty="0">
              <a:solidFill>
                <a:schemeClr val="tx1"/>
              </a:solidFill>
            </a:endParaRPr>
          </a:p>
        </p:txBody>
      </p:sp>
      <p:sp>
        <p:nvSpPr>
          <p:cNvPr id="4" name="Text Placeholder 3"/>
          <p:cNvSpPr>
            <a:spLocks noGrp="1"/>
          </p:cNvSpPr>
          <p:nvPr>
            <p:ph type="body" sz="quarter" idx="16"/>
          </p:nvPr>
        </p:nvSpPr>
        <p:spPr>
          <a:xfrm>
            <a:off x="591962" y="3141787"/>
            <a:ext cx="5682912" cy="2810440"/>
          </a:xfrm>
        </p:spPr>
        <p:txBody>
          <a:bodyPr>
            <a:noAutofit/>
          </a:bodyPr>
          <a:lstStyle/>
          <a:p>
            <a:pPr algn="ctr" rtl="1">
              <a:lnSpc>
                <a:spcPct val="100000"/>
              </a:lnSpc>
            </a:pPr>
            <a:r>
              <a:rPr lang="ar-JO" sz="2800" b="1" dirty="0" smtClean="0">
                <a:solidFill>
                  <a:schemeClr val="tx1"/>
                </a:solidFill>
              </a:rPr>
              <a:t>النظرية البنائية لبياجيه وبايرت قد ركزت على أن المتعلم هو العنصـر الفعال، فالمتعلمون هم من يبنون معارفهم بأنفسهم من خلال تجاربهم و خبراتهم، فالتعلم فيها قائم على فهم المعلومات التي يتلقاها المتعلم</a:t>
            </a:r>
            <a:r>
              <a:rPr lang="en-US" sz="2800" b="1" dirty="0" smtClean="0">
                <a:solidFill>
                  <a:schemeClr val="tx1"/>
                </a:solidFill>
              </a:rPr>
              <a:t> .</a:t>
            </a:r>
            <a:endParaRPr lang="el-GR" sz="2800" b="1" dirty="0">
              <a:solidFill>
                <a:schemeClr val="tx1"/>
              </a:solidFill>
            </a:endParaRPr>
          </a:p>
        </p:txBody>
      </p:sp>
      <p:sp>
        <p:nvSpPr>
          <p:cNvPr id="5" name="Freeform 4"/>
          <p:cNvSpPr/>
          <p:nvPr/>
        </p:nvSpPr>
        <p:spPr>
          <a:xfrm rot="19844272">
            <a:off x="6525327" y="2095748"/>
            <a:ext cx="5941906" cy="2878595"/>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3544017 w 3544017"/>
              <a:gd name="connsiteY0" fmla="*/ 447473 h 1666760"/>
              <a:gd name="connsiteX1" fmla="*/ 1444284 w 3544017"/>
              <a:gd name="connsiteY1" fmla="*/ 803074 h 1666760"/>
              <a:gd name="connsiteX2" fmla="*/ 2020018 w 3544017"/>
              <a:gd name="connsiteY2" fmla="*/ 1666673 h 1666760"/>
              <a:gd name="connsiteX3" fmla="*/ 2528017 w 3544017"/>
              <a:gd name="connsiteY3" fmla="*/ 853873 h 1666760"/>
              <a:gd name="connsiteX4" fmla="*/ 0 w 3544017"/>
              <a:gd name="connsiteY4" fmla="*/ 382340 h 1666760"/>
              <a:gd name="connsiteX0" fmla="*/ 3544017 w 3544017"/>
              <a:gd name="connsiteY0" fmla="*/ 321471 h 1540758"/>
              <a:gd name="connsiteX1" fmla="*/ 1444284 w 3544017"/>
              <a:gd name="connsiteY1" fmla="*/ 677072 h 1540758"/>
              <a:gd name="connsiteX2" fmla="*/ 2020018 w 3544017"/>
              <a:gd name="connsiteY2" fmla="*/ 1540671 h 1540758"/>
              <a:gd name="connsiteX3" fmla="*/ 2528017 w 3544017"/>
              <a:gd name="connsiteY3" fmla="*/ 727871 h 1540758"/>
              <a:gd name="connsiteX4" fmla="*/ 0 w 3544017"/>
              <a:gd name="connsiteY4" fmla="*/ 256338 h 1540758"/>
              <a:gd name="connsiteX0" fmla="*/ 3544017 w 3544017"/>
              <a:gd name="connsiteY0" fmla="*/ 377302 h 1596681"/>
              <a:gd name="connsiteX1" fmla="*/ 1444284 w 3544017"/>
              <a:gd name="connsiteY1" fmla="*/ 732903 h 1596681"/>
              <a:gd name="connsiteX2" fmla="*/ 2020018 w 3544017"/>
              <a:gd name="connsiteY2" fmla="*/ 1596502 h 1596681"/>
              <a:gd name="connsiteX3" fmla="*/ 2528017 w 3544017"/>
              <a:gd name="connsiteY3" fmla="*/ 783702 h 1596681"/>
              <a:gd name="connsiteX4" fmla="*/ 0 w 3544017"/>
              <a:gd name="connsiteY4" fmla="*/ 312169 h 1596681"/>
              <a:gd name="connsiteX0" fmla="*/ 3544017 w 3544017"/>
              <a:gd name="connsiteY0" fmla="*/ 403902 h 1623404"/>
              <a:gd name="connsiteX1" fmla="*/ 1444284 w 3544017"/>
              <a:gd name="connsiteY1" fmla="*/ 759503 h 1623404"/>
              <a:gd name="connsiteX2" fmla="*/ 2020018 w 3544017"/>
              <a:gd name="connsiteY2" fmla="*/ 1623102 h 1623404"/>
              <a:gd name="connsiteX3" fmla="*/ 2528017 w 3544017"/>
              <a:gd name="connsiteY3" fmla="*/ 810302 h 1623404"/>
              <a:gd name="connsiteX4" fmla="*/ 0 w 3544017"/>
              <a:gd name="connsiteY4" fmla="*/ 338769 h 1623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017" h="1623404">
                <a:moveTo>
                  <a:pt x="3544017" y="403902"/>
                </a:moveTo>
                <a:cubicBezTo>
                  <a:pt x="2585872" y="364391"/>
                  <a:pt x="1749084" y="99103"/>
                  <a:pt x="1444284" y="759503"/>
                </a:cubicBezTo>
                <a:cubicBezTo>
                  <a:pt x="1139484" y="1419903"/>
                  <a:pt x="1839396" y="1614636"/>
                  <a:pt x="2020018" y="1623102"/>
                </a:cubicBezTo>
                <a:cubicBezTo>
                  <a:pt x="2200640" y="1631568"/>
                  <a:pt x="2715067" y="1464599"/>
                  <a:pt x="2528017" y="810302"/>
                </a:cubicBezTo>
                <a:cubicBezTo>
                  <a:pt x="2340967" y="156005"/>
                  <a:pt x="1869835" y="-371234"/>
                  <a:pt x="0" y="3387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6" name="Isosceles Triangle 9"/>
          <p:cNvSpPr/>
          <p:nvPr/>
        </p:nvSpPr>
        <p:spPr>
          <a:xfrm rot="12614151">
            <a:off x="6337147" y="4184254"/>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70117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right)">
                                      <p:cBhvr>
                                        <p:cTn id="7" dur="500"/>
                                        <p:tgtEl>
                                          <p:spTgt spid="5"/>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Autofit/>
          </a:bodyPr>
          <a:lstStyle/>
          <a:p>
            <a:pPr algn="ctr" rtl="1"/>
            <a:r>
              <a:rPr lang="ar-JO" sz="3600" dirty="0" smtClean="0">
                <a:solidFill>
                  <a:schemeClr val="tx1"/>
                </a:solidFill>
              </a:rPr>
              <a:t>مقارنة بين نظريات التعلم</a:t>
            </a:r>
            <a:endParaRPr lang="el-GR" sz="3600" dirty="0">
              <a:solidFill>
                <a:schemeClr val="tx1"/>
              </a:solidFill>
            </a:endParaRPr>
          </a:p>
        </p:txBody>
      </p:sp>
      <p:sp>
        <p:nvSpPr>
          <p:cNvPr id="4" name="Text Placeholder 3"/>
          <p:cNvSpPr>
            <a:spLocks noGrp="1"/>
          </p:cNvSpPr>
          <p:nvPr>
            <p:ph type="body" sz="quarter" idx="16"/>
          </p:nvPr>
        </p:nvSpPr>
        <p:spPr>
          <a:xfrm>
            <a:off x="591962" y="3141787"/>
            <a:ext cx="5682912" cy="2810440"/>
          </a:xfrm>
        </p:spPr>
        <p:txBody>
          <a:bodyPr>
            <a:noAutofit/>
          </a:bodyPr>
          <a:lstStyle/>
          <a:p>
            <a:pPr algn="ctr" rtl="1"/>
            <a:r>
              <a:rPr lang="ar-JO" sz="2800" b="1" dirty="0" smtClean="0">
                <a:solidFill>
                  <a:schemeClr val="tx1"/>
                </a:solidFill>
              </a:rPr>
              <a:t>ونتيجة للتطور التكنولوجي والمعرفي والمعلومات، فقد وضعت نظريات حديثة تتوائم مع متطلبات العصر التكنولوجي والتقني والمعلوماتي والاتصالات، وتتناسب مع بيئة التعلم الإلكتروني؛ منها النظرية الترابطية.</a:t>
            </a:r>
            <a:endParaRPr lang="el-GR" sz="2800" b="1" dirty="0">
              <a:solidFill>
                <a:schemeClr val="tx1"/>
              </a:solidFill>
            </a:endParaRPr>
          </a:p>
        </p:txBody>
      </p:sp>
      <p:sp>
        <p:nvSpPr>
          <p:cNvPr id="5" name="Freeform 4"/>
          <p:cNvSpPr/>
          <p:nvPr/>
        </p:nvSpPr>
        <p:spPr>
          <a:xfrm rot="19844272">
            <a:off x="6525327" y="2095748"/>
            <a:ext cx="5941906" cy="2878595"/>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3544017 w 3544017"/>
              <a:gd name="connsiteY0" fmla="*/ 447473 h 1666760"/>
              <a:gd name="connsiteX1" fmla="*/ 1444284 w 3544017"/>
              <a:gd name="connsiteY1" fmla="*/ 803074 h 1666760"/>
              <a:gd name="connsiteX2" fmla="*/ 2020018 w 3544017"/>
              <a:gd name="connsiteY2" fmla="*/ 1666673 h 1666760"/>
              <a:gd name="connsiteX3" fmla="*/ 2528017 w 3544017"/>
              <a:gd name="connsiteY3" fmla="*/ 853873 h 1666760"/>
              <a:gd name="connsiteX4" fmla="*/ 0 w 3544017"/>
              <a:gd name="connsiteY4" fmla="*/ 382340 h 1666760"/>
              <a:gd name="connsiteX0" fmla="*/ 3544017 w 3544017"/>
              <a:gd name="connsiteY0" fmla="*/ 321471 h 1540758"/>
              <a:gd name="connsiteX1" fmla="*/ 1444284 w 3544017"/>
              <a:gd name="connsiteY1" fmla="*/ 677072 h 1540758"/>
              <a:gd name="connsiteX2" fmla="*/ 2020018 w 3544017"/>
              <a:gd name="connsiteY2" fmla="*/ 1540671 h 1540758"/>
              <a:gd name="connsiteX3" fmla="*/ 2528017 w 3544017"/>
              <a:gd name="connsiteY3" fmla="*/ 727871 h 1540758"/>
              <a:gd name="connsiteX4" fmla="*/ 0 w 3544017"/>
              <a:gd name="connsiteY4" fmla="*/ 256338 h 1540758"/>
              <a:gd name="connsiteX0" fmla="*/ 3544017 w 3544017"/>
              <a:gd name="connsiteY0" fmla="*/ 377302 h 1596681"/>
              <a:gd name="connsiteX1" fmla="*/ 1444284 w 3544017"/>
              <a:gd name="connsiteY1" fmla="*/ 732903 h 1596681"/>
              <a:gd name="connsiteX2" fmla="*/ 2020018 w 3544017"/>
              <a:gd name="connsiteY2" fmla="*/ 1596502 h 1596681"/>
              <a:gd name="connsiteX3" fmla="*/ 2528017 w 3544017"/>
              <a:gd name="connsiteY3" fmla="*/ 783702 h 1596681"/>
              <a:gd name="connsiteX4" fmla="*/ 0 w 3544017"/>
              <a:gd name="connsiteY4" fmla="*/ 312169 h 1596681"/>
              <a:gd name="connsiteX0" fmla="*/ 3544017 w 3544017"/>
              <a:gd name="connsiteY0" fmla="*/ 403902 h 1623404"/>
              <a:gd name="connsiteX1" fmla="*/ 1444284 w 3544017"/>
              <a:gd name="connsiteY1" fmla="*/ 759503 h 1623404"/>
              <a:gd name="connsiteX2" fmla="*/ 2020018 w 3544017"/>
              <a:gd name="connsiteY2" fmla="*/ 1623102 h 1623404"/>
              <a:gd name="connsiteX3" fmla="*/ 2528017 w 3544017"/>
              <a:gd name="connsiteY3" fmla="*/ 810302 h 1623404"/>
              <a:gd name="connsiteX4" fmla="*/ 0 w 3544017"/>
              <a:gd name="connsiteY4" fmla="*/ 338769 h 1623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017" h="1623404">
                <a:moveTo>
                  <a:pt x="3544017" y="403902"/>
                </a:moveTo>
                <a:cubicBezTo>
                  <a:pt x="2585872" y="364391"/>
                  <a:pt x="1749084" y="99103"/>
                  <a:pt x="1444284" y="759503"/>
                </a:cubicBezTo>
                <a:cubicBezTo>
                  <a:pt x="1139484" y="1419903"/>
                  <a:pt x="1839396" y="1614636"/>
                  <a:pt x="2020018" y="1623102"/>
                </a:cubicBezTo>
                <a:cubicBezTo>
                  <a:pt x="2200640" y="1631568"/>
                  <a:pt x="2715067" y="1464599"/>
                  <a:pt x="2528017" y="810302"/>
                </a:cubicBezTo>
                <a:cubicBezTo>
                  <a:pt x="2340967" y="156005"/>
                  <a:pt x="1869835" y="-371234"/>
                  <a:pt x="0" y="3387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6" name="Isosceles Triangle 9"/>
          <p:cNvSpPr/>
          <p:nvPr/>
        </p:nvSpPr>
        <p:spPr>
          <a:xfrm rot="12614151">
            <a:off x="6337147" y="4184254"/>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7"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470117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right)">
                                      <p:cBhvr>
                                        <p:cTn id="7" dur="500"/>
                                        <p:tgtEl>
                                          <p:spTgt spid="5"/>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7953555" y="1245618"/>
            <a:ext cx="3433993" cy="8209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 name="TextBox 4"/>
          <p:cNvSpPr txBox="1"/>
          <p:nvPr/>
        </p:nvSpPr>
        <p:spPr>
          <a:xfrm>
            <a:off x="8452210" y="1378243"/>
            <a:ext cx="2624787" cy="584775"/>
          </a:xfrm>
          <a:prstGeom prst="rect">
            <a:avLst/>
          </a:prstGeom>
          <a:noFill/>
        </p:spPr>
        <p:txBody>
          <a:bodyPr wrap="square" rtlCol="0">
            <a:spAutoFit/>
          </a:bodyPr>
          <a:lstStyle/>
          <a:p>
            <a:pPr rtl="1"/>
            <a:r>
              <a:rPr lang="ar-SA" sz="3200" b="1" u="sng" dirty="0" smtClean="0">
                <a:solidFill>
                  <a:schemeClr val="bg1"/>
                </a:solidFill>
              </a:rPr>
              <a:t>النظرية الترابطية </a:t>
            </a:r>
            <a:endParaRPr lang="el-GR" sz="3200" u="sng" dirty="0">
              <a:solidFill>
                <a:schemeClr val="bg1"/>
              </a:solidFill>
            </a:endParaRPr>
          </a:p>
        </p:txBody>
      </p:sp>
      <p:pic>
        <p:nvPicPr>
          <p:cNvPr id="2" name="Picture 1"/>
          <p:cNvPicPr>
            <a:picLocks noChangeAspect="1"/>
          </p:cNvPicPr>
          <p:nvPr/>
        </p:nvPicPr>
        <p:blipFill>
          <a:blip r:embed="rId2"/>
          <a:stretch>
            <a:fillRect/>
          </a:stretch>
        </p:blipFill>
        <p:spPr>
          <a:xfrm>
            <a:off x="565371" y="931779"/>
            <a:ext cx="2123362" cy="5926221"/>
          </a:xfrm>
          <a:prstGeom prst="rect">
            <a:avLst/>
          </a:prstGeom>
        </p:spPr>
      </p:pic>
      <p:sp>
        <p:nvSpPr>
          <p:cNvPr id="14" name="Text Placeholder 3"/>
          <p:cNvSpPr txBox="1">
            <a:spLocks/>
          </p:cNvSpPr>
          <p:nvPr/>
        </p:nvSpPr>
        <p:spPr>
          <a:xfrm>
            <a:off x="3071004" y="2792798"/>
            <a:ext cx="8316544" cy="2043371"/>
          </a:xfrm>
          <a:prstGeom prst="rect">
            <a:avLst/>
          </a:prstGeom>
        </p:spPr>
        <p:txBody>
          <a:bodyPr/>
          <a:lstStyle/>
          <a:p>
            <a:pPr algn="ctr" rtl="1"/>
            <a:r>
              <a:rPr lang="ar-JO" sz="2800" b="1" dirty="0" smtClean="0"/>
              <a:t>تعد النظرية الترابطية من النظريات الحديثة التي قدمها كل من جورج سيمنز وستيفن داونز في عــــام 2005. </a:t>
            </a:r>
            <a:endParaRPr lang="el-GR" sz="2800" b="1" dirty="0"/>
          </a:p>
        </p:txBody>
      </p:sp>
      <p:sp>
        <p:nvSpPr>
          <p:cNvPr id="15" name="Freeform 11"/>
          <p:cNvSpPr/>
          <p:nvPr/>
        </p:nvSpPr>
        <p:spPr>
          <a:xfrm rot="9340997">
            <a:off x="2302623" y="5065871"/>
            <a:ext cx="3558710" cy="1108602"/>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6" name="Isosceles Triangle 9"/>
          <p:cNvSpPr/>
          <p:nvPr/>
        </p:nvSpPr>
        <p:spPr>
          <a:xfrm rot="2110876">
            <a:off x="562345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 name="Footer Placeholder 2"/>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284600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500"/>
                            </p:stCondLst>
                            <p:childTnLst>
                              <p:par>
                                <p:cTn id="13" presetID="10" presetClass="entr" presetSubtype="0" fill="hold" grpId="0" nodeType="afterEffect">
                                  <p:stCondLst>
                                    <p:cond delay="25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2250"/>
                            </p:stCondLst>
                            <p:childTnLst>
                              <p:par>
                                <p:cTn id="17" presetID="10" presetClass="entr" presetSubtype="0" fill="hold" grpId="0" nodeType="afterEffect">
                                  <p:stCondLst>
                                    <p:cond delay="25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childTnLst>
                          </p:cTn>
                        </p:par>
                        <p:par>
                          <p:cTn id="24" fill="hold">
                            <p:stCondLst>
                              <p:cond delay="3500"/>
                            </p:stCondLst>
                            <p:childTnLst>
                              <p:par>
                                <p:cTn id="25" presetID="10" presetClass="entr" presetSubtype="0" fill="hold" grpId="0" nodeType="afterEffect">
                                  <p:stCondLst>
                                    <p:cond delay="25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p:bldP spid="14" grpId="0"/>
      <p:bldP spid="15" grpId="0" animBg="1"/>
      <p:bldP spid="16"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65371" y="931779"/>
            <a:ext cx="2123362" cy="5926221"/>
          </a:xfrm>
          <a:prstGeom prst="rect">
            <a:avLst/>
          </a:prstGeom>
        </p:spPr>
      </p:pic>
      <p:sp>
        <p:nvSpPr>
          <p:cNvPr id="14" name="Text Placeholder 3"/>
          <p:cNvSpPr txBox="1">
            <a:spLocks/>
          </p:cNvSpPr>
          <p:nvPr/>
        </p:nvSpPr>
        <p:spPr>
          <a:xfrm>
            <a:off x="3090041" y="1976330"/>
            <a:ext cx="8666816" cy="2779866"/>
          </a:xfrm>
          <a:prstGeom prst="rect">
            <a:avLst/>
          </a:prstGeom>
        </p:spPr>
        <p:txBody>
          <a:bodyPr/>
          <a:lstStyle/>
          <a:p>
            <a:pPr algn="ctr" rtl="1"/>
            <a:r>
              <a:rPr lang="ar-JO" sz="3200" b="1" dirty="0" smtClean="0"/>
              <a:t>فهي مجتمعات تتكون من أفراد يرغبون في تبادل الأفكار حول موضوع مشترك للتعلم. في نموذج الترابطية المتعلمون يشاركون في خلق المعرفة عن طريق المساهمات في ال</a:t>
            </a:r>
            <a:r>
              <a:rPr lang="en-US" sz="3200" b="1" dirty="0" smtClean="0"/>
              <a:t> </a:t>
            </a:r>
            <a:r>
              <a:rPr lang="en-US" sz="3200" b="1" dirty="0" err="1" smtClean="0"/>
              <a:t>Wikies</a:t>
            </a:r>
            <a:r>
              <a:rPr lang="en-US" sz="3200" b="1" dirty="0" smtClean="0"/>
              <a:t> </a:t>
            </a:r>
            <a:r>
              <a:rPr lang="ar-JO" sz="3200" b="1" dirty="0" smtClean="0"/>
              <a:t>والمدونات</a:t>
            </a:r>
            <a:r>
              <a:rPr lang="en-US" sz="3200" b="1" dirty="0" smtClean="0"/>
              <a:t> Blogs </a:t>
            </a:r>
            <a:r>
              <a:rPr lang="ar-JO" sz="3200" b="1" dirty="0" smtClean="0"/>
              <a:t>ومواقع وسائل الإعلام الاجتماعية</a:t>
            </a:r>
            <a:r>
              <a:rPr lang="en-US" sz="3200" b="1" dirty="0" smtClean="0"/>
              <a:t> Social Media Sites </a:t>
            </a:r>
            <a:r>
              <a:rPr lang="ar-JO" sz="3200" b="1" dirty="0" smtClean="0"/>
              <a:t>وغيرها من أشكال التواصل عبـر الإنترنت. </a:t>
            </a:r>
            <a:endParaRPr lang="el-GR" sz="3200" b="1" dirty="0"/>
          </a:p>
        </p:txBody>
      </p:sp>
      <p:sp>
        <p:nvSpPr>
          <p:cNvPr id="15" name="Freeform 11"/>
          <p:cNvSpPr/>
          <p:nvPr/>
        </p:nvSpPr>
        <p:spPr>
          <a:xfrm rot="9340997">
            <a:off x="2302623" y="5065871"/>
            <a:ext cx="3558710" cy="1108602"/>
          </a:xfrm>
          <a:custGeom>
            <a:avLst/>
            <a:gdLst>
              <a:gd name="connsiteX0" fmla="*/ 4436533 w 4436533"/>
              <a:gd name="connsiteY0" fmla="*/ 164697 h 1756908"/>
              <a:gd name="connsiteX1" fmla="*/ 2302933 w 4436533"/>
              <a:gd name="connsiteY1" fmla="*/ 350964 h 1756908"/>
              <a:gd name="connsiteX2" fmla="*/ 3132667 w 4436533"/>
              <a:gd name="connsiteY2" fmla="*/ 1756430 h 1756908"/>
              <a:gd name="connsiteX3" fmla="*/ 3623733 w 4436533"/>
              <a:gd name="connsiteY3" fmla="*/ 503364 h 1756908"/>
              <a:gd name="connsiteX4" fmla="*/ 1405467 w 4436533"/>
              <a:gd name="connsiteY4" fmla="*/ 46164 h 1756908"/>
              <a:gd name="connsiteX5" fmla="*/ 0 w 4436533"/>
              <a:gd name="connsiteY5" fmla="*/ 1536297 h 1756908"/>
              <a:gd name="connsiteX0" fmla="*/ 4436533 w 4436533"/>
              <a:gd name="connsiteY0" fmla="*/ 260722 h 1853405"/>
              <a:gd name="connsiteX1" fmla="*/ 2302933 w 4436533"/>
              <a:gd name="connsiteY1" fmla="*/ 446989 h 1853405"/>
              <a:gd name="connsiteX2" fmla="*/ 3132667 w 4436533"/>
              <a:gd name="connsiteY2" fmla="*/ 1852455 h 1853405"/>
              <a:gd name="connsiteX3" fmla="*/ 3623733 w 4436533"/>
              <a:gd name="connsiteY3" fmla="*/ 599389 h 1853405"/>
              <a:gd name="connsiteX4" fmla="*/ 1405467 w 4436533"/>
              <a:gd name="connsiteY4" fmla="*/ 142189 h 1853405"/>
              <a:gd name="connsiteX5" fmla="*/ 0 w 4436533"/>
              <a:gd name="connsiteY5" fmla="*/ 1632322 h 1853405"/>
              <a:gd name="connsiteX0" fmla="*/ 4436533 w 4436533"/>
              <a:gd name="connsiteY0" fmla="*/ 260722 h 1852567"/>
              <a:gd name="connsiteX1" fmla="*/ 2302933 w 4436533"/>
              <a:gd name="connsiteY1" fmla="*/ 446989 h 1852567"/>
              <a:gd name="connsiteX2" fmla="*/ 3132667 w 4436533"/>
              <a:gd name="connsiteY2" fmla="*/ 1852455 h 1852567"/>
              <a:gd name="connsiteX3" fmla="*/ 3623733 w 4436533"/>
              <a:gd name="connsiteY3" fmla="*/ 599389 h 1852567"/>
              <a:gd name="connsiteX4" fmla="*/ 1405467 w 4436533"/>
              <a:gd name="connsiteY4" fmla="*/ 142189 h 1852567"/>
              <a:gd name="connsiteX5" fmla="*/ 0 w 4436533"/>
              <a:gd name="connsiteY5" fmla="*/ 1632322 h 1852567"/>
              <a:gd name="connsiteX0" fmla="*/ 4436533 w 4436533"/>
              <a:gd name="connsiteY0" fmla="*/ 260722 h 1852461"/>
              <a:gd name="connsiteX1" fmla="*/ 2540000 w 4436533"/>
              <a:gd name="connsiteY1" fmla="*/ 616323 h 1852461"/>
              <a:gd name="connsiteX2" fmla="*/ 3132667 w 4436533"/>
              <a:gd name="connsiteY2" fmla="*/ 1852455 h 1852461"/>
              <a:gd name="connsiteX3" fmla="*/ 3623733 w 4436533"/>
              <a:gd name="connsiteY3" fmla="*/ 599389 h 1852461"/>
              <a:gd name="connsiteX4" fmla="*/ 1405467 w 4436533"/>
              <a:gd name="connsiteY4" fmla="*/ 142189 h 1852461"/>
              <a:gd name="connsiteX5" fmla="*/ 0 w 4436533"/>
              <a:gd name="connsiteY5" fmla="*/ 1632322 h 1852461"/>
              <a:gd name="connsiteX0" fmla="*/ 4436533 w 4436533"/>
              <a:gd name="connsiteY0" fmla="*/ 260722 h 1852464"/>
              <a:gd name="connsiteX1" fmla="*/ 2540000 w 4436533"/>
              <a:gd name="connsiteY1" fmla="*/ 616323 h 1852464"/>
              <a:gd name="connsiteX2" fmla="*/ 3132667 w 4436533"/>
              <a:gd name="connsiteY2" fmla="*/ 1852455 h 1852464"/>
              <a:gd name="connsiteX3" fmla="*/ 3623733 w 4436533"/>
              <a:gd name="connsiteY3" fmla="*/ 599389 h 1852464"/>
              <a:gd name="connsiteX4" fmla="*/ 1405467 w 4436533"/>
              <a:gd name="connsiteY4" fmla="*/ 142189 h 1852464"/>
              <a:gd name="connsiteX5" fmla="*/ 0 w 4436533"/>
              <a:gd name="connsiteY5" fmla="*/ 1632322 h 185246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4436533 w 4436533"/>
              <a:gd name="connsiteY0" fmla="*/ 160324 h 1531924"/>
              <a:gd name="connsiteX1" fmla="*/ 2540000 w 4436533"/>
              <a:gd name="connsiteY1" fmla="*/ 515925 h 1531924"/>
              <a:gd name="connsiteX2" fmla="*/ 2997200 w 4436533"/>
              <a:gd name="connsiteY2" fmla="*/ 1413391 h 1531924"/>
              <a:gd name="connsiteX3" fmla="*/ 3623733 w 4436533"/>
              <a:gd name="connsiteY3" fmla="*/ 498991 h 1531924"/>
              <a:gd name="connsiteX4" fmla="*/ 1405467 w 4436533"/>
              <a:gd name="connsiteY4" fmla="*/ 41791 h 1531924"/>
              <a:gd name="connsiteX5" fmla="*/ 0 w 4436533"/>
              <a:gd name="connsiteY5" fmla="*/ 1531924 h 1531924"/>
              <a:gd name="connsiteX0" fmla="*/ 3031066 w 3031066"/>
              <a:gd name="connsiteY0" fmla="*/ 160324 h 1419470"/>
              <a:gd name="connsiteX1" fmla="*/ 1134533 w 3031066"/>
              <a:gd name="connsiteY1" fmla="*/ 515925 h 1419470"/>
              <a:gd name="connsiteX2" fmla="*/ 1591733 w 3031066"/>
              <a:gd name="connsiteY2" fmla="*/ 1413391 h 1419470"/>
              <a:gd name="connsiteX3" fmla="*/ 2218266 w 3031066"/>
              <a:gd name="connsiteY3" fmla="*/ 498991 h 1419470"/>
              <a:gd name="connsiteX4" fmla="*/ 0 w 3031066"/>
              <a:gd name="connsiteY4" fmla="*/ 41791 h 1419470"/>
              <a:gd name="connsiteX0" fmla="*/ 4199466 w 4199466"/>
              <a:gd name="connsiteY0" fmla="*/ 5331 h 1264150"/>
              <a:gd name="connsiteX1" fmla="*/ 2302933 w 4199466"/>
              <a:gd name="connsiteY1" fmla="*/ 360932 h 1264150"/>
              <a:gd name="connsiteX2" fmla="*/ 2760133 w 4199466"/>
              <a:gd name="connsiteY2" fmla="*/ 1258398 h 1264150"/>
              <a:gd name="connsiteX3" fmla="*/ 3386666 w 4199466"/>
              <a:gd name="connsiteY3" fmla="*/ 343998 h 1264150"/>
              <a:gd name="connsiteX4" fmla="*/ 0 w 4199466"/>
              <a:gd name="connsiteY4" fmla="*/ 174664 h 1264150"/>
              <a:gd name="connsiteX0" fmla="*/ 4199466 w 4199466"/>
              <a:gd name="connsiteY0" fmla="*/ 272347 h 1531166"/>
              <a:gd name="connsiteX1" fmla="*/ 2302933 w 4199466"/>
              <a:gd name="connsiteY1" fmla="*/ 627948 h 1531166"/>
              <a:gd name="connsiteX2" fmla="*/ 2760133 w 4199466"/>
              <a:gd name="connsiteY2" fmla="*/ 1525414 h 1531166"/>
              <a:gd name="connsiteX3" fmla="*/ 3386666 w 4199466"/>
              <a:gd name="connsiteY3" fmla="*/ 611014 h 1531166"/>
              <a:gd name="connsiteX4" fmla="*/ 0 w 4199466"/>
              <a:gd name="connsiteY4" fmla="*/ 441680 h 1531166"/>
              <a:gd name="connsiteX0" fmla="*/ 4199466 w 4199466"/>
              <a:gd name="connsiteY0" fmla="*/ 340911 h 1602433"/>
              <a:gd name="connsiteX1" fmla="*/ 2302933 w 4199466"/>
              <a:gd name="connsiteY1" fmla="*/ 696512 h 1602433"/>
              <a:gd name="connsiteX2" fmla="*/ 2760133 w 4199466"/>
              <a:gd name="connsiteY2" fmla="*/ 1593978 h 1602433"/>
              <a:gd name="connsiteX3" fmla="*/ 3386666 w 4199466"/>
              <a:gd name="connsiteY3" fmla="*/ 679578 h 1602433"/>
              <a:gd name="connsiteX4" fmla="*/ 0 w 4199466"/>
              <a:gd name="connsiteY4" fmla="*/ 510244 h 1602433"/>
              <a:gd name="connsiteX0" fmla="*/ 4199466 w 4199466"/>
              <a:gd name="connsiteY0" fmla="*/ 320417 h 1573620"/>
              <a:gd name="connsiteX1" fmla="*/ 2302933 w 4199466"/>
              <a:gd name="connsiteY1" fmla="*/ 676018 h 1573620"/>
              <a:gd name="connsiteX2" fmla="*/ 2760133 w 4199466"/>
              <a:gd name="connsiteY2" fmla="*/ 1573484 h 1573620"/>
              <a:gd name="connsiteX3" fmla="*/ 3183466 w 4199466"/>
              <a:gd name="connsiteY3" fmla="*/ 726817 h 1573620"/>
              <a:gd name="connsiteX4" fmla="*/ 0 w 4199466"/>
              <a:gd name="connsiteY4" fmla="*/ 489750 h 1573620"/>
              <a:gd name="connsiteX0" fmla="*/ 4199466 w 4199466"/>
              <a:gd name="connsiteY0" fmla="*/ 320417 h 1573493"/>
              <a:gd name="connsiteX1" fmla="*/ 2048933 w 4199466"/>
              <a:gd name="connsiteY1" fmla="*/ 743751 h 1573493"/>
              <a:gd name="connsiteX2" fmla="*/ 2760133 w 4199466"/>
              <a:gd name="connsiteY2" fmla="*/ 1573484 h 1573493"/>
              <a:gd name="connsiteX3" fmla="*/ 3183466 w 4199466"/>
              <a:gd name="connsiteY3" fmla="*/ 726817 h 1573493"/>
              <a:gd name="connsiteX4" fmla="*/ 0 w 4199466"/>
              <a:gd name="connsiteY4" fmla="*/ 489750 h 1573493"/>
              <a:gd name="connsiteX0" fmla="*/ 4199466 w 4199466"/>
              <a:gd name="connsiteY0" fmla="*/ 320417 h 1573522"/>
              <a:gd name="connsiteX1" fmla="*/ 2048933 w 4199466"/>
              <a:gd name="connsiteY1" fmla="*/ 743751 h 1573522"/>
              <a:gd name="connsiteX2" fmla="*/ 2760133 w 4199466"/>
              <a:gd name="connsiteY2" fmla="*/ 1573484 h 1573522"/>
              <a:gd name="connsiteX3" fmla="*/ 3183466 w 4199466"/>
              <a:gd name="connsiteY3" fmla="*/ 726817 h 1573522"/>
              <a:gd name="connsiteX4" fmla="*/ 0 w 4199466"/>
              <a:gd name="connsiteY4" fmla="*/ 489750 h 1573522"/>
              <a:gd name="connsiteX0" fmla="*/ 4199466 w 4199466"/>
              <a:gd name="connsiteY0" fmla="*/ 254880 h 1474089"/>
              <a:gd name="connsiteX1" fmla="*/ 2048933 w 4199466"/>
              <a:gd name="connsiteY1" fmla="*/ 678214 h 1474089"/>
              <a:gd name="connsiteX2" fmla="*/ 2675467 w 4199466"/>
              <a:gd name="connsiteY2" fmla="*/ 1474080 h 1474089"/>
              <a:gd name="connsiteX3" fmla="*/ 3183466 w 4199466"/>
              <a:gd name="connsiteY3" fmla="*/ 661280 h 1474089"/>
              <a:gd name="connsiteX4" fmla="*/ 0 w 4199466"/>
              <a:gd name="connsiteY4" fmla="*/ 424213 h 1474089"/>
              <a:gd name="connsiteX0" fmla="*/ 4199466 w 4199466"/>
              <a:gd name="connsiteY0" fmla="*/ 254880 h 1476478"/>
              <a:gd name="connsiteX1" fmla="*/ 2048933 w 4199466"/>
              <a:gd name="connsiteY1" fmla="*/ 678214 h 1476478"/>
              <a:gd name="connsiteX2" fmla="*/ 2675467 w 4199466"/>
              <a:gd name="connsiteY2" fmla="*/ 1474080 h 1476478"/>
              <a:gd name="connsiteX3" fmla="*/ 3183466 w 4199466"/>
              <a:gd name="connsiteY3" fmla="*/ 661280 h 1476478"/>
              <a:gd name="connsiteX4" fmla="*/ 0 w 4199466"/>
              <a:gd name="connsiteY4" fmla="*/ 424213 h 1476478"/>
              <a:gd name="connsiteX0" fmla="*/ 4199466 w 4199466"/>
              <a:gd name="connsiteY0" fmla="*/ 279753 h 1501814"/>
              <a:gd name="connsiteX1" fmla="*/ 2048933 w 4199466"/>
              <a:gd name="connsiteY1" fmla="*/ 703087 h 1501814"/>
              <a:gd name="connsiteX2" fmla="*/ 2675467 w 4199466"/>
              <a:gd name="connsiteY2" fmla="*/ 1498953 h 1501814"/>
              <a:gd name="connsiteX3" fmla="*/ 3183466 w 4199466"/>
              <a:gd name="connsiteY3" fmla="*/ 686153 h 1501814"/>
              <a:gd name="connsiteX4" fmla="*/ 0 w 4199466"/>
              <a:gd name="connsiteY4" fmla="*/ 449086 h 1501814"/>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279753 h 1499053"/>
              <a:gd name="connsiteX1" fmla="*/ 2099733 w 4199466"/>
              <a:gd name="connsiteY1" fmla="*/ 635354 h 1499053"/>
              <a:gd name="connsiteX2" fmla="*/ 2675467 w 4199466"/>
              <a:gd name="connsiteY2" fmla="*/ 1498953 h 1499053"/>
              <a:gd name="connsiteX3" fmla="*/ 3183466 w 4199466"/>
              <a:gd name="connsiteY3" fmla="*/ 686153 h 1499053"/>
              <a:gd name="connsiteX4" fmla="*/ 0 w 4199466"/>
              <a:gd name="connsiteY4" fmla="*/ 449086 h 1499053"/>
              <a:gd name="connsiteX0" fmla="*/ 4199466 w 4199466"/>
              <a:gd name="connsiteY0" fmla="*/ 376915 h 1596472"/>
              <a:gd name="connsiteX1" fmla="*/ 2099733 w 4199466"/>
              <a:gd name="connsiteY1" fmla="*/ 732516 h 1596472"/>
              <a:gd name="connsiteX2" fmla="*/ 2675467 w 4199466"/>
              <a:gd name="connsiteY2" fmla="*/ 1596115 h 1596472"/>
              <a:gd name="connsiteX3" fmla="*/ 3183466 w 4199466"/>
              <a:gd name="connsiteY3" fmla="*/ 783315 h 1596472"/>
              <a:gd name="connsiteX4" fmla="*/ 0 w 4199466"/>
              <a:gd name="connsiteY4" fmla="*/ 546248 h 1596472"/>
              <a:gd name="connsiteX0" fmla="*/ 4199466 w 4199466"/>
              <a:gd name="connsiteY0" fmla="*/ 243473 h 1115335"/>
              <a:gd name="connsiteX1" fmla="*/ 2099733 w 4199466"/>
              <a:gd name="connsiteY1" fmla="*/ 599074 h 1115335"/>
              <a:gd name="connsiteX2" fmla="*/ 2641098 w 4199466"/>
              <a:gd name="connsiteY2" fmla="*/ 1115187 h 1115335"/>
              <a:gd name="connsiteX3" fmla="*/ 3183466 w 4199466"/>
              <a:gd name="connsiteY3" fmla="*/ 649873 h 1115335"/>
              <a:gd name="connsiteX4" fmla="*/ 0 w 4199466"/>
              <a:gd name="connsiteY4" fmla="*/ 412806 h 1115335"/>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 name="connsiteX0" fmla="*/ 4199466 w 4199466"/>
              <a:gd name="connsiteY0" fmla="*/ 279036 h 1151030"/>
              <a:gd name="connsiteX1" fmla="*/ 2099733 w 4199466"/>
              <a:gd name="connsiteY1" fmla="*/ 634637 h 1151030"/>
              <a:gd name="connsiteX2" fmla="*/ 2641098 w 4199466"/>
              <a:gd name="connsiteY2" fmla="*/ 1150750 h 1151030"/>
              <a:gd name="connsiteX3" fmla="*/ 3183466 w 4199466"/>
              <a:gd name="connsiteY3" fmla="*/ 685436 h 1151030"/>
              <a:gd name="connsiteX4" fmla="*/ 0 w 4199466"/>
              <a:gd name="connsiteY4" fmla="*/ 448369 h 1151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466" h="1151030">
                <a:moveTo>
                  <a:pt x="4199466" y="279036"/>
                </a:moveTo>
                <a:cubicBezTo>
                  <a:pt x="3241321" y="239525"/>
                  <a:pt x="2236563" y="182670"/>
                  <a:pt x="2099733" y="634637"/>
                </a:cubicBezTo>
                <a:cubicBezTo>
                  <a:pt x="1962903" y="1086604"/>
                  <a:pt x="2460476" y="1142284"/>
                  <a:pt x="2641098" y="1150750"/>
                </a:cubicBezTo>
                <a:cubicBezTo>
                  <a:pt x="2821720" y="1159216"/>
                  <a:pt x="3197646" y="975667"/>
                  <a:pt x="3183466" y="685436"/>
                </a:cubicBezTo>
                <a:cubicBezTo>
                  <a:pt x="3169286" y="395205"/>
                  <a:pt x="2111021" y="-553521"/>
                  <a:pt x="0" y="448369"/>
                </a:cubicBezTo>
              </a:path>
            </a:pathLst>
          </a:custGeom>
          <a:ln>
            <a:solidFill>
              <a:schemeClr val="bg1">
                <a:lumMod val="75000"/>
              </a:schemeClr>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defTabSz="486044" fontAlgn="auto">
              <a:spcBef>
                <a:spcPts val="0"/>
              </a:spcBef>
              <a:spcAft>
                <a:spcPts val="0"/>
              </a:spcAft>
            </a:pPr>
            <a:endParaRPr lang="en-US" sz="1920">
              <a:solidFill>
                <a:prstClr val="black"/>
              </a:solidFill>
            </a:endParaRPr>
          </a:p>
        </p:txBody>
      </p:sp>
      <p:sp>
        <p:nvSpPr>
          <p:cNvPr id="16" name="Isosceles Triangle 9"/>
          <p:cNvSpPr/>
          <p:nvPr/>
        </p:nvSpPr>
        <p:spPr>
          <a:xfrm rot="2110876">
            <a:off x="5623451" y="4873691"/>
            <a:ext cx="228206" cy="308981"/>
          </a:xfrm>
          <a:custGeom>
            <a:avLst/>
            <a:gdLst/>
            <a:ahLst/>
            <a:cxnLst/>
            <a:rect l="l" t="t" r="r" b="b"/>
            <a:pathLst>
              <a:path w="696359" h="1149768">
                <a:moveTo>
                  <a:pt x="355075" y="0"/>
                </a:moveTo>
                <a:lnTo>
                  <a:pt x="696359" y="1105109"/>
                </a:lnTo>
                <a:lnTo>
                  <a:pt x="372008" y="801168"/>
                </a:lnTo>
                <a:lnTo>
                  <a:pt x="0" y="1149768"/>
                </a:lnTo>
                <a:close/>
              </a:path>
            </a:pathLst>
          </a:custGeom>
          <a:solidFill>
            <a:schemeClr val="bg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86044" fontAlgn="auto">
              <a:spcBef>
                <a:spcPts val="0"/>
              </a:spcBef>
              <a:spcAft>
                <a:spcPts val="0"/>
              </a:spcAft>
            </a:pPr>
            <a:endParaRPr lang="en-US" sz="1920">
              <a:solidFill>
                <a:prstClr val="white"/>
              </a:solidFill>
            </a:endParaRPr>
          </a:p>
        </p:txBody>
      </p:sp>
      <p:sp>
        <p:nvSpPr>
          <p:cNvPr id="3" name="Footer Placeholder 2"/>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42846000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1000"/>
                            </p:stCondLst>
                            <p:childTnLst>
                              <p:par>
                                <p:cTn id="13" presetID="10" presetClass="entr" presetSubtype="0" fill="hold" grpId="0" nodeType="afterEffect">
                                  <p:stCondLst>
                                    <p:cond delay="25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1750"/>
                            </p:stCondLst>
                            <p:childTnLst>
                              <p:par>
                                <p:cTn id="17" presetID="10" presetClass="entr" presetSubtype="0"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animBg="1"/>
      <p:bldP spid="16"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nvPr>
        </p:nvGraphicFramePr>
        <p:xfrm>
          <a:off x="0" y="1815177"/>
          <a:ext cx="12192000" cy="26517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Rectangle 4"/>
          <p:cNvSpPr/>
          <p:nvPr/>
        </p:nvSpPr>
        <p:spPr>
          <a:xfrm>
            <a:off x="0" y="1815177"/>
            <a:ext cx="12192000" cy="2655839"/>
          </a:xfrm>
          <a:prstGeom prst="rect">
            <a:avLst/>
          </a:prstGeom>
          <a:solidFill>
            <a:schemeClr val="tx1">
              <a:lumMod val="85000"/>
              <a:lumOff val="1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1" name="TextBox 10"/>
          <p:cNvSpPr txBox="1"/>
          <p:nvPr/>
        </p:nvSpPr>
        <p:spPr>
          <a:xfrm>
            <a:off x="531940" y="4796287"/>
            <a:ext cx="11133191" cy="584775"/>
          </a:xfrm>
          <a:prstGeom prst="rect">
            <a:avLst/>
          </a:prstGeom>
          <a:noFill/>
        </p:spPr>
        <p:txBody>
          <a:bodyPr wrap="square" rtlCol="0">
            <a:spAutoFit/>
          </a:bodyPr>
          <a:lstStyle/>
          <a:p>
            <a:pPr algn="ctr" rtl="1"/>
            <a:r>
              <a:rPr lang="ar-JO" sz="3200" b="1" dirty="0" smtClean="0"/>
              <a:t>تعددت النماذج وجاءت ضمن عدد من نظريات التعلم</a:t>
            </a:r>
            <a:endParaRPr lang="el-GR" sz="3200" b="1" dirty="0"/>
          </a:p>
        </p:txBody>
      </p:sp>
      <p:sp>
        <p:nvSpPr>
          <p:cNvPr id="10" name="TextBox 9"/>
          <p:cNvSpPr txBox="1"/>
          <p:nvPr/>
        </p:nvSpPr>
        <p:spPr>
          <a:xfrm>
            <a:off x="0" y="2859169"/>
            <a:ext cx="12191999" cy="707886"/>
          </a:xfrm>
          <a:prstGeom prst="rect">
            <a:avLst/>
          </a:prstGeom>
          <a:noFill/>
        </p:spPr>
        <p:txBody>
          <a:bodyPr wrap="square" rtlCol="0">
            <a:spAutoFit/>
          </a:bodyPr>
          <a:lstStyle/>
          <a:p>
            <a:pPr algn="ctr" fontAlgn="auto">
              <a:spcBef>
                <a:spcPts val="0"/>
              </a:spcBef>
              <a:spcAft>
                <a:spcPts val="0"/>
              </a:spcAft>
            </a:pPr>
            <a:r>
              <a:rPr lang="ar-JO" sz="4000" b="1" u="sng" dirty="0" smtClean="0">
                <a:solidFill>
                  <a:schemeClr val="bg1"/>
                </a:solidFill>
              </a:rPr>
              <a:t>نماذج التعلم</a:t>
            </a:r>
            <a:endParaRPr lang="en-US" sz="4000" u="sng" dirty="0">
              <a:solidFill>
                <a:schemeClr val="bg1"/>
              </a:solidFill>
              <a:latin typeface="Lato" panose="020F0502020204030203" pitchFamily="34" charset="0"/>
              <a:cs typeface="Lato" panose="020F0502020204030203" pitchFamily="34" charset="0"/>
            </a:endParaRPr>
          </a:p>
        </p:txBody>
      </p:sp>
      <p:grpSp>
        <p:nvGrpSpPr>
          <p:cNvPr id="2" name="Group 11"/>
          <p:cNvGrpSpPr/>
          <p:nvPr/>
        </p:nvGrpSpPr>
        <p:grpSpPr>
          <a:xfrm>
            <a:off x="2155371" y="1729361"/>
            <a:ext cx="7868558" cy="176748"/>
            <a:chOff x="2155371" y="1910842"/>
            <a:chExt cx="7868558" cy="176748"/>
          </a:xfrm>
        </p:grpSpPr>
        <p:sp>
          <p:nvSpPr>
            <p:cNvPr id="13" name="Rectangle 12"/>
            <p:cNvSpPr/>
            <p:nvPr/>
          </p:nvSpPr>
          <p:spPr>
            <a:xfrm>
              <a:off x="4782457" y="1910842"/>
              <a:ext cx="2627086" cy="176748"/>
            </a:xfrm>
            <a:prstGeom prst="rect">
              <a:avLst/>
            </a:prstGeom>
            <a:solidFill>
              <a:srgbClr val="FE8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4" name="Rectangle 13"/>
            <p:cNvSpPr/>
            <p:nvPr/>
          </p:nvSpPr>
          <p:spPr>
            <a:xfrm>
              <a:off x="2155371" y="1910842"/>
              <a:ext cx="2627086" cy="176748"/>
            </a:xfrm>
            <a:prstGeom prst="rect">
              <a:avLst/>
            </a:prstGeom>
            <a:solidFill>
              <a:srgbClr val="0087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5" name="Rectangle 14"/>
            <p:cNvSpPr/>
            <p:nvPr/>
          </p:nvSpPr>
          <p:spPr>
            <a:xfrm>
              <a:off x="7396843" y="1910842"/>
              <a:ext cx="2627086" cy="176748"/>
            </a:xfrm>
            <a:prstGeom prst="rect">
              <a:avLst/>
            </a:prstGeom>
            <a:solidFill>
              <a:srgbClr val="A1BB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grpSp>
        <p:nvGrpSpPr>
          <p:cNvPr id="3" name="Group 15"/>
          <p:cNvGrpSpPr/>
          <p:nvPr/>
        </p:nvGrpSpPr>
        <p:grpSpPr>
          <a:xfrm>
            <a:off x="2155371" y="4394272"/>
            <a:ext cx="7868558" cy="178510"/>
            <a:chOff x="2155371" y="4699578"/>
            <a:chExt cx="7868558" cy="178510"/>
          </a:xfrm>
        </p:grpSpPr>
        <p:sp>
          <p:nvSpPr>
            <p:cNvPr id="17" name="Rectangle 16"/>
            <p:cNvSpPr/>
            <p:nvPr/>
          </p:nvSpPr>
          <p:spPr>
            <a:xfrm>
              <a:off x="4782457" y="4701340"/>
              <a:ext cx="2627086" cy="176748"/>
            </a:xfrm>
            <a:prstGeom prst="rect">
              <a:avLst/>
            </a:prstGeom>
            <a:solidFill>
              <a:srgbClr val="D43E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8" name="Rectangle 17"/>
            <p:cNvSpPr/>
            <p:nvPr/>
          </p:nvSpPr>
          <p:spPr>
            <a:xfrm>
              <a:off x="2155371" y="4701340"/>
              <a:ext cx="2627086" cy="176748"/>
            </a:xfrm>
            <a:prstGeom prst="rect">
              <a:avLst/>
            </a:prstGeom>
            <a:solidFill>
              <a:srgbClr val="0126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Rectangle 18"/>
            <p:cNvSpPr/>
            <p:nvPr/>
          </p:nvSpPr>
          <p:spPr>
            <a:xfrm>
              <a:off x="7396843" y="4699578"/>
              <a:ext cx="2627086" cy="176748"/>
            </a:xfrm>
            <a:prstGeom prst="rect">
              <a:avLst/>
            </a:prstGeom>
            <a:solidFill>
              <a:srgbClr val="3DBF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grpSp>
      <p:sp>
        <p:nvSpPr>
          <p:cNvPr id="16" name="Footer Placeholder 1"/>
          <p:cNvSpPr txBox="1">
            <a:spLocks/>
          </p:cNvSpPr>
          <p:nvPr/>
        </p:nvSpPr>
        <p:spPr>
          <a:xfrm>
            <a:off x="4038600" y="6356350"/>
            <a:ext cx="4114800" cy="365125"/>
          </a:xfrm>
          <a:prstGeom prst="rect">
            <a:avLst/>
          </a:prstGeom>
        </p:spPr>
        <p:txBody>
          <a:bodyPr vert="horz" wrap="square" lIns="91440" tIns="45720" rIns="91440" bIns="45720" numCol="1" anchor="ctr" anchorCtr="0" compatLnSpc="1">
            <a:prstTxWarp prst="textNoShape">
              <a:avLst/>
            </a:prstTxWarp>
          </a:bodyPr>
          <a:lstStyle>
            <a:defPPr>
              <a:defRPr lang="en-US"/>
            </a:defPPr>
            <a:lvl1pPr algn="ctr" rtl="0" eaLnBrk="1" fontAlgn="base" hangingPunct="1">
              <a:spcBef>
                <a:spcPct val="0"/>
              </a:spcBef>
              <a:spcAft>
                <a:spcPct val="0"/>
              </a:spcAft>
              <a:defRPr sz="1200" kern="1200">
                <a:solidFill>
                  <a:srgbClr val="898989"/>
                </a:solidFill>
                <a:latin typeface="Calibri"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en-US" sz="1200" b="0" i="0" u="none" strike="noStrike" kern="1200" cap="none" spc="0" normalizeH="0" baseline="0" noProof="0" smtClean="0">
                <a:ln>
                  <a:noFill/>
                </a:ln>
                <a:solidFill>
                  <a:srgbClr val="898989"/>
                </a:solidFill>
                <a:effectLst/>
                <a:uLnTx/>
                <a:uFillTx/>
                <a:latin typeface="Calibri" pitchFamily="34" charset="0"/>
                <a:ea typeface=""/>
                <a:cs typeface="Arial" charset="0"/>
              </a:rPr>
              <a:t>موسوعة تكنولوجيا التعليم</a:t>
            </a:r>
            <a:endParaRPr kumimoji="0" lang="en-US" altLang="en-US" sz="1200" b="0" i="0" u="none" strike="noStrike" kern="1200" cap="none" spc="0" normalizeH="0" baseline="0" noProof="0" dirty="0">
              <a:ln>
                <a:noFill/>
              </a:ln>
              <a:solidFill>
                <a:srgbClr val="898989"/>
              </a:solidFill>
              <a:effectLst/>
              <a:uLnTx/>
              <a:uFillTx/>
              <a:latin typeface="Calibri" pitchFamily="34" charset="0"/>
              <a:ea typeface=""/>
              <a:cs typeface=""/>
            </a:endParaRPr>
          </a:p>
        </p:txBody>
      </p:sp>
    </p:spTree>
    <p:extLst>
      <p:ext uri="{BB962C8B-B14F-4D97-AF65-F5344CB8AC3E}">
        <p14:creationId xmlns:p14="http://schemas.microsoft.com/office/powerpoint/2010/main" val="13941211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47" presetClass="entr" presetSubtype="0" fill="hold"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25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par>
                          <p:cTn id="24" fill="hold">
                            <p:stCondLst>
                              <p:cond delay="125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5" grpId="0" animBg="1"/>
      <p:bldP spid="11" grpId="0"/>
      <p:bldP spid="10"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9" name="Straight Connector 5"/>
          <p:cNvCxnSpPr>
            <a:endCxn id="444" idx="4"/>
          </p:cNvCxnSpPr>
          <p:nvPr/>
        </p:nvCxnSpPr>
        <p:spPr>
          <a:xfrm flipH="1">
            <a:off x="6145975" y="-2499"/>
            <a:ext cx="824" cy="1380623"/>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0" name="Content Placeholder 2"/>
          <p:cNvSpPr txBox="1">
            <a:spLocks/>
          </p:cNvSpPr>
          <p:nvPr/>
        </p:nvSpPr>
        <p:spPr>
          <a:xfrm>
            <a:off x="4848046" y="2935574"/>
            <a:ext cx="6799184" cy="189308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rtl="1" fontAlgn="auto">
              <a:buClr>
                <a:srgbClr val="E84C22">
                  <a:lumMod val="75000"/>
                </a:srgbClr>
              </a:buClr>
            </a:pPr>
            <a:r>
              <a:rPr lang="ar-JO" sz="3200" b="1" dirty="0" smtClean="0"/>
              <a:t>الأهداف الذكية أو</a:t>
            </a:r>
            <a:r>
              <a:rPr lang="en-US" sz="3200" b="1" dirty="0" smtClean="0"/>
              <a:t> SMART </a:t>
            </a:r>
            <a:r>
              <a:rPr lang="ar-JO" sz="3200" b="1" dirty="0" smtClean="0"/>
              <a:t>هي جملة مركبة من حروف لتسهيل عملية تذكر صفات الهدف الصحيح. </a:t>
            </a:r>
            <a:endParaRPr lang="el-GR" sz="3200" b="1" dirty="0" smtClean="0"/>
          </a:p>
          <a:p>
            <a:pPr fontAlgn="auto">
              <a:buClr>
                <a:srgbClr val="E84C22">
                  <a:lumMod val="75000"/>
                </a:srgbClr>
              </a:buClr>
            </a:pPr>
            <a:endParaRPr lang="en-US" sz="1200" dirty="0">
              <a:solidFill>
                <a:prstClr val="white">
                  <a:lumMod val="65000"/>
                </a:prstClr>
              </a:solidFill>
              <a:latin typeface="Roboto" panose="02000000000000000000" pitchFamily="2" charset="0"/>
              <a:ea typeface="Roboto" panose="02000000000000000000" pitchFamily="2" charset="0"/>
            </a:endParaRPr>
          </a:p>
        </p:txBody>
      </p:sp>
      <p:grpSp>
        <p:nvGrpSpPr>
          <p:cNvPr id="14" name="Group 341"/>
          <p:cNvGrpSpPr>
            <a:grpSpLocks noChangeAspect="1"/>
          </p:cNvGrpSpPr>
          <p:nvPr/>
        </p:nvGrpSpPr>
        <p:grpSpPr>
          <a:xfrm>
            <a:off x="764823" y="923116"/>
            <a:ext cx="3474618" cy="4803720"/>
            <a:chOff x="1270242" y="2227041"/>
            <a:chExt cx="2976954" cy="4115691"/>
          </a:xfrm>
        </p:grpSpPr>
        <p:grpSp>
          <p:nvGrpSpPr>
            <p:cNvPr id="15" name="Group 16"/>
            <p:cNvGrpSpPr/>
            <p:nvPr/>
          </p:nvGrpSpPr>
          <p:grpSpPr>
            <a:xfrm flipH="1">
              <a:off x="1437626" y="2230502"/>
              <a:ext cx="2634844" cy="4112230"/>
              <a:chOff x="-6707188" y="-431800"/>
              <a:chExt cx="5697538" cy="9431338"/>
            </a:xfrm>
            <a:solidFill>
              <a:schemeClr val="accent2"/>
            </a:solidFill>
          </p:grpSpPr>
          <p:sp>
            <p:nvSpPr>
              <p:cNvPr id="239"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0"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1"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2" name="Oval 8"/>
              <p:cNvSpPr>
                <a:spLocks noChangeArrowheads="1"/>
              </p:cNvSpPr>
              <p:nvPr/>
            </p:nvSpPr>
            <p:spPr bwMode="auto">
              <a:xfrm>
                <a:off x="-2798763" y="7035800"/>
                <a:ext cx="434975" cy="4365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3"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4"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5"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6"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7"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8"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9"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0"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1"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2"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3"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4"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5"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6"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7"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8"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9"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0"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1"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2"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3"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4"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5"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6"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7"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8"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9"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0"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1"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2"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3"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4"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5"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6"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7"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8"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9"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0"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1"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2"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3"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4"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5"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6"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7"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8"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9"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0"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1"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2"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3"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4"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5"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6"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7"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8"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9"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0"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1"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2"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3"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4"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5"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6"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7"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8"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9"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0"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1"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2"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3"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4"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5"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6"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7"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8"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9"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0"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1"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2"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3"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4"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5"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6"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7"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8"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9"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0"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1"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2"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3"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4"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5"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6"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7"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8"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9"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0"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1"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grpSp>
          <p:nvGrpSpPr>
            <p:cNvPr id="16" name="Group 17"/>
            <p:cNvGrpSpPr/>
            <p:nvPr/>
          </p:nvGrpSpPr>
          <p:grpSpPr>
            <a:xfrm flipH="1">
              <a:off x="1270242" y="2289337"/>
              <a:ext cx="2798558" cy="4053395"/>
              <a:chOff x="-6699250" y="-300038"/>
              <a:chExt cx="6051550" cy="9296401"/>
            </a:xfrm>
            <a:solidFill>
              <a:schemeClr val="accent4">
                <a:lumMod val="75000"/>
              </a:schemeClr>
            </a:solidFill>
          </p:grpSpPr>
          <p:sp>
            <p:nvSpPr>
              <p:cNvPr id="82"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3"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4"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5"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6"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7"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8"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9"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0"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1"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2"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3"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4"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5"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6"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7"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8"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99"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0"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1"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2"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3"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4"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5"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6"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7"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8"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09"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0"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1"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2"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3"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4"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5"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6"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7"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8"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19"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0"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1"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2"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3"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4"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5"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6"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7"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8"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29"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0"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1"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2"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3"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4"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5"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6"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7"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8"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39"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0"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1"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2"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3"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4"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5"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6"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7"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8"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49"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0"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1"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2"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3"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4"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5"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6"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7"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8"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59"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0"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1"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2"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3"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4"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5"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6"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7"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8"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69"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0"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1"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2"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3"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4"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5"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6"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7"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8"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79"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0"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1"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2"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3"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4"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5"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6"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7"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8"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89"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0"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1"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2"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3"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4"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5"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6"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7"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8"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199"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0"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1"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2"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3"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4"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5"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6"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7"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8"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09"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0"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1"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2"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3"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4"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5"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6"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7"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8"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19"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0"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1"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2"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3"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4"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5"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6"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7"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8"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9"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0"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1"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2"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3"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4"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5"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6"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7"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8"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grpSp>
          <p:nvGrpSpPr>
            <p:cNvPr id="17" name="Group 18"/>
            <p:cNvGrpSpPr>
              <a:grpSpLocks noChangeAspect="1"/>
            </p:cNvGrpSpPr>
            <p:nvPr/>
          </p:nvGrpSpPr>
          <p:grpSpPr>
            <a:xfrm flipH="1">
              <a:off x="1304746" y="2227041"/>
              <a:ext cx="2942450" cy="4115690"/>
              <a:chOff x="-7085012" y="-420688"/>
              <a:chExt cx="6362699" cy="9439276"/>
            </a:xfrm>
            <a:solidFill>
              <a:schemeClr val="bg1">
                <a:lumMod val="65000"/>
              </a:schemeClr>
            </a:solidFill>
          </p:grpSpPr>
          <p:sp>
            <p:nvSpPr>
              <p:cNvPr id="21"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2"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3"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4"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5"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6"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7"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8"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29"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0"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1"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2"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3"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4"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5"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6"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7"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8"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39"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0"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1"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2"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3"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4"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5"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6"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7"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8"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49"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0"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1"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2"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3"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4"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5"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6"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7"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8"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59"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0"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1"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2"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3"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4"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5"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6"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7"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8"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69" name="Freeform 319"/>
              <p:cNvSpPr>
                <a:spLocks/>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0"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1"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2"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3"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4"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5"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6"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7"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8"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79"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0"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sp>
            <p:nvSpPr>
              <p:cNvPr id="81"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457200" fontAlgn="auto">
                  <a:spcBef>
                    <a:spcPts val="0"/>
                  </a:spcBef>
                  <a:spcAft>
                    <a:spcPts val="0"/>
                  </a:spcAft>
                </a:pPr>
                <a:endParaRPr lang="id-ID" sz="1350">
                  <a:solidFill>
                    <a:prstClr val="black"/>
                  </a:solidFill>
                  <a:latin typeface="Calibri" panose="020F0502020204030204"/>
                  <a:cs typeface="+mn-cs"/>
                </a:endParaRPr>
              </a:p>
            </p:txBody>
          </p:sp>
        </p:grpSp>
        <p:sp>
          <p:nvSpPr>
            <p:cNvPr id="20" name="Rectangle 19"/>
            <p:cNvSpPr/>
            <p:nvPr/>
          </p:nvSpPr>
          <p:spPr>
            <a:xfrm flipH="1">
              <a:off x="2287181" y="2991124"/>
              <a:ext cx="697359" cy="1492716"/>
            </a:xfrm>
            <a:prstGeom prst="rect">
              <a:avLst/>
            </a:prstGeom>
          </p:spPr>
          <p:txBody>
            <a:bodyPr wrap="square">
              <a:spAutoFit/>
            </a:bodyPr>
            <a:lstStyle/>
            <a:p>
              <a:pPr algn="ctr" defTabSz="457200" fontAlgn="auto">
                <a:spcBef>
                  <a:spcPts val="0"/>
                </a:spcBef>
                <a:spcAft>
                  <a:spcPts val="0"/>
                </a:spcAft>
              </a:pPr>
              <a:r>
                <a:rPr lang="id-ID" sz="700" b="1" dirty="0">
                  <a:solidFill>
                    <a:prstClr val="white">
                      <a:lumMod val="75000"/>
                    </a:prstClr>
                  </a:solidFill>
                  <a:latin typeface="Roboto" panose="02000000000000000000" pitchFamily="2" charset="0"/>
                  <a:ea typeface="Roboto" panose="02000000000000000000" pitchFamily="2" charset="0"/>
                  <a:cs typeface="+mn-cs"/>
                </a:rPr>
                <a:t>Suitable for </a:t>
              </a:r>
              <a:r>
                <a:rPr lang="id-ID" sz="700" b="1" dirty="0" smtClean="0">
                  <a:solidFill>
                    <a:prstClr val="white">
                      <a:lumMod val="75000"/>
                    </a:prstClr>
                  </a:solidFill>
                  <a:latin typeface="Roboto" panose="02000000000000000000" pitchFamily="2" charset="0"/>
                  <a:ea typeface="Roboto" panose="02000000000000000000" pitchFamily="2" charset="0"/>
                  <a:cs typeface="+mn-cs"/>
                </a:rPr>
                <a:t> categories </a:t>
              </a:r>
              <a:r>
                <a:rPr lang="id-ID" sz="700" dirty="0">
                  <a:solidFill>
                    <a:prstClr val="white">
                      <a:lumMod val="75000"/>
                    </a:prstClr>
                  </a:solidFill>
                  <a:latin typeface="Roboto" panose="02000000000000000000" pitchFamily="2" charset="0"/>
                  <a:ea typeface="Roboto" panose="02000000000000000000" pitchFamily="2" charset="0"/>
                  <a:cs typeface="+mn-cs"/>
                </a:rPr>
                <a:t>business and personal presentation, eaque ipsa quae ab illo inventore veritatis et quasi architecto </a:t>
              </a:r>
              <a:r>
                <a:rPr lang="id-ID" sz="700" dirty="0" smtClean="0">
                  <a:solidFill>
                    <a:prstClr val="white">
                      <a:lumMod val="75000"/>
                    </a:prstClr>
                  </a:solidFill>
                  <a:latin typeface="Roboto" panose="02000000000000000000" pitchFamily="2" charset="0"/>
                  <a:ea typeface="Roboto" panose="02000000000000000000" pitchFamily="2" charset="0"/>
                  <a:cs typeface="+mn-cs"/>
                </a:rPr>
                <a:t>beatae</a:t>
              </a:r>
              <a:endParaRPr lang="id-ID" sz="700" dirty="0">
                <a:solidFill>
                  <a:prstClr val="white">
                    <a:lumMod val="75000"/>
                  </a:prstClr>
                </a:solidFill>
                <a:latin typeface="Roboto" panose="02000000000000000000" pitchFamily="2" charset="0"/>
                <a:ea typeface="Roboto" panose="02000000000000000000" pitchFamily="2" charset="0"/>
                <a:cs typeface="+mn-cs"/>
              </a:endParaRPr>
            </a:p>
          </p:txBody>
        </p:sp>
      </p:grpSp>
      <p:cxnSp>
        <p:nvCxnSpPr>
          <p:cNvPr id="438" name="Straight Connector 8"/>
          <p:cNvCxnSpPr/>
          <p:nvPr/>
        </p:nvCxnSpPr>
        <p:spPr>
          <a:xfrm>
            <a:off x="5379191" y="130274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43" name="Teardrop 10"/>
          <p:cNvSpPr/>
          <p:nvPr/>
        </p:nvSpPr>
        <p:spPr>
          <a:xfrm rot="2700000">
            <a:off x="4317086" y="901663"/>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4" name="Oval 11"/>
          <p:cNvSpPr/>
          <p:nvPr/>
        </p:nvSpPr>
        <p:spPr>
          <a:xfrm>
            <a:off x="6070597" y="1227368"/>
            <a:ext cx="150756" cy="150756"/>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446" name="TextBox 19"/>
          <p:cNvSpPr txBox="1"/>
          <p:nvPr/>
        </p:nvSpPr>
        <p:spPr>
          <a:xfrm>
            <a:off x="6352887" y="73552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447" name="TextBox 60"/>
          <p:cNvSpPr txBox="1"/>
          <p:nvPr/>
        </p:nvSpPr>
        <p:spPr>
          <a:xfrm>
            <a:off x="7214299" y="917917"/>
            <a:ext cx="5982006" cy="584775"/>
          </a:xfrm>
          <a:prstGeom prst="rect">
            <a:avLst/>
          </a:prstGeom>
          <a:noFill/>
        </p:spPr>
        <p:txBody>
          <a:bodyPr wrap="square" rtlCol="0">
            <a:spAutoFit/>
          </a:bodyPr>
          <a:lstStyle/>
          <a:p>
            <a:pPr lvl="3" algn="ctr" rtl="1"/>
            <a:r>
              <a:rPr lang="ar-SA" sz="3200" b="1" u="sng" dirty="0" smtClean="0"/>
              <a:t>الأهداف الذكية</a:t>
            </a:r>
            <a:r>
              <a:rPr lang="en-US" sz="3200" b="1" u="sng" dirty="0"/>
              <a:t> </a:t>
            </a:r>
            <a:r>
              <a:rPr lang="en-US" sz="3200" b="1" u="sng" dirty="0" smtClean="0"/>
              <a:t>SMART Goal  </a:t>
            </a:r>
            <a:endParaRPr lang="el-GR" sz="3200" b="1" u="sng" dirty="0"/>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42042783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randombar(horizontal)">
                                      <p:cBhvr>
                                        <p:cTn id="7" dur="1000"/>
                                        <p:tgtEl>
                                          <p:spTgt spid="1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49"/>
                                        </p:tgtEl>
                                        <p:attrNameLst>
                                          <p:attrName>style.visibility</p:attrName>
                                        </p:attrNameLst>
                                      </p:cBhvr>
                                      <p:to>
                                        <p:strVal val="visible"/>
                                      </p:to>
                                    </p:set>
                                    <p:animEffect transition="in" filter="fade">
                                      <p:cBhvr>
                                        <p:cTn id="11" dur="500"/>
                                        <p:tgtEl>
                                          <p:spTgt spid="449"/>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443"/>
                                        </p:tgtEl>
                                        <p:attrNameLst>
                                          <p:attrName>style.visibility</p:attrName>
                                        </p:attrNameLst>
                                      </p:cBhvr>
                                      <p:to>
                                        <p:strVal val="visible"/>
                                      </p:to>
                                    </p:set>
                                    <p:animEffect transition="in" filter="fade">
                                      <p:cBhvr>
                                        <p:cTn id="15" dur="500"/>
                                        <p:tgtEl>
                                          <p:spTgt spid="443"/>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438"/>
                                        </p:tgtEl>
                                        <p:attrNameLst>
                                          <p:attrName>style.visibility</p:attrName>
                                        </p:attrNameLst>
                                      </p:cBhvr>
                                      <p:to>
                                        <p:strVal val="visible"/>
                                      </p:to>
                                    </p:set>
                                    <p:animEffect transition="in" filter="fade">
                                      <p:cBhvr>
                                        <p:cTn id="19" dur="500"/>
                                        <p:tgtEl>
                                          <p:spTgt spid="438"/>
                                        </p:tgtEl>
                                      </p:cBhvr>
                                    </p:animEffect>
                                  </p:childTnLst>
                                </p:cTn>
                              </p:par>
                            </p:childTnLst>
                          </p:cTn>
                        </p:par>
                        <p:par>
                          <p:cTn id="20" fill="hold">
                            <p:stCondLst>
                              <p:cond delay="2500"/>
                            </p:stCondLst>
                            <p:childTnLst>
                              <p:par>
                                <p:cTn id="21" presetID="10" presetClass="entr" presetSubtype="0" fill="hold" grpId="0" nodeType="afterEffect">
                                  <p:stCondLst>
                                    <p:cond delay="0"/>
                                  </p:stCondLst>
                                  <p:childTnLst>
                                    <p:set>
                                      <p:cBhvr>
                                        <p:cTn id="22" dur="1" fill="hold">
                                          <p:stCondLst>
                                            <p:cond delay="0"/>
                                          </p:stCondLst>
                                        </p:cTn>
                                        <p:tgtEl>
                                          <p:spTgt spid="446"/>
                                        </p:tgtEl>
                                        <p:attrNameLst>
                                          <p:attrName>style.visibility</p:attrName>
                                        </p:attrNameLst>
                                      </p:cBhvr>
                                      <p:to>
                                        <p:strVal val="visible"/>
                                      </p:to>
                                    </p:set>
                                    <p:animEffect transition="in" filter="fade">
                                      <p:cBhvr>
                                        <p:cTn id="23" dur="500"/>
                                        <p:tgtEl>
                                          <p:spTgt spid="446"/>
                                        </p:tgtEl>
                                      </p:cBhvr>
                                    </p:animEffect>
                                  </p:childTnLst>
                                </p:cTn>
                              </p:par>
                            </p:childTnLst>
                          </p:cTn>
                        </p:par>
                        <p:par>
                          <p:cTn id="24" fill="hold">
                            <p:stCondLst>
                              <p:cond delay="3000"/>
                            </p:stCondLst>
                            <p:childTnLst>
                              <p:par>
                                <p:cTn id="25" presetID="10" presetClass="entr" presetSubtype="0" fill="hold" grpId="0" nodeType="afterEffect">
                                  <p:stCondLst>
                                    <p:cond delay="0"/>
                                  </p:stCondLst>
                                  <p:childTnLst>
                                    <p:set>
                                      <p:cBhvr>
                                        <p:cTn id="26" dur="1" fill="hold">
                                          <p:stCondLst>
                                            <p:cond delay="0"/>
                                          </p:stCondLst>
                                        </p:cTn>
                                        <p:tgtEl>
                                          <p:spTgt spid="447"/>
                                        </p:tgtEl>
                                        <p:attrNameLst>
                                          <p:attrName>style.visibility</p:attrName>
                                        </p:attrNameLst>
                                      </p:cBhvr>
                                      <p:to>
                                        <p:strVal val="visible"/>
                                      </p:to>
                                    </p:set>
                                    <p:animEffect transition="in" filter="fade">
                                      <p:cBhvr>
                                        <p:cTn id="27" dur="500"/>
                                        <p:tgtEl>
                                          <p:spTgt spid="447"/>
                                        </p:tgtEl>
                                      </p:cBhvr>
                                    </p:animEffect>
                                  </p:childTnLst>
                                </p:cTn>
                              </p:par>
                            </p:childTnLst>
                          </p:cTn>
                        </p:par>
                        <p:par>
                          <p:cTn id="28" fill="hold">
                            <p:stCondLst>
                              <p:cond delay="3500"/>
                            </p:stCondLst>
                            <p:childTnLst>
                              <p:par>
                                <p:cTn id="29" presetID="10" presetClass="entr" presetSubtype="0"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443" grpId="0" animBg="1"/>
      <p:bldP spid="446" grpId="0"/>
      <p:bldP spid="447"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5" name="Freeform 52"/>
          <p:cNvSpPr>
            <a:spLocks/>
          </p:cNvSpPr>
          <p:nvPr/>
        </p:nvSpPr>
        <p:spPr bwMode="auto">
          <a:xfrm>
            <a:off x="476933" y="4775200"/>
            <a:ext cx="842963" cy="2082800"/>
          </a:xfrm>
          <a:custGeom>
            <a:avLst/>
            <a:gdLst>
              <a:gd name="T0" fmla="*/ 304 w 394"/>
              <a:gd name="T1" fmla="*/ 0 h 972"/>
              <a:gd name="T2" fmla="*/ 290 w 394"/>
              <a:gd name="T3" fmla="*/ 2 h 972"/>
              <a:gd name="T4" fmla="*/ 268 w 394"/>
              <a:gd name="T5" fmla="*/ 108 h 972"/>
              <a:gd name="T6" fmla="*/ 262 w 394"/>
              <a:gd name="T7" fmla="*/ 258 h 972"/>
              <a:gd name="T8" fmla="*/ 237 w 394"/>
              <a:gd name="T9" fmla="*/ 252 h 972"/>
              <a:gd name="T10" fmla="*/ 173 w 394"/>
              <a:gd name="T11" fmla="*/ 302 h 972"/>
              <a:gd name="T12" fmla="*/ 138 w 394"/>
              <a:gd name="T13" fmla="*/ 296 h 972"/>
              <a:gd name="T14" fmla="*/ 87 w 394"/>
              <a:gd name="T15" fmla="*/ 330 h 972"/>
              <a:gd name="T16" fmla="*/ 38 w 394"/>
              <a:gd name="T17" fmla="*/ 350 h 972"/>
              <a:gd name="T18" fmla="*/ 3 w 394"/>
              <a:gd name="T19" fmla="*/ 412 h 972"/>
              <a:gd name="T20" fmla="*/ 0 w 394"/>
              <a:gd name="T21" fmla="*/ 456 h 972"/>
              <a:gd name="T22" fmla="*/ 0 w 394"/>
              <a:gd name="T23" fmla="*/ 458 h 972"/>
              <a:gd name="T24" fmla="*/ 4 w 394"/>
              <a:gd name="T25" fmla="*/ 527 h 972"/>
              <a:gd name="T26" fmla="*/ 36 w 394"/>
              <a:gd name="T27" fmla="*/ 644 h 972"/>
              <a:gd name="T28" fmla="*/ 43 w 394"/>
              <a:gd name="T29" fmla="*/ 912 h 972"/>
              <a:gd name="T30" fmla="*/ 41 w 394"/>
              <a:gd name="T31" fmla="*/ 972 h 972"/>
              <a:gd name="T32" fmla="*/ 282 w 394"/>
              <a:gd name="T33" fmla="*/ 972 h 972"/>
              <a:gd name="T34" fmla="*/ 276 w 394"/>
              <a:gd name="T35" fmla="*/ 802 h 972"/>
              <a:gd name="T36" fmla="*/ 292 w 394"/>
              <a:gd name="T37" fmla="*/ 624 h 972"/>
              <a:gd name="T38" fmla="*/ 352 w 394"/>
              <a:gd name="T39" fmla="*/ 539 h 972"/>
              <a:gd name="T40" fmla="*/ 364 w 394"/>
              <a:gd name="T41" fmla="*/ 430 h 972"/>
              <a:gd name="T42" fmla="*/ 340 w 394"/>
              <a:gd name="T43" fmla="*/ 376 h 972"/>
              <a:gd name="T44" fmla="*/ 336 w 394"/>
              <a:gd name="T45" fmla="*/ 305 h 972"/>
              <a:gd name="T46" fmla="*/ 341 w 394"/>
              <a:gd name="T47" fmla="*/ 171 h 972"/>
              <a:gd name="T48" fmla="*/ 341 w 394"/>
              <a:gd name="T49" fmla="*/ 120 h 972"/>
              <a:gd name="T50" fmla="*/ 343 w 394"/>
              <a:gd name="T51" fmla="*/ 53 h 972"/>
              <a:gd name="T52" fmla="*/ 304 w 394"/>
              <a:gd name="T53"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4" h="972">
                <a:moveTo>
                  <a:pt x="304" y="0"/>
                </a:moveTo>
                <a:cubicBezTo>
                  <a:pt x="299" y="0"/>
                  <a:pt x="295" y="0"/>
                  <a:pt x="290" y="2"/>
                </a:cubicBezTo>
                <a:cubicBezTo>
                  <a:pt x="254" y="14"/>
                  <a:pt x="270" y="80"/>
                  <a:pt x="268" y="108"/>
                </a:cubicBezTo>
                <a:cubicBezTo>
                  <a:pt x="265" y="159"/>
                  <a:pt x="264" y="208"/>
                  <a:pt x="262" y="258"/>
                </a:cubicBezTo>
                <a:cubicBezTo>
                  <a:pt x="255" y="254"/>
                  <a:pt x="246" y="252"/>
                  <a:pt x="237" y="252"/>
                </a:cubicBezTo>
                <a:cubicBezTo>
                  <a:pt x="207" y="252"/>
                  <a:pt x="172" y="272"/>
                  <a:pt x="173" y="302"/>
                </a:cubicBezTo>
                <a:cubicBezTo>
                  <a:pt x="161" y="298"/>
                  <a:pt x="150" y="296"/>
                  <a:pt x="138" y="296"/>
                </a:cubicBezTo>
                <a:cubicBezTo>
                  <a:pt x="116" y="296"/>
                  <a:pt x="96" y="305"/>
                  <a:pt x="87" y="330"/>
                </a:cubicBezTo>
                <a:cubicBezTo>
                  <a:pt x="82" y="347"/>
                  <a:pt x="54" y="342"/>
                  <a:pt x="38" y="350"/>
                </a:cubicBezTo>
                <a:cubicBezTo>
                  <a:pt x="11" y="363"/>
                  <a:pt x="7" y="384"/>
                  <a:pt x="3" y="412"/>
                </a:cubicBezTo>
                <a:cubicBezTo>
                  <a:pt x="1" y="426"/>
                  <a:pt x="0" y="441"/>
                  <a:pt x="0" y="456"/>
                </a:cubicBezTo>
                <a:cubicBezTo>
                  <a:pt x="0" y="458"/>
                  <a:pt x="0" y="458"/>
                  <a:pt x="0" y="458"/>
                </a:cubicBezTo>
                <a:cubicBezTo>
                  <a:pt x="0" y="481"/>
                  <a:pt x="2" y="504"/>
                  <a:pt x="4" y="527"/>
                </a:cubicBezTo>
                <a:cubicBezTo>
                  <a:pt x="7" y="564"/>
                  <a:pt x="19" y="612"/>
                  <a:pt x="36" y="644"/>
                </a:cubicBezTo>
                <a:cubicBezTo>
                  <a:pt x="80" y="730"/>
                  <a:pt x="50" y="820"/>
                  <a:pt x="43" y="912"/>
                </a:cubicBezTo>
                <a:cubicBezTo>
                  <a:pt x="42" y="932"/>
                  <a:pt x="42" y="952"/>
                  <a:pt x="41" y="972"/>
                </a:cubicBezTo>
                <a:cubicBezTo>
                  <a:pt x="282" y="972"/>
                  <a:pt x="282" y="972"/>
                  <a:pt x="282" y="972"/>
                </a:cubicBezTo>
                <a:cubicBezTo>
                  <a:pt x="270" y="918"/>
                  <a:pt x="278" y="856"/>
                  <a:pt x="276" y="802"/>
                </a:cubicBezTo>
                <a:cubicBezTo>
                  <a:pt x="275" y="753"/>
                  <a:pt x="257" y="664"/>
                  <a:pt x="292" y="624"/>
                </a:cubicBezTo>
                <a:cubicBezTo>
                  <a:pt x="315" y="596"/>
                  <a:pt x="341" y="574"/>
                  <a:pt x="352" y="539"/>
                </a:cubicBezTo>
                <a:cubicBezTo>
                  <a:pt x="365" y="499"/>
                  <a:pt x="394" y="472"/>
                  <a:pt x="364" y="430"/>
                </a:cubicBezTo>
                <a:cubicBezTo>
                  <a:pt x="350" y="409"/>
                  <a:pt x="340" y="402"/>
                  <a:pt x="340" y="376"/>
                </a:cubicBezTo>
                <a:cubicBezTo>
                  <a:pt x="340" y="352"/>
                  <a:pt x="335" y="328"/>
                  <a:pt x="336" y="305"/>
                </a:cubicBezTo>
                <a:cubicBezTo>
                  <a:pt x="338" y="259"/>
                  <a:pt x="338" y="216"/>
                  <a:pt x="341" y="171"/>
                </a:cubicBezTo>
                <a:cubicBezTo>
                  <a:pt x="342" y="154"/>
                  <a:pt x="340" y="136"/>
                  <a:pt x="341" y="120"/>
                </a:cubicBezTo>
                <a:cubicBezTo>
                  <a:pt x="341" y="97"/>
                  <a:pt x="344" y="75"/>
                  <a:pt x="343" y="53"/>
                </a:cubicBezTo>
                <a:cubicBezTo>
                  <a:pt x="342" y="28"/>
                  <a:pt x="329" y="0"/>
                  <a:pt x="304"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096" name="Freeform 53"/>
          <p:cNvSpPr>
            <a:spLocks/>
          </p:cNvSpPr>
          <p:nvPr/>
        </p:nvSpPr>
        <p:spPr bwMode="auto">
          <a:xfrm>
            <a:off x="2583546" y="4852988"/>
            <a:ext cx="750888" cy="2009775"/>
          </a:xfrm>
          <a:custGeom>
            <a:avLst/>
            <a:gdLst>
              <a:gd name="T0" fmla="*/ 91 w 351"/>
              <a:gd name="T1" fmla="*/ 0 h 938"/>
              <a:gd name="T2" fmla="*/ 63 w 351"/>
              <a:gd name="T3" fmla="*/ 37 h 938"/>
              <a:gd name="T4" fmla="*/ 80 w 351"/>
              <a:gd name="T5" fmla="*/ 99 h 938"/>
              <a:gd name="T6" fmla="*/ 98 w 351"/>
              <a:gd name="T7" fmla="*/ 183 h 938"/>
              <a:gd name="T8" fmla="*/ 128 w 351"/>
              <a:gd name="T9" fmla="*/ 319 h 938"/>
              <a:gd name="T10" fmla="*/ 95 w 351"/>
              <a:gd name="T11" fmla="*/ 309 h 938"/>
              <a:gd name="T12" fmla="*/ 65 w 351"/>
              <a:gd name="T13" fmla="*/ 319 h 938"/>
              <a:gd name="T14" fmla="*/ 65 w 351"/>
              <a:gd name="T15" fmla="*/ 387 h 938"/>
              <a:gd name="T16" fmla="*/ 8 w 351"/>
              <a:gd name="T17" fmla="*/ 437 h 938"/>
              <a:gd name="T18" fmla="*/ 17 w 351"/>
              <a:gd name="T19" fmla="*/ 544 h 938"/>
              <a:gd name="T20" fmla="*/ 46 w 351"/>
              <a:gd name="T21" fmla="*/ 639 h 938"/>
              <a:gd name="T22" fmla="*/ 92 w 351"/>
              <a:gd name="T23" fmla="*/ 747 h 938"/>
              <a:gd name="T24" fmla="*/ 84 w 351"/>
              <a:gd name="T25" fmla="*/ 938 h 938"/>
              <a:gd name="T26" fmla="*/ 306 w 351"/>
              <a:gd name="T27" fmla="*/ 938 h 938"/>
              <a:gd name="T28" fmla="*/ 301 w 351"/>
              <a:gd name="T29" fmla="*/ 790 h 938"/>
              <a:gd name="T30" fmla="*/ 307 w 351"/>
              <a:gd name="T31" fmla="*/ 632 h 938"/>
              <a:gd name="T32" fmla="*/ 320 w 351"/>
              <a:gd name="T33" fmla="*/ 523 h 938"/>
              <a:gd name="T34" fmla="*/ 309 w 351"/>
              <a:gd name="T35" fmla="*/ 363 h 938"/>
              <a:gd name="T36" fmla="*/ 313 w 351"/>
              <a:gd name="T37" fmla="*/ 301 h 938"/>
              <a:gd name="T38" fmla="*/ 320 w 351"/>
              <a:gd name="T39" fmla="*/ 235 h 938"/>
              <a:gd name="T40" fmla="*/ 337 w 351"/>
              <a:gd name="T41" fmla="*/ 151 h 938"/>
              <a:gd name="T42" fmla="*/ 348 w 351"/>
              <a:gd name="T43" fmla="*/ 72 h 938"/>
              <a:gd name="T44" fmla="*/ 315 w 351"/>
              <a:gd name="T45" fmla="*/ 30 h 938"/>
              <a:gd name="T46" fmla="*/ 284 w 351"/>
              <a:gd name="T47" fmla="*/ 58 h 938"/>
              <a:gd name="T48" fmla="*/ 273 w 351"/>
              <a:gd name="T49" fmla="*/ 116 h 938"/>
              <a:gd name="T50" fmla="*/ 256 w 351"/>
              <a:gd name="T51" fmla="*/ 200 h 938"/>
              <a:gd name="T52" fmla="*/ 214 w 351"/>
              <a:gd name="T53" fmla="*/ 296 h 938"/>
              <a:gd name="T54" fmla="*/ 174 w 351"/>
              <a:gd name="T55" fmla="*/ 186 h 938"/>
              <a:gd name="T56" fmla="*/ 133 w 351"/>
              <a:gd name="T57" fmla="*/ 37 h 938"/>
              <a:gd name="T58" fmla="*/ 91 w 351"/>
              <a:gd name="T59" fmla="*/ 0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1" h="938">
                <a:moveTo>
                  <a:pt x="91" y="0"/>
                </a:moveTo>
                <a:cubicBezTo>
                  <a:pt x="75" y="0"/>
                  <a:pt x="62" y="12"/>
                  <a:pt x="63" y="37"/>
                </a:cubicBezTo>
                <a:cubicBezTo>
                  <a:pt x="65" y="58"/>
                  <a:pt x="74" y="79"/>
                  <a:pt x="80" y="99"/>
                </a:cubicBezTo>
                <a:cubicBezTo>
                  <a:pt x="88" y="126"/>
                  <a:pt x="89" y="156"/>
                  <a:pt x="98" y="183"/>
                </a:cubicBezTo>
                <a:cubicBezTo>
                  <a:pt x="112" y="227"/>
                  <a:pt x="128" y="273"/>
                  <a:pt x="128" y="319"/>
                </a:cubicBezTo>
                <a:cubicBezTo>
                  <a:pt x="121" y="313"/>
                  <a:pt x="108" y="309"/>
                  <a:pt x="95" y="309"/>
                </a:cubicBezTo>
                <a:cubicBezTo>
                  <a:pt x="84" y="309"/>
                  <a:pt x="72" y="312"/>
                  <a:pt x="65" y="319"/>
                </a:cubicBezTo>
                <a:cubicBezTo>
                  <a:pt x="44" y="339"/>
                  <a:pt x="52" y="366"/>
                  <a:pt x="65" y="387"/>
                </a:cubicBezTo>
                <a:cubicBezTo>
                  <a:pt x="37" y="398"/>
                  <a:pt x="15" y="403"/>
                  <a:pt x="8" y="437"/>
                </a:cubicBezTo>
                <a:cubicBezTo>
                  <a:pt x="0" y="475"/>
                  <a:pt x="9" y="507"/>
                  <a:pt x="17" y="544"/>
                </a:cubicBezTo>
                <a:cubicBezTo>
                  <a:pt x="23" y="578"/>
                  <a:pt x="27" y="609"/>
                  <a:pt x="46" y="639"/>
                </a:cubicBezTo>
                <a:cubicBezTo>
                  <a:pt x="70" y="676"/>
                  <a:pt x="93" y="701"/>
                  <a:pt x="92" y="747"/>
                </a:cubicBezTo>
                <a:cubicBezTo>
                  <a:pt x="92" y="808"/>
                  <a:pt x="91" y="875"/>
                  <a:pt x="84" y="938"/>
                </a:cubicBezTo>
                <a:cubicBezTo>
                  <a:pt x="306" y="938"/>
                  <a:pt x="306" y="938"/>
                  <a:pt x="306" y="938"/>
                </a:cubicBezTo>
                <a:cubicBezTo>
                  <a:pt x="299" y="888"/>
                  <a:pt x="299" y="841"/>
                  <a:pt x="301" y="790"/>
                </a:cubicBezTo>
                <a:cubicBezTo>
                  <a:pt x="303" y="735"/>
                  <a:pt x="293" y="684"/>
                  <a:pt x="307" y="632"/>
                </a:cubicBezTo>
                <a:cubicBezTo>
                  <a:pt x="317" y="591"/>
                  <a:pt x="321" y="565"/>
                  <a:pt x="320" y="523"/>
                </a:cubicBezTo>
                <a:cubicBezTo>
                  <a:pt x="318" y="476"/>
                  <a:pt x="323" y="416"/>
                  <a:pt x="309" y="363"/>
                </a:cubicBezTo>
                <a:cubicBezTo>
                  <a:pt x="303" y="340"/>
                  <a:pt x="308" y="324"/>
                  <a:pt x="313" y="301"/>
                </a:cubicBezTo>
                <a:cubicBezTo>
                  <a:pt x="318" y="279"/>
                  <a:pt x="312" y="256"/>
                  <a:pt x="320" y="235"/>
                </a:cubicBezTo>
                <a:cubicBezTo>
                  <a:pt x="329" y="209"/>
                  <a:pt x="335" y="178"/>
                  <a:pt x="337" y="151"/>
                </a:cubicBezTo>
                <a:cubicBezTo>
                  <a:pt x="339" y="125"/>
                  <a:pt x="351" y="99"/>
                  <a:pt x="348" y="72"/>
                </a:cubicBezTo>
                <a:cubicBezTo>
                  <a:pt x="345" y="46"/>
                  <a:pt x="331" y="30"/>
                  <a:pt x="315" y="30"/>
                </a:cubicBezTo>
                <a:cubicBezTo>
                  <a:pt x="304" y="30"/>
                  <a:pt x="292" y="39"/>
                  <a:pt x="284" y="58"/>
                </a:cubicBezTo>
                <a:cubicBezTo>
                  <a:pt x="276" y="77"/>
                  <a:pt x="274" y="95"/>
                  <a:pt x="273" y="116"/>
                </a:cubicBezTo>
                <a:cubicBezTo>
                  <a:pt x="270" y="144"/>
                  <a:pt x="265" y="174"/>
                  <a:pt x="256" y="200"/>
                </a:cubicBezTo>
                <a:cubicBezTo>
                  <a:pt x="250" y="216"/>
                  <a:pt x="240" y="296"/>
                  <a:pt x="214" y="296"/>
                </a:cubicBezTo>
                <a:cubicBezTo>
                  <a:pt x="198" y="296"/>
                  <a:pt x="176" y="203"/>
                  <a:pt x="174" y="186"/>
                </a:cubicBezTo>
                <a:cubicBezTo>
                  <a:pt x="168" y="139"/>
                  <a:pt x="144" y="82"/>
                  <a:pt x="133" y="37"/>
                </a:cubicBezTo>
                <a:cubicBezTo>
                  <a:pt x="127" y="13"/>
                  <a:pt x="108" y="0"/>
                  <a:pt x="91"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097" name="Freeform 54"/>
          <p:cNvSpPr>
            <a:spLocks/>
          </p:cNvSpPr>
          <p:nvPr/>
        </p:nvSpPr>
        <p:spPr bwMode="auto">
          <a:xfrm>
            <a:off x="4616129" y="5130991"/>
            <a:ext cx="777875" cy="1731772"/>
          </a:xfrm>
          <a:custGeom>
            <a:avLst/>
            <a:gdLst>
              <a:gd name="T0" fmla="*/ 185 w 363"/>
              <a:gd name="T1" fmla="*/ 0 h 971"/>
              <a:gd name="T2" fmla="*/ 166 w 363"/>
              <a:gd name="T3" fmla="*/ 8 h 971"/>
              <a:gd name="T4" fmla="*/ 153 w 363"/>
              <a:gd name="T5" fmla="*/ 78 h 971"/>
              <a:gd name="T6" fmla="*/ 155 w 363"/>
              <a:gd name="T7" fmla="*/ 170 h 971"/>
              <a:gd name="T8" fmla="*/ 151 w 363"/>
              <a:gd name="T9" fmla="*/ 242 h 971"/>
              <a:gd name="T10" fmla="*/ 143 w 363"/>
              <a:gd name="T11" fmla="*/ 299 h 971"/>
              <a:gd name="T12" fmla="*/ 100 w 363"/>
              <a:gd name="T13" fmla="*/ 115 h 971"/>
              <a:gd name="T14" fmla="*/ 64 w 363"/>
              <a:gd name="T15" fmla="*/ 40 h 971"/>
              <a:gd name="T16" fmla="*/ 54 w 363"/>
              <a:gd name="T17" fmla="*/ 38 h 971"/>
              <a:gd name="T18" fmla="*/ 34 w 363"/>
              <a:gd name="T19" fmla="*/ 96 h 971"/>
              <a:gd name="T20" fmla="*/ 49 w 363"/>
              <a:gd name="T21" fmla="*/ 188 h 971"/>
              <a:gd name="T22" fmla="*/ 72 w 363"/>
              <a:gd name="T23" fmla="*/ 291 h 971"/>
              <a:gd name="T24" fmla="*/ 74 w 363"/>
              <a:gd name="T25" fmla="*/ 321 h 971"/>
              <a:gd name="T26" fmla="*/ 42 w 363"/>
              <a:gd name="T27" fmla="*/ 343 h 971"/>
              <a:gd name="T28" fmla="*/ 27 w 363"/>
              <a:gd name="T29" fmla="*/ 445 h 971"/>
              <a:gd name="T30" fmla="*/ 54 w 363"/>
              <a:gd name="T31" fmla="*/ 608 h 971"/>
              <a:gd name="T32" fmla="*/ 90 w 363"/>
              <a:gd name="T33" fmla="*/ 692 h 971"/>
              <a:gd name="T34" fmla="*/ 88 w 363"/>
              <a:gd name="T35" fmla="*/ 807 h 971"/>
              <a:gd name="T36" fmla="*/ 71 w 363"/>
              <a:gd name="T37" fmla="*/ 971 h 971"/>
              <a:gd name="T38" fmla="*/ 302 w 363"/>
              <a:gd name="T39" fmla="*/ 971 h 971"/>
              <a:gd name="T40" fmla="*/ 288 w 363"/>
              <a:gd name="T41" fmla="*/ 858 h 971"/>
              <a:gd name="T42" fmla="*/ 294 w 363"/>
              <a:gd name="T43" fmla="*/ 762 h 971"/>
              <a:gd name="T44" fmla="*/ 285 w 363"/>
              <a:gd name="T45" fmla="*/ 645 h 971"/>
              <a:gd name="T46" fmla="*/ 301 w 363"/>
              <a:gd name="T47" fmla="*/ 615 h 971"/>
              <a:gd name="T48" fmla="*/ 320 w 363"/>
              <a:gd name="T49" fmla="*/ 563 h 971"/>
              <a:gd name="T50" fmla="*/ 318 w 363"/>
              <a:gd name="T51" fmla="*/ 444 h 971"/>
              <a:gd name="T52" fmla="*/ 323 w 363"/>
              <a:gd name="T53" fmla="*/ 260 h 971"/>
              <a:gd name="T54" fmla="*/ 339 w 363"/>
              <a:gd name="T55" fmla="*/ 160 h 971"/>
              <a:gd name="T56" fmla="*/ 356 w 363"/>
              <a:gd name="T57" fmla="*/ 52 h 971"/>
              <a:gd name="T58" fmla="*/ 323 w 363"/>
              <a:gd name="T59" fmla="*/ 29 h 971"/>
              <a:gd name="T60" fmla="*/ 298 w 363"/>
              <a:gd name="T61" fmla="*/ 39 h 971"/>
              <a:gd name="T62" fmla="*/ 277 w 363"/>
              <a:gd name="T63" fmla="*/ 124 h 971"/>
              <a:gd name="T64" fmla="*/ 270 w 363"/>
              <a:gd name="T65" fmla="*/ 165 h 971"/>
              <a:gd name="T66" fmla="*/ 256 w 363"/>
              <a:gd name="T67" fmla="*/ 215 h 971"/>
              <a:gd name="T68" fmla="*/ 230 w 363"/>
              <a:gd name="T69" fmla="*/ 289 h 971"/>
              <a:gd name="T70" fmla="*/ 227 w 363"/>
              <a:gd name="T71" fmla="*/ 217 h 971"/>
              <a:gd name="T72" fmla="*/ 217 w 363"/>
              <a:gd name="T73" fmla="*/ 118 h 971"/>
              <a:gd name="T74" fmla="*/ 217 w 363"/>
              <a:gd name="T75" fmla="*/ 23 h 971"/>
              <a:gd name="T76" fmla="*/ 185 w 363"/>
              <a:gd name="T77" fmla="*/ 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3" h="971">
                <a:moveTo>
                  <a:pt x="185" y="0"/>
                </a:moveTo>
                <a:cubicBezTo>
                  <a:pt x="178" y="0"/>
                  <a:pt x="171" y="3"/>
                  <a:pt x="166" y="8"/>
                </a:cubicBezTo>
                <a:cubicBezTo>
                  <a:pt x="149" y="25"/>
                  <a:pt x="156" y="56"/>
                  <a:pt x="153" y="78"/>
                </a:cubicBezTo>
                <a:cubicBezTo>
                  <a:pt x="148" y="109"/>
                  <a:pt x="157" y="139"/>
                  <a:pt x="155" y="170"/>
                </a:cubicBezTo>
                <a:cubicBezTo>
                  <a:pt x="153" y="194"/>
                  <a:pt x="152" y="218"/>
                  <a:pt x="151" y="242"/>
                </a:cubicBezTo>
                <a:cubicBezTo>
                  <a:pt x="150" y="260"/>
                  <a:pt x="162" y="286"/>
                  <a:pt x="143" y="299"/>
                </a:cubicBezTo>
                <a:cubicBezTo>
                  <a:pt x="122" y="240"/>
                  <a:pt x="105" y="177"/>
                  <a:pt x="100" y="115"/>
                </a:cubicBezTo>
                <a:cubicBezTo>
                  <a:pt x="99" y="89"/>
                  <a:pt x="94" y="50"/>
                  <a:pt x="64" y="40"/>
                </a:cubicBezTo>
                <a:cubicBezTo>
                  <a:pt x="61" y="39"/>
                  <a:pt x="57" y="38"/>
                  <a:pt x="54" y="38"/>
                </a:cubicBezTo>
                <a:cubicBezTo>
                  <a:pt x="30" y="38"/>
                  <a:pt x="30" y="78"/>
                  <a:pt x="34" y="96"/>
                </a:cubicBezTo>
                <a:cubicBezTo>
                  <a:pt x="41" y="125"/>
                  <a:pt x="45" y="158"/>
                  <a:pt x="49" y="188"/>
                </a:cubicBezTo>
                <a:cubicBezTo>
                  <a:pt x="53" y="224"/>
                  <a:pt x="63" y="256"/>
                  <a:pt x="72" y="291"/>
                </a:cubicBezTo>
                <a:cubicBezTo>
                  <a:pt x="74" y="301"/>
                  <a:pt x="75" y="311"/>
                  <a:pt x="74" y="321"/>
                </a:cubicBezTo>
                <a:cubicBezTo>
                  <a:pt x="72" y="339"/>
                  <a:pt x="55" y="333"/>
                  <a:pt x="42" y="343"/>
                </a:cubicBezTo>
                <a:cubicBezTo>
                  <a:pt x="0" y="376"/>
                  <a:pt x="27" y="416"/>
                  <a:pt x="27" y="445"/>
                </a:cubicBezTo>
                <a:cubicBezTo>
                  <a:pt x="27" y="504"/>
                  <a:pt x="37" y="552"/>
                  <a:pt x="54" y="608"/>
                </a:cubicBezTo>
                <a:cubicBezTo>
                  <a:pt x="63" y="636"/>
                  <a:pt x="87" y="663"/>
                  <a:pt x="90" y="692"/>
                </a:cubicBezTo>
                <a:cubicBezTo>
                  <a:pt x="95" y="730"/>
                  <a:pt x="96" y="770"/>
                  <a:pt x="88" y="807"/>
                </a:cubicBezTo>
                <a:cubicBezTo>
                  <a:pt x="76" y="860"/>
                  <a:pt x="74" y="916"/>
                  <a:pt x="71" y="971"/>
                </a:cubicBezTo>
                <a:cubicBezTo>
                  <a:pt x="302" y="971"/>
                  <a:pt x="302" y="971"/>
                  <a:pt x="302" y="971"/>
                </a:cubicBezTo>
                <a:cubicBezTo>
                  <a:pt x="293" y="935"/>
                  <a:pt x="287" y="899"/>
                  <a:pt x="288" y="858"/>
                </a:cubicBezTo>
                <a:cubicBezTo>
                  <a:pt x="290" y="826"/>
                  <a:pt x="294" y="794"/>
                  <a:pt x="294" y="762"/>
                </a:cubicBezTo>
                <a:cubicBezTo>
                  <a:pt x="295" y="723"/>
                  <a:pt x="285" y="684"/>
                  <a:pt x="285" y="645"/>
                </a:cubicBezTo>
                <a:cubicBezTo>
                  <a:pt x="285" y="633"/>
                  <a:pt x="297" y="626"/>
                  <a:pt x="301" y="615"/>
                </a:cubicBezTo>
                <a:cubicBezTo>
                  <a:pt x="308" y="598"/>
                  <a:pt x="317" y="581"/>
                  <a:pt x="320" y="563"/>
                </a:cubicBezTo>
                <a:cubicBezTo>
                  <a:pt x="327" y="520"/>
                  <a:pt x="311" y="484"/>
                  <a:pt x="318" y="444"/>
                </a:cubicBezTo>
                <a:cubicBezTo>
                  <a:pt x="330" y="382"/>
                  <a:pt x="302" y="320"/>
                  <a:pt x="323" y="260"/>
                </a:cubicBezTo>
                <a:cubicBezTo>
                  <a:pt x="335" y="226"/>
                  <a:pt x="337" y="195"/>
                  <a:pt x="339" y="160"/>
                </a:cubicBezTo>
                <a:cubicBezTo>
                  <a:pt x="341" y="126"/>
                  <a:pt x="363" y="87"/>
                  <a:pt x="356" y="52"/>
                </a:cubicBezTo>
                <a:cubicBezTo>
                  <a:pt x="353" y="37"/>
                  <a:pt x="338" y="29"/>
                  <a:pt x="323" y="29"/>
                </a:cubicBezTo>
                <a:cubicBezTo>
                  <a:pt x="313" y="29"/>
                  <a:pt x="304" y="32"/>
                  <a:pt x="298" y="39"/>
                </a:cubicBezTo>
                <a:cubicBezTo>
                  <a:pt x="278" y="59"/>
                  <a:pt x="277" y="98"/>
                  <a:pt x="277" y="124"/>
                </a:cubicBezTo>
                <a:cubicBezTo>
                  <a:pt x="277" y="138"/>
                  <a:pt x="272" y="152"/>
                  <a:pt x="270" y="165"/>
                </a:cubicBezTo>
                <a:cubicBezTo>
                  <a:pt x="267" y="183"/>
                  <a:pt x="261" y="198"/>
                  <a:pt x="256" y="215"/>
                </a:cubicBezTo>
                <a:cubicBezTo>
                  <a:pt x="250" y="236"/>
                  <a:pt x="252" y="280"/>
                  <a:pt x="230" y="289"/>
                </a:cubicBezTo>
                <a:cubicBezTo>
                  <a:pt x="216" y="268"/>
                  <a:pt x="227" y="240"/>
                  <a:pt x="227" y="217"/>
                </a:cubicBezTo>
                <a:cubicBezTo>
                  <a:pt x="227" y="183"/>
                  <a:pt x="216" y="152"/>
                  <a:pt x="217" y="118"/>
                </a:cubicBezTo>
                <a:cubicBezTo>
                  <a:pt x="218" y="88"/>
                  <a:pt x="225" y="52"/>
                  <a:pt x="217" y="23"/>
                </a:cubicBezTo>
                <a:cubicBezTo>
                  <a:pt x="213" y="9"/>
                  <a:pt x="199" y="0"/>
                  <a:pt x="185"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098" name="Freeform 55"/>
          <p:cNvSpPr>
            <a:spLocks/>
          </p:cNvSpPr>
          <p:nvPr/>
        </p:nvSpPr>
        <p:spPr bwMode="auto">
          <a:xfrm>
            <a:off x="7023422" y="4778375"/>
            <a:ext cx="1023938" cy="2084388"/>
          </a:xfrm>
          <a:custGeom>
            <a:avLst/>
            <a:gdLst>
              <a:gd name="T0" fmla="*/ 271 w 478"/>
              <a:gd name="T1" fmla="*/ 0 h 973"/>
              <a:gd name="T2" fmla="*/ 229 w 478"/>
              <a:gd name="T3" fmla="*/ 120 h 973"/>
              <a:gd name="T4" fmla="*/ 218 w 478"/>
              <a:gd name="T5" fmla="*/ 224 h 973"/>
              <a:gd name="T6" fmla="*/ 208 w 478"/>
              <a:gd name="T7" fmla="*/ 307 h 973"/>
              <a:gd name="T8" fmla="*/ 208 w 478"/>
              <a:gd name="T9" fmla="*/ 307 h 973"/>
              <a:gd name="T10" fmla="*/ 186 w 478"/>
              <a:gd name="T11" fmla="*/ 170 h 973"/>
              <a:gd name="T12" fmla="*/ 172 w 478"/>
              <a:gd name="T13" fmla="*/ 27 h 973"/>
              <a:gd name="T14" fmla="*/ 153 w 478"/>
              <a:gd name="T15" fmla="*/ 22 h 973"/>
              <a:gd name="T16" fmla="*/ 120 w 478"/>
              <a:gd name="T17" fmla="*/ 117 h 973"/>
              <a:gd name="T18" fmla="*/ 123 w 478"/>
              <a:gd name="T19" fmla="*/ 206 h 973"/>
              <a:gd name="T20" fmla="*/ 126 w 478"/>
              <a:gd name="T21" fmla="*/ 284 h 973"/>
              <a:gd name="T22" fmla="*/ 126 w 478"/>
              <a:gd name="T23" fmla="*/ 331 h 973"/>
              <a:gd name="T24" fmla="*/ 121 w 478"/>
              <a:gd name="T25" fmla="*/ 337 h 973"/>
              <a:gd name="T26" fmla="*/ 100 w 478"/>
              <a:gd name="T27" fmla="*/ 307 h 973"/>
              <a:gd name="T28" fmla="*/ 75 w 478"/>
              <a:gd name="T29" fmla="*/ 223 h 973"/>
              <a:gd name="T30" fmla="*/ 59 w 478"/>
              <a:gd name="T31" fmla="*/ 168 h 973"/>
              <a:gd name="T32" fmla="*/ 33 w 478"/>
              <a:gd name="T33" fmla="*/ 148 h 973"/>
              <a:gd name="T34" fmla="*/ 23 w 478"/>
              <a:gd name="T35" fmla="*/ 150 h 973"/>
              <a:gd name="T36" fmla="*/ 10 w 478"/>
              <a:gd name="T37" fmla="*/ 212 h 973"/>
              <a:gd name="T38" fmla="*/ 43 w 478"/>
              <a:gd name="T39" fmla="*/ 336 h 973"/>
              <a:gd name="T40" fmla="*/ 52 w 478"/>
              <a:gd name="T41" fmla="*/ 487 h 973"/>
              <a:gd name="T42" fmla="*/ 82 w 478"/>
              <a:gd name="T43" fmla="*/ 630 h 973"/>
              <a:gd name="T44" fmla="*/ 114 w 478"/>
              <a:gd name="T45" fmla="*/ 767 h 973"/>
              <a:gd name="T46" fmla="*/ 115 w 478"/>
              <a:gd name="T47" fmla="*/ 854 h 973"/>
              <a:gd name="T48" fmla="*/ 119 w 478"/>
              <a:gd name="T49" fmla="*/ 935 h 973"/>
              <a:gd name="T50" fmla="*/ 116 w 478"/>
              <a:gd name="T51" fmla="*/ 973 h 973"/>
              <a:gd name="T52" fmla="*/ 339 w 478"/>
              <a:gd name="T53" fmla="*/ 973 h 973"/>
              <a:gd name="T54" fmla="*/ 326 w 478"/>
              <a:gd name="T55" fmla="*/ 906 h 973"/>
              <a:gd name="T56" fmla="*/ 324 w 478"/>
              <a:gd name="T57" fmla="*/ 764 h 973"/>
              <a:gd name="T58" fmla="*/ 326 w 478"/>
              <a:gd name="T59" fmla="*/ 646 h 973"/>
              <a:gd name="T60" fmla="*/ 366 w 478"/>
              <a:gd name="T61" fmla="*/ 554 h 973"/>
              <a:gd name="T62" fmla="*/ 360 w 478"/>
              <a:gd name="T63" fmla="*/ 518 h 973"/>
              <a:gd name="T64" fmla="*/ 365 w 478"/>
              <a:gd name="T65" fmla="*/ 453 h 973"/>
              <a:gd name="T66" fmla="*/ 371 w 478"/>
              <a:gd name="T67" fmla="*/ 388 h 973"/>
              <a:gd name="T68" fmla="*/ 418 w 478"/>
              <a:gd name="T69" fmla="*/ 257 h 973"/>
              <a:gd name="T70" fmla="*/ 447 w 478"/>
              <a:gd name="T71" fmla="*/ 165 h 973"/>
              <a:gd name="T72" fmla="*/ 455 w 478"/>
              <a:gd name="T73" fmla="*/ 73 h 973"/>
              <a:gd name="T74" fmla="*/ 430 w 478"/>
              <a:gd name="T75" fmla="*/ 63 h 973"/>
              <a:gd name="T76" fmla="*/ 413 w 478"/>
              <a:gd name="T77" fmla="*/ 67 h 973"/>
              <a:gd name="T78" fmla="*/ 371 w 478"/>
              <a:gd name="T79" fmla="*/ 163 h 973"/>
              <a:gd name="T80" fmla="*/ 331 w 478"/>
              <a:gd name="T81" fmla="*/ 254 h 973"/>
              <a:gd name="T82" fmla="*/ 298 w 478"/>
              <a:gd name="T83" fmla="*/ 310 h 973"/>
              <a:gd name="T84" fmla="*/ 287 w 478"/>
              <a:gd name="T85" fmla="*/ 302 h 973"/>
              <a:gd name="T86" fmla="*/ 287 w 478"/>
              <a:gd name="T87" fmla="*/ 248 h 973"/>
              <a:gd name="T88" fmla="*/ 298 w 478"/>
              <a:gd name="T89" fmla="*/ 144 h 973"/>
              <a:gd name="T90" fmla="*/ 271 w 478"/>
              <a:gd name="T91" fmla="*/ 0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8" h="973">
                <a:moveTo>
                  <a:pt x="271" y="0"/>
                </a:moveTo>
                <a:cubicBezTo>
                  <a:pt x="230" y="2"/>
                  <a:pt x="233" y="89"/>
                  <a:pt x="229" y="120"/>
                </a:cubicBezTo>
                <a:cubicBezTo>
                  <a:pt x="226" y="153"/>
                  <a:pt x="225" y="191"/>
                  <a:pt x="218" y="224"/>
                </a:cubicBezTo>
                <a:cubicBezTo>
                  <a:pt x="215" y="236"/>
                  <a:pt x="216" y="303"/>
                  <a:pt x="208" y="307"/>
                </a:cubicBezTo>
                <a:cubicBezTo>
                  <a:pt x="208" y="307"/>
                  <a:pt x="208" y="307"/>
                  <a:pt x="208" y="307"/>
                </a:cubicBezTo>
                <a:cubicBezTo>
                  <a:pt x="187" y="307"/>
                  <a:pt x="185" y="206"/>
                  <a:pt x="186" y="170"/>
                </a:cubicBezTo>
                <a:cubicBezTo>
                  <a:pt x="186" y="137"/>
                  <a:pt x="187" y="33"/>
                  <a:pt x="172" y="27"/>
                </a:cubicBezTo>
                <a:cubicBezTo>
                  <a:pt x="165" y="24"/>
                  <a:pt x="159" y="22"/>
                  <a:pt x="153" y="22"/>
                </a:cubicBezTo>
                <a:cubicBezTo>
                  <a:pt x="113" y="22"/>
                  <a:pt x="121" y="97"/>
                  <a:pt x="120" y="117"/>
                </a:cubicBezTo>
                <a:cubicBezTo>
                  <a:pt x="118" y="144"/>
                  <a:pt x="117" y="180"/>
                  <a:pt x="123" y="206"/>
                </a:cubicBezTo>
                <a:cubicBezTo>
                  <a:pt x="129" y="231"/>
                  <a:pt x="122" y="259"/>
                  <a:pt x="126" y="284"/>
                </a:cubicBezTo>
                <a:cubicBezTo>
                  <a:pt x="129" y="304"/>
                  <a:pt x="133" y="313"/>
                  <a:pt x="126" y="331"/>
                </a:cubicBezTo>
                <a:cubicBezTo>
                  <a:pt x="124" y="335"/>
                  <a:pt x="123" y="337"/>
                  <a:pt x="121" y="337"/>
                </a:cubicBezTo>
                <a:cubicBezTo>
                  <a:pt x="112" y="337"/>
                  <a:pt x="101" y="311"/>
                  <a:pt x="100" y="307"/>
                </a:cubicBezTo>
                <a:cubicBezTo>
                  <a:pt x="92" y="281"/>
                  <a:pt x="76" y="251"/>
                  <a:pt x="75" y="223"/>
                </a:cubicBezTo>
                <a:cubicBezTo>
                  <a:pt x="74" y="200"/>
                  <a:pt x="71" y="188"/>
                  <a:pt x="59" y="168"/>
                </a:cubicBezTo>
                <a:cubicBezTo>
                  <a:pt x="52" y="158"/>
                  <a:pt x="46" y="148"/>
                  <a:pt x="33" y="148"/>
                </a:cubicBezTo>
                <a:cubicBezTo>
                  <a:pt x="30" y="148"/>
                  <a:pt x="27" y="149"/>
                  <a:pt x="23" y="150"/>
                </a:cubicBezTo>
                <a:cubicBezTo>
                  <a:pt x="0" y="157"/>
                  <a:pt x="7" y="195"/>
                  <a:pt x="10" y="212"/>
                </a:cubicBezTo>
                <a:cubicBezTo>
                  <a:pt x="16" y="253"/>
                  <a:pt x="30" y="297"/>
                  <a:pt x="43" y="336"/>
                </a:cubicBezTo>
                <a:cubicBezTo>
                  <a:pt x="59" y="386"/>
                  <a:pt x="43" y="436"/>
                  <a:pt x="52" y="487"/>
                </a:cubicBezTo>
                <a:cubicBezTo>
                  <a:pt x="60" y="536"/>
                  <a:pt x="66" y="583"/>
                  <a:pt x="82" y="630"/>
                </a:cubicBezTo>
                <a:cubicBezTo>
                  <a:pt x="98" y="677"/>
                  <a:pt x="104" y="720"/>
                  <a:pt x="114" y="767"/>
                </a:cubicBezTo>
                <a:cubicBezTo>
                  <a:pt x="119" y="795"/>
                  <a:pt x="113" y="825"/>
                  <a:pt x="115" y="854"/>
                </a:cubicBezTo>
                <a:cubicBezTo>
                  <a:pt x="115" y="880"/>
                  <a:pt x="120" y="908"/>
                  <a:pt x="119" y="935"/>
                </a:cubicBezTo>
                <a:cubicBezTo>
                  <a:pt x="119" y="948"/>
                  <a:pt x="117" y="961"/>
                  <a:pt x="116" y="973"/>
                </a:cubicBezTo>
                <a:cubicBezTo>
                  <a:pt x="339" y="973"/>
                  <a:pt x="339" y="973"/>
                  <a:pt x="339" y="973"/>
                </a:cubicBezTo>
                <a:cubicBezTo>
                  <a:pt x="332" y="951"/>
                  <a:pt x="325" y="930"/>
                  <a:pt x="326" y="906"/>
                </a:cubicBezTo>
                <a:cubicBezTo>
                  <a:pt x="327" y="859"/>
                  <a:pt x="324" y="811"/>
                  <a:pt x="324" y="764"/>
                </a:cubicBezTo>
                <a:cubicBezTo>
                  <a:pt x="324" y="727"/>
                  <a:pt x="318" y="682"/>
                  <a:pt x="326" y="646"/>
                </a:cubicBezTo>
                <a:cubicBezTo>
                  <a:pt x="343" y="619"/>
                  <a:pt x="368" y="588"/>
                  <a:pt x="366" y="554"/>
                </a:cubicBezTo>
                <a:cubicBezTo>
                  <a:pt x="366" y="542"/>
                  <a:pt x="357" y="529"/>
                  <a:pt x="360" y="518"/>
                </a:cubicBezTo>
                <a:cubicBezTo>
                  <a:pt x="366" y="497"/>
                  <a:pt x="364" y="475"/>
                  <a:pt x="365" y="453"/>
                </a:cubicBezTo>
                <a:cubicBezTo>
                  <a:pt x="365" y="441"/>
                  <a:pt x="369" y="392"/>
                  <a:pt x="371" y="388"/>
                </a:cubicBezTo>
                <a:cubicBezTo>
                  <a:pt x="390" y="347"/>
                  <a:pt x="404" y="300"/>
                  <a:pt x="418" y="257"/>
                </a:cubicBezTo>
                <a:cubicBezTo>
                  <a:pt x="429" y="226"/>
                  <a:pt x="437" y="196"/>
                  <a:pt x="447" y="165"/>
                </a:cubicBezTo>
                <a:cubicBezTo>
                  <a:pt x="455" y="139"/>
                  <a:pt x="478" y="97"/>
                  <a:pt x="455" y="73"/>
                </a:cubicBezTo>
                <a:cubicBezTo>
                  <a:pt x="446" y="66"/>
                  <a:pt x="438" y="63"/>
                  <a:pt x="430" y="63"/>
                </a:cubicBezTo>
                <a:cubicBezTo>
                  <a:pt x="425" y="63"/>
                  <a:pt x="419" y="64"/>
                  <a:pt x="413" y="67"/>
                </a:cubicBezTo>
                <a:cubicBezTo>
                  <a:pt x="385" y="89"/>
                  <a:pt x="386" y="133"/>
                  <a:pt x="371" y="163"/>
                </a:cubicBezTo>
                <a:cubicBezTo>
                  <a:pt x="356" y="192"/>
                  <a:pt x="344" y="223"/>
                  <a:pt x="331" y="254"/>
                </a:cubicBezTo>
                <a:cubicBezTo>
                  <a:pt x="328" y="263"/>
                  <a:pt x="314" y="310"/>
                  <a:pt x="298" y="310"/>
                </a:cubicBezTo>
                <a:cubicBezTo>
                  <a:pt x="294" y="310"/>
                  <a:pt x="291" y="308"/>
                  <a:pt x="287" y="302"/>
                </a:cubicBezTo>
                <a:cubicBezTo>
                  <a:pt x="281" y="290"/>
                  <a:pt x="287" y="264"/>
                  <a:pt x="287" y="248"/>
                </a:cubicBezTo>
                <a:cubicBezTo>
                  <a:pt x="288" y="212"/>
                  <a:pt x="302" y="180"/>
                  <a:pt x="298" y="144"/>
                </a:cubicBezTo>
                <a:cubicBezTo>
                  <a:pt x="294" y="105"/>
                  <a:pt x="348" y="0"/>
                  <a:pt x="271"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3100" name="Freeform 57"/>
          <p:cNvSpPr>
            <a:spLocks/>
          </p:cNvSpPr>
          <p:nvPr/>
        </p:nvSpPr>
        <p:spPr bwMode="auto">
          <a:xfrm>
            <a:off x="8465336" y="4700588"/>
            <a:ext cx="1443038" cy="2157413"/>
          </a:xfrm>
          <a:custGeom>
            <a:avLst/>
            <a:gdLst>
              <a:gd name="T0" fmla="*/ 249 w 674"/>
              <a:gd name="T1" fmla="*/ 0 h 1007"/>
              <a:gd name="T2" fmla="*/ 248 w 674"/>
              <a:gd name="T3" fmla="*/ 0 h 1007"/>
              <a:gd name="T4" fmla="*/ 230 w 674"/>
              <a:gd name="T5" fmla="*/ 9 h 1007"/>
              <a:gd name="T6" fmla="*/ 218 w 674"/>
              <a:gd name="T7" fmla="*/ 149 h 1007"/>
              <a:gd name="T8" fmla="*/ 222 w 674"/>
              <a:gd name="T9" fmla="*/ 310 h 1007"/>
              <a:gd name="T10" fmla="*/ 215 w 674"/>
              <a:gd name="T11" fmla="*/ 315 h 1007"/>
              <a:gd name="T12" fmla="*/ 190 w 674"/>
              <a:gd name="T13" fmla="*/ 218 h 1007"/>
              <a:gd name="T14" fmla="*/ 181 w 674"/>
              <a:gd name="T15" fmla="*/ 153 h 1007"/>
              <a:gd name="T16" fmla="*/ 173 w 674"/>
              <a:gd name="T17" fmla="*/ 94 h 1007"/>
              <a:gd name="T18" fmla="*/ 155 w 674"/>
              <a:gd name="T19" fmla="*/ 37 h 1007"/>
              <a:gd name="T20" fmla="*/ 146 w 674"/>
              <a:gd name="T21" fmla="*/ 35 h 1007"/>
              <a:gd name="T22" fmla="*/ 112 w 674"/>
              <a:gd name="T23" fmla="*/ 60 h 1007"/>
              <a:gd name="T24" fmla="*/ 109 w 674"/>
              <a:gd name="T25" fmla="*/ 115 h 1007"/>
              <a:gd name="T26" fmla="*/ 118 w 674"/>
              <a:gd name="T27" fmla="*/ 203 h 1007"/>
              <a:gd name="T28" fmla="*/ 119 w 674"/>
              <a:gd name="T29" fmla="*/ 243 h 1007"/>
              <a:gd name="T30" fmla="*/ 126 w 674"/>
              <a:gd name="T31" fmla="*/ 306 h 1007"/>
              <a:gd name="T32" fmla="*/ 128 w 674"/>
              <a:gd name="T33" fmla="*/ 353 h 1007"/>
              <a:gd name="T34" fmla="*/ 125 w 674"/>
              <a:gd name="T35" fmla="*/ 354 h 1007"/>
              <a:gd name="T36" fmla="*/ 93 w 674"/>
              <a:gd name="T37" fmla="*/ 298 h 1007"/>
              <a:gd name="T38" fmla="*/ 53 w 674"/>
              <a:gd name="T39" fmla="*/ 191 h 1007"/>
              <a:gd name="T40" fmla="*/ 25 w 674"/>
              <a:gd name="T41" fmla="*/ 170 h 1007"/>
              <a:gd name="T42" fmla="*/ 4 w 674"/>
              <a:gd name="T43" fmla="*/ 209 h 1007"/>
              <a:gd name="T44" fmla="*/ 21 w 674"/>
              <a:gd name="T45" fmla="*/ 292 h 1007"/>
              <a:gd name="T46" fmla="*/ 53 w 674"/>
              <a:gd name="T47" fmla="*/ 397 h 1007"/>
              <a:gd name="T48" fmla="*/ 95 w 674"/>
              <a:gd name="T49" fmla="*/ 625 h 1007"/>
              <a:gd name="T50" fmla="*/ 143 w 674"/>
              <a:gd name="T51" fmla="*/ 810 h 1007"/>
              <a:gd name="T52" fmla="*/ 126 w 674"/>
              <a:gd name="T53" fmla="*/ 1007 h 1007"/>
              <a:gd name="T54" fmla="*/ 383 w 674"/>
              <a:gd name="T55" fmla="*/ 1007 h 1007"/>
              <a:gd name="T56" fmla="*/ 378 w 674"/>
              <a:gd name="T57" fmla="*/ 994 h 1007"/>
              <a:gd name="T58" fmla="*/ 346 w 674"/>
              <a:gd name="T59" fmla="*/ 849 h 1007"/>
              <a:gd name="T60" fmla="*/ 361 w 674"/>
              <a:gd name="T61" fmla="*/ 714 h 1007"/>
              <a:gd name="T62" fmla="*/ 543 w 674"/>
              <a:gd name="T63" fmla="*/ 559 h 1007"/>
              <a:gd name="T64" fmla="*/ 612 w 674"/>
              <a:gd name="T65" fmla="*/ 495 h 1007"/>
              <a:gd name="T66" fmla="*/ 666 w 674"/>
              <a:gd name="T67" fmla="*/ 426 h 1007"/>
              <a:gd name="T68" fmla="*/ 666 w 674"/>
              <a:gd name="T69" fmla="*/ 426 h 1007"/>
              <a:gd name="T70" fmla="*/ 666 w 674"/>
              <a:gd name="T71" fmla="*/ 426 h 1007"/>
              <a:gd name="T72" fmla="*/ 640 w 674"/>
              <a:gd name="T73" fmla="*/ 405 h 1007"/>
              <a:gd name="T74" fmla="*/ 560 w 674"/>
              <a:gd name="T75" fmla="*/ 436 h 1007"/>
              <a:gd name="T76" fmla="*/ 466 w 674"/>
              <a:gd name="T77" fmla="*/ 488 h 1007"/>
              <a:gd name="T78" fmla="*/ 433 w 674"/>
              <a:gd name="T79" fmla="*/ 480 h 1007"/>
              <a:gd name="T80" fmla="*/ 412 w 674"/>
              <a:gd name="T81" fmla="*/ 428 h 1007"/>
              <a:gd name="T82" fmla="*/ 408 w 674"/>
              <a:gd name="T83" fmla="*/ 362 h 1007"/>
              <a:gd name="T84" fmla="*/ 453 w 674"/>
              <a:gd name="T85" fmla="*/ 184 h 1007"/>
              <a:gd name="T86" fmla="*/ 462 w 674"/>
              <a:gd name="T87" fmla="*/ 58 h 1007"/>
              <a:gd name="T88" fmla="*/ 449 w 674"/>
              <a:gd name="T89" fmla="*/ 55 h 1007"/>
              <a:gd name="T90" fmla="*/ 381 w 674"/>
              <a:gd name="T91" fmla="*/ 163 h 1007"/>
              <a:gd name="T92" fmla="*/ 353 w 674"/>
              <a:gd name="T93" fmla="*/ 240 h 1007"/>
              <a:gd name="T94" fmla="*/ 334 w 674"/>
              <a:gd name="T95" fmla="*/ 305 h 1007"/>
              <a:gd name="T96" fmla="*/ 319 w 674"/>
              <a:gd name="T97" fmla="*/ 316 h 1007"/>
              <a:gd name="T98" fmla="*/ 295 w 674"/>
              <a:gd name="T99" fmla="*/ 228 h 1007"/>
              <a:gd name="T100" fmla="*/ 285 w 674"/>
              <a:gd name="T101" fmla="*/ 86 h 1007"/>
              <a:gd name="T102" fmla="*/ 282 w 674"/>
              <a:gd name="T103" fmla="*/ 27 h 1007"/>
              <a:gd name="T104" fmla="*/ 249 w 674"/>
              <a:gd name="T105" fmla="*/ 0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4" h="1007">
                <a:moveTo>
                  <a:pt x="249" y="0"/>
                </a:moveTo>
                <a:cubicBezTo>
                  <a:pt x="248" y="0"/>
                  <a:pt x="248" y="0"/>
                  <a:pt x="248" y="0"/>
                </a:cubicBezTo>
                <a:cubicBezTo>
                  <a:pt x="242" y="0"/>
                  <a:pt x="235" y="2"/>
                  <a:pt x="230" y="9"/>
                </a:cubicBezTo>
                <a:cubicBezTo>
                  <a:pt x="201" y="46"/>
                  <a:pt x="216" y="106"/>
                  <a:pt x="218" y="149"/>
                </a:cubicBezTo>
                <a:cubicBezTo>
                  <a:pt x="219" y="205"/>
                  <a:pt x="229" y="276"/>
                  <a:pt x="222" y="310"/>
                </a:cubicBezTo>
                <a:cubicBezTo>
                  <a:pt x="219" y="313"/>
                  <a:pt x="217" y="315"/>
                  <a:pt x="215" y="315"/>
                </a:cubicBezTo>
                <a:cubicBezTo>
                  <a:pt x="198" y="315"/>
                  <a:pt x="193" y="231"/>
                  <a:pt x="190" y="218"/>
                </a:cubicBezTo>
                <a:cubicBezTo>
                  <a:pt x="194" y="201"/>
                  <a:pt x="184" y="170"/>
                  <a:pt x="181" y="153"/>
                </a:cubicBezTo>
                <a:cubicBezTo>
                  <a:pt x="177" y="132"/>
                  <a:pt x="174" y="115"/>
                  <a:pt x="173" y="94"/>
                </a:cubicBezTo>
                <a:cubicBezTo>
                  <a:pt x="173" y="72"/>
                  <a:pt x="180" y="47"/>
                  <a:pt x="155" y="37"/>
                </a:cubicBezTo>
                <a:cubicBezTo>
                  <a:pt x="152" y="35"/>
                  <a:pt x="149" y="35"/>
                  <a:pt x="146" y="35"/>
                </a:cubicBezTo>
                <a:cubicBezTo>
                  <a:pt x="131" y="35"/>
                  <a:pt x="117" y="48"/>
                  <a:pt x="112" y="60"/>
                </a:cubicBezTo>
                <a:cubicBezTo>
                  <a:pt x="105" y="77"/>
                  <a:pt x="106" y="97"/>
                  <a:pt x="109" y="115"/>
                </a:cubicBezTo>
                <a:cubicBezTo>
                  <a:pt x="113" y="142"/>
                  <a:pt x="107" y="177"/>
                  <a:pt x="118" y="203"/>
                </a:cubicBezTo>
                <a:cubicBezTo>
                  <a:pt x="120" y="216"/>
                  <a:pt x="120" y="230"/>
                  <a:pt x="119" y="243"/>
                </a:cubicBezTo>
                <a:cubicBezTo>
                  <a:pt x="118" y="266"/>
                  <a:pt x="125" y="285"/>
                  <a:pt x="126" y="306"/>
                </a:cubicBezTo>
                <a:cubicBezTo>
                  <a:pt x="126" y="316"/>
                  <a:pt x="145" y="352"/>
                  <a:pt x="128" y="353"/>
                </a:cubicBezTo>
                <a:cubicBezTo>
                  <a:pt x="127" y="353"/>
                  <a:pt x="126" y="354"/>
                  <a:pt x="125" y="354"/>
                </a:cubicBezTo>
                <a:cubicBezTo>
                  <a:pt x="106" y="354"/>
                  <a:pt x="101" y="313"/>
                  <a:pt x="93" y="298"/>
                </a:cubicBezTo>
                <a:cubicBezTo>
                  <a:pt x="76" y="264"/>
                  <a:pt x="72" y="224"/>
                  <a:pt x="53" y="191"/>
                </a:cubicBezTo>
                <a:cubicBezTo>
                  <a:pt x="45" y="177"/>
                  <a:pt x="35" y="170"/>
                  <a:pt x="25" y="170"/>
                </a:cubicBezTo>
                <a:cubicBezTo>
                  <a:pt x="11" y="170"/>
                  <a:pt x="0" y="184"/>
                  <a:pt x="4" y="209"/>
                </a:cubicBezTo>
                <a:cubicBezTo>
                  <a:pt x="7" y="231"/>
                  <a:pt x="10" y="273"/>
                  <a:pt x="21" y="292"/>
                </a:cubicBezTo>
                <a:cubicBezTo>
                  <a:pt x="31" y="325"/>
                  <a:pt x="54" y="362"/>
                  <a:pt x="53" y="397"/>
                </a:cubicBezTo>
                <a:cubicBezTo>
                  <a:pt x="53" y="474"/>
                  <a:pt x="63" y="555"/>
                  <a:pt x="95" y="625"/>
                </a:cubicBezTo>
                <a:cubicBezTo>
                  <a:pt x="115" y="686"/>
                  <a:pt x="149" y="742"/>
                  <a:pt x="143" y="810"/>
                </a:cubicBezTo>
                <a:cubicBezTo>
                  <a:pt x="138" y="873"/>
                  <a:pt x="126" y="941"/>
                  <a:pt x="126" y="1007"/>
                </a:cubicBezTo>
                <a:cubicBezTo>
                  <a:pt x="383" y="1007"/>
                  <a:pt x="383" y="1007"/>
                  <a:pt x="383" y="1007"/>
                </a:cubicBezTo>
                <a:cubicBezTo>
                  <a:pt x="381" y="1003"/>
                  <a:pt x="380" y="998"/>
                  <a:pt x="378" y="994"/>
                </a:cubicBezTo>
                <a:cubicBezTo>
                  <a:pt x="361" y="949"/>
                  <a:pt x="347" y="897"/>
                  <a:pt x="346" y="849"/>
                </a:cubicBezTo>
                <a:cubicBezTo>
                  <a:pt x="346" y="819"/>
                  <a:pt x="333" y="731"/>
                  <a:pt x="361" y="714"/>
                </a:cubicBezTo>
                <a:cubicBezTo>
                  <a:pt x="426" y="673"/>
                  <a:pt x="502" y="617"/>
                  <a:pt x="543" y="559"/>
                </a:cubicBezTo>
                <a:cubicBezTo>
                  <a:pt x="562" y="532"/>
                  <a:pt x="585" y="514"/>
                  <a:pt x="612" y="495"/>
                </a:cubicBezTo>
                <a:cubicBezTo>
                  <a:pt x="634" y="478"/>
                  <a:pt x="674" y="459"/>
                  <a:pt x="666" y="426"/>
                </a:cubicBezTo>
                <a:cubicBezTo>
                  <a:pt x="666" y="426"/>
                  <a:pt x="666" y="426"/>
                  <a:pt x="666" y="426"/>
                </a:cubicBezTo>
                <a:cubicBezTo>
                  <a:pt x="666" y="426"/>
                  <a:pt x="666" y="426"/>
                  <a:pt x="666" y="426"/>
                </a:cubicBezTo>
                <a:cubicBezTo>
                  <a:pt x="663" y="410"/>
                  <a:pt x="653" y="405"/>
                  <a:pt x="640" y="405"/>
                </a:cubicBezTo>
                <a:cubicBezTo>
                  <a:pt x="613" y="405"/>
                  <a:pt x="573" y="429"/>
                  <a:pt x="560" y="436"/>
                </a:cubicBezTo>
                <a:cubicBezTo>
                  <a:pt x="521" y="455"/>
                  <a:pt x="502" y="488"/>
                  <a:pt x="466" y="488"/>
                </a:cubicBezTo>
                <a:cubicBezTo>
                  <a:pt x="457" y="488"/>
                  <a:pt x="446" y="485"/>
                  <a:pt x="433" y="480"/>
                </a:cubicBezTo>
                <a:cubicBezTo>
                  <a:pt x="420" y="475"/>
                  <a:pt x="407" y="440"/>
                  <a:pt x="412" y="428"/>
                </a:cubicBezTo>
                <a:cubicBezTo>
                  <a:pt x="421" y="405"/>
                  <a:pt x="404" y="384"/>
                  <a:pt x="408" y="362"/>
                </a:cubicBezTo>
                <a:cubicBezTo>
                  <a:pt x="419" y="302"/>
                  <a:pt x="441" y="244"/>
                  <a:pt x="453" y="184"/>
                </a:cubicBezTo>
                <a:cubicBezTo>
                  <a:pt x="458" y="159"/>
                  <a:pt x="498" y="72"/>
                  <a:pt x="462" y="58"/>
                </a:cubicBezTo>
                <a:cubicBezTo>
                  <a:pt x="458" y="56"/>
                  <a:pt x="453" y="55"/>
                  <a:pt x="449" y="55"/>
                </a:cubicBezTo>
                <a:cubicBezTo>
                  <a:pt x="408" y="55"/>
                  <a:pt x="393" y="137"/>
                  <a:pt x="381" y="163"/>
                </a:cubicBezTo>
                <a:cubicBezTo>
                  <a:pt x="370" y="188"/>
                  <a:pt x="363" y="214"/>
                  <a:pt x="353" y="240"/>
                </a:cubicBezTo>
                <a:cubicBezTo>
                  <a:pt x="346" y="259"/>
                  <a:pt x="346" y="288"/>
                  <a:pt x="334" y="305"/>
                </a:cubicBezTo>
                <a:cubicBezTo>
                  <a:pt x="328" y="313"/>
                  <a:pt x="323" y="316"/>
                  <a:pt x="319" y="316"/>
                </a:cubicBezTo>
                <a:cubicBezTo>
                  <a:pt x="299" y="316"/>
                  <a:pt x="293" y="241"/>
                  <a:pt x="295" y="228"/>
                </a:cubicBezTo>
                <a:cubicBezTo>
                  <a:pt x="303" y="181"/>
                  <a:pt x="284" y="134"/>
                  <a:pt x="285" y="86"/>
                </a:cubicBezTo>
                <a:cubicBezTo>
                  <a:pt x="285" y="67"/>
                  <a:pt x="288" y="46"/>
                  <a:pt x="282" y="27"/>
                </a:cubicBezTo>
                <a:cubicBezTo>
                  <a:pt x="278" y="13"/>
                  <a:pt x="263" y="0"/>
                  <a:pt x="249"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a:solidFill>
                <a:prstClr val="black"/>
              </a:solidFill>
              <a:latin typeface="Calibri" panose="020F0502020204030204"/>
              <a:cs typeface="+mn-cs"/>
            </a:endParaRPr>
          </a:p>
        </p:txBody>
      </p:sp>
      <p:sp>
        <p:nvSpPr>
          <p:cNvPr id="73" name="Freeform 72"/>
          <p:cNvSpPr/>
          <p:nvPr/>
        </p:nvSpPr>
        <p:spPr>
          <a:xfrm rot="20780173">
            <a:off x="1003029" y="143064"/>
            <a:ext cx="3161033" cy="4373188"/>
          </a:xfrm>
          <a:custGeom>
            <a:avLst/>
            <a:gdLst>
              <a:gd name="connsiteX0" fmla="*/ 1625316 w 3219295"/>
              <a:gd name="connsiteY0" fmla="*/ 216 h 3580455"/>
              <a:gd name="connsiteX1" fmla="*/ 2802615 w 3219295"/>
              <a:gd name="connsiteY1" fmla="*/ 285740 h 3580455"/>
              <a:gd name="connsiteX2" fmla="*/ 3158559 w 3219295"/>
              <a:gd name="connsiteY2" fmla="*/ 1007372 h 3580455"/>
              <a:gd name="connsiteX3" fmla="*/ 1668859 w 3219295"/>
              <a:gd name="connsiteY3" fmla="*/ 2130642 h 3580455"/>
              <a:gd name="connsiteX4" fmla="*/ 1636680 w 3219295"/>
              <a:gd name="connsiteY4" fmla="*/ 2136569 h 3580455"/>
              <a:gd name="connsiteX5" fmla="*/ 1635467 w 3219295"/>
              <a:gd name="connsiteY5" fmla="*/ 2171681 h 3580455"/>
              <a:gd name="connsiteX6" fmla="*/ 1191905 w 3219295"/>
              <a:gd name="connsiteY6" fmla="*/ 3513709 h 3580455"/>
              <a:gd name="connsiteX7" fmla="*/ 1138919 w 3219295"/>
              <a:gd name="connsiteY7" fmla="*/ 3580455 h 3580455"/>
              <a:gd name="connsiteX8" fmla="*/ 1172665 w 3219295"/>
              <a:gd name="connsiteY8" fmla="*/ 3489187 h 3580455"/>
              <a:gd name="connsiteX9" fmla="*/ 1283380 w 3219295"/>
              <a:gd name="connsiteY9" fmla="*/ 2785057 h 3580455"/>
              <a:gd name="connsiteX10" fmla="*/ 1230093 w 3219295"/>
              <a:gd name="connsiteY10" fmla="*/ 2289556 h 3580455"/>
              <a:gd name="connsiteX11" fmla="*/ 1183834 w 3219295"/>
              <a:gd name="connsiteY11" fmla="*/ 2124506 h 3580455"/>
              <a:gd name="connsiteX12" fmla="*/ 1076722 w 3219295"/>
              <a:gd name="connsiteY12" fmla="*/ 2103303 h 3580455"/>
              <a:gd name="connsiteX13" fmla="*/ 248100 w 3219295"/>
              <a:gd name="connsiteY13" fmla="*/ 1722653 h 3580455"/>
              <a:gd name="connsiteX14" fmla="*/ 19503 w 3219295"/>
              <a:gd name="connsiteY14" fmla="*/ 1108971 h 3580455"/>
              <a:gd name="connsiteX15" fmla="*/ 494843 w 3219295"/>
              <a:gd name="connsiteY15" fmla="*/ 256710 h 3580455"/>
              <a:gd name="connsiteX16" fmla="*/ 1625316 w 3219295"/>
              <a:gd name="connsiteY16" fmla="*/ 216 h 3580455"/>
              <a:gd name="connsiteX0" fmla="*/ 1625316 w 3161033"/>
              <a:gd name="connsiteY0" fmla="*/ 216 h 3580455"/>
              <a:gd name="connsiteX1" fmla="*/ 2802615 w 3161033"/>
              <a:gd name="connsiteY1" fmla="*/ 285740 h 3580455"/>
              <a:gd name="connsiteX2" fmla="*/ 3158559 w 3161033"/>
              <a:gd name="connsiteY2" fmla="*/ 1007372 h 3580455"/>
              <a:gd name="connsiteX3" fmla="*/ 2671986 w 3161033"/>
              <a:gd name="connsiteY3" fmla="*/ 1795225 h 3580455"/>
              <a:gd name="connsiteX4" fmla="*/ 1668859 w 3161033"/>
              <a:gd name="connsiteY4" fmla="*/ 2130642 h 3580455"/>
              <a:gd name="connsiteX5" fmla="*/ 1636680 w 3161033"/>
              <a:gd name="connsiteY5" fmla="*/ 2136569 h 3580455"/>
              <a:gd name="connsiteX6" fmla="*/ 1635467 w 3161033"/>
              <a:gd name="connsiteY6" fmla="*/ 2171681 h 3580455"/>
              <a:gd name="connsiteX7" fmla="*/ 1191905 w 3161033"/>
              <a:gd name="connsiteY7" fmla="*/ 3513709 h 3580455"/>
              <a:gd name="connsiteX8" fmla="*/ 1138919 w 3161033"/>
              <a:gd name="connsiteY8" fmla="*/ 3580455 h 3580455"/>
              <a:gd name="connsiteX9" fmla="*/ 1172665 w 3161033"/>
              <a:gd name="connsiteY9" fmla="*/ 3489187 h 3580455"/>
              <a:gd name="connsiteX10" fmla="*/ 1283380 w 3161033"/>
              <a:gd name="connsiteY10" fmla="*/ 2785057 h 3580455"/>
              <a:gd name="connsiteX11" fmla="*/ 1230093 w 3161033"/>
              <a:gd name="connsiteY11" fmla="*/ 2289556 h 3580455"/>
              <a:gd name="connsiteX12" fmla="*/ 1183834 w 3161033"/>
              <a:gd name="connsiteY12" fmla="*/ 2124506 h 3580455"/>
              <a:gd name="connsiteX13" fmla="*/ 1076722 w 3161033"/>
              <a:gd name="connsiteY13" fmla="*/ 2103303 h 3580455"/>
              <a:gd name="connsiteX14" fmla="*/ 248100 w 3161033"/>
              <a:gd name="connsiteY14" fmla="*/ 1722653 h 3580455"/>
              <a:gd name="connsiteX15" fmla="*/ 19503 w 3161033"/>
              <a:gd name="connsiteY15" fmla="*/ 1108971 h 3580455"/>
              <a:gd name="connsiteX16" fmla="*/ 494843 w 3161033"/>
              <a:gd name="connsiteY16" fmla="*/ 256710 h 3580455"/>
              <a:gd name="connsiteX17" fmla="*/ 1625316 w 3161033"/>
              <a:gd name="connsiteY17" fmla="*/ 216 h 358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61033" h="3580455">
                <a:moveTo>
                  <a:pt x="1625316" y="216"/>
                </a:moveTo>
                <a:cubicBezTo>
                  <a:pt x="2009945" y="5054"/>
                  <a:pt x="2547075" y="117881"/>
                  <a:pt x="2802615" y="285740"/>
                </a:cubicBezTo>
                <a:cubicBezTo>
                  <a:pt x="3058155" y="453599"/>
                  <a:pt x="3180330" y="755791"/>
                  <a:pt x="3158559" y="1007372"/>
                </a:cubicBezTo>
                <a:cubicBezTo>
                  <a:pt x="3136788" y="1258953"/>
                  <a:pt x="2920269" y="1608013"/>
                  <a:pt x="2671986" y="1795225"/>
                </a:cubicBezTo>
                <a:cubicBezTo>
                  <a:pt x="2423703" y="1982437"/>
                  <a:pt x="1809962" y="2047142"/>
                  <a:pt x="1668859" y="2130642"/>
                </a:cubicBezTo>
                <a:lnTo>
                  <a:pt x="1636680" y="2136569"/>
                </a:lnTo>
                <a:cubicBezTo>
                  <a:pt x="1636276" y="2148273"/>
                  <a:pt x="1635871" y="2159977"/>
                  <a:pt x="1635467" y="2171681"/>
                </a:cubicBezTo>
                <a:cubicBezTo>
                  <a:pt x="1598081" y="2709469"/>
                  <a:pt x="1433438" y="3184228"/>
                  <a:pt x="1191905" y="3513709"/>
                </a:cubicBezTo>
                <a:lnTo>
                  <a:pt x="1138919" y="3580455"/>
                </a:lnTo>
                <a:lnTo>
                  <a:pt x="1172665" y="3489187"/>
                </a:lnTo>
                <a:cubicBezTo>
                  <a:pt x="1243703" y="3275298"/>
                  <a:pt x="1283380" y="3036692"/>
                  <a:pt x="1283380" y="2785057"/>
                </a:cubicBezTo>
                <a:cubicBezTo>
                  <a:pt x="1283380" y="2612508"/>
                  <a:pt x="1264724" y="2446085"/>
                  <a:pt x="1230093" y="2289556"/>
                </a:cubicBezTo>
                <a:lnTo>
                  <a:pt x="1183834" y="2124506"/>
                </a:lnTo>
                <a:lnTo>
                  <a:pt x="1076722" y="2103303"/>
                </a:lnTo>
                <a:cubicBezTo>
                  <a:pt x="739055" y="2016347"/>
                  <a:pt x="415372" y="1839661"/>
                  <a:pt x="248100" y="1722653"/>
                </a:cubicBezTo>
                <a:cubicBezTo>
                  <a:pt x="-19535" y="1535441"/>
                  <a:pt x="-21621" y="1353295"/>
                  <a:pt x="19503" y="1108971"/>
                </a:cubicBezTo>
                <a:cubicBezTo>
                  <a:pt x="60627" y="864647"/>
                  <a:pt x="227208" y="441503"/>
                  <a:pt x="494843" y="256710"/>
                </a:cubicBezTo>
                <a:cubicBezTo>
                  <a:pt x="762479" y="71918"/>
                  <a:pt x="1240687" y="-4622"/>
                  <a:pt x="1625316" y="216"/>
                </a:cubicBezTo>
                <a:close/>
              </a:path>
            </a:pathLst>
          </a:custGeom>
          <a:solidFill>
            <a:srgbClr val="ED7D31">
              <a:alpha val="8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77" name="Freeform 76"/>
          <p:cNvSpPr/>
          <p:nvPr/>
        </p:nvSpPr>
        <p:spPr>
          <a:xfrm rot="1678992" flipH="1">
            <a:off x="-391167" y="1721433"/>
            <a:ext cx="2493317" cy="3406563"/>
          </a:xfrm>
          <a:custGeom>
            <a:avLst/>
            <a:gdLst>
              <a:gd name="connsiteX0" fmla="*/ 1389973 w 2060499"/>
              <a:gd name="connsiteY0" fmla="*/ 30045 h 2750589"/>
              <a:gd name="connsiteX1" fmla="*/ 1217961 w 2060499"/>
              <a:gd name="connsiteY1" fmla="*/ 94 h 2750589"/>
              <a:gd name="connsiteX2" fmla="*/ 534880 w 2060499"/>
              <a:gd name="connsiteY2" fmla="*/ 301544 h 2750589"/>
              <a:gd name="connsiteX3" fmla="*/ 21513 w 2060499"/>
              <a:gd name="connsiteY3" fmla="*/ 1022089 h 2750589"/>
              <a:gd name="connsiteX4" fmla="*/ 187134 w 2060499"/>
              <a:gd name="connsiteY4" fmla="*/ 1649859 h 2750589"/>
              <a:gd name="connsiteX5" fmla="*/ 565413 w 2060499"/>
              <a:gd name="connsiteY5" fmla="*/ 1889342 h 2750589"/>
              <a:gd name="connsiteX6" fmla="*/ 639277 w 2060499"/>
              <a:gd name="connsiteY6" fmla="*/ 1919320 h 2750589"/>
              <a:gd name="connsiteX7" fmla="*/ 640980 w 2060499"/>
              <a:gd name="connsiteY7" fmla="*/ 1955191 h 2750589"/>
              <a:gd name="connsiteX8" fmla="*/ 446015 w 2060499"/>
              <a:gd name="connsiteY8" fmla="*/ 2659321 h 2750589"/>
              <a:gd name="connsiteX9" fmla="*/ 386590 w 2060499"/>
              <a:gd name="connsiteY9" fmla="*/ 2750589 h 2750589"/>
              <a:gd name="connsiteX10" fmla="*/ 479896 w 2060499"/>
              <a:gd name="connsiteY10" fmla="*/ 2683843 h 2750589"/>
              <a:gd name="connsiteX11" fmla="*/ 945157 w 2060499"/>
              <a:gd name="connsiteY11" fmla="*/ 2186648 h 2750589"/>
              <a:gd name="connsiteX12" fmla="*/ 1055148 w 2060499"/>
              <a:gd name="connsiteY12" fmla="*/ 2000021 h 2750589"/>
              <a:gd name="connsiteX13" fmla="*/ 1085461 w 2060499"/>
              <a:gd name="connsiteY13" fmla="*/ 1997832 h 2750589"/>
              <a:gd name="connsiteX14" fmla="*/ 1555237 w 2060499"/>
              <a:gd name="connsiteY14" fmla="*/ 1715755 h 2750589"/>
              <a:gd name="connsiteX15" fmla="*/ 2048379 w 2060499"/>
              <a:gd name="connsiteY15" fmla="*/ 974459 h 2750589"/>
              <a:gd name="connsiteX16" fmla="*/ 1851099 w 2060499"/>
              <a:gd name="connsiteY16" fmla="*/ 326639 h 2750589"/>
              <a:gd name="connsiteX17" fmla="*/ 1389973 w 2060499"/>
              <a:gd name="connsiteY17" fmla="*/ 30045 h 275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0499" h="2750589">
                <a:moveTo>
                  <a:pt x="1389973" y="30045"/>
                </a:moveTo>
                <a:cubicBezTo>
                  <a:pt x="1331146" y="11922"/>
                  <a:pt x="1272804" y="1140"/>
                  <a:pt x="1217961" y="94"/>
                </a:cubicBezTo>
                <a:cubicBezTo>
                  <a:pt x="998592" y="-4088"/>
                  <a:pt x="695210" y="130685"/>
                  <a:pt x="534880" y="301544"/>
                </a:cubicBezTo>
                <a:cubicBezTo>
                  <a:pt x="374549" y="472404"/>
                  <a:pt x="79472" y="797370"/>
                  <a:pt x="21513" y="1022089"/>
                </a:cubicBezTo>
                <a:cubicBezTo>
                  <a:pt x="-36445" y="1246808"/>
                  <a:pt x="24005" y="1486210"/>
                  <a:pt x="187134" y="1649859"/>
                </a:cubicBezTo>
                <a:cubicBezTo>
                  <a:pt x="268698" y="1731684"/>
                  <a:pt x="412339" y="1820917"/>
                  <a:pt x="565413" y="1889342"/>
                </a:cubicBezTo>
                <a:lnTo>
                  <a:pt x="639277" y="1919320"/>
                </a:lnTo>
                <a:lnTo>
                  <a:pt x="640980" y="1955191"/>
                </a:lnTo>
                <a:cubicBezTo>
                  <a:pt x="640980" y="2206826"/>
                  <a:pt x="571110" y="2445432"/>
                  <a:pt x="446015" y="2659321"/>
                </a:cubicBezTo>
                <a:lnTo>
                  <a:pt x="386590" y="2750589"/>
                </a:lnTo>
                <a:lnTo>
                  <a:pt x="479896" y="2683843"/>
                </a:lnTo>
                <a:cubicBezTo>
                  <a:pt x="662180" y="2542637"/>
                  <a:pt x="819594" y="2374747"/>
                  <a:pt x="945157" y="2186648"/>
                </a:cubicBezTo>
                <a:lnTo>
                  <a:pt x="1055148" y="2000021"/>
                </a:lnTo>
                <a:lnTo>
                  <a:pt x="1085461" y="1997832"/>
                </a:lnTo>
                <a:cubicBezTo>
                  <a:pt x="1274801" y="1971818"/>
                  <a:pt x="1402390" y="1865895"/>
                  <a:pt x="1555237" y="1715755"/>
                </a:cubicBezTo>
                <a:cubicBezTo>
                  <a:pt x="1729920" y="1544168"/>
                  <a:pt x="1999068" y="1205978"/>
                  <a:pt x="2048379" y="974459"/>
                </a:cubicBezTo>
                <a:cubicBezTo>
                  <a:pt x="2097689" y="742940"/>
                  <a:pt x="1989502" y="489034"/>
                  <a:pt x="1851099" y="326639"/>
                </a:cubicBezTo>
                <a:cubicBezTo>
                  <a:pt x="1747297" y="204844"/>
                  <a:pt x="1566453" y="84412"/>
                  <a:pt x="1389973" y="30045"/>
                </a:cubicBezTo>
                <a:close/>
              </a:path>
            </a:pathLst>
          </a:custGeom>
          <a:solidFill>
            <a:srgbClr val="1AC0B4">
              <a:alpha val="8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1" name="Freeform 80"/>
          <p:cNvSpPr/>
          <p:nvPr/>
        </p:nvSpPr>
        <p:spPr>
          <a:xfrm rot="1304353">
            <a:off x="3366531" y="-215092"/>
            <a:ext cx="3692992" cy="5516747"/>
          </a:xfrm>
          <a:custGeom>
            <a:avLst/>
            <a:gdLst>
              <a:gd name="connsiteX0" fmla="*/ 397309 w 2131422"/>
              <a:gd name="connsiteY0" fmla="*/ 129256 h 2589663"/>
              <a:gd name="connsiteX1" fmla="*/ 549647 w 2131422"/>
              <a:gd name="connsiteY1" fmla="*/ 43944 h 2589663"/>
              <a:gd name="connsiteX2" fmla="*/ 1294047 w 2131422"/>
              <a:gd name="connsiteY2" fmla="*/ 101744 h 2589663"/>
              <a:gd name="connsiteX3" fmla="*/ 2017358 w 2131422"/>
              <a:gd name="connsiteY3" fmla="*/ 611206 h 2589663"/>
              <a:gd name="connsiteX4" fmla="*/ 2069350 w 2131422"/>
              <a:gd name="connsiteY4" fmla="*/ 1258371 h 2589663"/>
              <a:gd name="connsiteX5" fmla="*/ 1957603 w 2131422"/>
              <a:gd name="connsiteY5" fmla="*/ 1429917 h 2589663"/>
              <a:gd name="connsiteX6" fmla="*/ 1953762 w 2131422"/>
              <a:gd name="connsiteY6" fmla="*/ 1434396 h 2589663"/>
              <a:gd name="connsiteX7" fmla="*/ 1920184 w 2131422"/>
              <a:gd name="connsiteY7" fmla="*/ 1624496 h 2589663"/>
              <a:gd name="connsiteX8" fmla="*/ 1538658 w 2131422"/>
              <a:gd name="connsiteY8" fmla="*/ 2522917 h 2589663"/>
              <a:gd name="connsiteX9" fmla="*/ 1485672 w 2131422"/>
              <a:gd name="connsiteY9" fmla="*/ 2589663 h 2589663"/>
              <a:gd name="connsiteX10" fmla="*/ 1519418 w 2131422"/>
              <a:gd name="connsiteY10" fmla="*/ 2498395 h 2589663"/>
              <a:gd name="connsiteX11" fmla="*/ 1630133 w 2131422"/>
              <a:gd name="connsiteY11" fmla="*/ 1794265 h 2589663"/>
              <a:gd name="connsiteX12" fmla="*/ 1627535 w 2131422"/>
              <a:gd name="connsiteY12" fmla="*/ 1745991 h 2589663"/>
              <a:gd name="connsiteX13" fmla="*/ 1602551 w 2131422"/>
              <a:gd name="connsiteY13" fmla="*/ 1764878 h 2589663"/>
              <a:gd name="connsiteX14" fmla="*/ 1419706 w 2131422"/>
              <a:gd name="connsiteY14" fmla="*/ 1862173 h 2589663"/>
              <a:gd name="connsiteX15" fmla="*/ 800563 w 2131422"/>
              <a:gd name="connsiteY15" fmla="*/ 1774346 h 2589663"/>
              <a:gd name="connsiteX16" fmla="*/ 89449 w 2131422"/>
              <a:gd name="connsiteY16" fmla="*/ 1238598 h 2589663"/>
              <a:gd name="connsiteX17" fmla="*/ 60673 w 2131422"/>
              <a:gd name="connsiteY17" fmla="*/ 562017 h 2589663"/>
              <a:gd name="connsiteX18" fmla="*/ 397309 w 2131422"/>
              <a:gd name="connsiteY18" fmla="*/ 129256 h 258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31422" h="2589663">
                <a:moveTo>
                  <a:pt x="397309" y="129256"/>
                </a:moveTo>
                <a:cubicBezTo>
                  <a:pt x="446794" y="92646"/>
                  <a:pt x="498256" y="63122"/>
                  <a:pt x="549647" y="43944"/>
                </a:cubicBezTo>
                <a:cubicBezTo>
                  <a:pt x="755208" y="-32768"/>
                  <a:pt x="1086119" y="-6259"/>
                  <a:pt x="1294047" y="101744"/>
                </a:cubicBezTo>
                <a:cubicBezTo>
                  <a:pt x="1501976" y="209747"/>
                  <a:pt x="1888140" y="418435"/>
                  <a:pt x="2017358" y="611206"/>
                </a:cubicBezTo>
                <a:cubicBezTo>
                  <a:pt x="2146575" y="803977"/>
                  <a:pt x="2168959" y="1049876"/>
                  <a:pt x="2069350" y="1258371"/>
                </a:cubicBezTo>
                <a:cubicBezTo>
                  <a:pt x="2044448" y="1310495"/>
                  <a:pt x="2005519" y="1369513"/>
                  <a:pt x="1957603" y="1429917"/>
                </a:cubicBezTo>
                <a:lnTo>
                  <a:pt x="1953762" y="1434396"/>
                </a:lnTo>
                <a:lnTo>
                  <a:pt x="1920184" y="1624496"/>
                </a:lnTo>
                <a:cubicBezTo>
                  <a:pt x="1844475" y="1978108"/>
                  <a:pt x="1711181" y="2287573"/>
                  <a:pt x="1538658" y="2522917"/>
                </a:cubicBezTo>
                <a:lnTo>
                  <a:pt x="1485672" y="2589663"/>
                </a:lnTo>
                <a:lnTo>
                  <a:pt x="1519418" y="2498395"/>
                </a:lnTo>
                <a:cubicBezTo>
                  <a:pt x="1590456" y="2284506"/>
                  <a:pt x="1630133" y="2045900"/>
                  <a:pt x="1630133" y="1794265"/>
                </a:cubicBezTo>
                <a:lnTo>
                  <a:pt x="1627535" y="1745991"/>
                </a:lnTo>
                <a:lnTo>
                  <a:pt x="1602551" y="1764878"/>
                </a:lnTo>
                <a:cubicBezTo>
                  <a:pt x="1538835" y="1808782"/>
                  <a:pt x="1476207" y="1843050"/>
                  <a:pt x="1419706" y="1862173"/>
                </a:cubicBezTo>
                <a:cubicBezTo>
                  <a:pt x="1193703" y="1938666"/>
                  <a:pt x="1022273" y="1878275"/>
                  <a:pt x="800563" y="1774346"/>
                </a:cubicBezTo>
                <a:cubicBezTo>
                  <a:pt x="578853" y="1670416"/>
                  <a:pt x="212764" y="1440653"/>
                  <a:pt x="89449" y="1238598"/>
                </a:cubicBezTo>
                <a:cubicBezTo>
                  <a:pt x="-33866" y="1036543"/>
                  <a:pt x="-16027" y="761127"/>
                  <a:pt x="60673" y="562017"/>
                </a:cubicBezTo>
                <a:cubicBezTo>
                  <a:pt x="118197" y="412685"/>
                  <a:pt x="248854" y="239086"/>
                  <a:pt x="397309" y="129256"/>
                </a:cubicBezTo>
                <a:close/>
              </a:path>
            </a:pathLst>
          </a:custGeom>
          <a:solidFill>
            <a:schemeClr val="accent4">
              <a:alpha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5" name="Freeform 84"/>
          <p:cNvSpPr/>
          <p:nvPr/>
        </p:nvSpPr>
        <p:spPr>
          <a:xfrm rot="1980331">
            <a:off x="6907922" y="1296450"/>
            <a:ext cx="2793924" cy="3759783"/>
          </a:xfrm>
          <a:custGeom>
            <a:avLst/>
            <a:gdLst>
              <a:gd name="connsiteX0" fmla="*/ 1183189 w 2210937"/>
              <a:gd name="connsiteY0" fmla="*/ 51339 h 3591337"/>
              <a:gd name="connsiteX1" fmla="*/ 1286290 w 2210937"/>
              <a:gd name="connsiteY1" fmla="*/ 17311 h 3591337"/>
              <a:gd name="connsiteX2" fmla="*/ 1954627 w 2210937"/>
              <a:gd name="connsiteY2" fmla="*/ 216050 h 3591337"/>
              <a:gd name="connsiteX3" fmla="*/ 2206449 w 2210937"/>
              <a:gd name="connsiteY3" fmla="*/ 907614 h 3591337"/>
              <a:gd name="connsiteX4" fmla="*/ 1771942 w 2210937"/>
              <a:gd name="connsiteY4" fmla="*/ 1673779 h 3591337"/>
              <a:gd name="connsiteX5" fmla="*/ 1584332 w 2210937"/>
              <a:gd name="connsiteY5" fmla="*/ 1833277 h 3591337"/>
              <a:gd name="connsiteX6" fmla="*/ 1540277 w 2210937"/>
              <a:gd name="connsiteY6" fmla="*/ 1868820 h 3591337"/>
              <a:gd name="connsiteX7" fmla="*/ 1541708 w 2210937"/>
              <a:gd name="connsiteY7" fmla="*/ 1948463 h 3591337"/>
              <a:gd name="connsiteX8" fmla="*/ 1279251 w 2210937"/>
              <a:gd name="connsiteY8" fmla="*/ 3524591 h 3591337"/>
              <a:gd name="connsiteX9" fmla="*/ 1248460 w 2210937"/>
              <a:gd name="connsiteY9" fmla="*/ 3591337 h 3591337"/>
              <a:gd name="connsiteX10" fmla="*/ 1268070 w 2210937"/>
              <a:gd name="connsiteY10" fmla="*/ 3500069 h 3591337"/>
              <a:gd name="connsiteX11" fmla="*/ 1332408 w 2210937"/>
              <a:gd name="connsiteY11" fmla="*/ 2795939 h 3591337"/>
              <a:gd name="connsiteX12" fmla="*/ 1301442 w 2210937"/>
              <a:gd name="connsiteY12" fmla="*/ 2300438 h 3591337"/>
              <a:gd name="connsiteX13" fmla="*/ 1264981 w 2210937"/>
              <a:gd name="connsiteY13" fmla="*/ 2076567 h 3591337"/>
              <a:gd name="connsiteX14" fmla="*/ 1239270 w 2210937"/>
              <a:gd name="connsiteY14" fmla="*/ 2094727 h 3591337"/>
              <a:gd name="connsiteX15" fmla="*/ 911776 w 2210937"/>
              <a:gd name="connsiteY15" fmla="*/ 2264735 h 3591337"/>
              <a:gd name="connsiteX16" fmla="*/ 260050 w 2210937"/>
              <a:gd name="connsiteY16" fmla="*/ 2100463 h 3591337"/>
              <a:gd name="connsiteX17" fmla="*/ 7127 w 2210937"/>
              <a:gd name="connsiteY17" fmla="*/ 1210276 h 3591337"/>
              <a:gd name="connsiteX18" fmla="*/ 406930 w 2210937"/>
              <a:gd name="connsiteY18" fmla="*/ 586492 h 3591337"/>
              <a:gd name="connsiteX19" fmla="*/ 1183189 w 2210937"/>
              <a:gd name="connsiteY19" fmla="*/ 51339 h 359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10937" h="3591337">
                <a:moveTo>
                  <a:pt x="1183189" y="51339"/>
                </a:moveTo>
                <a:cubicBezTo>
                  <a:pt x="1219454" y="36604"/>
                  <a:pt x="1254046" y="25028"/>
                  <a:pt x="1286290" y="17311"/>
                </a:cubicBezTo>
                <a:cubicBezTo>
                  <a:pt x="1544239" y="-44429"/>
                  <a:pt x="1801267" y="67666"/>
                  <a:pt x="1954627" y="216050"/>
                </a:cubicBezTo>
                <a:cubicBezTo>
                  <a:pt x="2107987" y="364434"/>
                  <a:pt x="2236897" y="664660"/>
                  <a:pt x="2206449" y="907614"/>
                </a:cubicBezTo>
                <a:cubicBezTo>
                  <a:pt x="2176002" y="1150569"/>
                  <a:pt x="1982062" y="1490878"/>
                  <a:pt x="1771942" y="1673779"/>
                </a:cubicBezTo>
                <a:cubicBezTo>
                  <a:pt x="1719412" y="1719505"/>
                  <a:pt x="1655136" y="1774857"/>
                  <a:pt x="1584332" y="1833277"/>
                </a:cubicBezTo>
                <a:lnTo>
                  <a:pt x="1540277" y="1868820"/>
                </a:lnTo>
                <a:lnTo>
                  <a:pt x="1541708" y="1948463"/>
                </a:lnTo>
                <a:cubicBezTo>
                  <a:pt x="1541708" y="2581741"/>
                  <a:pt x="1439659" y="3148041"/>
                  <a:pt x="1279251" y="3524591"/>
                </a:cubicBezTo>
                <a:lnTo>
                  <a:pt x="1248460" y="3591337"/>
                </a:lnTo>
                <a:lnTo>
                  <a:pt x="1268070" y="3500069"/>
                </a:lnTo>
                <a:cubicBezTo>
                  <a:pt x="1309351" y="3286180"/>
                  <a:pt x="1332408" y="3047574"/>
                  <a:pt x="1332408" y="2795939"/>
                </a:cubicBezTo>
                <a:cubicBezTo>
                  <a:pt x="1332408" y="2623390"/>
                  <a:pt x="1321567" y="2456966"/>
                  <a:pt x="1301442" y="2300438"/>
                </a:cubicBezTo>
                <a:lnTo>
                  <a:pt x="1264981" y="2076567"/>
                </a:lnTo>
                <a:lnTo>
                  <a:pt x="1239270" y="2094727"/>
                </a:lnTo>
                <a:cubicBezTo>
                  <a:pt x="1121306" y="2174018"/>
                  <a:pt x="1006269" y="2238067"/>
                  <a:pt x="911776" y="2264735"/>
                </a:cubicBezTo>
                <a:cubicBezTo>
                  <a:pt x="659794" y="2335849"/>
                  <a:pt x="410824" y="2276206"/>
                  <a:pt x="260050" y="2100463"/>
                </a:cubicBezTo>
                <a:cubicBezTo>
                  <a:pt x="109275" y="1924720"/>
                  <a:pt x="-33931" y="1474733"/>
                  <a:pt x="7127" y="1210276"/>
                </a:cubicBezTo>
                <a:cubicBezTo>
                  <a:pt x="48185" y="945819"/>
                  <a:pt x="193737" y="785320"/>
                  <a:pt x="406930" y="586492"/>
                </a:cubicBezTo>
                <a:cubicBezTo>
                  <a:pt x="593475" y="412518"/>
                  <a:pt x="929333" y="154490"/>
                  <a:pt x="1183189" y="51339"/>
                </a:cubicBezTo>
                <a:close/>
              </a:path>
            </a:pathLst>
          </a:custGeom>
          <a:solidFill>
            <a:schemeClr val="accent5">
              <a:alpha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06" name="Freeform 105"/>
          <p:cNvSpPr/>
          <p:nvPr/>
        </p:nvSpPr>
        <p:spPr>
          <a:xfrm rot="3974998">
            <a:off x="9597615" y="2910716"/>
            <a:ext cx="2063800" cy="2337604"/>
          </a:xfrm>
          <a:custGeom>
            <a:avLst/>
            <a:gdLst>
              <a:gd name="connsiteX0" fmla="*/ 769486 w 1887733"/>
              <a:gd name="connsiteY0" fmla="*/ 43107 h 1874936"/>
              <a:gd name="connsiteX1" fmla="*/ 946524 w 1887733"/>
              <a:gd name="connsiteY1" fmla="*/ 1051 h 1874936"/>
              <a:gd name="connsiteX2" fmla="*/ 1563204 w 1887733"/>
              <a:gd name="connsiteY2" fmla="*/ 269832 h 1874936"/>
              <a:gd name="connsiteX3" fmla="*/ 1887220 w 1887733"/>
              <a:gd name="connsiteY3" fmla="*/ 896893 h 1874936"/>
              <a:gd name="connsiteX4" fmla="*/ 1815835 w 1887733"/>
              <a:gd name="connsiteY4" fmla="*/ 1220436 h 1874936"/>
              <a:gd name="connsiteX5" fmla="*/ 1799684 w 1887733"/>
              <a:gd name="connsiteY5" fmla="*/ 1248137 h 1874936"/>
              <a:gd name="connsiteX6" fmla="*/ 1798293 w 1887733"/>
              <a:gd name="connsiteY6" fmla="*/ 1277528 h 1874936"/>
              <a:gd name="connsiteX7" fmla="*/ 1540534 w 1887733"/>
              <a:gd name="connsiteY7" fmla="*/ 1846632 h 1874936"/>
              <a:gd name="connsiteX8" fmla="*/ 1509743 w 1887733"/>
              <a:gd name="connsiteY8" fmla="*/ 1874936 h 1874936"/>
              <a:gd name="connsiteX9" fmla="*/ 1529353 w 1887733"/>
              <a:gd name="connsiteY9" fmla="*/ 1836233 h 1874936"/>
              <a:gd name="connsiteX10" fmla="*/ 1593691 w 1887733"/>
              <a:gd name="connsiteY10" fmla="*/ 1537638 h 1874936"/>
              <a:gd name="connsiteX11" fmla="*/ 1591459 w 1887733"/>
              <a:gd name="connsiteY11" fmla="*/ 1507376 h 1874936"/>
              <a:gd name="connsiteX12" fmla="*/ 1554131 w 1887733"/>
              <a:gd name="connsiteY12" fmla="*/ 1536563 h 1874936"/>
              <a:gd name="connsiteX13" fmla="*/ 951541 w 1887733"/>
              <a:gd name="connsiteY13" fmla="*/ 1861558 h 1874936"/>
              <a:gd name="connsiteX14" fmla="*/ 354576 w 1887733"/>
              <a:gd name="connsiteY14" fmla="*/ 1624634 h 1874936"/>
              <a:gd name="connsiteX15" fmla="*/ 73 w 1887733"/>
              <a:gd name="connsiteY15" fmla="*/ 828062 h 1874936"/>
              <a:gd name="connsiteX16" fmla="*/ 258593 w 1887733"/>
              <a:gd name="connsiteY16" fmla="*/ 355642 h 1874936"/>
              <a:gd name="connsiteX17" fmla="*/ 769486 w 1887733"/>
              <a:gd name="connsiteY17" fmla="*/ 43107 h 187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87733" h="1874936">
                <a:moveTo>
                  <a:pt x="769486" y="43107"/>
                </a:moveTo>
                <a:cubicBezTo>
                  <a:pt x="831849" y="19962"/>
                  <a:pt x="892165" y="4627"/>
                  <a:pt x="946524" y="1051"/>
                </a:cubicBezTo>
                <a:cubicBezTo>
                  <a:pt x="1163959" y="-13250"/>
                  <a:pt x="1406421" y="120526"/>
                  <a:pt x="1563204" y="269832"/>
                </a:cubicBezTo>
                <a:cubicBezTo>
                  <a:pt x="1719988" y="419139"/>
                  <a:pt x="1877857" y="694273"/>
                  <a:pt x="1887220" y="896893"/>
                </a:cubicBezTo>
                <a:cubicBezTo>
                  <a:pt x="1891900" y="998202"/>
                  <a:pt x="1864291" y="1114189"/>
                  <a:pt x="1815835" y="1220436"/>
                </a:cubicBezTo>
                <a:lnTo>
                  <a:pt x="1799684" y="1248137"/>
                </a:lnTo>
                <a:lnTo>
                  <a:pt x="1798293" y="1277528"/>
                </a:lnTo>
                <a:cubicBezTo>
                  <a:pt x="1776567" y="1505584"/>
                  <a:pt x="1680891" y="1706911"/>
                  <a:pt x="1540534" y="1846632"/>
                </a:cubicBezTo>
                <a:lnTo>
                  <a:pt x="1509743" y="1874936"/>
                </a:lnTo>
                <a:lnTo>
                  <a:pt x="1529353" y="1836233"/>
                </a:lnTo>
                <a:cubicBezTo>
                  <a:pt x="1570634" y="1745530"/>
                  <a:pt x="1593691" y="1644346"/>
                  <a:pt x="1593691" y="1537638"/>
                </a:cubicBezTo>
                <a:lnTo>
                  <a:pt x="1591459" y="1507376"/>
                </a:lnTo>
                <a:lnTo>
                  <a:pt x="1554131" y="1536563"/>
                </a:lnTo>
                <a:cubicBezTo>
                  <a:pt x="1388447" y="1664090"/>
                  <a:pt x="1135990" y="1841275"/>
                  <a:pt x="951541" y="1861558"/>
                </a:cubicBezTo>
                <a:cubicBezTo>
                  <a:pt x="740741" y="1884739"/>
                  <a:pt x="513154" y="1796883"/>
                  <a:pt x="354576" y="1624634"/>
                </a:cubicBezTo>
                <a:cubicBezTo>
                  <a:pt x="195998" y="1452384"/>
                  <a:pt x="3309" y="1047438"/>
                  <a:pt x="73" y="828062"/>
                </a:cubicBezTo>
                <a:cubicBezTo>
                  <a:pt x="-3163" y="608687"/>
                  <a:pt x="100851" y="493477"/>
                  <a:pt x="258593" y="355642"/>
                </a:cubicBezTo>
                <a:cubicBezTo>
                  <a:pt x="376900" y="252266"/>
                  <a:pt x="582400" y="112542"/>
                  <a:pt x="769486" y="43107"/>
                </a:cubicBezTo>
                <a:close/>
              </a:path>
            </a:pathLst>
          </a:custGeom>
          <a:solidFill>
            <a:schemeClr val="accent6">
              <a:alpha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89" name="TextBox 88"/>
          <p:cNvSpPr txBox="1"/>
          <p:nvPr/>
        </p:nvSpPr>
        <p:spPr>
          <a:xfrm>
            <a:off x="257183" y="2584651"/>
            <a:ext cx="1778963" cy="1323439"/>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JO" sz="2000" b="1" dirty="0" smtClean="0">
                <a:solidFill>
                  <a:schemeClr val="tx1"/>
                </a:solidFill>
              </a:rPr>
              <a:t>حيث يجب أن يكون الهدف الذي تطمح الوصول إليه غير عاماً</a:t>
            </a:r>
            <a:endParaRPr lang="en-US" sz="2000" b="1" dirty="0">
              <a:solidFill>
                <a:schemeClr val="tx1"/>
              </a:solidFill>
              <a:cs typeface="+mn-cs"/>
            </a:endParaRPr>
          </a:p>
        </p:txBody>
      </p:sp>
      <p:sp>
        <p:nvSpPr>
          <p:cNvPr id="90" name="TextBox 89"/>
          <p:cNvSpPr txBox="1"/>
          <p:nvPr/>
        </p:nvSpPr>
        <p:spPr>
          <a:xfrm>
            <a:off x="136411" y="2129603"/>
            <a:ext cx="1778963" cy="523220"/>
          </a:xfrm>
          <a:prstGeom prst="rect">
            <a:avLst/>
          </a:prstGeom>
          <a:noFill/>
          <a:ln>
            <a:noFill/>
          </a:ln>
        </p:spPr>
        <p:txBody>
          <a:bodyPr wrap="square" rtlCol="0">
            <a:spAutoFit/>
          </a:bodyPr>
          <a:lstStyle/>
          <a:p>
            <a:pPr algn="ctr" fontAlgn="auto">
              <a:spcBef>
                <a:spcPts val="0"/>
              </a:spcBef>
              <a:spcAft>
                <a:spcPts val="0"/>
              </a:spcAft>
            </a:pPr>
            <a:r>
              <a:rPr lang="ar-JO" sz="2800" b="1" u="sng" dirty="0" smtClean="0">
                <a:solidFill>
                  <a:schemeClr val="bg1"/>
                </a:solidFill>
              </a:rPr>
              <a:t>محدد</a:t>
            </a:r>
            <a:endParaRPr lang="en-US" sz="2800" b="1" u="sng" dirty="0" smtClean="0">
              <a:solidFill>
                <a:schemeClr val="bg1"/>
              </a:solidFill>
              <a:latin typeface="Calibri" panose="020F0502020204030204"/>
              <a:cs typeface="+mn-cs"/>
            </a:endParaRPr>
          </a:p>
        </p:txBody>
      </p:sp>
      <p:sp>
        <p:nvSpPr>
          <p:cNvPr id="91" name="TextBox 90"/>
          <p:cNvSpPr txBox="1"/>
          <p:nvPr/>
        </p:nvSpPr>
        <p:spPr>
          <a:xfrm>
            <a:off x="136412" y="1814132"/>
            <a:ext cx="622713" cy="461665"/>
          </a:xfrm>
          <a:prstGeom prst="rect">
            <a:avLst/>
          </a:prstGeom>
          <a:noFill/>
          <a:ln>
            <a:noFill/>
          </a:ln>
        </p:spPr>
        <p:txBody>
          <a:bodyPr wrap="square" rtlCol="0">
            <a:spAutoFit/>
          </a:bodyPr>
          <a:lstStyle/>
          <a:p>
            <a:pPr algn="ctr" fontAlgn="auto">
              <a:spcBef>
                <a:spcPts val="0"/>
              </a:spcBef>
              <a:spcAft>
                <a:spcPts val="0"/>
              </a:spcAft>
            </a:pPr>
            <a:r>
              <a:rPr lang="en-US" sz="2400" b="1" dirty="0" smtClean="0">
                <a:solidFill>
                  <a:prstClr val="white"/>
                </a:solidFill>
                <a:latin typeface="Calibri" panose="020F0502020204030204"/>
                <a:cs typeface="+mn-cs"/>
              </a:rPr>
              <a:t>01</a:t>
            </a:r>
          </a:p>
        </p:txBody>
      </p:sp>
      <p:sp>
        <p:nvSpPr>
          <p:cNvPr id="92" name="TextBox 91"/>
          <p:cNvSpPr txBox="1"/>
          <p:nvPr/>
        </p:nvSpPr>
        <p:spPr>
          <a:xfrm>
            <a:off x="862628" y="1353754"/>
            <a:ext cx="3006472" cy="523220"/>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JO" sz="2800" b="1" dirty="0" smtClean="0">
                <a:solidFill>
                  <a:schemeClr val="tx1"/>
                </a:solidFill>
              </a:rPr>
              <a:t>أي هدف قابل للقياس</a:t>
            </a:r>
            <a:endParaRPr lang="en-US" sz="2800" b="1" dirty="0">
              <a:solidFill>
                <a:schemeClr val="tx1"/>
              </a:solidFill>
              <a:cs typeface="+mn-cs"/>
            </a:endParaRPr>
          </a:p>
        </p:txBody>
      </p:sp>
      <p:sp>
        <p:nvSpPr>
          <p:cNvPr id="93" name="TextBox 92"/>
          <p:cNvSpPr txBox="1"/>
          <p:nvPr/>
        </p:nvSpPr>
        <p:spPr>
          <a:xfrm>
            <a:off x="1294066" y="537635"/>
            <a:ext cx="2575034" cy="523220"/>
          </a:xfrm>
          <a:prstGeom prst="rect">
            <a:avLst/>
          </a:prstGeom>
          <a:noFill/>
          <a:ln>
            <a:noFill/>
          </a:ln>
        </p:spPr>
        <p:txBody>
          <a:bodyPr wrap="square" rtlCol="0">
            <a:spAutoFit/>
          </a:bodyPr>
          <a:lstStyle/>
          <a:p>
            <a:pPr algn="ctr" fontAlgn="auto">
              <a:spcBef>
                <a:spcPts val="0"/>
              </a:spcBef>
              <a:spcAft>
                <a:spcPts val="0"/>
              </a:spcAft>
            </a:pPr>
            <a:r>
              <a:rPr lang="ar-JO" sz="2800" b="1" u="sng" dirty="0" smtClean="0">
                <a:solidFill>
                  <a:schemeClr val="bg1"/>
                </a:solidFill>
              </a:rPr>
              <a:t>قابل للقياس</a:t>
            </a:r>
            <a:endParaRPr lang="en-US" sz="2800" b="1" u="sng" dirty="0" smtClean="0">
              <a:solidFill>
                <a:schemeClr val="bg1"/>
              </a:solidFill>
              <a:latin typeface="Calibri" panose="020F0502020204030204"/>
              <a:cs typeface="+mn-cs"/>
            </a:endParaRPr>
          </a:p>
        </p:txBody>
      </p:sp>
      <p:sp>
        <p:nvSpPr>
          <p:cNvPr id="94" name="TextBox 93"/>
          <p:cNvSpPr txBox="1"/>
          <p:nvPr/>
        </p:nvSpPr>
        <p:spPr>
          <a:xfrm>
            <a:off x="1373461" y="315385"/>
            <a:ext cx="662685" cy="461665"/>
          </a:xfrm>
          <a:prstGeom prst="rect">
            <a:avLst/>
          </a:prstGeom>
          <a:noFill/>
          <a:ln>
            <a:noFill/>
          </a:ln>
        </p:spPr>
        <p:txBody>
          <a:bodyPr wrap="square" rtlCol="0">
            <a:spAutoFit/>
          </a:bodyPr>
          <a:lstStyle/>
          <a:p>
            <a:pPr algn="ctr" fontAlgn="auto">
              <a:spcBef>
                <a:spcPts val="0"/>
              </a:spcBef>
              <a:spcAft>
                <a:spcPts val="0"/>
              </a:spcAft>
            </a:pPr>
            <a:r>
              <a:rPr lang="en-US" sz="2400" b="1" dirty="0" smtClean="0">
                <a:solidFill>
                  <a:prstClr val="white"/>
                </a:solidFill>
                <a:latin typeface="Calibri" panose="020F0502020204030204"/>
                <a:cs typeface="+mn-cs"/>
              </a:rPr>
              <a:t>02</a:t>
            </a:r>
          </a:p>
        </p:txBody>
      </p:sp>
      <p:sp>
        <p:nvSpPr>
          <p:cNvPr id="95" name="TextBox 94"/>
          <p:cNvSpPr txBox="1"/>
          <p:nvPr/>
        </p:nvSpPr>
        <p:spPr>
          <a:xfrm>
            <a:off x="4052276" y="961128"/>
            <a:ext cx="2971146" cy="2308324"/>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JO" sz="2400" b="1" dirty="0" smtClean="0">
                <a:solidFill>
                  <a:schemeClr val="tx1"/>
                </a:solidFill>
              </a:rPr>
              <a:t> لتكن أهدافك قابلة للتحقيق يجب أخذ الوقت الكافي للتخطيط ورسم مسار لهدفك وأن تسأل نفسك كيف سوف تحقق هدفك لأن ذلك سيختصر عليك الكثير</a:t>
            </a:r>
            <a:endParaRPr lang="en-US" sz="2400" b="1" dirty="0">
              <a:solidFill>
                <a:schemeClr val="tx1"/>
              </a:solidFill>
              <a:cs typeface="+mn-cs"/>
            </a:endParaRPr>
          </a:p>
        </p:txBody>
      </p:sp>
      <p:sp>
        <p:nvSpPr>
          <p:cNvPr id="96" name="TextBox 95"/>
          <p:cNvSpPr txBox="1"/>
          <p:nvPr/>
        </p:nvSpPr>
        <p:spPr>
          <a:xfrm>
            <a:off x="5005960" y="253830"/>
            <a:ext cx="1683797" cy="523220"/>
          </a:xfrm>
          <a:prstGeom prst="rect">
            <a:avLst/>
          </a:prstGeom>
          <a:noFill/>
          <a:ln>
            <a:noFill/>
          </a:ln>
        </p:spPr>
        <p:txBody>
          <a:bodyPr wrap="square" rtlCol="0">
            <a:spAutoFit/>
          </a:bodyPr>
          <a:lstStyle/>
          <a:p>
            <a:pPr algn="ctr" fontAlgn="auto">
              <a:spcBef>
                <a:spcPts val="0"/>
              </a:spcBef>
              <a:spcAft>
                <a:spcPts val="0"/>
              </a:spcAft>
            </a:pPr>
            <a:r>
              <a:rPr lang="ar-JO" sz="2800" b="1" u="sng" dirty="0" smtClean="0">
                <a:solidFill>
                  <a:schemeClr val="bg1"/>
                </a:solidFill>
              </a:rPr>
              <a:t>قابل للتحقيق</a:t>
            </a:r>
            <a:endParaRPr lang="en-US" sz="2800" b="1" u="sng" dirty="0" smtClean="0">
              <a:solidFill>
                <a:schemeClr val="bg1"/>
              </a:solidFill>
              <a:latin typeface="Calibri" panose="020F0502020204030204"/>
              <a:cs typeface="+mn-cs"/>
            </a:endParaRPr>
          </a:p>
        </p:txBody>
      </p:sp>
      <p:sp>
        <p:nvSpPr>
          <p:cNvPr id="97" name="TextBox 96"/>
          <p:cNvSpPr txBox="1"/>
          <p:nvPr/>
        </p:nvSpPr>
        <p:spPr>
          <a:xfrm>
            <a:off x="4521427" y="-20420"/>
            <a:ext cx="579276" cy="461665"/>
          </a:xfrm>
          <a:prstGeom prst="rect">
            <a:avLst/>
          </a:prstGeom>
          <a:noFill/>
          <a:ln>
            <a:noFill/>
          </a:ln>
        </p:spPr>
        <p:txBody>
          <a:bodyPr wrap="square" rtlCol="0">
            <a:spAutoFit/>
          </a:bodyPr>
          <a:lstStyle/>
          <a:p>
            <a:pPr fontAlgn="auto">
              <a:spcBef>
                <a:spcPts val="0"/>
              </a:spcBef>
              <a:spcAft>
                <a:spcPts val="0"/>
              </a:spcAft>
            </a:pPr>
            <a:r>
              <a:rPr lang="en-US" sz="2400" b="1" dirty="0" smtClean="0">
                <a:solidFill>
                  <a:prstClr val="white"/>
                </a:solidFill>
                <a:latin typeface="Calibri" panose="020F0502020204030204"/>
                <a:cs typeface="+mn-cs"/>
              </a:rPr>
              <a:t>03</a:t>
            </a:r>
          </a:p>
        </p:txBody>
      </p:sp>
      <p:sp>
        <p:nvSpPr>
          <p:cNvPr id="98" name="TextBox 97"/>
          <p:cNvSpPr txBox="1"/>
          <p:nvPr/>
        </p:nvSpPr>
        <p:spPr>
          <a:xfrm>
            <a:off x="7375027" y="2223318"/>
            <a:ext cx="2762561" cy="1200329"/>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JO" sz="2400" b="1" dirty="0" smtClean="0">
                <a:solidFill>
                  <a:schemeClr val="tx1"/>
                </a:solidFill>
              </a:rPr>
              <a:t>يجب أن يكون هدفك واقعي، حقيقي، تستطيع إنجازه في هذه الفترة</a:t>
            </a:r>
            <a:endParaRPr lang="en-US" sz="2400" b="1" dirty="0">
              <a:solidFill>
                <a:schemeClr val="tx1"/>
              </a:solidFill>
              <a:cs typeface="+mn-cs"/>
            </a:endParaRPr>
          </a:p>
        </p:txBody>
      </p:sp>
      <p:sp>
        <p:nvSpPr>
          <p:cNvPr id="99" name="TextBox 98"/>
          <p:cNvSpPr txBox="1"/>
          <p:nvPr/>
        </p:nvSpPr>
        <p:spPr>
          <a:xfrm>
            <a:off x="8047360" y="1781728"/>
            <a:ext cx="1947569" cy="523220"/>
          </a:xfrm>
          <a:prstGeom prst="rect">
            <a:avLst/>
          </a:prstGeom>
          <a:noFill/>
          <a:ln>
            <a:noFill/>
          </a:ln>
        </p:spPr>
        <p:txBody>
          <a:bodyPr wrap="square" rtlCol="0">
            <a:spAutoFit/>
          </a:bodyPr>
          <a:lstStyle/>
          <a:p>
            <a:pPr algn="ctr" fontAlgn="auto">
              <a:spcBef>
                <a:spcPts val="0"/>
              </a:spcBef>
              <a:spcAft>
                <a:spcPts val="0"/>
              </a:spcAft>
            </a:pPr>
            <a:r>
              <a:rPr lang="ar-JO" sz="2800" b="1" u="sng" dirty="0" smtClean="0">
                <a:solidFill>
                  <a:schemeClr val="bg1"/>
                </a:solidFill>
              </a:rPr>
              <a:t>الواقعية</a:t>
            </a:r>
            <a:endParaRPr lang="en-US" sz="2800" b="1" u="sng" dirty="0" smtClean="0">
              <a:solidFill>
                <a:schemeClr val="bg1"/>
              </a:solidFill>
              <a:latin typeface="Calibri" panose="020F0502020204030204"/>
              <a:cs typeface="+mn-cs"/>
            </a:endParaRPr>
          </a:p>
        </p:txBody>
      </p:sp>
      <p:sp>
        <p:nvSpPr>
          <p:cNvPr id="100" name="TextBox 99"/>
          <p:cNvSpPr txBox="1"/>
          <p:nvPr/>
        </p:nvSpPr>
        <p:spPr>
          <a:xfrm>
            <a:off x="7949853" y="1667938"/>
            <a:ext cx="563015" cy="461665"/>
          </a:xfrm>
          <a:prstGeom prst="rect">
            <a:avLst/>
          </a:prstGeom>
          <a:noFill/>
          <a:ln>
            <a:noFill/>
          </a:ln>
        </p:spPr>
        <p:txBody>
          <a:bodyPr wrap="square" rtlCol="0">
            <a:spAutoFit/>
          </a:bodyPr>
          <a:lstStyle/>
          <a:p>
            <a:pPr fontAlgn="auto">
              <a:spcBef>
                <a:spcPts val="0"/>
              </a:spcBef>
              <a:spcAft>
                <a:spcPts val="0"/>
              </a:spcAft>
            </a:pPr>
            <a:r>
              <a:rPr lang="en-US" sz="2400" b="1" dirty="0" smtClean="0">
                <a:solidFill>
                  <a:prstClr val="white"/>
                </a:solidFill>
                <a:latin typeface="Calibri" panose="020F0502020204030204"/>
                <a:cs typeface="+mn-cs"/>
              </a:rPr>
              <a:t>04</a:t>
            </a:r>
          </a:p>
        </p:txBody>
      </p:sp>
      <p:sp>
        <p:nvSpPr>
          <p:cNvPr id="101" name="TextBox 100"/>
          <p:cNvSpPr txBox="1"/>
          <p:nvPr/>
        </p:nvSpPr>
        <p:spPr>
          <a:xfrm>
            <a:off x="9471804" y="3944203"/>
            <a:ext cx="2126657" cy="830997"/>
          </a:xfrm>
          <a:prstGeom prst="rect">
            <a:avLst/>
          </a:prstGeom>
          <a:noFill/>
          <a:ln>
            <a:noFill/>
          </a:ln>
        </p:spPr>
        <p:txBody>
          <a:bodyPr wrap="square" rtlCol="0">
            <a:spAutoFit/>
          </a:bodyPr>
          <a:lstStyle>
            <a:defPPr>
              <a:defRPr lang="en-US"/>
            </a:defPPr>
            <a:lvl1pPr>
              <a:defRPr sz="1100">
                <a:solidFill>
                  <a:schemeClr val="tx1">
                    <a:lumMod val="50000"/>
                    <a:lumOff val="50000"/>
                  </a:schemeClr>
                </a:solidFill>
                <a:latin typeface="+mj-lt"/>
              </a:defRPr>
            </a:lvl1pPr>
          </a:lstStyle>
          <a:p>
            <a:pPr algn="ctr" fontAlgn="auto">
              <a:spcBef>
                <a:spcPts val="0"/>
              </a:spcBef>
              <a:spcAft>
                <a:spcPts val="0"/>
              </a:spcAft>
            </a:pPr>
            <a:r>
              <a:rPr lang="ar-JO" sz="2400" b="1" dirty="0" smtClean="0">
                <a:solidFill>
                  <a:schemeClr val="tx1"/>
                </a:solidFill>
              </a:rPr>
              <a:t>أن يكون الهدف محددا بزمن</a:t>
            </a:r>
            <a:endParaRPr lang="en-US" sz="2400" b="1" dirty="0">
              <a:solidFill>
                <a:schemeClr val="tx1"/>
              </a:solidFill>
              <a:cs typeface="+mn-cs"/>
            </a:endParaRPr>
          </a:p>
        </p:txBody>
      </p:sp>
      <p:sp>
        <p:nvSpPr>
          <p:cNvPr id="102" name="TextBox 101"/>
          <p:cNvSpPr txBox="1"/>
          <p:nvPr/>
        </p:nvSpPr>
        <p:spPr>
          <a:xfrm>
            <a:off x="10009032" y="3384870"/>
            <a:ext cx="1589429" cy="523220"/>
          </a:xfrm>
          <a:prstGeom prst="rect">
            <a:avLst/>
          </a:prstGeom>
          <a:noFill/>
          <a:ln>
            <a:noFill/>
          </a:ln>
        </p:spPr>
        <p:txBody>
          <a:bodyPr wrap="square" rtlCol="0">
            <a:spAutoFit/>
          </a:bodyPr>
          <a:lstStyle/>
          <a:p>
            <a:pPr fontAlgn="auto">
              <a:spcBef>
                <a:spcPts val="0"/>
              </a:spcBef>
              <a:spcAft>
                <a:spcPts val="0"/>
              </a:spcAft>
            </a:pPr>
            <a:r>
              <a:rPr lang="ar-JO" sz="2800" b="1" u="sng" dirty="0" smtClean="0">
                <a:solidFill>
                  <a:schemeClr val="bg1"/>
                </a:solidFill>
              </a:rPr>
              <a:t>محدد بزمن</a:t>
            </a:r>
            <a:endParaRPr lang="en-US" sz="2800" b="1" u="sng" dirty="0" smtClean="0">
              <a:solidFill>
                <a:schemeClr val="bg1"/>
              </a:solidFill>
              <a:latin typeface="Calibri" panose="020F0502020204030204"/>
              <a:cs typeface="+mn-cs"/>
            </a:endParaRPr>
          </a:p>
        </p:txBody>
      </p:sp>
      <p:sp>
        <p:nvSpPr>
          <p:cNvPr id="103" name="TextBox 102"/>
          <p:cNvSpPr txBox="1"/>
          <p:nvPr/>
        </p:nvSpPr>
        <p:spPr>
          <a:xfrm>
            <a:off x="10009032" y="3129192"/>
            <a:ext cx="492987" cy="461665"/>
          </a:xfrm>
          <a:prstGeom prst="rect">
            <a:avLst/>
          </a:prstGeom>
          <a:noFill/>
          <a:ln>
            <a:noFill/>
          </a:ln>
        </p:spPr>
        <p:txBody>
          <a:bodyPr wrap="square" rtlCol="0">
            <a:spAutoFit/>
          </a:bodyPr>
          <a:lstStyle/>
          <a:p>
            <a:pPr fontAlgn="auto">
              <a:spcBef>
                <a:spcPts val="0"/>
              </a:spcBef>
              <a:spcAft>
                <a:spcPts val="0"/>
              </a:spcAft>
            </a:pPr>
            <a:r>
              <a:rPr lang="en-US" sz="2400" b="1" dirty="0" smtClean="0">
                <a:solidFill>
                  <a:prstClr val="white"/>
                </a:solidFill>
                <a:latin typeface="Calibri" panose="020F0502020204030204"/>
                <a:cs typeface="+mn-cs"/>
              </a:rPr>
              <a:t>05</a:t>
            </a:r>
          </a:p>
        </p:txBody>
      </p:sp>
      <p:sp>
        <p:nvSpPr>
          <p:cNvPr id="111" name="TextBox 110"/>
          <p:cNvSpPr txBox="1"/>
          <p:nvPr/>
        </p:nvSpPr>
        <p:spPr>
          <a:xfrm>
            <a:off x="7114336" y="155104"/>
            <a:ext cx="4950488" cy="1384995"/>
          </a:xfrm>
          <a:prstGeom prst="rect">
            <a:avLst/>
          </a:prstGeom>
          <a:noFill/>
          <a:ln>
            <a:noFill/>
          </a:ln>
        </p:spPr>
        <p:txBody>
          <a:bodyPr wrap="square" rtlCol="0">
            <a:spAutoFit/>
          </a:bodyPr>
          <a:lstStyle/>
          <a:p>
            <a:pPr algn="ctr" rtl="1" fontAlgn="auto">
              <a:spcBef>
                <a:spcPts val="0"/>
              </a:spcBef>
              <a:spcAft>
                <a:spcPts val="0"/>
              </a:spcAft>
            </a:pPr>
            <a:r>
              <a:rPr lang="ar-JO" sz="2800" b="1" u="sng" dirty="0" smtClean="0"/>
              <a:t>وهناك خمسة أساسيات استشفت من أول حرف من </a:t>
            </a:r>
            <a:r>
              <a:rPr lang="en-US" sz="2800" b="1" u="sng" dirty="0" smtClean="0"/>
              <a:t>SMAER</a:t>
            </a:r>
            <a:r>
              <a:rPr lang="ar-JO" sz="2800" b="1" u="sng" dirty="0" smtClean="0"/>
              <a:t> يجب أن يؤخذ بها عند وضع الأهداف، وهي كالآتي:</a:t>
            </a:r>
            <a:endParaRPr lang="en-US" sz="2800" b="1" u="sng" dirty="0" smtClean="0">
              <a:solidFill>
                <a:srgbClr val="E32D91"/>
              </a:solidFill>
              <a:latin typeface="Calibri" panose="020F0502020204030204"/>
              <a:cs typeface="+mn-cs"/>
            </a:endParaRPr>
          </a:p>
        </p:txBody>
      </p:sp>
      <p:sp>
        <p:nvSpPr>
          <p:cNvPr id="2" name="Footer Placeholder 1"/>
          <p:cNvSpPr>
            <a:spLocks noGrp="1"/>
          </p:cNvSpPr>
          <p:nvPr>
            <p:ph type="ftr" sz="quarter" idx="11"/>
          </p:nvPr>
        </p:nvSpPr>
        <p:spPr/>
        <p:txBody>
          <a:bodyPr/>
          <a:lstStyle/>
          <a:p>
            <a:pPr fontAlgn="auto">
              <a:spcBef>
                <a:spcPts val="0"/>
              </a:spcBef>
              <a:spcAft>
                <a:spcPts val="0"/>
              </a:spcAft>
            </a:pPr>
            <a:r>
              <a:rPr lang="ar-SA" smtClean="0">
                <a:solidFill>
                  <a:srgbClr val="5C5C5C"/>
                </a:solidFill>
                <a:latin typeface="Calibri" panose="020F0502020204030204"/>
                <a:cs typeface="+mn-cs"/>
              </a:rPr>
              <a:t>موسوعة تكنولوجيا التعليم</a:t>
            </a:r>
            <a:endParaRPr lang="id-ID">
              <a:solidFill>
                <a:srgbClr val="5C5C5C"/>
              </a:solidFill>
              <a:latin typeface="Calibri" panose="020F0502020204030204"/>
              <a:cs typeface="+mn-cs"/>
            </a:endParaRPr>
          </a:p>
        </p:txBody>
      </p:sp>
    </p:spTree>
    <p:extLst>
      <p:ext uri="{BB962C8B-B14F-4D97-AF65-F5344CB8AC3E}">
        <p14:creationId xmlns:p14="http://schemas.microsoft.com/office/powerpoint/2010/main" val="11671777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fade">
                                      <p:cBhvr>
                                        <p:cTn id="7" dur="500"/>
                                        <p:tgtEl>
                                          <p:spTgt spid="1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95"/>
                                        </p:tgtEl>
                                        <p:attrNameLst>
                                          <p:attrName>style.visibility</p:attrName>
                                        </p:attrNameLst>
                                      </p:cBhvr>
                                      <p:to>
                                        <p:strVal val="visible"/>
                                      </p:to>
                                    </p:set>
                                    <p:animEffect transition="in" filter="fade">
                                      <p:cBhvr>
                                        <p:cTn id="11" dur="500"/>
                                        <p:tgtEl>
                                          <p:spTgt spid="3095"/>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89"/>
                                        </p:tgtEl>
                                        <p:attrNameLst>
                                          <p:attrName>style.visibility</p:attrName>
                                        </p:attrNameLst>
                                      </p:cBhvr>
                                      <p:to>
                                        <p:strVal val="visible"/>
                                      </p:to>
                                    </p:set>
                                    <p:animEffect transition="in" filter="fade">
                                      <p:cBhvr>
                                        <p:cTn id="14" dur="500"/>
                                        <p:tgtEl>
                                          <p:spTgt spid="8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90"/>
                                        </p:tgtEl>
                                        <p:attrNameLst>
                                          <p:attrName>style.visibility</p:attrName>
                                        </p:attrNameLst>
                                      </p:cBhvr>
                                      <p:to>
                                        <p:strVal val="visible"/>
                                      </p:to>
                                    </p:set>
                                    <p:animEffect transition="in" filter="fade">
                                      <p:cBhvr>
                                        <p:cTn id="17" dur="500"/>
                                        <p:tgtEl>
                                          <p:spTgt spid="9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1"/>
                                        </p:tgtEl>
                                        <p:attrNameLst>
                                          <p:attrName>style.visibility</p:attrName>
                                        </p:attrNameLst>
                                      </p:cBhvr>
                                      <p:to>
                                        <p:strVal val="visible"/>
                                      </p:to>
                                    </p:set>
                                    <p:animEffect transition="in" filter="fade">
                                      <p:cBhvr>
                                        <p:cTn id="20" dur="500"/>
                                        <p:tgtEl>
                                          <p:spTgt spid="9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92"/>
                                        </p:tgtEl>
                                        <p:attrNameLst>
                                          <p:attrName>style.visibility</p:attrName>
                                        </p:attrNameLst>
                                      </p:cBhvr>
                                      <p:to>
                                        <p:strVal val="visible"/>
                                      </p:to>
                                    </p:set>
                                    <p:animEffect transition="in" filter="fade">
                                      <p:cBhvr>
                                        <p:cTn id="27" dur="500"/>
                                        <p:tgtEl>
                                          <p:spTgt spid="9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3"/>
                                        </p:tgtEl>
                                        <p:attrNameLst>
                                          <p:attrName>style.visibility</p:attrName>
                                        </p:attrNameLst>
                                      </p:cBhvr>
                                      <p:to>
                                        <p:strVal val="visible"/>
                                      </p:to>
                                    </p:set>
                                    <p:animEffect transition="in" filter="fade">
                                      <p:cBhvr>
                                        <p:cTn id="30" dur="500"/>
                                        <p:tgtEl>
                                          <p:spTgt spid="9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animEffect transition="in" filter="fade">
                                      <p:cBhvr>
                                        <p:cTn id="33" dur="500"/>
                                        <p:tgtEl>
                                          <p:spTgt spid="94"/>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73"/>
                                        </p:tgtEl>
                                        <p:attrNameLst>
                                          <p:attrName>style.visibility</p:attrName>
                                        </p:attrNameLst>
                                      </p:cBhvr>
                                      <p:to>
                                        <p:strVal val="visible"/>
                                      </p:to>
                                    </p:set>
                                    <p:animEffect transition="in" filter="fade">
                                      <p:cBhvr>
                                        <p:cTn id="36" dur="500"/>
                                        <p:tgtEl>
                                          <p:spTgt spid="7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96"/>
                                        </p:tgtEl>
                                        <p:attrNameLst>
                                          <p:attrName>style.visibility</p:attrName>
                                        </p:attrNameLst>
                                      </p:cBhvr>
                                      <p:to>
                                        <p:strVal val="visible"/>
                                      </p:to>
                                    </p:set>
                                    <p:animEffect transition="in" filter="fade">
                                      <p:cBhvr>
                                        <p:cTn id="39" dur="500"/>
                                        <p:tgtEl>
                                          <p:spTgt spid="3096"/>
                                        </p:tgtEl>
                                      </p:cBhvr>
                                    </p:animEffect>
                                  </p:childTnLst>
                                </p:cTn>
                              </p:par>
                            </p:childTnLst>
                          </p:cTn>
                        </p:par>
                        <p:par>
                          <p:cTn id="40" fill="hold">
                            <p:stCondLst>
                              <p:cond delay="1500"/>
                            </p:stCondLst>
                            <p:childTnLst>
                              <p:par>
                                <p:cTn id="41" presetID="10" presetClass="entr" presetSubtype="0" fill="hold" grpId="0" nodeType="afterEffect">
                                  <p:stCondLst>
                                    <p:cond delay="0"/>
                                  </p:stCondLst>
                                  <p:childTnLst>
                                    <p:set>
                                      <p:cBhvr>
                                        <p:cTn id="42" dur="1" fill="hold">
                                          <p:stCondLst>
                                            <p:cond delay="0"/>
                                          </p:stCondLst>
                                        </p:cTn>
                                        <p:tgtEl>
                                          <p:spTgt spid="95"/>
                                        </p:tgtEl>
                                        <p:attrNameLst>
                                          <p:attrName>style.visibility</p:attrName>
                                        </p:attrNameLst>
                                      </p:cBhvr>
                                      <p:to>
                                        <p:strVal val="visible"/>
                                      </p:to>
                                    </p:set>
                                    <p:animEffect transition="in" filter="fade">
                                      <p:cBhvr>
                                        <p:cTn id="43" dur="500"/>
                                        <p:tgtEl>
                                          <p:spTgt spid="9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96"/>
                                        </p:tgtEl>
                                        <p:attrNameLst>
                                          <p:attrName>style.visibility</p:attrName>
                                        </p:attrNameLst>
                                      </p:cBhvr>
                                      <p:to>
                                        <p:strVal val="visible"/>
                                      </p:to>
                                    </p:set>
                                    <p:animEffect transition="in" filter="fade">
                                      <p:cBhvr>
                                        <p:cTn id="46" dur="500"/>
                                        <p:tgtEl>
                                          <p:spTgt spid="9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fade">
                                      <p:cBhvr>
                                        <p:cTn id="49" dur="500"/>
                                        <p:tgtEl>
                                          <p:spTgt spid="9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500"/>
                                        <p:tgtEl>
                                          <p:spTgt spid="8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097"/>
                                        </p:tgtEl>
                                        <p:attrNameLst>
                                          <p:attrName>style.visibility</p:attrName>
                                        </p:attrNameLst>
                                      </p:cBhvr>
                                      <p:to>
                                        <p:strVal val="visible"/>
                                      </p:to>
                                    </p:set>
                                    <p:animEffect transition="in" filter="fade">
                                      <p:cBhvr>
                                        <p:cTn id="55" dur="500"/>
                                        <p:tgtEl>
                                          <p:spTgt spid="3097"/>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98"/>
                                        </p:tgtEl>
                                        <p:attrNameLst>
                                          <p:attrName>style.visibility</p:attrName>
                                        </p:attrNameLst>
                                      </p:cBhvr>
                                      <p:to>
                                        <p:strVal val="visible"/>
                                      </p:to>
                                    </p:set>
                                    <p:animEffect transition="in" filter="fade">
                                      <p:cBhvr>
                                        <p:cTn id="59" dur="500"/>
                                        <p:tgtEl>
                                          <p:spTgt spid="9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99"/>
                                        </p:tgtEl>
                                        <p:attrNameLst>
                                          <p:attrName>style.visibility</p:attrName>
                                        </p:attrNameLst>
                                      </p:cBhvr>
                                      <p:to>
                                        <p:strVal val="visible"/>
                                      </p:to>
                                    </p:set>
                                    <p:animEffect transition="in" filter="fade">
                                      <p:cBhvr>
                                        <p:cTn id="62" dur="500"/>
                                        <p:tgtEl>
                                          <p:spTgt spid="99"/>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00"/>
                                        </p:tgtEl>
                                        <p:attrNameLst>
                                          <p:attrName>style.visibility</p:attrName>
                                        </p:attrNameLst>
                                      </p:cBhvr>
                                      <p:to>
                                        <p:strVal val="visible"/>
                                      </p:to>
                                    </p:set>
                                    <p:animEffect transition="in" filter="fade">
                                      <p:cBhvr>
                                        <p:cTn id="65" dur="500"/>
                                        <p:tgtEl>
                                          <p:spTgt spid="100"/>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85"/>
                                        </p:tgtEl>
                                        <p:attrNameLst>
                                          <p:attrName>style.visibility</p:attrName>
                                        </p:attrNameLst>
                                      </p:cBhvr>
                                      <p:to>
                                        <p:strVal val="visible"/>
                                      </p:to>
                                    </p:set>
                                    <p:animEffect transition="in" filter="fade">
                                      <p:cBhvr>
                                        <p:cTn id="68" dur="500"/>
                                        <p:tgtEl>
                                          <p:spTgt spid="85"/>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098"/>
                                        </p:tgtEl>
                                        <p:attrNameLst>
                                          <p:attrName>style.visibility</p:attrName>
                                        </p:attrNameLst>
                                      </p:cBhvr>
                                      <p:to>
                                        <p:strVal val="visible"/>
                                      </p:to>
                                    </p:set>
                                    <p:animEffect transition="in" filter="fade">
                                      <p:cBhvr>
                                        <p:cTn id="71" dur="500"/>
                                        <p:tgtEl>
                                          <p:spTgt spid="3098"/>
                                        </p:tgtEl>
                                      </p:cBhvr>
                                    </p:animEffect>
                                  </p:childTnLst>
                                </p:cTn>
                              </p:par>
                            </p:childTnLst>
                          </p:cTn>
                        </p:par>
                        <p:par>
                          <p:cTn id="72" fill="hold">
                            <p:stCondLst>
                              <p:cond delay="2500"/>
                            </p:stCondLst>
                            <p:childTnLst>
                              <p:par>
                                <p:cTn id="73" presetID="10" presetClass="entr" presetSubtype="0" fill="hold" grpId="0" nodeType="afterEffect">
                                  <p:stCondLst>
                                    <p:cond delay="0"/>
                                  </p:stCondLst>
                                  <p:childTnLst>
                                    <p:set>
                                      <p:cBhvr>
                                        <p:cTn id="74" dur="1" fill="hold">
                                          <p:stCondLst>
                                            <p:cond delay="0"/>
                                          </p:stCondLst>
                                        </p:cTn>
                                        <p:tgtEl>
                                          <p:spTgt spid="101"/>
                                        </p:tgtEl>
                                        <p:attrNameLst>
                                          <p:attrName>style.visibility</p:attrName>
                                        </p:attrNameLst>
                                      </p:cBhvr>
                                      <p:to>
                                        <p:strVal val="visible"/>
                                      </p:to>
                                    </p:set>
                                    <p:animEffect transition="in" filter="fade">
                                      <p:cBhvr>
                                        <p:cTn id="75" dur="500"/>
                                        <p:tgtEl>
                                          <p:spTgt spid="10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02"/>
                                        </p:tgtEl>
                                        <p:attrNameLst>
                                          <p:attrName>style.visibility</p:attrName>
                                        </p:attrNameLst>
                                      </p:cBhvr>
                                      <p:to>
                                        <p:strVal val="visible"/>
                                      </p:to>
                                    </p:set>
                                    <p:animEffect transition="in" filter="fade">
                                      <p:cBhvr>
                                        <p:cTn id="78" dur="500"/>
                                        <p:tgtEl>
                                          <p:spTgt spid="10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03"/>
                                        </p:tgtEl>
                                        <p:attrNameLst>
                                          <p:attrName>style.visibility</p:attrName>
                                        </p:attrNameLst>
                                      </p:cBhvr>
                                      <p:to>
                                        <p:strVal val="visible"/>
                                      </p:to>
                                    </p:set>
                                    <p:animEffect transition="in" filter="fade">
                                      <p:cBhvr>
                                        <p:cTn id="81" dur="500"/>
                                        <p:tgtEl>
                                          <p:spTgt spid="10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06"/>
                                        </p:tgtEl>
                                        <p:attrNameLst>
                                          <p:attrName>style.visibility</p:attrName>
                                        </p:attrNameLst>
                                      </p:cBhvr>
                                      <p:to>
                                        <p:strVal val="visible"/>
                                      </p:to>
                                    </p:set>
                                    <p:animEffect transition="in" filter="fade">
                                      <p:cBhvr>
                                        <p:cTn id="84" dur="500"/>
                                        <p:tgtEl>
                                          <p:spTgt spid="106"/>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100"/>
                                        </p:tgtEl>
                                        <p:attrNameLst>
                                          <p:attrName>style.visibility</p:attrName>
                                        </p:attrNameLst>
                                      </p:cBhvr>
                                      <p:to>
                                        <p:strVal val="visible"/>
                                      </p:to>
                                    </p:set>
                                    <p:animEffect transition="in" filter="fade">
                                      <p:cBhvr>
                                        <p:cTn id="87" dur="500"/>
                                        <p:tgtEl>
                                          <p:spTgt spid="3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95" grpId="0" animBg="1"/>
      <p:bldP spid="3096" grpId="0" animBg="1"/>
      <p:bldP spid="3097" grpId="0" animBg="1"/>
      <p:bldP spid="3098" grpId="0" animBg="1"/>
      <p:bldP spid="3100" grpId="0" animBg="1"/>
      <p:bldP spid="73" grpId="0" animBg="1"/>
      <p:bldP spid="77" grpId="0" animBg="1"/>
      <p:bldP spid="81" grpId="0" animBg="1"/>
      <p:bldP spid="85" grpId="0" animBg="1"/>
      <p:bldP spid="106" grpId="0" animBg="1"/>
      <p:bldP spid="89" grpId="0"/>
      <p:bldP spid="90" grpId="0"/>
      <p:bldP spid="91" grpId="0"/>
      <p:bldP spid="92" grpId="0"/>
      <p:bldP spid="93" grpId="0"/>
      <p:bldP spid="94" grpId="0"/>
      <p:bldP spid="95" grpId="0"/>
      <p:bldP spid="96" grpId="0"/>
      <p:bldP spid="97" grpId="0"/>
      <p:bldP spid="98" grpId="0"/>
      <p:bldP spid="99" grpId="0"/>
      <p:bldP spid="100" grpId="0"/>
      <p:bldP spid="101" grpId="0"/>
      <p:bldP spid="102" grpId="0"/>
      <p:bldP spid="103" grpId="0"/>
      <p:bldP spid="111"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6146799" y="-2499"/>
            <a:ext cx="0" cy="6847799"/>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79191" y="130274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317086" y="901663"/>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p:nvSpPr>
        <p:spPr>
          <a:xfrm>
            <a:off x="6070597" y="1227368"/>
            <a:ext cx="150756" cy="150756"/>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4" name="Straight Connector 33"/>
          <p:cNvCxnSpPr/>
          <p:nvPr/>
        </p:nvCxnSpPr>
        <p:spPr>
          <a:xfrm>
            <a:off x="6278352" y="2683369"/>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160389" y="2282286"/>
            <a:ext cx="802166" cy="802166"/>
          </a:xfrm>
          <a:prstGeom prst="teardrop">
            <a:avLst/>
          </a:prstGeom>
          <a:noFill/>
          <a:ln w="57150">
            <a:solidFill>
              <a:srgbClr val="FF86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Oval 35"/>
          <p:cNvSpPr/>
          <p:nvPr/>
        </p:nvSpPr>
        <p:spPr>
          <a:xfrm>
            <a:off x="6070598" y="2607991"/>
            <a:ext cx="150756" cy="150756"/>
          </a:xfrm>
          <a:prstGeom prst="ellipse">
            <a:avLst/>
          </a:prstGeom>
          <a:solidFill>
            <a:srgbClr val="FF86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9" name="Straight Connector 48"/>
          <p:cNvCxnSpPr/>
          <p:nvPr/>
        </p:nvCxnSpPr>
        <p:spPr>
          <a:xfrm>
            <a:off x="5379191" y="390710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317086" y="3506021"/>
            <a:ext cx="802166" cy="802166"/>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Oval 50"/>
          <p:cNvSpPr/>
          <p:nvPr/>
        </p:nvSpPr>
        <p:spPr>
          <a:xfrm>
            <a:off x="6070597" y="3831726"/>
            <a:ext cx="150756" cy="150756"/>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52" name="Straight Connector 51"/>
          <p:cNvCxnSpPr/>
          <p:nvPr/>
        </p:nvCxnSpPr>
        <p:spPr>
          <a:xfrm>
            <a:off x="6278351" y="521028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Teardrop 52"/>
          <p:cNvSpPr/>
          <p:nvPr/>
        </p:nvSpPr>
        <p:spPr>
          <a:xfrm rot="13500000">
            <a:off x="7160388" y="4809201"/>
            <a:ext cx="802166" cy="802166"/>
          </a:xfrm>
          <a:prstGeom prst="teardrop">
            <a:avLst/>
          </a:prstGeom>
          <a:noFill/>
          <a:ln w="57150">
            <a:solidFill>
              <a:srgbClr val="0126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Oval 53"/>
          <p:cNvSpPr/>
          <p:nvPr/>
        </p:nvSpPr>
        <p:spPr>
          <a:xfrm>
            <a:off x="6070597" y="5134906"/>
            <a:ext cx="150756" cy="150756"/>
          </a:xfrm>
          <a:prstGeom prst="ellipse">
            <a:avLst/>
          </a:prstGeom>
          <a:solidFill>
            <a:srgbClr val="01264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TextBox 18"/>
          <p:cNvSpPr txBox="1"/>
          <p:nvPr/>
        </p:nvSpPr>
        <p:spPr>
          <a:xfrm>
            <a:off x="4381992" y="1090963"/>
            <a:ext cx="672353" cy="461665"/>
          </a:xfrm>
          <a:prstGeom prst="rect">
            <a:avLst/>
          </a:prstGeom>
          <a:noFill/>
        </p:spPr>
        <p:txBody>
          <a:bodyPr wrap="square" rtlCol="0">
            <a:spAutoFit/>
          </a:bodyPr>
          <a:lstStyle/>
          <a:p>
            <a:pPr algn="ctr" fontAlgn="auto">
              <a:spcBef>
                <a:spcPts val="0"/>
              </a:spcBef>
              <a:spcAft>
                <a:spcPts val="0"/>
              </a:spcAft>
            </a:pPr>
            <a:r>
              <a:rPr lang="en-US" sz="2400" dirty="0" smtClean="0">
                <a:solidFill>
                  <a:srgbClr val="0087B1"/>
                </a:solidFill>
                <a:latin typeface="FontAwesome" pitchFamily="2" charset="0"/>
                <a:cs typeface="+mn-cs"/>
              </a:rPr>
              <a:t></a:t>
            </a:r>
            <a:endParaRPr lang="ru-RU" sz="2400" dirty="0">
              <a:solidFill>
                <a:srgbClr val="0087B1"/>
              </a:solidFill>
              <a:latin typeface="Calibri" panose="020F0502020204030204"/>
              <a:cs typeface="+mn-cs"/>
            </a:endParaRPr>
          </a:p>
        </p:txBody>
      </p:sp>
      <p:sp>
        <p:nvSpPr>
          <p:cNvPr id="55" name="TextBox 54"/>
          <p:cNvSpPr txBox="1"/>
          <p:nvPr/>
        </p:nvSpPr>
        <p:spPr>
          <a:xfrm>
            <a:off x="7225294" y="2458886"/>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FF8601"/>
                </a:solidFill>
                <a:latin typeface="FontAwesome" pitchFamily="2" charset="0"/>
                <a:cs typeface="+mn-cs"/>
              </a:rPr>
              <a:t></a:t>
            </a:r>
            <a:endParaRPr lang="ru-RU" sz="2400" dirty="0">
              <a:solidFill>
                <a:srgbClr val="FF8601"/>
              </a:solidFill>
              <a:latin typeface="Calibri" panose="020F0502020204030204"/>
              <a:cs typeface="+mn-cs"/>
            </a:endParaRPr>
          </a:p>
        </p:txBody>
      </p:sp>
      <p:sp>
        <p:nvSpPr>
          <p:cNvPr id="56" name="TextBox 55"/>
          <p:cNvSpPr txBox="1"/>
          <p:nvPr/>
        </p:nvSpPr>
        <p:spPr>
          <a:xfrm>
            <a:off x="4372706" y="369532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A1BB22"/>
                </a:solidFill>
                <a:latin typeface="FontAwesome" pitchFamily="2" charset="0"/>
                <a:cs typeface="+mn-cs"/>
              </a:rPr>
              <a:t></a:t>
            </a:r>
            <a:endParaRPr lang="ru-RU" sz="2400" dirty="0">
              <a:solidFill>
                <a:srgbClr val="A1BB22"/>
              </a:solidFill>
              <a:latin typeface="Calibri" panose="020F0502020204030204"/>
              <a:cs typeface="+mn-cs"/>
            </a:endParaRPr>
          </a:p>
        </p:txBody>
      </p:sp>
      <p:sp>
        <p:nvSpPr>
          <p:cNvPr id="57" name="TextBox 56"/>
          <p:cNvSpPr txBox="1"/>
          <p:nvPr/>
        </p:nvSpPr>
        <p:spPr>
          <a:xfrm>
            <a:off x="7225293" y="497945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012641"/>
                </a:solidFill>
                <a:latin typeface="FontAwesome" pitchFamily="2" charset="0"/>
                <a:cs typeface="+mn-cs"/>
              </a:rPr>
              <a:t></a:t>
            </a:r>
            <a:endParaRPr lang="ru-RU" sz="2400" dirty="0">
              <a:solidFill>
                <a:srgbClr val="012641"/>
              </a:solidFill>
              <a:latin typeface="Calibri" panose="020F0502020204030204"/>
              <a:cs typeface="+mn-cs"/>
            </a:endParaRPr>
          </a:p>
        </p:txBody>
      </p:sp>
      <p:sp>
        <p:nvSpPr>
          <p:cNvPr id="20" name="TextBox 19"/>
          <p:cNvSpPr txBox="1"/>
          <p:nvPr/>
        </p:nvSpPr>
        <p:spPr>
          <a:xfrm>
            <a:off x="6352887" y="73552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2</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8" name="TextBox 57"/>
          <p:cNvSpPr txBox="1"/>
          <p:nvPr/>
        </p:nvSpPr>
        <p:spPr>
          <a:xfrm>
            <a:off x="5388898" y="2097094"/>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3</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9" name="TextBox 58"/>
          <p:cNvSpPr txBox="1"/>
          <p:nvPr/>
        </p:nvSpPr>
        <p:spPr>
          <a:xfrm>
            <a:off x="6348108" y="337745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4</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0" name="TextBox 59"/>
          <p:cNvSpPr txBox="1"/>
          <p:nvPr/>
        </p:nvSpPr>
        <p:spPr>
          <a:xfrm>
            <a:off x="5385893" y="4701451"/>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5</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1" name="TextBox 60"/>
          <p:cNvSpPr txBox="1"/>
          <p:nvPr/>
        </p:nvSpPr>
        <p:spPr>
          <a:xfrm>
            <a:off x="6907848" y="907073"/>
            <a:ext cx="5013857" cy="523220"/>
          </a:xfrm>
          <a:prstGeom prst="rect">
            <a:avLst/>
          </a:prstGeom>
          <a:noFill/>
        </p:spPr>
        <p:txBody>
          <a:bodyPr wrap="square" rtlCol="0">
            <a:spAutoFit/>
          </a:bodyPr>
          <a:lstStyle/>
          <a:p>
            <a:pPr fontAlgn="auto">
              <a:spcBef>
                <a:spcPts val="0"/>
              </a:spcBef>
              <a:spcAft>
                <a:spcPts val="0"/>
              </a:spcAft>
            </a:pPr>
            <a:r>
              <a:rPr lang="ar-SA" sz="2800" b="1" dirty="0" smtClean="0"/>
              <a:t>نموذج التلمذة أو التدريب المعرفي </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3" name="TextBox 62"/>
          <p:cNvSpPr txBox="1"/>
          <p:nvPr/>
        </p:nvSpPr>
        <p:spPr>
          <a:xfrm>
            <a:off x="0" y="2206315"/>
            <a:ext cx="5071106" cy="954107"/>
          </a:xfrm>
          <a:prstGeom prst="rect">
            <a:avLst/>
          </a:prstGeom>
          <a:noFill/>
        </p:spPr>
        <p:txBody>
          <a:bodyPr wrap="square" rtlCol="0">
            <a:spAutoFit/>
          </a:bodyPr>
          <a:lstStyle/>
          <a:p>
            <a:pPr algn="r" rtl="1" fontAlgn="auto">
              <a:spcBef>
                <a:spcPts val="0"/>
              </a:spcBef>
              <a:spcAft>
                <a:spcPts val="0"/>
              </a:spcAft>
            </a:pPr>
            <a:r>
              <a:rPr lang="ar-SA" sz="2800" b="1" dirty="0" smtClean="0"/>
              <a:t>نموذج شروط التعلم لروبرت غانج </a:t>
            </a:r>
            <a:r>
              <a:rPr lang="en-US" sz="2800" b="1" dirty="0" smtClean="0"/>
              <a:t>Robert </a:t>
            </a:r>
            <a:r>
              <a:rPr lang="en-US" sz="2800" b="1" dirty="0" err="1" smtClean="0"/>
              <a:t>Gagn</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5" name="TextBox 64"/>
          <p:cNvSpPr txBox="1"/>
          <p:nvPr/>
        </p:nvSpPr>
        <p:spPr>
          <a:xfrm>
            <a:off x="7225294" y="3510104"/>
            <a:ext cx="3848100" cy="523220"/>
          </a:xfrm>
          <a:prstGeom prst="rect">
            <a:avLst/>
          </a:prstGeom>
          <a:noFill/>
        </p:spPr>
        <p:txBody>
          <a:bodyPr wrap="square" rtlCol="0">
            <a:spAutoFit/>
          </a:bodyPr>
          <a:lstStyle/>
          <a:p>
            <a:pPr fontAlgn="auto">
              <a:spcBef>
                <a:spcPts val="0"/>
              </a:spcBef>
              <a:spcAft>
                <a:spcPts val="0"/>
              </a:spcAft>
            </a:pPr>
            <a:r>
              <a:rPr lang="ar-SA" sz="2800" b="1" dirty="0" smtClean="0"/>
              <a:t>نظرية الذكاءات المتعدد</a:t>
            </a:r>
            <a:r>
              <a:rPr lang="ar-JO" sz="2800" b="1" dirty="0" smtClean="0"/>
              <a:t>ة</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7" name="TextBox 66"/>
          <p:cNvSpPr txBox="1"/>
          <p:nvPr/>
        </p:nvSpPr>
        <p:spPr>
          <a:xfrm>
            <a:off x="1223006" y="4873296"/>
            <a:ext cx="3848100" cy="523220"/>
          </a:xfrm>
          <a:prstGeom prst="rect">
            <a:avLst/>
          </a:prstGeom>
          <a:noFill/>
        </p:spPr>
        <p:txBody>
          <a:bodyPr wrap="square" rtlCol="0">
            <a:spAutoFit/>
          </a:bodyPr>
          <a:lstStyle/>
          <a:p>
            <a:pPr algn="r" rtl="1" fontAlgn="auto">
              <a:spcBef>
                <a:spcPts val="0"/>
              </a:spcBef>
              <a:spcAft>
                <a:spcPts val="0"/>
              </a:spcAft>
            </a:pPr>
            <a:r>
              <a:rPr lang="ar-SA" sz="2800" b="1" dirty="0" smtClean="0"/>
              <a:t>نموذج</a:t>
            </a:r>
            <a:r>
              <a:rPr lang="ar-JO" sz="2800" b="1" dirty="0" smtClean="0"/>
              <a:t> دان دان </a:t>
            </a:r>
            <a:r>
              <a:rPr lang="en-US" sz="2800" b="1" dirty="0" smtClean="0"/>
              <a:t>VAK </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2961351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3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par>
                                <p:cTn id="37" presetID="22" presetClass="entr" presetSubtype="8" fill="hold" nodeType="withEffect">
                                  <p:stCondLst>
                                    <p:cond delay="1000"/>
                                  </p:stCondLst>
                                  <p:childTnLst>
                                    <p:set>
                                      <p:cBhvr>
                                        <p:cTn id="38" dur="1" fill="hold">
                                          <p:stCondLst>
                                            <p:cond delay="0"/>
                                          </p:stCondLst>
                                        </p:cTn>
                                        <p:tgtEl>
                                          <p:spTgt spid="34"/>
                                        </p:tgtEl>
                                        <p:attrNameLst>
                                          <p:attrName>style.visibility</p:attrName>
                                        </p:attrNameLst>
                                      </p:cBhvr>
                                      <p:to>
                                        <p:strVal val="visible"/>
                                      </p:to>
                                    </p:set>
                                    <p:animEffect transition="in" filter="wipe(left)">
                                      <p:cBhvr>
                                        <p:cTn id="39" dur="500"/>
                                        <p:tgtEl>
                                          <p:spTgt spid="34"/>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35"/>
                                        </p:tgtEl>
                                        <p:attrNameLst>
                                          <p:attrName>style.visibility</p:attrName>
                                        </p:attrNameLst>
                                      </p:cBhvr>
                                      <p:to>
                                        <p:strVal val="visible"/>
                                      </p:to>
                                    </p:set>
                                    <p:anim calcmode="lin" valueType="num">
                                      <p:cBhvr>
                                        <p:cTn id="42" dur="500" fill="hold"/>
                                        <p:tgtEl>
                                          <p:spTgt spid="35"/>
                                        </p:tgtEl>
                                        <p:attrNameLst>
                                          <p:attrName>ppt_w</p:attrName>
                                        </p:attrNameLst>
                                      </p:cBhvr>
                                      <p:tavLst>
                                        <p:tav tm="0">
                                          <p:val>
                                            <p:fltVal val="0"/>
                                          </p:val>
                                        </p:tav>
                                        <p:tav tm="100000">
                                          <p:val>
                                            <p:strVal val="#ppt_w"/>
                                          </p:val>
                                        </p:tav>
                                      </p:tavLst>
                                    </p:anim>
                                    <p:anim calcmode="lin" valueType="num">
                                      <p:cBhvr>
                                        <p:cTn id="43" dur="500" fill="hold"/>
                                        <p:tgtEl>
                                          <p:spTgt spid="35"/>
                                        </p:tgtEl>
                                        <p:attrNameLst>
                                          <p:attrName>ppt_h</p:attrName>
                                        </p:attrNameLst>
                                      </p:cBhvr>
                                      <p:tavLst>
                                        <p:tav tm="0">
                                          <p:val>
                                            <p:fltVal val="0"/>
                                          </p:val>
                                        </p:tav>
                                        <p:tav tm="100000">
                                          <p:val>
                                            <p:strVal val="#ppt_h"/>
                                          </p:val>
                                        </p:tav>
                                      </p:tavLst>
                                    </p:anim>
                                    <p:animEffect transition="in" filter="fade">
                                      <p:cBhvr>
                                        <p:cTn id="44" dur="500"/>
                                        <p:tgtEl>
                                          <p:spTgt spid="35"/>
                                        </p:tgtEl>
                                      </p:cBhvr>
                                    </p:animEffect>
                                  </p:childTnLst>
                                </p:cTn>
                              </p:par>
                              <p:par>
                                <p:cTn id="45" presetID="53" presetClass="entr" presetSubtype="16" fill="hold" grpId="0" nodeType="withEffect">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Effect transition="in" filter="fade">
                                      <p:cBhvr>
                                        <p:cTn id="49" dur="500"/>
                                        <p:tgtEl>
                                          <p:spTgt spid="5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500"/>
                                        <p:tgtEl>
                                          <p:spTgt spid="63"/>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Effect transition="in" filter="fade">
                                      <p:cBhvr>
                                        <p:cTn id="60" dur="500"/>
                                        <p:tgtEl>
                                          <p:spTgt spid="51"/>
                                        </p:tgtEl>
                                      </p:cBhvr>
                                    </p:animEffect>
                                  </p:childTnLst>
                                </p:cTn>
                              </p:par>
                              <p:par>
                                <p:cTn id="61" presetID="22" presetClass="entr" presetSubtype="2" fill="hold" nodeType="withEffect">
                                  <p:stCondLst>
                                    <p:cond delay="1500"/>
                                  </p:stCondLst>
                                  <p:childTnLst>
                                    <p:set>
                                      <p:cBhvr>
                                        <p:cTn id="62" dur="1" fill="hold">
                                          <p:stCondLst>
                                            <p:cond delay="0"/>
                                          </p:stCondLst>
                                        </p:cTn>
                                        <p:tgtEl>
                                          <p:spTgt spid="49"/>
                                        </p:tgtEl>
                                        <p:attrNameLst>
                                          <p:attrName>style.visibility</p:attrName>
                                        </p:attrNameLst>
                                      </p:cBhvr>
                                      <p:to>
                                        <p:strVal val="visible"/>
                                      </p:to>
                                    </p:set>
                                    <p:animEffect transition="in" filter="wipe(right)">
                                      <p:cBhvr>
                                        <p:cTn id="63" dur="500"/>
                                        <p:tgtEl>
                                          <p:spTgt spid="49"/>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50"/>
                                        </p:tgtEl>
                                        <p:attrNameLst>
                                          <p:attrName>style.visibility</p:attrName>
                                        </p:attrNameLst>
                                      </p:cBhvr>
                                      <p:to>
                                        <p:strVal val="visible"/>
                                      </p:to>
                                    </p:set>
                                    <p:anim calcmode="lin" valueType="num">
                                      <p:cBhvr>
                                        <p:cTn id="66" dur="500" fill="hold"/>
                                        <p:tgtEl>
                                          <p:spTgt spid="50"/>
                                        </p:tgtEl>
                                        <p:attrNameLst>
                                          <p:attrName>ppt_w</p:attrName>
                                        </p:attrNameLst>
                                      </p:cBhvr>
                                      <p:tavLst>
                                        <p:tav tm="0">
                                          <p:val>
                                            <p:fltVal val="0"/>
                                          </p:val>
                                        </p:tav>
                                        <p:tav tm="100000">
                                          <p:val>
                                            <p:strVal val="#ppt_w"/>
                                          </p:val>
                                        </p:tav>
                                      </p:tavLst>
                                    </p:anim>
                                    <p:anim calcmode="lin" valueType="num">
                                      <p:cBhvr>
                                        <p:cTn id="67" dur="500" fill="hold"/>
                                        <p:tgtEl>
                                          <p:spTgt spid="50"/>
                                        </p:tgtEl>
                                        <p:attrNameLst>
                                          <p:attrName>ppt_h</p:attrName>
                                        </p:attrNameLst>
                                      </p:cBhvr>
                                      <p:tavLst>
                                        <p:tav tm="0">
                                          <p:val>
                                            <p:fltVal val="0"/>
                                          </p:val>
                                        </p:tav>
                                        <p:tav tm="100000">
                                          <p:val>
                                            <p:strVal val="#ppt_h"/>
                                          </p:val>
                                        </p:tav>
                                      </p:tavLst>
                                    </p:anim>
                                    <p:animEffect transition="in" filter="fade">
                                      <p:cBhvr>
                                        <p:cTn id="68" dur="500"/>
                                        <p:tgtEl>
                                          <p:spTgt spid="50"/>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56"/>
                                        </p:tgtEl>
                                        <p:attrNameLst>
                                          <p:attrName>style.visibility</p:attrName>
                                        </p:attrNameLst>
                                      </p:cBhvr>
                                      <p:to>
                                        <p:strVal val="visible"/>
                                      </p:to>
                                    </p:set>
                                    <p:anim calcmode="lin" valueType="num">
                                      <p:cBhvr>
                                        <p:cTn id="71" dur="500" fill="hold"/>
                                        <p:tgtEl>
                                          <p:spTgt spid="56"/>
                                        </p:tgtEl>
                                        <p:attrNameLst>
                                          <p:attrName>ppt_w</p:attrName>
                                        </p:attrNameLst>
                                      </p:cBhvr>
                                      <p:tavLst>
                                        <p:tav tm="0">
                                          <p:val>
                                            <p:fltVal val="0"/>
                                          </p:val>
                                        </p:tav>
                                        <p:tav tm="100000">
                                          <p:val>
                                            <p:strVal val="#ppt_w"/>
                                          </p:val>
                                        </p:tav>
                                      </p:tavLst>
                                    </p:anim>
                                    <p:anim calcmode="lin" valueType="num">
                                      <p:cBhvr>
                                        <p:cTn id="72" dur="500" fill="hold"/>
                                        <p:tgtEl>
                                          <p:spTgt spid="56"/>
                                        </p:tgtEl>
                                        <p:attrNameLst>
                                          <p:attrName>ppt_h</p:attrName>
                                        </p:attrNameLst>
                                      </p:cBhvr>
                                      <p:tavLst>
                                        <p:tav tm="0">
                                          <p:val>
                                            <p:fltVal val="0"/>
                                          </p:val>
                                        </p:tav>
                                        <p:tav tm="100000">
                                          <p:val>
                                            <p:strVal val="#ppt_h"/>
                                          </p:val>
                                        </p:tav>
                                      </p:tavLst>
                                    </p:anim>
                                    <p:animEffect transition="in" filter="fade">
                                      <p:cBhvr>
                                        <p:cTn id="73" dur="500"/>
                                        <p:tgtEl>
                                          <p:spTgt spid="56"/>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59"/>
                                        </p:tgtEl>
                                        <p:attrNameLst>
                                          <p:attrName>style.visibility</p:attrName>
                                        </p:attrNameLst>
                                      </p:cBhvr>
                                      <p:to>
                                        <p:strVal val="visible"/>
                                      </p:to>
                                    </p:set>
                                    <p:animEffect transition="in" filter="fade">
                                      <p:cBhvr>
                                        <p:cTn id="76" dur="500"/>
                                        <p:tgtEl>
                                          <p:spTgt spid="59"/>
                                        </p:tgtEl>
                                      </p:cBhvr>
                                    </p:animEffect>
                                  </p:childTnLst>
                                </p:cTn>
                              </p:par>
                              <p:par>
                                <p:cTn id="77" presetID="10" presetClass="entr" presetSubtype="0" fill="hold" grpId="0" nodeType="withEffect">
                                  <p:stCondLst>
                                    <p:cond delay="150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500"/>
                                        <p:tgtEl>
                                          <p:spTgt spid="65"/>
                                        </p:tgtEl>
                                      </p:cBhvr>
                                    </p:animEffect>
                                  </p:childTnLst>
                                </p:cTn>
                              </p:par>
                              <p:par>
                                <p:cTn id="80" presetID="53" presetClass="entr" presetSubtype="16" fill="hold" grpId="0" nodeType="withEffect">
                                  <p:stCondLst>
                                    <p:cond delay="1750"/>
                                  </p:stCondLst>
                                  <p:childTnLst>
                                    <p:set>
                                      <p:cBhvr>
                                        <p:cTn id="81" dur="1" fill="hold">
                                          <p:stCondLst>
                                            <p:cond delay="0"/>
                                          </p:stCondLst>
                                        </p:cTn>
                                        <p:tgtEl>
                                          <p:spTgt spid="54"/>
                                        </p:tgtEl>
                                        <p:attrNameLst>
                                          <p:attrName>style.visibility</p:attrName>
                                        </p:attrNameLst>
                                      </p:cBhvr>
                                      <p:to>
                                        <p:strVal val="visible"/>
                                      </p:to>
                                    </p:set>
                                    <p:anim calcmode="lin" valueType="num">
                                      <p:cBhvr>
                                        <p:cTn id="82" dur="500" fill="hold"/>
                                        <p:tgtEl>
                                          <p:spTgt spid="54"/>
                                        </p:tgtEl>
                                        <p:attrNameLst>
                                          <p:attrName>ppt_w</p:attrName>
                                        </p:attrNameLst>
                                      </p:cBhvr>
                                      <p:tavLst>
                                        <p:tav tm="0">
                                          <p:val>
                                            <p:fltVal val="0"/>
                                          </p:val>
                                        </p:tav>
                                        <p:tav tm="100000">
                                          <p:val>
                                            <p:strVal val="#ppt_w"/>
                                          </p:val>
                                        </p:tav>
                                      </p:tavLst>
                                    </p:anim>
                                    <p:anim calcmode="lin" valueType="num">
                                      <p:cBhvr>
                                        <p:cTn id="83" dur="500" fill="hold"/>
                                        <p:tgtEl>
                                          <p:spTgt spid="54"/>
                                        </p:tgtEl>
                                        <p:attrNameLst>
                                          <p:attrName>ppt_h</p:attrName>
                                        </p:attrNameLst>
                                      </p:cBhvr>
                                      <p:tavLst>
                                        <p:tav tm="0">
                                          <p:val>
                                            <p:fltVal val="0"/>
                                          </p:val>
                                        </p:tav>
                                        <p:tav tm="100000">
                                          <p:val>
                                            <p:strVal val="#ppt_h"/>
                                          </p:val>
                                        </p:tav>
                                      </p:tavLst>
                                    </p:anim>
                                    <p:animEffect transition="in" filter="fade">
                                      <p:cBhvr>
                                        <p:cTn id="84" dur="500"/>
                                        <p:tgtEl>
                                          <p:spTgt spid="54"/>
                                        </p:tgtEl>
                                      </p:cBhvr>
                                    </p:animEffect>
                                  </p:childTnLst>
                                </p:cTn>
                              </p:par>
                              <p:par>
                                <p:cTn id="85" presetID="22" presetClass="entr" presetSubtype="8" fill="hold" nodeType="withEffect">
                                  <p:stCondLst>
                                    <p:cond delay="2000"/>
                                  </p:stCondLst>
                                  <p:childTnLst>
                                    <p:set>
                                      <p:cBhvr>
                                        <p:cTn id="86" dur="1" fill="hold">
                                          <p:stCondLst>
                                            <p:cond delay="0"/>
                                          </p:stCondLst>
                                        </p:cTn>
                                        <p:tgtEl>
                                          <p:spTgt spid="52"/>
                                        </p:tgtEl>
                                        <p:attrNameLst>
                                          <p:attrName>style.visibility</p:attrName>
                                        </p:attrNameLst>
                                      </p:cBhvr>
                                      <p:to>
                                        <p:strVal val="visible"/>
                                      </p:to>
                                    </p:set>
                                    <p:animEffect transition="in" filter="wipe(left)">
                                      <p:cBhvr>
                                        <p:cTn id="87" dur="500"/>
                                        <p:tgtEl>
                                          <p:spTgt spid="52"/>
                                        </p:tgtEl>
                                      </p:cBhvr>
                                    </p:animEffect>
                                  </p:childTnLst>
                                </p:cTn>
                              </p:par>
                              <p:par>
                                <p:cTn id="88" presetID="53" presetClass="entr" presetSubtype="16" fill="hold" grpId="0" nodeType="withEffect">
                                  <p:stCondLst>
                                    <p:cond delay="200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Effect transition="in" filter="fade">
                                      <p:cBhvr>
                                        <p:cTn id="92" dur="500"/>
                                        <p:tgtEl>
                                          <p:spTgt spid="53"/>
                                        </p:tgtEl>
                                      </p:cBhvr>
                                    </p:animEffect>
                                  </p:childTnLst>
                                </p:cTn>
                              </p:par>
                              <p:par>
                                <p:cTn id="93" presetID="53" presetClass="entr" presetSubtype="16" fill="hold" grpId="0" nodeType="withEffect">
                                  <p:stCondLst>
                                    <p:cond delay="2000"/>
                                  </p:stCondLst>
                                  <p:childTnLst>
                                    <p:set>
                                      <p:cBhvr>
                                        <p:cTn id="94" dur="1" fill="hold">
                                          <p:stCondLst>
                                            <p:cond delay="0"/>
                                          </p:stCondLst>
                                        </p:cTn>
                                        <p:tgtEl>
                                          <p:spTgt spid="57"/>
                                        </p:tgtEl>
                                        <p:attrNameLst>
                                          <p:attrName>style.visibility</p:attrName>
                                        </p:attrNameLst>
                                      </p:cBhvr>
                                      <p:to>
                                        <p:strVal val="visible"/>
                                      </p:to>
                                    </p:set>
                                    <p:anim calcmode="lin" valueType="num">
                                      <p:cBhvr>
                                        <p:cTn id="95" dur="500" fill="hold"/>
                                        <p:tgtEl>
                                          <p:spTgt spid="57"/>
                                        </p:tgtEl>
                                        <p:attrNameLst>
                                          <p:attrName>ppt_w</p:attrName>
                                        </p:attrNameLst>
                                      </p:cBhvr>
                                      <p:tavLst>
                                        <p:tav tm="0">
                                          <p:val>
                                            <p:fltVal val="0"/>
                                          </p:val>
                                        </p:tav>
                                        <p:tav tm="100000">
                                          <p:val>
                                            <p:strVal val="#ppt_w"/>
                                          </p:val>
                                        </p:tav>
                                      </p:tavLst>
                                    </p:anim>
                                    <p:anim calcmode="lin" valueType="num">
                                      <p:cBhvr>
                                        <p:cTn id="96" dur="500" fill="hold"/>
                                        <p:tgtEl>
                                          <p:spTgt spid="57"/>
                                        </p:tgtEl>
                                        <p:attrNameLst>
                                          <p:attrName>ppt_h</p:attrName>
                                        </p:attrNameLst>
                                      </p:cBhvr>
                                      <p:tavLst>
                                        <p:tav tm="0">
                                          <p:val>
                                            <p:fltVal val="0"/>
                                          </p:val>
                                        </p:tav>
                                        <p:tav tm="100000">
                                          <p:val>
                                            <p:strVal val="#ppt_h"/>
                                          </p:val>
                                        </p:tav>
                                      </p:tavLst>
                                    </p:anim>
                                    <p:animEffect transition="in" filter="fade">
                                      <p:cBhvr>
                                        <p:cTn id="97" dur="500"/>
                                        <p:tgtEl>
                                          <p:spTgt spid="57"/>
                                        </p:tgtEl>
                                      </p:cBhvr>
                                    </p:animEffect>
                                  </p:childTnLst>
                                </p:cTn>
                              </p:par>
                              <p:par>
                                <p:cTn id="98" presetID="10" presetClass="entr" presetSubtype="0" fill="hold" grpId="0" nodeType="withEffect">
                                  <p:stCondLst>
                                    <p:cond delay="20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500"/>
                                        <p:tgtEl>
                                          <p:spTgt spid="60"/>
                                        </p:tgtEl>
                                      </p:cBhvr>
                                    </p:animEffect>
                                  </p:childTnLst>
                                </p:cTn>
                              </p:par>
                              <p:par>
                                <p:cTn id="101" presetID="10" presetClass="entr" presetSubtype="0" fill="hold" grpId="0" nodeType="withEffect">
                                  <p:stCondLst>
                                    <p:cond delay="2000"/>
                                  </p:stCondLst>
                                  <p:childTnLst>
                                    <p:set>
                                      <p:cBhvr>
                                        <p:cTn id="102" dur="1" fill="hold">
                                          <p:stCondLst>
                                            <p:cond delay="0"/>
                                          </p:stCondLst>
                                        </p:cTn>
                                        <p:tgtEl>
                                          <p:spTgt spid="67"/>
                                        </p:tgtEl>
                                        <p:attrNameLst>
                                          <p:attrName>style.visibility</p:attrName>
                                        </p:attrNameLst>
                                      </p:cBhvr>
                                      <p:to>
                                        <p:strVal val="visible"/>
                                      </p:to>
                                    </p:set>
                                    <p:animEffect transition="in" filter="fade">
                                      <p:cBhvr>
                                        <p:cTn id="103"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53" grpId="0" animBg="1"/>
      <p:bldP spid="54" grpId="0" animBg="1"/>
      <p:bldP spid="19" grpId="0"/>
      <p:bldP spid="55" grpId="0"/>
      <p:bldP spid="56" grpId="0"/>
      <p:bldP spid="57" grpId="0"/>
      <p:bldP spid="20" grpId="0"/>
      <p:bldP spid="58" grpId="0"/>
      <p:bldP spid="59" grpId="0"/>
      <p:bldP spid="60" grpId="0"/>
      <p:bldP spid="61" grpId="0"/>
      <p:bldP spid="63" grpId="0"/>
      <p:bldP spid="65" grpId="0"/>
      <p:bldP spid="67"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6146799" y="-2499"/>
            <a:ext cx="0" cy="6847799"/>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79191" y="130274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317086" y="901663"/>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p:nvSpPr>
        <p:spPr>
          <a:xfrm>
            <a:off x="6070597" y="1227368"/>
            <a:ext cx="150756" cy="150756"/>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4" name="Straight Connector 33"/>
          <p:cNvCxnSpPr/>
          <p:nvPr/>
        </p:nvCxnSpPr>
        <p:spPr>
          <a:xfrm>
            <a:off x="6278352" y="2683369"/>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160389" y="2282286"/>
            <a:ext cx="802166" cy="802166"/>
          </a:xfrm>
          <a:prstGeom prst="teardrop">
            <a:avLst/>
          </a:prstGeom>
          <a:noFill/>
          <a:ln w="57150">
            <a:solidFill>
              <a:srgbClr val="FF86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Oval 35"/>
          <p:cNvSpPr/>
          <p:nvPr/>
        </p:nvSpPr>
        <p:spPr>
          <a:xfrm>
            <a:off x="6070598" y="2607991"/>
            <a:ext cx="150756" cy="150756"/>
          </a:xfrm>
          <a:prstGeom prst="ellipse">
            <a:avLst/>
          </a:prstGeom>
          <a:solidFill>
            <a:srgbClr val="FF86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9" name="Straight Connector 48"/>
          <p:cNvCxnSpPr/>
          <p:nvPr/>
        </p:nvCxnSpPr>
        <p:spPr>
          <a:xfrm>
            <a:off x="5379191" y="390710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317086" y="3506021"/>
            <a:ext cx="802166" cy="802166"/>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Oval 50"/>
          <p:cNvSpPr/>
          <p:nvPr/>
        </p:nvSpPr>
        <p:spPr>
          <a:xfrm>
            <a:off x="6070597" y="3831726"/>
            <a:ext cx="150756" cy="150756"/>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52" name="Straight Connector 51"/>
          <p:cNvCxnSpPr/>
          <p:nvPr/>
        </p:nvCxnSpPr>
        <p:spPr>
          <a:xfrm>
            <a:off x="6278351" y="521028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Teardrop 52"/>
          <p:cNvSpPr/>
          <p:nvPr/>
        </p:nvSpPr>
        <p:spPr>
          <a:xfrm rot="13500000">
            <a:off x="7160388" y="4809201"/>
            <a:ext cx="802166" cy="802166"/>
          </a:xfrm>
          <a:prstGeom prst="teardrop">
            <a:avLst/>
          </a:prstGeom>
          <a:noFill/>
          <a:ln w="57150">
            <a:solidFill>
              <a:srgbClr val="0126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Oval 53"/>
          <p:cNvSpPr/>
          <p:nvPr/>
        </p:nvSpPr>
        <p:spPr>
          <a:xfrm>
            <a:off x="6070597" y="5134906"/>
            <a:ext cx="150756" cy="150756"/>
          </a:xfrm>
          <a:prstGeom prst="ellipse">
            <a:avLst/>
          </a:prstGeom>
          <a:solidFill>
            <a:srgbClr val="01264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TextBox 18"/>
          <p:cNvSpPr txBox="1"/>
          <p:nvPr/>
        </p:nvSpPr>
        <p:spPr>
          <a:xfrm>
            <a:off x="4381992" y="1090963"/>
            <a:ext cx="672353" cy="461665"/>
          </a:xfrm>
          <a:prstGeom prst="rect">
            <a:avLst/>
          </a:prstGeom>
          <a:noFill/>
        </p:spPr>
        <p:txBody>
          <a:bodyPr wrap="square" rtlCol="0">
            <a:spAutoFit/>
          </a:bodyPr>
          <a:lstStyle/>
          <a:p>
            <a:pPr algn="ctr" fontAlgn="auto">
              <a:spcBef>
                <a:spcPts val="0"/>
              </a:spcBef>
              <a:spcAft>
                <a:spcPts val="0"/>
              </a:spcAft>
            </a:pPr>
            <a:r>
              <a:rPr lang="en-US" sz="2400" dirty="0" smtClean="0">
                <a:solidFill>
                  <a:srgbClr val="0087B1"/>
                </a:solidFill>
                <a:latin typeface="FontAwesome" pitchFamily="2" charset="0"/>
                <a:cs typeface="+mn-cs"/>
              </a:rPr>
              <a:t></a:t>
            </a:r>
            <a:endParaRPr lang="ru-RU" sz="2400" dirty="0">
              <a:solidFill>
                <a:srgbClr val="0087B1"/>
              </a:solidFill>
              <a:latin typeface="Calibri" panose="020F0502020204030204"/>
              <a:cs typeface="+mn-cs"/>
            </a:endParaRPr>
          </a:p>
        </p:txBody>
      </p:sp>
      <p:sp>
        <p:nvSpPr>
          <p:cNvPr id="55" name="TextBox 54"/>
          <p:cNvSpPr txBox="1"/>
          <p:nvPr/>
        </p:nvSpPr>
        <p:spPr>
          <a:xfrm>
            <a:off x="7225294" y="2458886"/>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FF8601"/>
                </a:solidFill>
                <a:latin typeface="FontAwesome" pitchFamily="2" charset="0"/>
                <a:cs typeface="+mn-cs"/>
              </a:rPr>
              <a:t></a:t>
            </a:r>
            <a:endParaRPr lang="ru-RU" sz="2400" dirty="0">
              <a:solidFill>
                <a:srgbClr val="FF8601"/>
              </a:solidFill>
              <a:latin typeface="Calibri" panose="020F0502020204030204"/>
              <a:cs typeface="+mn-cs"/>
            </a:endParaRPr>
          </a:p>
        </p:txBody>
      </p:sp>
      <p:sp>
        <p:nvSpPr>
          <p:cNvPr id="56" name="TextBox 55"/>
          <p:cNvSpPr txBox="1"/>
          <p:nvPr/>
        </p:nvSpPr>
        <p:spPr>
          <a:xfrm>
            <a:off x="4372706" y="369532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A1BB22"/>
                </a:solidFill>
                <a:latin typeface="FontAwesome" pitchFamily="2" charset="0"/>
                <a:cs typeface="+mn-cs"/>
              </a:rPr>
              <a:t></a:t>
            </a:r>
            <a:endParaRPr lang="ru-RU" sz="2400" dirty="0">
              <a:solidFill>
                <a:srgbClr val="A1BB22"/>
              </a:solidFill>
              <a:latin typeface="Calibri" panose="020F0502020204030204"/>
              <a:cs typeface="+mn-cs"/>
            </a:endParaRPr>
          </a:p>
        </p:txBody>
      </p:sp>
      <p:sp>
        <p:nvSpPr>
          <p:cNvPr id="57" name="TextBox 56"/>
          <p:cNvSpPr txBox="1"/>
          <p:nvPr/>
        </p:nvSpPr>
        <p:spPr>
          <a:xfrm>
            <a:off x="7225293" y="497945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012641"/>
                </a:solidFill>
                <a:latin typeface="FontAwesome" pitchFamily="2" charset="0"/>
                <a:cs typeface="+mn-cs"/>
              </a:rPr>
              <a:t></a:t>
            </a:r>
            <a:endParaRPr lang="ru-RU" sz="2400" dirty="0">
              <a:solidFill>
                <a:srgbClr val="012641"/>
              </a:solidFill>
              <a:latin typeface="Calibri" panose="020F0502020204030204"/>
              <a:cs typeface="+mn-cs"/>
            </a:endParaRPr>
          </a:p>
        </p:txBody>
      </p:sp>
      <p:sp>
        <p:nvSpPr>
          <p:cNvPr id="20" name="TextBox 19"/>
          <p:cNvSpPr txBox="1"/>
          <p:nvPr/>
        </p:nvSpPr>
        <p:spPr>
          <a:xfrm>
            <a:off x="6352887" y="73552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6</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8" name="TextBox 57"/>
          <p:cNvSpPr txBox="1"/>
          <p:nvPr/>
        </p:nvSpPr>
        <p:spPr>
          <a:xfrm>
            <a:off x="5388898" y="2097094"/>
            <a:ext cx="496115" cy="1015663"/>
          </a:xfrm>
          <a:prstGeom prst="rect">
            <a:avLst/>
          </a:prstGeom>
          <a:noFill/>
        </p:spPr>
        <p:txBody>
          <a:bodyPr wrap="square" rtlCol="0">
            <a:spAutoFit/>
          </a:bodyPr>
          <a:lstStyle/>
          <a:p>
            <a:pPr fontAlgn="auto">
              <a:spcBef>
                <a:spcPts val="0"/>
              </a:spcBef>
              <a:spcAft>
                <a:spcPts val="0"/>
              </a:spcAft>
            </a:pPr>
            <a:r>
              <a:rPr lang="en-US" sz="6000" dirty="0">
                <a:solidFill>
                  <a:prstClr val="white">
                    <a:lumMod val="85000"/>
                  </a:prstClr>
                </a:solidFill>
                <a:latin typeface="Lato Light" panose="020F0402020204030203" pitchFamily="34" charset="0"/>
                <a:cs typeface="Lato Light" panose="020F0402020204030203" pitchFamily="34" charset="0"/>
              </a:rPr>
              <a:t>7</a:t>
            </a:r>
          </a:p>
        </p:txBody>
      </p:sp>
      <p:sp>
        <p:nvSpPr>
          <p:cNvPr id="59" name="TextBox 58"/>
          <p:cNvSpPr txBox="1"/>
          <p:nvPr/>
        </p:nvSpPr>
        <p:spPr>
          <a:xfrm>
            <a:off x="6348108" y="3377458"/>
            <a:ext cx="496115"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8</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0" name="TextBox 59"/>
          <p:cNvSpPr txBox="1"/>
          <p:nvPr/>
        </p:nvSpPr>
        <p:spPr>
          <a:xfrm>
            <a:off x="5385893" y="4701451"/>
            <a:ext cx="496115" cy="1015663"/>
          </a:xfrm>
          <a:prstGeom prst="rect">
            <a:avLst/>
          </a:prstGeom>
          <a:noFill/>
        </p:spPr>
        <p:txBody>
          <a:bodyPr wrap="square" rtlCol="0">
            <a:spAutoFit/>
          </a:bodyPr>
          <a:lstStyle/>
          <a:p>
            <a:pPr fontAlgn="auto">
              <a:spcBef>
                <a:spcPts val="0"/>
              </a:spcBef>
              <a:spcAft>
                <a:spcPts val="0"/>
              </a:spcAft>
            </a:pPr>
            <a:r>
              <a:rPr lang="en-US" sz="6000" dirty="0">
                <a:solidFill>
                  <a:prstClr val="white">
                    <a:lumMod val="85000"/>
                  </a:prstClr>
                </a:solidFill>
                <a:latin typeface="Lato Light" panose="020F0402020204030203" pitchFamily="34" charset="0"/>
                <a:cs typeface="Lato Light" panose="020F0402020204030203" pitchFamily="34" charset="0"/>
              </a:rPr>
              <a:t>9</a:t>
            </a:r>
          </a:p>
        </p:txBody>
      </p:sp>
      <p:sp>
        <p:nvSpPr>
          <p:cNvPr id="61" name="TextBox 60"/>
          <p:cNvSpPr txBox="1"/>
          <p:nvPr/>
        </p:nvSpPr>
        <p:spPr>
          <a:xfrm>
            <a:off x="7225293" y="1008590"/>
            <a:ext cx="4388802" cy="523220"/>
          </a:xfrm>
          <a:prstGeom prst="rect">
            <a:avLst/>
          </a:prstGeom>
          <a:noFill/>
        </p:spPr>
        <p:txBody>
          <a:bodyPr wrap="square" rtlCol="0">
            <a:spAutoFit/>
          </a:bodyPr>
          <a:lstStyle/>
          <a:p>
            <a:pPr rtl="1" fontAlgn="auto">
              <a:spcBef>
                <a:spcPts val="0"/>
              </a:spcBef>
              <a:spcAft>
                <a:spcPts val="0"/>
              </a:spcAft>
            </a:pPr>
            <a:r>
              <a:rPr lang="ar-SA" sz="2800" b="1" dirty="0" smtClean="0"/>
              <a:t>نموذج فارك فليمنج VARK</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3" name="TextBox 62"/>
          <p:cNvSpPr txBox="1"/>
          <p:nvPr/>
        </p:nvSpPr>
        <p:spPr>
          <a:xfrm>
            <a:off x="0" y="2206315"/>
            <a:ext cx="5071106" cy="523220"/>
          </a:xfrm>
          <a:prstGeom prst="rect">
            <a:avLst/>
          </a:prstGeom>
          <a:noFill/>
        </p:spPr>
        <p:txBody>
          <a:bodyPr wrap="square" rtlCol="0">
            <a:spAutoFit/>
          </a:bodyPr>
          <a:lstStyle/>
          <a:p>
            <a:pPr algn="r" fontAlgn="auto">
              <a:spcBef>
                <a:spcPts val="0"/>
              </a:spcBef>
              <a:spcAft>
                <a:spcPts val="0"/>
              </a:spcAft>
            </a:pPr>
            <a:r>
              <a:rPr lang="ar-SA" sz="2800" b="1" dirty="0" smtClean="0"/>
              <a:t>نموذج ديفيد كولب</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5" name="TextBox 64"/>
          <p:cNvSpPr txBox="1"/>
          <p:nvPr/>
        </p:nvSpPr>
        <p:spPr>
          <a:xfrm>
            <a:off x="7225294" y="3510104"/>
            <a:ext cx="3848100" cy="523220"/>
          </a:xfrm>
          <a:prstGeom prst="rect">
            <a:avLst/>
          </a:prstGeom>
          <a:noFill/>
        </p:spPr>
        <p:txBody>
          <a:bodyPr wrap="square" rtlCol="0">
            <a:spAutoFit/>
          </a:bodyPr>
          <a:lstStyle/>
          <a:p>
            <a:pPr fontAlgn="auto">
              <a:spcBef>
                <a:spcPts val="0"/>
              </a:spcBef>
              <a:spcAft>
                <a:spcPts val="0"/>
              </a:spcAft>
            </a:pPr>
            <a:r>
              <a:rPr lang="ar-SA" sz="2800" b="1" dirty="0" smtClean="0"/>
              <a:t>نموذج أنتوني جريجوريس</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7" name="TextBox 66"/>
          <p:cNvSpPr txBox="1"/>
          <p:nvPr/>
        </p:nvSpPr>
        <p:spPr>
          <a:xfrm>
            <a:off x="362309" y="4873296"/>
            <a:ext cx="5026589" cy="523220"/>
          </a:xfrm>
          <a:prstGeom prst="rect">
            <a:avLst/>
          </a:prstGeom>
          <a:noFill/>
        </p:spPr>
        <p:txBody>
          <a:bodyPr wrap="square" rtlCol="0">
            <a:spAutoFit/>
          </a:bodyPr>
          <a:lstStyle/>
          <a:p>
            <a:pPr algn="r" fontAlgn="auto">
              <a:spcBef>
                <a:spcPts val="0"/>
              </a:spcBef>
              <a:spcAft>
                <a:spcPts val="0"/>
              </a:spcAft>
            </a:pPr>
            <a:r>
              <a:rPr lang="ar-SA" sz="2800" b="1" dirty="0" smtClean="0"/>
              <a:t>نموذج الفص الأيمن والفص الأيمن من الم</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2961351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3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par>
                                <p:cTn id="37" presetID="22" presetClass="entr" presetSubtype="8" fill="hold" nodeType="withEffect">
                                  <p:stCondLst>
                                    <p:cond delay="1000"/>
                                  </p:stCondLst>
                                  <p:childTnLst>
                                    <p:set>
                                      <p:cBhvr>
                                        <p:cTn id="38" dur="1" fill="hold">
                                          <p:stCondLst>
                                            <p:cond delay="0"/>
                                          </p:stCondLst>
                                        </p:cTn>
                                        <p:tgtEl>
                                          <p:spTgt spid="34"/>
                                        </p:tgtEl>
                                        <p:attrNameLst>
                                          <p:attrName>style.visibility</p:attrName>
                                        </p:attrNameLst>
                                      </p:cBhvr>
                                      <p:to>
                                        <p:strVal val="visible"/>
                                      </p:to>
                                    </p:set>
                                    <p:animEffect transition="in" filter="wipe(left)">
                                      <p:cBhvr>
                                        <p:cTn id="39" dur="500"/>
                                        <p:tgtEl>
                                          <p:spTgt spid="34"/>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35"/>
                                        </p:tgtEl>
                                        <p:attrNameLst>
                                          <p:attrName>style.visibility</p:attrName>
                                        </p:attrNameLst>
                                      </p:cBhvr>
                                      <p:to>
                                        <p:strVal val="visible"/>
                                      </p:to>
                                    </p:set>
                                    <p:anim calcmode="lin" valueType="num">
                                      <p:cBhvr>
                                        <p:cTn id="42" dur="500" fill="hold"/>
                                        <p:tgtEl>
                                          <p:spTgt spid="35"/>
                                        </p:tgtEl>
                                        <p:attrNameLst>
                                          <p:attrName>ppt_w</p:attrName>
                                        </p:attrNameLst>
                                      </p:cBhvr>
                                      <p:tavLst>
                                        <p:tav tm="0">
                                          <p:val>
                                            <p:fltVal val="0"/>
                                          </p:val>
                                        </p:tav>
                                        <p:tav tm="100000">
                                          <p:val>
                                            <p:strVal val="#ppt_w"/>
                                          </p:val>
                                        </p:tav>
                                      </p:tavLst>
                                    </p:anim>
                                    <p:anim calcmode="lin" valueType="num">
                                      <p:cBhvr>
                                        <p:cTn id="43" dur="500" fill="hold"/>
                                        <p:tgtEl>
                                          <p:spTgt spid="35"/>
                                        </p:tgtEl>
                                        <p:attrNameLst>
                                          <p:attrName>ppt_h</p:attrName>
                                        </p:attrNameLst>
                                      </p:cBhvr>
                                      <p:tavLst>
                                        <p:tav tm="0">
                                          <p:val>
                                            <p:fltVal val="0"/>
                                          </p:val>
                                        </p:tav>
                                        <p:tav tm="100000">
                                          <p:val>
                                            <p:strVal val="#ppt_h"/>
                                          </p:val>
                                        </p:tav>
                                      </p:tavLst>
                                    </p:anim>
                                    <p:animEffect transition="in" filter="fade">
                                      <p:cBhvr>
                                        <p:cTn id="44" dur="500"/>
                                        <p:tgtEl>
                                          <p:spTgt spid="35"/>
                                        </p:tgtEl>
                                      </p:cBhvr>
                                    </p:animEffect>
                                  </p:childTnLst>
                                </p:cTn>
                              </p:par>
                              <p:par>
                                <p:cTn id="45" presetID="53" presetClass="entr" presetSubtype="16" fill="hold" grpId="0" nodeType="withEffect">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Effect transition="in" filter="fade">
                                      <p:cBhvr>
                                        <p:cTn id="49" dur="500"/>
                                        <p:tgtEl>
                                          <p:spTgt spid="5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500"/>
                                        <p:tgtEl>
                                          <p:spTgt spid="63"/>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Effect transition="in" filter="fade">
                                      <p:cBhvr>
                                        <p:cTn id="60" dur="500"/>
                                        <p:tgtEl>
                                          <p:spTgt spid="51"/>
                                        </p:tgtEl>
                                      </p:cBhvr>
                                    </p:animEffect>
                                  </p:childTnLst>
                                </p:cTn>
                              </p:par>
                              <p:par>
                                <p:cTn id="61" presetID="22" presetClass="entr" presetSubtype="2" fill="hold" nodeType="withEffect">
                                  <p:stCondLst>
                                    <p:cond delay="1500"/>
                                  </p:stCondLst>
                                  <p:childTnLst>
                                    <p:set>
                                      <p:cBhvr>
                                        <p:cTn id="62" dur="1" fill="hold">
                                          <p:stCondLst>
                                            <p:cond delay="0"/>
                                          </p:stCondLst>
                                        </p:cTn>
                                        <p:tgtEl>
                                          <p:spTgt spid="49"/>
                                        </p:tgtEl>
                                        <p:attrNameLst>
                                          <p:attrName>style.visibility</p:attrName>
                                        </p:attrNameLst>
                                      </p:cBhvr>
                                      <p:to>
                                        <p:strVal val="visible"/>
                                      </p:to>
                                    </p:set>
                                    <p:animEffect transition="in" filter="wipe(right)">
                                      <p:cBhvr>
                                        <p:cTn id="63" dur="500"/>
                                        <p:tgtEl>
                                          <p:spTgt spid="49"/>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50"/>
                                        </p:tgtEl>
                                        <p:attrNameLst>
                                          <p:attrName>style.visibility</p:attrName>
                                        </p:attrNameLst>
                                      </p:cBhvr>
                                      <p:to>
                                        <p:strVal val="visible"/>
                                      </p:to>
                                    </p:set>
                                    <p:anim calcmode="lin" valueType="num">
                                      <p:cBhvr>
                                        <p:cTn id="66" dur="500" fill="hold"/>
                                        <p:tgtEl>
                                          <p:spTgt spid="50"/>
                                        </p:tgtEl>
                                        <p:attrNameLst>
                                          <p:attrName>ppt_w</p:attrName>
                                        </p:attrNameLst>
                                      </p:cBhvr>
                                      <p:tavLst>
                                        <p:tav tm="0">
                                          <p:val>
                                            <p:fltVal val="0"/>
                                          </p:val>
                                        </p:tav>
                                        <p:tav tm="100000">
                                          <p:val>
                                            <p:strVal val="#ppt_w"/>
                                          </p:val>
                                        </p:tav>
                                      </p:tavLst>
                                    </p:anim>
                                    <p:anim calcmode="lin" valueType="num">
                                      <p:cBhvr>
                                        <p:cTn id="67" dur="500" fill="hold"/>
                                        <p:tgtEl>
                                          <p:spTgt spid="50"/>
                                        </p:tgtEl>
                                        <p:attrNameLst>
                                          <p:attrName>ppt_h</p:attrName>
                                        </p:attrNameLst>
                                      </p:cBhvr>
                                      <p:tavLst>
                                        <p:tav tm="0">
                                          <p:val>
                                            <p:fltVal val="0"/>
                                          </p:val>
                                        </p:tav>
                                        <p:tav tm="100000">
                                          <p:val>
                                            <p:strVal val="#ppt_h"/>
                                          </p:val>
                                        </p:tav>
                                      </p:tavLst>
                                    </p:anim>
                                    <p:animEffect transition="in" filter="fade">
                                      <p:cBhvr>
                                        <p:cTn id="68" dur="500"/>
                                        <p:tgtEl>
                                          <p:spTgt spid="50"/>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56"/>
                                        </p:tgtEl>
                                        <p:attrNameLst>
                                          <p:attrName>style.visibility</p:attrName>
                                        </p:attrNameLst>
                                      </p:cBhvr>
                                      <p:to>
                                        <p:strVal val="visible"/>
                                      </p:to>
                                    </p:set>
                                    <p:anim calcmode="lin" valueType="num">
                                      <p:cBhvr>
                                        <p:cTn id="71" dur="500" fill="hold"/>
                                        <p:tgtEl>
                                          <p:spTgt spid="56"/>
                                        </p:tgtEl>
                                        <p:attrNameLst>
                                          <p:attrName>ppt_w</p:attrName>
                                        </p:attrNameLst>
                                      </p:cBhvr>
                                      <p:tavLst>
                                        <p:tav tm="0">
                                          <p:val>
                                            <p:fltVal val="0"/>
                                          </p:val>
                                        </p:tav>
                                        <p:tav tm="100000">
                                          <p:val>
                                            <p:strVal val="#ppt_w"/>
                                          </p:val>
                                        </p:tav>
                                      </p:tavLst>
                                    </p:anim>
                                    <p:anim calcmode="lin" valueType="num">
                                      <p:cBhvr>
                                        <p:cTn id="72" dur="500" fill="hold"/>
                                        <p:tgtEl>
                                          <p:spTgt spid="56"/>
                                        </p:tgtEl>
                                        <p:attrNameLst>
                                          <p:attrName>ppt_h</p:attrName>
                                        </p:attrNameLst>
                                      </p:cBhvr>
                                      <p:tavLst>
                                        <p:tav tm="0">
                                          <p:val>
                                            <p:fltVal val="0"/>
                                          </p:val>
                                        </p:tav>
                                        <p:tav tm="100000">
                                          <p:val>
                                            <p:strVal val="#ppt_h"/>
                                          </p:val>
                                        </p:tav>
                                      </p:tavLst>
                                    </p:anim>
                                    <p:animEffect transition="in" filter="fade">
                                      <p:cBhvr>
                                        <p:cTn id="73" dur="500"/>
                                        <p:tgtEl>
                                          <p:spTgt spid="56"/>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59"/>
                                        </p:tgtEl>
                                        <p:attrNameLst>
                                          <p:attrName>style.visibility</p:attrName>
                                        </p:attrNameLst>
                                      </p:cBhvr>
                                      <p:to>
                                        <p:strVal val="visible"/>
                                      </p:to>
                                    </p:set>
                                    <p:animEffect transition="in" filter="fade">
                                      <p:cBhvr>
                                        <p:cTn id="76" dur="500"/>
                                        <p:tgtEl>
                                          <p:spTgt spid="59"/>
                                        </p:tgtEl>
                                      </p:cBhvr>
                                    </p:animEffect>
                                  </p:childTnLst>
                                </p:cTn>
                              </p:par>
                              <p:par>
                                <p:cTn id="77" presetID="10" presetClass="entr" presetSubtype="0" fill="hold" grpId="0" nodeType="withEffect">
                                  <p:stCondLst>
                                    <p:cond delay="150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500"/>
                                        <p:tgtEl>
                                          <p:spTgt spid="65"/>
                                        </p:tgtEl>
                                      </p:cBhvr>
                                    </p:animEffect>
                                  </p:childTnLst>
                                </p:cTn>
                              </p:par>
                              <p:par>
                                <p:cTn id="80" presetID="53" presetClass="entr" presetSubtype="16" fill="hold" grpId="0" nodeType="withEffect">
                                  <p:stCondLst>
                                    <p:cond delay="1750"/>
                                  </p:stCondLst>
                                  <p:childTnLst>
                                    <p:set>
                                      <p:cBhvr>
                                        <p:cTn id="81" dur="1" fill="hold">
                                          <p:stCondLst>
                                            <p:cond delay="0"/>
                                          </p:stCondLst>
                                        </p:cTn>
                                        <p:tgtEl>
                                          <p:spTgt spid="54"/>
                                        </p:tgtEl>
                                        <p:attrNameLst>
                                          <p:attrName>style.visibility</p:attrName>
                                        </p:attrNameLst>
                                      </p:cBhvr>
                                      <p:to>
                                        <p:strVal val="visible"/>
                                      </p:to>
                                    </p:set>
                                    <p:anim calcmode="lin" valueType="num">
                                      <p:cBhvr>
                                        <p:cTn id="82" dur="500" fill="hold"/>
                                        <p:tgtEl>
                                          <p:spTgt spid="54"/>
                                        </p:tgtEl>
                                        <p:attrNameLst>
                                          <p:attrName>ppt_w</p:attrName>
                                        </p:attrNameLst>
                                      </p:cBhvr>
                                      <p:tavLst>
                                        <p:tav tm="0">
                                          <p:val>
                                            <p:fltVal val="0"/>
                                          </p:val>
                                        </p:tav>
                                        <p:tav tm="100000">
                                          <p:val>
                                            <p:strVal val="#ppt_w"/>
                                          </p:val>
                                        </p:tav>
                                      </p:tavLst>
                                    </p:anim>
                                    <p:anim calcmode="lin" valueType="num">
                                      <p:cBhvr>
                                        <p:cTn id="83" dur="500" fill="hold"/>
                                        <p:tgtEl>
                                          <p:spTgt spid="54"/>
                                        </p:tgtEl>
                                        <p:attrNameLst>
                                          <p:attrName>ppt_h</p:attrName>
                                        </p:attrNameLst>
                                      </p:cBhvr>
                                      <p:tavLst>
                                        <p:tav tm="0">
                                          <p:val>
                                            <p:fltVal val="0"/>
                                          </p:val>
                                        </p:tav>
                                        <p:tav tm="100000">
                                          <p:val>
                                            <p:strVal val="#ppt_h"/>
                                          </p:val>
                                        </p:tav>
                                      </p:tavLst>
                                    </p:anim>
                                    <p:animEffect transition="in" filter="fade">
                                      <p:cBhvr>
                                        <p:cTn id="84" dur="500"/>
                                        <p:tgtEl>
                                          <p:spTgt spid="54"/>
                                        </p:tgtEl>
                                      </p:cBhvr>
                                    </p:animEffect>
                                  </p:childTnLst>
                                </p:cTn>
                              </p:par>
                              <p:par>
                                <p:cTn id="85" presetID="22" presetClass="entr" presetSubtype="8" fill="hold" nodeType="withEffect">
                                  <p:stCondLst>
                                    <p:cond delay="2000"/>
                                  </p:stCondLst>
                                  <p:childTnLst>
                                    <p:set>
                                      <p:cBhvr>
                                        <p:cTn id="86" dur="1" fill="hold">
                                          <p:stCondLst>
                                            <p:cond delay="0"/>
                                          </p:stCondLst>
                                        </p:cTn>
                                        <p:tgtEl>
                                          <p:spTgt spid="52"/>
                                        </p:tgtEl>
                                        <p:attrNameLst>
                                          <p:attrName>style.visibility</p:attrName>
                                        </p:attrNameLst>
                                      </p:cBhvr>
                                      <p:to>
                                        <p:strVal val="visible"/>
                                      </p:to>
                                    </p:set>
                                    <p:animEffect transition="in" filter="wipe(left)">
                                      <p:cBhvr>
                                        <p:cTn id="87" dur="500"/>
                                        <p:tgtEl>
                                          <p:spTgt spid="52"/>
                                        </p:tgtEl>
                                      </p:cBhvr>
                                    </p:animEffect>
                                  </p:childTnLst>
                                </p:cTn>
                              </p:par>
                              <p:par>
                                <p:cTn id="88" presetID="53" presetClass="entr" presetSubtype="16" fill="hold" grpId="0" nodeType="withEffect">
                                  <p:stCondLst>
                                    <p:cond delay="200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Effect transition="in" filter="fade">
                                      <p:cBhvr>
                                        <p:cTn id="92" dur="500"/>
                                        <p:tgtEl>
                                          <p:spTgt spid="53"/>
                                        </p:tgtEl>
                                      </p:cBhvr>
                                    </p:animEffect>
                                  </p:childTnLst>
                                </p:cTn>
                              </p:par>
                              <p:par>
                                <p:cTn id="93" presetID="53" presetClass="entr" presetSubtype="16" fill="hold" grpId="0" nodeType="withEffect">
                                  <p:stCondLst>
                                    <p:cond delay="2000"/>
                                  </p:stCondLst>
                                  <p:childTnLst>
                                    <p:set>
                                      <p:cBhvr>
                                        <p:cTn id="94" dur="1" fill="hold">
                                          <p:stCondLst>
                                            <p:cond delay="0"/>
                                          </p:stCondLst>
                                        </p:cTn>
                                        <p:tgtEl>
                                          <p:spTgt spid="57"/>
                                        </p:tgtEl>
                                        <p:attrNameLst>
                                          <p:attrName>style.visibility</p:attrName>
                                        </p:attrNameLst>
                                      </p:cBhvr>
                                      <p:to>
                                        <p:strVal val="visible"/>
                                      </p:to>
                                    </p:set>
                                    <p:anim calcmode="lin" valueType="num">
                                      <p:cBhvr>
                                        <p:cTn id="95" dur="500" fill="hold"/>
                                        <p:tgtEl>
                                          <p:spTgt spid="57"/>
                                        </p:tgtEl>
                                        <p:attrNameLst>
                                          <p:attrName>ppt_w</p:attrName>
                                        </p:attrNameLst>
                                      </p:cBhvr>
                                      <p:tavLst>
                                        <p:tav tm="0">
                                          <p:val>
                                            <p:fltVal val="0"/>
                                          </p:val>
                                        </p:tav>
                                        <p:tav tm="100000">
                                          <p:val>
                                            <p:strVal val="#ppt_w"/>
                                          </p:val>
                                        </p:tav>
                                      </p:tavLst>
                                    </p:anim>
                                    <p:anim calcmode="lin" valueType="num">
                                      <p:cBhvr>
                                        <p:cTn id="96" dur="500" fill="hold"/>
                                        <p:tgtEl>
                                          <p:spTgt spid="57"/>
                                        </p:tgtEl>
                                        <p:attrNameLst>
                                          <p:attrName>ppt_h</p:attrName>
                                        </p:attrNameLst>
                                      </p:cBhvr>
                                      <p:tavLst>
                                        <p:tav tm="0">
                                          <p:val>
                                            <p:fltVal val="0"/>
                                          </p:val>
                                        </p:tav>
                                        <p:tav tm="100000">
                                          <p:val>
                                            <p:strVal val="#ppt_h"/>
                                          </p:val>
                                        </p:tav>
                                      </p:tavLst>
                                    </p:anim>
                                    <p:animEffect transition="in" filter="fade">
                                      <p:cBhvr>
                                        <p:cTn id="97" dur="500"/>
                                        <p:tgtEl>
                                          <p:spTgt spid="57"/>
                                        </p:tgtEl>
                                      </p:cBhvr>
                                    </p:animEffect>
                                  </p:childTnLst>
                                </p:cTn>
                              </p:par>
                              <p:par>
                                <p:cTn id="98" presetID="10" presetClass="entr" presetSubtype="0" fill="hold" grpId="0" nodeType="withEffect">
                                  <p:stCondLst>
                                    <p:cond delay="20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500"/>
                                        <p:tgtEl>
                                          <p:spTgt spid="60"/>
                                        </p:tgtEl>
                                      </p:cBhvr>
                                    </p:animEffect>
                                  </p:childTnLst>
                                </p:cTn>
                              </p:par>
                              <p:par>
                                <p:cTn id="101" presetID="10" presetClass="entr" presetSubtype="0" fill="hold" grpId="0" nodeType="withEffect">
                                  <p:stCondLst>
                                    <p:cond delay="2000"/>
                                  </p:stCondLst>
                                  <p:childTnLst>
                                    <p:set>
                                      <p:cBhvr>
                                        <p:cTn id="102" dur="1" fill="hold">
                                          <p:stCondLst>
                                            <p:cond delay="0"/>
                                          </p:stCondLst>
                                        </p:cTn>
                                        <p:tgtEl>
                                          <p:spTgt spid="67"/>
                                        </p:tgtEl>
                                        <p:attrNameLst>
                                          <p:attrName>style.visibility</p:attrName>
                                        </p:attrNameLst>
                                      </p:cBhvr>
                                      <p:to>
                                        <p:strVal val="visible"/>
                                      </p:to>
                                    </p:set>
                                    <p:animEffect transition="in" filter="fade">
                                      <p:cBhvr>
                                        <p:cTn id="103"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53" grpId="0" animBg="1"/>
      <p:bldP spid="54" grpId="0" animBg="1"/>
      <p:bldP spid="19" grpId="0"/>
      <p:bldP spid="55" grpId="0"/>
      <p:bldP spid="56" grpId="0"/>
      <p:bldP spid="57" grpId="0"/>
      <p:bldP spid="20" grpId="0"/>
      <p:bldP spid="58" grpId="0"/>
      <p:bldP spid="59" grpId="0"/>
      <p:bldP spid="60" grpId="0"/>
      <p:bldP spid="61" grpId="0"/>
      <p:bldP spid="63" grpId="0"/>
      <p:bldP spid="65" grpId="0"/>
      <p:bldP spid="67"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p:nvPr/>
        </p:nvCxnSpPr>
        <p:spPr>
          <a:xfrm>
            <a:off x="6146799" y="-2499"/>
            <a:ext cx="0" cy="6847799"/>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79191" y="130274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317086" y="901663"/>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2" name="Oval 11"/>
          <p:cNvSpPr/>
          <p:nvPr/>
        </p:nvSpPr>
        <p:spPr>
          <a:xfrm>
            <a:off x="6070597" y="1227368"/>
            <a:ext cx="150756" cy="150756"/>
          </a:xfrm>
          <a:prstGeom prst="ellipse">
            <a:avLst/>
          </a:prstGeom>
          <a:solidFill>
            <a:srgbClr val="0087B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34" name="Straight Connector 33"/>
          <p:cNvCxnSpPr/>
          <p:nvPr/>
        </p:nvCxnSpPr>
        <p:spPr>
          <a:xfrm>
            <a:off x="6278352" y="2683369"/>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160389" y="2282286"/>
            <a:ext cx="802166" cy="802166"/>
          </a:xfrm>
          <a:prstGeom prst="teardrop">
            <a:avLst/>
          </a:prstGeom>
          <a:noFill/>
          <a:ln w="57150">
            <a:solidFill>
              <a:srgbClr val="FF86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36" name="Oval 35"/>
          <p:cNvSpPr/>
          <p:nvPr/>
        </p:nvSpPr>
        <p:spPr>
          <a:xfrm>
            <a:off x="6070598" y="2607991"/>
            <a:ext cx="150756" cy="150756"/>
          </a:xfrm>
          <a:prstGeom prst="ellipse">
            <a:avLst/>
          </a:prstGeom>
          <a:solidFill>
            <a:srgbClr val="FF86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49" name="Straight Connector 48"/>
          <p:cNvCxnSpPr/>
          <p:nvPr/>
        </p:nvCxnSpPr>
        <p:spPr>
          <a:xfrm>
            <a:off x="5379191" y="390710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317086" y="3506021"/>
            <a:ext cx="802166" cy="802166"/>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1" name="Oval 50"/>
          <p:cNvSpPr/>
          <p:nvPr/>
        </p:nvSpPr>
        <p:spPr>
          <a:xfrm>
            <a:off x="6070597" y="3831726"/>
            <a:ext cx="150756" cy="150756"/>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cxnSp>
        <p:nvCxnSpPr>
          <p:cNvPr id="52" name="Straight Connector 51"/>
          <p:cNvCxnSpPr/>
          <p:nvPr/>
        </p:nvCxnSpPr>
        <p:spPr>
          <a:xfrm>
            <a:off x="6278351" y="521028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Teardrop 52"/>
          <p:cNvSpPr/>
          <p:nvPr/>
        </p:nvSpPr>
        <p:spPr>
          <a:xfrm rot="13500000">
            <a:off x="7160388" y="4809201"/>
            <a:ext cx="802166" cy="802166"/>
          </a:xfrm>
          <a:prstGeom prst="teardrop">
            <a:avLst/>
          </a:prstGeom>
          <a:noFill/>
          <a:ln w="57150">
            <a:solidFill>
              <a:srgbClr val="0126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54" name="Oval 53"/>
          <p:cNvSpPr/>
          <p:nvPr/>
        </p:nvSpPr>
        <p:spPr>
          <a:xfrm>
            <a:off x="6070597" y="5134906"/>
            <a:ext cx="150756" cy="150756"/>
          </a:xfrm>
          <a:prstGeom prst="ellipse">
            <a:avLst/>
          </a:prstGeom>
          <a:solidFill>
            <a:srgbClr val="01264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prstClr val="white"/>
              </a:solidFill>
            </a:endParaRPr>
          </a:p>
        </p:txBody>
      </p:sp>
      <p:sp>
        <p:nvSpPr>
          <p:cNvPr id="19" name="TextBox 18"/>
          <p:cNvSpPr txBox="1"/>
          <p:nvPr/>
        </p:nvSpPr>
        <p:spPr>
          <a:xfrm>
            <a:off x="4381992" y="1090963"/>
            <a:ext cx="672353" cy="461665"/>
          </a:xfrm>
          <a:prstGeom prst="rect">
            <a:avLst/>
          </a:prstGeom>
          <a:noFill/>
        </p:spPr>
        <p:txBody>
          <a:bodyPr wrap="square" rtlCol="0">
            <a:spAutoFit/>
          </a:bodyPr>
          <a:lstStyle/>
          <a:p>
            <a:pPr algn="ctr" fontAlgn="auto">
              <a:spcBef>
                <a:spcPts val="0"/>
              </a:spcBef>
              <a:spcAft>
                <a:spcPts val="0"/>
              </a:spcAft>
            </a:pPr>
            <a:r>
              <a:rPr lang="en-US" sz="2400" dirty="0" smtClean="0">
                <a:solidFill>
                  <a:srgbClr val="0087B1"/>
                </a:solidFill>
                <a:latin typeface="FontAwesome" pitchFamily="2" charset="0"/>
                <a:cs typeface="+mn-cs"/>
              </a:rPr>
              <a:t></a:t>
            </a:r>
            <a:endParaRPr lang="ru-RU" sz="2400" dirty="0">
              <a:solidFill>
                <a:srgbClr val="0087B1"/>
              </a:solidFill>
              <a:latin typeface="Calibri" panose="020F0502020204030204"/>
              <a:cs typeface="+mn-cs"/>
            </a:endParaRPr>
          </a:p>
        </p:txBody>
      </p:sp>
      <p:sp>
        <p:nvSpPr>
          <p:cNvPr id="55" name="TextBox 54"/>
          <p:cNvSpPr txBox="1"/>
          <p:nvPr/>
        </p:nvSpPr>
        <p:spPr>
          <a:xfrm>
            <a:off x="7225294" y="2458886"/>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FF8601"/>
                </a:solidFill>
                <a:latin typeface="FontAwesome" pitchFamily="2" charset="0"/>
                <a:cs typeface="+mn-cs"/>
              </a:rPr>
              <a:t></a:t>
            </a:r>
            <a:endParaRPr lang="ru-RU" sz="2400" dirty="0">
              <a:solidFill>
                <a:srgbClr val="FF8601"/>
              </a:solidFill>
              <a:latin typeface="Calibri" panose="020F0502020204030204"/>
              <a:cs typeface="+mn-cs"/>
            </a:endParaRPr>
          </a:p>
        </p:txBody>
      </p:sp>
      <p:sp>
        <p:nvSpPr>
          <p:cNvPr id="56" name="TextBox 55"/>
          <p:cNvSpPr txBox="1"/>
          <p:nvPr/>
        </p:nvSpPr>
        <p:spPr>
          <a:xfrm>
            <a:off x="4372706" y="369532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A1BB22"/>
                </a:solidFill>
                <a:latin typeface="FontAwesome" pitchFamily="2" charset="0"/>
                <a:cs typeface="+mn-cs"/>
              </a:rPr>
              <a:t></a:t>
            </a:r>
            <a:endParaRPr lang="ru-RU" sz="2400" dirty="0">
              <a:solidFill>
                <a:srgbClr val="A1BB22"/>
              </a:solidFill>
              <a:latin typeface="Calibri" panose="020F0502020204030204"/>
              <a:cs typeface="+mn-cs"/>
            </a:endParaRPr>
          </a:p>
        </p:txBody>
      </p:sp>
      <p:sp>
        <p:nvSpPr>
          <p:cNvPr id="57" name="TextBox 56"/>
          <p:cNvSpPr txBox="1"/>
          <p:nvPr/>
        </p:nvSpPr>
        <p:spPr>
          <a:xfrm>
            <a:off x="7225293" y="497945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012641"/>
                </a:solidFill>
                <a:latin typeface="FontAwesome" pitchFamily="2" charset="0"/>
                <a:cs typeface="+mn-cs"/>
              </a:rPr>
              <a:t></a:t>
            </a:r>
            <a:endParaRPr lang="ru-RU" sz="2400" dirty="0">
              <a:solidFill>
                <a:srgbClr val="012641"/>
              </a:solidFill>
              <a:latin typeface="Calibri" panose="020F0502020204030204"/>
              <a:cs typeface="+mn-cs"/>
            </a:endParaRPr>
          </a:p>
        </p:txBody>
      </p:sp>
      <p:sp>
        <p:nvSpPr>
          <p:cNvPr id="20" name="TextBox 19"/>
          <p:cNvSpPr txBox="1"/>
          <p:nvPr/>
        </p:nvSpPr>
        <p:spPr>
          <a:xfrm>
            <a:off x="6221354" y="811389"/>
            <a:ext cx="1014458"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10</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8" name="TextBox 57"/>
          <p:cNvSpPr txBox="1"/>
          <p:nvPr/>
        </p:nvSpPr>
        <p:spPr>
          <a:xfrm>
            <a:off x="5054345" y="2022716"/>
            <a:ext cx="1353277"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11</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9" name="TextBox 58"/>
          <p:cNvSpPr txBox="1"/>
          <p:nvPr/>
        </p:nvSpPr>
        <p:spPr>
          <a:xfrm>
            <a:off x="6253854" y="3339886"/>
            <a:ext cx="965699"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12</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0" name="TextBox 59"/>
          <p:cNvSpPr txBox="1"/>
          <p:nvPr/>
        </p:nvSpPr>
        <p:spPr>
          <a:xfrm>
            <a:off x="5199624" y="4718935"/>
            <a:ext cx="1021729"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13</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1" name="TextBox 60"/>
          <p:cNvSpPr txBox="1"/>
          <p:nvPr/>
        </p:nvSpPr>
        <p:spPr>
          <a:xfrm>
            <a:off x="7082765" y="907073"/>
            <a:ext cx="5013857" cy="954107"/>
          </a:xfrm>
          <a:prstGeom prst="rect">
            <a:avLst/>
          </a:prstGeom>
          <a:noFill/>
        </p:spPr>
        <p:txBody>
          <a:bodyPr wrap="square" rtlCol="0">
            <a:spAutoFit/>
          </a:bodyPr>
          <a:lstStyle/>
          <a:p>
            <a:pPr fontAlgn="auto">
              <a:spcBef>
                <a:spcPts val="0"/>
              </a:spcBef>
              <a:spcAft>
                <a:spcPts val="0"/>
              </a:spcAft>
            </a:pPr>
            <a:r>
              <a:rPr lang="ar-SA" sz="2800" b="1" dirty="0" smtClean="0"/>
              <a:t>الانتقادات الموجهة لنماذج التعلم وأنماط التعلم</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3" name="TextBox 62"/>
          <p:cNvSpPr txBox="1"/>
          <p:nvPr/>
        </p:nvSpPr>
        <p:spPr>
          <a:xfrm>
            <a:off x="0" y="2206315"/>
            <a:ext cx="5071106" cy="523220"/>
          </a:xfrm>
          <a:prstGeom prst="rect">
            <a:avLst/>
          </a:prstGeom>
          <a:noFill/>
        </p:spPr>
        <p:txBody>
          <a:bodyPr wrap="square" rtlCol="0">
            <a:spAutoFit/>
          </a:bodyPr>
          <a:lstStyle/>
          <a:p>
            <a:pPr algn="r" fontAlgn="auto">
              <a:spcBef>
                <a:spcPts val="0"/>
              </a:spcBef>
              <a:spcAft>
                <a:spcPts val="0"/>
              </a:spcAft>
            </a:pPr>
            <a:r>
              <a:rPr lang="ar-JO" sz="2800" b="1" dirty="0" smtClean="0"/>
              <a:t>نقد نظرية الذكاءات المتعددة</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5" name="TextBox 64"/>
          <p:cNvSpPr txBox="1"/>
          <p:nvPr/>
        </p:nvSpPr>
        <p:spPr>
          <a:xfrm>
            <a:off x="7225294" y="3510104"/>
            <a:ext cx="3848100" cy="523220"/>
          </a:xfrm>
          <a:prstGeom prst="rect">
            <a:avLst/>
          </a:prstGeom>
          <a:noFill/>
        </p:spPr>
        <p:txBody>
          <a:bodyPr wrap="square" rtlCol="0">
            <a:spAutoFit/>
          </a:bodyPr>
          <a:lstStyle/>
          <a:p>
            <a:pPr fontAlgn="auto">
              <a:spcBef>
                <a:spcPts val="0"/>
              </a:spcBef>
              <a:spcAft>
                <a:spcPts val="0"/>
              </a:spcAft>
            </a:pPr>
            <a:r>
              <a:rPr lang="ar-SA" sz="2800" b="1" dirty="0" smtClean="0"/>
              <a:t>انتقادات نموذج جريجورس</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7" name="TextBox 66"/>
          <p:cNvSpPr txBox="1"/>
          <p:nvPr/>
        </p:nvSpPr>
        <p:spPr>
          <a:xfrm>
            <a:off x="184245" y="4979451"/>
            <a:ext cx="5026589" cy="523220"/>
          </a:xfrm>
          <a:prstGeom prst="rect">
            <a:avLst/>
          </a:prstGeom>
          <a:noFill/>
        </p:spPr>
        <p:txBody>
          <a:bodyPr wrap="square" rtlCol="0">
            <a:spAutoFit/>
          </a:bodyPr>
          <a:lstStyle/>
          <a:p>
            <a:pPr algn="r" fontAlgn="auto">
              <a:spcBef>
                <a:spcPts val="0"/>
              </a:spcBef>
              <a:spcAft>
                <a:spcPts val="0"/>
              </a:spcAft>
            </a:pPr>
            <a:r>
              <a:rPr lang="ar-JO" sz="2800" b="1" dirty="0" smtClean="0"/>
              <a:t>انتقادات نموذج كولب</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29613518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3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par>
                                <p:cTn id="37" presetID="22" presetClass="entr" presetSubtype="8" fill="hold" nodeType="withEffect">
                                  <p:stCondLst>
                                    <p:cond delay="1000"/>
                                  </p:stCondLst>
                                  <p:childTnLst>
                                    <p:set>
                                      <p:cBhvr>
                                        <p:cTn id="38" dur="1" fill="hold">
                                          <p:stCondLst>
                                            <p:cond delay="0"/>
                                          </p:stCondLst>
                                        </p:cTn>
                                        <p:tgtEl>
                                          <p:spTgt spid="34"/>
                                        </p:tgtEl>
                                        <p:attrNameLst>
                                          <p:attrName>style.visibility</p:attrName>
                                        </p:attrNameLst>
                                      </p:cBhvr>
                                      <p:to>
                                        <p:strVal val="visible"/>
                                      </p:to>
                                    </p:set>
                                    <p:animEffect transition="in" filter="wipe(left)">
                                      <p:cBhvr>
                                        <p:cTn id="39" dur="500"/>
                                        <p:tgtEl>
                                          <p:spTgt spid="34"/>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35"/>
                                        </p:tgtEl>
                                        <p:attrNameLst>
                                          <p:attrName>style.visibility</p:attrName>
                                        </p:attrNameLst>
                                      </p:cBhvr>
                                      <p:to>
                                        <p:strVal val="visible"/>
                                      </p:to>
                                    </p:set>
                                    <p:anim calcmode="lin" valueType="num">
                                      <p:cBhvr>
                                        <p:cTn id="42" dur="500" fill="hold"/>
                                        <p:tgtEl>
                                          <p:spTgt spid="35"/>
                                        </p:tgtEl>
                                        <p:attrNameLst>
                                          <p:attrName>ppt_w</p:attrName>
                                        </p:attrNameLst>
                                      </p:cBhvr>
                                      <p:tavLst>
                                        <p:tav tm="0">
                                          <p:val>
                                            <p:fltVal val="0"/>
                                          </p:val>
                                        </p:tav>
                                        <p:tav tm="100000">
                                          <p:val>
                                            <p:strVal val="#ppt_w"/>
                                          </p:val>
                                        </p:tav>
                                      </p:tavLst>
                                    </p:anim>
                                    <p:anim calcmode="lin" valueType="num">
                                      <p:cBhvr>
                                        <p:cTn id="43" dur="500" fill="hold"/>
                                        <p:tgtEl>
                                          <p:spTgt spid="35"/>
                                        </p:tgtEl>
                                        <p:attrNameLst>
                                          <p:attrName>ppt_h</p:attrName>
                                        </p:attrNameLst>
                                      </p:cBhvr>
                                      <p:tavLst>
                                        <p:tav tm="0">
                                          <p:val>
                                            <p:fltVal val="0"/>
                                          </p:val>
                                        </p:tav>
                                        <p:tav tm="100000">
                                          <p:val>
                                            <p:strVal val="#ppt_h"/>
                                          </p:val>
                                        </p:tav>
                                      </p:tavLst>
                                    </p:anim>
                                    <p:animEffect transition="in" filter="fade">
                                      <p:cBhvr>
                                        <p:cTn id="44" dur="500"/>
                                        <p:tgtEl>
                                          <p:spTgt spid="35"/>
                                        </p:tgtEl>
                                      </p:cBhvr>
                                    </p:animEffect>
                                  </p:childTnLst>
                                </p:cTn>
                              </p:par>
                              <p:par>
                                <p:cTn id="45" presetID="53" presetClass="entr" presetSubtype="16" fill="hold" grpId="0" nodeType="withEffect">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Effect transition="in" filter="fade">
                                      <p:cBhvr>
                                        <p:cTn id="49" dur="500"/>
                                        <p:tgtEl>
                                          <p:spTgt spid="5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500"/>
                                        <p:tgtEl>
                                          <p:spTgt spid="63"/>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Effect transition="in" filter="fade">
                                      <p:cBhvr>
                                        <p:cTn id="60" dur="500"/>
                                        <p:tgtEl>
                                          <p:spTgt spid="51"/>
                                        </p:tgtEl>
                                      </p:cBhvr>
                                    </p:animEffect>
                                  </p:childTnLst>
                                </p:cTn>
                              </p:par>
                              <p:par>
                                <p:cTn id="61" presetID="22" presetClass="entr" presetSubtype="2" fill="hold" nodeType="withEffect">
                                  <p:stCondLst>
                                    <p:cond delay="1500"/>
                                  </p:stCondLst>
                                  <p:childTnLst>
                                    <p:set>
                                      <p:cBhvr>
                                        <p:cTn id="62" dur="1" fill="hold">
                                          <p:stCondLst>
                                            <p:cond delay="0"/>
                                          </p:stCondLst>
                                        </p:cTn>
                                        <p:tgtEl>
                                          <p:spTgt spid="49"/>
                                        </p:tgtEl>
                                        <p:attrNameLst>
                                          <p:attrName>style.visibility</p:attrName>
                                        </p:attrNameLst>
                                      </p:cBhvr>
                                      <p:to>
                                        <p:strVal val="visible"/>
                                      </p:to>
                                    </p:set>
                                    <p:animEffect transition="in" filter="wipe(right)">
                                      <p:cBhvr>
                                        <p:cTn id="63" dur="500"/>
                                        <p:tgtEl>
                                          <p:spTgt spid="49"/>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50"/>
                                        </p:tgtEl>
                                        <p:attrNameLst>
                                          <p:attrName>style.visibility</p:attrName>
                                        </p:attrNameLst>
                                      </p:cBhvr>
                                      <p:to>
                                        <p:strVal val="visible"/>
                                      </p:to>
                                    </p:set>
                                    <p:anim calcmode="lin" valueType="num">
                                      <p:cBhvr>
                                        <p:cTn id="66" dur="500" fill="hold"/>
                                        <p:tgtEl>
                                          <p:spTgt spid="50"/>
                                        </p:tgtEl>
                                        <p:attrNameLst>
                                          <p:attrName>ppt_w</p:attrName>
                                        </p:attrNameLst>
                                      </p:cBhvr>
                                      <p:tavLst>
                                        <p:tav tm="0">
                                          <p:val>
                                            <p:fltVal val="0"/>
                                          </p:val>
                                        </p:tav>
                                        <p:tav tm="100000">
                                          <p:val>
                                            <p:strVal val="#ppt_w"/>
                                          </p:val>
                                        </p:tav>
                                      </p:tavLst>
                                    </p:anim>
                                    <p:anim calcmode="lin" valueType="num">
                                      <p:cBhvr>
                                        <p:cTn id="67" dur="500" fill="hold"/>
                                        <p:tgtEl>
                                          <p:spTgt spid="50"/>
                                        </p:tgtEl>
                                        <p:attrNameLst>
                                          <p:attrName>ppt_h</p:attrName>
                                        </p:attrNameLst>
                                      </p:cBhvr>
                                      <p:tavLst>
                                        <p:tav tm="0">
                                          <p:val>
                                            <p:fltVal val="0"/>
                                          </p:val>
                                        </p:tav>
                                        <p:tav tm="100000">
                                          <p:val>
                                            <p:strVal val="#ppt_h"/>
                                          </p:val>
                                        </p:tav>
                                      </p:tavLst>
                                    </p:anim>
                                    <p:animEffect transition="in" filter="fade">
                                      <p:cBhvr>
                                        <p:cTn id="68" dur="500"/>
                                        <p:tgtEl>
                                          <p:spTgt spid="50"/>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56"/>
                                        </p:tgtEl>
                                        <p:attrNameLst>
                                          <p:attrName>style.visibility</p:attrName>
                                        </p:attrNameLst>
                                      </p:cBhvr>
                                      <p:to>
                                        <p:strVal val="visible"/>
                                      </p:to>
                                    </p:set>
                                    <p:anim calcmode="lin" valueType="num">
                                      <p:cBhvr>
                                        <p:cTn id="71" dur="500" fill="hold"/>
                                        <p:tgtEl>
                                          <p:spTgt spid="56"/>
                                        </p:tgtEl>
                                        <p:attrNameLst>
                                          <p:attrName>ppt_w</p:attrName>
                                        </p:attrNameLst>
                                      </p:cBhvr>
                                      <p:tavLst>
                                        <p:tav tm="0">
                                          <p:val>
                                            <p:fltVal val="0"/>
                                          </p:val>
                                        </p:tav>
                                        <p:tav tm="100000">
                                          <p:val>
                                            <p:strVal val="#ppt_w"/>
                                          </p:val>
                                        </p:tav>
                                      </p:tavLst>
                                    </p:anim>
                                    <p:anim calcmode="lin" valueType="num">
                                      <p:cBhvr>
                                        <p:cTn id="72" dur="500" fill="hold"/>
                                        <p:tgtEl>
                                          <p:spTgt spid="56"/>
                                        </p:tgtEl>
                                        <p:attrNameLst>
                                          <p:attrName>ppt_h</p:attrName>
                                        </p:attrNameLst>
                                      </p:cBhvr>
                                      <p:tavLst>
                                        <p:tav tm="0">
                                          <p:val>
                                            <p:fltVal val="0"/>
                                          </p:val>
                                        </p:tav>
                                        <p:tav tm="100000">
                                          <p:val>
                                            <p:strVal val="#ppt_h"/>
                                          </p:val>
                                        </p:tav>
                                      </p:tavLst>
                                    </p:anim>
                                    <p:animEffect transition="in" filter="fade">
                                      <p:cBhvr>
                                        <p:cTn id="73" dur="500"/>
                                        <p:tgtEl>
                                          <p:spTgt spid="56"/>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59"/>
                                        </p:tgtEl>
                                        <p:attrNameLst>
                                          <p:attrName>style.visibility</p:attrName>
                                        </p:attrNameLst>
                                      </p:cBhvr>
                                      <p:to>
                                        <p:strVal val="visible"/>
                                      </p:to>
                                    </p:set>
                                    <p:animEffect transition="in" filter="fade">
                                      <p:cBhvr>
                                        <p:cTn id="76" dur="500"/>
                                        <p:tgtEl>
                                          <p:spTgt spid="59"/>
                                        </p:tgtEl>
                                      </p:cBhvr>
                                    </p:animEffect>
                                  </p:childTnLst>
                                </p:cTn>
                              </p:par>
                              <p:par>
                                <p:cTn id="77" presetID="10" presetClass="entr" presetSubtype="0" fill="hold" grpId="0" nodeType="withEffect">
                                  <p:stCondLst>
                                    <p:cond delay="150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500"/>
                                        <p:tgtEl>
                                          <p:spTgt spid="65"/>
                                        </p:tgtEl>
                                      </p:cBhvr>
                                    </p:animEffect>
                                  </p:childTnLst>
                                </p:cTn>
                              </p:par>
                              <p:par>
                                <p:cTn id="80" presetID="53" presetClass="entr" presetSubtype="16" fill="hold" grpId="0" nodeType="withEffect">
                                  <p:stCondLst>
                                    <p:cond delay="1750"/>
                                  </p:stCondLst>
                                  <p:childTnLst>
                                    <p:set>
                                      <p:cBhvr>
                                        <p:cTn id="81" dur="1" fill="hold">
                                          <p:stCondLst>
                                            <p:cond delay="0"/>
                                          </p:stCondLst>
                                        </p:cTn>
                                        <p:tgtEl>
                                          <p:spTgt spid="54"/>
                                        </p:tgtEl>
                                        <p:attrNameLst>
                                          <p:attrName>style.visibility</p:attrName>
                                        </p:attrNameLst>
                                      </p:cBhvr>
                                      <p:to>
                                        <p:strVal val="visible"/>
                                      </p:to>
                                    </p:set>
                                    <p:anim calcmode="lin" valueType="num">
                                      <p:cBhvr>
                                        <p:cTn id="82" dur="500" fill="hold"/>
                                        <p:tgtEl>
                                          <p:spTgt spid="54"/>
                                        </p:tgtEl>
                                        <p:attrNameLst>
                                          <p:attrName>ppt_w</p:attrName>
                                        </p:attrNameLst>
                                      </p:cBhvr>
                                      <p:tavLst>
                                        <p:tav tm="0">
                                          <p:val>
                                            <p:fltVal val="0"/>
                                          </p:val>
                                        </p:tav>
                                        <p:tav tm="100000">
                                          <p:val>
                                            <p:strVal val="#ppt_w"/>
                                          </p:val>
                                        </p:tav>
                                      </p:tavLst>
                                    </p:anim>
                                    <p:anim calcmode="lin" valueType="num">
                                      <p:cBhvr>
                                        <p:cTn id="83" dur="500" fill="hold"/>
                                        <p:tgtEl>
                                          <p:spTgt spid="54"/>
                                        </p:tgtEl>
                                        <p:attrNameLst>
                                          <p:attrName>ppt_h</p:attrName>
                                        </p:attrNameLst>
                                      </p:cBhvr>
                                      <p:tavLst>
                                        <p:tav tm="0">
                                          <p:val>
                                            <p:fltVal val="0"/>
                                          </p:val>
                                        </p:tav>
                                        <p:tav tm="100000">
                                          <p:val>
                                            <p:strVal val="#ppt_h"/>
                                          </p:val>
                                        </p:tav>
                                      </p:tavLst>
                                    </p:anim>
                                    <p:animEffect transition="in" filter="fade">
                                      <p:cBhvr>
                                        <p:cTn id="84" dur="500"/>
                                        <p:tgtEl>
                                          <p:spTgt spid="54"/>
                                        </p:tgtEl>
                                      </p:cBhvr>
                                    </p:animEffect>
                                  </p:childTnLst>
                                </p:cTn>
                              </p:par>
                              <p:par>
                                <p:cTn id="85" presetID="22" presetClass="entr" presetSubtype="8" fill="hold" nodeType="withEffect">
                                  <p:stCondLst>
                                    <p:cond delay="2000"/>
                                  </p:stCondLst>
                                  <p:childTnLst>
                                    <p:set>
                                      <p:cBhvr>
                                        <p:cTn id="86" dur="1" fill="hold">
                                          <p:stCondLst>
                                            <p:cond delay="0"/>
                                          </p:stCondLst>
                                        </p:cTn>
                                        <p:tgtEl>
                                          <p:spTgt spid="52"/>
                                        </p:tgtEl>
                                        <p:attrNameLst>
                                          <p:attrName>style.visibility</p:attrName>
                                        </p:attrNameLst>
                                      </p:cBhvr>
                                      <p:to>
                                        <p:strVal val="visible"/>
                                      </p:to>
                                    </p:set>
                                    <p:animEffect transition="in" filter="wipe(left)">
                                      <p:cBhvr>
                                        <p:cTn id="87" dur="500"/>
                                        <p:tgtEl>
                                          <p:spTgt spid="52"/>
                                        </p:tgtEl>
                                      </p:cBhvr>
                                    </p:animEffect>
                                  </p:childTnLst>
                                </p:cTn>
                              </p:par>
                              <p:par>
                                <p:cTn id="88" presetID="53" presetClass="entr" presetSubtype="16" fill="hold" grpId="0" nodeType="withEffect">
                                  <p:stCondLst>
                                    <p:cond delay="200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Effect transition="in" filter="fade">
                                      <p:cBhvr>
                                        <p:cTn id="92" dur="500"/>
                                        <p:tgtEl>
                                          <p:spTgt spid="53"/>
                                        </p:tgtEl>
                                      </p:cBhvr>
                                    </p:animEffect>
                                  </p:childTnLst>
                                </p:cTn>
                              </p:par>
                              <p:par>
                                <p:cTn id="93" presetID="53" presetClass="entr" presetSubtype="16" fill="hold" grpId="0" nodeType="withEffect">
                                  <p:stCondLst>
                                    <p:cond delay="2000"/>
                                  </p:stCondLst>
                                  <p:childTnLst>
                                    <p:set>
                                      <p:cBhvr>
                                        <p:cTn id="94" dur="1" fill="hold">
                                          <p:stCondLst>
                                            <p:cond delay="0"/>
                                          </p:stCondLst>
                                        </p:cTn>
                                        <p:tgtEl>
                                          <p:spTgt spid="57"/>
                                        </p:tgtEl>
                                        <p:attrNameLst>
                                          <p:attrName>style.visibility</p:attrName>
                                        </p:attrNameLst>
                                      </p:cBhvr>
                                      <p:to>
                                        <p:strVal val="visible"/>
                                      </p:to>
                                    </p:set>
                                    <p:anim calcmode="lin" valueType="num">
                                      <p:cBhvr>
                                        <p:cTn id="95" dur="500" fill="hold"/>
                                        <p:tgtEl>
                                          <p:spTgt spid="57"/>
                                        </p:tgtEl>
                                        <p:attrNameLst>
                                          <p:attrName>ppt_w</p:attrName>
                                        </p:attrNameLst>
                                      </p:cBhvr>
                                      <p:tavLst>
                                        <p:tav tm="0">
                                          <p:val>
                                            <p:fltVal val="0"/>
                                          </p:val>
                                        </p:tav>
                                        <p:tav tm="100000">
                                          <p:val>
                                            <p:strVal val="#ppt_w"/>
                                          </p:val>
                                        </p:tav>
                                      </p:tavLst>
                                    </p:anim>
                                    <p:anim calcmode="lin" valueType="num">
                                      <p:cBhvr>
                                        <p:cTn id="96" dur="500" fill="hold"/>
                                        <p:tgtEl>
                                          <p:spTgt spid="57"/>
                                        </p:tgtEl>
                                        <p:attrNameLst>
                                          <p:attrName>ppt_h</p:attrName>
                                        </p:attrNameLst>
                                      </p:cBhvr>
                                      <p:tavLst>
                                        <p:tav tm="0">
                                          <p:val>
                                            <p:fltVal val="0"/>
                                          </p:val>
                                        </p:tav>
                                        <p:tav tm="100000">
                                          <p:val>
                                            <p:strVal val="#ppt_h"/>
                                          </p:val>
                                        </p:tav>
                                      </p:tavLst>
                                    </p:anim>
                                    <p:animEffect transition="in" filter="fade">
                                      <p:cBhvr>
                                        <p:cTn id="97" dur="500"/>
                                        <p:tgtEl>
                                          <p:spTgt spid="57"/>
                                        </p:tgtEl>
                                      </p:cBhvr>
                                    </p:animEffect>
                                  </p:childTnLst>
                                </p:cTn>
                              </p:par>
                              <p:par>
                                <p:cTn id="98" presetID="10" presetClass="entr" presetSubtype="0" fill="hold" grpId="0" nodeType="withEffect">
                                  <p:stCondLst>
                                    <p:cond delay="20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500"/>
                                        <p:tgtEl>
                                          <p:spTgt spid="60"/>
                                        </p:tgtEl>
                                      </p:cBhvr>
                                    </p:animEffect>
                                  </p:childTnLst>
                                </p:cTn>
                              </p:par>
                              <p:par>
                                <p:cTn id="101" presetID="10" presetClass="entr" presetSubtype="0" fill="hold" grpId="0" nodeType="withEffect">
                                  <p:stCondLst>
                                    <p:cond delay="2000"/>
                                  </p:stCondLst>
                                  <p:childTnLst>
                                    <p:set>
                                      <p:cBhvr>
                                        <p:cTn id="102" dur="1" fill="hold">
                                          <p:stCondLst>
                                            <p:cond delay="0"/>
                                          </p:stCondLst>
                                        </p:cTn>
                                        <p:tgtEl>
                                          <p:spTgt spid="67"/>
                                        </p:tgtEl>
                                        <p:attrNameLst>
                                          <p:attrName>style.visibility</p:attrName>
                                        </p:attrNameLst>
                                      </p:cBhvr>
                                      <p:to>
                                        <p:strVal val="visible"/>
                                      </p:to>
                                    </p:set>
                                    <p:animEffect transition="in" filter="fade">
                                      <p:cBhvr>
                                        <p:cTn id="103"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53" grpId="0" animBg="1"/>
      <p:bldP spid="54" grpId="0" animBg="1"/>
      <p:bldP spid="19" grpId="0"/>
      <p:bldP spid="55" grpId="0"/>
      <p:bldP spid="56" grpId="0"/>
      <p:bldP spid="57" grpId="0"/>
      <p:bldP spid="20" grpId="0"/>
      <p:bldP spid="58" grpId="0"/>
      <p:bldP spid="59" grpId="0"/>
      <p:bldP spid="60" grpId="0"/>
      <p:bldP spid="61" grpId="0"/>
      <p:bldP spid="63" grpId="0"/>
      <p:bldP spid="65" grpId="0"/>
      <p:bldP spid="67"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p:cNvCxnSpPr>
            <a:endCxn id="53" idx="7"/>
          </p:cNvCxnSpPr>
          <p:nvPr/>
        </p:nvCxnSpPr>
        <p:spPr>
          <a:xfrm flipH="1">
            <a:off x="6145975" y="-2499"/>
            <a:ext cx="824" cy="470395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379191" y="1302746"/>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ardrop 10"/>
          <p:cNvSpPr/>
          <p:nvPr/>
        </p:nvSpPr>
        <p:spPr>
          <a:xfrm rot="2700000">
            <a:off x="4317086" y="901663"/>
            <a:ext cx="802166" cy="802166"/>
          </a:xfrm>
          <a:prstGeom prst="teardrop">
            <a:avLst/>
          </a:prstGeom>
          <a:noFill/>
          <a:ln w="57150">
            <a:solidFill>
              <a:srgbClr val="3DBF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2" name="Oval 11"/>
          <p:cNvSpPr/>
          <p:nvPr/>
        </p:nvSpPr>
        <p:spPr>
          <a:xfrm>
            <a:off x="6070597" y="1227368"/>
            <a:ext cx="150756" cy="150756"/>
          </a:xfrm>
          <a:prstGeom prst="ellipse">
            <a:avLst/>
          </a:prstGeom>
          <a:solidFill>
            <a:srgbClr val="3DBF9C"/>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34" name="Straight Connector 33"/>
          <p:cNvCxnSpPr/>
          <p:nvPr/>
        </p:nvCxnSpPr>
        <p:spPr>
          <a:xfrm>
            <a:off x="6278352" y="2683369"/>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eardrop 34"/>
          <p:cNvSpPr/>
          <p:nvPr/>
        </p:nvSpPr>
        <p:spPr>
          <a:xfrm rot="13500000">
            <a:off x="7160389" y="2282286"/>
            <a:ext cx="802166" cy="802166"/>
          </a:xfrm>
          <a:prstGeom prst="teardrop">
            <a:avLst/>
          </a:prstGeom>
          <a:noFill/>
          <a:ln w="57150">
            <a:solidFill>
              <a:srgbClr val="D43E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36" name="Oval 35"/>
          <p:cNvSpPr/>
          <p:nvPr/>
        </p:nvSpPr>
        <p:spPr>
          <a:xfrm>
            <a:off x="6070598" y="2607991"/>
            <a:ext cx="150756" cy="150756"/>
          </a:xfrm>
          <a:prstGeom prst="ellipse">
            <a:avLst/>
          </a:prstGeom>
          <a:solidFill>
            <a:srgbClr val="D43E0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cxnSp>
        <p:nvCxnSpPr>
          <p:cNvPr id="49" name="Straight Connector 48"/>
          <p:cNvCxnSpPr/>
          <p:nvPr/>
        </p:nvCxnSpPr>
        <p:spPr>
          <a:xfrm>
            <a:off x="5379191" y="3907104"/>
            <a:ext cx="658905" cy="0"/>
          </a:xfrm>
          <a:prstGeom prst="line">
            <a:avLst/>
          </a:prstGeom>
          <a:ln w="38100" cap="rnd">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ardrop 49"/>
          <p:cNvSpPr/>
          <p:nvPr/>
        </p:nvSpPr>
        <p:spPr>
          <a:xfrm rot="2700000">
            <a:off x="4317086" y="3506021"/>
            <a:ext cx="802166" cy="802166"/>
          </a:xfrm>
          <a:prstGeom prst="teardrop">
            <a:avLst/>
          </a:prstGeom>
          <a:noFill/>
          <a:ln w="57150">
            <a:solidFill>
              <a:srgbClr val="A1BB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1" name="Oval 50"/>
          <p:cNvSpPr/>
          <p:nvPr/>
        </p:nvSpPr>
        <p:spPr>
          <a:xfrm>
            <a:off x="6070597" y="3831726"/>
            <a:ext cx="150756" cy="150756"/>
          </a:xfrm>
          <a:prstGeom prst="ellipse">
            <a:avLst/>
          </a:prstGeom>
          <a:solidFill>
            <a:srgbClr val="A1BB2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53" name="Teardrop 52"/>
          <p:cNvSpPr/>
          <p:nvPr/>
        </p:nvSpPr>
        <p:spPr>
          <a:xfrm rot="18900000">
            <a:off x="5744892" y="4867585"/>
            <a:ext cx="802166" cy="802166"/>
          </a:xfrm>
          <a:prstGeom prst="teardrop">
            <a:avLst/>
          </a:prstGeom>
          <a:noFill/>
          <a:ln w="57150">
            <a:solidFill>
              <a:srgbClr val="0087B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dirty="0">
              <a:solidFill>
                <a:prstClr val="white"/>
              </a:solidFill>
            </a:endParaRPr>
          </a:p>
        </p:txBody>
      </p:sp>
      <p:sp>
        <p:nvSpPr>
          <p:cNvPr id="19" name="TextBox 18"/>
          <p:cNvSpPr txBox="1"/>
          <p:nvPr/>
        </p:nvSpPr>
        <p:spPr>
          <a:xfrm>
            <a:off x="4381992" y="1090963"/>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3DBF9C"/>
                </a:solidFill>
                <a:latin typeface="FontAwesome" pitchFamily="2" charset="0"/>
                <a:cs typeface="+mn-cs"/>
              </a:rPr>
              <a:t></a:t>
            </a:r>
            <a:endParaRPr lang="ru-RU" sz="2400" dirty="0">
              <a:solidFill>
                <a:srgbClr val="3DBF9C"/>
              </a:solidFill>
              <a:latin typeface="Calibri" panose="020F0502020204030204"/>
              <a:cs typeface="+mn-cs"/>
            </a:endParaRPr>
          </a:p>
        </p:txBody>
      </p:sp>
      <p:sp>
        <p:nvSpPr>
          <p:cNvPr id="55" name="TextBox 54"/>
          <p:cNvSpPr txBox="1"/>
          <p:nvPr/>
        </p:nvSpPr>
        <p:spPr>
          <a:xfrm>
            <a:off x="7225294" y="2458886"/>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D43E01"/>
                </a:solidFill>
                <a:latin typeface="FontAwesome" pitchFamily="2" charset="0"/>
                <a:cs typeface="+mn-cs"/>
              </a:rPr>
              <a:t></a:t>
            </a:r>
            <a:endParaRPr lang="ru-RU" sz="2400" dirty="0">
              <a:solidFill>
                <a:srgbClr val="D43E01"/>
              </a:solidFill>
              <a:latin typeface="Calibri" panose="020F0502020204030204"/>
              <a:cs typeface="+mn-cs"/>
            </a:endParaRPr>
          </a:p>
        </p:txBody>
      </p:sp>
      <p:sp>
        <p:nvSpPr>
          <p:cNvPr id="56" name="TextBox 55"/>
          <p:cNvSpPr txBox="1"/>
          <p:nvPr/>
        </p:nvSpPr>
        <p:spPr>
          <a:xfrm>
            <a:off x="4372706" y="3695321"/>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a:solidFill>
                  <a:srgbClr val="A1BB22"/>
                </a:solidFill>
                <a:latin typeface="FontAwesome" pitchFamily="2" charset="0"/>
                <a:cs typeface="+mn-cs"/>
              </a:rPr>
              <a:t></a:t>
            </a:r>
            <a:endParaRPr lang="ru-RU" sz="2400" dirty="0">
              <a:solidFill>
                <a:srgbClr val="A1BB22"/>
              </a:solidFill>
              <a:latin typeface="Calibri" panose="020F0502020204030204"/>
              <a:cs typeface="+mn-cs"/>
            </a:endParaRPr>
          </a:p>
        </p:txBody>
      </p:sp>
      <p:sp>
        <p:nvSpPr>
          <p:cNvPr id="57" name="TextBox 56"/>
          <p:cNvSpPr txBox="1"/>
          <p:nvPr/>
        </p:nvSpPr>
        <p:spPr>
          <a:xfrm>
            <a:off x="5809797" y="5037835"/>
            <a:ext cx="672353" cy="461665"/>
          </a:xfrm>
          <a:prstGeom prst="rect">
            <a:avLst/>
          </a:prstGeom>
          <a:noFill/>
        </p:spPr>
        <p:txBody>
          <a:bodyPr wrap="square" rtlCol="0">
            <a:spAutoFit/>
          </a:bodyPr>
          <a:lstStyle/>
          <a:p>
            <a:pPr algn="ctr" defTabSz="914294" fontAlgn="auto">
              <a:spcBef>
                <a:spcPts val="0"/>
              </a:spcBef>
              <a:spcAft>
                <a:spcPts val="0"/>
              </a:spcAft>
            </a:pPr>
            <a:r>
              <a:rPr lang="en-US" sz="2400" dirty="0" smtClean="0">
                <a:solidFill>
                  <a:srgbClr val="0087B1"/>
                </a:solidFill>
                <a:latin typeface="FontAwesome" pitchFamily="2" charset="0"/>
                <a:cs typeface="+mn-cs"/>
              </a:rPr>
              <a:t></a:t>
            </a:r>
            <a:endParaRPr lang="ru-RU" sz="2400" dirty="0">
              <a:solidFill>
                <a:srgbClr val="0087B1"/>
              </a:solidFill>
              <a:latin typeface="Calibri" panose="020F0502020204030204"/>
              <a:cs typeface="+mn-cs"/>
            </a:endParaRPr>
          </a:p>
        </p:txBody>
      </p:sp>
      <p:sp>
        <p:nvSpPr>
          <p:cNvPr id="20" name="TextBox 19"/>
          <p:cNvSpPr txBox="1"/>
          <p:nvPr/>
        </p:nvSpPr>
        <p:spPr>
          <a:xfrm>
            <a:off x="6352887" y="735528"/>
            <a:ext cx="1204909"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14</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8" name="TextBox 57"/>
          <p:cNvSpPr txBox="1"/>
          <p:nvPr/>
        </p:nvSpPr>
        <p:spPr>
          <a:xfrm>
            <a:off x="5036008" y="2172008"/>
            <a:ext cx="1278723"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15</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59" name="TextBox 58"/>
          <p:cNvSpPr txBox="1"/>
          <p:nvPr/>
        </p:nvSpPr>
        <p:spPr>
          <a:xfrm>
            <a:off x="6178472" y="3489715"/>
            <a:ext cx="1046822" cy="1015663"/>
          </a:xfrm>
          <a:prstGeom prst="rect">
            <a:avLst/>
          </a:prstGeom>
          <a:noFill/>
        </p:spPr>
        <p:txBody>
          <a:bodyPr wrap="square" rtlCol="0">
            <a:spAutoFit/>
          </a:bodyPr>
          <a:lstStyle/>
          <a:p>
            <a:pPr fontAlgn="auto">
              <a:spcBef>
                <a:spcPts val="0"/>
              </a:spcBef>
              <a:spcAft>
                <a:spcPts val="0"/>
              </a:spcAft>
            </a:pPr>
            <a:r>
              <a:rPr lang="en-US" sz="6000" dirty="0" smtClean="0">
                <a:solidFill>
                  <a:prstClr val="white">
                    <a:lumMod val="85000"/>
                  </a:prstClr>
                </a:solidFill>
                <a:latin typeface="Lato Light" panose="020F0402020204030203" pitchFamily="34" charset="0"/>
                <a:cs typeface="Lato Light" panose="020F0402020204030203" pitchFamily="34" charset="0"/>
              </a:rPr>
              <a:t>16</a:t>
            </a:r>
            <a:endParaRPr lang="en-US" sz="6000" dirty="0">
              <a:solidFill>
                <a:prstClr val="white">
                  <a:lumMod val="85000"/>
                </a:prstClr>
              </a:solidFill>
              <a:latin typeface="Lato Light" panose="020F0402020204030203" pitchFamily="34" charset="0"/>
              <a:cs typeface="Lato Light" panose="020F0402020204030203" pitchFamily="34" charset="0"/>
            </a:endParaRPr>
          </a:p>
        </p:txBody>
      </p:sp>
      <p:sp>
        <p:nvSpPr>
          <p:cNvPr id="61" name="TextBox 60"/>
          <p:cNvSpPr txBox="1"/>
          <p:nvPr/>
        </p:nvSpPr>
        <p:spPr>
          <a:xfrm>
            <a:off x="7225294" y="981954"/>
            <a:ext cx="3848100" cy="523220"/>
          </a:xfrm>
          <a:prstGeom prst="rect">
            <a:avLst/>
          </a:prstGeom>
          <a:noFill/>
        </p:spPr>
        <p:txBody>
          <a:bodyPr wrap="square" rtlCol="0">
            <a:spAutoFit/>
          </a:bodyPr>
          <a:lstStyle/>
          <a:p>
            <a:pPr rtl="1" fontAlgn="auto">
              <a:spcBef>
                <a:spcPts val="0"/>
              </a:spcBef>
              <a:spcAft>
                <a:spcPts val="0"/>
              </a:spcAft>
            </a:pPr>
            <a:r>
              <a:rPr lang="ar-SA" sz="2800" b="1" dirty="0" smtClean="0"/>
              <a:t>انتقادات نموذج دان دان </a:t>
            </a:r>
            <a:r>
              <a:rPr lang="en-US" sz="2800" b="1" dirty="0" smtClean="0"/>
              <a:t>VAK</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3" name="TextBox 62"/>
          <p:cNvSpPr txBox="1"/>
          <p:nvPr/>
        </p:nvSpPr>
        <p:spPr>
          <a:xfrm>
            <a:off x="1041591" y="2354314"/>
            <a:ext cx="4605280" cy="523220"/>
          </a:xfrm>
          <a:prstGeom prst="rect">
            <a:avLst/>
          </a:prstGeom>
          <a:noFill/>
        </p:spPr>
        <p:txBody>
          <a:bodyPr wrap="square" rtlCol="0">
            <a:spAutoFit/>
          </a:bodyPr>
          <a:lstStyle/>
          <a:p>
            <a:pPr algn="l" rtl="1" fontAlgn="auto">
              <a:spcBef>
                <a:spcPts val="0"/>
              </a:spcBef>
              <a:spcAft>
                <a:spcPts val="0"/>
              </a:spcAft>
            </a:pPr>
            <a:r>
              <a:rPr lang="ar-SA" sz="2800" b="1" dirty="0" smtClean="0"/>
              <a:t>الانتقادات الموجهة لنموذج </a:t>
            </a:r>
            <a:r>
              <a:rPr lang="en-US" sz="2800" b="1" dirty="0" smtClean="0"/>
              <a:t>VARK</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5" name="TextBox 64"/>
          <p:cNvSpPr txBox="1"/>
          <p:nvPr/>
        </p:nvSpPr>
        <p:spPr>
          <a:xfrm>
            <a:off x="6994254" y="3570116"/>
            <a:ext cx="4892945" cy="954107"/>
          </a:xfrm>
          <a:prstGeom prst="rect">
            <a:avLst/>
          </a:prstGeom>
          <a:noFill/>
        </p:spPr>
        <p:txBody>
          <a:bodyPr wrap="square" rtlCol="0">
            <a:spAutoFit/>
          </a:bodyPr>
          <a:lstStyle/>
          <a:p>
            <a:pPr fontAlgn="auto">
              <a:spcBef>
                <a:spcPts val="0"/>
              </a:spcBef>
              <a:spcAft>
                <a:spcPts val="0"/>
              </a:spcAft>
            </a:pPr>
            <a:r>
              <a:rPr lang="ar-SA" sz="2800" b="1" dirty="0" smtClean="0"/>
              <a:t>انتقادات نموذج الفص الأيمن والفص الأيمن من المخ</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67" name="TextBox 66"/>
          <p:cNvSpPr txBox="1"/>
          <p:nvPr/>
        </p:nvSpPr>
        <p:spPr>
          <a:xfrm>
            <a:off x="4221923" y="5681231"/>
            <a:ext cx="3848100" cy="523220"/>
          </a:xfrm>
          <a:prstGeom prst="rect">
            <a:avLst/>
          </a:prstGeom>
          <a:noFill/>
        </p:spPr>
        <p:txBody>
          <a:bodyPr wrap="square" rtlCol="0">
            <a:spAutoFit/>
          </a:bodyPr>
          <a:lstStyle/>
          <a:p>
            <a:pPr algn="ctr" fontAlgn="auto">
              <a:spcBef>
                <a:spcPts val="0"/>
              </a:spcBef>
              <a:spcAft>
                <a:spcPts val="0"/>
              </a:spcAft>
            </a:pPr>
            <a:r>
              <a:rPr lang="en-US" sz="2800" dirty="0" smtClean="0">
                <a:solidFill>
                  <a:prstClr val="black">
                    <a:lumMod val="85000"/>
                    <a:lumOff val="15000"/>
                  </a:prstClr>
                </a:solidFill>
                <a:latin typeface="Lato" panose="020F0502020204030203" pitchFamily="34" charset="0"/>
                <a:cs typeface="Lato" panose="020F0502020204030203" pitchFamily="34" charset="0"/>
              </a:rPr>
              <a:t>End of presentation</a:t>
            </a:r>
            <a:endParaRPr lang="en-US" sz="2800" dirty="0">
              <a:solidFill>
                <a:prstClr val="black">
                  <a:lumMod val="85000"/>
                  <a:lumOff val="15000"/>
                </a:prstClr>
              </a:solidFill>
              <a:latin typeface="Lato" panose="020F0502020204030203" pitchFamily="34" charset="0"/>
              <a:cs typeface="Lato" panose="020F0502020204030203" pitchFamily="34" charset="0"/>
            </a:endParaRPr>
          </a:p>
        </p:txBody>
      </p:sp>
      <p:sp>
        <p:nvSpPr>
          <p:cNvPr id="2" name="Footer Placeholder 1"/>
          <p:cNvSpPr>
            <a:spLocks noGrp="1"/>
          </p:cNvSpPr>
          <p:nvPr>
            <p:ph type="ftr" sz="quarter" idx="11"/>
          </p:nvPr>
        </p:nvSpPr>
        <p:spPr/>
        <p:txBody>
          <a:bodyPr/>
          <a:lstStyle/>
          <a:p>
            <a:r>
              <a:rPr lang="ar-SA" smtClean="0">
                <a:solidFill>
                  <a:prstClr val="black">
                    <a:tint val="75000"/>
                  </a:prstClr>
                </a:solidFill>
              </a:rPr>
              <a:t>موسوعة تكنولوجيا التعليم</a:t>
            </a:r>
            <a:endParaRPr lang="en-US" dirty="0">
              <a:solidFill>
                <a:prstClr val="black">
                  <a:tint val="75000"/>
                </a:prstClr>
              </a:solidFill>
            </a:endParaRPr>
          </a:p>
        </p:txBody>
      </p:sp>
    </p:spTree>
    <p:extLst>
      <p:ext uri="{BB962C8B-B14F-4D97-AF65-F5344CB8AC3E}">
        <p14:creationId xmlns:p14="http://schemas.microsoft.com/office/powerpoint/2010/main" val="16029341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22" presetClass="entr" presetSubtype="2"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right)">
                                      <p:cBhvr>
                                        <p:cTn id="15" dur="500"/>
                                        <p:tgtEl>
                                          <p:spTgt spid="9"/>
                                        </p:tgtEl>
                                      </p:cBhvr>
                                    </p:animEffect>
                                  </p:childTnLst>
                                </p:cTn>
                              </p:par>
                              <p:par>
                                <p:cTn id="16" presetID="53" presetClass="entr" presetSubtype="16" fill="hold" grpId="0" nodeType="withEffect">
                                  <p:stCondLst>
                                    <p:cond delay="50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Effect transition="in" filter="fade">
                                      <p:cBhvr>
                                        <p:cTn id="20" dur="500"/>
                                        <p:tgtEl>
                                          <p:spTgt spid="11"/>
                                        </p:tgtEl>
                                      </p:cBhvr>
                                    </p:animEffect>
                                  </p:childTnLst>
                                </p:cTn>
                              </p:par>
                              <p:par>
                                <p:cTn id="21" presetID="53" presetClass="entr" presetSubtype="16" fill="hold" grpId="0" nodeType="withEffect">
                                  <p:stCondLst>
                                    <p:cond delay="500"/>
                                  </p:stCondLst>
                                  <p:childTnLst>
                                    <p:set>
                                      <p:cBhvr>
                                        <p:cTn id="22" dur="1" fill="hold">
                                          <p:stCondLst>
                                            <p:cond delay="0"/>
                                          </p:stCondLst>
                                        </p:cTn>
                                        <p:tgtEl>
                                          <p:spTgt spid="19"/>
                                        </p:tgtEl>
                                        <p:attrNameLst>
                                          <p:attrName>style.visibility</p:attrName>
                                        </p:attrNameLst>
                                      </p:cBhvr>
                                      <p:to>
                                        <p:strVal val="visible"/>
                                      </p:to>
                                    </p:set>
                                    <p:anim calcmode="lin" valueType="num">
                                      <p:cBhvr>
                                        <p:cTn id="23" dur="500" fill="hold"/>
                                        <p:tgtEl>
                                          <p:spTgt spid="19"/>
                                        </p:tgtEl>
                                        <p:attrNameLst>
                                          <p:attrName>ppt_w</p:attrName>
                                        </p:attrNameLst>
                                      </p:cBhvr>
                                      <p:tavLst>
                                        <p:tav tm="0">
                                          <p:val>
                                            <p:fltVal val="0"/>
                                          </p:val>
                                        </p:tav>
                                        <p:tav tm="100000">
                                          <p:val>
                                            <p:strVal val="#ppt_w"/>
                                          </p:val>
                                        </p:tav>
                                      </p:tavLst>
                                    </p:anim>
                                    <p:anim calcmode="lin" valueType="num">
                                      <p:cBhvr>
                                        <p:cTn id="24" dur="500" fill="hold"/>
                                        <p:tgtEl>
                                          <p:spTgt spid="19"/>
                                        </p:tgtEl>
                                        <p:attrNameLst>
                                          <p:attrName>ppt_h</p:attrName>
                                        </p:attrNameLst>
                                      </p:cBhvr>
                                      <p:tavLst>
                                        <p:tav tm="0">
                                          <p:val>
                                            <p:fltVal val="0"/>
                                          </p:val>
                                        </p:tav>
                                        <p:tav tm="100000">
                                          <p:val>
                                            <p:strVal val="#ppt_h"/>
                                          </p:val>
                                        </p:tav>
                                      </p:tavLst>
                                    </p:anim>
                                    <p:animEffect transition="in" filter="fade">
                                      <p:cBhvr>
                                        <p:cTn id="25" dur="500"/>
                                        <p:tgtEl>
                                          <p:spTgt spid="19"/>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par>
                                <p:cTn id="32" presetID="53" presetClass="entr" presetSubtype="16" fill="hold" grpId="0" nodeType="withEffect">
                                  <p:stCondLst>
                                    <p:cond delay="750"/>
                                  </p:stCondLst>
                                  <p:childTnLst>
                                    <p:set>
                                      <p:cBhvr>
                                        <p:cTn id="33" dur="1" fill="hold">
                                          <p:stCondLst>
                                            <p:cond delay="0"/>
                                          </p:stCondLst>
                                        </p:cTn>
                                        <p:tgtEl>
                                          <p:spTgt spid="36"/>
                                        </p:tgtEl>
                                        <p:attrNameLst>
                                          <p:attrName>style.visibility</p:attrName>
                                        </p:attrNameLst>
                                      </p:cBhvr>
                                      <p:to>
                                        <p:strVal val="visible"/>
                                      </p:to>
                                    </p:set>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fltVal val="0"/>
                                          </p:val>
                                        </p:tav>
                                        <p:tav tm="100000">
                                          <p:val>
                                            <p:strVal val="#ppt_h"/>
                                          </p:val>
                                        </p:tav>
                                      </p:tavLst>
                                    </p:anim>
                                    <p:animEffect transition="in" filter="fade">
                                      <p:cBhvr>
                                        <p:cTn id="36" dur="500"/>
                                        <p:tgtEl>
                                          <p:spTgt spid="36"/>
                                        </p:tgtEl>
                                      </p:cBhvr>
                                    </p:animEffect>
                                  </p:childTnLst>
                                </p:cTn>
                              </p:par>
                              <p:par>
                                <p:cTn id="37" presetID="22" presetClass="entr" presetSubtype="8" fill="hold" nodeType="withEffect">
                                  <p:stCondLst>
                                    <p:cond delay="1000"/>
                                  </p:stCondLst>
                                  <p:childTnLst>
                                    <p:set>
                                      <p:cBhvr>
                                        <p:cTn id="38" dur="1" fill="hold">
                                          <p:stCondLst>
                                            <p:cond delay="0"/>
                                          </p:stCondLst>
                                        </p:cTn>
                                        <p:tgtEl>
                                          <p:spTgt spid="34"/>
                                        </p:tgtEl>
                                        <p:attrNameLst>
                                          <p:attrName>style.visibility</p:attrName>
                                        </p:attrNameLst>
                                      </p:cBhvr>
                                      <p:to>
                                        <p:strVal val="visible"/>
                                      </p:to>
                                    </p:set>
                                    <p:animEffect transition="in" filter="wipe(left)">
                                      <p:cBhvr>
                                        <p:cTn id="39" dur="500"/>
                                        <p:tgtEl>
                                          <p:spTgt spid="34"/>
                                        </p:tgtEl>
                                      </p:cBhvr>
                                    </p:animEffect>
                                  </p:childTnLst>
                                </p:cTn>
                              </p:par>
                              <p:par>
                                <p:cTn id="40" presetID="53" presetClass="entr" presetSubtype="16" fill="hold" grpId="0" nodeType="withEffect">
                                  <p:stCondLst>
                                    <p:cond delay="1000"/>
                                  </p:stCondLst>
                                  <p:childTnLst>
                                    <p:set>
                                      <p:cBhvr>
                                        <p:cTn id="41" dur="1" fill="hold">
                                          <p:stCondLst>
                                            <p:cond delay="0"/>
                                          </p:stCondLst>
                                        </p:cTn>
                                        <p:tgtEl>
                                          <p:spTgt spid="55"/>
                                        </p:tgtEl>
                                        <p:attrNameLst>
                                          <p:attrName>style.visibility</p:attrName>
                                        </p:attrNameLst>
                                      </p:cBhvr>
                                      <p:to>
                                        <p:strVal val="visible"/>
                                      </p:to>
                                    </p:set>
                                    <p:anim calcmode="lin" valueType="num">
                                      <p:cBhvr>
                                        <p:cTn id="42" dur="500" fill="hold"/>
                                        <p:tgtEl>
                                          <p:spTgt spid="55"/>
                                        </p:tgtEl>
                                        <p:attrNameLst>
                                          <p:attrName>ppt_w</p:attrName>
                                        </p:attrNameLst>
                                      </p:cBhvr>
                                      <p:tavLst>
                                        <p:tav tm="0">
                                          <p:val>
                                            <p:fltVal val="0"/>
                                          </p:val>
                                        </p:tav>
                                        <p:tav tm="100000">
                                          <p:val>
                                            <p:strVal val="#ppt_w"/>
                                          </p:val>
                                        </p:tav>
                                      </p:tavLst>
                                    </p:anim>
                                    <p:anim calcmode="lin" valueType="num">
                                      <p:cBhvr>
                                        <p:cTn id="43" dur="500" fill="hold"/>
                                        <p:tgtEl>
                                          <p:spTgt spid="55"/>
                                        </p:tgtEl>
                                        <p:attrNameLst>
                                          <p:attrName>ppt_h</p:attrName>
                                        </p:attrNameLst>
                                      </p:cBhvr>
                                      <p:tavLst>
                                        <p:tav tm="0">
                                          <p:val>
                                            <p:fltVal val="0"/>
                                          </p:val>
                                        </p:tav>
                                        <p:tav tm="100000">
                                          <p:val>
                                            <p:strVal val="#ppt_h"/>
                                          </p:val>
                                        </p:tav>
                                      </p:tavLst>
                                    </p:anim>
                                    <p:animEffect transition="in" filter="fade">
                                      <p:cBhvr>
                                        <p:cTn id="44" dur="500"/>
                                        <p:tgtEl>
                                          <p:spTgt spid="55"/>
                                        </p:tgtEl>
                                      </p:cBhvr>
                                    </p:animEffect>
                                  </p:childTnLst>
                                </p:cTn>
                              </p:par>
                              <p:par>
                                <p:cTn id="45" presetID="53" presetClass="entr" presetSubtype="16" fill="hold" grpId="0" nodeType="withEffect">
                                  <p:stCondLst>
                                    <p:cond delay="1000"/>
                                  </p:stCondLst>
                                  <p:childTnLst>
                                    <p:set>
                                      <p:cBhvr>
                                        <p:cTn id="46" dur="1" fill="hold">
                                          <p:stCondLst>
                                            <p:cond delay="0"/>
                                          </p:stCondLst>
                                        </p:cTn>
                                        <p:tgtEl>
                                          <p:spTgt spid="35"/>
                                        </p:tgtEl>
                                        <p:attrNameLst>
                                          <p:attrName>style.visibility</p:attrName>
                                        </p:attrNameLst>
                                      </p:cBhvr>
                                      <p:to>
                                        <p:strVal val="visible"/>
                                      </p:to>
                                    </p:set>
                                    <p:anim calcmode="lin" valueType="num">
                                      <p:cBhvr>
                                        <p:cTn id="47" dur="500" fill="hold"/>
                                        <p:tgtEl>
                                          <p:spTgt spid="35"/>
                                        </p:tgtEl>
                                        <p:attrNameLst>
                                          <p:attrName>ppt_w</p:attrName>
                                        </p:attrNameLst>
                                      </p:cBhvr>
                                      <p:tavLst>
                                        <p:tav tm="0">
                                          <p:val>
                                            <p:fltVal val="0"/>
                                          </p:val>
                                        </p:tav>
                                        <p:tav tm="100000">
                                          <p:val>
                                            <p:strVal val="#ppt_w"/>
                                          </p:val>
                                        </p:tav>
                                      </p:tavLst>
                                    </p:anim>
                                    <p:anim calcmode="lin" valueType="num">
                                      <p:cBhvr>
                                        <p:cTn id="48" dur="500" fill="hold"/>
                                        <p:tgtEl>
                                          <p:spTgt spid="35"/>
                                        </p:tgtEl>
                                        <p:attrNameLst>
                                          <p:attrName>ppt_h</p:attrName>
                                        </p:attrNameLst>
                                      </p:cBhvr>
                                      <p:tavLst>
                                        <p:tav tm="0">
                                          <p:val>
                                            <p:fltVal val="0"/>
                                          </p:val>
                                        </p:tav>
                                        <p:tav tm="100000">
                                          <p:val>
                                            <p:strVal val="#ppt_h"/>
                                          </p:val>
                                        </p:tav>
                                      </p:tavLst>
                                    </p:anim>
                                    <p:animEffect transition="in" filter="fade">
                                      <p:cBhvr>
                                        <p:cTn id="49" dur="500"/>
                                        <p:tgtEl>
                                          <p:spTgt spid="35"/>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500"/>
                                        <p:tgtEl>
                                          <p:spTgt spid="63"/>
                                        </p:tgtEl>
                                      </p:cBhvr>
                                    </p:animEffect>
                                  </p:childTnLst>
                                </p:cTn>
                              </p:par>
                              <p:par>
                                <p:cTn id="56" presetID="53" presetClass="entr" presetSubtype="16" fill="hold" grpId="0" nodeType="withEffect">
                                  <p:stCondLst>
                                    <p:cond delay="125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Effect transition="in" filter="fade">
                                      <p:cBhvr>
                                        <p:cTn id="60" dur="500"/>
                                        <p:tgtEl>
                                          <p:spTgt spid="51"/>
                                        </p:tgtEl>
                                      </p:cBhvr>
                                    </p:animEffect>
                                  </p:childTnLst>
                                </p:cTn>
                              </p:par>
                              <p:par>
                                <p:cTn id="61" presetID="22" presetClass="entr" presetSubtype="2" fill="hold" nodeType="withEffect">
                                  <p:stCondLst>
                                    <p:cond delay="1500"/>
                                  </p:stCondLst>
                                  <p:childTnLst>
                                    <p:set>
                                      <p:cBhvr>
                                        <p:cTn id="62" dur="1" fill="hold">
                                          <p:stCondLst>
                                            <p:cond delay="0"/>
                                          </p:stCondLst>
                                        </p:cTn>
                                        <p:tgtEl>
                                          <p:spTgt spid="49"/>
                                        </p:tgtEl>
                                        <p:attrNameLst>
                                          <p:attrName>style.visibility</p:attrName>
                                        </p:attrNameLst>
                                      </p:cBhvr>
                                      <p:to>
                                        <p:strVal val="visible"/>
                                      </p:to>
                                    </p:set>
                                    <p:animEffect transition="in" filter="wipe(right)">
                                      <p:cBhvr>
                                        <p:cTn id="63" dur="500"/>
                                        <p:tgtEl>
                                          <p:spTgt spid="49"/>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50"/>
                                        </p:tgtEl>
                                        <p:attrNameLst>
                                          <p:attrName>style.visibility</p:attrName>
                                        </p:attrNameLst>
                                      </p:cBhvr>
                                      <p:to>
                                        <p:strVal val="visible"/>
                                      </p:to>
                                    </p:set>
                                    <p:anim calcmode="lin" valueType="num">
                                      <p:cBhvr>
                                        <p:cTn id="66" dur="500" fill="hold"/>
                                        <p:tgtEl>
                                          <p:spTgt spid="50"/>
                                        </p:tgtEl>
                                        <p:attrNameLst>
                                          <p:attrName>ppt_w</p:attrName>
                                        </p:attrNameLst>
                                      </p:cBhvr>
                                      <p:tavLst>
                                        <p:tav tm="0">
                                          <p:val>
                                            <p:fltVal val="0"/>
                                          </p:val>
                                        </p:tav>
                                        <p:tav tm="100000">
                                          <p:val>
                                            <p:strVal val="#ppt_w"/>
                                          </p:val>
                                        </p:tav>
                                      </p:tavLst>
                                    </p:anim>
                                    <p:anim calcmode="lin" valueType="num">
                                      <p:cBhvr>
                                        <p:cTn id="67" dur="500" fill="hold"/>
                                        <p:tgtEl>
                                          <p:spTgt spid="50"/>
                                        </p:tgtEl>
                                        <p:attrNameLst>
                                          <p:attrName>ppt_h</p:attrName>
                                        </p:attrNameLst>
                                      </p:cBhvr>
                                      <p:tavLst>
                                        <p:tav tm="0">
                                          <p:val>
                                            <p:fltVal val="0"/>
                                          </p:val>
                                        </p:tav>
                                        <p:tav tm="100000">
                                          <p:val>
                                            <p:strVal val="#ppt_h"/>
                                          </p:val>
                                        </p:tav>
                                      </p:tavLst>
                                    </p:anim>
                                    <p:animEffect transition="in" filter="fade">
                                      <p:cBhvr>
                                        <p:cTn id="68" dur="500"/>
                                        <p:tgtEl>
                                          <p:spTgt spid="50"/>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56"/>
                                        </p:tgtEl>
                                        <p:attrNameLst>
                                          <p:attrName>style.visibility</p:attrName>
                                        </p:attrNameLst>
                                      </p:cBhvr>
                                      <p:to>
                                        <p:strVal val="visible"/>
                                      </p:to>
                                    </p:set>
                                    <p:anim calcmode="lin" valueType="num">
                                      <p:cBhvr>
                                        <p:cTn id="71" dur="500" fill="hold"/>
                                        <p:tgtEl>
                                          <p:spTgt spid="56"/>
                                        </p:tgtEl>
                                        <p:attrNameLst>
                                          <p:attrName>ppt_w</p:attrName>
                                        </p:attrNameLst>
                                      </p:cBhvr>
                                      <p:tavLst>
                                        <p:tav tm="0">
                                          <p:val>
                                            <p:fltVal val="0"/>
                                          </p:val>
                                        </p:tav>
                                        <p:tav tm="100000">
                                          <p:val>
                                            <p:strVal val="#ppt_w"/>
                                          </p:val>
                                        </p:tav>
                                      </p:tavLst>
                                    </p:anim>
                                    <p:anim calcmode="lin" valueType="num">
                                      <p:cBhvr>
                                        <p:cTn id="72" dur="500" fill="hold"/>
                                        <p:tgtEl>
                                          <p:spTgt spid="56"/>
                                        </p:tgtEl>
                                        <p:attrNameLst>
                                          <p:attrName>ppt_h</p:attrName>
                                        </p:attrNameLst>
                                      </p:cBhvr>
                                      <p:tavLst>
                                        <p:tav tm="0">
                                          <p:val>
                                            <p:fltVal val="0"/>
                                          </p:val>
                                        </p:tav>
                                        <p:tav tm="100000">
                                          <p:val>
                                            <p:strVal val="#ppt_h"/>
                                          </p:val>
                                        </p:tav>
                                      </p:tavLst>
                                    </p:anim>
                                    <p:animEffect transition="in" filter="fade">
                                      <p:cBhvr>
                                        <p:cTn id="73" dur="500"/>
                                        <p:tgtEl>
                                          <p:spTgt spid="56"/>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65"/>
                                        </p:tgtEl>
                                        <p:attrNameLst>
                                          <p:attrName>style.visibility</p:attrName>
                                        </p:attrNameLst>
                                      </p:cBhvr>
                                      <p:to>
                                        <p:strVal val="visible"/>
                                      </p:to>
                                    </p:set>
                                    <p:animEffect transition="in" filter="fade">
                                      <p:cBhvr>
                                        <p:cTn id="76" dur="500"/>
                                        <p:tgtEl>
                                          <p:spTgt spid="65"/>
                                        </p:tgtEl>
                                      </p:cBhvr>
                                    </p:animEffect>
                                  </p:childTnLst>
                                </p:cTn>
                              </p:par>
                              <p:par>
                                <p:cTn id="77" presetID="10" presetClass="entr" presetSubtype="0" fill="hold" grpId="0" nodeType="withEffect">
                                  <p:stCondLst>
                                    <p:cond delay="1500"/>
                                  </p:stCondLst>
                                  <p:childTnLst>
                                    <p:set>
                                      <p:cBhvr>
                                        <p:cTn id="78" dur="1" fill="hold">
                                          <p:stCondLst>
                                            <p:cond delay="0"/>
                                          </p:stCondLst>
                                        </p:cTn>
                                        <p:tgtEl>
                                          <p:spTgt spid="59"/>
                                        </p:tgtEl>
                                        <p:attrNameLst>
                                          <p:attrName>style.visibility</p:attrName>
                                        </p:attrNameLst>
                                      </p:cBhvr>
                                      <p:to>
                                        <p:strVal val="visible"/>
                                      </p:to>
                                    </p:set>
                                    <p:animEffect transition="in" filter="fade">
                                      <p:cBhvr>
                                        <p:cTn id="79" dur="500"/>
                                        <p:tgtEl>
                                          <p:spTgt spid="59"/>
                                        </p:tgtEl>
                                      </p:cBhvr>
                                    </p:animEffect>
                                  </p:childTnLst>
                                </p:cTn>
                              </p:par>
                              <p:par>
                                <p:cTn id="80" presetID="53" presetClass="entr" presetSubtype="16" fill="hold" grpId="0" nodeType="withEffect">
                                  <p:stCondLst>
                                    <p:cond delay="1750"/>
                                  </p:stCondLst>
                                  <p:childTnLst>
                                    <p:set>
                                      <p:cBhvr>
                                        <p:cTn id="81" dur="1" fill="hold">
                                          <p:stCondLst>
                                            <p:cond delay="0"/>
                                          </p:stCondLst>
                                        </p:cTn>
                                        <p:tgtEl>
                                          <p:spTgt spid="53"/>
                                        </p:tgtEl>
                                        <p:attrNameLst>
                                          <p:attrName>style.visibility</p:attrName>
                                        </p:attrNameLst>
                                      </p:cBhvr>
                                      <p:to>
                                        <p:strVal val="visible"/>
                                      </p:to>
                                    </p:set>
                                    <p:anim calcmode="lin" valueType="num">
                                      <p:cBhvr>
                                        <p:cTn id="82" dur="500" fill="hold"/>
                                        <p:tgtEl>
                                          <p:spTgt spid="53"/>
                                        </p:tgtEl>
                                        <p:attrNameLst>
                                          <p:attrName>ppt_w</p:attrName>
                                        </p:attrNameLst>
                                      </p:cBhvr>
                                      <p:tavLst>
                                        <p:tav tm="0">
                                          <p:val>
                                            <p:fltVal val="0"/>
                                          </p:val>
                                        </p:tav>
                                        <p:tav tm="100000">
                                          <p:val>
                                            <p:strVal val="#ppt_w"/>
                                          </p:val>
                                        </p:tav>
                                      </p:tavLst>
                                    </p:anim>
                                    <p:anim calcmode="lin" valueType="num">
                                      <p:cBhvr>
                                        <p:cTn id="83" dur="500" fill="hold"/>
                                        <p:tgtEl>
                                          <p:spTgt spid="53"/>
                                        </p:tgtEl>
                                        <p:attrNameLst>
                                          <p:attrName>ppt_h</p:attrName>
                                        </p:attrNameLst>
                                      </p:cBhvr>
                                      <p:tavLst>
                                        <p:tav tm="0">
                                          <p:val>
                                            <p:fltVal val="0"/>
                                          </p:val>
                                        </p:tav>
                                        <p:tav tm="100000">
                                          <p:val>
                                            <p:strVal val="#ppt_h"/>
                                          </p:val>
                                        </p:tav>
                                      </p:tavLst>
                                    </p:anim>
                                    <p:animEffect transition="in" filter="fade">
                                      <p:cBhvr>
                                        <p:cTn id="84" dur="500"/>
                                        <p:tgtEl>
                                          <p:spTgt spid="53"/>
                                        </p:tgtEl>
                                      </p:cBhvr>
                                    </p:animEffect>
                                  </p:childTnLst>
                                </p:cTn>
                              </p:par>
                              <p:par>
                                <p:cTn id="85" presetID="53" presetClass="entr" presetSubtype="16" fill="hold" grpId="0" nodeType="withEffect">
                                  <p:stCondLst>
                                    <p:cond delay="1750"/>
                                  </p:stCondLst>
                                  <p:childTnLst>
                                    <p:set>
                                      <p:cBhvr>
                                        <p:cTn id="86" dur="1" fill="hold">
                                          <p:stCondLst>
                                            <p:cond delay="0"/>
                                          </p:stCondLst>
                                        </p:cTn>
                                        <p:tgtEl>
                                          <p:spTgt spid="57"/>
                                        </p:tgtEl>
                                        <p:attrNameLst>
                                          <p:attrName>style.visibility</p:attrName>
                                        </p:attrNameLst>
                                      </p:cBhvr>
                                      <p:to>
                                        <p:strVal val="visible"/>
                                      </p:to>
                                    </p:set>
                                    <p:anim calcmode="lin" valueType="num">
                                      <p:cBhvr>
                                        <p:cTn id="87" dur="500" fill="hold"/>
                                        <p:tgtEl>
                                          <p:spTgt spid="57"/>
                                        </p:tgtEl>
                                        <p:attrNameLst>
                                          <p:attrName>ppt_w</p:attrName>
                                        </p:attrNameLst>
                                      </p:cBhvr>
                                      <p:tavLst>
                                        <p:tav tm="0">
                                          <p:val>
                                            <p:fltVal val="0"/>
                                          </p:val>
                                        </p:tav>
                                        <p:tav tm="100000">
                                          <p:val>
                                            <p:strVal val="#ppt_w"/>
                                          </p:val>
                                        </p:tav>
                                      </p:tavLst>
                                    </p:anim>
                                    <p:anim calcmode="lin" valueType="num">
                                      <p:cBhvr>
                                        <p:cTn id="88" dur="500" fill="hold"/>
                                        <p:tgtEl>
                                          <p:spTgt spid="57"/>
                                        </p:tgtEl>
                                        <p:attrNameLst>
                                          <p:attrName>ppt_h</p:attrName>
                                        </p:attrNameLst>
                                      </p:cBhvr>
                                      <p:tavLst>
                                        <p:tav tm="0">
                                          <p:val>
                                            <p:fltVal val="0"/>
                                          </p:val>
                                        </p:tav>
                                        <p:tav tm="100000">
                                          <p:val>
                                            <p:strVal val="#ppt_h"/>
                                          </p:val>
                                        </p:tav>
                                      </p:tavLst>
                                    </p:anim>
                                    <p:animEffect transition="in" filter="fade">
                                      <p:cBhvr>
                                        <p:cTn id="89" dur="500"/>
                                        <p:tgtEl>
                                          <p:spTgt spid="57"/>
                                        </p:tgtEl>
                                      </p:cBhvr>
                                    </p:animEffect>
                                  </p:childTnLst>
                                </p:cTn>
                              </p:par>
                              <p:par>
                                <p:cTn id="90" presetID="10" presetClass="entr" presetSubtype="0" fill="hold" grpId="0" nodeType="withEffect">
                                  <p:stCondLst>
                                    <p:cond delay="200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35" grpId="0" animBg="1"/>
      <p:bldP spid="36" grpId="0" animBg="1"/>
      <p:bldP spid="50" grpId="0" animBg="1"/>
      <p:bldP spid="51" grpId="0" animBg="1"/>
      <p:bldP spid="53" grpId="0" animBg="1"/>
      <p:bldP spid="19" grpId="0"/>
      <p:bldP spid="55" grpId="0"/>
      <p:bldP spid="56" grpId="0"/>
      <p:bldP spid="57" grpId="0"/>
      <p:bldP spid="20" grpId="0"/>
      <p:bldP spid="58" grpId="0"/>
      <p:bldP spid="59" grpId="0"/>
      <p:bldP spid="61" grpId="0"/>
      <p:bldP spid="63" grpId="0"/>
      <p:bldP spid="65" grpId="0"/>
      <p:bldP spid="67"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Basic Slid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Office Theme">
  <a:themeElements>
    <a:clrScheme name="Custom 9">
      <a:dk1>
        <a:srgbClr val="070707"/>
      </a:dk1>
      <a:lt1>
        <a:srgbClr val="F4F4F4"/>
      </a:lt1>
      <a:dk2>
        <a:srgbClr val="A0A0A3"/>
      </a:dk2>
      <a:lt2>
        <a:srgbClr val="E5E5E5"/>
      </a:lt2>
      <a:accent1>
        <a:srgbClr val="FC395B"/>
      </a:accent1>
      <a:accent2>
        <a:srgbClr val="FB7545"/>
      </a:accent2>
      <a:accent3>
        <a:srgbClr val="E9C944"/>
      </a:accent3>
      <a:accent4>
        <a:srgbClr val="90D049"/>
      </a:accent4>
      <a:accent5>
        <a:srgbClr val="18B96E"/>
      </a:accent5>
      <a:accent6>
        <a:srgbClr val="19C0B4"/>
      </a:accent6>
      <a:hlink>
        <a:srgbClr val="F23990"/>
      </a:hlink>
      <a:folHlink>
        <a:srgbClr val="14A0D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0.xml><?xml version="1.0" encoding="utf-8"?>
<a:theme xmlns:a="http://schemas.openxmlformats.org/drawingml/2006/main" name="9_Office Theme">
  <a:themeElements>
    <a:clrScheme name="Custom 9">
      <a:dk1>
        <a:srgbClr val="070707"/>
      </a:dk1>
      <a:lt1>
        <a:srgbClr val="F4F4F4"/>
      </a:lt1>
      <a:dk2>
        <a:srgbClr val="A0A0A3"/>
      </a:dk2>
      <a:lt2>
        <a:srgbClr val="E5E5E5"/>
      </a:lt2>
      <a:accent1>
        <a:srgbClr val="FC395B"/>
      </a:accent1>
      <a:accent2>
        <a:srgbClr val="FB7545"/>
      </a:accent2>
      <a:accent3>
        <a:srgbClr val="E9C944"/>
      </a:accent3>
      <a:accent4>
        <a:srgbClr val="90D049"/>
      </a:accent4>
      <a:accent5>
        <a:srgbClr val="18B96E"/>
      </a:accent5>
      <a:accent6>
        <a:srgbClr val="19C0B4"/>
      </a:accent6>
      <a:hlink>
        <a:srgbClr val="F23990"/>
      </a:hlink>
      <a:folHlink>
        <a:srgbClr val="14A0D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4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6_Office Theme">
  <a:themeElements>
    <a:clrScheme name="Investor Light">
      <a:dk1>
        <a:srgbClr val="737572"/>
      </a:dk1>
      <a:lt1>
        <a:sysClr val="window" lastClr="FFFFFF"/>
      </a:lt1>
      <a:dk2>
        <a:srgbClr val="4D6D92"/>
      </a:dk2>
      <a:lt2>
        <a:srgbClr val="FFFFFF"/>
      </a:lt2>
      <a:accent1>
        <a:srgbClr val="4D6D92"/>
      </a:accent1>
      <a:accent2>
        <a:srgbClr val="1BAAAA"/>
      </a:accent2>
      <a:accent3>
        <a:srgbClr val="7CB554"/>
      </a:accent3>
      <a:accent4>
        <a:srgbClr val="F8BF4D"/>
      </a:accent4>
      <a:accent5>
        <a:srgbClr val="F95648"/>
      </a:accent5>
      <a:accent6>
        <a:srgbClr val="C5C5C5"/>
      </a:accent6>
      <a:hlink>
        <a:srgbClr val="F95648"/>
      </a:hlink>
      <a:folHlink>
        <a:srgbClr val="F8BF4D"/>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8.xml><?xml version="1.0" encoding="utf-8"?>
<a:theme xmlns:a="http://schemas.openxmlformats.org/drawingml/2006/main" name="1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_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2_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18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1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2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20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2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24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28.xml><?xml version="1.0" encoding="utf-8"?>
<a:theme xmlns:a="http://schemas.openxmlformats.org/drawingml/2006/main" name="25_Office Theme">
  <a:themeElements>
    <a:clrScheme name="Light">
      <a:dk1>
        <a:sysClr val="windowText" lastClr="000000"/>
      </a:dk1>
      <a:lt1>
        <a:sysClr val="window" lastClr="FFFFFF"/>
      </a:lt1>
      <a:dk2>
        <a:srgbClr val="2A445D"/>
      </a:dk2>
      <a:lt2>
        <a:srgbClr val="E7E6E6"/>
      </a:lt2>
      <a:accent1>
        <a:srgbClr val="1BA9E0"/>
      </a:accent1>
      <a:accent2>
        <a:srgbClr val="00B993"/>
      </a:accent2>
      <a:accent3>
        <a:srgbClr val="82B732"/>
      </a:accent3>
      <a:accent4>
        <a:srgbClr val="FFC000"/>
      </a:accent4>
      <a:accent5>
        <a:srgbClr val="F85D2C"/>
      </a:accent5>
      <a:accent6>
        <a:srgbClr val="7030A0"/>
      </a:accent6>
      <a:hlink>
        <a:srgbClr val="0563C1"/>
      </a:hlink>
      <a:folHlink>
        <a:srgbClr val="954F72"/>
      </a:folHlink>
    </a:clrScheme>
    <a:fontScheme name="Nevada">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26_Office Theme">
  <a:themeElements>
    <a:clrScheme name="Light">
      <a:dk1>
        <a:sysClr val="windowText" lastClr="000000"/>
      </a:dk1>
      <a:lt1>
        <a:sysClr val="window" lastClr="FFFFFF"/>
      </a:lt1>
      <a:dk2>
        <a:srgbClr val="2A445D"/>
      </a:dk2>
      <a:lt2>
        <a:srgbClr val="E7E6E6"/>
      </a:lt2>
      <a:accent1>
        <a:srgbClr val="1BA9E0"/>
      </a:accent1>
      <a:accent2>
        <a:srgbClr val="00B993"/>
      </a:accent2>
      <a:accent3>
        <a:srgbClr val="82B732"/>
      </a:accent3>
      <a:accent4>
        <a:srgbClr val="FFC000"/>
      </a:accent4>
      <a:accent5>
        <a:srgbClr val="F85D2C"/>
      </a:accent5>
      <a:accent6>
        <a:srgbClr val="7030A0"/>
      </a:accent6>
      <a:hlink>
        <a:srgbClr val="0563C1"/>
      </a:hlink>
      <a:folHlink>
        <a:srgbClr val="954F72"/>
      </a:folHlink>
    </a:clrScheme>
    <a:fontScheme name="Nevada">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27_Office Theme">
  <a:themeElements>
    <a:clrScheme name="Omoa Colored">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2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30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1_Basic Slid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31_Office Theme">
  <a:themeElements>
    <a:clrScheme name="Omoa Colored">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34_Office Theme">
  <a:themeElements>
    <a:clrScheme name="Omoa Colored">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35_Office Theme">
  <a:themeElements>
    <a:clrScheme name="Omoa Colored">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36_Office Theme">
  <a:themeElements>
    <a:clrScheme name="Omoa Colored">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37_Office Theme">
  <a:themeElements>
    <a:clrScheme name="Light">
      <a:dk1>
        <a:sysClr val="windowText" lastClr="000000"/>
      </a:dk1>
      <a:lt1>
        <a:sysClr val="window" lastClr="FFFFFF"/>
      </a:lt1>
      <a:dk2>
        <a:srgbClr val="2A445D"/>
      </a:dk2>
      <a:lt2>
        <a:srgbClr val="E7E6E6"/>
      </a:lt2>
      <a:accent1>
        <a:srgbClr val="1BA9E0"/>
      </a:accent1>
      <a:accent2>
        <a:srgbClr val="00B993"/>
      </a:accent2>
      <a:accent3>
        <a:srgbClr val="82B732"/>
      </a:accent3>
      <a:accent4>
        <a:srgbClr val="FFC000"/>
      </a:accent4>
      <a:accent5>
        <a:srgbClr val="F85D2C"/>
      </a:accent5>
      <a:accent6>
        <a:srgbClr val="7030A0"/>
      </a:accent6>
      <a:hlink>
        <a:srgbClr val="0563C1"/>
      </a:hlink>
      <a:folHlink>
        <a:srgbClr val="954F72"/>
      </a:folHlink>
    </a:clrScheme>
    <a:fontScheme name="Nevada">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3_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3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3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40_Office Theme">
  <a:themeElements>
    <a:clrScheme name="Light">
      <a:dk1>
        <a:sysClr val="windowText" lastClr="000000"/>
      </a:dk1>
      <a:lt1>
        <a:sysClr val="window" lastClr="FFFFFF"/>
      </a:lt1>
      <a:dk2>
        <a:srgbClr val="2A445D"/>
      </a:dk2>
      <a:lt2>
        <a:srgbClr val="E7E6E6"/>
      </a:lt2>
      <a:accent1>
        <a:srgbClr val="1BA9E0"/>
      </a:accent1>
      <a:accent2>
        <a:srgbClr val="00B993"/>
      </a:accent2>
      <a:accent3>
        <a:srgbClr val="82B732"/>
      </a:accent3>
      <a:accent4>
        <a:srgbClr val="FFC000"/>
      </a:accent4>
      <a:accent5>
        <a:srgbClr val="F85D2C"/>
      </a:accent5>
      <a:accent6>
        <a:srgbClr val="7030A0"/>
      </a:accent6>
      <a:hlink>
        <a:srgbClr val="0563C1"/>
      </a:hlink>
      <a:folHlink>
        <a:srgbClr val="954F72"/>
      </a:folHlink>
    </a:clrScheme>
    <a:fontScheme name="Nevada">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2_Office Theme">
  <a:themeElements>
    <a:clrScheme name="Light">
      <a:dk1>
        <a:sysClr val="windowText" lastClr="000000"/>
      </a:dk1>
      <a:lt1>
        <a:sysClr val="window" lastClr="FFFFFF"/>
      </a:lt1>
      <a:dk2>
        <a:srgbClr val="2A445D"/>
      </a:dk2>
      <a:lt2>
        <a:srgbClr val="E7E6E6"/>
      </a:lt2>
      <a:accent1>
        <a:srgbClr val="1BA9E0"/>
      </a:accent1>
      <a:accent2>
        <a:srgbClr val="00B993"/>
      </a:accent2>
      <a:accent3>
        <a:srgbClr val="82B732"/>
      </a:accent3>
      <a:accent4>
        <a:srgbClr val="FFC000"/>
      </a:accent4>
      <a:accent5>
        <a:srgbClr val="F85D2C"/>
      </a:accent5>
      <a:accent6>
        <a:srgbClr val="7030A0"/>
      </a:accent6>
      <a:hlink>
        <a:srgbClr val="0563C1"/>
      </a:hlink>
      <a:folHlink>
        <a:srgbClr val="954F72"/>
      </a:folHlink>
    </a:clrScheme>
    <a:fontScheme name="Nevada">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4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4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4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4_Default Theme">
  <a:themeElements>
    <a:clrScheme name="Impresario - Coloured Light">
      <a:dk1>
        <a:srgbClr val="445469"/>
      </a:dk1>
      <a:lt1>
        <a:sysClr val="window" lastClr="FFFFFF"/>
      </a:lt1>
      <a:dk2>
        <a:srgbClr val="445469"/>
      </a:dk2>
      <a:lt2>
        <a:srgbClr val="FFFFFF"/>
      </a:lt2>
      <a:accent1>
        <a:srgbClr val="7FB34C"/>
      </a:accent1>
      <a:accent2>
        <a:srgbClr val="3891DE"/>
      </a:accent2>
      <a:accent3>
        <a:srgbClr val="485868"/>
      </a:accent3>
      <a:accent4>
        <a:srgbClr val="F1992D"/>
      </a:accent4>
      <a:accent5>
        <a:srgbClr val="EB223D"/>
      </a:accent5>
      <a:accent6>
        <a:srgbClr val="A1A1A1"/>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48_Office Theme">
  <a:themeElements>
    <a:clrScheme name="Custom 1">
      <a:dk1>
        <a:srgbClr val="000000"/>
      </a:dk1>
      <a:lt1>
        <a:sysClr val="window" lastClr="FFFFFF"/>
      </a:lt1>
      <a:dk2>
        <a:srgbClr val="17406D"/>
      </a:dk2>
      <a:lt2>
        <a:srgbClr val="DBEFF9"/>
      </a:lt2>
      <a:accent1>
        <a:srgbClr val="C00000"/>
      </a:accent1>
      <a:accent2>
        <a:srgbClr val="FFC000"/>
      </a:accent2>
      <a:accent3>
        <a:srgbClr val="92D050"/>
      </a:accent3>
      <a:accent4>
        <a:srgbClr val="00B050"/>
      </a:accent4>
      <a:accent5>
        <a:srgbClr val="00B0F0"/>
      </a:accent5>
      <a:accent6>
        <a:srgbClr val="0070C0"/>
      </a:accent6>
      <a:hlink>
        <a:srgbClr val="F49100"/>
      </a:hlink>
      <a:folHlink>
        <a:srgbClr val="85DFD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50_Office Theme">
  <a:themeElements>
    <a:clrScheme name="warnakren">
      <a:dk1>
        <a:sysClr val="windowText" lastClr="000000"/>
      </a:dk1>
      <a:lt1>
        <a:sysClr val="window" lastClr="FFFFFF"/>
      </a:lt1>
      <a:dk2>
        <a:srgbClr val="44546A"/>
      </a:dk2>
      <a:lt2>
        <a:srgbClr val="E7E6E6"/>
      </a:lt2>
      <a:accent1>
        <a:srgbClr val="E9233C"/>
      </a:accent1>
      <a:accent2>
        <a:srgbClr val="F0992F"/>
      </a:accent2>
      <a:accent3>
        <a:srgbClr val="1E3046"/>
      </a:accent3>
      <a:accent4>
        <a:srgbClr val="3392E2"/>
      </a:accent4>
      <a:accent5>
        <a:srgbClr val="83B14C"/>
      </a:accent5>
      <a:accent6>
        <a:srgbClr val="73757B"/>
      </a:accent6>
      <a:hlink>
        <a:srgbClr val="0563C1"/>
      </a:hlink>
      <a:folHlink>
        <a:srgbClr val="954F72"/>
      </a:folHlink>
    </a:clrScheme>
    <a:fontScheme name="Project freelance">
      <a:majorFont>
        <a:latin typeface="Roboto"/>
        <a:ea typeface=""/>
        <a:cs typeface=""/>
      </a:majorFont>
      <a:minorFont>
        <a:latin typeface="Roboto L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51_Office Theme">
  <a:themeElements>
    <a:clrScheme name="HogerDesign - 001 Dark">
      <a:dk1>
        <a:sysClr val="windowText" lastClr="000000"/>
      </a:dk1>
      <a:lt1>
        <a:sysClr val="window" lastClr="FFFFFF"/>
      </a:lt1>
      <a:dk2>
        <a:srgbClr val="ADADAD"/>
      </a:dk2>
      <a:lt2>
        <a:srgbClr val="DDDDDD"/>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1.xml><?xml version="1.0" encoding="utf-8"?>
<a:theme xmlns:a="http://schemas.openxmlformats.org/drawingml/2006/main" name="55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5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9397</TotalTime>
  <Words>7632</Words>
  <Application>Microsoft Macintosh PowerPoint</Application>
  <PresentationFormat>Widescreen</PresentationFormat>
  <Paragraphs>1172</Paragraphs>
  <Slides>203</Slides>
  <Notes>82</Notes>
  <HiddenSlides>0</HiddenSlides>
  <MMClips>0</MMClips>
  <ScaleCrop>false</ScaleCrop>
  <HeadingPairs>
    <vt:vector size="8" baseType="variant">
      <vt:variant>
        <vt:lpstr>Fonts Used</vt:lpstr>
      </vt:variant>
      <vt:variant>
        <vt:i4>39</vt:i4>
      </vt:variant>
      <vt:variant>
        <vt:lpstr>Theme</vt:lpstr>
      </vt:variant>
      <vt:variant>
        <vt:i4>52</vt:i4>
      </vt:variant>
      <vt:variant>
        <vt:lpstr>Embedded OLE Servers</vt:lpstr>
      </vt:variant>
      <vt:variant>
        <vt:i4>1</vt:i4>
      </vt:variant>
      <vt:variant>
        <vt:lpstr>Slide Titles</vt:lpstr>
      </vt:variant>
      <vt:variant>
        <vt:i4>203</vt:i4>
      </vt:variant>
    </vt:vector>
  </HeadingPairs>
  <TitlesOfParts>
    <vt:vector size="295" baseType="lpstr">
      <vt:lpstr>Arial Black</vt:lpstr>
      <vt:lpstr>Arial Unicode MS</vt:lpstr>
      <vt:lpstr>Bebas Neue</vt:lpstr>
      <vt:lpstr>Calibri</vt:lpstr>
      <vt:lpstr>Calibri Light</vt:lpstr>
      <vt:lpstr>Clear Sans</vt:lpstr>
      <vt:lpstr>Diavlo Bold</vt:lpstr>
      <vt:lpstr>Diavlo Medium</vt:lpstr>
      <vt:lpstr>Fira Sans SemiBold Italic</vt:lpstr>
      <vt:lpstr>FontAwesome</vt:lpstr>
      <vt:lpstr>GeosansLight</vt:lpstr>
      <vt:lpstr>Gill Sans</vt:lpstr>
      <vt:lpstr>Gulim</vt:lpstr>
      <vt:lpstr>Helvetica</vt:lpstr>
      <vt:lpstr>Helvetica Light</vt:lpstr>
      <vt:lpstr>Lato</vt:lpstr>
      <vt:lpstr>Lato Black</vt:lpstr>
      <vt:lpstr>Lato Heavy</vt:lpstr>
      <vt:lpstr>Lato Light</vt:lpstr>
      <vt:lpstr>Lato Medium</vt:lpstr>
      <vt:lpstr>Lato Regular</vt:lpstr>
      <vt:lpstr>Montserrat Light</vt:lpstr>
      <vt:lpstr>Open Sans</vt:lpstr>
      <vt:lpstr>Open Sans Light</vt:lpstr>
      <vt:lpstr>Open Sans Semibold</vt:lpstr>
      <vt:lpstr>Raleway</vt:lpstr>
      <vt:lpstr>Raleway Light</vt:lpstr>
      <vt:lpstr>Roboto</vt:lpstr>
      <vt:lpstr>Roboto Black</vt:lpstr>
      <vt:lpstr>Roboto Light</vt:lpstr>
      <vt:lpstr>Roboto Lt</vt:lpstr>
      <vt:lpstr>Roboto Regular</vt:lpstr>
      <vt:lpstr>Simplified Arabic</vt:lpstr>
      <vt:lpstr>Sosa</vt:lpstr>
      <vt:lpstr>Source Sans Pro Light</vt:lpstr>
      <vt:lpstr>Times New Roman</vt:lpstr>
      <vt:lpstr>Wingdings</vt:lpstr>
      <vt:lpstr>宋体</vt:lpstr>
      <vt:lpstr>Arial</vt:lpstr>
      <vt:lpstr>Office Theme</vt:lpstr>
      <vt:lpstr>1_Office Theme</vt:lpstr>
      <vt:lpstr>2_Office Theme</vt:lpstr>
      <vt:lpstr>3_Office Theme</vt:lpstr>
      <vt:lpstr>5_Office Theme</vt:lpstr>
      <vt:lpstr>Basic Slide</vt:lpstr>
      <vt:lpstr>6_Office Theme</vt:lpstr>
      <vt:lpstr>7_Office Theme</vt:lpstr>
      <vt:lpstr>8_Office Theme</vt:lpstr>
      <vt:lpstr>9_Office Theme</vt:lpstr>
      <vt:lpstr>10_Office Theme</vt:lpstr>
      <vt:lpstr>11_Office Theme</vt:lpstr>
      <vt:lpstr>12_Office Theme</vt:lpstr>
      <vt:lpstr>13_Office Theme</vt:lpstr>
      <vt:lpstr>14_Office Theme</vt:lpstr>
      <vt:lpstr>15_Office Theme</vt:lpstr>
      <vt:lpstr>16_Office Theme</vt:lpstr>
      <vt:lpstr>17_Office Theme</vt:lpstr>
      <vt:lpstr>1_Default Theme</vt:lpstr>
      <vt:lpstr>2_Default Theme</vt:lpstr>
      <vt:lpstr>18_Office Theme</vt:lpstr>
      <vt:lpstr>19_Office Theme</vt:lpstr>
      <vt:lpstr>21_Office Theme</vt:lpstr>
      <vt:lpstr>20_Office Theme</vt:lpstr>
      <vt:lpstr>22_Office Theme</vt:lpstr>
      <vt:lpstr>23_Office Theme</vt:lpstr>
      <vt:lpstr>24_Office Theme</vt:lpstr>
      <vt:lpstr>25_Office Theme</vt:lpstr>
      <vt:lpstr>26_Office Theme</vt:lpstr>
      <vt:lpstr>27_Office Theme</vt:lpstr>
      <vt:lpstr>29_Office Theme</vt:lpstr>
      <vt:lpstr>30_Office Theme</vt:lpstr>
      <vt:lpstr>1_Basic Slide</vt:lpstr>
      <vt:lpstr>31_Office Theme</vt:lpstr>
      <vt:lpstr>34_Office Theme</vt:lpstr>
      <vt:lpstr>35_Office Theme</vt:lpstr>
      <vt:lpstr>36_Office Theme</vt:lpstr>
      <vt:lpstr>37_Office Theme</vt:lpstr>
      <vt:lpstr>3_Default Theme</vt:lpstr>
      <vt:lpstr>38_Office Theme</vt:lpstr>
      <vt:lpstr>39_Office Theme</vt:lpstr>
      <vt:lpstr>40_Office Theme</vt:lpstr>
      <vt:lpstr>42_Office Theme</vt:lpstr>
      <vt:lpstr>43_Office Theme</vt:lpstr>
      <vt:lpstr>44_Office Theme</vt:lpstr>
      <vt:lpstr>45_Office Theme</vt:lpstr>
      <vt:lpstr>4_Default Theme</vt:lpstr>
      <vt:lpstr>48_Office Theme</vt:lpstr>
      <vt:lpstr>50_Office Theme</vt:lpstr>
      <vt:lpstr>51_Office Theme</vt:lpstr>
      <vt:lpstr>55_Office Theme</vt:lpstr>
      <vt:lpstr>57_Office Theme</vt:lpstr>
      <vt:lpstr>Excel.Sheet.8</vt:lpstr>
      <vt:lpstr>مفهوم تكنولوجيا التعليم</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مستحدثات تكنولوجيا التعليم </vt:lpstr>
      <vt:lpstr>PowerPoint Presentation</vt:lpstr>
      <vt:lpstr>تكنولوجيا التربية</vt:lpstr>
      <vt:lpstr>تكنولوجيا التربية</vt:lpstr>
      <vt:lpstr>تكنولوجيا التربية</vt:lpstr>
      <vt:lpstr>PowerPoint Presentation</vt:lpstr>
      <vt:lpstr>PowerPoint Presentation</vt:lpstr>
      <vt:lpstr>PowerPoint Presentation</vt:lpstr>
      <vt:lpstr>PowerPoint Presentation</vt:lpstr>
      <vt:lpstr>PowerPoint Presentation</vt:lpstr>
      <vt:lpstr>تكنولوجيا المعلومات</vt:lpstr>
      <vt:lpstr>عرفت منظمة اليونسكو تكنولوجيا المعلومات على أنها "تطبيق التكنولوجيات الإلكترونية ومنها الكمبيوتر والأقمار الصناعية وغيرها من التكنولوجيا المتقدمة لإنتاج المعلومات التناظرية والرقمية وتخزينها، واسترجاعها، وتوزيعها ونقلها من مكان إلى أخر.</vt:lpstr>
      <vt:lpstr>PowerPoint Presentation</vt:lpstr>
      <vt:lpstr>PowerPoint Presentation</vt:lpstr>
      <vt:lpstr>PowerPoint Presentation</vt:lpstr>
      <vt:lpstr>PowerPoint Presentation</vt:lpstr>
      <vt:lpstr>PowerPoint Presentation</vt:lpstr>
      <vt:lpstr>PowerPoint Presentation</vt:lpstr>
      <vt:lpstr>تحليل مفهوم تكنولوجيا التعليم</vt:lpstr>
      <vt:lpstr>PowerPoint Presentation</vt:lpstr>
      <vt:lpstr>PowerPoint Presentation</vt:lpstr>
      <vt:lpstr>PowerPoint Presentation</vt:lpstr>
      <vt:lpstr>PowerPoint Presentation</vt:lpstr>
      <vt:lpstr>PowerPoint Presentation</vt:lpstr>
      <vt:lpstr>PowerPoint Presentation</vt:lpstr>
      <vt:lpstr>تاريخ تكنولوجيا التعليم وتطور مفهومها</vt:lpstr>
      <vt:lpstr>PowerPoint Presentation</vt:lpstr>
      <vt:lpstr>PowerPoint Presentation</vt:lpstr>
      <vt:lpstr>PowerPoint Presentation</vt:lpstr>
      <vt:lpstr>PowerPoint Presentation</vt:lpstr>
      <vt:lpstr>PowerPoint Presentation</vt:lpstr>
      <vt:lpstr>PowerPoint Presentation</vt:lpstr>
      <vt:lpstr>هل التكنولوجيا كانت موجودة منذ بداية الخلق؟</vt:lpstr>
      <vt:lpstr>PowerPoint Presentation</vt:lpstr>
      <vt:lpstr>الإعلام والتكنولوجيا في عهد النبي صلى الله عليه وسلم</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التكنولوجيا والتربية البدنية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هل التكنولوجيا هي التقنيات؟</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وتتضمن كل لغة حية من اللغات اللفظية مهارات يجب أن تتوافر في المرسل والمستقبل وهي كالآتي: </vt:lpstr>
      <vt:lpstr>وتتضمن كل لغة حية من اللغات اللفظية مهارات يجب أن تتوافر في المرسل والمستقبل وهي كالآتي: </vt:lpstr>
      <vt:lpstr>نماذج وأمثلة الاتصال التعليمي</vt:lpstr>
      <vt:lpstr>نماذج وأمثلة الاتصال التعليمي</vt:lpstr>
      <vt:lpstr>أولاً: نماذج الاتصال النفسية</vt:lpstr>
      <vt:lpstr>نموذج لاسويل</vt:lpstr>
      <vt:lpstr>نموذج لاسويل</vt:lpstr>
      <vt:lpstr>ثانياً: نماذج الاتصال الهندسية</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أ- مرحلة تحديد الحاجات التعليمية:</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مرحلة التقويم</vt:lpstr>
      <vt:lpstr>PowerPoint Presentation</vt:lpstr>
      <vt:lpstr>PowerPoint Presentation</vt:lpstr>
      <vt:lpstr>PowerPoint Presentation</vt:lpstr>
      <vt:lpstr>PowerPoint Presentation</vt:lpstr>
      <vt:lpstr>سنقوم بعرض بعض نماذج التصميم التعليمي، وتحديد مدى نجاح تلك النماذج:</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يتكون النموذج من الخطوات الموضحة في الشكل التالي:</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15.0026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Dr. Ahmad Alfailakawi</dc:creator>
  <cp:lastModifiedBy>Dr. Ahmad Alfailakawi</cp:lastModifiedBy>
  <cp:revision>343</cp:revision>
  <dcterms:created xsi:type="dcterms:W3CDTF">2016-05-26T23:49:55Z</dcterms:created>
  <dcterms:modified xsi:type="dcterms:W3CDTF">2016-09-22T14:18:24Z</dcterms:modified>
</cp:coreProperties>
</file>